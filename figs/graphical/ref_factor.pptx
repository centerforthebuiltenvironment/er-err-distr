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003"/>
    <p:restoredTop sz="94690"/>
  </p:normalViewPr>
  <p:slideViewPr>
    <p:cSldViewPr snapToGrid="0">
      <p:cViewPr>
        <p:scale>
          <a:sx n="160" d="100"/>
          <a:sy n="160" d="100"/>
        </p:scale>
        <p:origin x="536" y="-3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ableStyles" Target="tableStyles.xml"/><Relationship Id="rId5" Type="http://schemas.openxmlformats.org/officeDocument/2006/relationships/theme" Target="theme/theme1.xml"/><Relationship Id="rId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484210-2B49-0C8A-1C24-2EDA079CF4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10AD8-0257-2313-F7AF-1E506EDBE5F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F9AD6AA-A886-AF5D-3CA8-67ABC58892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FAEBDC6-0C60-3F94-EFA7-C3DF8760D9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C02951E-F3A0-504C-6DBB-28CD02B519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8491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627B16-4F37-E73D-5A61-216B086C6F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A463B2-6787-BE0E-454C-2E71F1211E0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5BE5695-48DA-F085-2A54-2E38C63EDD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15363FD-9F29-CD51-4A56-BFC7DBDDE0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430533-89D5-F507-FB69-F03279018E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562457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11BC902-1A09-6DDB-1243-FDFECDF89E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086372A-584F-4E8E-1BDD-BE803C11BE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2BA825C-0E9B-4DEA-4202-6ABFB041AB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ABADC3C-60F8-1D52-7DEC-ED2033B95D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F41127-240F-8501-31A8-765F33759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649263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657A9E-2FA4-986B-B811-D84EC2A108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2550E05-6D53-9BD3-6029-BAEE39AC3BE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60FADB6-BCF8-D5DE-5C87-7716FAB8A95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6886466-DC3C-6B9C-9637-534687908A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20AA50D-421F-CC64-33E5-13F56D6AB7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7BBFEFF-1583-052A-D855-93BCAF8E43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735829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D51B53-1EF5-BCC2-663E-D085BC3A2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1647593-252D-02E9-8A50-BC20CF6A36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99B99A1-3CCB-8512-2199-F32BABAC366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88F0698-B66E-CDFC-7CEF-48FEC9CB10E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36A31D4-5C16-CDE9-AAB0-50C9A979053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0F7DBD9-BD2D-5556-B623-4C5E517E99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4D2BAA0-3811-3433-1808-078BF0F946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3D494DD-3128-CB1C-E782-15DC23C52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8169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63BA01-498E-8B2C-E21C-7173C6B3BC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BA437CF-3AEA-2917-E03B-7A9D073946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385EE31-9119-04FF-AA34-2484285715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B669F33-2502-0AF1-6296-98A84D25D3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7787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A892792-7E71-8974-3A45-812D4AC96D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4C51007-21BA-49FD-508D-A6CFB4754A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0302AD0-4C19-6572-4D78-0722B64103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563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B2C0AB-1F31-5EDF-DC22-3D2AE23FB8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8182E63-918C-B8FD-7ECE-588DB9ABCBB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15C2F67-23C3-E912-89B4-1D5FEC5C5C9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5223B4C-A0B0-89A5-7760-E924BC9BC8C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474CE4D-3721-2A33-9E4A-D2E064D927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049040D-49E9-5E59-F024-99CBA5FCDD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174669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B37684-AA33-F683-C166-043B508B28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6D692FF-934B-3E6B-B91F-4BB9518D7C4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3EA1220-FBE1-F23F-82EC-9FF051CAFE1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0CE02F9-1F96-F309-FE9D-536C9D3233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51721C8-1BF6-7D9E-0D7C-B268E0FCE4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A31D9EF-F362-FBC0-F4A2-20E12F87DF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48206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28E928-EE48-43ED-3909-16A86DB1B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7837CC9-F3E5-BB62-76C2-6825BD24422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B76D8A6-6C6A-1E81-F70C-7EFC3401FF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ADB4B88-B865-97D6-4D60-C38FF3B37E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A785A7A-4D59-A225-1E59-E1AC14CB98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619724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C353C22-FF65-007A-1E0F-09F90ADC1BB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5F0E691-310F-B2BD-21C1-EA12EB1CBA4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B3F48C-2220-A304-199C-9C5894890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61C3B48-A240-F8EF-4C8E-0DB79AA0FA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5111767-2BB4-DBAF-4F45-3A450E58FB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9989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8F71677-417A-C81E-8747-609F2830D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6DDBF5A-9D5F-B36B-E58A-FE1626AA240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88577B-9F47-AAA5-8CED-CA89E09DA57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4142CC9-4108-A04B-854E-378843E79B45}" type="datetimeFigureOut">
              <a:rPr lang="en-US" smtClean="0"/>
              <a:t>5/13/25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1CFAE94-76CD-336D-D2B1-6E5A433BC8B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866492E-9783-2474-13ED-5FC66C182A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BB88B6F-15DC-1748-8DDA-6D5251DCE06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6048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689" name="Group 52688">
            <a:extLst>
              <a:ext uri="{FF2B5EF4-FFF2-40B4-BE49-F238E27FC236}">
                <a16:creationId xmlns:a16="http://schemas.microsoft.com/office/drawing/2014/main" id="{D3EA629D-F2EE-24EF-C738-B564A6C8C90D}"/>
              </a:ext>
            </a:extLst>
          </p:cNvPr>
          <p:cNvGrpSpPr/>
          <p:nvPr/>
        </p:nvGrpSpPr>
        <p:grpSpPr>
          <a:xfrm>
            <a:off x="2707106" y="285079"/>
            <a:ext cx="6384758" cy="6341809"/>
            <a:chOff x="3092170" y="399678"/>
            <a:chExt cx="5999693" cy="5950474"/>
          </a:xfrm>
        </p:grpSpPr>
        <p:sp>
          <p:nvSpPr>
            <p:cNvPr id="26349" name="Freeform 26348">
              <a:extLst>
                <a:ext uri="{FF2B5EF4-FFF2-40B4-BE49-F238E27FC236}">
                  <a16:creationId xmlns:a16="http://schemas.microsoft.com/office/drawing/2014/main" id="{4BEB4823-2345-A6AF-5A2B-A40E69FC87D4}"/>
                </a:ext>
              </a:extLst>
            </p:cNvPr>
            <p:cNvSpPr/>
            <p:nvPr/>
          </p:nvSpPr>
          <p:spPr>
            <a:xfrm>
              <a:off x="3376863" y="571500"/>
              <a:ext cx="5715000" cy="5715000"/>
            </a:xfrm>
            <a:custGeom>
              <a:avLst/>
              <a:gdLst>
                <a:gd name="connsiteX0" fmla="*/ 0 w 5715000"/>
                <a:gd name="connsiteY0" fmla="*/ 0 h 5715000"/>
                <a:gd name="connsiteX1" fmla="*/ 5715000 w 5715000"/>
                <a:gd name="connsiteY1" fmla="*/ 0 h 5715000"/>
                <a:gd name="connsiteX2" fmla="*/ 5715000 w 5715000"/>
                <a:gd name="connsiteY2" fmla="*/ 5715000 h 5715000"/>
                <a:gd name="connsiteX3" fmla="*/ 0 w 5715000"/>
                <a:gd name="connsiteY3" fmla="*/ 5715000 h 57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0" h="5715000">
                  <a:moveTo>
                    <a:pt x="0" y="0"/>
                  </a:moveTo>
                  <a:lnTo>
                    <a:pt x="5715000" y="0"/>
                  </a:lnTo>
                  <a:lnTo>
                    <a:pt x="5715000" y="5715000"/>
                  </a:lnTo>
                  <a:lnTo>
                    <a:pt x="0" y="5715000"/>
                  </a:lnTo>
                  <a:close/>
                </a:path>
              </a:pathLst>
            </a:custGeom>
            <a:solidFill>
              <a:srgbClr val="FFFFFF"/>
            </a:solidFill>
            <a:ln w="9922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0" name="Freeform 26349">
              <a:extLst>
                <a:ext uri="{FF2B5EF4-FFF2-40B4-BE49-F238E27FC236}">
                  <a16:creationId xmlns:a16="http://schemas.microsoft.com/office/drawing/2014/main" id="{F7CB1ACF-7E41-19FC-8682-A57897FD0598}"/>
                </a:ext>
              </a:extLst>
            </p:cNvPr>
            <p:cNvSpPr/>
            <p:nvPr/>
          </p:nvSpPr>
          <p:spPr>
            <a:xfrm>
              <a:off x="3376863" y="571500"/>
              <a:ext cx="5715000" cy="5715000"/>
            </a:xfrm>
            <a:custGeom>
              <a:avLst/>
              <a:gdLst>
                <a:gd name="connsiteX0" fmla="*/ 0 w 5715000"/>
                <a:gd name="connsiteY0" fmla="*/ 0 h 5715000"/>
                <a:gd name="connsiteX1" fmla="*/ 5715000 w 5715000"/>
                <a:gd name="connsiteY1" fmla="*/ 0 h 5715000"/>
                <a:gd name="connsiteX2" fmla="*/ 5715000 w 5715000"/>
                <a:gd name="connsiteY2" fmla="*/ 5715000 h 5715000"/>
                <a:gd name="connsiteX3" fmla="*/ 0 w 5715000"/>
                <a:gd name="connsiteY3" fmla="*/ 5715000 h 57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0" h="5715000">
                  <a:moveTo>
                    <a:pt x="0" y="0"/>
                  </a:moveTo>
                  <a:lnTo>
                    <a:pt x="5715000" y="0"/>
                  </a:lnTo>
                  <a:lnTo>
                    <a:pt x="5715000" y="5715000"/>
                  </a:lnTo>
                  <a:lnTo>
                    <a:pt x="0" y="5715000"/>
                  </a:lnTo>
                  <a:close/>
                </a:path>
              </a:pathLst>
            </a:custGeom>
            <a:solidFill>
              <a:srgbClr val="FFFFFF"/>
            </a:solidFill>
            <a:ln w="10616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351" name="Graphic 26346">
              <a:extLst>
                <a:ext uri="{FF2B5EF4-FFF2-40B4-BE49-F238E27FC236}">
                  <a16:creationId xmlns:a16="http://schemas.microsoft.com/office/drawing/2014/main" id="{72945F4C-6604-EEB2-9B44-9437FF8D33C8}"/>
                </a:ext>
              </a:extLst>
            </p:cNvPr>
            <p:cNvGrpSpPr/>
            <p:nvPr/>
          </p:nvGrpSpPr>
          <p:grpSpPr>
            <a:xfrm>
              <a:off x="3810349" y="556418"/>
              <a:ext cx="5084663" cy="1868189"/>
              <a:chOff x="3810349" y="556418"/>
              <a:chExt cx="5084663" cy="1868189"/>
            </a:xfrm>
          </p:grpSpPr>
          <p:sp>
            <p:nvSpPr>
              <p:cNvPr id="26352" name="Freeform 26351">
                <a:extLst>
                  <a:ext uri="{FF2B5EF4-FFF2-40B4-BE49-F238E27FC236}">
                    <a16:creationId xmlns:a16="http://schemas.microsoft.com/office/drawing/2014/main" id="{5C2B12C1-A293-140D-D4EB-D1D860A73C8C}"/>
                  </a:ext>
                </a:extLst>
              </p:cNvPr>
              <p:cNvSpPr/>
              <p:nvPr/>
            </p:nvSpPr>
            <p:spPr>
              <a:xfrm>
                <a:off x="3810349" y="2421731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53" name="Freeform 26352">
                <a:extLst>
                  <a:ext uri="{FF2B5EF4-FFF2-40B4-BE49-F238E27FC236}">
                    <a16:creationId xmlns:a16="http://schemas.microsoft.com/office/drawing/2014/main" id="{7E07AED1-E395-7A9A-E71D-F0CBB8BC4392}"/>
                  </a:ext>
                </a:extLst>
              </p:cNvPr>
              <p:cNvSpPr/>
              <p:nvPr/>
            </p:nvSpPr>
            <p:spPr>
              <a:xfrm>
                <a:off x="3810349" y="2013545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54" name="Freeform 26353">
                <a:extLst>
                  <a:ext uri="{FF2B5EF4-FFF2-40B4-BE49-F238E27FC236}">
                    <a16:creationId xmlns:a16="http://schemas.microsoft.com/office/drawing/2014/main" id="{2AE343DB-10F7-A974-6F4C-0620AE009619}"/>
                  </a:ext>
                </a:extLst>
              </p:cNvPr>
              <p:cNvSpPr/>
              <p:nvPr/>
            </p:nvSpPr>
            <p:spPr>
              <a:xfrm>
                <a:off x="3810349" y="1605458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55" name="Freeform 26354">
                <a:extLst>
                  <a:ext uri="{FF2B5EF4-FFF2-40B4-BE49-F238E27FC236}">
                    <a16:creationId xmlns:a16="http://schemas.microsoft.com/office/drawing/2014/main" id="{C44FD1AF-29E1-961F-4351-6547886E3E38}"/>
                  </a:ext>
                </a:extLst>
              </p:cNvPr>
              <p:cNvSpPr/>
              <p:nvPr/>
            </p:nvSpPr>
            <p:spPr>
              <a:xfrm>
                <a:off x="3810349" y="1197272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56" name="Freeform 26355">
                <a:extLst>
                  <a:ext uri="{FF2B5EF4-FFF2-40B4-BE49-F238E27FC236}">
                    <a16:creationId xmlns:a16="http://schemas.microsoft.com/office/drawing/2014/main" id="{7E113293-1BE4-E6A2-F1CF-29978BE585E7}"/>
                  </a:ext>
                </a:extLst>
              </p:cNvPr>
              <p:cNvSpPr/>
              <p:nvPr/>
            </p:nvSpPr>
            <p:spPr>
              <a:xfrm>
                <a:off x="4036866" y="12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57" name="Freeform 26356">
                <a:extLst>
                  <a:ext uri="{FF2B5EF4-FFF2-40B4-BE49-F238E27FC236}">
                    <a16:creationId xmlns:a16="http://schemas.microsoft.com/office/drawing/2014/main" id="{C4397ECC-7F0B-FF39-5A35-B27BB09868DA}"/>
                  </a:ext>
                </a:extLst>
              </p:cNvPr>
              <p:cNvSpPr/>
              <p:nvPr/>
            </p:nvSpPr>
            <p:spPr>
              <a:xfrm>
                <a:off x="4037461" y="1208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58" name="Freeform 26357">
                <a:extLst>
                  <a:ext uri="{FF2B5EF4-FFF2-40B4-BE49-F238E27FC236}">
                    <a16:creationId xmlns:a16="http://schemas.microsoft.com/office/drawing/2014/main" id="{233E6ADD-3116-D13A-371D-D412F1E39FA6}"/>
                  </a:ext>
                </a:extLst>
              </p:cNvPr>
              <p:cNvSpPr/>
              <p:nvPr/>
            </p:nvSpPr>
            <p:spPr>
              <a:xfrm>
                <a:off x="4037957" y="1201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59" name="Freeform 26358">
                <a:extLst>
                  <a:ext uri="{FF2B5EF4-FFF2-40B4-BE49-F238E27FC236}">
                    <a16:creationId xmlns:a16="http://schemas.microsoft.com/office/drawing/2014/main" id="{34E24880-37D4-0F4E-0038-731BE812D2C6}"/>
                  </a:ext>
                </a:extLst>
              </p:cNvPr>
              <p:cNvSpPr/>
              <p:nvPr/>
            </p:nvSpPr>
            <p:spPr>
              <a:xfrm>
                <a:off x="4038453" y="1199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0" name="Freeform 26359">
                <a:extLst>
                  <a:ext uri="{FF2B5EF4-FFF2-40B4-BE49-F238E27FC236}">
                    <a16:creationId xmlns:a16="http://schemas.microsoft.com/office/drawing/2014/main" id="{34D5EB05-1B17-E7C8-986B-FF618EAFD155}"/>
                  </a:ext>
                </a:extLst>
              </p:cNvPr>
              <p:cNvSpPr/>
              <p:nvPr/>
            </p:nvSpPr>
            <p:spPr>
              <a:xfrm>
                <a:off x="4039048" y="11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1" name="Freeform 26360">
                <a:extLst>
                  <a:ext uri="{FF2B5EF4-FFF2-40B4-BE49-F238E27FC236}">
                    <a16:creationId xmlns:a16="http://schemas.microsoft.com/office/drawing/2014/main" id="{03289033-41F4-D723-DB21-5092E3D6C51A}"/>
                  </a:ext>
                </a:extLst>
              </p:cNvPr>
              <p:cNvSpPr/>
              <p:nvPr/>
            </p:nvSpPr>
            <p:spPr>
              <a:xfrm>
                <a:off x="4039545" y="1188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2" name="Freeform 26361">
                <a:extLst>
                  <a:ext uri="{FF2B5EF4-FFF2-40B4-BE49-F238E27FC236}">
                    <a16:creationId xmlns:a16="http://schemas.microsoft.com/office/drawing/2014/main" id="{242F5EEC-0791-554C-9C44-95B59F219CC0}"/>
                  </a:ext>
                </a:extLst>
              </p:cNvPr>
              <p:cNvSpPr/>
              <p:nvPr/>
            </p:nvSpPr>
            <p:spPr>
              <a:xfrm>
                <a:off x="4040041" y="1171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3" name="Freeform 26362">
                <a:extLst>
                  <a:ext uri="{FF2B5EF4-FFF2-40B4-BE49-F238E27FC236}">
                    <a16:creationId xmlns:a16="http://schemas.microsoft.com/office/drawing/2014/main" id="{F2442662-3823-8D3B-B3FF-F0E59ED071A6}"/>
                  </a:ext>
                </a:extLst>
              </p:cNvPr>
              <p:cNvSpPr/>
              <p:nvPr/>
            </p:nvSpPr>
            <p:spPr>
              <a:xfrm>
                <a:off x="4040537" y="1857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4" name="Freeform 26363">
                <a:extLst>
                  <a:ext uri="{FF2B5EF4-FFF2-40B4-BE49-F238E27FC236}">
                    <a16:creationId xmlns:a16="http://schemas.microsoft.com/office/drawing/2014/main" id="{9B40BEC3-A6A3-82C4-E7AC-A44FD16859F4}"/>
                  </a:ext>
                </a:extLst>
              </p:cNvPr>
              <p:cNvSpPr/>
              <p:nvPr/>
            </p:nvSpPr>
            <p:spPr>
              <a:xfrm>
                <a:off x="4041132" y="206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5" name="Freeform 26364">
                <a:extLst>
                  <a:ext uri="{FF2B5EF4-FFF2-40B4-BE49-F238E27FC236}">
                    <a16:creationId xmlns:a16="http://schemas.microsoft.com/office/drawing/2014/main" id="{141F24AB-A72E-06B9-DA14-7C51C349210F}"/>
                  </a:ext>
                </a:extLst>
              </p:cNvPr>
              <p:cNvSpPr/>
              <p:nvPr/>
            </p:nvSpPr>
            <p:spPr>
              <a:xfrm>
                <a:off x="4041628" y="2081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6" name="Freeform 26365">
                <a:extLst>
                  <a:ext uri="{FF2B5EF4-FFF2-40B4-BE49-F238E27FC236}">
                    <a16:creationId xmlns:a16="http://schemas.microsoft.com/office/drawing/2014/main" id="{1B5E2666-94E7-BD4B-7E11-1BC88D081B07}"/>
                  </a:ext>
                </a:extLst>
              </p:cNvPr>
              <p:cNvSpPr/>
              <p:nvPr/>
            </p:nvSpPr>
            <p:spPr>
              <a:xfrm>
                <a:off x="4042124" y="2061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7" name="Freeform 26366">
                <a:extLst>
                  <a:ext uri="{FF2B5EF4-FFF2-40B4-BE49-F238E27FC236}">
                    <a16:creationId xmlns:a16="http://schemas.microsoft.com/office/drawing/2014/main" id="{CBE28E39-89E0-9B2D-5403-4203186DD9E7}"/>
                  </a:ext>
                </a:extLst>
              </p:cNvPr>
              <p:cNvSpPr/>
              <p:nvPr/>
            </p:nvSpPr>
            <p:spPr>
              <a:xfrm>
                <a:off x="4042720" y="205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8" name="Freeform 26367">
                <a:extLst>
                  <a:ext uri="{FF2B5EF4-FFF2-40B4-BE49-F238E27FC236}">
                    <a16:creationId xmlns:a16="http://schemas.microsoft.com/office/drawing/2014/main" id="{5F2A8DD3-7856-88BD-25B0-609EBF882C69}"/>
                  </a:ext>
                </a:extLst>
              </p:cNvPr>
              <p:cNvSpPr/>
              <p:nvPr/>
            </p:nvSpPr>
            <p:spPr>
              <a:xfrm>
                <a:off x="4043216" y="206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69" name="Freeform 26368">
                <a:extLst>
                  <a:ext uri="{FF2B5EF4-FFF2-40B4-BE49-F238E27FC236}">
                    <a16:creationId xmlns:a16="http://schemas.microsoft.com/office/drawing/2014/main" id="{1E343493-5716-BB9C-9489-7824D438D2BE}"/>
                  </a:ext>
                </a:extLst>
              </p:cNvPr>
              <p:cNvSpPr/>
              <p:nvPr/>
            </p:nvSpPr>
            <p:spPr>
              <a:xfrm>
                <a:off x="4043712" y="2087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0" name="Freeform 26369">
                <a:extLst>
                  <a:ext uri="{FF2B5EF4-FFF2-40B4-BE49-F238E27FC236}">
                    <a16:creationId xmlns:a16="http://schemas.microsoft.com/office/drawing/2014/main" id="{714C92EE-E4E5-BAA9-4296-0CD53A785E1B}"/>
                  </a:ext>
                </a:extLst>
              </p:cNvPr>
              <p:cNvSpPr/>
              <p:nvPr/>
            </p:nvSpPr>
            <p:spPr>
              <a:xfrm>
                <a:off x="4044307" y="208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1" name="Freeform 26370">
                <a:extLst>
                  <a:ext uri="{FF2B5EF4-FFF2-40B4-BE49-F238E27FC236}">
                    <a16:creationId xmlns:a16="http://schemas.microsoft.com/office/drawing/2014/main" id="{0F2277CE-3ECE-9D61-1792-046CC7F87146}"/>
                  </a:ext>
                </a:extLst>
              </p:cNvPr>
              <p:cNvSpPr/>
              <p:nvPr/>
            </p:nvSpPr>
            <p:spPr>
              <a:xfrm>
                <a:off x="4044803" y="1641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2" name="Freeform 26371">
                <a:extLst>
                  <a:ext uri="{FF2B5EF4-FFF2-40B4-BE49-F238E27FC236}">
                    <a16:creationId xmlns:a16="http://schemas.microsoft.com/office/drawing/2014/main" id="{A96F66A3-5D74-D430-3AB7-8FE834FF1E7C}"/>
                  </a:ext>
                </a:extLst>
              </p:cNvPr>
              <p:cNvSpPr/>
              <p:nvPr/>
            </p:nvSpPr>
            <p:spPr>
              <a:xfrm>
                <a:off x="4045299" y="1417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3" name="Freeform 26372">
                <a:extLst>
                  <a:ext uri="{FF2B5EF4-FFF2-40B4-BE49-F238E27FC236}">
                    <a16:creationId xmlns:a16="http://schemas.microsoft.com/office/drawing/2014/main" id="{D98511B2-E692-A4B3-4988-4AE6EE6F5BC5}"/>
                  </a:ext>
                </a:extLst>
              </p:cNvPr>
              <p:cNvSpPr/>
              <p:nvPr/>
            </p:nvSpPr>
            <p:spPr>
              <a:xfrm>
                <a:off x="4045895" y="1591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4" name="Freeform 26373">
                <a:extLst>
                  <a:ext uri="{FF2B5EF4-FFF2-40B4-BE49-F238E27FC236}">
                    <a16:creationId xmlns:a16="http://schemas.microsoft.com/office/drawing/2014/main" id="{8DA8F299-E2E3-B695-5C92-29EE248C21B5}"/>
                  </a:ext>
                </a:extLst>
              </p:cNvPr>
              <p:cNvSpPr/>
              <p:nvPr/>
            </p:nvSpPr>
            <p:spPr>
              <a:xfrm>
                <a:off x="4046391" y="1596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5" name="Freeform 26374">
                <a:extLst>
                  <a:ext uri="{FF2B5EF4-FFF2-40B4-BE49-F238E27FC236}">
                    <a16:creationId xmlns:a16="http://schemas.microsoft.com/office/drawing/2014/main" id="{ABA58791-5B25-8E35-61A2-D136051DC303}"/>
                  </a:ext>
                </a:extLst>
              </p:cNvPr>
              <p:cNvSpPr/>
              <p:nvPr/>
            </p:nvSpPr>
            <p:spPr>
              <a:xfrm>
                <a:off x="4046887" y="1563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6" name="Freeform 26375">
                <a:extLst>
                  <a:ext uri="{FF2B5EF4-FFF2-40B4-BE49-F238E27FC236}">
                    <a16:creationId xmlns:a16="http://schemas.microsoft.com/office/drawing/2014/main" id="{A98BEF77-2786-3FE2-2CF4-FA556C7F8627}"/>
                  </a:ext>
                </a:extLst>
              </p:cNvPr>
              <p:cNvSpPr/>
              <p:nvPr/>
            </p:nvSpPr>
            <p:spPr>
              <a:xfrm>
                <a:off x="4047482" y="1469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7" name="Freeform 26376">
                <a:extLst>
                  <a:ext uri="{FF2B5EF4-FFF2-40B4-BE49-F238E27FC236}">
                    <a16:creationId xmlns:a16="http://schemas.microsoft.com/office/drawing/2014/main" id="{150BFC04-F1EA-1317-0242-3F1CA6F6EC8C}"/>
                  </a:ext>
                </a:extLst>
              </p:cNvPr>
              <p:cNvSpPr/>
              <p:nvPr/>
            </p:nvSpPr>
            <p:spPr>
              <a:xfrm>
                <a:off x="4047978" y="1485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8" name="Freeform 26377">
                <a:extLst>
                  <a:ext uri="{FF2B5EF4-FFF2-40B4-BE49-F238E27FC236}">
                    <a16:creationId xmlns:a16="http://schemas.microsoft.com/office/drawing/2014/main" id="{B49B75DD-4D50-B3F7-CDF0-AA494785BF9C}"/>
                  </a:ext>
                </a:extLst>
              </p:cNvPr>
              <p:cNvSpPr/>
              <p:nvPr/>
            </p:nvSpPr>
            <p:spPr>
              <a:xfrm>
                <a:off x="4048474" y="141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79" name="Freeform 26378">
                <a:extLst>
                  <a:ext uri="{FF2B5EF4-FFF2-40B4-BE49-F238E27FC236}">
                    <a16:creationId xmlns:a16="http://schemas.microsoft.com/office/drawing/2014/main" id="{F1B481CF-5566-6CBB-A6E6-79F92E6C7956}"/>
                  </a:ext>
                </a:extLst>
              </p:cNvPr>
              <p:cNvSpPr/>
              <p:nvPr/>
            </p:nvSpPr>
            <p:spPr>
              <a:xfrm>
                <a:off x="4049070" y="1324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0" name="Freeform 26379">
                <a:extLst>
                  <a:ext uri="{FF2B5EF4-FFF2-40B4-BE49-F238E27FC236}">
                    <a16:creationId xmlns:a16="http://schemas.microsoft.com/office/drawing/2014/main" id="{C15D9343-2142-5FF6-076B-B8510486B381}"/>
                  </a:ext>
                </a:extLst>
              </p:cNvPr>
              <p:cNvSpPr/>
              <p:nvPr/>
            </p:nvSpPr>
            <p:spPr>
              <a:xfrm>
                <a:off x="4049566" y="1280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1" name="Freeform 26380">
                <a:extLst>
                  <a:ext uri="{FF2B5EF4-FFF2-40B4-BE49-F238E27FC236}">
                    <a16:creationId xmlns:a16="http://schemas.microsoft.com/office/drawing/2014/main" id="{2239AF54-6128-5336-C473-E102563AEA6C}"/>
                  </a:ext>
                </a:extLst>
              </p:cNvPr>
              <p:cNvSpPr/>
              <p:nvPr/>
            </p:nvSpPr>
            <p:spPr>
              <a:xfrm>
                <a:off x="4050062" y="1275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2" name="Freeform 26381">
                <a:extLst>
                  <a:ext uri="{FF2B5EF4-FFF2-40B4-BE49-F238E27FC236}">
                    <a16:creationId xmlns:a16="http://schemas.microsoft.com/office/drawing/2014/main" id="{156E4BE9-F3D5-E7D3-FCA8-ED42F1A3C94C}"/>
                  </a:ext>
                </a:extLst>
              </p:cNvPr>
              <p:cNvSpPr/>
              <p:nvPr/>
            </p:nvSpPr>
            <p:spPr>
              <a:xfrm>
                <a:off x="4050657" y="1271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3" name="Freeform 26382">
                <a:extLst>
                  <a:ext uri="{FF2B5EF4-FFF2-40B4-BE49-F238E27FC236}">
                    <a16:creationId xmlns:a16="http://schemas.microsoft.com/office/drawing/2014/main" id="{F5595B53-0424-6BD9-A3A8-999F45FC50DB}"/>
                  </a:ext>
                </a:extLst>
              </p:cNvPr>
              <p:cNvSpPr/>
              <p:nvPr/>
            </p:nvSpPr>
            <p:spPr>
              <a:xfrm>
                <a:off x="4051153" y="1269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4" name="Freeform 26383">
                <a:extLst>
                  <a:ext uri="{FF2B5EF4-FFF2-40B4-BE49-F238E27FC236}">
                    <a16:creationId xmlns:a16="http://schemas.microsoft.com/office/drawing/2014/main" id="{764A649D-FDF3-D22F-7358-5855B81F902E}"/>
                  </a:ext>
                </a:extLst>
              </p:cNvPr>
              <p:cNvSpPr/>
              <p:nvPr/>
            </p:nvSpPr>
            <p:spPr>
              <a:xfrm>
                <a:off x="4051649" y="1269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5" name="Freeform 26384">
                <a:extLst>
                  <a:ext uri="{FF2B5EF4-FFF2-40B4-BE49-F238E27FC236}">
                    <a16:creationId xmlns:a16="http://schemas.microsoft.com/office/drawing/2014/main" id="{B2C63F4B-2AE3-2F46-C49D-7EC028AB8667}"/>
                  </a:ext>
                </a:extLst>
              </p:cNvPr>
              <p:cNvSpPr/>
              <p:nvPr/>
            </p:nvSpPr>
            <p:spPr>
              <a:xfrm>
                <a:off x="4052245" y="1269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6" name="Freeform 26385">
                <a:extLst>
                  <a:ext uri="{FF2B5EF4-FFF2-40B4-BE49-F238E27FC236}">
                    <a16:creationId xmlns:a16="http://schemas.microsoft.com/office/drawing/2014/main" id="{ADC53B68-AA3C-2DDF-AB19-93C3014A1D19}"/>
                  </a:ext>
                </a:extLst>
              </p:cNvPr>
              <p:cNvSpPr/>
              <p:nvPr/>
            </p:nvSpPr>
            <p:spPr>
              <a:xfrm>
                <a:off x="4052741" y="1272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7" name="Freeform 26386">
                <a:extLst>
                  <a:ext uri="{FF2B5EF4-FFF2-40B4-BE49-F238E27FC236}">
                    <a16:creationId xmlns:a16="http://schemas.microsoft.com/office/drawing/2014/main" id="{EBE9CC3D-323C-C189-AD2E-D5F433A7AA65}"/>
                  </a:ext>
                </a:extLst>
              </p:cNvPr>
              <p:cNvSpPr/>
              <p:nvPr/>
            </p:nvSpPr>
            <p:spPr>
              <a:xfrm>
                <a:off x="4053237" y="1601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8" name="Freeform 26387">
                <a:extLst>
                  <a:ext uri="{FF2B5EF4-FFF2-40B4-BE49-F238E27FC236}">
                    <a16:creationId xmlns:a16="http://schemas.microsoft.com/office/drawing/2014/main" id="{D9D9CE77-5567-E7DC-F94A-941E077550B8}"/>
                  </a:ext>
                </a:extLst>
              </p:cNvPr>
              <p:cNvSpPr/>
              <p:nvPr/>
            </p:nvSpPr>
            <p:spPr>
              <a:xfrm>
                <a:off x="4053733" y="1966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89" name="Freeform 26388">
                <a:extLst>
                  <a:ext uri="{FF2B5EF4-FFF2-40B4-BE49-F238E27FC236}">
                    <a16:creationId xmlns:a16="http://schemas.microsoft.com/office/drawing/2014/main" id="{7A968C6D-83ED-B159-1BF1-2A0F9A43F674}"/>
                  </a:ext>
                </a:extLst>
              </p:cNvPr>
              <p:cNvSpPr/>
              <p:nvPr/>
            </p:nvSpPr>
            <p:spPr>
              <a:xfrm>
                <a:off x="4054328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0" name="Freeform 26389">
                <a:extLst>
                  <a:ext uri="{FF2B5EF4-FFF2-40B4-BE49-F238E27FC236}">
                    <a16:creationId xmlns:a16="http://schemas.microsoft.com/office/drawing/2014/main" id="{E91F5B91-B4A9-9CCC-E294-1F8F92FF213C}"/>
                  </a:ext>
                </a:extLst>
              </p:cNvPr>
              <p:cNvSpPr/>
              <p:nvPr/>
            </p:nvSpPr>
            <p:spPr>
              <a:xfrm>
                <a:off x="4054824" y="196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1" name="Freeform 26390">
                <a:extLst>
                  <a:ext uri="{FF2B5EF4-FFF2-40B4-BE49-F238E27FC236}">
                    <a16:creationId xmlns:a16="http://schemas.microsoft.com/office/drawing/2014/main" id="{CF5925BE-819D-DC8E-6487-26EAA4FC57AA}"/>
                  </a:ext>
                </a:extLst>
              </p:cNvPr>
              <p:cNvSpPr/>
              <p:nvPr/>
            </p:nvSpPr>
            <p:spPr>
              <a:xfrm>
                <a:off x="4055320" y="19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2" name="Freeform 26391">
                <a:extLst>
                  <a:ext uri="{FF2B5EF4-FFF2-40B4-BE49-F238E27FC236}">
                    <a16:creationId xmlns:a16="http://schemas.microsoft.com/office/drawing/2014/main" id="{5995A7E9-7633-DA29-D392-73421C3DDA67}"/>
                  </a:ext>
                </a:extLst>
              </p:cNvPr>
              <p:cNvSpPr/>
              <p:nvPr/>
            </p:nvSpPr>
            <p:spPr>
              <a:xfrm>
                <a:off x="4055916" y="1926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3" name="Freeform 26392">
                <a:extLst>
                  <a:ext uri="{FF2B5EF4-FFF2-40B4-BE49-F238E27FC236}">
                    <a16:creationId xmlns:a16="http://schemas.microsoft.com/office/drawing/2014/main" id="{1E7B23A2-693F-C3E9-9F21-9E89427D40BB}"/>
                  </a:ext>
                </a:extLst>
              </p:cNvPr>
              <p:cNvSpPr/>
              <p:nvPr/>
            </p:nvSpPr>
            <p:spPr>
              <a:xfrm>
                <a:off x="4056412" y="1979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4" name="Freeform 26393">
                <a:extLst>
                  <a:ext uri="{FF2B5EF4-FFF2-40B4-BE49-F238E27FC236}">
                    <a16:creationId xmlns:a16="http://schemas.microsoft.com/office/drawing/2014/main" id="{A4725F7C-E18A-CB58-0A27-83A8ADC2727F}"/>
                  </a:ext>
                </a:extLst>
              </p:cNvPr>
              <p:cNvSpPr/>
              <p:nvPr/>
            </p:nvSpPr>
            <p:spPr>
              <a:xfrm>
                <a:off x="4056908" y="19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5" name="Freeform 26394">
                <a:extLst>
                  <a:ext uri="{FF2B5EF4-FFF2-40B4-BE49-F238E27FC236}">
                    <a16:creationId xmlns:a16="http://schemas.microsoft.com/office/drawing/2014/main" id="{88F6B8E5-BCCD-0924-5E74-0F048A304D10}"/>
                  </a:ext>
                </a:extLst>
              </p:cNvPr>
              <p:cNvSpPr/>
              <p:nvPr/>
            </p:nvSpPr>
            <p:spPr>
              <a:xfrm>
                <a:off x="4057503" y="1550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6" name="Freeform 26395">
                <a:extLst>
                  <a:ext uri="{FF2B5EF4-FFF2-40B4-BE49-F238E27FC236}">
                    <a16:creationId xmlns:a16="http://schemas.microsoft.com/office/drawing/2014/main" id="{7672659F-1A91-E003-1F8B-1691996DBB1B}"/>
                  </a:ext>
                </a:extLst>
              </p:cNvPr>
              <p:cNvSpPr/>
              <p:nvPr/>
            </p:nvSpPr>
            <p:spPr>
              <a:xfrm>
                <a:off x="4057999" y="1433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7" name="Freeform 26396">
                <a:extLst>
                  <a:ext uri="{FF2B5EF4-FFF2-40B4-BE49-F238E27FC236}">
                    <a16:creationId xmlns:a16="http://schemas.microsoft.com/office/drawing/2014/main" id="{E99D10D7-11B9-A050-B0ED-4EF57AEC99FB}"/>
                  </a:ext>
                </a:extLst>
              </p:cNvPr>
              <p:cNvSpPr/>
              <p:nvPr/>
            </p:nvSpPr>
            <p:spPr>
              <a:xfrm>
                <a:off x="4058495" y="1501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8" name="Freeform 26397">
                <a:extLst>
                  <a:ext uri="{FF2B5EF4-FFF2-40B4-BE49-F238E27FC236}">
                    <a16:creationId xmlns:a16="http://schemas.microsoft.com/office/drawing/2014/main" id="{24370C93-3B56-3FF3-3F8F-A12B693AA5D1}"/>
                  </a:ext>
                </a:extLst>
              </p:cNvPr>
              <p:cNvSpPr/>
              <p:nvPr/>
            </p:nvSpPr>
            <p:spPr>
              <a:xfrm>
                <a:off x="4059091" y="1504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99" name="Freeform 26398">
                <a:extLst>
                  <a:ext uri="{FF2B5EF4-FFF2-40B4-BE49-F238E27FC236}">
                    <a16:creationId xmlns:a16="http://schemas.microsoft.com/office/drawing/2014/main" id="{3BA2F769-6184-5F1B-9CBA-0D59E3D00417}"/>
                  </a:ext>
                </a:extLst>
              </p:cNvPr>
              <p:cNvSpPr/>
              <p:nvPr/>
            </p:nvSpPr>
            <p:spPr>
              <a:xfrm>
                <a:off x="4059587" y="1489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0" name="Freeform 26399">
                <a:extLst>
                  <a:ext uri="{FF2B5EF4-FFF2-40B4-BE49-F238E27FC236}">
                    <a16:creationId xmlns:a16="http://schemas.microsoft.com/office/drawing/2014/main" id="{4D60B2CA-E089-102C-2F41-E61D927F7F2A}"/>
                  </a:ext>
                </a:extLst>
              </p:cNvPr>
              <p:cNvSpPr/>
              <p:nvPr/>
            </p:nvSpPr>
            <p:spPr>
              <a:xfrm>
                <a:off x="4060083" y="1466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1" name="Freeform 26400">
                <a:extLst>
                  <a:ext uri="{FF2B5EF4-FFF2-40B4-BE49-F238E27FC236}">
                    <a16:creationId xmlns:a16="http://schemas.microsoft.com/office/drawing/2014/main" id="{0B803E01-3E4E-7020-F76C-738218EC3005}"/>
                  </a:ext>
                </a:extLst>
              </p:cNvPr>
              <p:cNvSpPr/>
              <p:nvPr/>
            </p:nvSpPr>
            <p:spPr>
              <a:xfrm>
                <a:off x="4060678" y="1420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2" name="Freeform 26401">
                <a:extLst>
                  <a:ext uri="{FF2B5EF4-FFF2-40B4-BE49-F238E27FC236}">
                    <a16:creationId xmlns:a16="http://schemas.microsoft.com/office/drawing/2014/main" id="{CE0BE3C2-8AC9-9960-E947-2C2F5D388FD5}"/>
                  </a:ext>
                </a:extLst>
              </p:cNvPr>
              <p:cNvSpPr/>
              <p:nvPr/>
            </p:nvSpPr>
            <p:spPr>
              <a:xfrm>
                <a:off x="4061174" y="1326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3" name="Freeform 26402">
                <a:extLst>
                  <a:ext uri="{FF2B5EF4-FFF2-40B4-BE49-F238E27FC236}">
                    <a16:creationId xmlns:a16="http://schemas.microsoft.com/office/drawing/2014/main" id="{50ED3398-5369-B447-4FCE-D921F719BA19}"/>
                  </a:ext>
                </a:extLst>
              </p:cNvPr>
              <p:cNvSpPr/>
              <p:nvPr/>
            </p:nvSpPr>
            <p:spPr>
              <a:xfrm>
                <a:off x="4061670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4" name="Freeform 26403">
                <a:extLst>
                  <a:ext uri="{FF2B5EF4-FFF2-40B4-BE49-F238E27FC236}">
                    <a16:creationId xmlns:a16="http://schemas.microsoft.com/office/drawing/2014/main" id="{3D7678C0-5BC2-D471-3F03-94C35AF044DF}"/>
                  </a:ext>
                </a:extLst>
              </p:cNvPr>
              <p:cNvSpPr/>
              <p:nvPr/>
            </p:nvSpPr>
            <p:spPr>
              <a:xfrm>
                <a:off x="4062266" y="1195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5" name="Freeform 26404">
                <a:extLst>
                  <a:ext uri="{FF2B5EF4-FFF2-40B4-BE49-F238E27FC236}">
                    <a16:creationId xmlns:a16="http://schemas.microsoft.com/office/drawing/2014/main" id="{F0373CAB-2E4D-2094-311C-A1766517D3CB}"/>
                  </a:ext>
                </a:extLst>
              </p:cNvPr>
              <p:cNvSpPr/>
              <p:nvPr/>
            </p:nvSpPr>
            <p:spPr>
              <a:xfrm>
                <a:off x="4062762" y="1232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6" name="Freeform 26405">
                <a:extLst>
                  <a:ext uri="{FF2B5EF4-FFF2-40B4-BE49-F238E27FC236}">
                    <a16:creationId xmlns:a16="http://schemas.microsoft.com/office/drawing/2014/main" id="{8803CCDF-7A5A-EF59-8338-A799B2C956D7}"/>
                  </a:ext>
                </a:extLst>
              </p:cNvPr>
              <p:cNvSpPr/>
              <p:nvPr/>
            </p:nvSpPr>
            <p:spPr>
              <a:xfrm>
                <a:off x="4063258" y="1260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7" name="Freeform 26406">
                <a:extLst>
                  <a:ext uri="{FF2B5EF4-FFF2-40B4-BE49-F238E27FC236}">
                    <a16:creationId xmlns:a16="http://schemas.microsoft.com/office/drawing/2014/main" id="{1D7B2345-26A0-F5CB-C155-83A1D0F312F6}"/>
                  </a:ext>
                </a:extLst>
              </p:cNvPr>
              <p:cNvSpPr/>
              <p:nvPr/>
            </p:nvSpPr>
            <p:spPr>
              <a:xfrm>
                <a:off x="4063853" y="1260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8" name="Freeform 26407">
                <a:extLst>
                  <a:ext uri="{FF2B5EF4-FFF2-40B4-BE49-F238E27FC236}">
                    <a16:creationId xmlns:a16="http://schemas.microsoft.com/office/drawing/2014/main" id="{879C0B8D-4CB0-30BE-C4B0-01974EFAB8C1}"/>
                  </a:ext>
                </a:extLst>
              </p:cNvPr>
              <p:cNvSpPr/>
              <p:nvPr/>
            </p:nvSpPr>
            <p:spPr>
              <a:xfrm>
                <a:off x="4064349" y="1216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09" name="Freeform 26408">
                <a:extLst>
                  <a:ext uri="{FF2B5EF4-FFF2-40B4-BE49-F238E27FC236}">
                    <a16:creationId xmlns:a16="http://schemas.microsoft.com/office/drawing/2014/main" id="{F5D96832-D477-33CD-2867-51AB12AAC2CA}"/>
                  </a:ext>
                </a:extLst>
              </p:cNvPr>
              <p:cNvSpPr/>
              <p:nvPr/>
            </p:nvSpPr>
            <p:spPr>
              <a:xfrm>
                <a:off x="4064845" y="1252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0" name="Freeform 26409">
                <a:extLst>
                  <a:ext uri="{FF2B5EF4-FFF2-40B4-BE49-F238E27FC236}">
                    <a16:creationId xmlns:a16="http://schemas.microsoft.com/office/drawing/2014/main" id="{7CD55366-9AC1-3518-283C-65FBC8684A3C}"/>
                  </a:ext>
                </a:extLst>
              </p:cNvPr>
              <p:cNvSpPr/>
              <p:nvPr/>
            </p:nvSpPr>
            <p:spPr>
              <a:xfrm>
                <a:off x="4065341" y="1358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1" name="Freeform 26410">
                <a:extLst>
                  <a:ext uri="{FF2B5EF4-FFF2-40B4-BE49-F238E27FC236}">
                    <a16:creationId xmlns:a16="http://schemas.microsoft.com/office/drawing/2014/main" id="{B81885BE-0DE8-9B80-FAA9-124442D60AD9}"/>
                  </a:ext>
                </a:extLst>
              </p:cNvPr>
              <p:cNvSpPr/>
              <p:nvPr/>
            </p:nvSpPr>
            <p:spPr>
              <a:xfrm>
                <a:off x="4065937" y="16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2" name="Freeform 26411">
                <a:extLst>
                  <a:ext uri="{FF2B5EF4-FFF2-40B4-BE49-F238E27FC236}">
                    <a16:creationId xmlns:a16="http://schemas.microsoft.com/office/drawing/2014/main" id="{75E6057E-300E-9B9C-7304-020BD4760A39}"/>
                  </a:ext>
                </a:extLst>
              </p:cNvPr>
              <p:cNvSpPr/>
              <p:nvPr/>
            </p:nvSpPr>
            <p:spPr>
              <a:xfrm>
                <a:off x="4066433" y="1945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3" name="Freeform 26412">
                <a:extLst>
                  <a:ext uri="{FF2B5EF4-FFF2-40B4-BE49-F238E27FC236}">
                    <a16:creationId xmlns:a16="http://schemas.microsoft.com/office/drawing/2014/main" id="{84718FEC-D7B1-B772-F932-630927E69042}"/>
                  </a:ext>
                </a:extLst>
              </p:cNvPr>
              <p:cNvSpPr/>
              <p:nvPr/>
            </p:nvSpPr>
            <p:spPr>
              <a:xfrm>
                <a:off x="4066929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4" name="Freeform 26413">
                <a:extLst>
                  <a:ext uri="{FF2B5EF4-FFF2-40B4-BE49-F238E27FC236}">
                    <a16:creationId xmlns:a16="http://schemas.microsoft.com/office/drawing/2014/main" id="{776542AB-261F-B65E-49CA-7EB774341911}"/>
                  </a:ext>
                </a:extLst>
              </p:cNvPr>
              <p:cNvSpPr/>
              <p:nvPr/>
            </p:nvSpPr>
            <p:spPr>
              <a:xfrm>
                <a:off x="4067524" y="1977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5" name="Freeform 26414">
                <a:extLst>
                  <a:ext uri="{FF2B5EF4-FFF2-40B4-BE49-F238E27FC236}">
                    <a16:creationId xmlns:a16="http://schemas.microsoft.com/office/drawing/2014/main" id="{B2813048-8D8B-C07C-DC82-591F7F7F9808}"/>
                  </a:ext>
                </a:extLst>
              </p:cNvPr>
              <p:cNvSpPr/>
              <p:nvPr/>
            </p:nvSpPr>
            <p:spPr>
              <a:xfrm>
                <a:off x="4068020" y="1964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6" name="Freeform 26415">
                <a:extLst>
                  <a:ext uri="{FF2B5EF4-FFF2-40B4-BE49-F238E27FC236}">
                    <a16:creationId xmlns:a16="http://schemas.microsoft.com/office/drawing/2014/main" id="{8738B619-0382-E4F7-6A9C-1DC9D759ADE6}"/>
                  </a:ext>
                </a:extLst>
              </p:cNvPr>
              <p:cNvSpPr/>
              <p:nvPr/>
            </p:nvSpPr>
            <p:spPr>
              <a:xfrm>
                <a:off x="4068516" y="1980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7" name="Freeform 26416">
                <a:extLst>
                  <a:ext uri="{FF2B5EF4-FFF2-40B4-BE49-F238E27FC236}">
                    <a16:creationId xmlns:a16="http://schemas.microsoft.com/office/drawing/2014/main" id="{35AF0E29-8658-74F3-F45C-4A5BA656A220}"/>
                  </a:ext>
                </a:extLst>
              </p:cNvPr>
              <p:cNvSpPr/>
              <p:nvPr/>
            </p:nvSpPr>
            <p:spPr>
              <a:xfrm>
                <a:off x="4069112" y="2000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8" name="Freeform 26417">
                <a:extLst>
                  <a:ext uri="{FF2B5EF4-FFF2-40B4-BE49-F238E27FC236}">
                    <a16:creationId xmlns:a16="http://schemas.microsoft.com/office/drawing/2014/main" id="{9BC53D9A-1E4C-FDD4-B6A0-488C90D8B10A}"/>
                  </a:ext>
                </a:extLst>
              </p:cNvPr>
              <p:cNvSpPr/>
              <p:nvPr/>
            </p:nvSpPr>
            <p:spPr>
              <a:xfrm>
                <a:off x="4069608" y="1987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19" name="Freeform 26418">
                <a:extLst>
                  <a:ext uri="{FF2B5EF4-FFF2-40B4-BE49-F238E27FC236}">
                    <a16:creationId xmlns:a16="http://schemas.microsoft.com/office/drawing/2014/main" id="{45734332-781D-EE8A-714C-4CC9D49F7504}"/>
                  </a:ext>
                </a:extLst>
              </p:cNvPr>
              <p:cNvSpPr/>
              <p:nvPr/>
            </p:nvSpPr>
            <p:spPr>
              <a:xfrm>
                <a:off x="4070104" y="1568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0" name="Freeform 26419">
                <a:extLst>
                  <a:ext uri="{FF2B5EF4-FFF2-40B4-BE49-F238E27FC236}">
                    <a16:creationId xmlns:a16="http://schemas.microsoft.com/office/drawing/2014/main" id="{24420B1F-808D-09A6-899F-A1621D51AAC5}"/>
                  </a:ext>
                </a:extLst>
              </p:cNvPr>
              <p:cNvSpPr/>
              <p:nvPr/>
            </p:nvSpPr>
            <p:spPr>
              <a:xfrm>
                <a:off x="4070699" y="1451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1" name="Freeform 26420">
                <a:extLst>
                  <a:ext uri="{FF2B5EF4-FFF2-40B4-BE49-F238E27FC236}">
                    <a16:creationId xmlns:a16="http://schemas.microsoft.com/office/drawing/2014/main" id="{0A1502D9-B8E7-1F61-727A-E5FF5407A25F}"/>
                  </a:ext>
                </a:extLst>
              </p:cNvPr>
              <p:cNvSpPr/>
              <p:nvPr/>
            </p:nvSpPr>
            <p:spPr>
              <a:xfrm>
                <a:off x="4071195" y="1522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2" name="Freeform 26421">
                <a:extLst>
                  <a:ext uri="{FF2B5EF4-FFF2-40B4-BE49-F238E27FC236}">
                    <a16:creationId xmlns:a16="http://schemas.microsoft.com/office/drawing/2014/main" id="{860576A9-CFA8-6C1B-5A48-4BE064C0A71F}"/>
                  </a:ext>
                </a:extLst>
              </p:cNvPr>
              <p:cNvSpPr/>
              <p:nvPr/>
            </p:nvSpPr>
            <p:spPr>
              <a:xfrm>
                <a:off x="4071691" y="1506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3" name="Freeform 26422">
                <a:extLst>
                  <a:ext uri="{FF2B5EF4-FFF2-40B4-BE49-F238E27FC236}">
                    <a16:creationId xmlns:a16="http://schemas.microsoft.com/office/drawing/2014/main" id="{6AE13642-D312-31A8-8829-93D2B8BDDA71}"/>
                  </a:ext>
                </a:extLst>
              </p:cNvPr>
              <p:cNvSpPr/>
              <p:nvPr/>
            </p:nvSpPr>
            <p:spPr>
              <a:xfrm>
                <a:off x="4072287" y="1504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4" name="Freeform 26423">
                <a:extLst>
                  <a:ext uri="{FF2B5EF4-FFF2-40B4-BE49-F238E27FC236}">
                    <a16:creationId xmlns:a16="http://schemas.microsoft.com/office/drawing/2014/main" id="{E2CA2AD3-A6B9-0E8F-1A40-95DF7E621CC9}"/>
                  </a:ext>
                </a:extLst>
              </p:cNvPr>
              <p:cNvSpPr/>
              <p:nvPr/>
            </p:nvSpPr>
            <p:spPr>
              <a:xfrm>
                <a:off x="4072783" y="147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5" name="Freeform 26424">
                <a:extLst>
                  <a:ext uri="{FF2B5EF4-FFF2-40B4-BE49-F238E27FC236}">
                    <a16:creationId xmlns:a16="http://schemas.microsoft.com/office/drawing/2014/main" id="{EF537B67-7E15-0DB1-A87C-2684832849C3}"/>
                  </a:ext>
                </a:extLst>
              </p:cNvPr>
              <p:cNvSpPr/>
              <p:nvPr/>
            </p:nvSpPr>
            <p:spPr>
              <a:xfrm>
                <a:off x="4073279" y="1453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6" name="Freeform 26425">
                <a:extLst>
                  <a:ext uri="{FF2B5EF4-FFF2-40B4-BE49-F238E27FC236}">
                    <a16:creationId xmlns:a16="http://schemas.microsoft.com/office/drawing/2014/main" id="{8FA3F1A3-08BA-90FF-5CAE-ECC8A27F2BE4}"/>
                  </a:ext>
                </a:extLst>
              </p:cNvPr>
              <p:cNvSpPr/>
              <p:nvPr/>
            </p:nvSpPr>
            <p:spPr>
              <a:xfrm>
                <a:off x="4073874" y="1392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7" name="Freeform 26426">
                <a:extLst>
                  <a:ext uri="{FF2B5EF4-FFF2-40B4-BE49-F238E27FC236}">
                    <a16:creationId xmlns:a16="http://schemas.microsoft.com/office/drawing/2014/main" id="{FFEED9F7-7D1E-6966-EC74-8E90D6802EF5}"/>
                  </a:ext>
                </a:extLst>
              </p:cNvPr>
              <p:cNvSpPr/>
              <p:nvPr/>
            </p:nvSpPr>
            <p:spPr>
              <a:xfrm>
                <a:off x="4074370" y="1325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8" name="Freeform 26427">
                <a:extLst>
                  <a:ext uri="{FF2B5EF4-FFF2-40B4-BE49-F238E27FC236}">
                    <a16:creationId xmlns:a16="http://schemas.microsoft.com/office/drawing/2014/main" id="{59932A22-CA55-5DB8-B40E-7A062D0BB235}"/>
                  </a:ext>
                </a:extLst>
              </p:cNvPr>
              <p:cNvSpPr/>
              <p:nvPr/>
            </p:nvSpPr>
            <p:spPr>
              <a:xfrm>
                <a:off x="4074866" y="1249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29" name="Freeform 26428">
                <a:extLst>
                  <a:ext uri="{FF2B5EF4-FFF2-40B4-BE49-F238E27FC236}">
                    <a16:creationId xmlns:a16="http://schemas.microsoft.com/office/drawing/2014/main" id="{163FA048-E9CA-4CF9-0B58-BEF8DFF6B2D8}"/>
                  </a:ext>
                </a:extLst>
              </p:cNvPr>
              <p:cNvSpPr/>
              <p:nvPr/>
            </p:nvSpPr>
            <p:spPr>
              <a:xfrm>
                <a:off x="4075462" y="1242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0" name="Freeform 26429">
                <a:extLst>
                  <a:ext uri="{FF2B5EF4-FFF2-40B4-BE49-F238E27FC236}">
                    <a16:creationId xmlns:a16="http://schemas.microsoft.com/office/drawing/2014/main" id="{543BC9AD-7475-CDDC-6B5A-2F81833620DA}"/>
                  </a:ext>
                </a:extLst>
              </p:cNvPr>
              <p:cNvSpPr/>
              <p:nvPr/>
            </p:nvSpPr>
            <p:spPr>
              <a:xfrm>
                <a:off x="4075958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1" name="Freeform 26430">
                <a:extLst>
                  <a:ext uri="{FF2B5EF4-FFF2-40B4-BE49-F238E27FC236}">
                    <a16:creationId xmlns:a16="http://schemas.microsoft.com/office/drawing/2014/main" id="{8A3B23F8-F4DA-61FD-7DCB-89873A03DFFC}"/>
                  </a:ext>
                </a:extLst>
              </p:cNvPr>
              <p:cNvSpPr/>
              <p:nvPr/>
            </p:nvSpPr>
            <p:spPr>
              <a:xfrm>
                <a:off x="4076454" y="1277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2" name="Freeform 26431">
                <a:extLst>
                  <a:ext uri="{FF2B5EF4-FFF2-40B4-BE49-F238E27FC236}">
                    <a16:creationId xmlns:a16="http://schemas.microsoft.com/office/drawing/2014/main" id="{4E15E4C2-44C2-04F0-6CA6-C41A18741E6A}"/>
                  </a:ext>
                </a:extLst>
              </p:cNvPr>
              <p:cNvSpPr/>
              <p:nvPr/>
            </p:nvSpPr>
            <p:spPr>
              <a:xfrm>
                <a:off x="4076950" y="1244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3" name="Freeform 26432">
                <a:extLst>
                  <a:ext uri="{FF2B5EF4-FFF2-40B4-BE49-F238E27FC236}">
                    <a16:creationId xmlns:a16="http://schemas.microsoft.com/office/drawing/2014/main" id="{8B6A96CE-702C-94DE-585A-5906D6E8D2D0}"/>
                  </a:ext>
                </a:extLst>
              </p:cNvPr>
              <p:cNvSpPr/>
              <p:nvPr/>
            </p:nvSpPr>
            <p:spPr>
              <a:xfrm>
                <a:off x="4077545" y="1314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4" name="Freeform 26433">
                <a:extLst>
                  <a:ext uri="{FF2B5EF4-FFF2-40B4-BE49-F238E27FC236}">
                    <a16:creationId xmlns:a16="http://schemas.microsoft.com/office/drawing/2014/main" id="{CBA11976-0702-A6AD-B01F-5F49504F4630}"/>
                  </a:ext>
                </a:extLst>
              </p:cNvPr>
              <p:cNvSpPr/>
              <p:nvPr/>
            </p:nvSpPr>
            <p:spPr>
              <a:xfrm>
                <a:off x="4078041" y="1378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5" name="Freeform 26434">
                <a:extLst>
                  <a:ext uri="{FF2B5EF4-FFF2-40B4-BE49-F238E27FC236}">
                    <a16:creationId xmlns:a16="http://schemas.microsoft.com/office/drawing/2014/main" id="{7B24691C-F952-80DE-5892-E624E7DC103C}"/>
                  </a:ext>
                </a:extLst>
              </p:cNvPr>
              <p:cNvSpPr/>
              <p:nvPr/>
            </p:nvSpPr>
            <p:spPr>
              <a:xfrm>
                <a:off x="4078538" y="1717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6" name="Freeform 26435">
                <a:extLst>
                  <a:ext uri="{FF2B5EF4-FFF2-40B4-BE49-F238E27FC236}">
                    <a16:creationId xmlns:a16="http://schemas.microsoft.com/office/drawing/2014/main" id="{C3C02573-2DCC-3687-3976-20AA31BDAF88}"/>
                  </a:ext>
                </a:extLst>
              </p:cNvPr>
              <p:cNvSpPr/>
              <p:nvPr/>
            </p:nvSpPr>
            <p:spPr>
              <a:xfrm>
                <a:off x="4079133" y="1929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7" name="Freeform 26436">
                <a:extLst>
                  <a:ext uri="{FF2B5EF4-FFF2-40B4-BE49-F238E27FC236}">
                    <a16:creationId xmlns:a16="http://schemas.microsoft.com/office/drawing/2014/main" id="{F8C773AF-BCC1-5E91-C3CF-8F936BEB2763}"/>
                  </a:ext>
                </a:extLst>
              </p:cNvPr>
              <p:cNvSpPr/>
              <p:nvPr/>
            </p:nvSpPr>
            <p:spPr>
              <a:xfrm>
                <a:off x="4079629" y="1943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8" name="Freeform 26437">
                <a:extLst>
                  <a:ext uri="{FF2B5EF4-FFF2-40B4-BE49-F238E27FC236}">
                    <a16:creationId xmlns:a16="http://schemas.microsoft.com/office/drawing/2014/main" id="{ACC65193-17C0-E24B-5199-F6494F44DE0B}"/>
                  </a:ext>
                </a:extLst>
              </p:cNvPr>
              <p:cNvSpPr/>
              <p:nvPr/>
            </p:nvSpPr>
            <p:spPr>
              <a:xfrm>
                <a:off x="4080125" y="1926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39" name="Freeform 26438">
                <a:extLst>
                  <a:ext uri="{FF2B5EF4-FFF2-40B4-BE49-F238E27FC236}">
                    <a16:creationId xmlns:a16="http://schemas.microsoft.com/office/drawing/2014/main" id="{556AE7F1-D7F0-D1CC-58C5-F91DF187EAD3}"/>
                  </a:ext>
                </a:extLst>
              </p:cNvPr>
              <p:cNvSpPr/>
              <p:nvPr/>
            </p:nvSpPr>
            <p:spPr>
              <a:xfrm>
                <a:off x="4080720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0" name="Freeform 26439">
                <a:extLst>
                  <a:ext uri="{FF2B5EF4-FFF2-40B4-BE49-F238E27FC236}">
                    <a16:creationId xmlns:a16="http://schemas.microsoft.com/office/drawing/2014/main" id="{B3B1C60A-FC44-E9B5-4F7A-AE0B488C4226}"/>
                  </a:ext>
                </a:extLst>
              </p:cNvPr>
              <p:cNvSpPr/>
              <p:nvPr/>
            </p:nvSpPr>
            <p:spPr>
              <a:xfrm>
                <a:off x="4081216" y="19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1" name="Freeform 26440">
                <a:extLst>
                  <a:ext uri="{FF2B5EF4-FFF2-40B4-BE49-F238E27FC236}">
                    <a16:creationId xmlns:a16="http://schemas.microsoft.com/office/drawing/2014/main" id="{E1CE454A-295B-54FA-6A2A-A997DE6BFB05}"/>
                  </a:ext>
                </a:extLst>
              </p:cNvPr>
              <p:cNvSpPr/>
              <p:nvPr/>
            </p:nvSpPr>
            <p:spPr>
              <a:xfrm>
                <a:off x="4081713" y="1976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2" name="Freeform 26441">
                <a:extLst>
                  <a:ext uri="{FF2B5EF4-FFF2-40B4-BE49-F238E27FC236}">
                    <a16:creationId xmlns:a16="http://schemas.microsoft.com/office/drawing/2014/main" id="{383517A4-9A68-34D6-3C61-2F3390576AC7}"/>
                  </a:ext>
                </a:extLst>
              </p:cNvPr>
              <p:cNvSpPr/>
              <p:nvPr/>
            </p:nvSpPr>
            <p:spPr>
              <a:xfrm>
                <a:off x="4082308" y="1980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3" name="Freeform 26442">
                <a:extLst>
                  <a:ext uri="{FF2B5EF4-FFF2-40B4-BE49-F238E27FC236}">
                    <a16:creationId xmlns:a16="http://schemas.microsoft.com/office/drawing/2014/main" id="{8DBA9FE3-B837-E7C6-6C38-CE6C659FFD5F}"/>
                  </a:ext>
                </a:extLst>
              </p:cNvPr>
              <p:cNvSpPr/>
              <p:nvPr/>
            </p:nvSpPr>
            <p:spPr>
              <a:xfrm>
                <a:off x="4082804" y="1591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4" name="Freeform 26443">
                <a:extLst>
                  <a:ext uri="{FF2B5EF4-FFF2-40B4-BE49-F238E27FC236}">
                    <a16:creationId xmlns:a16="http://schemas.microsoft.com/office/drawing/2014/main" id="{100B5370-09AE-08CE-F909-BA5852D7BF68}"/>
                  </a:ext>
                </a:extLst>
              </p:cNvPr>
              <p:cNvSpPr/>
              <p:nvPr/>
            </p:nvSpPr>
            <p:spPr>
              <a:xfrm>
                <a:off x="4083300" y="1481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5" name="Freeform 26444">
                <a:extLst>
                  <a:ext uri="{FF2B5EF4-FFF2-40B4-BE49-F238E27FC236}">
                    <a16:creationId xmlns:a16="http://schemas.microsoft.com/office/drawing/2014/main" id="{02A60626-AFF4-9F83-1491-4DE6096EE1BE}"/>
                  </a:ext>
                </a:extLst>
              </p:cNvPr>
              <p:cNvSpPr/>
              <p:nvPr/>
            </p:nvSpPr>
            <p:spPr>
              <a:xfrm>
                <a:off x="4083895" y="1476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6" name="Freeform 26445">
                <a:extLst>
                  <a:ext uri="{FF2B5EF4-FFF2-40B4-BE49-F238E27FC236}">
                    <a16:creationId xmlns:a16="http://schemas.microsoft.com/office/drawing/2014/main" id="{C10F48C4-6392-E867-22A3-A2EA6F565E9D}"/>
                  </a:ext>
                </a:extLst>
              </p:cNvPr>
              <p:cNvSpPr/>
              <p:nvPr/>
            </p:nvSpPr>
            <p:spPr>
              <a:xfrm>
                <a:off x="4084391" y="1476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7" name="Freeform 26446">
                <a:extLst>
                  <a:ext uri="{FF2B5EF4-FFF2-40B4-BE49-F238E27FC236}">
                    <a16:creationId xmlns:a16="http://schemas.microsoft.com/office/drawing/2014/main" id="{543E1D72-E9DD-E9E0-96FC-2CD33B306DC4}"/>
                  </a:ext>
                </a:extLst>
              </p:cNvPr>
              <p:cNvSpPr/>
              <p:nvPr/>
            </p:nvSpPr>
            <p:spPr>
              <a:xfrm>
                <a:off x="4084888" y="1457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8" name="Freeform 26447">
                <a:extLst>
                  <a:ext uri="{FF2B5EF4-FFF2-40B4-BE49-F238E27FC236}">
                    <a16:creationId xmlns:a16="http://schemas.microsoft.com/office/drawing/2014/main" id="{9C2243D0-14EB-C798-0639-E3AC5FFDDD01}"/>
                  </a:ext>
                </a:extLst>
              </p:cNvPr>
              <p:cNvSpPr/>
              <p:nvPr/>
            </p:nvSpPr>
            <p:spPr>
              <a:xfrm>
                <a:off x="4085483" y="1431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49" name="Freeform 26448">
                <a:extLst>
                  <a:ext uri="{FF2B5EF4-FFF2-40B4-BE49-F238E27FC236}">
                    <a16:creationId xmlns:a16="http://schemas.microsoft.com/office/drawing/2014/main" id="{2A4E50E2-0FDE-C6FF-54F2-A9F00749FF9F}"/>
                  </a:ext>
                </a:extLst>
              </p:cNvPr>
              <p:cNvSpPr/>
              <p:nvPr/>
            </p:nvSpPr>
            <p:spPr>
              <a:xfrm>
                <a:off x="4085979" y="1332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0" name="Freeform 26449">
                <a:extLst>
                  <a:ext uri="{FF2B5EF4-FFF2-40B4-BE49-F238E27FC236}">
                    <a16:creationId xmlns:a16="http://schemas.microsoft.com/office/drawing/2014/main" id="{401C0F3B-49E6-39E1-5FB5-7C5A2D55CB41}"/>
                  </a:ext>
                </a:extLst>
              </p:cNvPr>
              <p:cNvSpPr/>
              <p:nvPr/>
            </p:nvSpPr>
            <p:spPr>
              <a:xfrm>
                <a:off x="4086475" y="1238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1" name="Freeform 26450">
                <a:extLst>
                  <a:ext uri="{FF2B5EF4-FFF2-40B4-BE49-F238E27FC236}">
                    <a16:creationId xmlns:a16="http://schemas.microsoft.com/office/drawing/2014/main" id="{0C0ECAE4-7ED8-9827-B85E-B13177B258C4}"/>
                  </a:ext>
                </a:extLst>
              </p:cNvPr>
              <p:cNvSpPr/>
              <p:nvPr/>
            </p:nvSpPr>
            <p:spPr>
              <a:xfrm>
                <a:off x="4087070" y="1238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2" name="Freeform 26451">
                <a:extLst>
                  <a:ext uri="{FF2B5EF4-FFF2-40B4-BE49-F238E27FC236}">
                    <a16:creationId xmlns:a16="http://schemas.microsoft.com/office/drawing/2014/main" id="{0D9E9A78-24CE-D8C0-8938-539EA2BA22BE}"/>
                  </a:ext>
                </a:extLst>
              </p:cNvPr>
              <p:cNvSpPr/>
              <p:nvPr/>
            </p:nvSpPr>
            <p:spPr>
              <a:xfrm>
                <a:off x="4087566" y="1159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3" name="Freeform 26452">
                <a:extLst>
                  <a:ext uri="{FF2B5EF4-FFF2-40B4-BE49-F238E27FC236}">
                    <a16:creationId xmlns:a16="http://schemas.microsoft.com/office/drawing/2014/main" id="{514883C8-481C-3619-3DBD-AEE3B804490A}"/>
                  </a:ext>
                </a:extLst>
              </p:cNvPr>
              <p:cNvSpPr/>
              <p:nvPr/>
            </p:nvSpPr>
            <p:spPr>
              <a:xfrm>
                <a:off x="4088063" y="1157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4" name="Freeform 26453">
                <a:extLst>
                  <a:ext uri="{FF2B5EF4-FFF2-40B4-BE49-F238E27FC236}">
                    <a16:creationId xmlns:a16="http://schemas.microsoft.com/office/drawing/2014/main" id="{5E406082-1C13-277C-3950-B61175D3D651}"/>
                  </a:ext>
                </a:extLst>
              </p:cNvPr>
              <p:cNvSpPr/>
              <p:nvPr/>
            </p:nvSpPr>
            <p:spPr>
              <a:xfrm>
                <a:off x="4088658" y="1167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5" name="Freeform 26454">
                <a:extLst>
                  <a:ext uri="{FF2B5EF4-FFF2-40B4-BE49-F238E27FC236}">
                    <a16:creationId xmlns:a16="http://schemas.microsoft.com/office/drawing/2014/main" id="{CE919D5A-85A0-2403-FCE8-0FEB11B43696}"/>
                  </a:ext>
                </a:extLst>
              </p:cNvPr>
              <p:cNvSpPr/>
              <p:nvPr/>
            </p:nvSpPr>
            <p:spPr>
              <a:xfrm>
                <a:off x="4089154" y="1192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6" name="Freeform 26455">
                <a:extLst>
                  <a:ext uri="{FF2B5EF4-FFF2-40B4-BE49-F238E27FC236}">
                    <a16:creationId xmlns:a16="http://schemas.microsoft.com/office/drawing/2014/main" id="{CD30AB36-C8D8-67FE-3E5B-CA5114C5C017}"/>
                  </a:ext>
                </a:extLst>
              </p:cNvPr>
              <p:cNvSpPr/>
              <p:nvPr/>
            </p:nvSpPr>
            <p:spPr>
              <a:xfrm>
                <a:off x="4089650" y="1181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7" name="Freeform 26456">
                <a:extLst>
                  <a:ext uri="{FF2B5EF4-FFF2-40B4-BE49-F238E27FC236}">
                    <a16:creationId xmlns:a16="http://schemas.microsoft.com/office/drawing/2014/main" id="{8CD87E4B-E2FE-E6ED-81D8-F2E8977F1417}"/>
                  </a:ext>
                </a:extLst>
              </p:cNvPr>
              <p:cNvSpPr/>
              <p:nvPr/>
            </p:nvSpPr>
            <p:spPr>
              <a:xfrm>
                <a:off x="4090146" y="1241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8" name="Freeform 26457">
                <a:extLst>
                  <a:ext uri="{FF2B5EF4-FFF2-40B4-BE49-F238E27FC236}">
                    <a16:creationId xmlns:a16="http://schemas.microsoft.com/office/drawing/2014/main" id="{65C4413E-C085-7B84-A73F-9077B8D5A60D}"/>
                  </a:ext>
                </a:extLst>
              </p:cNvPr>
              <p:cNvSpPr/>
              <p:nvPr/>
            </p:nvSpPr>
            <p:spPr>
              <a:xfrm>
                <a:off x="4090741" y="1289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59" name="Freeform 26458">
                <a:extLst>
                  <a:ext uri="{FF2B5EF4-FFF2-40B4-BE49-F238E27FC236}">
                    <a16:creationId xmlns:a16="http://schemas.microsoft.com/office/drawing/2014/main" id="{761C9D2A-0D5C-55DF-B287-D4B29E8CECD3}"/>
                  </a:ext>
                </a:extLst>
              </p:cNvPr>
              <p:cNvSpPr/>
              <p:nvPr/>
            </p:nvSpPr>
            <p:spPr>
              <a:xfrm>
                <a:off x="4091238" y="1699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0" name="Freeform 26459">
                <a:extLst>
                  <a:ext uri="{FF2B5EF4-FFF2-40B4-BE49-F238E27FC236}">
                    <a16:creationId xmlns:a16="http://schemas.microsoft.com/office/drawing/2014/main" id="{9FD70E3F-7409-A593-2476-ED330E0928D3}"/>
                  </a:ext>
                </a:extLst>
              </p:cNvPr>
              <p:cNvSpPr/>
              <p:nvPr/>
            </p:nvSpPr>
            <p:spPr>
              <a:xfrm>
                <a:off x="4091734" y="1961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1" name="Freeform 26460">
                <a:extLst>
                  <a:ext uri="{FF2B5EF4-FFF2-40B4-BE49-F238E27FC236}">
                    <a16:creationId xmlns:a16="http://schemas.microsoft.com/office/drawing/2014/main" id="{30F951C1-78AB-D86F-CA10-86788EDCE7D5}"/>
                  </a:ext>
                </a:extLst>
              </p:cNvPr>
              <p:cNvSpPr/>
              <p:nvPr/>
            </p:nvSpPr>
            <p:spPr>
              <a:xfrm>
                <a:off x="4092329" y="1971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2" name="Freeform 26461">
                <a:extLst>
                  <a:ext uri="{FF2B5EF4-FFF2-40B4-BE49-F238E27FC236}">
                    <a16:creationId xmlns:a16="http://schemas.microsoft.com/office/drawing/2014/main" id="{A88D2073-62B4-3EBB-26DB-10D4D6E163E8}"/>
                  </a:ext>
                </a:extLst>
              </p:cNvPr>
              <p:cNvSpPr/>
              <p:nvPr/>
            </p:nvSpPr>
            <p:spPr>
              <a:xfrm>
                <a:off x="4092825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3" name="Freeform 26462">
                <a:extLst>
                  <a:ext uri="{FF2B5EF4-FFF2-40B4-BE49-F238E27FC236}">
                    <a16:creationId xmlns:a16="http://schemas.microsoft.com/office/drawing/2014/main" id="{B23F6B09-C30D-FFE8-8AA0-BA24E6249F21}"/>
                  </a:ext>
                </a:extLst>
              </p:cNvPr>
              <p:cNvSpPr/>
              <p:nvPr/>
            </p:nvSpPr>
            <p:spPr>
              <a:xfrm>
                <a:off x="4093321" y="19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4" name="Freeform 26463">
                <a:extLst>
                  <a:ext uri="{FF2B5EF4-FFF2-40B4-BE49-F238E27FC236}">
                    <a16:creationId xmlns:a16="http://schemas.microsoft.com/office/drawing/2014/main" id="{C3C52974-787D-EA71-14F6-C97AAEA1BFE5}"/>
                  </a:ext>
                </a:extLst>
              </p:cNvPr>
              <p:cNvSpPr/>
              <p:nvPr/>
            </p:nvSpPr>
            <p:spPr>
              <a:xfrm>
                <a:off x="4093916" y="1940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5" name="Freeform 26464">
                <a:extLst>
                  <a:ext uri="{FF2B5EF4-FFF2-40B4-BE49-F238E27FC236}">
                    <a16:creationId xmlns:a16="http://schemas.microsoft.com/office/drawing/2014/main" id="{0E5A8993-89DD-A999-E5B8-B724EF8840E0}"/>
                  </a:ext>
                </a:extLst>
              </p:cNvPr>
              <p:cNvSpPr/>
              <p:nvPr/>
            </p:nvSpPr>
            <p:spPr>
              <a:xfrm>
                <a:off x="4094413" y="199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6" name="Freeform 26465">
                <a:extLst>
                  <a:ext uri="{FF2B5EF4-FFF2-40B4-BE49-F238E27FC236}">
                    <a16:creationId xmlns:a16="http://schemas.microsoft.com/office/drawing/2014/main" id="{79FC8152-5BA5-6A87-2B20-E0EC1DE5AEBF}"/>
                  </a:ext>
                </a:extLst>
              </p:cNvPr>
              <p:cNvSpPr/>
              <p:nvPr/>
            </p:nvSpPr>
            <p:spPr>
              <a:xfrm>
                <a:off x="4094909" y="201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7" name="Freeform 26466">
                <a:extLst>
                  <a:ext uri="{FF2B5EF4-FFF2-40B4-BE49-F238E27FC236}">
                    <a16:creationId xmlns:a16="http://schemas.microsoft.com/office/drawing/2014/main" id="{5385863D-2DB8-BE2D-AD12-08B986B5CD8E}"/>
                  </a:ext>
                </a:extLst>
              </p:cNvPr>
              <p:cNvSpPr/>
              <p:nvPr/>
            </p:nvSpPr>
            <p:spPr>
              <a:xfrm>
                <a:off x="4095504" y="1710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8" name="Freeform 26467">
                <a:extLst>
                  <a:ext uri="{FF2B5EF4-FFF2-40B4-BE49-F238E27FC236}">
                    <a16:creationId xmlns:a16="http://schemas.microsoft.com/office/drawing/2014/main" id="{BCAFE469-A5B8-B43F-D65C-E7EFEFCD1FFB}"/>
                  </a:ext>
                </a:extLst>
              </p:cNvPr>
              <p:cNvSpPr/>
              <p:nvPr/>
            </p:nvSpPr>
            <p:spPr>
              <a:xfrm>
                <a:off x="4096000" y="1437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69" name="Freeform 26468">
                <a:extLst>
                  <a:ext uri="{FF2B5EF4-FFF2-40B4-BE49-F238E27FC236}">
                    <a16:creationId xmlns:a16="http://schemas.microsoft.com/office/drawing/2014/main" id="{B3D2C1E9-2E55-F9F5-4518-AF769D45F0DD}"/>
                  </a:ext>
                </a:extLst>
              </p:cNvPr>
              <p:cNvSpPr/>
              <p:nvPr/>
            </p:nvSpPr>
            <p:spPr>
              <a:xfrm>
                <a:off x="4096496" y="1479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0" name="Freeform 26469">
                <a:extLst>
                  <a:ext uri="{FF2B5EF4-FFF2-40B4-BE49-F238E27FC236}">
                    <a16:creationId xmlns:a16="http://schemas.microsoft.com/office/drawing/2014/main" id="{1A38DFD3-7F4C-B970-080C-E56C1EB17624}"/>
                  </a:ext>
                </a:extLst>
              </p:cNvPr>
              <p:cNvSpPr/>
              <p:nvPr/>
            </p:nvSpPr>
            <p:spPr>
              <a:xfrm>
                <a:off x="4097091" y="1473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1" name="Freeform 26470">
                <a:extLst>
                  <a:ext uri="{FF2B5EF4-FFF2-40B4-BE49-F238E27FC236}">
                    <a16:creationId xmlns:a16="http://schemas.microsoft.com/office/drawing/2014/main" id="{731FDBF8-4452-6872-2E9E-E4981A59508F}"/>
                  </a:ext>
                </a:extLst>
              </p:cNvPr>
              <p:cNvSpPr/>
              <p:nvPr/>
            </p:nvSpPr>
            <p:spPr>
              <a:xfrm>
                <a:off x="4097588" y="1461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2" name="Freeform 26471">
                <a:extLst>
                  <a:ext uri="{FF2B5EF4-FFF2-40B4-BE49-F238E27FC236}">
                    <a16:creationId xmlns:a16="http://schemas.microsoft.com/office/drawing/2014/main" id="{455F363A-48B4-12ED-F12F-151F3319DFBA}"/>
                  </a:ext>
                </a:extLst>
              </p:cNvPr>
              <p:cNvSpPr/>
              <p:nvPr/>
            </p:nvSpPr>
            <p:spPr>
              <a:xfrm>
                <a:off x="4098084" y="1433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3" name="Freeform 26472">
                <a:extLst>
                  <a:ext uri="{FF2B5EF4-FFF2-40B4-BE49-F238E27FC236}">
                    <a16:creationId xmlns:a16="http://schemas.microsoft.com/office/drawing/2014/main" id="{E94C0B91-D301-19E0-0D12-C4C7E4AEC63C}"/>
                  </a:ext>
                </a:extLst>
              </p:cNvPr>
              <p:cNvSpPr/>
              <p:nvPr/>
            </p:nvSpPr>
            <p:spPr>
              <a:xfrm>
                <a:off x="4098679" y="1366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4" name="Freeform 26473">
                <a:extLst>
                  <a:ext uri="{FF2B5EF4-FFF2-40B4-BE49-F238E27FC236}">
                    <a16:creationId xmlns:a16="http://schemas.microsoft.com/office/drawing/2014/main" id="{B301DBB6-324C-FAF8-5771-891B788B8B9E}"/>
                  </a:ext>
                </a:extLst>
              </p:cNvPr>
              <p:cNvSpPr/>
              <p:nvPr/>
            </p:nvSpPr>
            <p:spPr>
              <a:xfrm>
                <a:off x="4099175" y="1317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5" name="Freeform 26474">
                <a:extLst>
                  <a:ext uri="{FF2B5EF4-FFF2-40B4-BE49-F238E27FC236}">
                    <a16:creationId xmlns:a16="http://schemas.microsoft.com/office/drawing/2014/main" id="{F0179751-C45C-3876-21D5-9428B8FDA94A}"/>
                  </a:ext>
                </a:extLst>
              </p:cNvPr>
              <p:cNvSpPr/>
              <p:nvPr/>
            </p:nvSpPr>
            <p:spPr>
              <a:xfrm>
                <a:off x="4099671" y="125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6" name="Freeform 26475">
                <a:extLst>
                  <a:ext uri="{FF2B5EF4-FFF2-40B4-BE49-F238E27FC236}">
                    <a16:creationId xmlns:a16="http://schemas.microsoft.com/office/drawing/2014/main" id="{589729F3-166D-FE18-9FC9-E314F07645E7}"/>
                  </a:ext>
                </a:extLst>
              </p:cNvPr>
              <p:cNvSpPr/>
              <p:nvPr/>
            </p:nvSpPr>
            <p:spPr>
              <a:xfrm>
                <a:off x="4100266" y="1204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7" name="Freeform 26476">
                <a:extLst>
                  <a:ext uri="{FF2B5EF4-FFF2-40B4-BE49-F238E27FC236}">
                    <a16:creationId xmlns:a16="http://schemas.microsoft.com/office/drawing/2014/main" id="{129108BB-9B9E-80E3-9218-FA652B0EE4E7}"/>
                  </a:ext>
                </a:extLst>
              </p:cNvPr>
              <p:cNvSpPr/>
              <p:nvPr/>
            </p:nvSpPr>
            <p:spPr>
              <a:xfrm>
                <a:off x="4100763" y="1153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8" name="Freeform 26477">
                <a:extLst>
                  <a:ext uri="{FF2B5EF4-FFF2-40B4-BE49-F238E27FC236}">
                    <a16:creationId xmlns:a16="http://schemas.microsoft.com/office/drawing/2014/main" id="{653D6DBC-D08F-9590-254A-56F4384DCC96}"/>
                  </a:ext>
                </a:extLst>
              </p:cNvPr>
              <p:cNvSpPr/>
              <p:nvPr/>
            </p:nvSpPr>
            <p:spPr>
              <a:xfrm>
                <a:off x="4101259" y="1108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79" name="Freeform 26478">
                <a:extLst>
                  <a:ext uri="{FF2B5EF4-FFF2-40B4-BE49-F238E27FC236}">
                    <a16:creationId xmlns:a16="http://schemas.microsoft.com/office/drawing/2014/main" id="{2845225E-14E7-EDC5-7F4E-BE37A16B9A4E}"/>
                  </a:ext>
                </a:extLst>
              </p:cNvPr>
              <p:cNvSpPr/>
              <p:nvPr/>
            </p:nvSpPr>
            <p:spPr>
              <a:xfrm>
                <a:off x="4101755" y="11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0" name="Freeform 26479">
                <a:extLst>
                  <a:ext uri="{FF2B5EF4-FFF2-40B4-BE49-F238E27FC236}">
                    <a16:creationId xmlns:a16="http://schemas.microsoft.com/office/drawing/2014/main" id="{8654781A-E929-6635-5C6D-4A7C0EC52D20}"/>
                  </a:ext>
                </a:extLst>
              </p:cNvPr>
              <p:cNvSpPr/>
              <p:nvPr/>
            </p:nvSpPr>
            <p:spPr>
              <a:xfrm>
                <a:off x="4102350" y="1142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1" name="Freeform 26480">
                <a:extLst>
                  <a:ext uri="{FF2B5EF4-FFF2-40B4-BE49-F238E27FC236}">
                    <a16:creationId xmlns:a16="http://schemas.microsoft.com/office/drawing/2014/main" id="{7C951894-0AD6-1880-406E-5EA9EB5A5595}"/>
                  </a:ext>
                </a:extLst>
              </p:cNvPr>
              <p:cNvSpPr/>
              <p:nvPr/>
            </p:nvSpPr>
            <p:spPr>
              <a:xfrm>
                <a:off x="4102846" y="1231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2" name="Freeform 26481">
                <a:extLst>
                  <a:ext uri="{FF2B5EF4-FFF2-40B4-BE49-F238E27FC236}">
                    <a16:creationId xmlns:a16="http://schemas.microsoft.com/office/drawing/2014/main" id="{94F5B893-A4A8-D7C7-587B-55A637E764C3}"/>
                  </a:ext>
                </a:extLst>
              </p:cNvPr>
              <p:cNvSpPr/>
              <p:nvPr/>
            </p:nvSpPr>
            <p:spPr>
              <a:xfrm>
                <a:off x="4103342" y="1327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3" name="Freeform 26482">
                <a:extLst>
                  <a:ext uri="{FF2B5EF4-FFF2-40B4-BE49-F238E27FC236}">
                    <a16:creationId xmlns:a16="http://schemas.microsoft.com/office/drawing/2014/main" id="{2248C4AF-BA1F-46A6-C109-BFCF8C135236}"/>
                  </a:ext>
                </a:extLst>
              </p:cNvPr>
              <p:cNvSpPr/>
              <p:nvPr/>
            </p:nvSpPr>
            <p:spPr>
              <a:xfrm>
                <a:off x="4103938" y="1628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4" name="Freeform 26483">
                <a:extLst>
                  <a:ext uri="{FF2B5EF4-FFF2-40B4-BE49-F238E27FC236}">
                    <a16:creationId xmlns:a16="http://schemas.microsoft.com/office/drawing/2014/main" id="{BD6A65C9-7159-AC0B-358F-2A40F4513204}"/>
                  </a:ext>
                </a:extLst>
              </p:cNvPr>
              <p:cNvSpPr/>
              <p:nvPr/>
            </p:nvSpPr>
            <p:spPr>
              <a:xfrm>
                <a:off x="4104434" y="19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5" name="Freeform 26484">
                <a:extLst>
                  <a:ext uri="{FF2B5EF4-FFF2-40B4-BE49-F238E27FC236}">
                    <a16:creationId xmlns:a16="http://schemas.microsoft.com/office/drawing/2014/main" id="{75079D73-F05F-BE88-7BF8-AAD8A3139CFC}"/>
                  </a:ext>
                </a:extLst>
              </p:cNvPr>
              <p:cNvSpPr/>
              <p:nvPr/>
            </p:nvSpPr>
            <p:spPr>
              <a:xfrm>
                <a:off x="4104930" y="1944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6" name="Freeform 26485">
                <a:extLst>
                  <a:ext uri="{FF2B5EF4-FFF2-40B4-BE49-F238E27FC236}">
                    <a16:creationId xmlns:a16="http://schemas.microsoft.com/office/drawing/2014/main" id="{AF87B6F2-EB43-1C6B-0340-2FC439E87F14}"/>
                  </a:ext>
                </a:extLst>
              </p:cNvPr>
              <p:cNvSpPr/>
              <p:nvPr/>
            </p:nvSpPr>
            <p:spPr>
              <a:xfrm>
                <a:off x="4105525" y="1933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7" name="Freeform 26486">
                <a:extLst>
                  <a:ext uri="{FF2B5EF4-FFF2-40B4-BE49-F238E27FC236}">
                    <a16:creationId xmlns:a16="http://schemas.microsoft.com/office/drawing/2014/main" id="{55E056BD-6A11-DB99-84AD-B8DAC9E7EF66}"/>
                  </a:ext>
                </a:extLst>
              </p:cNvPr>
              <p:cNvSpPr/>
              <p:nvPr/>
            </p:nvSpPr>
            <p:spPr>
              <a:xfrm>
                <a:off x="4106021" y="1911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8" name="Freeform 26487">
                <a:extLst>
                  <a:ext uri="{FF2B5EF4-FFF2-40B4-BE49-F238E27FC236}">
                    <a16:creationId xmlns:a16="http://schemas.microsoft.com/office/drawing/2014/main" id="{8AF06388-B971-088B-17DD-ED86C3440A17}"/>
                  </a:ext>
                </a:extLst>
              </p:cNvPr>
              <p:cNvSpPr/>
              <p:nvPr/>
            </p:nvSpPr>
            <p:spPr>
              <a:xfrm>
                <a:off x="4106517" y="193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89" name="Freeform 26488">
                <a:extLst>
                  <a:ext uri="{FF2B5EF4-FFF2-40B4-BE49-F238E27FC236}">
                    <a16:creationId xmlns:a16="http://schemas.microsoft.com/office/drawing/2014/main" id="{088BB645-21EA-D25B-104D-B62A03BADE0C}"/>
                  </a:ext>
                </a:extLst>
              </p:cNvPr>
              <p:cNvSpPr/>
              <p:nvPr/>
            </p:nvSpPr>
            <p:spPr>
              <a:xfrm>
                <a:off x="4107113" y="2026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0" name="Freeform 26489">
                <a:extLst>
                  <a:ext uri="{FF2B5EF4-FFF2-40B4-BE49-F238E27FC236}">
                    <a16:creationId xmlns:a16="http://schemas.microsoft.com/office/drawing/2014/main" id="{0EC6DB68-CBE1-4675-3CED-818D3DBF96FE}"/>
                  </a:ext>
                </a:extLst>
              </p:cNvPr>
              <p:cNvSpPr/>
              <p:nvPr/>
            </p:nvSpPr>
            <p:spPr>
              <a:xfrm>
                <a:off x="4107609" y="2003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1" name="Freeform 26490">
                <a:extLst>
                  <a:ext uri="{FF2B5EF4-FFF2-40B4-BE49-F238E27FC236}">
                    <a16:creationId xmlns:a16="http://schemas.microsoft.com/office/drawing/2014/main" id="{54BFFC34-0619-C96E-A153-D74EBB18175E}"/>
                  </a:ext>
                </a:extLst>
              </p:cNvPr>
              <p:cNvSpPr/>
              <p:nvPr/>
            </p:nvSpPr>
            <p:spPr>
              <a:xfrm>
                <a:off x="4108105" y="1470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2" name="Freeform 26491">
                <a:extLst>
                  <a:ext uri="{FF2B5EF4-FFF2-40B4-BE49-F238E27FC236}">
                    <a16:creationId xmlns:a16="http://schemas.microsoft.com/office/drawing/2014/main" id="{51155924-2D13-CE48-F2F1-5BF2E99C7C8A}"/>
                  </a:ext>
                </a:extLst>
              </p:cNvPr>
              <p:cNvSpPr/>
              <p:nvPr/>
            </p:nvSpPr>
            <p:spPr>
              <a:xfrm>
                <a:off x="4108700" y="1429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3" name="Freeform 26492">
                <a:extLst>
                  <a:ext uri="{FF2B5EF4-FFF2-40B4-BE49-F238E27FC236}">
                    <a16:creationId xmlns:a16="http://schemas.microsoft.com/office/drawing/2014/main" id="{5D94B035-5313-C98B-7811-8B5DFF6B91F9}"/>
                  </a:ext>
                </a:extLst>
              </p:cNvPr>
              <p:cNvSpPr/>
              <p:nvPr/>
            </p:nvSpPr>
            <p:spPr>
              <a:xfrm>
                <a:off x="4109196" y="1528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4" name="Freeform 26493">
                <a:extLst>
                  <a:ext uri="{FF2B5EF4-FFF2-40B4-BE49-F238E27FC236}">
                    <a16:creationId xmlns:a16="http://schemas.microsoft.com/office/drawing/2014/main" id="{52EA790A-7251-EE3B-C822-65BC0200F1EA}"/>
                  </a:ext>
                </a:extLst>
              </p:cNvPr>
              <p:cNvSpPr/>
              <p:nvPr/>
            </p:nvSpPr>
            <p:spPr>
              <a:xfrm>
                <a:off x="4109692" y="1443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5" name="Freeform 26494">
                <a:extLst>
                  <a:ext uri="{FF2B5EF4-FFF2-40B4-BE49-F238E27FC236}">
                    <a16:creationId xmlns:a16="http://schemas.microsoft.com/office/drawing/2014/main" id="{0FCC32FB-93BB-5C4F-A019-97039C2DD19D}"/>
                  </a:ext>
                </a:extLst>
              </p:cNvPr>
              <p:cNvSpPr/>
              <p:nvPr/>
            </p:nvSpPr>
            <p:spPr>
              <a:xfrm>
                <a:off x="4110288" y="1504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6" name="Freeform 26495">
                <a:extLst>
                  <a:ext uri="{FF2B5EF4-FFF2-40B4-BE49-F238E27FC236}">
                    <a16:creationId xmlns:a16="http://schemas.microsoft.com/office/drawing/2014/main" id="{071A5DD2-9F4C-6D8C-4F07-18A33CDAA5E7}"/>
                  </a:ext>
                </a:extLst>
              </p:cNvPr>
              <p:cNvSpPr/>
              <p:nvPr/>
            </p:nvSpPr>
            <p:spPr>
              <a:xfrm>
                <a:off x="4110784" y="1432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7" name="Freeform 26496">
                <a:extLst>
                  <a:ext uri="{FF2B5EF4-FFF2-40B4-BE49-F238E27FC236}">
                    <a16:creationId xmlns:a16="http://schemas.microsoft.com/office/drawing/2014/main" id="{3E799B87-73EE-30D7-54D5-15FD9144A481}"/>
                  </a:ext>
                </a:extLst>
              </p:cNvPr>
              <p:cNvSpPr/>
              <p:nvPr/>
            </p:nvSpPr>
            <p:spPr>
              <a:xfrm>
                <a:off x="4111280" y="1355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8" name="Freeform 26497">
                <a:extLst>
                  <a:ext uri="{FF2B5EF4-FFF2-40B4-BE49-F238E27FC236}">
                    <a16:creationId xmlns:a16="http://schemas.microsoft.com/office/drawing/2014/main" id="{A1A76EA0-1E27-B54E-E230-2E448EC28272}"/>
                  </a:ext>
                </a:extLst>
              </p:cNvPr>
              <p:cNvSpPr/>
              <p:nvPr/>
            </p:nvSpPr>
            <p:spPr>
              <a:xfrm>
                <a:off x="4111875" y="1289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99" name="Freeform 26498">
                <a:extLst>
                  <a:ext uri="{FF2B5EF4-FFF2-40B4-BE49-F238E27FC236}">
                    <a16:creationId xmlns:a16="http://schemas.microsoft.com/office/drawing/2014/main" id="{12ACE57E-7AA1-4544-AB21-554743B7A765}"/>
                  </a:ext>
                </a:extLst>
              </p:cNvPr>
              <p:cNvSpPr/>
              <p:nvPr/>
            </p:nvSpPr>
            <p:spPr>
              <a:xfrm>
                <a:off x="4112371" y="1242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0" name="Freeform 26499">
                <a:extLst>
                  <a:ext uri="{FF2B5EF4-FFF2-40B4-BE49-F238E27FC236}">
                    <a16:creationId xmlns:a16="http://schemas.microsoft.com/office/drawing/2014/main" id="{6DE3A16C-DE6F-D5F5-B412-5BF4064217F0}"/>
                  </a:ext>
                </a:extLst>
              </p:cNvPr>
              <p:cNvSpPr/>
              <p:nvPr/>
            </p:nvSpPr>
            <p:spPr>
              <a:xfrm>
                <a:off x="4112867" y="1209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1" name="Freeform 26500">
                <a:extLst>
                  <a:ext uri="{FF2B5EF4-FFF2-40B4-BE49-F238E27FC236}">
                    <a16:creationId xmlns:a16="http://schemas.microsoft.com/office/drawing/2014/main" id="{D60BDE1E-7230-2BC5-9436-A5C87CA525D4}"/>
                  </a:ext>
                </a:extLst>
              </p:cNvPr>
              <p:cNvSpPr/>
              <p:nvPr/>
            </p:nvSpPr>
            <p:spPr>
              <a:xfrm>
                <a:off x="4113363" y="11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2" name="Freeform 26501">
                <a:extLst>
                  <a:ext uri="{FF2B5EF4-FFF2-40B4-BE49-F238E27FC236}">
                    <a16:creationId xmlns:a16="http://schemas.microsoft.com/office/drawing/2014/main" id="{F3B93118-356F-25AD-9B81-40F701018F7E}"/>
                  </a:ext>
                </a:extLst>
              </p:cNvPr>
              <p:cNvSpPr/>
              <p:nvPr/>
            </p:nvSpPr>
            <p:spPr>
              <a:xfrm>
                <a:off x="4113959" y="1167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3" name="Freeform 26502">
                <a:extLst>
                  <a:ext uri="{FF2B5EF4-FFF2-40B4-BE49-F238E27FC236}">
                    <a16:creationId xmlns:a16="http://schemas.microsoft.com/office/drawing/2014/main" id="{8E7F8E92-6E34-4882-4550-1D3A97F23CBD}"/>
                  </a:ext>
                </a:extLst>
              </p:cNvPr>
              <p:cNvSpPr/>
              <p:nvPr/>
            </p:nvSpPr>
            <p:spPr>
              <a:xfrm>
                <a:off x="4114455" y="1152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4" name="Freeform 26503">
                <a:extLst>
                  <a:ext uri="{FF2B5EF4-FFF2-40B4-BE49-F238E27FC236}">
                    <a16:creationId xmlns:a16="http://schemas.microsoft.com/office/drawing/2014/main" id="{2B4734C5-34B9-BEAA-C315-AEC7F7098C11}"/>
                  </a:ext>
                </a:extLst>
              </p:cNvPr>
              <p:cNvSpPr/>
              <p:nvPr/>
            </p:nvSpPr>
            <p:spPr>
              <a:xfrm>
                <a:off x="4114951" y="1166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5" name="Freeform 26504">
                <a:extLst>
                  <a:ext uri="{FF2B5EF4-FFF2-40B4-BE49-F238E27FC236}">
                    <a16:creationId xmlns:a16="http://schemas.microsoft.com/office/drawing/2014/main" id="{2A22496A-6761-D460-1F1D-F6D0E0332960}"/>
                  </a:ext>
                </a:extLst>
              </p:cNvPr>
              <p:cNvSpPr/>
              <p:nvPr/>
            </p:nvSpPr>
            <p:spPr>
              <a:xfrm>
                <a:off x="4115546" y="1193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6" name="Freeform 26505">
                <a:extLst>
                  <a:ext uri="{FF2B5EF4-FFF2-40B4-BE49-F238E27FC236}">
                    <a16:creationId xmlns:a16="http://schemas.microsoft.com/office/drawing/2014/main" id="{FF07F609-C1C6-5227-70E3-7CB54D409953}"/>
                  </a:ext>
                </a:extLst>
              </p:cNvPr>
              <p:cNvSpPr/>
              <p:nvPr/>
            </p:nvSpPr>
            <p:spPr>
              <a:xfrm>
                <a:off x="4116042" y="1205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7" name="Freeform 26506">
                <a:extLst>
                  <a:ext uri="{FF2B5EF4-FFF2-40B4-BE49-F238E27FC236}">
                    <a16:creationId xmlns:a16="http://schemas.microsoft.com/office/drawing/2014/main" id="{DEA33402-7BC9-AC41-17B2-A220248435A7}"/>
                  </a:ext>
                </a:extLst>
              </p:cNvPr>
              <p:cNvSpPr/>
              <p:nvPr/>
            </p:nvSpPr>
            <p:spPr>
              <a:xfrm>
                <a:off x="4116538" y="1733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8" name="Freeform 26507">
                <a:extLst>
                  <a:ext uri="{FF2B5EF4-FFF2-40B4-BE49-F238E27FC236}">
                    <a16:creationId xmlns:a16="http://schemas.microsoft.com/office/drawing/2014/main" id="{036A7BBE-1FC9-933F-C66F-8DDC657EF3E2}"/>
                  </a:ext>
                </a:extLst>
              </p:cNvPr>
              <p:cNvSpPr/>
              <p:nvPr/>
            </p:nvSpPr>
            <p:spPr>
              <a:xfrm>
                <a:off x="4117134" y="203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09" name="Freeform 26508">
                <a:extLst>
                  <a:ext uri="{FF2B5EF4-FFF2-40B4-BE49-F238E27FC236}">
                    <a16:creationId xmlns:a16="http://schemas.microsoft.com/office/drawing/2014/main" id="{EF4C3FA1-F1DE-AAB4-80AC-538E24065B72}"/>
                  </a:ext>
                </a:extLst>
              </p:cNvPr>
              <p:cNvSpPr/>
              <p:nvPr/>
            </p:nvSpPr>
            <p:spPr>
              <a:xfrm>
                <a:off x="4117630" y="2051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0" name="Freeform 26509">
                <a:extLst>
                  <a:ext uri="{FF2B5EF4-FFF2-40B4-BE49-F238E27FC236}">
                    <a16:creationId xmlns:a16="http://schemas.microsoft.com/office/drawing/2014/main" id="{2D1AAAE5-D2DE-6691-E5B1-3F70053741B0}"/>
                  </a:ext>
                </a:extLst>
              </p:cNvPr>
              <p:cNvSpPr/>
              <p:nvPr/>
            </p:nvSpPr>
            <p:spPr>
              <a:xfrm>
                <a:off x="4118126" y="2037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1" name="Freeform 26510">
                <a:extLst>
                  <a:ext uri="{FF2B5EF4-FFF2-40B4-BE49-F238E27FC236}">
                    <a16:creationId xmlns:a16="http://schemas.microsoft.com/office/drawing/2014/main" id="{37E60330-EA69-D197-AC23-9AC6FBAE5D5C}"/>
                  </a:ext>
                </a:extLst>
              </p:cNvPr>
              <p:cNvSpPr/>
              <p:nvPr/>
            </p:nvSpPr>
            <p:spPr>
              <a:xfrm>
                <a:off x="4118721" y="2025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2" name="Freeform 26511">
                <a:extLst>
                  <a:ext uri="{FF2B5EF4-FFF2-40B4-BE49-F238E27FC236}">
                    <a16:creationId xmlns:a16="http://schemas.microsoft.com/office/drawing/2014/main" id="{13D24F30-DCD6-A918-419C-AF51D7582AC7}"/>
                  </a:ext>
                </a:extLst>
              </p:cNvPr>
              <p:cNvSpPr/>
              <p:nvPr/>
            </p:nvSpPr>
            <p:spPr>
              <a:xfrm>
                <a:off x="4119217" y="2044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3" name="Freeform 26512">
                <a:extLst>
                  <a:ext uri="{FF2B5EF4-FFF2-40B4-BE49-F238E27FC236}">
                    <a16:creationId xmlns:a16="http://schemas.microsoft.com/office/drawing/2014/main" id="{5A7889E3-5448-933D-3251-D420D741E0D0}"/>
                  </a:ext>
                </a:extLst>
              </p:cNvPr>
              <p:cNvSpPr/>
              <p:nvPr/>
            </p:nvSpPr>
            <p:spPr>
              <a:xfrm>
                <a:off x="4119713" y="206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4" name="Freeform 26513">
                <a:extLst>
                  <a:ext uri="{FF2B5EF4-FFF2-40B4-BE49-F238E27FC236}">
                    <a16:creationId xmlns:a16="http://schemas.microsoft.com/office/drawing/2014/main" id="{848263FA-CB5A-7264-A10D-660DF7E571D6}"/>
                  </a:ext>
                </a:extLst>
              </p:cNvPr>
              <p:cNvSpPr/>
              <p:nvPr/>
            </p:nvSpPr>
            <p:spPr>
              <a:xfrm>
                <a:off x="4120309" y="203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5" name="Freeform 26514">
                <a:extLst>
                  <a:ext uri="{FF2B5EF4-FFF2-40B4-BE49-F238E27FC236}">
                    <a16:creationId xmlns:a16="http://schemas.microsoft.com/office/drawing/2014/main" id="{0DD0DA04-F15B-FC0D-2D89-C3A0AA1E6BAB}"/>
                  </a:ext>
                </a:extLst>
              </p:cNvPr>
              <p:cNvSpPr/>
              <p:nvPr/>
            </p:nvSpPr>
            <p:spPr>
              <a:xfrm>
                <a:off x="4120805" y="1638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6" name="Freeform 26515">
                <a:extLst>
                  <a:ext uri="{FF2B5EF4-FFF2-40B4-BE49-F238E27FC236}">
                    <a16:creationId xmlns:a16="http://schemas.microsoft.com/office/drawing/2014/main" id="{1C7AA01E-94F3-FD3A-8439-3E10F1A037F5}"/>
                  </a:ext>
                </a:extLst>
              </p:cNvPr>
              <p:cNvSpPr/>
              <p:nvPr/>
            </p:nvSpPr>
            <p:spPr>
              <a:xfrm>
                <a:off x="4121301" y="1347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7" name="Freeform 26516">
                <a:extLst>
                  <a:ext uri="{FF2B5EF4-FFF2-40B4-BE49-F238E27FC236}">
                    <a16:creationId xmlns:a16="http://schemas.microsoft.com/office/drawing/2014/main" id="{8812A64E-FBB1-F6D9-A79D-FF73EE3E59C5}"/>
                  </a:ext>
                </a:extLst>
              </p:cNvPr>
              <p:cNvSpPr/>
              <p:nvPr/>
            </p:nvSpPr>
            <p:spPr>
              <a:xfrm>
                <a:off x="4121896" y="1446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8" name="Freeform 26517">
                <a:extLst>
                  <a:ext uri="{FF2B5EF4-FFF2-40B4-BE49-F238E27FC236}">
                    <a16:creationId xmlns:a16="http://schemas.microsoft.com/office/drawing/2014/main" id="{8E9ACB29-E97B-A00B-E912-45E632815557}"/>
                  </a:ext>
                </a:extLst>
              </p:cNvPr>
              <p:cNvSpPr/>
              <p:nvPr/>
            </p:nvSpPr>
            <p:spPr>
              <a:xfrm>
                <a:off x="4122392" y="1463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19" name="Freeform 26518">
                <a:extLst>
                  <a:ext uri="{FF2B5EF4-FFF2-40B4-BE49-F238E27FC236}">
                    <a16:creationId xmlns:a16="http://schemas.microsoft.com/office/drawing/2014/main" id="{5D86FF2B-D4E2-B7FE-8742-C40B7E1E3435}"/>
                  </a:ext>
                </a:extLst>
              </p:cNvPr>
              <p:cNvSpPr/>
              <p:nvPr/>
            </p:nvSpPr>
            <p:spPr>
              <a:xfrm>
                <a:off x="4122888" y="1458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0" name="Freeform 26519">
                <a:extLst>
                  <a:ext uri="{FF2B5EF4-FFF2-40B4-BE49-F238E27FC236}">
                    <a16:creationId xmlns:a16="http://schemas.microsoft.com/office/drawing/2014/main" id="{8AE1C5C8-7322-94E5-26F3-397024616AF5}"/>
                  </a:ext>
                </a:extLst>
              </p:cNvPr>
              <p:cNvSpPr/>
              <p:nvPr/>
            </p:nvSpPr>
            <p:spPr>
              <a:xfrm>
                <a:off x="4123484" y="1440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1" name="Freeform 26520">
                <a:extLst>
                  <a:ext uri="{FF2B5EF4-FFF2-40B4-BE49-F238E27FC236}">
                    <a16:creationId xmlns:a16="http://schemas.microsoft.com/office/drawing/2014/main" id="{48FC14B5-6D7D-8EF5-D853-8339DE227C23}"/>
                  </a:ext>
                </a:extLst>
              </p:cNvPr>
              <p:cNvSpPr/>
              <p:nvPr/>
            </p:nvSpPr>
            <p:spPr>
              <a:xfrm>
                <a:off x="4123980" y="1448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2" name="Freeform 26521">
                <a:extLst>
                  <a:ext uri="{FF2B5EF4-FFF2-40B4-BE49-F238E27FC236}">
                    <a16:creationId xmlns:a16="http://schemas.microsoft.com/office/drawing/2014/main" id="{391BFFFA-77E9-CFD3-402A-4F181036A3B0}"/>
                  </a:ext>
                </a:extLst>
              </p:cNvPr>
              <p:cNvSpPr/>
              <p:nvPr/>
            </p:nvSpPr>
            <p:spPr>
              <a:xfrm>
                <a:off x="4124476" y="1374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3" name="Freeform 26522">
                <a:extLst>
                  <a:ext uri="{FF2B5EF4-FFF2-40B4-BE49-F238E27FC236}">
                    <a16:creationId xmlns:a16="http://schemas.microsoft.com/office/drawing/2014/main" id="{FF5A5C82-FE26-48FD-383F-7C61D7835910}"/>
                  </a:ext>
                </a:extLst>
              </p:cNvPr>
              <p:cNvSpPr/>
              <p:nvPr/>
            </p:nvSpPr>
            <p:spPr>
              <a:xfrm>
                <a:off x="4125071" y="1264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4" name="Freeform 26523">
                <a:extLst>
                  <a:ext uri="{FF2B5EF4-FFF2-40B4-BE49-F238E27FC236}">
                    <a16:creationId xmlns:a16="http://schemas.microsoft.com/office/drawing/2014/main" id="{D76BA48D-EF03-F103-1CE1-DF3710F942E4}"/>
                  </a:ext>
                </a:extLst>
              </p:cNvPr>
              <p:cNvSpPr/>
              <p:nvPr/>
            </p:nvSpPr>
            <p:spPr>
              <a:xfrm>
                <a:off x="4125567" y="1231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5" name="Freeform 26524">
                <a:extLst>
                  <a:ext uri="{FF2B5EF4-FFF2-40B4-BE49-F238E27FC236}">
                    <a16:creationId xmlns:a16="http://schemas.microsoft.com/office/drawing/2014/main" id="{905F8964-17C3-7765-A25F-9620210CF1C5}"/>
                  </a:ext>
                </a:extLst>
              </p:cNvPr>
              <p:cNvSpPr/>
              <p:nvPr/>
            </p:nvSpPr>
            <p:spPr>
              <a:xfrm>
                <a:off x="4126063" y="1154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6" name="Freeform 26525">
                <a:extLst>
                  <a:ext uri="{FF2B5EF4-FFF2-40B4-BE49-F238E27FC236}">
                    <a16:creationId xmlns:a16="http://schemas.microsoft.com/office/drawing/2014/main" id="{BD965965-1462-8006-E06A-DA2D5D44E59F}"/>
                  </a:ext>
                </a:extLst>
              </p:cNvPr>
              <p:cNvSpPr/>
              <p:nvPr/>
            </p:nvSpPr>
            <p:spPr>
              <a:xfrm>
                <a:off x="4126559" y="1095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7" name="Freeform 26526">
                <a:extLst>
                  <a:ext uri="{FF2B5EF4-FFF2-40B4-BE49-F238E27FC236}">
                    <a16:creationId xmlns:a16="http://schemas.microsoft.com/office/drawing/2014/main" id="{72EAB5CB-50C8-DE87-C327-1F54CFFFD1BE}"/>
                  </a:ext>
                </a:extLst>
              </p:cNvPr>
              <p:cNvSpPr/>
              <p:nvPr/>
            </p:nvSpPr>
            <p:spPr>
              <a:xfrm>
                <a:off x="4127155" y="1060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8" name="Freeform 26527">
                <a:extLst>
                  <a:ext uri="{FF2B5EF4-FFF2-40B4-BE49-F238E27FC236}">
                    <a16:creationId xmlns:a16="http://schemas.microsoft.com/office/drawing/2014/main" id="{38B99EDF-3C5C-732E-6180-AEDEDE5EA4B2}"/>
                  </a:ext>
                </a:extLst>
              </p:cNvPr>
              <p:cNvSpPr/>
              <p:nvPr/>
            </p:nvSpPr>
            <p:spPr>
              <a:xfrm>
                <a:off x="4127651" y="1085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29" name="Freeform 26528">
                <a:extLst>
                  <a:ext uri="{FF2B5EF4-FFF2-40B4-BE49-F238E27FC236}">
                    <a16:creationId xmlns:a16="http://schemas.microsoft.com/office/drawing/2014/main" id="{47223105-9E2B-2B80-38F7-A2F9A20620C1}"/>
                  </a:ext>
                </a:extLst>
              </p:cNvPr>
              <p:cNvSpPr/>
              <p:nvPr/>
            </p:nvSpPr>
            <p:spPr>
              <a:xfrm>
                <a:off x="4128147" y="1098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0" name="Freeform 26529">
                <a:extLst>
                  <a:ext uri="{FF2B5EF4-FFF2-40B4-BE49-F238E27FC236}">
                    <a16:creationId xmlns:a16="http://schemas.microsoft.com/office/drawing/2014/main" id="{D69157E5-0046-0ECA-A73B-029F6DED2568}"/>
                  </a:ext>
                </a:extLst>
              </p:cNvPr>
              <p:cNvSpPr/>
              <p:nvPr/>
            </p:nvSpPr>
            <p:spPr>
              <a:xfrm>
                <a:off x="4128742" y="11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1" name="Freeform 26530">
                <a:extLst>
                  <a:ext uri="{FF2B5EF4-FFF2-40B4-BE49-F238E27FC236}">
                    <a16:creationId xmlns:a16="http://schemas.microsoft.com/office/drawing/2014/main" id="{CC099FDD-04A7-62C4-DC5E-50A2840647EB}"/>
                  </a:ext>
                </a:extLst>
              </p:cNvPr>
              <p:cNvSpPr/>
              <p:nvPr/>
            </p:nvSpPr>
            <p:spPr>
              <a:xfrm>
                <a:off x="4129238" y="1843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2" name="Freeform 26531">
                <a:extLst>
                  <a:ext uri="{FF2B5EF4-FFF2-40B4-BE49-F238E27FC236}">
                    <a16:creationId xmlns:a16="http://schemas.microsoft.com/office/drawing/2014/main" id="{D6D86C81-386F-BB7C-695D-3983A7D99C0D}"/>
                  </a:ext>
                </a:extLst>
              </p:cNvPr>
              <p:cNvSpPr/>
              <p:nvPr/>
            </p:nvSpPr>
            <p:spPr>
              <a:xfrm>
                <a:off x="4129734" y="2044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3" name="Freeform 26532">
                <a:extLst>
                  <a:ext uri="{FF2B5EF4-FFF2-40B4-BE49-F238E27FC236}">
                    <a16:creationId xmlns:a16="http://schemas.microsoft.com/office/drawing/2014/main" id="{20ADE176-5D5A-0998-3F21-BE96B510218B}"/>
                  </a:ext>
                </a:extLst>
              </p:cNvPr>
              <p:cNvSpPr/>
              <p:nvPr/>
            </p:nvSpPr>
            <p:spPr>
              <a:xfrm>
                <a:off x="4130330" y="2062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4" name="Freeform 26533">
                <a:extLst>
                  <a:ext uri="{FF2B5EF4-FFF2-40B4-BE49-F238E27FC236}">
                    <a16:creationId xmlns:a16="http://schemas.microsoft.com/office/drawing/2014/main" id="{B50BC41B-F67E-7C0E-A535-59ED828A7A60}"/>
                  </a:ext>
                </a:extLst>
              </p:cNvPr>
              <p:cNvSpPr/>
              <p:nvPr/>
            </p:nvSpPr>
            <p:spPr>
              <a:xfrm>
                <a:off x="4130826" y="2047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5" name="Freeform 26534">
                <a:extLst>
                  <a:ext uri="{FF2B5EF4-FFF2-40B4-BE49-F238E27FC236}">
                    <a16:creationId xmlns:a16="http://schemas.microsoft.com/office/drawing/2014/main" id="{B8031F79-A711-3740-200D-AF6CB93C6696}"/>
                  </a:ext>
                </a:extLst>
              </p:cNvPr>
              <p:cNvSpPr/>
              <p:nvPr/>
            </p:nvSpPr>
            <p:spPr>
              <a:xfrm>
                <a:off x="4131322" y="2032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6" name="Freeform 26535">
                <a:extLst>
                  <a:ext uri="{FF2B5EF4-FFF2-40B4-BE49-F238E27FC236}">
                    <a16:creationId xmlns:a16="http://schemas.microsoft.com/office/drawing/2014/main" id="{D5FECDA7-C967-530E-CCF5-9DA817CDEFA5}"/>
                  </a:ext>
                </a:extLst>
              </p:cNvPr>
              <p:cNvSpPr/>
              <p:nvPr/>
            </p:nvSpPr>
            <p:spPr>
              <a:xfrm>
                <a:off x="4131917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7" name="Freeform 26536">
                <a:extLst>
                  <a:ext uri="{FF2B5EF4-FFF2-40B4-BE49-F238E27FC236}">
                    <a16:creationId xmlns:a16="http://schemas.microsoft.com/office/drawing/2014/main" id="{10C672EB-483A-2545-6776-C76E1F4CADDB}"/>
                  </a:ext>
                </a:extLst>
              </p:cNvPr>
              <p:cNvSpPr/>
              <p:nvPr/>
            </p:nvSpPr>
            <p:spPr>
              <a:xfrm>
                <a:off x="4132413" y="2060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8" name="Freeform 26537">
                <a:extLst>
                  <a:ext uri="{FF2B5EF4-FFF2-40B4-BE49-F238E27FC236}">
                    <a16:creationId xmlns:a16="http://schemas.microsoft.com/office/drawing/2014/main" id="{74271B28-2B2E-C8BF-DA26-45D3BDB62273}"/>
                  </a:ext>
                </a:extLst>
              </p:cNvPr>
              <p:cNvSpPr/>
              <p:nvPr/>
            </p:nvSpPr>
            <p:spPr>
              <a:xfrm>
                <a:off x="4132909" y="204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39" name="Freeform 26538">
                <a:extLst>
                  <a:ext uri="{FF2B5EF4-FFF2-40B4-BE49-F238E27FC236}">
                    <a16:creationId xmlns:a16="http://schemas.microsoft.com/office/drawing/2014/main" id="{4D2631A9-1B2B-FEF7-330E-654739229F6A}"/>
                  </a:ext>
                </a:extLst>
              </p:cNvPr>
              <p:cNvSpPr/>
              <p:nvPr/>
            </p:nvSpPr>
            <p:spPr>
              <a:xfrm>
                <a:off x="4133505" y="1643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0" name="Freeform 26539">
                <a:extLst>
                  <a:ext uri="{FF2B5EF4-FFF2-40B4-BE49-F238E27FC236}">
                    <a16:creationId xmlns:a16="http://schemas.microsoft.com/office/drawing/2014/main" id="{27161EFE-94C5-DDEC-9A45-336BB12E1F04}"/>
                  </a:ext>
                </a:extLst>
              </p:cNvPr>
              <p:cNvSpPr/>
              <p:nvPr/>
            </p:nvSpPr>
            <p:spPr>
              <a:xfrm>
                <a:off x="4134001" y="1347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1" name="Freeform 26540">
                <a:extLst>
                  <a:ext uri="{FF2B5EF4-FFF2-40B4-BE49-F238E27FC236}">
                    <a16:creationId xmlns:a16="http://schemas.microsoft.com/office/drawing/2014/main" id="{F4523072-CD03-94B5-6423-27E0689E86D8}"/>
                  </a:ext>
                </a:extLst>
              </p:cNvPr>
              <p:cNvSpPr/>
              <p:nvPr/>
            </p:nvSpPr>
            <p:spPr>
              <a:xfrm>
                <a:off x="4134497" y="1433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2" name="Freeform 26541">
                <a:extLst>
                  <a:ext uri="{FF2B5EF4-FFF2-40B4-BE49-F238E27FC236}">
                    <a16:creationId xmlns:a16="http://schemas.microsoft.com/office/drawing/2014/main" id="{FC18D03F-A169-0DC7-32E6-251E45B7D4B3}"/>
                  </a:ext>
                </a:extLst>
              </p:cNvPr>
              <p:cNvSpPr/>
              <p:nvPr/>
            </p:nvSpPr>
            <p:spPr>
              <a:xfrm>
                <a:off x="4135092" y="1430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3" name="Freeform 26542">
                <a:extLst>
                  <a:ext uri="{FF2B5EF4-FFF2-40B4-BE49-F238E27FC236}">
                    <a16:creationId xmlns:a16="http://schemas.microsoft.com/office/drawing/2014/main" id="{1FBDC0FC-9666-0B2A-4705-2D076DE63CEA}"/>
                  </a:ext>
                </a:extLst>
              </p:cNvPr>
              <p:cNvSpPr/>
              <p:nvPr/>
            </p:nvSpPr>
            <p:spPr>
              <a:xfrm>
                <a:off x="4135588" y="1411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4" name="Freeform 26543">
                <a:extLst>
                  <a:ext uri="{FF2B5EF4-FFF2-40B4-BE49-F238E27FC236}">
                    <a16:creationId xmlns:a16="http://schemas.microsoft.com/office/drawing/2014/main" id="{7DB21A9B-FBCB-FA01-40AB-F36A53EA8146}"/>
                  </a:ext>
                </a:extLst>
              </p:cNvPr>
              <p:cNvSpPr/>
              <p:nvPr/>
            </p:nvSpPr>
            <p:spPr>
              <a:xfrm>
                <a:off x="4136084" y="1400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5" name="Freeform 26544">
                <a:extLst>
                  <a:ext uri="{FF2B5EF4-FFF2-40B4-BE49-F238E27FC236}">
                    <a16:creationId xmlns:a16="http://schemas.microsoft.com/office/drawing/2014/main" id="{5382938B-861C-A4A8-CB70-8640B3800CCA}"/>
                  </a:ext>
                </a:extLst>
              </p:cNvPr>
              <p:cNvSpPr/>
              <p:nvPr/>
            </p:nvSpPr>
            <p:spPr>
              <a:xfrm>
                <a:off x="4136680" y="1352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6" name="Freeform 26545">
                <a:extLst>
                  <a:ext uri="{FF2B5EF4-FFF2-40B4-BE49-F238E27FC236}">
                    <a16:creationId xmlns:a16="http://schemas.microsoft.com/office/drawing/2014/main" id="{01B3C64B-8A0B-6298-2D10-B80E4D6E9EAA}"/>
                  </a:ext>
                </a:extLst>
              </p:cNvPr>
              <p:cNvSpPr/>
              <p:nvPr/>
            </p:nvSpPr>
            <p:spPr>
              <a:xfrm>
                <a:off x="4137176" y="1245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7" name="Freeform 26546">
                <a:extLst>
                  <a:ext uri="{FF2B5EF4-FFF2-40B4-BE49-F238E27FC236}">
                    <a16:creationId xmlns:a16="http://schemas.microsoft.com/office/drawing/2014/main" id="{4460EE8E-D307-88BC-BF41-9B5F45B4796F}"/>
                  </a:ext>
                </a:extLst>
              </p:cNvPr>
              <p:cNvSpPr/>
              <p:nvPr/>
            </p:nvSpPr>
            <p:spPr>
              <a:xfrm>
                <a:off x="4137672" y="1167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8" name="Freeform 26547">
                <a:extLst>
                  <a:ext uri="{FF2B5EF4-FFF2-40B4-BE49-F238E27FC236}">
                    <a16:creationId xmlns:a16="http://schemas.microsoft.com/office/drawing/2014/main" id="{5C6DEC6C-9473-CA00-239E-2C8EF9E9CFD0}"/>
                  </a:ext>
                </a:extLst>
              </p:cNvPr>
              <p:cNvSpPr/>
              <p:nvPr/>
            </p:nvSpPr>
            <p:spPr>
              <a:xfrm>
                <a:off x="4138168" y="1162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49" name="Freeform 26548">
                <a:extLst>
                  <a:ext uri="{FF2B5EF4-FFF2-40B4-BE49-F238E27FC236}">
                    <a16:creationId xmlns:a16="http://schemas.microsoft.com/office/drawing/2014/main" id="{D97E943E-8CA3-B56E-AE67-E0EF170325FD}"/>
                  </a:ext>
                </a:extLst>
              </p:cNvPr>
              <p:cNvSpPr/>
              <p:nvPr/>
            </p:nvSpPr>
            <p:spPr>
              <a:xfrm>
                <a:off x="4138763" y="1133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0" name="Freeform 26549">
                <a:extLst>
                  <a:ext uri="{FF2B5EF4-FFF2-40B4-BE49-F238E27FC236}">
                    <a16:creationId xmlns:a16="http://schemas.microsoft.com/office/drawing/2014/main" id="{CAC5F815-9D80-A21D-DBCA-8D9E9A4C0472}"/>
                  </a:ext>
                </a:extLst>
              </p:cNvPr>
              <p:cNvSpPr/>
              <p:nvPr/>
            </p:nvSpPr>
            <p:spPr>
              <a:xfrm>
                <a:off x="4139259" y="1158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1" name="Freeform 26550">
                <a:extLst>
                  <a:ext uri="{FF2B5EF4-FFF2-40B4-BE49-F238E27FC236}">
                    <a16:creationId xmlns:a16="http://schemas.microsoft.com/office/drawing/2014/main" id="{FB7C1FBD-FE95-1F1A-A910-7BA0F4B86C6B}"/>
                  </a:ext>
                </a:extLst>
              </p:cNvPr>
              <p:cNvSpPr/>
              <p:nvPr/>
            </p:nvSpPr>
            <p:spPr>
              <a:xfrm>
                <a:off x="4139755" y="1133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2" name="Freeform 26551">
                <a:extLst>
                  <a:ext uri="{FF2B5EF4-FFF2-40B4-BE49-F238E27FC236}">
                    <a16:creationId xmlns:a16="http://schemas.microsoft.com/office/drawing/2014/main" id="{668951F6-F208-51EE-BAAC-07A656DBD104}"/>
                  </a:ext>
                </a:extLst>
              </p:cNvPr>
              <p:cNvSpPr/>
              <p:nvPr/>
            </p:nvSpPr>
            <p:spPr>
              <a:xfrm>
                <a:off x="4140351" y="1164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3" name="Freeform 26552">
                <a:extLst>
                  <a:ext uri="{FF2B5EF4-FFF2-40B4-BE49-F238E27FC236}">
                    <a16:creationId xmlns:a16="http://schemas.microsoft.com/office/drawing/2014/main" id="{1D249BFE-57DD-EEAB-F405-4A99E3CDC927}"/>
                  </a:ext>
                </a:extLst>
              </p:cNvPr>
              <p:cNvSpPr/>
              <p:nvPr/>
            </p:nvSpPr>
            <p:spPr>
              <a:xfrm>
                <a:off x="4140847" y="1226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4" name="Freeform 26553">
                <a:extLst>
                  <a:ext uri="{FF2B5EF4-FFF2-40B4-BE49-F238E27FC236}">
                    <a16:creationId xmlns:a16="http://schemas.microsoft.com/office/drawing/2014/main" id="{055C83FE-5097-FBC7-C111-BE08BD7FDB7A}"/>
                  </a:ext>
                </a:extLst>
              </p:cNvPr>
              <p:cNvSpPr/>
              <p:nvPr/>
            </p:nvSpPr>
            <p:spPr>
              <a:xfrm>
                <a:off x="4141343" y="1357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5" name="Freeform 26554">
                <a:extLst>
                  <a:ext uri="{FF2B5EF4-FFF2-40B4-BE49-F238E27FC236}">
                    <a16:creationId xmlns:a16="http://schemas.microsoft.com/office/drawing/2014/main" id="{6819467A-FA08-276D-88A2-F00B78C2A822}"/>
                  </a:ext>
                </a:extLst>
              </p:cNvPr>
              <p:cNvSpPr/>
              <p:nvPr/>
            </p:nvSpPr>
            <p:spPr>
              <a:xfrm>
                <a:off x="4141938" y="1547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6" name="Freeform 26555">
                <a:extLst>
                  <a:ext uri="{FF2B5EF4-FFF2-40B4-BE49-F238E27FC236}">
                    <a16:creationId xmlns:a16="http://schemas.microsoft.com/office/drawing/2014/main" id="{3721ECDF-605D-5F28-0B33-541251DCA1CA}"/>
                  </a:ext>
                </a:extLst>
              </p:cNvPr>
              <p:cNvSpPr/>
              <p:nvPr/>
            </p:nvSpPr>
            <p:spPr>
              <a:xfrm>
                <a:off x="4142434" y="1994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7" name="Freeform 26556">
                <a:extLst>
                  <a:ext uri="{FF2B5EF4-FFF2-40B4-BE49-F238E27FC236}">
                    <a16:creationId xmlns:a16="http://schemas.microsoft.com/office/drawing/2014/main" id="{27F8DBEF-7ED9-852F-F98A-45E3DEBB6246}"/>
                  </a:ext>
                </a:extLst>
              </p:cNvPr>
              <p:cNvSpPr/>
              <p:nvPr/>
            </p:nvSpPr>
            <p:spPr>
              <a:xfrm>
                <a:off x="4142930" y="2005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8" name="Freeform 26557">
                <a:extLst>
                  <a:ext uri="{FF2B5EF4-FFF2-40B4-BE49-F238E27FC236}">
                    <a16:creationId xmlns:a16="http://schemas.microsoft.com/office/drawing/2014/main" id="{28F70A30-CCB2-C008-5941-D9DC174CD5E5}"/>
                  </a:ext>
                </a:extLst>
              </p:cNvPr>
              <p:cNvSpPr/>
              <p:nvPr/>
            </p:nvSpPr>
            <p:spPr>
              <a:xfrm>
                <a:off x="4143526" y="199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59" name="Freeform 26558">
                <a:extLst>
                  <a:ext uri="{FF2B5EF4-FFF2-40B4-BE49-F238E27FC236}">
                    <a16:creationId xmlns:a16="http://schemas.microsoft.com/office/drawing/2014/main" id="{06C0689E-1B04-7754-85B5-255814B6B897}"/>
                  </a:ext>
                </a:extLst>
              </p:cNvPr>
              <p:cNvSpPr/>
              <p:nvPr/>
            </p:nvSpPr>
            <p:spPr>
              <a:xfrm>
                <a:off x="4144022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0" name="Freeform 26559">
                <a:extLst>
                  <a:ext uri="{FF2B5EF4-FFF2-40B4-BE49-F238E27FC236}">
                    <a16:creationId xmlns:a16="http://schemas.microsoft.com/office/drawing/2014/main" id="{A3794CC7-6610-EDD6-D3F2-AE0A060B56B0}"/>
                  </a:ext>
                </a:extLst>
              </p:cNvPr>
              <p:cNvSpPr/>
              <p:nvPr/>
            </p:nvSpPr>
            <p:spPr>
              <a:xfrm>
                <a:off x="4144518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1" name="Freeform 26560">
                <a:extLst>
                  <a:ext uri="{FF2B5EF4-FFF2-40B4-BE49-F238E27FC236}">
                    <a16:creationId xmlns:a16="http://schemas.microsoft.com/office/drawing/2014/main" id="{D842F97D-956A-EF7B-6F59-DE832CEB2B58}"/>
                  </a:ext>
                </a:extLst>
              </p:cNvPr>
              <p:cNvSpPr/>
              <p:nvPr/>
            </p:nvSpPr>
            <p:spPr>
              <a:xfrm>
                <a:off x="4145113" y="19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2" name="Freeform 26561">
                <a:extLst>
                  <a:ext uri="{FF2B5EF4-FFF2-40B4-BE49-F238E27FC236}">
                    <a16:creationId xmlns:a16="http://schemas.microsoft.com/office/drawing/2014/main" id="{8E3E1688-C5D0-955F-33CC-9E89B328FBDC}"/>
                  </a:ext>
                </a:extLst>
              </p:cNvPr>
              <p:cNvSpPr/>
              <p:nvPr/>
            </p:nvSpPr>
            <p:spPr>
              <a:xfrm>
                <a:off x="4145609" y="2009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3" name="Freeform 26562">
                <a:extLst>
                  <a:ext uri="{FF2B5EF4-FFF2-40B4-BE49-F238E27FC236}">
                    <a16:creationId xmlns:a16="http://schemas.microsoft.com/office/drawing/2014/main" id="{848C1B8A-0B57-3A04-D900-7196D697F0F9}"/>
                  </a:ext>
                </a:extLst>
              </p:cNvPr>
              <p:cNvSpPr/>
              <p:nvPr/>
            </p:nvSpPr>
            <p:spPr>
              <a:xfrm>
                <a:off x="4146105" y="1567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4" name="Freeform 26563">
                <a:extLst>
                  <a:ext uri="{FF2B5EF4-FFF2-40B4-BE49-F238E27FC236}">
                    <a16:creationId xmlns:a16="http://schemas.microsoft.com/office/drawing/2014/main" id="{9EF6C7DA-D6EB-A3D8-5C07-92F01842DB43}"/>
                  </a:ext>
                </a:extLst>
              </p:cNvPr>
              <p:cNvSpPr/>
              <p:nvPr/>
            </p:nvSpPr>
            <p:spPr>
              <a:xfrm>
                <a:off x="4146701" y="1424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5" name="Freeform 26564">
                <a:extLst>
                  <a:ext uri="{FF2B5EF4-FFF2-40B4-BE49-F238E27FC236}">
                    <a16:creationId xmlns:a16="http://schemas.microsoft.com/office/drawing/2014/main" id="{D905874E-30D1-431B-7DE7-EACEC7012ED3}"/>
                  </a:ext>
                </a:extLst>
              </p:cNvPr>
              <p:cNvSpPr/>
              <p:nvPr/>
            </p:nvSpPr>
            <p:spPr>
              <a:xfrm>
                <a:off x="4147197" y="1337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6" name="Freeform 26565">
                <a:extLst>
                  <a:ext uri="{FF2B5EF4-FFF2-40B4-BE49-F238E27FC236}">
                    <a16:creationId xmlns:a16="http://schemas.microsoft.com/office/drawing/2014/main" id="{3BA5D3C1-A83F-A4B0-06FB-706708B69AFC}"/>
                  </a:ext>
                </a:extLst>
              </p:cNvPr>
              <p:cNvSpPr/>
              <p:nvPr/>
            </p:nvSpPr>
            <p:spPr>
              <a:xfrm>
                <a:off x="4147693" y="1366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7" name="Freeform 26566">
                <a:extLst>
                  <a:ext uri="{FF2B5EF4-FFF2-40B4-BE49-F238E27FC236}">
                    <a16:creationId xmlns:a16="http://schemas.microsoft.com/office/drawing/2014/main" id="{F102D2D8-82B7-F380-F7D4-D1DEAED19F69}"/>
                  </a:ext>
                </a:extLst>
              </p:cNvPr>
              <p:cNvSpPr/>
              <p:nvPr/>
            </p:nvSpPr>
            <p:spPr>
              <a:xfrm>
                <a:off x="4148288" y="1390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8" name="Freeform 26567">
                <a:extLst>
                  <a:ext uri="{FF2B5EF4-FFF2-40B4-BE49-F238E27FC236}">
                    <a16:creationId xmlns:a16="http://schemas.microsoft.com/office/drawing/2014/main" id="{45265F20-9AA6-995C-F786-B62D77A325B9}"/>
                  </a:ext>
                </a:extLst>
              </p:cNvPr>
              <p:cNvSpPr/>
              <p:nvPr/>
            </p:nvSpPr>
            <p:spPr>
              <a:xfrm>
                <a:off x="4148784" y="1331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69" name="Freeform 26568">
                <a:extLst>
                  <a:ext uri="{FF2B5EF4-FFF2-40B4-BE49-F238E27FC236}">
                    <a16:creationId xmlns:a16="http://schemas.microsoft.com/office/drawing/2014/main" id="{55B91EAB-B570-497A-5A6E-8970868C90AE}"/>
                  </a:ext>
                </a:extLst>
              </p:cNvPr>
              <p:cNvSpPr/>
              <p:nvPr/>
            </p:nvSpPr>
            <p:spPr>
              <a:xfrm>
                <a:off x="4149280" y="1229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0" name="Freeform 26569">
                <a:extLst>
                  <a:ext uri="{FF2B5EF4-FFF2-40B4-BE49-F238E27FC236}">
                    <a16:creationId xmlns:a16="http://schemas.microsoft.com/office/drawing/2014/main" id="{1BEE54C2-F882-69C2-72FD-563170769AB1}"/>
                  </a:ext>
                </a:extLst>
              </p:cNvPr>
              <p:cNvSpPr/>
              <p:nvPr/>
            </p:nvSpPr>
            <p:spPr>
              <a:xfrm>
                <a:off x="4149777" y="11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1" name="Freeform 26570">
                <a:extLst>
                  <a:ext uri="{FF2B5EF4-FFF2-40B4-BE49-F238E27FC236}">
                    <a16:creationId xmlns:a16="http://schemas.microsoft.com/office/drawing/2014/main" id="{F940660C-3990-9AF0-0634-51BABD0F7CE7}"/>
                  </a:ext>
                </a:extLst>
              </p:cNvPr>
              <p:cNvSpPr/>
              <p:nvPr/>
            </p:nvSpPr>
            <p:spPr>
              <a:xfrm>
                <a:off x="4150372" y="1108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2" name="Freeform 26571">
                <a:extLst>
                  <a:ext uri="{FF2B5EF4-FFF2-40B4-BE49-F238E27FC236}">
                    <a16:creationId xmlns:a16="http://schemas.microsoft.com/office/drawing/2014/main" id="{E3431E2E-B923-5075-7A02-E1DEE09F2176}"/>
                  </a:ext>
                </a:extLst>
              </p:cNvPr>
              <p:cNvSpPr/>
              <p:nvPr/>
            </p:nvSpPr>
            <p:spPr>
              <a:xfrm>
                <a:off x="4150868" y="1039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3" name="Freeform 26572">
                <a:extLst>
                  <a:ext uri="{FF2B5EF4-FFF2-40B4-BE49-F238E27FC236}">
                    <a16:creationId xmlns:a16="http://schemas.microsoft.com/office/drawing/2014/main" id="{C1EF47FA-BB09-06C7-65C3-5D4631410A34}"/>
                  </a:ext>
                </a:extLst>
              </p:cNvPr>
              <p:cNvSpPr/>
              <p:nvPr/>
            </p:nvSpPr>
            <p:spPr>
              <a:xfrm>
                <a:off x="4151364" y="1020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4" name="Freeform 26573">
                <a:extLst>
                  <a:ext uri="{FF2B5EF4-FFF2-40B4-BE49-F238E27FC236}">
                    <a16:creationId xmlns:a16="http://schemas.microsoft.com/office/drawing/2014/main" id="{A1E7B9C6-10FE-8563-75E3-9602800B1135}"/>
                  </a:ext>
                </a:extLst>
              </p:cNvPr>
              <p:cNvSpPr/>
              <p:nvPr/>
            </p:nvSpPr>
            <p:spPr>
              <a:xfrm>
                <a:off x="4151959" y="996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5" name="Freeform 26574">
                <a:extLst>
                  <a:ext uri="{FF2B5EF4-FFF2-40B4-BE49-F238E27FC236}">
                    <a16:creationId xmlns:a16="http://schemas.microsoft.com/office/drawing/2014/main" id="{D1532150-DA9A-5B05-1B6A-AECCE6C77C63}"/>
                  </a:ext>
                </a:extLst>
              </p:cNvPr>
              <p:cNvSpPr/>
              <p:nvPr/>
            </p:nvSpPr>
            <p:spPr>
              <a:xfrm>
                <a:off x="4152455" y="1004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6" name="Freeform 26575">
                <a:extLst>
                  <a:ext uri="{FF2B5EF4-FFF2-40B4-BE49-F238E27FC236}">
                    <a16:creationId xmlns:a16="http://schemas.microsoft.com/office/drawing/2014/main" id="{81D9C5C9-231F-F9B9-9E59-DB881A8CC2F4}"/>
                  </a:ext>
                </a:extLst>
              </p:cNvPr>
              <p:cNvSpPr/>
              <p:nvPr/>
            </p:nvSpPr>
            <p:spPr>
              <a:xfrm>
                <a:off x="4152952" y="1075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7" name="Freeform 26576">
                <a:extLst>
                  <a:ext uri="{FF2B5EF4-FFF2-40B4-BE49-F238E27FC236}">
                    <a16:creationId xmlns:a16="http://schemas.microsoft.com/office/drawing/2014/main" id="{EA1E8452-2723-5E2F-9B67-5C59C7617A4B}"/>
                  </a:ext>
                </a:extLst>
              </p:cNvPr>
              <p:cNvSpPr/>
              <p:nvPr/>
            </p:nvSpPr>
            <p:spPr>
              <a:xfrm>
                <a:off x="4153547" y="1173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8" name="Freeform 26577">
                <a:extLst>
                  <a:ext uri="{FF2B5EF4-FFF2-40B4-BE49-F238E27FC236}">
                    <a16:creationId xmlns:a16="http://schemas.microsoft.com/office/drawing/2014/main" id="{DAE212C3-53C5-EF87-389F-B4D889133B24}"/>
                  </a:ext>
                </a:extLst>
              </p:cNvPr>
              <p:cNvSpPr/>
              <p:nvPr/>
            </p:nvSpPr>
            <p:spPr>
              <a:xfrm>
                <a:off x="4154043" y="12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79" name="Freeform 26578">
                <a:extLst>
                  <a:ext uri="{FF2B5EF4-FFF2-40B4-BE49-F238E27FC236}">
                    <a16:creationId xmlns:a16="http://schemas.microsoft.com/office/drawing/2014/main" id="{5603FF64-9313-4DA2-D86C-6D51C13DE5BC}"/>
                  </a:ext>
                </a:extLst>
              </p:cNvPr>
              <p:cNvSpPr/>
              <p:nvPr/>
            </p:nvSpPr>
            <p:spPr>
              <a:xfrm>
                <a:off x="4154539" y="1476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0" name="Freeform 26579">
                <a:extLst>
                  <a:ext uri="{FF2B5EF4-FFF2-40B4-BE49-F238E27FC236}">
                    <a16:creationId xmlns:a16="http://schemas.microsoft.com/office/drawing/2014/main" id="{BEF6765F-56BC-597B-F346-99F503872A09}"/>
                  </a:ext>
                </a:extLst>
              </p:cNvPr>
              <p:cNvSpPr/>
              <p:nvPr/>
            </p:nvSpPr>
            <p:spPr>
              <a:xfrm>
                <a:off x="4155134" y="1896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1" name="Freeform 26580">
                <a:extLst>
                  <a:ext uri="{FF2B5EF4-FFF2-40B4-BE49-F238E27FC236}">
                    <a16:creationId xmlns:a16="http://schemas.microsoft.com/office/drawing/2014/main" id="{79550FE8-A135-29E4-5070-2DC4C9ADB001}"/>
                  </a:ext>
                </a:extLst>
              </p:cNvPr>
              <p:cNvSpPr/>
              <p:nvPr/>
            </p:nvSpPr>
            <p:spPr>
              <a:xfrm>
                <a:off x="4155630" y="19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2" name="Freeform 26581">
                <a:extLst>
                  <a:ext uri="{FF2B5EF4-FFF2-40B4-BE49-F238E27FC236}">
                    <a16:creationId xmlns:a16="http://schemas.microsoft.com/office/drawing/2014/main" id="{A7895851-8051-B4EC-B451-397B1DD09D3A}"/>
                  </a:ext>
                </a:extLst>
              </p:cNvPr>
              <p:cNvSpPr/>
              <p:nvPr/>
            </p:nvSpPr>
            <p:spPr>
              <a:xfrm>
                <a:off x="4156127" y="1898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3" name="Freeform 26582">
                <a:extLst>
                  <a:ext uri="{FF2B5EF4-FFF2-40B4-BE49-F238E27FC236}">
                    <a16:creationId xmlns:a16="http://schemas.microsoft.com/office/drawing/2014/main" id="{AC2FD2CA-C78E-333B-3E14-3709E514D2ED}"/>
                  </a:ext>
                </a:extLst>
              </p:cNvPr>
              <p:cNvSpPr/>
              <p:nvPr/>
            </p:nvSpPr>
            <p:spPr>
              <a:xfrm>
                <a:off x="4156722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4" name="Freeform 26583">
                <a:extLst>
                  <a:ext uri="{FF2B5EF4-FFF2-40B4-BE49-F238E27FC236}">
                    <a16:creationId xmlns:a16="http://schemas.microsoft.com/office/drawing/2014/main" id="{A91D3461-2F73-F042-56A6-DB9FA00AD225}"/>
                  </a:ext>
                </a:extLst>
              </p:cNvPr>
              <p:cNvSpPr/>
              <p:nvPr/>
            </p:nvSpPr>
            <p:spPr>
              <a:xfrm>
                <a:off x="4157218" y="1861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5" name="Freeform 26584">
                <a:extLst>
                  <a:ext uri="{FF2B5EF4-FFF2-40B4-BE49-F238E27FC236}">
                    <a16:creationId xmlns:a16="http://schemas.microsoft.com/office/drawing/2014/main" id="{D8EDCF0C-F938-3605-8F9F-266E7CC224A2}"/>
                  </a:ext>
                </a:extLst>
              </p:cNvPr>
              <p:cNvSpPr/>
              <p:nvPr/>
            </p:nvSpPr>
            <p:spPr>
              <a:xfrm>
                <a:off x="4157714" y="1922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6" name="Freeform 26585">
                <a:extLst>
                  <a:ext uri="{FF2B5EF4-FFF2-40B4-BE49-F238E27FC236}">
                    <a16:creationId xmlns:a16="http://schemas.microsoft.com/office/drawing/2014/main" id="{4ECC95FC-CCB4-550F-3CC9-BDB930DA0B77}"/>
                  </a:ext>
                </a:extLst>
              </p:cNvPr>
              <p:cNvSpPr/>
              <p:nvPr/>
            </p:nvSpPr>
            <p:spPr>
              <a:xfrm>
                <a:off x="4158309" y="1939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7" name="Freeform 26586">
                <a:extLst>
                  <a:ext uri="{FF2B5EF4-FFF2-40B4-BE49-F238E27FC236}">
                    <a16:creationId xmlns:a16="http://schemas.microsoft.com/office/drawing/2014/main" id="{56FD7A5B-D840-EDCB-CEED-864E7E3E8819}"/>
                  </a:ext>
                </a:extLst>
              </p:cNvPr>
              <p:cNvSpPr/>
              <p:nvPr/>
            </p:nvSpPr>
            <p:spPr>
              <a:xfrm>
                <a:off x="4158805" y="1426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8" name="Freeform 26587">
                <a:extLst>
                  <a:ext uri="{FF2B5EF4-FFF2-40B4-BE49-F238E27FC236}">
                    <a16:creationId xmlns:a16="http://schemas.microsoft.com/office/drawing/2014/main" id="{537CCF90-52D6-B4F8-1FB1-FFC2F227ADC7}"/>
                  </a:ext>
                </a:extLst>
              </p:cNvPr>
              <p:cNvSpPr/>
              <p:nvPr/>
            </p:nvSpPr>
            <p:spPr>
              <a:xfrm>
                <a:off x="4159302" y="1320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89" name="Freeform 26588">
                <a:extLst>
                  <a:ext uri="{FF2B5EF4-FFF2-40B4-BE49-F238E27FC236}">
                    <a16:creationId xmlns:a16="http://schemas.microsoft.com/office/drawing/2014/main" id="{A3CDE04A-6766-10F7-757F-B039D1A042FF}"/>
                  </a:ext>
                </a:extLst>
              </p:cNvPr>
              <p:cNvSpPr/>
              <p:nvPr/>
            </p:nvSpPr>
            <p:spPr>
              <a:xfrm>
                <a:off x="4159897" y="1352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0" name="Freeform 26589">
                <a:extLst>
                  <a:ext uri="{FF2B5EF4-FFF2-40B4-BE49-F238E27FC236}">
                    <a16:creationId xmlns:a16="http://schemas.microsoft.com/office/drawing/2014/main" id="{8ACB1D00-BB48-DDE8-3722-4F241864B7EF}"/>
                  </a:ext>
                </a:extLst>
              </p:cNvPr>
              <p:cNvSpPr/>
              <p:nvPr/>
            </p:nvSpPr>
            <p:spPr>
              <a:xfrm>
                <a:off x="4160393" y="1403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1" name="Freeform 26590">
                <a:extLst>
                  <a:ext uri="{FF2B5EF4-FFF2-40B4-BE49-F238E27FC236}">
                    <a16:creationId xmlns:a16="http://schemas.microsoft.com/office/drawing/2014/main" id="{4DB951AF-F9A9-88CE-1B4C-B63EA713E64C}"/>
                  </a:ext>
                </a:extLst>
              </p:cNvPr>
              <p:cNvSpPr/>
              <p:nvPr/>
            </p:nvSpPr>
            <p:spPr>
              <a:xfrm>
                <a:off x="4160889" y="1389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2" name="Freeform 26591">
                <a:extLst>
                  <a:ext uri="{FF2B5EF4-FFF2-40B4-BE49-F238E27FC236}">
                    <a16:creationId xmlns:a16="http://schemas.microsoft.com/office/drawing/2014/main" id="{26D434E6-2210-12C3-8359-066AC3F1CF2F}"/>
                  </a:ext>
                </a:extLst>
              </p:cNvPr>
              <p:cNvSpPr/>
              <p:nvPr/>
            </p:nvSpPr>
            <p:spPr>
              <a:xfrm>
                <a:off x="4161484" y="1297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3" name="Freeform 26592">
                <a:extLst>
                  <a:ext uri="{FF2B5EF4-FFF2-40B4-BE49-F238E27FC236}">
                    <a16:creationId xmlns:a16="http://schemas.microsoft.com/office/drawing/2014/main" id="{D93045B4-6213-EED9-4BF8-D37D00CE2D36}"/>
                  </a:ext>
                </a:extLst>
              </p:cNvPr>
              <p:cNvSpPr/>
              <p:nvPr/>
            </p:nvSpPr>
            <p:spPr>
              <a:xfrm>
                <a:off x="4161980" y="1307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4" name="Freeform 26593">
                <a:extLst>
                  <a:ext uri="{FF2B5EF4-FFF2-40B4-BE49-F238E27FC236}">
                    <a16:creationId xmlns:a16="http://schemas.microsoft.com/office/drawing/2014/main" id="{D98CD794-7462-C07A-AF2B-388BA0D2F4FA}"/>
                  </a:ext>
                </a:extLst>
              </p:cNvPr>
              <p:cNvSpPr/>
              <p:nvPr/>
            </p:nvSpPr>
            <p:spPr>
              <a:xfrm>
                <a:off x="4162477" y="1231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5" name="Freeform 26594">
                <a:extLst>
                  <a:ext uri="{FF2B5EF4-FFF2-40B4-BE49-F238E27FC236}">
                    <a16:creationId xmlns:a16="http://schemas.microsoft.com/office/drawing/2014/main" id="{5D7C9C7F-581F-48DA-4227-B244820F39DE}"/>
                  </a:ext>
                </a:extLst>
              </p:cNvPr>
              <p:cNvSpPr/>
              <p:nvPr/>
            </p:nvSpPr>
            <p:spPr>
              <a:xfrm>
                <a:off x="4162973" y="1122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6" name="Freeform 26595">
                <a:extLst>
                  <a:ext uri="{FF2B5EF4-FFF2-40B4-BE49-F238E27FC236}">
                    <a16:creationId xmlns:a16="http://schemas.microsoft.com/office/drawing/2014/main" id="{5844A8C4-90C1-CCCA-7C3D-F7C492879ED7}"/>
                  </a:ext>
                </a:extLst>
              </p:cNvPr>
              <p:cNvSpPr/>
              <p:nvPr/>
            </p:nvSpPr>
            <p:spPr>
              <a:xfrm>
                <a:off x="4163568" y="1106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7" name="Freeform 26596">
                <a:extLst>
                  <a:ext uri="{FF2B5EF4-FFF2-40B4-BE49-F238E27FC236}">
                    <a16:creationId xmlns:a16="http://schemas.microsoft.com/office/drawing/2014/main" id="{A1754367-D3E6-2777-0E54-9A29FC994A51}"/>
                  </a:ext>
                </a:extLst>
              </p:cNvPr>
              <p:cNvSpPr/>
              <p:nvPr/>
            </p:nvSpPr>
            <p:spPr>
              <a:xfrm>
                <a:off x="4164064" y="1085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8" name="Freeform 26597">
                <a:extLst>
                  <a:ext uri="{FF2B5EF4-FFF2-40B4-BE49-F238E27FC236}">
                    <a16:creationId xmlns:a16="http://schemas.microsoft.com/office/drawing/2014/main" id="{B7DB607F-9130-6347-37BB-E88779E1CE59}"/>
                  </a:ext>
                </a:extLst>
              </p:cNvPr>
              <p:cNvSpPr/>
              <p:nvPr/>
            </p:nvSpPr>
            <p:spPr>
              <a:xfrm>
                <a:off x="4164560" y="1071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99" name="Freeform 26598">
                <a:extLst>
                  <a:ext uri="{FF2B5EF4-FFF2-40B4-BE49-F238E27FC236}">
                    <a16:creationId xmlns:a16="http://schemas.microsoft.com/office/drawing/2014/main" id="{32F1EDAB-B2BD-3C6A-3779-5834AC31CB21}"/>
                  </a:ext>
                </a:extLst>
              </p:cNvPr>
              <p:cNvSpPr/>
              <p:nvPr/>
            </p:nvSpPr>
            <p:spPr>
              <a:xfrm>
                <a:off x="4165155" y="1079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0" name="Freeform 26599">
                <a:extLst>
                  <a:ext uri="{FF2B5EF4-FFF2-40B4-BE49-F238E27FC236}">
                    <a16:creationId xmlns:a16="http://schemas.microsoft.com/office/drawing/2014/main" id="{930871CA-C32D-6017-C757-3001BD41F4B8}"/>
                  </a:ext>
                </a:extLst>
              </p:cNvPr>
              <p:cNvSpPr/>
              <p:nvPr/>
            </p:nvSpPr>
            <p:spPr>
              <a:xfrm>
                <a:off x="4165652" y="1116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1" name="Freeform 26600">
                <a:extLst>
                  <a:ext uri="{FF2B5EF4-FFF2-40B4-BE49-F238E27FC236}">
                    <a16:creationId xmlns:a16="http://schemas.microsoft.com/office/drawing/2014/main" id="{2A8AE40E-FEA5-AB3C-76EE-4D1A1D77ABF5}"/>
                  </a:ext>
                </a:extLst>
              </p:cNvPr>
              <p:cNvSpPr/>
              <p:nvPr/>
            </p:nvSpPr>
            <p:spPr>
              <a:xfrm>
                <a:off x="4166148" y="1180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2" name="Freeform 26601">
                <a:extLst>
                  <a:ext uri="{FF2B5EF4-FFF2-40B4-BE49-F238E27FC236}">
                    <a16:creationId xmlns:a16="http://schemas.microsoft.com/office/drawing/2014/main" id="{CC4B1AEA-57F1-F1F1-F434-7DF814AA1628}"/>
                  </a:ext>
                </a:extLst>
              </p:cNvPr>
              <p:cNvSpPr/>
              <p:nvPr/>
            </p:nvSpPr>
            <p:spPr>
              <a:xfrm>
                <a:off x="4166743" y="1291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3" name="Freeform 26602">
                <a:extLst>
                  <a:ext uri="{FF2B5EF4-FFF2-40B4-BE49-F238E27FC236}">
                    <a16:creationId xmlns:a16="http://schemas.microsoft.com/office/drawing/2014/main" id="{51A88044-C3CC-112F-7D12-E6B2AC1F89D7}"/>
                  </a:ext>
                </a:extLst>
              </p:cNvPr>
              <p:cNvSpPr/>
              <p:nvPr/>
            </p:nvSpPr>
            <p:spPr>
              <a:xfrm>
                <a:off x="4167239" y="1411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4" name="Freeform 26603">
                <a:extLst>
                  <a:ext uri="{FF2B5EF4-FFF2-40B4-BE49-F238E27FC236}">
                    <a16:creationId xmlns:a16="http://schemas.microsoft.com/office/drawing/2014/main" id="{83F6B741-6299-0023-FFDB-228609DC2F67}"/>
                  </a:ext>
                </a:extLst>
              </p:cNvPr>
              <p:cNvSpPr/>
              <p:nvPr/>
            </p:nvSpPr>
            <p:spPr>
              <a:xfrm>
                <a:off x="4167735" y="1808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5" name="Freeform 26604">
                <a:extLst>
                  <a:ext uri="{FF2B5EF4-FFF2-40B4-BE49-F238E27FC236}">
                    <a16:creationId xmlns:a16="http://schemas.microsoft.com/office/drawing/2014/main" id="{E5434C40-E91F-1CB1-A03A-7DE58A85F46A}"/>
                  </a:ext>
                </a:extLst>
              </p:cNvPr>
              <p:cNvSpPr/>
              <p:nvPr/>
            </p:nvSpPr>
            <p:spPr>
              <a:xfrm>
                <a:off x="4168330" y="1866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6" name="Freeform 26605">
                <a:extLst>
                  <a:ext uri="{FF2B5EF4-FFF2-40B4-BE49-F238E27FC236}">
                    <a16:creationId xmlns:a16="http://schemas.microsoft.com/office/drawing/2014/main" id="{CBA6D320-EA16-54AC-309B-5F455B4B6D26}"/>
                  </a:ext>
                </a:extLst>
              </p:cNvPr>
              <p:cNvSpPr/>
              <p:nvPr/>
            </p:nvSpPr>
            <p:spPr>
              <a:xfrm>
                <a:off x="4168827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7" name="Freeform 26606">
                <a:extLst>
                  <a:ext uri="{FF2B5EF4-FFF2-40B4-BE49-F238E27FC236}">
                    <a16:creationId xmlns:a16="http://schemas.microsoft.com/office/drawing/2014/main" id="{86FCA630-BCC2-43F5-1E58-70C3FEDEBF64}"/>
                  </a:ext>
                </a:extLst>
              </p:cNvPr>
              <p:cNvSpPr/>
              <p:nvPr/>
            </p:nvSpPr>
            <p:spPr>
              <a:xfrm>
                <a:off x="4169323" y="1855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8" name="Freeform 26607">
                <a:extLst>
                  <a:ext uri="{FF2B5EF4-FFF2-40B4-BE49-F238E27FC236}">
                    <a16:creationId xmlns:a16="http://schemas.microsoft.com/office/drawing/2014/main" id="{6B6D8AAE-FDD7-4CA1-D879-E3C62F584C6E}"/>
                  </a:ext>
                </a:extLst>
              </p:cNvPr>
              <p:cNvSpPr/>
              <p:nvPr/>
            </p:nvSpPr>
            <p:spPr>
              <a:xfrm>
                <a:off x="4169918" y="1866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09" name="Freeform 26608">
                <a:extLst>
                  <a:ext uri="{FF2B5EF4-FFF2-40B4-BE49-F238E27FC236}">
                    <a16:creationId xmlns:a16="http://schemas.microsoft.com/office/drawing/2014/main" id="{8E555C37-3EB3-4DE1-8B3C-1C59E36AF348}"/>
                  </a:ext>
                </a:extLst>
              </p:cNvPr>
              <p:cNvSpPr/>
              <p:nvPr/>
            </p:nvSpPr>
            <p:spPr>
              <a:xfrm>
                <a:off x="4170414" y="188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0" name="Freeform 26609">
                <a:extLst>
                  <a:ext uri="{FF2B5EF4-FFF2-40B4-BE49-F238E27FC236}">
                    <a16:creationId xmlns:a16="http://schemas.microsoft.com/office/drawing/2014/main" id="{91294C02-FF44-E459-BFE6-3144479B22C8}"/>
                  </a:ext>
                </a:extLst>
              </p:cNvPr>
              <p:cNvSpPr/>
              <p:nvPr/>
            </p:nvSpPr>
            <p:spPr>
              <a:xfrm>
                <a:off x="4170910" y="1845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1" name="Freeform 26610">
                <a:extLst>
                  <a:ext uri="{FF2B5EF4-FFF2-40B4-BE49-F238E27FC236}">
                    <a16:creationId xmlns:a16="http://schemas.microsoft.com/office/drawing/2014/main" id="{E9462B90-2E38-FF72-A9FA-A466A88337C3}"/>
                  </a:ext>
                </a:extLst>
              </p:cNvPr>
              <p:cNvSpPr/>
              <p:nvPr/>
            </p:nvSpPr>
            <p:spPr>
              <a:xfrm>
                <a:off x="4171505" y="1356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2" name="Freeform 26611">
                <a:extLst>
                  <a:ext uri="{FF2B5EF4-FFF2-40B4-BE49-F238E27FC236}">
                    <a16:creationId xmlns:a16="http://schemas.microsoft.com/office/drawing/2014/main" id="{EE7CA828-981B-5521-F873-A36041C7D861}"/>
                  </a:ext>
                </a:extLst>
              </p:cNvPr>
              <p:cNvSpPr/>
              <p:nvPr/>
            </p:nvSpPr>
            <p:spPr>
              <a:xfrm>
                <a:off x="4172002" y="1292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3" name="Freeform 26612">
                <a:extLst>
                  <a:ext uri="{FF2B5EF4-FFF2-40B4-BE49-F238E27FC236}">
                    <a16:creationId xmlns:a16="http://schemas.microsoft.com/office/drawing/2014/main" id="{F237F287-D2F3-36FC-CD62-726E9C69DF03}"/>
                  </a:ext>
                </a:extLst>
              </p:cNvPr>
              <p:cNvSpPr/>
              <p:nvPr/>
            </p:nvSpPr>
            <p:spPr>
              <a:xfrm>
                <a:off x="4172498" y="1395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4" name="Freeform 26613">
                <a:extLst>
                  <a:ext uri="{FF2B5EF4-FFF2-40B4-BE49-F238E27FC236}">
                    <a16:creationId xmlns:a16="http://schemas.microsoft.com/office/drawing/2014/main" id="{887CF8B3-CB95-4334-1954-5E8F8CE8E43E}"/>
                  </a:ext>
                </a:extLst>
              </p:cNvPr>
              <p:cNvSpPr/>
              <p:nvPr/>
            </p:nvSpPr>
            <p:spPr>
              <a:xfrm>
                <a:off x="4173093" y="1404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5" name="Freeform 26614">
                <a:extLst>
                  <a:ext uri="{FF2B5EF4-FFF2-40B4-BE49-F238E27FC236}">
                    <a16:creationId xmlns:a16="http://schemas.microsoft.com/office/drawing/2014/main" id="{FA397B12-F36F-A61B-CCAD-17754B9D12E8}"/>
                  </a:ext>
                </a:extLst>
              </p:cNvPr>
              <p:cNvSpPr/>
              <p:nvPr/>
            </p:nvSpPr>
            <p:spPr>
              <a:xfrm>
                <a:off x="4173589" y="1399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6" name="Freeform 26615">
                <a:extLst>
                  <a:ext uri="{FF2B5EF4-FFF2-40B4-BE49-F238E27FC236}">
                    <a16:creationId xmlns:a16="http://schemas.microsoft.com/office/drawing/2014/main" id="{E6407EC9-9C87-2B1F-EE6C-F299BE5A1887}"/>
                  </a:ext>
                </a:extLst>
              </p:cNvPr>
              <p:cNvSpPr/>
              <p:nvPr/>
            </p:nvSpPr>
            <p:spPr>
              <a:xfrm>
                <a:off x="4174085" y="1389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7" name="Freeform 26616">
                <a:extLst>
                  <a:ext uri="{FF2B5EF4-FFF2-40B4-BE49-F238E27FC236}">
                    <a16:creationId xmlns:a16="http://schemas.microsoft.com/office/drawing/2014/main" id="{F69BAE65-017F-2682-AA37-5D6F23B74FD6}"/>
                  </a:ext>
                </a:extLst>
              </p:cNvPr>
              <p:cNvSpPr/>
              <p:nvPr/>
            </p:nvSpPr>
            <p:spPr>
              <a:xfrm>
                <a:off x="4174581" y="1318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8" name="Freeform 26617">
                <a:extLst>
                  <a:ext uri="{FF2B5EF4-FFF2-40B4-BE49-F238E27FC236}">
                    <a16:creationId xmlns:a16="http://schemas.microsoft.com/office/drawing/2014/main" id="{19CB8345-A87D-A3A6-E952-73F5A94903F8}"/>
                  </a:ext>
                </a:extLst>
              </p:cNvPr>
              <p:cNvSpPr/>
              <p:nvPr/>
            </p:nvSpPr>
            <p:spPr>
              <a:xfrm>
                <a:off x="4175177" y="1206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19" name="Freeform 26618">
                <a:extLst>
                  <a:ext uri="{FF2B5EF4-FFF2-40B4-BE49-F238E27FC236}">
                    <a16:creationId xmlns:a16="http://schemas.microsoft.com/office/drawing/2014/main" id="{CE600837-D7A4-0585-2745-E2C952715C91}"/>
                  </a:ext>
                </a:extLst>
              </p:cNvPr>
              <p:cNvSpPr/>
              <p:nvPr/>
            </p:nvSpPr>
            <p:spPr>
              <a:xfrm>
                <a:off x="4175673" y="1150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0" name="Freeform 26619">
                <a:extLst>
                  <a:ext uri="{FF2B5EF4-FFF2-40B4-BE49-F238E27FC236}">
                    <a16:creationId xmlns:a16="http://schemas.microsoft.com/office/drawing/2014/main" id="{C98C772B-73A9-E9EF-3360-47E8D98E7147}"/>
                  </a:ext>
                </a:extLst>
              </p:cNvPr>
              <p:cNvSpPr/>
              <p:nvPr/>
            </p:nvSpPr>
            <p:spPr>
              <a:xfrm>
                <a:off x="4176169" y="1129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1" name="Freeform 26620">
                <a:extLst>
                  <a:ext uri="{FF2B5EF4-FFF2-40B4-BE49-F238E27FC236}">
                    <a16:creationId xmlns:a16="http://schemas.microsoft.com/office/drawing/2014/main" id="{30954B81-E952-820C-2C01-DF51F8645C69}"/>
                  </a:ext>
                </a:extLst>
              </p:cNvPr>
              <p:cNvSpPr/>
              <p:nvPr/>
            </p:nvSpPr>
            <p:spPr>
              <a:xfrm>
                <a:off x="4176764" y="1100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2" name="Freeform 26621">
                <a:extLst>
                  <a:ext uri="{FF2B5EF4-FFF2-40B4-BE49-F238E27FC236}">
                    <a16:creationId xmlns:a16="http://schemas.microsoft.com/office/drawing/2014/main" id="{1AEAAB41-4367-063E-1A09-94496635D6C2}"/>
                  </a:ext>
                </a:extLst>
              </p:cNvPr>
              <p:cNvSpPr/>
              <p:nvPr/>
            </p:nvSpPr>
            <p:spPr>
              <a:xfrm>
                <a:off x="4177260" y="1104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3" name="Freeform 26622">
                <a:extLst>
                  <a:ext uri="{FF2B5EF4-FFF2-40B4-BE49-F238E27FC236}">
                    <a16:creationId xmlns:a16="http://schemas.microsoft.com/office/drawing/2014/main" id="{4F58B80C-36FE-31D2-736C-22367CA03E1E}"/>
                  </a:ext>
                </a:extLst>
              </p:cNvPr>
              <p:cNvSpPr/>
              <p:nvPr/>
            </p:nvSpPr>
            <p:spPr>
              <a:xfrm>
                <a:off x="4177756" y="1119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4" name="Freeform 26623">
                <a:extLst>
                  <a:ext uri="{FF2B5EF4-FFF2-40B4-BE49-F238E27FC236}">
                    <a16:creationId xmlns:a16="http://schemas.microsoft.com/office/drawing/2014/main" id="{1F49C8D6-0BAB-5E8B-A600-EA561E4C316B}"/>
                  </a:ext>
                </a:extLst>
              </p:cNvPr>
              <p:cNvSpPr/>
              <p:nvPr/>
            </p:nvSpPr>
            <p:spPr>
              <a:xfrm>
                <a:off x="4178352" y="1136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5" name="Freeform 26624">
                <a:extLst>
                  <a:ext uri="{FF2B5EF4-FFF2-40B4-BE49-F238E27FC236}">
                    <a16:creationId xmlns:a16="http://schemas.microsoft.com/office/drawing/2014/main" id="{0A521D05-5F6A-0E72-1F40-77CB27721EA9}"/>
                  </a:ext>
                </a:extLst>
              </p:cNvPr>
              <p:cNvSpPr/>
              <p:nvPr/>
            </p:nvSpPr>
            <p:spPr>
              <a:xfrm>
                <a:off x="4178848" y="1184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6" name="Freeform 26625">
                <a:extLst>
                  <a:ext uri="{FF2B5EF4-FFF2-40B4-BE49-F238E27FC236}">
                    <a16:creationId xmlns:a16="http://schemas.microsoft.com/office/drawing/2014/main" id="{90EB1C41-7140-8E4D-2ABA-4CD84E573220}"/>
                  </a:ext>
                </a:extLst>
              </p:cNvPr>
              <p:cNvSpPr/>
              <p:nvPr/>
            </p:nvSpPr>
            <p:spPr>
              <a:xfrm>
                <a:off x="4179344" y="1324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7" name="Freeform 26626">
                <a:extLst>
                  <a:ext uri="{FF2B5EF4-FFF2-40B4-BE49-F238E27FC236}">
                    <a16:creationId xmlns:a16="http://schemas.microsoft.com/office/drawing/2014/main" id="{15518BF1-35CA-9980-7569-785F7DA5570E}"/>
                  </a:ext>
                </a:extLst>
              </p:cNvPr>
              <p:cNvSpPr/>
              <p:nvPr/>
            </p:nvSpPr>
            <p:spPr>
              <a:xfrm>
                <a:off x="4179939" y="1531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8" name="Freeform 26627">
                <a:extLst>
                  <a:ext uri="{FF2B5EF4-FFF2-40B4-BE49-F238E27FC236}">
                    <a16:creationId xmlns:a16="http://schemas.microsoft.com/office/drawing/2014/main" id="{9AF02256-B953-71D2-11E2-0295704B3110}"/>
                  </a:ext>
                </a:extLst>
              </p:cNvPr>
              <p:cNvSpPr/>
              <p:nvPr/>
            </p:nvSpPr>
            <p:spPr>
              <a:xfrm>
                <a:off x="4180435" y="192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29" name="Freeform 26628">
                <a:extLst>
                  <a:ext uri="{FF2B5EF4-FFF2-40B4-BE49-F238E27FC236}">
                    <a16:creationId xmlns:a16="http://schemas.microsoft.com/office/drawing/2014/main" id="{54C2BBEF-5843-B2B3-3A23-3D79A37C1791}"/>
                  </a:ext>
                </a:extLst>
              </p:cNvPr>
              <p:cNvSpPr/>
              <p:nvPr/>
            </p:nvSpPr>
            <p:spPr>
              <a:xfrm>
                <a:off x="4180931" y="194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0" name="Freeform 26629">
                <a:extLst>
                  <a:ext uri="{FF2B5EF4-FFF2-40B4-BE49-F238E27FC236}">
                    <a16:creationId xmlns:a16="http://schemas.microsoft.com/office/drawing/2014/main" id="{8BD25D79-FBE9-4E5C-332A-E280ECF1544D}"/>
                  </a:ext>
                </a:extLst>
              </p:cNvPr>
              <p:cNvSpPr/>
              <p:nvPr/>
            </p:nvSpPr>
            <p:spPr>
              <a:xfrm>
                <a:off x="4181527" y="1923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1" name="Freeform 26630">
                <a:extLst>
                  <a:ext uri="{FF2B5EF4-FFF2-40B4-BE49-F238E27FC236}">
                    <a16:creationId xmlns:a16="http://schemas.microsoft.com/office/drawing/2014/main" id="{29671E4D-0E95-7848-7857-2301F73AA5C3}"/>
                  </a:ext>
                </a:extLst>
              </p:cNvPr>
              <p:cNvSpPr/>
              <p:nvPr/>
            </p:nvSpPr>
            <p:spPr>
              <a:xfrm>
                <a:off x="4182023" y="1900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2" name="Freeform 26631">
                <a:extLst>
                  <a:ext uri="{FF2B5EF4-FFF2-40B4-BE49-F238E27FC236}">
                    <a16:creationId xmlns:a16="http://schemas.microsoft.com/office/drawing/2014/main" id="{0A49C5C8-7016-F389-2306-6F74C4C78D56}"/>
                  </a:ext>
                </a:extLst>
              </p:cNvPr>
              <p:cNvSpPr/>
              <p:nvPr/>
            </p:nvSpPr>
            <p:spPr>
              <a:xfrm>
                <a:off x="4182519" y="1922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3" name="Freeform 26632">
                <a:extLst>
                  <a:ext uri="{FF2B5EF4-FFF2-40B4-BE49-F238E27FC236}">
                    <a16:creationId xmlns:a16="http://schemas.microsoft.com/office/drawing/2014/main" id="{F14DCEFE-1315-97CB-D253-B5EB818165D4}"/>
                  </a:ext>
                </a:extLst>
              </p:cNvPr>
              <p:cNvSpPr/>
              <p:nvPr/>
            </p:nvSpPr>
            <p:spPr>
              <a:xfrm>
                <a:off x="4183114" y="194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4" name="Freeform 26633">
                <a:extLst>
                  <a:ext uri="{FF2B5EF4-FFF2-40B4-BE49-F238E27FC236}">
                    <a16:creationId xmlns:a16="http://schemas.microsoft.com/office/drawing/2014/main" id="{DE883270-53C2-5895-FD48-55D6C5241930}"/>
                  </a:ext>
                </a:extLst>
              </p:cNvPr>
              <p:cNvSpPr/>
              <p:nvPr/>
            </p:nvSpPr>
            <p:spPr>
              <a:xfrm>
                <a:off x="4183610" y="19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5" name="Freeform 26634">
                <a:extLst>
                  <a:ext uri="{FF2B5EF4-FFF2-40B4-BE49-F238E27FC236}">
                    <a16:creationId xmlns:a16="http://schemas.microsoft.com/office/drawing/2014/main" id="{864991D2-6A53-7503-C16D-66F42DAAF580}"/>
                  </a:ext>
                </a:extLst>
              </p:cNvPr>
              <p:cNvSpPr/>
              <p:nvPr/>
            </p:nvSpPr>
            <p:spPr>
              <a:xfrm>
                <a:off x="4184106" y="1572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6" name="Freeform 26635">
                <a:extLst>
                  <a:ext uri="{FF2B5EF4-FFF2-40B4-BE49-F238E27FC236}">
                    <a16:creationId xmlns:a16="http://schemas.microsoft.com/office/drawing/2014/main" id="{787B6988-E88B-4483-6CFA-158AE181C70F}"/>
                  </a:ext>
                </a:extLst>
              </p:cNvPr>
              <p:cNvSpPr/>
              <p:nvPr/>
            </p:nvSpPr>
            <p:spPr>
              <a:xfrm>
                <a:off x="4184702" y="1390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7" name="Freeform 26636">
                <a:extLst>
                  <a:ext uri="{FF2B5EF4-FFF2-40B4-BE49-F238E27FC236}">
                    <a16:creationId xmlns:a16="http://schemas.microsoft.com/office/drawing/2014/main" id="{3082BB65-E5EB-F4D1-D604-DA37E16B2DD3}"/>
                  </a:ext>
                </a:extLst>
              </p:cNvPr>
              <p:cNvSpPr/>
              <p:nvPr/>
            </p:nvSpPr>
            <p:spPr>
              <a:xfrm>
                <a:off x="4185198" y="1386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8" name="Freeform 26637">
                <a:extLst>
                  <a:ext uri="{FF2B5EF4-FFF2-40B4-BE49-F238E27FC236}">
                    <a16:creationId xmlns:a16="http://schemas.microsoft.com/office/drawing/2014/main" id="{EFFDC7BB-A554-5E5B-402A-FD59742CBDF0}"/>
                  </a:ext>
                </a:extLst>
              </p:cNvPr>
              <p:cNvSpPr/>
              <p:nvPr/>
            </p:nvSpPr>
            <p:spPr>
              <a:xfrm>
                <a:off x="4185694" y="1320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39" name="Freeform 26638">
                <a:extLst>
                  <a:ext uri="{FF2B5EF4-FFF2-40B4-BE49-F238E27FC236}">
                    <a16:creationId xmlns:a16="http://schemas.microsoft.com/office/drawing/2014/main" id="{C91FEAC6-14F6-440F-4DE1-9140C811264D}"/>
                  </a:ext>
                </a:extLst>
              </p:cNvPr>
              <p:cNvSpPr/>
              <p:nvPr/>
            </p:nvSpPr>
            <p:spPr>
              <a:xfrm>
                <a:off x="4186289" y="1351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0" name="Freeform 26639">
                <a:extLst>
                  <a:ext uri="{FF2B5EF4-FFF2-40B4-BE49-F238E27FC236}">
                    <a16:creationId xmlns:a16="http://schemas.microsoft.com/office/drawing/2014/main" id="{D1FB1830-25D0-46B5-0D2E-90DB5939DC22}"/>
                  </a:ext>
                </a:extLst>
              </p:cNvPr>
              <p:cNvSpPr/>
              <p:nvPr/>
            </p:nvSpPr>
            <p:spPr>
              <a:xfrm>
                <a:off x="4186785" y="1400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1" name="Freeform 26640">
                <a:extLst>
                  <a:ext uri="{FF2B5EF4-FFF2-40B4-BE49-F238E27FC236}">
                    <a16:creationId xmlns:a16="http://schemas.microsoft.com/office/drawing/2014/main" id="{12F6E811-B304-5CE6-9613-39A51748CEB2}"/>
                  </a:ext>
                </a:extLst>
              </p:cNvPr>
              <p:cNvSpPr/>
              <p:nvPr/>
            </p:nvSpPr>
            <p:spPr>
              <a:xfrm>
                <a:off x="4187281" y="1335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2" name="Freeform 26641">
                <a:extLst>
                  <a:ext uri="{FF2B5EF4-FFF2-40B4-BE49-F238E27FC236}">
                    <a16:creationId xmlns:a16="http://schemas.microsoft.com/office/drawing/2014/main" id="{EFEE136A-6F71-BBC2-F0D0-920DAA2E4782}"/>
                  </a:ext>
                </a:extLst>
              </p:cNvPr>
              <p:cNvSpPr/>
              <p:nvPr/>
            </p:nvSpPr>
            <p:spPr>
              <a:xfrm>
                <a:off x="4187777" y="1334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3" name="Freeform 26642">
                <a:extLst>
                  <a:ext uri="{FF2B5EF4-FFF2-40B4-BE49-F238E27FC236}">
                    <a16:creationId xmlns:a16="http://schemas.microsoft.com/office/drawing/2014/main" id="{85F5CFDA-8849-FB71-681D-51D0141144C1}"/>
                  </a:ext>
                </a:extLst>
              </p:cNvPr>
              <p:cNvSpPr/>
              <p:nvPr/>
            </p:nvSpPr>
            <p:spPr>
              <a:xfrm>
                <a:off x="4188373" y="1253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4" name="Freeform 26643">
                <a:extLst>
                  <a:ext uri="{FF2B5EF4-FFF2-40B4-BE49-F238E27FC236}">
                    <a16:creationId xmlns:a16="http://schemas.microsoft.com/office/drawing/2014/main" id="{0D023698-CDE6-F536-A90C-15D98F0E6280}"/>
                  </a:ext>
                </a:extLst>
              </p:cNvPr>
              <p:cNvSpPr/>
              <p:nvPr/>
            </p:nvSpPr>
            <p:spPr>
              <a:xfrm>
                <a:off x="4188869" y="1214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5" name="Freeform 26644">
                <a:extLst>
                  <a:ext uri="{FF2B5EF4-FFF2-40B4-BE49-F238E27FC236}">
                    <a16:creationId xmlns:a16="http://schemas.microsoft.com/office/drawing/2014/main" id="{50633D83-56D8-A496-66C5-F6DB916BE2F2}"/>
                  </a:ext>
                </a:extLst>
              </p:cNvPr>
              <p:cNvSpPr/>
              <p:nvPr/>
            </p:nvSpPr>
            <p:spPr>
              <a:xfrm>
                <a:off x="4189365" y="1205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6" name="Freeform 26645">
                <a:extLst>
                  <a:ext uri="{FF2B5EF4-FFF2-40B4-BE49-F238E27FC236}">
                    <a16:creationId xmlns:a16="http://schemas.microsoft.com/office/drawing/2014/main" id="{BEC5022C-3EF2-E3E5-5472-15A4194AA687}"/>
                  </a:ext>
                </a:extLst>
              </p:cNvPr>
              <p:cNvSpPr/>
              <p:nvPr/>
            </p:nvSpPr>
            <p:spPr>
              <a:xfrm>
                <a:off x="4189960" y="1189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7" name="Freeform 26646">
                <a:extLst>
                  <a:ext uri="{FF2B5EF4-FFF2-40B4-BE49-F238E27FC236}">
                    <a16:creationId xmlns:a16="http://schemas.microsoft.com/office/drawing/2014/main" id="{A189CA9F-6A54-989C-FBB0-FC303F566285}"/>
                  </a:ext>
                </a:extLst>
              </p:cNvPr>
              <p:cNvSpPr/>
              <p:nvPr/>
            </p:nvSpPr>
            <p:spPr>
              <a:xfrm>
                <a:off x="4190456" y="11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8" name="Freeform 26647">
                <a:extLst>
                  <a:ext uri="{FF2B5EF4-FFF2-40B4-BE49-F238E27FC236}">
                    <a16:creationId xmlns:a16="http://schemas.microsoft.com/office/drawing/2014/main" id="{70A8D2BA-FEF8-A0AE-536C-639A8481112E}"/>
                  </a:ext>
                </a:extLst>
              </p:cNvPr>
              <p:cNvSpPr/>
              <p:nvPr/>
            </p:nvSpPr>
            <p:spPr>
              <a:xfrm>
                <a:off x="4190952" y="1221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49" name="Freeform 26648">
                <a:extLst>
                  <a:ext uri="{FF2B5EF4-FFF2-40B4-BE49-F238E27FC236}">
                    <a16:creationId xmlns:a16="http://schemas.microsoft.com/office/drawing/2014/main" id="{CF5DA3E1-06CC-1E91-918E-28D3E6E7E47B}"/>
                  </a:ext>
                </a:extLst>
              </p:cNvPr>
              <p:cNvSpPr/>
              <p:nvPr/>
            </p:nvSpPr>
            <p:spPr>
              <a:xfrm>
                <a:off x="4191548" y="1288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0" name="Freeform 26649">
                <a:extLst>
                  <a:ext uri="{FF2B5EF4-FFF2-40B4-BE49-F238E27FC236}">
                    <a16:creationId xmlns:a16="http://schemas.microsoft.com/office/drawing/2014/main" id="{365A7F76-5769-CA43-4271-BCB7CA3CCBD0}"/>
                  </a:ext>
                </a:extLst>
              </p:cNvPr>
              <p:cNvSpPr/>
              <p:nvPr/>
            </p:nvSpPr>
            <p:spPr>
              <a:xfrm>
                <a:off x="4192044" y="1396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1" name="Freeform 26650">
                <a:extLst>
                  <a:ext uri="{FF2B5EF4-FFF2-40B4-BE49-F238E27FC236}">
                    <a16:creationId xmlns:a16="http://schemas.microsoft.com/office/drawing/2014/main" id="{F6432380-B515-049C-9D2D-D4BD78776237}"/>
                  </a:ext>
                </a:extLst>
              </p:cNvPr>
              <p:cNvSpPr/>
              <p:nvPr/>
            </p:nvSpPr>
            <p:spPr>
              <a:xfrm>
                <a:off x="4192540" y="1721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2" name="Freeform 26651">
                <a:extLst>
                  <a:ext uri="{FF2B5EF4-FFF2-40B4-BE49-F238E27FC236}">
                    <a16:creationId xmlns:a16="http://schemas.microsoft.com/office/drawing/2014/main" id="{F07F7491-C011-29A6-A246-1A4B30188D6C}"/>
                  </a:ext>
                </a:extLst>
              </p:cNvPr>
              <p:cNvSpPr/>
              <p:nvPr/>
            </p:nvSpPr>
            <p:spPr>
              <a:xfrm>
                <a:off x="4193135" y="2065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3" name="Freeform 26652">
                <a:extLst>
                  <a:ext uri="{FF2B5EF4-FFF2-40B4-BE49-F238E27FC236}">
                    <a16:creationId xmlns:a16="http://schemas.microsoft.com/office/drawing/2014/main" id="{BD7CBE08-5173-721A-B015-8CCC444DCDFC}"/>
                  </a:ext>
                </a:extLst>
              </p:cNvPr>
              <p:cNvSpPr/>
              <p:nvPr/>
            </p:nvSpPr>
            <p:spPr>
              <a:xfrm>
                <a:off x="4193631" y="2060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4" name="Freeform 26653">
                <a:extLst>
                  <a:ext uri="{FF2B5EF4-FFF2-40B4-BE49-F238E27FC236}">
                    <a16:creationId xmlns:a16="http://schemas.microsoft.com/office/drawing/2014/main" id="{046CEEE0-2AD9-1455-4404-5829ABEB17BF}"/>
                  </a:ext>
                </a:extLst>
              </p:cNvPr>
              <p:cNvSpPr/>
              <p:nvPr/>
            </p:nvSpPr>
            <p:spPr>
              <a:xfrm>
                <a:off x="4194127" y="204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5" name="Freeform 26654">
                <a:extLst>
                  <a:ext uri="{FF2B5EF4-FFF2-40B4-BE49-F238E27FC236}">
                    <a16:creationId xmlns:a16="http://schemas.microsoft.com/office/drawing/2014/main" id="{E3812175-5032-7AFE-1DF0-94F3FBD8E5B6}"/>
                  </a:ext>
                </a:extLst>
              </p:cNvPr>
              <p:cNvSpPr/>
              <p:nvPr/>
            </p:nvSpPr>
            <p:spPr>
              <a:xfrm>
                <a:off x="4194723" y="2026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6" name="Freeform 26655">
                <a:extLst>
                  <a:ext uri="{FF2B5EF4-FFF2-40B4-BE49-F238E27FC236}">
                    <a16:creationId xmlns:a16="http://schemas.microsoft.com/office/drawing/2014/main" id="{39F9FAAA-2255-2555-72B6-538D4EECB4EB}"/>
                  </a:ext>
                </a:extLst>
              </p:cNvPr>
              <p:cNvSpPr/>
              <p:nvPr/>
            </p:nvSpPr>
            <p:spPr>
              <a:xfrm>
                <a:off x="4195219" y="202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7" name="Freeform 26656">
                <a:extLst>
                  <a:ext uri="{FF2B5EF4-FFF2-40B4-BE49-F238E27FC236}">
                    <a16:creationId xmlns:a16="http://schemas.microsoft.com/office/drawing/2014/main" id="{71C92547-F24A-733D-FE9D-D154949F9DBE}"/>
                  </a:ext>
                </a:extLst>
              </p:cNvPr>
              <p:cNvSpPr/>
              <p:nvPr/>
            </p:nvSpPr>
            <p:spPr>
              <a:xfrm>
                <a:off x="4195715" y="2069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8" name="Freeform 26657">
                <a:extLst>
                  <a:ext uri="{FF2B5EF4-FFF2-40B4-BE49-F238E27FC236}">
                    <a16:creationId xmlns:a16="http://schemas.microsoft.com/office/drawing/2014/main" id="{DADC567C-E85C-B531-0E11-0BBC4F89FECD}"/>
                  </a:ext>
                </a:extLst>
              </p:cNvPr>
              <p:cNvSpPr/>
              <p:nvPr/>
            </p:nvSpPr>
            <p:spPr>
              <a:xfrm>
                <a:off x="4196310" y="2062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59" name="Freeform 26658">
                <a:extLst>
                  <a:ext uri="{FF2B5EF4-FFF2-40B4-BE49-F238E27FC236}">
                    <a16:creationId xmlns:a16="http://schemas.microsoft.com/office/drawing/2014/main" id="{90D2E66D-8E66-B71C-C552-99EA6C96DE2D}"/>
                  </a:ext>
                </a:extLst>
              </p:cNvPr>
              <p:cNvSpPr/>
              <p:nvPr/>
            </p:nvSpPr>
            <p:spPr>
              <a:xfrm>
                <a:off x="4196806" y="1642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0" name="Freeform 26659">
                <a:extLst>
                  <a:ext uri="{FF2B5EF4-FFF2-40B4-BE49-F238E27FC236}">
                    <a16:creationId xmlns:a16="http://schemas.microsoft.com/office/drawing/2014/main" id="{5EBF5853-F989-4D4B-B5AF-2C077A11FF04}"/>
                  </a:ext>
                </a:extLst>
              </p:cNvPr>
              <p:cNvSpPr/>
              <p:nvPr/>
            </p:nvSpPr>
            <p:spPr>
              <a:xfrm>
                <a:off x="4197302" y="1402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1" name="Freeform 26660">
                <a:extLst>
                  <a:ext uri="{FF2B5EF4-FFF2-40B4-BE49-F238E27FC236}">
                    <a16:creationId xmlns:a16="http://schemas.microsoft.com/office/drawing/2014/main" id="{20A250FA-BB5C-CFAD-EC83-CB1960C0728C}"/>
                  </a:ext>
                </a:extLst>
              </p:cNvPr>
              <p:cNvSpPr/>
              <p:nvPr/>
            </p:nvSpPr>
            <p:spPr>
              <a:xfrm>
                <a:off x="4197898" y="1458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2" name="Freeform 26661">
                <a:extLst>
                  <a:ext uri="{FF2B5EF4-FFF2-40B4-BE49-F238E27FC236}">
                    <a16:creationId xmlns:a16="http://schemas.microsoft.com/office/drawing/2014/main" id="{ABAB392B-13AC-DE83-9714-F572BE8BC74C}"/>
                  </a:ext>
                </a:extLst>
              </p:cNvPr>
              <p:cNvSpPr/>
              <p:nvPr/>
            </p:nvSpPr>
            <p:spPr>
              <a:xfrm>
                <a:off x="4198394" y="1472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3" name="Freeform 26662">
                <a:extLst>
                  <a:ext uri="{FF2B5EF4-FFF2-40B4-BE49-F238E27FC236}">
                    <a16:creationId xmlns:a16="http://schemas.microsoft.com/office/drawing/2014/main" id="{09E2AF52-62EB-3367-48CB-A2A86E129AA4}"/>
                  </a:ext>
                </a:extLst>
              </p:cNvPr>
              <p:cNvSpPr/>
              <p:nvPr/>
            </p:nvSpPr>
            <p:spPr>
              <a:xfrm>
                <a:off x="4198890" y="1487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4" name="Freeform 26663">
                <a:extLst>
                  <a:ext uri="{FF2B5EF4-FFF2-40B4-BE49-F238E27FC236}">
                    <a16:creationId xmlns:a16="http://schemas.microsoft.com/office/drawing/2014/main" id="{DDD62BD0-6113-5F84-EB4B-B04D91E32871}"/>
                  </a:ext>
                </a:extLst>
              </p:cNvPr>
              <p:cNvSpPr/>
              <p:nvPr/>
            </p:nvSpPr>
            <p:spPr>
              <a:xfrm>
                <a:off x="4199386" y="1454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5" name="Freeform 26664">
                <a:extLst>
                  <a:ext uri="{FF2B5EF4-FFF2-40B4-BE49-F238E27FC236}">
                    <a16:creationId xmlns:a16="http://schemas.microsoft.com/office/drawing/2014/main" id="{0B0C34D9-A4BE-BF41-FD49-9DB2DF87364A}"/>
                  </a:ext>
                </a:extLst>
              </p:cNvPr>
              <p:cNvSpPr/>
              <p:nvPr/>
            </p:nvSpPr>
            <p:spPr>
              <a:xfrm>
                <a:off x="4199981" y="1445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6" name="Freeform 26665">
                <a:extLst>
                  <a:ext uri="{FF2B5EF4-FFF2-40B4-BE49-F238E27FC236}">
                    <a16:creationId xmlns:a16="http://schemas.microsoft.com/office/drawing/2014/main" id="{CD16C49A-4434-BB1E-13BE-9B6A9A69859D}"/>
                  </a:ext>
                </a:extLst>
              </p:cNvPr>
              <p:cNvSpPr/>
              <p:nvPr/>
            </p:nvSpPr>
            <p:spPr>
              <a:xfrm>
                <a:off x="4200477" y="1395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7" name="Freeform 26666">
                <a:extLst>
                  <a:ext uri="{FF2B5EF4-FFF2-40B4-BE49-F238E27FC236}">
                    <a16:creationId xmlns:a16="http://schemas.microsoft.com/office/drawing/2014/main" id="{0C378A64-091E-B16F-394D-3B6D8D0EE428}"/>
                  </a:ext>
                </a:extLst>
              </p:cNvPr>
              <p:cNvSpPr/>
              <p:nvPr/>
            </p:nvSpPr>
            <p:spPr>
              <a:xfrm>
                <a:off x="4200973" y="1331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8" name="Freeform 26667">
                <a:extLst>
                  <a:ext uri="{FF2B5EF4-FFF2-40B4-BE49-F238E27FC236}">
                    <a16:creationId xmlns:a16="http://schemas.microsoft.com/office/drawing/2014/main" id="{E951FDEF-6062-8951-50C8-9587DED5C762}"/>
                  </a:ext>
                </a:extLst>
              </p:cNvPr>
              <p:cNvSpPr/>
              <p:nvPr/>
            </p:nvSpPr>
            <p:spPr>
              <a:xfrm>
                <a:off x="4201569" y="1286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69" name="Freeform 26668">
                <a:extLst>
                  <a:ext uri="{FF2B5EF4-FFF2-40B4-BE49-F238E27FC236}">
                    <a16:creationId xmlns:a16="http://schemas.microsoft.com/office/drawing/2014/main" id="{AEA78093-7713-ED12-B88D-89146A6E456E}"/>
                  </a:ext>
                </a:extLst>
              </p:cNvPr>
              <p:cNvSpPr/>
              <p:nvPr/>
            </p:nvSpPr>
            <p:spPr>
              <a:xfrm>
                <a:off x="4202065" y="1229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0" name="Freeform 26669">
                <a:extLst>
                  <a:ext uri="{FF2B5EF4-FFF2-40B4-BE49-F238E27FC236}">
                    <a16:creationId xmlns:a16="http://schemas.microsoft.com/office/drawing/2014/main" id="{F5180744-7460-A14B-A3DF-A7D23C4A592D}"/>
                  </a:ext>
                </a:extLst>
              </p:cNvPr>
              <p:cNvSpPr/>
              <p:nvPr/>
            </p:nvSpPr>
            <p:spPr>
              <a:xfrm>
                <a:off x="4202561" y="121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1" name="Freeform 26670">
                <a:extLst>
                  <a:ext uri="{FF2B5EF4-FFF2-40B4-BE49-F238E27FC236}">
                    <a16:creationId xmlns:a16="http://schemas.microsoft.com/office/drawing/2014/main" id="{42F52196-32BF-A571-18A1-C871F874B609}"/>
                  </a:ext>
                </a:extLst>
              </p:cNvPr>
              <p:cNvSpPr/>
              <p:nvPr/>
            </p:nvSpPr>
            <p:spPr>
              <a:xfrm>
                <a:off x="4203156" y="120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2" name="Freeform 26671">
                <a:extLst>
                  <a:ext uri="{FF2B5EF4-FFF2-40B4-BE49-F238E27FC236}">
                    <a16:creationId xmlns:a16="http://schemas.microsoft.com/office/drawing/2014/main" id="{F3EC3EEB-AC03-DDFE-E0CB-FDDF1BBD8158}"/>
                  </a:ext>
                </a:extLst>
              </p:cNvPr>
              <p:cNvSpPr/>
              <p:nvPr/>
            </p:nvSpPr>
            <p:spPr>
              <a:xfrm>
                <a:off x="4203652" y="1219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3" name="Freeform 26672">
                <a:extLst>
                  <a:ext uri="{FF2B5EF4-FFF2-40B4-BE49-F238E27FC236}">
                    <a16:creationId xmlns:a16="http://schemas.microsoft.com/office/drawing/2014/main" id="{DC688D56-29B5-69C3-6F9B-568B4A74B9CE}"/>
                  </a:ext>
                </a:extLst>
              </p:cNvPr>
              <p:cNvSpPr/>
              <p:nvPr/>
            </p:nvSpPr>
            <p:spPr>
              <a:xfrm>
                <a:off x="4204148" y="1237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4" name="Freeform 26673">
                <a:extLst>
                  <a:ext uri="{FF2B5EF4-FFF2-40B4-BE49-F238E27FC236}">
                    <a16:creationId xmlns:a16="http://schemas.microsoft.com/office/drawing/2014/main" id="{EC7B009F-1B74-4DD5-DA6B-B800525A33C0}"/>
                  </a:ext>
                </a:extLst>
              </p:cNvPr>
              <p:cNvSpPr/>
              <p:nvPr/>
            </p:nvSpPr>
            <p:spPr>
              <a:xfrm>
                <a:off x="4204744" y="1277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5" name="Freeform 26674">
                <a:extLst>
                  <a:ext uri="{FF2B5EF4-FFF2-40B4-BE49-F238E27FC236}">
                    <a16:creationId xmlns:a16="http://schemas.microsoft.com/office/drawing/2014/main" id="{149250D1-EF0B-2D0A-667D-760EE190585C}"/>
                  </a:ext>
                </a:extLst>
              </p:cNvPr>
              <p:cNvSpPr/>
              <p:nvPr/>
            </p:nvSpPr>
            <p:spPr>
              <a:xfrm>
                <a:off x="4205240" y="1575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6" name="Freeform 26675">
                <a:extLst>
                  <a:ext uri="{FF2B5EF4-FFF2-40B4-BE49-F238E27FC236}">
                    <a16:creationId xmlns:a16="http://schemas.microsoft.com/office/drawing/2014/main" id="{9E3E4A29-9701-C1F6-3F4F-79532FC5F00A}"/>
                  </a:ext>
                </a:extLst>
              </p:cNvPr>
              <p:cNvSpPr/>
              <p:nvPr/>
            </p:nvSpPr>
            <p:spPr>
              <a:xfrm>
                <a:off x="4205736" y="1904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7" name="Freeform 26676">
                <a:extLst>
                  <a:ext uri="{FF2B5EF4-FFF2-40B4-BE49-F238E27FC236}">
                    <a16:creationId xmlns:a16="http://schemas.microsoft.com/office/drawing/2014/main" id="{6AB7A5F5-59B5-C4F7-7111-9702475DA7A6}"/>
                  </a:ext>
                </a:extLst>
              </p:cNvPr>
              <p:cNvSpPr/>
              <p:nvPr/>
            </p:nvSpPr>
            <p:spPr>
              <a:xfrm>
                <a:off x="4206331" y="194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8" name="Freeform 26677">
                <a:extLst>
                  <a:ext uri="{FF2B5EF4-FFF2-40B4-BE49-F238E27FC236}">
                    <a16:creationId xmlns:a16="http://schemas.microsoft.com/office/drawing/2014/main" id="{F46A1494-741B-E55F-8D60-61BDA600270C}"/>
                  </a:ext>
                </a:extLst>
              </p:cNvPr>
              <p:cNvSpPr/>
              <p:nvPr/>
            </p:nvSpPr>
            <p:spPr>
              <a:xfrm>
                <a:off x="4206827" y="1922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79" name="Freeform 26678">
                <a:extLst>
                  <a:ext uri="{FF2B5EF4-FFF2-40B4-BE49-F238E27FC236}">
                    <a16:creationId xmlns:a16="http://schemas.microsoft.com/office/drawing/2014/main" id="{DC98FF19-4BEC-1F5F-D1CD-E2E4E6777E4F}"/>
                  </a:ext>
                </a:extLst>
              </p:cNvPr>
              <p:cNvSpPr/>
              <p:nvPr/>
            </p:nvSpPr>
            <p:spPr>
              <a:xfrm>
                <a:off x="4207323" y="189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0" name="Freeform 26679">
                <a:extLst>
                  <a:ext uri="{FF2B5EF4-FFF2-40B4-BE49-F238E27FC236}">
                    <a16:creationId xmlns:a16="http://schemas.microsoft.com/office/drawing/2014/main" id="{763E62D3-618C-15A0-90F9-63772F88316C}"/>
                  </a:ext>
                </a:extLst>
              </p:cNvPr>
              <p:cNvSpPr/>
              <p:nvPr/>
            </p:nvSpPr>
            <p:spPr>
              <a:xfrm>
                <a:off x="4207919" y="18934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1" name="Freeform 26680">
                <a:extLst>
                  <a:ext uri="{FF2B5EF4-FFF2-40B4-BE49-F238E27FC236}">
                    <a16:creationId xmlns:a16="http://schemas.microsoft.com/office/drawing/2014/main" id="{DA04CFE5-7B84-D09A-01CC-5BF581092B53}"/>
                  </a:ext>
                </a:extLst>
              </p:cNvPr>
              <p:cNvSpPr/>
              <p:nvPr/>
            </p:nvSpPr>
            <p:spPr>
              <a:xfrm>
                <a:off x="4208415" y="1908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2" name="Freeform 26681">
                <a:extLst>
                  <a:ext uri="{FF2B5EF4-FFF2-40B4-BE49-F238E27FC236}">
                    <a16:creationId xmlns:a16="http://schemas.microsoft.com/office/drawing/2014/main" id="{C629716C-D175-919D-8DD2-5D2CBDEB2F02}"/>
                  </a:ext>
                </a:extLst>
              </p:cNvPr>
              <p:cNvSpPr/>
              <p:nvPr/>
            </p:nvSpPr>
            <p:spPr>
              <a:xfrm>
                <a:off x="4208911" y="1835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3" name="Freeform 26682">
                <a:extLst>
                  <a:ext uri="{FF2B5EF4-FFF2-40B4-BE49-F238E27FC236}">
                    <a16:creationId xmlns:a16="http://schemas.microsoft.com/office/drawing/2014/main" id="{A606D7BB-4190-1C0A-ADDE-E0CF2CEDFCD4}"/>
                  </a:ext>
                </a:extLst>
              </p:cNvPr>
              <p:cNvSpPr/>
              <p:nvPr/>
            </p:nvSpPr>
            <p:spPr>
              <a:xfrm>
                <a:off x="4209506" y="1503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4" name="Freeform 26683">
                <a:extLst>
                  <a:ext uri="{FF2B5EF4-FFF2-40B4-BE49-F238E27FC236}">
                    <a16:creationId xmlns:a16="http://schemas.microsoft.com/office/drawing/2014/main" id="{1FB1C99C-6CD3-0785-3359-5F71403C3FC1}"/>
                  </a:ext>
                </a:extLst>
              </p:cNvPr>
              <p:cNvSpPr/>
              <p:nvPr/>
            </p:nvSpPr>
            <p:spPr>
              <a:xfrm>
                <a:off x="4210002" y="1384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5" name="Freeform 26684">
                <a:extLst>
                  <a:ext uri="{FF2B5EF4-FFF2-40B4-BE49-F238E27FC236}">
                    <a16:creationId xmlns:a16="http://schemas.microsoft.com/office/drawing/2014/main" id="{4FF5CB16-814D-BD01-33AF-B09BF8A87630}"/>
                  </a:ext>
                </a:extLst>
              </p:cNvPr>
              <p:cNvSpPr/>
              <p:nvPr/>
            </p:nvSpPr>
            <p:spPr>
              <a:xfrm>
                <a:off x="4210498" y="1455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6" name="Freeform 26685">
                <a:extLst>
                  <a:ext uri="{FF2B5EF4-FFF2-40B4-BE49-F238E27FC236}">
                    <a16:creationId xmlns:a16="http://schemas.microsoft.com/office/drawing/2014/main" id="{7DC953E2-E086-3C51-3CC5-176BD5304C00}"/>
                  </a:ext>
                </a:extLst>
              </p:cNvPr>
              <p:cNvSpPr/>
              <p:nvPr/>
            </p:nvSpPr>
            <p:spPr>
              <a:xfrm>
                <a:off x="4210995" y="1477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7" name="Freeform 26686">
                <a:extLst>
                  <a:ext uri="{FF2B5EF4-FFF2-40B4-BE49-F238E27FC236}">
                    <a16:creationId xmlns:a16="http://schemas.microsoft.com/office/drawing/2014/main" id="{83212FB6-0D02-6A2A-66C1-932B3208CDA8}"/>
                  </a:ext>
                </a:extLst>
              </p:cNvPr>
              <p:cNvSpPr/>
              <p:nvPr/>
            </p:nvSpPr>
            <p:spPr>
              <a:xfrm>
                <a:off x="4211590" y="1474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8" name="Freeform 26687">
                <a:extLst>
                  <a:ext uri="{FF2B5EF4-FFF2-40B4-BE49-F238E27FC236}">
                    <a16:creationId xmlns:a16="http://schemas.microsoft.com/office/drawing/2014/main" id="{848BEA32-3B81-3437-504B-47CFD315B709}"/>
                  </a:ext>
                </a:extLst>
              </p:cNvPr>
              <p:cNvSpPr/>
              <p:nvPr/>
            </p:nvSpPr>
            <p:spPr>
              <a:xfrm>
                <a:off x="4212086" y="1475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89" name="Freeform 26688">
                <a:extLst>
                  <a:ext uri="{FF2B5EF4-FFF2-40B4-BE49-F238E27FC236}">
                    <a16:creationId xmlns:a16="http://schemas.microsoft.com/office/drawing/2014/main" id="{8DE84F94-0B28-3240-77A8-5F204252F01D}"/>
                  </a:ext>
                </a:extLst>
              </p:cNvPr>
              <p:cNvSpPr/>
              <p:nvPr/>
            </p:nvSpPr>
            <p:spPr>
              <a:xfrm>
                <a:off x="4212582" y="1366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0" name="Freeform 26689">
                <a:extLst>
                  <a:ext uri="{FF2B5EF4-FFF2-40B4-BE49-F238E27FC236}">
                    <a16:creationId xmlns:a16="http://schemas.microsoft.com/office/drawing/2014/main" id="{E142D416-6331-46A2-2EFC-E688FB1B016E}"/>
                  </a:ext>
                </a:extLst>
              </p:cNvPr>
              <p:cNvSpPr/>
              <p:nvPr/>
            </p:nvSpPr>
            <p:spPr>
              <a:xfrm>
                <a:off x="4213177" y="1315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1" name="Freeform 26690">
                <a:extLst>
                  <a:ext uri="{FF2B5EF4-FFF2-40B4-BE49-F238E27FC236}">
                    <a16:creationId xmlns:a16="http://schemas.microsoft.com/office/drawing/2014/main" id="{542A3369-6BD0-F3B1-5800-07CD922377CA}"/>
                  </a:ext>
                </a:extLst>
              </p:cNvPr>
              <p:cNvSpPr/>
              <p:nvPr/>
            </p:nvSpPr>
            <p:spPr>
              <a:xfrm>
                <a:off x="4213673" y="1291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2" name="Freeform 26691">
                <a:extLst>
                  <a:ext uri="{FF2B5EF4-FFF2-40B4-BE49-F238E27FC236}">
                    <a16:creationId xmlns:a16="http://schemas.microsoft.com/office/drawing/2014/main" id="{75032C9D-BAC6-251A-849A-B14FE66D1DC8}"/>
                  </a:ext>
                </a:extLst>
              </p:cNvPr>
              <p:cNvSpPr/>
              <p:nvPr/>
            </p:nvSpPr>
            <p:spPr>
              <a:xfrm>
                <a:off x="4214170" y="1281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3" name="Freeform 26692">
                <a:extLst>
                  <a:ext uri="{FF2B5EF4-FFF2-40B4-BE49-F238E27FC236}">
                    <a16:creationId xmlns:a16="http://schemas.microsoft.com/office/drawing/2014/main" id="{7A7FD2E3-B99D-1566-ADD3-A9F8BFA10FD3}"/>
                  </a:ext>
                </a:extLst>
              </p:cNvPr>
              <p:cNvSpPr/>
              <p:nvPr/>
            </p:nvSpPr>
            <p:spPr>
              <a:xfrm>
                <a:off x="4214765" y="1253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4" name="Freeform 26693">
                <a:extLst>
                  <a:ext uri="{FF2B5EF4-FFF2-40B4-BE49-F238E27FC236}">
                    <a16:creationId xmlns:a16="http://schemas.microsoft.com/office/drawing/2014/main" id="{BCEAAD82-B7A7-3798-4F5A-1400243DB7CF}"/>
                  </a:ext>
                </a:extLst>
              </p:cNvPr>
              <p:cNvSpPr/>
              <p:nvPr/>
            </p:nvSpPr>
            <p:spPr>
              <a:xfrm>
                <a:off x="4215261" y="1235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5" name="Freeform 26694">
                <a:extLst>
                  <a:ext uri="{FF2B5EF4-FFF2-40B4-BE49-F238E27FC236}">
                    <a16:creationId xmlns:a16="http://schemas.microsoft.com/office/drawing/2014/main" id="{16FC7FB6-0BC7-4196-C5D4-5BAF2BB9E0A3}"/>
                  </a:ext>
                </a:extLst>
              </p:cNvPr>
              <p:cNvSpPr/>
              <p:nvPr/>
            </p:nvSpPr>
            <p:spPr>
              <a:xfrm>
                <a:off x="4215757" y="1224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6" name="Freeform 26695">
                <a:extLst>
                  <a:ext uri="{FF2B5EF4-FFF2-40B4-BE49-F238E27FC236}">
                    <a16:creationId xmlns:a16="http://schemas.microsoft.com/office/drawing/2014/main" id="{020BD194-4720-D42B-6703-BBC57530797E}"/>
                  </a:ext>
                </a:extLst>
              </p:cNvPr>
              <p:cNvSpPr/>
              <p:nvPr/>
            </p:nvSpPr>
            <p:spPr>
              <a:xfrm>
                <a:off x="4216352" y="1218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7" name="Freeform 26696">
                <a:extLst>
                  <a:ext uri="{FF2B5EF4-FFF2-40B4-BE49-F238E27FC236}">
                    <a16:creationId xmlns:a16="http://schemas.microsoft.com/office/drawing/2014/main" id="{50F624F3-81A8-9DD8-AE57-A02B92B910C4}"/>
                  </a:ext>
                </a:extLst>
              </p:cNvPr>
              <p:cNvSpPr/>
              <p:nvPr/>
            </p:nvSpPr>
            <p:spPr>
              <a:xfrm>
                <a:off x="4216848" y="1237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8" name="Freeform 26697">
                <a:extLst>
                  <a:ext uri="{FF2B5EF4-FFF2-40B4-BE49-F238E27FC236}">
                    <a16:creationId xmlns:a16="http://schemas.microsoft.com/office/drawing/2014/main" id="{41245304-0C86-2C31-A4CF-464188185351}"/>
                  </a:ext>
                </a:extLst>
              </p:cNvPr>
              <p:cNvSpPr/>
              <p:nvPr/>
            </p:nvSpPr>
            <p:spPr>
              <a:xfrm>
                <a:off x="4217345" y="1314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99" name="Freeform 26698">
                <a:extLst>
                  <a:ext uri="{FF2B5EF4-FFF2-40B4-BE49-F238E27FC236}">
                    <a16:creationId xmlns:a16="http://schemas.microsoft.com/office/drawing/2014/main" id="{B09C0ED9-E0D2-14B8-5CDE-DBC31601412C}"/>
                  </a:ext>
                </a:extLst>
              </p:cNvPr>
              <p:cNvSpPr/>
              <p:nvPr/>
            </p:nvSpPr>
            <p:spPr>
              <a:xfrm>
                <a:off x="4217940" y="1498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0" name="Freeform 26699">
                <a:extLst>
                  <a:ext uri="{FF2B5EF4-FFF2-40B4-BE49-F238E27FC236}">
                    <a16:creationId xmlns:a16="http://schemas.microsoft.com/office/drawing/2014/main" id="{7AF7AC59-A438-DC78-EDF1-1FAB7B24698B}"/>
                  </a:ext>
                </a:extLst>
              </p:cNvPr>
              <p:cNvSpPr/>
              <p:nvPr/>
            </p:nvSpPr>
            <p:spPr>
              <a:xfrm>
                <a:off x="4218436" y="1886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1" name="Freeform 26700">
                <a:extLst>
                  <a:ext uri="{FF2B5EF4-FFF2-40B4-BE49-F238E27FC236}">
                    <a16:creationId xmlns:a16="http://schemas.microsoft.com/office/drawing/2014/main" id="{21026335-08A3-092A-E820-2E99C3D31B02}"/>
                  </a:ext>
                </a:extLst>
              </p:cNvPr>
              <p:cNvSpPr/>
              <p:nvPr/>
            </p:nvSpPr>
            <p:spPr>
              <a:xfrm>
                <a:off x="4218932" y="195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2" name="Freeform 26701">
                <a:extLst>
                  <a:ext uri="{FF2B5EF4-FFF2-40B4-BE49-F238E27FC236}">
                    <a16:creationId xmlns:a16="http://schemas.microsoft.com/office/drawing/2014/main" id="{F0CFB6EC-7FFA-7545-A704-ED03B374EDFA}"/>
                  </a:ext>
                </a:extLst>
              </p:cNvPr>
              <p:cNvSpPr/>
              <p:nvPr/>
            </p:nvSpPr>
            <p:spPr>
              <a:xfrm>
                <a:off x="4219527" y="1957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3" name="Freeform 26702">
                <a:extLst>
                  <a:ext uri="{FF2B5EF4-FFF2-40B4-BE49-F238E27FC236}">
                    <a16:creationId xmlns:a16="http://schemas.microsoft.com/office/drawing/2014/main" id="{45974DA0-1C49-6495-BECC-D1299E5C47F4}"/>
                  </a:ext>
                </a:extLst>
              </p:cNvPr>
              <p:cNvSpPr/>
              <p:nvPr/>
            </p:nvSpPr>
            <p:spPr>
              <a:xfrm>
                <a:off x="4220023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4" name="Freeform 26703">
                <a:extLst>
                  <a:ext uri="{FF2B5EF4-FFF2-40B4-BE49-F238E27FC236}">
                    <a16:creationId xmlns:a16="http://schemas.microsoft.com/office/drawing/2014/main" id="{A18070C3-9F78-EDDF-1E9B-138D907260EB}"/>
                  </a:ext>
                </a:extLst>
              </p:cNvPr>
              <p:cNvSpPr/>
              <p:nvPr/>
            </p:nvSpPr>
            <p:spPr>
              <a:xfrm>
                <a:off x="4220520" y="1904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5" name="Freeform 26704">
                <a:extLst>
                  <a:ext uri="{FF2B5EF4-FFF2-40B4-BE49-F238E27FC236}">
                    <a16:creationId xmlns:a16="http://schemas.microsoft.com/office/drawing/2014/main" id="{F7819754-A70E-1166-6261-9DFCB4EA0F34}"/>
                  </a:ext>
                </a:extLst>
              </p:cNvPr>
              <p:cNvSpPr/>
              <p:nvPr/>
            </p:nvSpPr>
            <p:spPr>
              <a:xfrm>
                <a:off x="4221115" y="19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6" name="Freeform 26705">
                <a:extLst>
                  <a:ext uri="{FF2B5EF4-FFF2-40B4-BE49-F238E27FC236}">
                    <a16:creationId xmlns:a16="http://schemas.microsoft.com/office/drawing/2014/main" id="{172C523D-AE7D-9A41-8030-FC55BA0DCD2A}"/>
                  </a:ext>
                </a:extLst>
              </p:cNvPr>
              <p:cNvSpPr/>
              <p:nvPr/>
            </p:nvSpPr>
            <p:spPr>
              <a:xfrm>
                <a:off x="4221611" y="1902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7" name="Freeform 26706">
                <a:extLst>
                  <a:ext uri="{FF2B5EF4-FFF2-40B4-BE49-F238E27FC236}">
                    <a16:creationId xmlns:a16="http://schemas.microsoft.com/office/drawing/2014/main" id="{F679ECD3-717C-BC8D-D376-34D5694CA3EB}"/>
                  </a:ext>
                </a:extLst>
              </p:cNvPr>
              <p:cNvSpPr/>
              <p:nvPr/>
            </p:nvSpPr>
            <p:spPr>
              <a:xfrm>
                <a:off x="4222107" y="1539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8" name="Freeform 26707">
                <a:extLst>
                  <a:ext uri="{FF2B5EF4-FFF2-40B4-BE49-F238E27FC236}">
                    <a16:creationId xmlns:a16="http://schemas.microsoft.com/office/drawing/2014/main" id="{9E95F9B5-735F-3644-4D7B-633C568364A2}"/>
                  </a:ext>
                </a:extLst>
              </p:cNvPr>
              <p:cNvSpPr/>
              <p:nvPr/>
            </p:nvSpPr>
            <p:spPr>
              <a:xfrm>
                <a:off x="4222702" y="1367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09" name="Freeform 26708">
                <a:extLst>
                  <a:ext uri="{FF2B5EF4-FFF2-40B4-BE49-F238E27FC236}">
                    <a16:creationId xmlns:a16="http://schemas.microsoft.com/office/drawing/2014/main" id="{BC74055A-0255-822A-9DD3-EDF4F1A1A8C2}"/>
                  </a:ext>
                </a:extLst>
              </p:cNvPr>
              <p:cNvSpPr/>
              <p:nvPr/>
            </p:nvSpPr>
            <p:spPr>
              <a:xfrm>
                <a:off x="4223198" y="1467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0" name="Freeform 26709">
                <a:extLst>
                  <a:ext uri="{FF2B5EF4-FFF2-40B4-BE49-F238E27FC236}">
                    <a16:creationId xmlns:a16="http://schemas.microsoft.com/office/drawing/2014/main" id="{B82D6C35-B6F8-85BB-1477-B4D953DBE844}"/>
                  </a:ext>
                </a:extLst>
              </p:cNvPr>
              <p:cNvSpPr/>
              <p:nvPr/>
            </p:nvSpPr>
            <p:spPr>
              <a:xfrm>
                <a:off x="4223695" y="1491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1" name="Freeform 26710">
                <a:extLst>
                  <a:ext uri="{FF2B5EF4-FFF2-40B4-BE49-F238E27FC236}">
                    <a16:creationId xmlns:a16="http://schemas.microsoft.com/office/drawing/2014/main" id="{B79B311B-20A4-038B-3317-89A36C070915}"/>
                  </a:ext>
                </a:extLst>
              </p:cNvPr>
              <p:cNvSpPr/>
              <p:nvPr/>
            </p:nvSpPr>
            <p:spPr>
              <a:xfrm>
                <a:off x="4224191" y="1488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2" name="Freeform 26711">
                <a:extLst>
                  <a:ext uri="{FF2B5EF4-FFF2-40B4-BE49-F238E27FC236}">
                    <a16:creationId xmlns:a16="http://schemas.microsoft.com/office/drawing/2014/main" id="{85C377D8-4AE8-43C7-1A57-30B690564B9B}"/>
                  </a:ext>
                </a:extLst>
              </p:cNvPr>
              <p:cNvSpPr/>
              <p:nvPr/>
            </p:nvSpPr>
            <p:spPr>
              <a:xfrm>
                <a:off x="4224786" y="1466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3" name="Freeform 26712">
                <a:extLst>
                  <a:ext uri="{FF2B5EF4-FFF2-40B4-BE49-F238E27FC236}">
                    <a16:creationId xmlns:a16="http://schemas.microsoft.com/office/drawing/2014/main" id="{BA670827-7F1F-5D7A-F87A-A393744ED2DD}"/>
                  </a:ext>
                </a:extLst>
              </p:cNvPr>
              <p:cNvSpPr/>
              <p:nvPr/>
            </p:nvSpPr>
            <p:spPr>
              <a:xfrm>
                <a:off x="4225282" y="1437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4" name="Freeform 26713">
                <a:extLst>
                  <a:ext uri="{FF2B5EF4-FFF2-40B4-BE49-F238E27FC236}">
                    <a16:creationId xmlns:a16="http://schemas.microsoft.com/office/drawing/2014/main" id="{B7E38AB7-4A4F-975D-F67A-E2DAD6A7F2FA}"/>
                  </a:ext>
                </a:extLst>
              </p:cNvPr>
              <p:cNvSpPr/>
              <p:nvPr/>
            </p:nvSpPr>
            <p:spPr>
              <a:xfrm>
                <a:off x="4225778" y="1393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5" name="Freeform 26714">
                <a:extLst>
                  <a:ext uri="{FF2B5EF4-FFF2-40B4-BE49-F238E27FC236}">
                    <a16:creationId xmlns:a16="http://schemas.microsoft.com/office/drawing/2014/main" id="{76783C05-339F-29F1-4FD3-2FE717A9403F}"/>
                  </a:ext>
                </a:extLst>
              </p:cNvPr>
              <p:cNvSpPr/>
              <p:nvPr/>
            </p:nvSpPr>
            <p:spPr>
              <a:xfrm>
                <a:off x="4226373" y="1306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6" name="Freeform 26715">
                <a:extLst>
                  <a:ext uri="{FF2B5EF4-FFF2-40B4-BE49-F238E27FC236}">
                    <a16:creationId xmlns:a16="http://schemas.microsoft.com/office/drawing/2014/main" id="{6C83A5D1-EF95-F99A-4F9D-F3268093DD28}"/>
                  </a:ext>
                </a:extLst>
              </p:cNvPr>
              <p:cNvSpPr/>
              <p:nvPr/>
            </p:nvSpPr>
            <p:spPr>
              <a:xfrm>
                <a:off x="4226870" y="1233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7" name="Freeform 26716">
                <a:extLst>
                  <a:ext uri="{FF2B5EF4-FFF2-40B4-BE49-F238E27FC236}">
                    <a16:creationId xmlns:a16="http://schemas.microsoft.com/office/drawing/2014/main" id="{EAA50774-12F5-6186-DA46-33790B2D18B2}"/>
                  </a:ext>
                </a:extLst>
              </p:cNvPr>
              <p:cNvSpPr/>
              <p:nvPr/>
            </p:nvSpPr>
            <p:spPr>
              <a:xfrm>
                <a:off x="4227366" y="121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8" name="Freeform 26717">
                <a:extLst>
                  <a:ext uri="{FF2B5EF4-FFF2-40B4-BE49-F238E27FC236}">
                    <a16:creationId xmlns:a16="http://schemas.microsoft.com/office/drawing/2014/main" id="{F72B0C41-CD81-B3B5-0BF3-4AA0BCCFF8B8}"/>
                  </a:ext>
                </a:extLst>
              </p:cNvPr>
              <p:cNvSpPr/>
              <p:nvPr/>
            </p:nvSpPr>
            <p:spPr>
              <a:xfrm>
                <a:off x="4227961" y="1199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19" name="Freeform 26718">
                <a:extLst>
                  <a:ext uri="{FF2B5EF4-FFF2-40B4-BE49-F238E27FC236}">
                    <a16:creationId xmlns:a16="http://schemas.microsoft.com/office/drawing/2014/main" id="{D9BBCDCA-5685-1987-0C4E-C371F83A9B77}"/>
                  </a:ext>
                </a:extLst>
              </p:cNvPr>
              <p:cNvSpPr/>
              <p:nvPr/>
            </p:nvSpPr>
            <p:spPr>
              <a:xfrm>
                <a:off x="4228457" y="11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0" name="Freeform 26719">
                <a:extLst>
                  <a:ext uri="{FF2B5EF4-FFF2-40B4-BE49-F238E27FC236}">
                    <a16:creationId xmlns:a16="http://schemas.microsoft.com/office/drawing/2014/main" id="{0A029F50-5E7D-232F-FDB4-CC52D2BB22F8}"/>
                  </a:ext>
                </a:extLst>
              </p:cNvPr>
              <p:cNvSpPr/>
              <p:nvPr/>
            </p:nvSpPr>
            <p:spPr>
              <a:xfrm>
                <a:off x="4228953" y="1201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1" name="Freeform 26720">
                <a:extLst>
                  <a:ext uri="{FF2B5EF4-FFF2-40B4-BE49-F238E27FC236}">
                    <a16:creationId xmlns:a16="http://schemas.microsoft.com/office/drawing/2014/main" id="{5ABEE4D8-3F8C-5291-7421-9C8AE4085F74}"/>
                  </a:ext>
                </a:extLst>
              </p:cNvPr>
              <p:cNvSpPr/>
              <p:nvPr/>
            </p:nvSpPr>
            <p:spPr>
              <a:xfrm>
                <a:off x="4229548" y="1287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2" name="Freeform 26721">
                <a:extLst>
                  <a:ext uri="{FF2B5EF4-FFF2-40B4-BE49-F238E27FC236}">
                    <a16:creationId xmlns:a16="http://schemas.microsoft.com/office/drawing/2014/main" id="{2DFDB228-15AC-8F71-D401-795EDAAF0A75}"/>
                  </a:ext>
                </a:extLst>
              </p:cNvPr>
              <p:cNvSpPr/>
              <p:nvPr/>
            </p:nvSpPr>
            <p:spPr>
              <a:xfrm>
                <a:off x="4230045" y="137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3" name="Freeform 26722">
                <a:extLst>
                  <a:ext uri="{FF2B5EF4-FFF2-40B4-BE49-F238E27FC236}">
                    <a16:creationId xmlns:a16="http://schemas.microsoft.com/office/drawing/2014/main" id="{11B3FD61-3F93-A041-A8F0-26A8654F386D}"/>
                  </a:ext>
                </a:extLst>
              </p:cNvPr>
              <p:cNvSpPr/>
              <p:nvPr/>
            </p:nvSpPr>
            <p:spPr>
              <a:xfrm>
                <a:off x="4230541" y="1684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4" name="Freeform 26723">
                <a:extLst>
                  <a:ext uri="{FF2B5EF4-FFF2-40B4-BE49-F238E27FC236}">
                    <a16:creationId xmlns:a16="http://schemas.microsoft.com/office/drawing/2014/main" id="{68D6752B-9E9B-F911-16FB-5D3703859AA4}"/>
                  </a:ext>
                </a:extLst>
              </p:cNvPr>
              <p:cNvSpPr/>
              <p:nvPr/>
            </p:nvSpPr>
            <p:spPr>
              <a:xfrm>
                <a:off x="4231136" y="2057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5" name="Freeform 26724">
                <a:extLst>
                  <a:ext uri="{FF2B5EF4-FFF2-40B4-BE49-F238E27FC236}">
                    <a16:creationId xmlns:a16="http://schemas.microsoft.com/office/drawing/2014/main" id="{CB6D02CC-A74B-FF0F-6E74-A84C9FBB16A8}"/>
                  </a:ext>
                </a:extLst>
              </p:cNvPr>
              <p:cNvSpPr/>
              <p:nvPr/>
            </p:nvSpPr>
            <p:spPr>
              <a:xfrm>
                <a:off x="4231632" y="2069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6" name="Freeform 26725">
                <a:extLst>
                  <a:ext uri="{FF2B5EF4-FFF2-40B4-BE49-F238E27FC236}">
                    <a16:creationId xmlns:a16="http://schemas.microsoft.com/office/drawing/2014/main" id="{DA208872-F330-88A4-93B4-3C780DFD239E}"/>
                  </a:ext>
                </a:extLst>
              </p:cNvPr>
              <p:cNvSpPr/>
              <p:nvPr/>
            </p:nvSpPr>
            <p:spPr>
              <a:xfrm>
                <a:off x="4232128" y="2066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7" name="Freeform 26726">
                <a:extLst>
                  <a:ext uri="{FF2B5EF4-FFF2-40B4-BE49-F238E27FC236}">
                    <a16:creationId xmlns:a16="http://schemas.microsoft.com/office/drawing/2014/main" id="{37C3699C-259F-64FB-B30B-4B02069FF226}"/>
                  </a:ext>
                </a:extLst>
              </p:cNvPr>
              <p:cNvSpPr/>
              <p:nvPr/>
            </p:nvSpPr>
            <p:spPr>
              <a:xfrm>
                <a:off x="4232723" y="2059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8" name="Freeform 26727">
                <a:extLst>
                  <a:ext uri="{FF2B5EF4-FFF2-40B4-BE49-F238E27FC236}">
                    <a16:creationId xmlns:a16="http://schemas.microsoft.com/office/drawing/2014/main" id="{85DEB28F-B0EF-BA18-9A41-C2F4BC421CD2}"/>
                  </a:ext>
                </a:extLst>
              </p:cNvPr>
              <p:cNvSpPr/>
              <p:nvPr/>
            </p:nvSpPr>
            <p:spPr>
              <a:xfrm>
                <a:off x="4233220" y="2070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29" name="Freeform 26728">
                <a:extLst>
                  <a:ext uri="{FF2B5EF4-FFF2-40B4-BE49-F238E27FC236}">
                    <a16:creationId xmlns:a16="http://schemas.microsoft.com/office/drawing/2014/main" id="{4D652E2A-4D81-095C-8F86-8FF62A65E613}"/>
                  </a:ext>
                </a:extLst>
              </p:cNvPr>
              <p:cNvSpPr/>
              <p:nvPr/>
            </p:nvSpPr>
            <p:spPr>
              <a:xfrm>
                <a:off x="4233716" y="2084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0" name="Freeform 26729">
                <a:extLst>
                  <a:ext uri="{FF2B5EF4-FFF2-40B4-BE49-F238E27FC236}">
                    <a16:creationId xmlns:a16="http://schemas.microsoft.com/office/drawing/2014/main" id="{C58DCE0B-2A5B-D48B-1714-D6E705F5739B}"/>
                  </a:ext>
                </a:extLst>
              </p:cNvPr>
              <p:cNvSpPr/>
              <p:nvPr/>
            </p:nvSpPr>
            <p:spPr>
              <a:xfrm>
                <a:off x="4234311" y="2082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1" name="Freeform 26730">
                <a:extLst>
                  <a:ext uri="{FF2B5EF4-FFF2-40B4-BE49-F238E27FC236}">
                    <a16:creationId xmlns:a16="http://schemas.microsoft.com/office/drawing/2014/main" id="{C73EC244-4EE0-D4D4-ADF7-E2DBB89A9BAB}"/>
                  </a:ext>
                </a:extLst>
              </p:cNvPr>
              <p:cNvSpPr/>
              <p:nvPr/>
            </p:nvSpPr>
            <p:spPr>
              <a:xfrm>
                <a:off x="4234807" y="17641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2" name="Freeform 26731">
                <a:extLst>
                  <a:ext uri="{FF2B5EF4-FFF2-40B4-BE49-F238E27FC236}">
                    <a16:creationId xmlns:a16="http://schemas.microsoft.com/office/drawing/2014/main" id="{178362CE-3233-3CB9-A378-1E16BDCA2DEB}"/>
                  </a:ext>
                </a:extLst>
              </p:cNvPr>
              <p:cNvSpPr/>
              <p:nvPr/>
            </p:nvSpPr>
            <p:spPr>
              <a:xfrm>
                <a:off x="4235303" y="1433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3" name="Freeform 26732">
                <a:extLst>
                  <a:ext uri="{FF2B5EF4-FFF2-40B4-BE49-F238E27FC236}">
                    <a16:creationId xmlns:a16="http://schemas.microsoft.com/office/drawing/2014/main" id="{A750AC02-9F7C-647F-5375-B8706FBB24E9}"/>
                  </a:ext>
                </a:extLst>
              </p:cNvPr>
              <p:cNvSpPr/>
              <p:nvPr/>
            </p:nvSpPr>
            <p:spPr>
              <a:xfrm>
                <a:off x="4235799" y="1502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4" name="Freeform 26733">
                <a:extLst>
                  <a:ext uri="{FF2B5EF4-FFF2-40B4-BE49-F238E27FC236}">
                    <a16:creationId xmlns:a16="http://schemas.microsoft.com/office/drawing/2014/main" id="{CC1CBB60-3898-748D-29FF-C8202583A8C6}"/>
                  </a:ext>
                </a:extLst>
              </p:cNvPr>
              <p:cNvSpPr/>
              <p:nvPr/>
            </p:nvSpPr>
            <p:spPr>
              <a:xfrm>
                <a:off x="4236395" y="1444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5" name="Freeform 26734">
                <a:extLst>
                  <a:ext uri="{FF2B5EF4-FFF2-40B4-BE49-F238E27FC236}">
                    <a16:creationId xmlns:a16="http://schemas.microsoft.com/office/drawing/2014/main" id="{6E7AD5A9-42AC-95EA-E3CA-9A00D0DC294B}"/>
                  </a:ext>
                </a:extLst>
              </p:cNvPr>
              <p:cNvSpPr/>
              <p:nvPr/>
            </p:nvSpPr>
            <p:spPr>
              <a:xfrm>
                <a:off x="4236891" y="1507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6" name="Freeform 26735">
                <a:extLst>
                  <a:ext uri="{FF2B5EF4-FFF2-40B4-BE49-F238E27FC236}">
                    <a16:creationId xmlns:a16="http://schemas.microsoft.com/office/drawing/2014/main" id="{881009DA-731A-E283-74D8-54F25CB995F5}"/>
                  </a:ext>
                </a:extLst>
              </p:cNvPr>
              <p:cNvSpPr/>
              <p:nvPr/>
            </p:nvSpPr>
            <p:spPr>
              <a:xfrm>
                <a:off x="4237387" y="1478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7" name="Freeform 26736">
                <a:extLst>
                  <a:ext uri="{FF2B5EF4-FFF2-40B4-BE49-F238E27FC236}">
                    <a16:creationId xmlns:a16="http://schemas.microsoft.com/office/drawing/2014/main" id="{2E2FF512-B34B-1439-B0C1-0BA6E27BF544}"/>
                  </a:ext>
                </a:extLst>
              </p:cNvPr>
              <p:cNvSpPr/>
              <p:nvPr/>
            </p:nvSpPr>
            <p:spPr>
              <a:xfrm>
                <a:off x="4237982" y="1455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8" name="Freeform 26737">
                <a:extLst>
                  <a:ext uri="{FF2B5EF4-FFF2-40B4-BE49-F238E27FC236}">
                    <a16:creationId xmlns:a16="http://schemas.microsoft.com/office/drawing/2014/main" id="{E59064B8-8B1B-4639-7203-4DAF09530A62}"/>
                  </a:ext>
                </a:extLst>
              </p:cNvPr>
              <p:cNvSpPr/>
              <p:nvPr/>
            </p:nvSpPr>
            <p:spPr>
              <a:xfrm>
                <a:off x="4238478" y="1396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39" name="Freeform 26738">
                <a:extLst>
                  <a:ext uri="{FF2B5EF4-FFF2-40B4-BE49-F238E27FC236}">
                    <a16:creationId xmlns:a16="http://schemas.microsoft.com/office/drawing/2014/main" id="{4625D04C-51E6-4C0E-148C-D1DBB63DFA62}"/>
                  </a:ext>
                </a:extLst>
              </p:cNvPr>
              <p:cNvSpPr/>
              <p:nvPr/>
            </p:nvSpPr>
            <p:spPr>
              <a:xfrm>
                <a:off x="4238974" y="1305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0" name="Freeform 26739">
                <a:extLst>
                  <a:ext uri="{FF2B5EF4-FFF2-40B4-BE49-F238E27FC236}">
                    <a16:creationId xmlns:a16="http://schemas.microsoft.com/office/drawing/2014/main" id="{AB829D2A-23E7-D5A6-9890-0A8AC3F9C556}"/>
                  </a:ext>
                </a:extLst>
              </p:cNvPr>
              <p:cNvSpPr/>
              <p:nvPr/>
            </p:nvSpPr>
            <p:spPr>
              <a:xfrm>
                <a:off x="4239570" y="1257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1" name="Freeform 26740">
                <a:extLst>
                  <a:ext uri="{FF2B5EF4-FFF2-40B4-BE49-F238E27FC236}">
                    <a16:creationId xmlns:a16="http://schemas.microsoft.com/office/drawing/2014/main" id="{4877957F-E3C0-E69F-8BC4-A703B93FE2A0}"/>
                  </a:ext>
                </a:extLst>
              </p:cNvPr>
              <p:cNvSpPr/>
              <p:nvPr/>
            </p:nvSpPr>
            <p:spPr>
              <a:xfrm>
                <a:off x="4240066" y="1230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2" name="Freeform 26741">
                <a:extLst>
                  <a:ext uri="{FF2B5EF4-FFF2-40B4-BE49-F238E27FC236}">
                    <a16:creationId xmlns:a16="http://schemas.microsoft.com/office/drawing/2014/main" id="{D886D1A0-6A6F-C1DA-00CF-46E22AC04131}"/>
                  </a:ext>
                </a:extLst>
              </p:cNvPr>
              <p:cNvSpPr/>
              <p:nvPr/>
            </p:nvSpPr>
            <p:spPr>
              <a:xfrm>
                <a:off x="4240562" y="12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3" name="Freeform 26742">
                <a:extLst>
                  <a:ext uri="{FF2B5EF4-FFF2-40B4-BE49-F238E27FC236}">
                    <a16:creationId xmlns:a16="http://schemas.microsoft.com/office/drawing/2014/main" id="{457859ED-1BFC-9702-2EF8-E1BA29277313}"/>
                  </a:ext>
                </a:extLst>
              </p:cNvPr>
              <p:cNvSpPr/>
              <p:nvPr/>
            </p:nvSpPr>
            <p:spPr>
              <a:xfrm>
                <a:off x="4241157" y="1208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4" name="Freeform 26743">
                <a:extLst>
                  <a:ext uri="{FF2B5EF4-FFF2-40B4-BE49-F238E27FC236}">
                    <a16:creationId xmlns:a16="http://schemas.microsoft.com/office/drawing/2014/main" id="{4C20BA9C-6896-A486-CB3A-5D3950619798}"/>
                  </a:ext>
                </a:extLst>
              </p:cNvPr>
              <p:cNvSpPr/>
              <p:nvPr/>
            </p:nvSpPr>
            <p:spPr>
              <a:xfrm>
                <a:off x="4241653" y="1227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5" name="Freeform 26744">
                <a:extLst>
                  <a:ext uri="{FF2B5EF4-FFF2-40B4-BE49-F238E27FC236}">
                    <a16:creationId xmlns:a16="http://schemas.microsoft.com/office/drawing/2014/main" id="{A6DC5C03-3943-BA95-FD63-DB2DD424040A}"/>
                  </a:ext>
                </a:extLst>
              </p:cNvPr>
              <p:cNvSpPr/>
              <p:nvPr/>
            </p:nvSpPr>
            <p:spPr>
              <a:xfrm>
                <a:off x="4242149" y="1371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6" name="Freeform 26745">
                <a:extLst>
                  <a:ext uri="{FF2B5EF4-FFF2-40B4-BE49-F238E27FC236}">
                    <a16:creationId xmlns:a16="http://schemas.microsoft.com/office/drawing/2014/main" id="{D03A0647-83F3-9747-0957-1C7FFB14B321}"/>
                  </a:ext>
                </a:extLst>
              </p:cNvPr>
              <p:cNvSpPr/>
              <p:nvPr/>
            </p:nvSpPr>
            <p:spPr>
              <a:xfrm>
                <a:off x="4242745" y="1398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7" name="Freeform 26746">
                <a:extLst>
                  <a:ext uri="{FF2B5EF4-FFF2-40B4-BE49-F238E27FC236}">
                    <a16:creationId xmlns:a16="http://schemas.microsoft.com/office/drawing/2014/main" id="{346EC3E9-11DC-86BD-E654-7C6448048859}"/>
                  </a:ext>
                </a:extLst>
              </p:cNvPr>
              <p:cNvSpPr/>
              <p:nvPr/>
            </p:nvSpPr>
            <p:spPr>
              <a:xfrm>
                <a:off x="4243241" y="1677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8" name="Freeform 26747">
                <a:extLst>
                  <a:ext uri="{FF2B5EF4-FFF2-40B4-BE49-F238E27FC236}">
                    <a16:creationId xmlns:a16="http://schemas.microsoft.com/office/drawing/2014/main" id="{7694A9B4-FD64-523E-1C35-69E8FB4D67F9}"/>
                  </a:ext>
                </a:extLst>
              </p:cNvPr>
              <p:cNvSpPr/>
              <p:nvPr/>
            </p:nvSpPr>
            <p:spPr>
              <a:xfrm>
                <a:off x="4243737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49" name="Freeform 26748">
                <a:extLst>
                  <a:ext uri="{FF2B5EF4-FFF2-40B4-BE49-F238E27FC236}">
                    <a16:creationId xmlns:a16="http://schemas.microsoft.com/office/drawing/2014/main" id="{5E1F6F29-3A03-122A-DF90-CB73F259DDFC}"/>
                  </a:ext>
                </a:extLst>
              </p:cNvPr>
              <p:cNvSpPr/>
              <p:nvPr/>
            </p:nvSpPr>
            <p:spPr>
              <a:xfrm>
                <a:off x="4244332" y="202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0" name="Freeform 26749">
                <a:extLst>
                  <a:ext uri="{FF2B5EF4-FFF2-40B4-BE49-F238E27FC236}">
                    <a16:creationId xmlns:a16="http://schemas.microsoft.com/office/drawing/2014/main" id="{883AAEAC-892D-66E0-C286-DB09A85B5B95}"/>
                  </a:ext>
                </a:extLst>
              </p:cNvPr>
              <p:cNvSpPr/>
              <p:nvPr/>
            </p:nvSpPr>
            <p:spPr>
              <a:xfrm>
                <a:off x="4244828" y="2012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1" name="Freeform 26750">
                <a:extLst>
                  <a:ext uri="{FF2B5EF4-FFF2-40B4-BE49-F238E27FC236}">
                    <a16:creationId xmlns:a16="http://schemas.microsoft.com/office/drawing/2014/main" id="{6393ADDE-37B4-B56C-CE5B-09B6EDC94455}"/>
                  </a:ext>
                </a:extLst>
              </p:cNvPr>
              <p:cNvSpPr/>
              <p:nvPr/>
            </p:nvSpPr>
            <p:spPr>
              <a:xfrm>
                <a:off x="4245324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2" name="Freeform 26751">
                <a:extLst>
                  <a:ext uri="{FF2B5EF4-FFF2-40B4-BE49-F238E27FC236}">
                    <a16:creationId xmlns:a16="http://schemas.microsoft.com/office/drawing/2014/main" id="{5C7005C2-0769-95A6-CE3C-68A5F5F41860}"/>
                  </a:ext>
                </a:extLst>
              </p:cNvPr>
              <p:cNvSpPr/>
              <p:nvPr/>
            </p:nvSpPr>
            <p:spPr>
              <a:xfrm>
                <a:off x="4245920" y="1968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3" name="Freeform 26752">
                <a:extLst>
                  <a:ext uri="{FF2B5EF4-FFF2-40B4-BE49-F238E27FC236}">
                    <a16:creationId xmlns:a16="http://schemas.microsoft.com/office/drawing/2014/main" id="{17100F63-B042-FBC8-0BD4-B1C73F649224}"/>
                  </a:ext>
                </a:extLst>
              </p:cNvPr>
              <p:cNvSpPr/>
              <p:nvPr/>
            </p:nvSpPr>
            <p:spPr>
              <a:xfrm>
                <a:off x="4246416" y="2039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4" name="Freeform 26753">
                <a:extLst>
                  <a:ext uri="{FF2B5EF4-FFF2-40B4-BE49-F238E27FC236}">
                    <a16:creationId xmlns:a16="http://schemas.microsoft.com/office/drawing/2014/main" id="{E0C509CA-D77E-ADA0-3213-6950053480B6}"/>
                  </a:ext>
                </a:extLst>
              </p:cNvPr>
              <p:cNvSpPr/>
              <p:nvPr/>
            </p:nvSpPr>
            <p:spPr>
              <a:xfrm>
                <a:off x="4246912" y="2034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5" name="Freeform 26754">
                <a:extLst>
                  <a:ext uri="{FF2B5EF4-FFF2-40B4-BE49-F238E27FC236}">
                    <a16:creationId xmlns:a16="http://schemas.microsoft.com/office/drawing/2014/main" id="{0C1F88B4-8278-8CD0-FD8E-30AC99D0CCF3}"/>
                  </a:ext>
                </a:extLst>
              </p:cNvPr>
              <p:cNvSpPr/>
              <p:nvPr/>
            </p:nvSpPr>
            <p:spPr>
              <a:xfrm>
                <a:off x="4247408" y="1584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6" name="Freeform 26755">
                <a:extLst>
                  <a:ext uri="{FF2B5EF4-FFF2-40B4-BE49-F238E27FC236}">
                    <a16:creationId xmlns:a16="http://schemas.microsoft.com/office/drawing/2014/main" id="{E6A090BB-CB72-2AF3-A6A1-5E9004D553EB}"/>
                  </a:ext>
                </a:extLst>
              </p:cNvPr>
              <p:cNvSpPr/>
              <p:nvPr/>
            </p:nvSpPr>
            <p:spPr>
              <a:xfrm>
                <a:off x="4248003" y="1420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7" name="Freeform 26756">
                <a:extLst>
                  <a:ext uri="{FF2B5EF4-FFF2-40B4-BE49-F238E27FC236}">
                    <a16:creationId xmlns:a16="http://schemas.microsoft.com/office/drawing/2014/main" id="{3464A2B5-BD58-2249-32AC-E03BA61907FD}"/>
                  </a:ext>
                </a:extLst>
              </p:cNvPr>
              <p:cNvSpPr/>
              <p:nvPr/>
            </p:nvSpPr>
            <p:spPr>
              <a:xfrm>
                <a:off x="4248499" y="1441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8" name="Freeform 26757">
                <a:extLst>
                  <a:ext uri="{FF2B5EF4-FFF2-40B4-BE49-F238E27FC236}">
                    <a16:creationId xmlns:a16="http://schemas.microsoft.com/office/drawing/2014/main" id="{84CEEA4A-1A38-AE11-B4B4-9AA8D9ED6560}"/>
                  </a:ext>
                </a:extLst>
              </p:cNvPr>
              <p:cNvSpPr/>
              <p:nvPr/>
            </p:nvSpPr>
            <p:spPr>
              <a:xfrm>
                <a:off x="4248995" y="1442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59" name="Freeform 26758">
                <a:extLst>
                  <a:ext uri="{FF2B5EF4-FFF2-40B4-BE49-F238E27FC236}">
                    <a16:creationId xmlns:a16="http://schemas.microsoft.com/office/drawing/2014/main" id="{5172D24D-1F8F-4177-DD73-5C645F8EED59}"/>
                  </a:ext>
                </a:extLst>
              </p:cNvPr>
              <p:cNvSpPr/>
              <p:nvPr/>
            </p:nvSpPr>
            <p:spPr>
              <a:xfrm>
                <a:off x="4249591" y="1468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0" name="Freeform 26759">
                <a:extLst>
                  <a:ext uri="{FF2B5EF4-FFF2-40B4-BE49-F238E27FC236}">
                    <a16:creationId xmlns:a16="http://schemas.microsoft.com/office/drawing/2014/main" id="{7994D0EB-8879-804D-6222-0295AA8C72CE}"/>
                  </a:ext>
                </a:extLst>
              </p:cNvPr>
              <p:cNvSpPr/>
              <p:nvPr/>
            </p:nvSpPr>
            <p:spPr>
              <a:xfrm>
                <a:off x="4250087" y="1432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1" name="Freeform 26760">
                <a:extLst>
                  <a:ext uri="{FF2B5EF4-FFF2-40B4-BE49-F238E27FC236}">
                    <a16:creationId xmlns:a16="http://schemas.microsoft.com/office/drawing/2014/main" id="{6A230271-8C7C-0CC4-0491-C0732FF8A6A3}"/>
                  </a:ext>
                </a:extLst>
              </p:cNvPr>
              <p:cNvSpPr/>
              <p:nvPr/>
            </p:nvSpPr>
            <p:spPr>
              <a:xfrm>
                <a:off x="4250583" y="1407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2" name="Freeform 26761">
                <a:extLst>
                  <a:ext uri="{FF2B5EF4-FFF2-40B4-BE49-F238E27FC236}">
                    <a16:creationId xmlns:a16="http://schemas.microsoft.com/office/drawing/2014/main" id="{31772C94-3004-E3A4-17E7-685B23217490}"/>
                  </a:ext>
                </a:extLst>
              </p:cNvPr>
              <p:cNvSpPr/>
              <p:nvPr/>
            </p:nvSpPr>
            <p:spPr>
              <a:xfrm>
                <a:off x="4251178" y="1349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3" name="Freeform 26762">
                <a:extLst>
                  <a:ext uri="{FF2B5EF4-FFF2-40B4-BE49-F238E27FC236}">
                    <a16:creationId xmlns:a16="http://schemas.microsoft.com/office/drawing/2014/main" id="{E9C1DC9B-31E9-C596-3DE4-B76E012F906F}"/>
                  </a:ext>
                </a:extLst>
              </p:cNvPr>
              <p:cNvSpPr/>
              <p:nvPr/>
            </p:nvSpPr>
            <p:spPr>
              <a:xfrm>
                <a:off x="4251674" y="1238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4" name="Freeform 26763">
                <a:extLst>
                  <a:ext uri="{FF2B5EF4-FFF2-40B4-BE49-F238E27FC236}">
                    <a16:creationId xmlns:a16="http://schemas.microsoft.com/office/drawing/2014/main" id="{4207955F-5300-25DC-5091-FC9B65915DF2}"/>
                  </a:ext>
                </a:extLst>
              </p:cNvPr>
              <p:cNvSpPr/>
              <p:nvPr/>
            </p:nvSpPr>
            <p:spPr>
              <a:xfrm>
                <a:off x="4252170" y="1209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5" name="Freeform 26764">
                <a:extLst>
                  <a:ext uri="{FF2B5EF4-FFF2-40B4-BE49-F238E27FC236}">
                    <a16:creationId xmlns:a16="http://schemas.microsoft.com/office/drawing/2014/main" id="{4A5E13FC-EA37-4617-68DE-935FC4C70394}"/>
                  </a:ext>
                </a:extLst>
              </p:cNvPr>
              <p:cNvSpPr/>
              <p:nvPr/>
            </p:nvSpPr>
            <p:spPr>
              <a:xfrm>
                <a:off x="4252766" y="1169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6" name="Freeform 26765">
                <a:extLst>
                  <a:ext uri="{FF2B5EF4-FFF2-40B4-BE49-F238E27FC236}">
                    <a16:creationId xmlns:a16="http://schemas.microsoft.com/office/drawing/2014/main" id="{EF0DAAEA-7C32-8396-4491-67585DAFCE39}"/>
                  </a:ext>
                </a:extLst>
              </p:cNvPr>
              <p:cNvSpPr/>
              <p:nvPr/>
            </p:nvSpPr>
            <p:spPr>
              <a:xfrm>
                <a:off x="4253262" y="1154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7" name="Freeform 26766">
                <a:extLst>
                  <a:ext uri="{FF2B5EF4-FFF2-40B4-BE49-F238E27FC236}">
                    <a16:creationId xmlns:a16="http://schemas.microsoft.com/office/drawing/2014/main" id="{ECB50F62-25B4-6D73-54A3-F09CE304F3D8}"/>
                  </a:ext>
                </a:extLst>
              </p:cNvPr>
              <p:cNvSpPr/>
              <p:nvPr/>
            </p:nvSpPr>
            <p:spPr>
              <a:xfrm>
                <a:off x="4253758" y="117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8" name="Freeform 26767">
                <a:extLst>
                  <a:ext uri="{FF2B5EF4-FFF2-40B4-BE49-F238E27FC236}">
                    <a16:creationId xmlns:a16="http://schemas.microsoft.com/office/drawing/2014/main" id="{9E4E2FDC-B324-6C87-E51B-DB28ABD9E2F2}"/>
                  </a:ext>
                </a:extLst>
              </p:cNvPr>
              <p:cNvSpPr/>
              <p:nvPr/>
            </p:nvSpPr>
            <p:spPr>
              <a:xfrm>
                <a:off x="4254353" y="1205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69" name="Freeform 26768">
                <a:extLst>
                  <a:ext uri="{FF2B5EF4-FFF2-40B4-BE49-F238E27FC236}">
                    <a16:creationId xmlns:a16="http://schemas.microsoft.com/office/drawing/2014/main" id="{18A6984C-B387-552B-8F51-762587CF357C}"/>
                  </a:ext>
                </a:extLst>
              </p:cNvPr>
              <p:cNvSpPr/>
              <p:nvPr/>
            </p:nvSpPr>
            <p:spPr>
              <a:xfrm>
                <a:off x="4254849" y="1304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0" name="Freeform 26769">
                <a:extLst>
                  <a:ext uri="{FF2B5EF4-FFF2-40B4-BE49-F238E27FC236}">
                    <a16:creationId xmlns:a16="http://schemas.microsoft.com/office/drawing/2014/main" id="{73A1E57F-9898-E2C9-645F-79FC48FC3B2D}"/>
                  </a:ext>
                </a:extLst>
              </p:cNvPr>
              <p:cNvSpPr/>
              <p:nvPr/>
            </p:nvSpPr>
            <p:spPr>
              <a:xfrm>
                <a:off x="4255345" y="1411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1" name="Freeform 26770">
                <a:extLst>
                  <a:ext uri="{FF2B5EF4-FFF2-40B4-BE49-F238E27FC236}">
                    <a16:creationId xmlns:a16="http://schemas.microsoft.com/office/drawing/2014/main" id="{A98E6998-146D-EB8E-4EC6-A6AC7408917E}"/>
                  </a:ext>
                </a:extLst>
              </p:cNvPr>
              <p:cNvSpPr/>
              <p:nvPr/>
            </p:nvSpPr>
            <p:spPr>
              <a:xfrm>
                <a:off x="4255941" y="1571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2" name="Freeform 26771">
                <a:extLst>
                  <a:ext uri="{FF2B5EF4-FFF2-40B4-BE49-F238E27FC236}">
                    <a16:creationId xmlns:a16="http://schemas.microsoft.com/office/drawing/2014/main" id="{0F5BD00D-2C9D-0B0A-C90F-E24BCA4BC17D}"/>
                  </a:ext>
                </a:extLst>
              </p:cNvPr>
              <p:cNvSpPr/>
              <p:nvPr/>
            </p:nvSpPr>
            <p:spPr>
              <a:xfrm>
                <a:off x="4256437" y="1926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3" name="Freeform 26772">
                <a:extLst>
                  <a:ext uri="{FF2B5EF4-FFF2-40B4-BE49-F238E27FC236}">
                    <a16:creationId xmlns:a16="http://schemas.microsoft.com/office/drawing/2014/main" id="{072BC79B-C327-B89A-59ED-1B29FE6218AA}"/>
                  </a:ext>
                </a:extLst>
              </p:cNvPr>
              <p:cNvSpPr/>
              <p:nvPr/>
            </p:nvSpPr>
            <p:spPr>
              <a:xfrm>
                <a:off x="4256933" y="189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4" name="Freeform 26773">
                <a:extLst>
                  <a:ext uri="{FF2B5EF4-FFF2-40B4-BE49-F238E27FC236}">
                    <a16:creationId xmlns:a16="http://schemas.microsoft.com/office/drawing/2014/main" id="{9C84E4C0-1D1D-135F-BBD4-8B880BA8FC76}"/>
                  </a:ext>
                </a:extLst>
              </p:cNvPr>
              <p:cNvSpPr/>
              <p:nvPr/>
            </p:nvSpPr>
            <p:spPr>
              <a:xfrm>
                <a:off x="4257528" y="1886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5" name="Freeform 26774">
                <a:extLst>
                  <a:ext uri="{FF2B5EF4-FFF2-40B4-BE49-F238E27FC236}">
                    <a16:creationId xmlns:a16="http://schemas.microsoft.com/office/drawing/2014/main" id="{7FE93832-4965-01DC-9772-9B0268B9A4CC}"/>
                  </a:ext>
                </a:extLst>
              </p:cNvPr>
              <p:cNvSpPr/>
              <p:nvPr/>
            </p:nvSpPr>
            <p:spPr>
              <a:xfrm>
                <a:off x="4258024" y="1875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6" name="Freeform 26775">
                <a:extLst>
                  <a:ext uri="{FF2B5EF4-FFF2-40B4-BE49-F238E27FC236}">
                    <a16:creationId xmlns:a16="http://schemas.microsoft.com/office/drawing/2014/main" id="{D27B3B37-38D6-DA30-F40E-8DAD97B1B7EC}"/>
                  </a:ext>
                </a:extLst>
              </p:cNvPr>
              <p:cNvSpPr/>
              <p:nvPr/>
            </p:nvSpPr>
            <p:spPr>
              <a:xfrm>
                <a:off x="4258520" y="18934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7" name="Freeform 26776">
                <a:extLst>
                  <a:ext uri="{FF2B5EF4-FFF2-40B4-BE49-F238E27FC236}">
                    <a16:creationId xmlns:a16="http://schemas.microsoft.com/office/drawing/2014/main" id="{984AA396-FEFC-C2CE-8F97-5CDF490C4C00}"/>
                  </a:ext>
                </a:extLst>
              </p:cNvPr>
              <p:cNvSpPr/>
              <p:nvPr/>
            </p:nvSpPr>
            <p:spPr>
              <a:xfrm>
                <a:off x="4259116" y="192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8" name="Freeform 26777">
                <a:extLst>
                  <a:ext uri="{FF2B5EF4-FFF2-40B4-BE49-F238E27FC236}">
                    <a16:creationId xmlns:a16="http://schemas.microsoft.com/office/drawing/2014/main" id="{9568FDB4-1E2E-8102-0EB0-B2AD1A9177D4}"/>
                  </a:ext>
                </a:extLst>
              </p:cNvPr>
              <p:cNvSpPr/>
              <p:nvPr/>
            </p:nvSpPr>
            <p:spPr>
              <a:xfrm>
                <a:off x="4259612" y="1909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79" name="Freeform 26778">
                <a:extLst>
                  <a:ext uri="{FF2B5EF4-FFF2-40B4-BE49-F238E27FC236}">
                    <a16:creationId xmlns:a16="http://schemas.microsoft.com/office/drawing/2014/main" id="{3D49EF28-1111-5E77-8DCC-442AD6464AD3}"/>
                  </a:ext>
                </a:extLst>
              </p:cNvPr>
              <p:cNvSpPr/>
              <p:nvPr/>
            </p:nvSpPr>
            <p:spPr>
              <a:xfrm>
                <a:off x="4260108" y="1549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0" name="Freeform 26779">
                <a:extLst>
                  <a:ext uri="{FF2B5EF4-FFF2-40B4-BE49-F238E27FC236}">
                    <a16:creationId xmlns:a16="http://schemas.microsoft.com/office/drawing/2014/main" id="{F5A9BD87-2395-9532-C181-FC464ED54E7A}"/>
                  </a:ext>
                </a:extLst>
              </p:cNvPr>
              <p:cNvSpPr/>
              <p:nvPr/>
            </p:nvSpPr>
            <p:spPr>
              <a:xfrm>
                <a:off x="4260604" y="1392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1" name="Freeform 26780">
                <a:extLst>
                  <a:ext uri="{FF2B5EF4-FFF2-40B4-BE49-F238E27FC236}">
                    <a16:creationId xmlns:a16="http://schemas.microsoft.com/office/drawing/2014/main" id="{B8A60C20-71D3-5FDE-F694-0EB52C94F51B}"/>
                  </a:ext>
                </a:extLst>
              </p:cNvPr>
              <p:cNvSpPr/>
              <p:nvPr/>
            </p:nvSpPr>
            <p:spPr>
              <a:xfrm>
                <a:off x="4261199" y="1437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2" name="Freeform 26781">
                <a:extLst>
                  <a:ext uri="{FF2B5EF4-FFF2-40B4-BE49-F238E27FC236}">
                    <a16:creationId xmlns:a16="http://schemas.microsoft.com/office/drawing/2014/main" id="{10FE9281-928A-DE60-EEF2-8E3D772A165A}"/>
                  </a:ext>
                </a:extLst>
              </p:cNvPr>
              <p:cNvSpPr/>
              <p:nvPr/>
            </p:nvSpPr>
            <p:spPr>
              <a:xfrm>
                <a:off x="4261695" y="1451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3" name="Freeform 26782">
                <a:extLst>
                  <a:ext uri="{FF2B5EF4-FFF2-40B4-BE49-F238E27FC236}">
                    <a16:creationId xmlns:a16="http://schemas.microsoft.com/office/drawing/2014/main" id="{83B2AB31-96F2-971B-3E7F-346F85E14D91}"/>
                  </a:ext>
                </a:extLst>
              </p:cNvPr>
              <p:cNvSpPr/>
              <p:nvPr/>
            </p:nvSpPr>
            <p:spPr>
              <a:xfrm>
                <a:off x="4262191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4" name="Freeform 26783">
                <a:extLst>
                  <a:ext uri="{FF2B5EF4-FFF2-40B4-BE49-F238E27FC236}">
                    <a16:creationId xmlns:a16="http://schemas.microsoft.com/office/drawing/2014/main" id="{779525BC-046F-8E44-D2B5-393A65CCF5A4}"/>
                  </a:ext>
                </a:extLst>
              </p:cNvPr>
              <p:cNvSpPr/>
              <p:nvPr/>
            </p:nvSpPr>
            <p:spPr>
              <a:xfrm>
                <a:off x="4262787" y="1427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5" name="Freeform 26784">
                <a:extLst>
                  <a:ext uri="{FF2B5EF4-FFF2-40B4-BE49-F238E27FC236}">
                    <a16:creationId xmlns:a16="http://schemas.microsoft.com/office/drawing/2014/main" id="{831F1DF5-DDFE-BB7E-CD61-469CD8A49CD6}"/>
                  </a:ext>
                </a:extLst>
              </p:cNvPr>
              <p:cNvSpPr/>
              <p:nvPr/>
            </p:nvSpPr>
            <p:spPr>
              <a:xfrm>
                <a:off x="4263283" y="1474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6" name="Freeform 26785">
                <a:extLst>
                  <a:ext uri="{FF2B5EF4-FFF2-40B4-BE49-F238E27FC236}">
                    <a16:creationId xmlns:a16="http://schemas.microsoft.com/office/drawing/2014/main" id="{CA1F91D8-20F6-6442-AFFA-7F8804E76C23}"/>
                  </a:ext>
                </a:extLst>
              </p:cNvPr>
              <p:cNvSpPr/>
              <p:nvPr/>
            </p:nvSpPr>
            <p:spPr>
              <a:xfrm>
                <a:off x="4263779" y="1404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7" name="Freeform 26786">
                <a:extLst>
                  <a:ext uri="{FF2B5EF4-FFF2-40B4-BE49-F238E27FC236}">
                    <a16:creationId xmlns:a16="http://schemas.microsoft.com/office/drawing/2014/main" id="{63995B6E-DA47-09AD-F621-B6368487743F}"/>
                  </a:ext>
                </a:extLst>
              </p:cNvPr>
              <p:cNvSpPr/>
              <p:nvPr/>
            </p:nvSpPr>
            <p:spPr>
              <a:xfrm>
                <a:off x="4264374" y="1331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8" name="Freeform 26787">
                <a:extLst>
                  <a:ext uri="{FF2B5EF4-FFF2-40B4-BE49-F238E27FC236}">
                    <a16:creationId xmlns:a16="http://schemas.microsoft.com/office/drawing/2014/main" id="{5598CDD8-0C74-5F8A-8320-313494A742EB}"/>
                  </a:ext>
                </a:extLst>
              </p:cNvPr>
              <p:cNvSpPr/>
              <p:nvPr/>
            </p:nvSpPr>
            <p:spPr>
              <a:xfrm>
                <a:off x="4264870" y="1292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9" name="Freeform 26788">
                <a:extLst>
                  <a:ext uri="{FF2B5EF4-FFF2-40B4-BE49-F238E27FC236}">
                    <a16:creationId xmlns:a16="http://schemas.microsoft.com/office/drawing/2014/main" id="{F3F67E4D-C55F-0300-F5C8-0ACFBEE88508}"/>
                  </a:ext>
                </a:extLst>
              </p:cNvPr>
              <p:cNvSpPr/>
              <p:nvPr/>
            </p:nvSpPr>
            <p:spPr>
              <a:xfrm>
                <a:off x="4265366" y="1266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0" name="Freeform 26789">
                <a:extLst>
                  <a:ext uri="{FF2B5EF4-FFF2-40B4-BE49-F238E27FC236}">
                    <a16:creationId xmlns:a16="http://schemas.microsoft.com/office/drawing/2014/main" id="{6DD61F46-EC0A-8ABB-8BCB-DC088DCC9743}"/>
                  </a:ext>
                </a:extLst>
              </p:cNvPr>
              <p:cNvSpPr/>
              <p:nvPr/>
            </p:nvSpPr>
            <p:spPr>
              <a:xfrm>
                <a:off x="4265962" y="1253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1" name="Freeform 26790">
                <a:extLst>
                  <a:ext uri="{FF2B5EF4-FFF2-40B4-BE49-F238E27FC236}">
                    <a16:creationId xmlns:a16="http://schemas.microsoft.com/office/drawing/2014/main" id="{C5EC6F4D-A24C-7968-1D7A-EB902C990C26}"/>
                  </a:ext>
                </a:extLst>
              </p:cNvPr>
              <p:cNvSpPr/>
              <p:nvPr/>
            </p:nvSpPr>
            <p:spPr>
              <a:xfrm>
                <a:off x="4266458" y="1248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2" name="Freeform 26791">
                <a:extLst>
                  <a:ext uri="{FF2B5EF4-FFF2-40B4-BE49-F238E27FC236}">
                    <a16:creationId xmlns:a16="http://schemas.microsoft.com/office/drawing/2014/main" id="{493BB091-A7A4-ABD6-035A-3B3A14AD2DC5}"/>
                  </a:ext>
                </a:extLst>
              </p:cNvPr>
              <p:cNvSpPr/>
              <p:nvPr/>
            </p:nvSpPr>
            <p:spPr>
              <a:xfrm>
                <a:off x="4266954" y="1261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3" name="Freeform 26792">
                <a:extLst>
                  <a:ext uri="{FF2B5EF4-FFF2-40B4-BE49-F238E27FC236}">
                    <a16:creationId xmlns:a16="http://schemas.microsoft.com/office/drawing/2014/main" id="{B7E07013-73B4-36C2-5A23-BA6F3611941E}"/>
                  </a:ext>
                </a:extLst>
              </p:cNvPr>
              <p:cNvSpPr/>
              <p:nvPr/>
            </p:nvSpPr>
            <p:spPr>
              <a:xfrm>
                <a:off x="4267549" y="1343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4" name="Freeform 26793">
                <a:extLst>
                  <a:ext uri="{FF2B5EF4-FFF2-40B4-BE49-F238E27FC236}">
                    <a16:creationId xmlns:a16="http://schemas.microsoft.com/office/drawing/2014/main" id="{8551F913-165D-CF02-6395-AF5FA80E5679}"/>
                  </a:ext>
                </a:extLst>
              </p:cNvPr>
              <p:cNvSpPr/>
              <p:nvPr/>
            </p:nvSpPr>
            <p:spPr>
              <a:xfrm>
                <a:off x="4268045" y="1460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5" name="Freeform 26794">
                <a:extLst>
                  <a:ext uri="{FF2B5EF4-FFF2-40B4-BE49-F238E27FC236}">
                    <a16:creationId xmlns:a16="http://schemas.microsoft.com/office/drawing/2014/main" id="{32C1E45A-40DD-2810-C534-CB424568EBA7}"/>
                  </a:ext>
                </a:extLst>
              </p:cNvPr>
              <p:cNvSpPr/>
              <p:nvPr/>
            </p:nvSpPr>
            <p:spPr>
              <a:xfrm>
                <a:off x="4268541" y="1644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6" name="Freeform 26795">
                <a:extLst>
                  <a:ext uri="{FF2B5EF4-FFF2-40B4-BE49-F238E27FC236}">
                    <a16:creationId xmlns:a16="http://schemas.microsoft.com/office/drawing/2014/main" id="{982C0C83-E089-11E4-2D3F-D5FFF7A177EE}"/>
                  </a:ext>
                </a:extLst>
              </p:cNvPr>
              <p:cNvSpPr/>
              <p:nvPr/>
            </p:nvSpPr>
            <p:spPr>
              <a:xfrm>
                <a:off x="4269137" y="1848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7" name="Freeform 26796">
                <a:extLst>
                  <a:ext uri="{FF2B5EF4-FFF2-40B4-BE49-F238E27FC236}">
                    <a16:creationId xmlns:a16="http://schemas.microsoft.com/office/drawing/2014/main" id="{8C9C214C-DE36-AFF5-4FDF-2819221C7587}"/>
                  </a:ext>
                </a:extLst>
              </p:cNvPr>
              <p:cNvSpPr/>
              <p:nvPr/>
            </p:nvSpPr>
            <p:spPr>
              <a:xfrm>
                <a:off x="4269633" y="1879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8" name="Freeform 26797">
                <a:extLst>
                  <a:ext uri="{FF2B5EF4-FFF2-40B4-BE49-F238E27FC236}">
                    <a16:creationId xmlns:a16="http://schemas.microsoft.com/office/drawing/2014/main" id="{1E0622B7-99C6-6AA1-52D3-F56D0B5FECC8}"/>
                  </a:ext>
                </a:extLst>
              </p:cNvPr>
              <p:cNvSpPr/>
              <p:nvPr/>
            </p:nvSpPr>
            <p:spPr>
              <a:xfrm>
                <a:off x="4270129" y="1883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9" name="Freeform 26798">
                <a:extLst>
                  <a:ext uri="{FF2B5EF4-FFF2-40B4-BE49-F238E27FC236}">
                    <a16:creationId xmlns:a16="http://schemas.microsoft.com/office/drawing/2014/main" id="{71D35B53-0A59-5EF1-506E-43CFDB2E84CC}"/>
                  </a:ext>
                </a:extLst>
              </p:cNvPr>
              <p:cNvSpPr/>
              <p:nvPr/>
            </p:nvSpPr>
            <p:spPr>
              <a:xfrm>
                <a:off x="4270724" y="1860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0" name="Freeform 26799">
                <a:extLst>
                  <a:ext uri="{FF2B5EF4-FFF2-40B4-BE49-F238E27FC236}">
                    <a16:creationId xmlns:a16="http://schemas.microsoft.com/office/drawing/2014/main" id="{97220027-607D-45FF-81A8-67DFF00D5D47}"/>
                  </a:ext>
                </a:extLst>
              </p:cNvPr>
              <p:cNvSpPr/>
              <p:nvPr/>
            </p:nvSpPr>
            <p:spPr>
              <a:xfrm>
                <a:off x="4271220" y="1855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1" name="Freeform 26800">
                <a:extLst>
                  <a:ext uri="{FF2B5EF4-FFF2-40B4-BE49-F238E27FC236}">
                    <a16:creationId xmlns:a16="http://schemas.microsoft.com/office/drawing/2014/main" id="{75C521F4-01D1-607D-99BA-D4D4F2953A9F}"/>
                  </a:ext>
                </a:extLst>
              </p:cNvPr>
              <p:cNvSpPr/>
              <p:nvPr/>
            </p:nvSpPr>
            <p:spPr>
              <a:xfrm>
                <a:off x="4271716" y="1862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2" name="Freeform 26801">
                <a:extLst>
                  <a:ext uri="{FF2B5EF4-FFF2-40B4-BE49-F238E27FC236}">
                    <a16:creationId xmlns:a16="http://schemas.microsoft.com/office/drawing/2014/main" id="{FD6A6132-4969-BD5E-3837-87695E9AD1DE}"/>
                  </a:ext>
                </a:extLst>
              </p:cNvPr>
              <p:cNvSpPr/>
              <p:nvPr/>
            </p:nvSpPr>
            <p:spPr>
              <a:xfrm>
                <a:off x="4272213" y="1825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3" name="Freeform 26802">
                <a:extLst>
                  <a:ext uri="{FF2B5EF4-FFF2-40B4-BE49-F238E27FC236}">
                    <a16:creationId xmlns:a16="http://schemas.microsoft.com/office/drawing/2014/main" id="{4943298B-78F3-630D-9B24-50F4647EF91D}"/>
                  </a:ext>
                </a:extLst>
              </p:cNvPr>
              <p:cNvSpPr/>
              <p:nvPr/>
            </p:nvSpPr>
            <p:spPr>
              <a:xfrm>
                <a:off x="4272808" y="1594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4" name="Freeform 26803">
                <a:extLst>
                  <a:ext uri="{FF2B5EF4-FFF2-40B4-BE49-F238E27FC236}">
                    <a16:creationId xmlns:a16="http://schemas.microsoft.com/office/drawing/2014/main" id="{FBADCC41-8CFE-8DE5-FA0F-EF8C532ECBB8}"/>
                  </a:ext>
                </a:extLst>
              </p:cNvPr>
              <p:cNvSpPr/>
              <p:nvPr/>
            </p:nvSpPr>
            <p:spPr>
              <a:xfrm>
                <a:off x="4273304" y="1480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5" name="Freeform 26804">
                <a:extLst>
                  <a:ext uri="{FF2B5EF4-FFF2-40B4-BE49-F238E27FC236}">
                    <a16:creationId xmlns:a16="http://schemas.microsoft.com/office/drawing/2014/main" id="{035DDB4A-5585-E5CC-9CC2-3627F05509A4}"/>
                  </a:ext>
                </a:extLst>
              </p:cNvPr>
              <p:cNvSpPr/>
              <p:nvPr/>
            </p:nvSpPr>
            <p:spPr>
              <a:xfrm>
                <a:off x="4273800" y="1535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6" name="Freeform 26805">
                <a:extLst>
                  <a:ext uri="{FF2B5EF4-FFF2-40B4-BE49-F238E27FC236}">
                    <a16:creationId xmlns:a16="http://schemas.microsoft.com/office/drawing/2014/main" id="{8A5D7890-E449-D5C4-A6A2-6994BE53B122}"/>
                  </a:ext>
                </a:extLst>
              </p:cNvPr>
              <p:cNvSpPr/>
              <p:nvPr/>
            </p:nvSpPr>
            <p:spPr>
              <a:xfrm>
                <a:off x="4274395" y="1539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7" name="Freeform 26806">
                <a:extLst>
                  <a:ext uri="{FF2B5EF4-FFF2-40B4-BE49-F238E27FC236}">
                    <a16:creationId xmlns:a16="http://schemas.microsoft.com/office/drawing/2014/main" id="{1D745A80-FC7F-A867-DE7F-B1F05BE2E60C}"/>
                  </a:ext>
                </a:extLst>
              </p:cNvPr>
              <p:cNvSpPr/>
              <p:nvPr/>
            </p:nvSpPr>
            <p:spPr>
              <a:xfrm>
                <a:off x="4274891" y="1523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8" name="Freeform 26807">
                <a:extLst>
                  <a:ext uri="{FF2B5EF4-FFF2-40B4-BE49-F238E27FC236}">
                    <a16:creationId xmlns:a16="http://schemas.microsoft.com/office/drawing/2014/main" id="{E7B416EC-CD15-D5A2-02C8-AD08FFBCBF6E}"/>
                  </a:ext>
                </a:extLst>
              </p:cNvPr>
              <p:cNvSpPr/>
              <p:nvPr/>
            </p:nvSpPr>
            <p:spPr>
              <a:xfrm>
                <a:off x="4275388" y="1504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9" name="Freeform 26808">
                <a:extLst>
                  <a:ext uri="{FF2B5EF4-FFF2-40B4-BE49-F238E27FC236}">
                    <a16:creationId xmlns:a16="http://schemas.microsoft.com/office/drawing/2014/main" id="{215A4135-89BA-5AE2-C0CF-E6185505C53A}"/>
                  </a:ext>
                </a:extLst>
              </p:cNvPr>
              <p:cNvSpPr/>
              <p:nvPr/>
            </p:nvSpPr>
            <p:spPr>
              <a:xfrm>
                <a:off x="4275983" y="1484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0" name="Freeform 26809">
                <a:extLst>
                  <a:ext uri="{FF2B5EF4-FFF2-40B4-BE49-F238E27FC236}">
                    <a16:creationId xmlns:a16="http://schemas.microsoft.com/office/drawing/2014/main" id="{545034F9-8BE5-2815-5CFB-367EBA81C138}"/>
                  </a:ext>
                </a:extLst>
              </p:cNvPr>
              <p:cNvSpPr/>
              <p:nvPr/>
            </p:nvSpPr>
            <p:spPr>
              <a:xfrm>
                <a:off x="4276479" y="1413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1" name="Freeform 26810">
                <a:extLst>
                  <a:ext uri="{FF2B5EF4-FFF2-40B4-BE49-F238E27FC236}">
                    <a16:creationId xmlns:a16="http://schemas.microsoft.com/office/drawing/2014/main" id="{B615035F-C8D6-1FC4-C0D5-5F65548E743F}"/>
                  </a:ext>
                </a:extLst>
              </p:cNvPr>
              <p:cNvSpPr/>
              <p:nvPr/>
            </p:nvSpPr>
            <p:spPr>
              <a:xfrm>
                <a:off x="4276975" y="1367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2" name="Freeform 26811">
                <a:extLst>
                  <a:ext uri="{FF2B5EF4-FFF2-40B4-BE49-F238E27FC236}">
                    <a16:creationId xmlns:a16="http://schemas.microsoft.com/office/drawing/2014/main" id="{55215E45-042A-EA0F-D809-2DF9A648833E}"/>
                  </a:ext>
                </a:extLst>
              </p:cNvPr>
              <p:cNvSpPr/>
              <p:nvPr/>
            </p:nvSpPr>
            <p:spPr>
              <a:xfrm>
                <a:off x="4277570" y="1369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3" name="Freeform 26812">
                <a:extLst>
                  <a:ext uri="{FF2B5EF4-FFF2-40B4-BE49-F238E27FC236}">
                    <a16:creationId xmlns:a16="http://schemas.microsoft.com/office/drawing/2014/main" id="{97C36FAB-FB65-F63C-EAFF-870861D9306E}"/>
                  </a:ext>
                </a:extLst>
              </p:cNvPr>
              <p:cNvSpPr/>
              <p:nvPr/>
            </p:nvSpPr>
            <p:spPr>
              <a:xfrm>
                <a:off x="4278066" y="1403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4" name="Freeform 26813">
                <a:extLst>
                  <a:ext uri="{FF2B5EF4-FFF2-40B4-BE49-F238E27FC236}">
                    <a16:creationId xmlns:a16="http://schemas.microsoft.com/office/drawing/2014/main" id="{61337A30-B3D5-03AA-DB89-417AF1441766}"/>
                  </a:ext>
                </a:extLst>
              </p:cNvPr>
              <p:cNvSpPr/>
              <p:nvPr/>
            </p:nvSpPr>
            <p:spPr>
              <a:xfrm>
                <a:off x="4278563" y="1431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5" name="Freeform 26814">
                <a:extLst>
                  <a:ext uri="{FF2B5EF4-FFF2-40B4-BE49-F238E27FC236}">
                    <a16:creationId xmlns:a16="http://schemas.microsoft.com/office/drawing/2014/main" id="{59C9D9FC-1391-672C-BAE8-8E2EC1B6C992}"/>
                  </a:ext>
                </a:extLst>
              </p:cNvPr>
              <p:cNvSpPr/>
              <p:nvPr/>
            </p:nvSpPr>
            <p:spPr>
              <a:xfrm>
                <a:off x="4279158" y="1426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6" name="Freeform 26815">
                <a:extLst>
                  <a:ext uri="{FF2B5EF4-FFF2-40B4-BE49-F238E27FC236}">
                    <a16:creationId xmlns:a16="http://schemas.microsoft.com/office/drawing/2014/main" id="{D530511A-6FDC-1814-5A06-FC1815B3E906}"/>
                  </a:ext>
                </a:extLst>
              </p:cNvPr>
              <p:cNvSpPr/>
              <p:nvPr/>
            </p:nvSpPr>
            <p:spPr>
              <a:xfrm>
                <a:off x="4279654" y="1363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7" name="Freeform 26816">
                <a:extLst>
                  <a:ext uri="{FF2B5EF4-FFF2-40B4-BE49-F238E27FC236}">
                    <a16:creationId xmlns:a16="http://schemas.microsoft.com/office/drawing/2014/main" id="{98132165-D35E-1B42-E121-107ECF2098B9}"/>
                  </a:ext>
                </a:extLst>
              </p:cNvPr>
              <p:cNvSpPr/>
              <p:nvPr/>
            </p:nvSpPr>
            <p:spPr>
              <a:xfrm>
                <a:off x="4280150" y="1348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8" name="Freeform 26817">
                <a:extLst>
                  <a:ext uri="{FF2B5EF4-FFF2-40B4-BE49-F238E27FC236}">
                    <a16:creationId xmlns:a16="http://schemas.microsoft.com/office/drawing/2014/main" id="{59F06FD6-F496-9AAC-BA7A-CC77FE4F1B2C}"/>
                  </a:ext>
                </a:extLst>
              </p:cNvPr>
              <p:cNvSpPr/>
              <p:nvPr/>
            </p:nvSpPr>
            <p:spPr>
              <a:xfrm>
                <a:off x="4280745" y="1444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9" name="Freeform 26818">
                <a:extLst>
                  <a:ext uri="{FF2B5EF4-FFF2-40B4-BE49-F238E27FC236}">
                    <a16:creationId xmlns:a16="http://schemas.microsoft.com/office/drawing/2014/main" id="{94B5ED3B-8464-4C95-5FE4-EC7E2B29C42B}"/>
                  </a:ext>
                </a:extLst>
              </p:cNvPr>
              <p:cNvSpPr/>
              <p:nvPr/>
            </p:nvSpPr>
            <p:spPr>
              <a:xfrm>
                <a:off x="4281241" y="1644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0" name="Freeform 26819">
                <a:extLst>
                  <a:ext uri="{FF2B5EF4-FFF2-40B4-BE49-F238E27FC236}">
                    <a16:creationId xmlns:a16="http://schemas.microsoft.com/office/drawing/2014/main" id="{A91440D1-4A50-08A8-F045-E9D85ED8CB39}"/>
                  </a:ext>
                </a:extLst>
              </p:cNvPr>
              <p:cNvSpPr/>
              <p:nvPr/>
            </p:nvSpPr>
            <p:spPr>
              <a:xfrm>
                <a:off x="4281738" y="18167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1" name="Freeform 26820">
                <a:extLst>
                  <a:ext uri="{FF2B5EF4-FFF2-40B4-BE49-F238E27FC236}">
                    <a16:creationId xmlns:a16="http://schemas.microsoft.com/office/drawing/2014/main" id="{ECC85742-5208-53B8-3EC4-5EA834B7A90A}"/>
                  </a:ext>
                </a:extLst>
              </p:cNvPr>
              <p:cNvSpPr/>
              <p:nvPr/>
            </p:nvSpPr>
            <p:spPr>
              <a:xfrm>
                <a:off x="4282333" y="1802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2" name="Freeform 26821">
                <a:extLst>
                  <a:ext uri="{FF2B5EF4-FFF2-40B4-BE49-F238E27FC236}">
                    <a16:creationId xmlns:a16="http://schemas.microsoft.com/office/drawing/2014/main" id="{BD41CCD9-D8B4-B83A-0A8E-FA78AAB8B31B}"/>
                  </a:ext>
                </a:extLst>
              </p:cNvPr>
              <p:cNvSpPr/>
              <p:nvPr/>
            </p:nvSpPr>
            <p:spPr>
              <a:xfrm>
                <a:off x="4282829" y="1817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3" name="Freeform 26822">
                <a:extLst>
                  <a:ext uri="{FF2B5EF4-FFF2-40B4-BE49-F238E27FC236}">
                    <a16:creationId xmlns:a16="http://schemas.microsoft.com/office/drawing/2014/main" id="{BA61123B-D5A0-8269-93F6-28B08D4667F8}"/>
                  </a:ext>
                </a:extLst>
              </p:cNvPr>
              <p:cNvSpPr/>
              <p:nvPr/>
            </p:nvSpPr>
            <p:spPr>
              <a:xfrm>
                <a:off x="4283325" y="1813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4" name="Freeform 26823">
                <a:extLst>
                  <a:ext uri="{FF2B5EF4-FFF2-40B4-BE49-F238E27FC236}">
                    <a16:creationId xmlns:a16="http://schemas.microsoft.com/office/drawing/2014/main" id="{509253D6-C44B-C758-36F7-514ED0F146AD}"/>
                  </a:ext>
                </a:extLst>
              </p:cNvPr>
              <p:cNvSpPr/>
              <p:nvPr/>
            </p:nvSpPr>
            <p:spPr>
              <a:xfrm>
                <a:off x="4283821" y="1781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5" name="Freeform 26824">
                <a:extLst>
                  <a:ext uri="{FF2B5EF4-FFF2-40B4-BE49-F238E27FC236}">
                    <a16:creationId xmlns:a16="http://schemas.microsoft.com/office/drawing/2014/main" id="{CDE453E2-D147-46DC-F66D-6D401F01B5F3}"/>
                  </a:ext>
                </a:extLst>
              </p:cNvPr>
              <p:cNvSpPr/>
              <p:nvPr/>
            </p:nvSpPr>
            <p:spPr>
              <a:xfrm>
                <a:off x="4284416" y="1764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6" name="Freeform 26825">
                <a:extLst>
                  <a:ext uri="{FF2B5EF4-FFF2-40B4-BE49-F238E27FC236}">
                    <a16:creationId xmlns:a16="http://schemas.microsoft.com/office/drawing/2014/main" id="{965BEC76-590B-01D3-4843-CF4F2CDF550B}"/>
                  </a:ext>
                </a:extLst>
              </p:cNvPr>
              <p:cNvSpPr/>
              <p:nvPr/>
            </p:nvSpPr>
            <p:spPr>
              <a:xfrm>
                <a:off x="4284913" y="1729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7" name="Freeform 26826">
                <a:extLst>
                  <a:ext uri="{FF2B5EF4-FFF2-40B4-BE49-F238E27FC236}">
                    <a16:creationId xmlns:a16="http://schemas.microsoft.com/office/drawing/2014/main" id="{1A7CDA22-5D22-E348-97D7-B540FE4265DC}"/>
                  </a:ext>
                </a:extLst>
              </p:cNvPr>
              <p:cNvSpPr/>
              <p:nvPr/>
            </p:nvSpPr>
            <p:spPr>
              <a:xfrm>
                <a:off x="4285409" y="1586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8" name="Freeform 26827">
                <a:extLst>
                  <a:ext uri="{FF2B5EF4-FFF2-40B4-BE49-F238E27FC236}">
                    <a16:creationId xmlns:a16="http://schemas.microsoft.com/office/drawing/2014/main" id="{7507CA89-8829-89EC-2F56-AFBF93252FDB}"/>
                  </a:ext>
                </a:extLst>
              </p:cNvPr>
              <p:cNvSpPr/>
              <p:nvPr/>
            </p:nvSpPr>
            <p:spPr>
              <a:xfrm>
                <a:off x="4286004" y="1521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9" name="Freeform 26828">
                <a:extLst>
                  <a:ext uri="{FF2B5EF4-FFF2-40B4-BE49-F238E27FC236}">
                    <a16:creationId xmlns:a16="http://schemas.microsoft.com/office/drawing/2014/main" id="{EE8159E8-9616-B662-B466-D206FD72161D}"/>
                  </a:ext>
                </a:extLst>
              </p:cNvPr>
              <p:cNvSpPr/>
              <p:nvPr/>
            </p:nvSpPr>
            <p:spPr>
              <a:xfrm>
                <a:off x="4286500" y="1565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0" name="Freeform 26829">
                <a:extLst>
                  <a:ext uri="{FF2B5EF4-FFF2-40B4-BE49-F238E27FC236}">
                    <a16:creationId xmlns:a16="http://schemas.microsoft.com/office/drawing/2014/main" id="{E9C363EE-2B3A-FD50-58BB-181A7707DAD0}"/>
                  </a:ext>
                </a:extLst>
              </p:cNvPr>
              <p:cNvSpPr/>
              <p:nvPr/>
            </p:nvSpPr>
            <p:spPr>
              <a:xfrm>
                <a:off x="4286996" y="1564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1" name="Freeform 26830">
                <a:extLst>
                  <a:ext uri="{FF2B5EF4-FFF2-40B4-BE49-F238E27FC236}">
                    <a16:creationId xmlns:a16="http://schemas.microsoft.com/office/drawing/2014/main" id="{D86659C4-0B46-D373-5EFD-31C5BA8D9E80}"/>
                  </a:ext>
                </a:extLst>
              </p:cNvPr>
              <p:cNvSpPr/>
              <p:nvPr/>
            </p:nvSpPr>
            <p:spPr>
              <a:xfrm>
                <a:off x="4287591" y="1545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2" name="Freeform 26831">
                <a:extLst>
                  <a:ext uri="{FF2B5EF4-FFF2-40B4-BE49-F238E27FC236}">
                    <a16:creationId xmlns:a16="http://schemas.microsoft.com/office/drawing/2014/main" id="{CC6441F3-2BA3-6794-8399-6562C96B1934}"/>
                  </a:ext>
                </a:extLst>
              </p:cNvPr>
              <p:cNvSpPr/>
              <p:nvPr/>
            </p:nvSpPr>
            <p:spPr>
              <a:xfrm>
                <a:off x="4288088" y="1506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3" name="Freeform 26832">
                <a:extLst>
                  <a:ext uri="{FF2B5EF4-FFF2-40B4-BE49-F238E27FC236}">
                    <a16:creationId xmlns:a16="http://schemas.microsoft.com/office/drawing/2014/main" id="{B056011F-3868-174C-31AF-8BCB51A164E2}"/>
                  </a:ext>
                </a:extLst>
              </p:cNvPr>
              <p:cNvSpPr/>
              <p:nvPr/>
            </p:nvSpPr>
            <p:spPr>
              <a:xfrm>
                <a:off x="4288584" y="1438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4" name="Freeform 26833">
                <a:extLst>
                  <a:ext uri="{FF2B5EF4-FFF2-40B4-BE49-F238E27FC236}">
                    <a16:creationId xmlns:a16="http://schemas.microsoft.com/office/drawing/2014/main" id="{447532F6-4F7D-E0EE-0648-9AA2BD23DD05}"/>
                  </a:ext>
                </a:extLst>
              </p:cNvPr>
              <p:cNvSpPr/>
              <p:nvPr/>
            </p:nvSpPr>
            <p:spPr>
              <a:xfrm>
                <a:off x="4289179" y="1360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5" name="Freeform 26834">
                <a:extLst>
                  <a:ext uri="{FF2B5EF4-FFF2-40B4-BE49-F238E27FC236}">
                    <a16:creationId xmlns:a16="http://schemas.microsoft.com/office/drawing/2014/main" id="{2E0E5331-3FE8-1112-8A5D-B6B60912968E}"/>
                  </a:ext>
                </a:extLst>
              </p:cNvPr>
              <p:cNvSpPr/>
              <p:nvPr/>
            </p:nvSpPr>
            <p:spPr>
              <a:xfrm>
                <a:off x="4289675" y="1326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6" name="Freeform 26835">
                <a:extLst>
                  <a:ext uri="{FF2B5EF4-FFF2-40B4-BE49-F238E27FC236}">
                    <a16:creationId xmlns:a16="http://schemas.microsoft.com/office/drawing/2014/main" id="{719C91C4-9C26-676F-6D8C-4F5B325FCB8B}"/>
                  </a:ext>
                </a:extLst>
              </p:cNvPr>
              <p:cNvSpPr/>
              <p:nvPr/>
            </p:nvSpPr>
            <p:spPr>
              <a:xfrm>
                <a:off x="4290171" y="1378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7" name="Freeform 26836">
                <a:extLst>
                  <a:ext uri="{FF2B5EF4-FFF2-40B4-BE49-F238E27FC236}">
                    <a16:creationId xmlns:a16="http://schemas.microsoft.com/office/drawing/2014/main" id="{24DD5502-C833-B9F2-4246-B32C1972EC43}"/>
                  </a:ext>
                </a:extLst>
              </p:cNvPr>
              <p:cNvSpPr/>
              <p:nvPr/>
            </p:nvSpPr>
            <p:spPr>
              <a:xfrm>
                <a:off x="4290766" y="1409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8" name="Freeform 26837">
                <a:extLst>
                  <a:ext uri="{FF2B5EF4-FFF2-40B4-BE49-F238E27FC236}">
                    <a16:creationId xmlns:a16="http://schemas.microsoft.com/office/drawing/2014/main" id="{5A0B571E-FD78-4C4E-C520-61B52D2CC521}"/>
                  </a:ext>
                </a:extLst>
              </p:cNvPr>
              <p:cNvSpPr/>
              <p:nvPr/>
            </p:nvSpPr>
            <p:spPr>
              <a:xfrm>
                <a:off x="4291263" y="1383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9" name="Freeform 26838">
                <a:extLst>
                  <a:ext uri="{FF2B5EF4-FFF2-40B4-BE49-F238E27FC236}">
                    <a16:creationId xmlns:a16="http://schemas.microsoft.com/office/drawing/2014/main" id="{143843CB-8DBB-0193-C6B1-9C95EFAC7BD1}"/>
                  </a:ext>
                </a:extLst>
              </p:cNvPr>
              <p:cNvSpPr/>
              <p:nvPr/>
            </p:nvSpPr>
            <p:spPr>
              <a:xfrm>
                <a:off x="4291759" y="1381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0" name="Freeform 26839">
                <a:extLst>
                  <a:ext uri="{FF2B5EF4-FFF2-40B4-BE49-F238E27FC236}">
                    <a16:creationId xmlns:a16="http://schemas.microsoft.com/office/drawing/2014/main" id="{E2907AB3-F91E-A268-B661-CC401C184DE6}"/>
                  </a:ext>
                </a:extLst>
              </p:cNvPr>
              <p:cNvSpPr/>
              <p:nvPr/>
            </p:nvSpPr>
            <p:spPr>
              <a:xfrm>
                <a:off x="4292354" y="1364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1" name="Freeform 26840">
                <a:extLst>
                  <a:ext uri="{FF2B5EF4-FFF2-40B4-BE49-F238E27FC236}">
                    <a16:creationId xmlns:a16="http://schemas.microsoft.com/office/drawing/2014/main" id="{03A92373-4499-FC15-AD0E-A4E2163DF567}"/>
                  </a:ext>
                </a:extLst>
              </p:cNvPr>
              <p:cNvSpPr/>
              <p:nvPr/>
            </p:nvSpPr>
            <p:spPr>
              <a:xfrm>
                <a:off x="4292850" y="1404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2" name="Freeform 26841">
                <a:extLst>
                  <a:ext uri="{FF2B5EF4-FFF2-40B4-BE49-F238E27FC236}">
                    <a16:creationId xmlns:a16="http://schemas.microsoft.com/office/drawing/2014/main" id="{00005FB6-DC1E-6123-1276-7F8DA8BF8495}"/>
                  </a:ext>
                </a:extLst>
              </p:cNvPr>
              <p:cNvSpPr/>
              <p:nvPr/>
            </p:nvSpPr>
            <p:spPr>
              <a:xfrm>
                <a:off x="4293346" y="1488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3" name="Freeform 26842">
                <a:extLst>
                  <a:ext uri="{FF2B5EF4-FFF2-40B4-BE49-F238E27FC236}">
                    <a16:creationId xmlns:a16="http://schemas.microsoft.com/office/drawing/2014/main" id="{676FC323-C1B5-B8D1-5D22-932472FD04C5}"/>
                  </a:ext>
                </a:extLst>
              </p:cNvPr>
              <p:cNvSpPr/>
              <p:nvPr/>
            </p:nvSpPr>
            <p:spPr>
              <a:xfrm>
                <a:off x="4293941" y="1576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4" name="Freeform 26843">
                <a:extLst>
                  <a:ext uri="{FF2B5EF4-FFF2-40B4-BE49-F238E27FC236}">
                    <a16:creationId xmlns:a16="http://schemas.microsoft.com/office/drawing/2014/main" id="{22DF7FAF-5A5C-4A1A-1699-F43D65CDB3D3}"/>
                  </a:ext>
                </a:extLst>
              </p:cNvPr>
              <p:cNvSpPr/>
              <p:nvPr/>
            </p:nvSpPr>
            <p:spPr>
              <a:xfrm>
                <a:off x="4294438" y="1685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5" name="Freeform 26844">
                <a:extLst>
                  <a:ext uri="{FF2B5EF4-FFF2-40B4-BE49-F238E27FC236}">
                    <a16:creationId xmlns:a16="http://schemas.microsoft.com/office/drawing/2014/main" id="{A56F45CC-4C7F-0902-92E6-0E5A47EB0D45}"/>
                  </a:ext>
                </a:extLst>
              </p:cNvPr>
              <p:cNvSpPr/>
              <p:nvPr/>
            </p:nvSpPr>
            <p:spPr>
              <a:xfrm>
                <a:off x="4294934" y="1809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6" name="Freeform 26845">
                <a:extLst>
                  <a:ext uri="{FF2B5EF4-FFF2-40B4-BE49-F238E27FC236}">
                    <a16:creationId xmlns:a16="http://schemas.microsoft.com/office/drawing/2014/main" id="{1B1A5634-5BAA-5CA8-C9B7-E38194F70A1B}"/>
                  </a:ext>
                </a:extLst>
              </p:cNvPr>
              <p:cNvSpPr/>
              <p:nvPr/>
            </p:nvSpPr>
            <p:spPr>
              <a:xfrm>
                <a:off x="4295529" y="188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7" name="Freeform 26846">
                <a:extLst>
                  <a:ext uri="{FF2B5EF4-FFF2-40B4-BE49-F238E27FC236}">
                    <a16:creationId xmlns:a16="http://schemas.microsoft.com/office/drawing/2014/main" id="{13E5B483-A500-55F1-6E8C-158688C2FC84}"/>
                  </a:ext>
                </a:extLst>
              </p:cNvPr>
              <p:cNvSpPr/>
              <p:nvPr/>
            </p:nvSpPr>
            <p:spPr>
              <a:xfrm>
                <a:off x="4296025" y="1899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8" name="Freeform 26847">
                <a:extLst>
                  <a:ext uri="{FF2B5EF4-FFF2-40B4-BE49-F238E27FC236}">
                    <a16:creationId xmlns:a16="http://schemas.microsoft.com/office/drawing/2014/main" id="{3BD962FC-9C08-1C7D-382E-F97B8ECE8ABD}"/>
                  </a:ext>
                </a:extLst>
              </p:cNvPr>
              <p:cNvSpPr/>
              <p:nvPr/>
            </p:nvSpPr>
            <p:spPr>
              <a:xfrm>
                <a:off x="4296521" y="1904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9" name="Freeform 26848">
                <a:extLst>
                  <a:ext uri="{FF2B5EF4-FFF2-40B4-BE49-F238E27FC236}">
                    <a16:creationId xmlns:a16="http://schemas.microsoft.com/office/drawing/2014/main" id="{EB24D6F6-5EE3-256D-742A-F04CC6E4C874}"/>
                  </a:ext>
                </a:extLst>
              </p:cNvPr>
              <p:cNvSpPr/>
              <p:nvPr/>
            </p:nvSpPr>
            <p:spPr>
              <a:xfrm>
                <a:off x="4297017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0" name="Freeform 26849">
                <a:extLst>
                  <a:ext uri="{FF2B5EF4-FFF2-40B4-BE49-F238E27FC236}">
                    <a16:creationId xmlns:a16="http://schemas.microsoft.com/office/drawing/2014/main" id="{3149135C-6230-FF51-5475-EEA599FA1615}"/>
                  </a:ext>
                </a:extLst>
              </p:cNvPr>
              <p:cNvSpPr/>
              <p:nvPr/>
            </p:nvSpPr>
            <p:spPr>
              <a:xfrm>
                <a:off x="4297613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1" name="Freeform 26850">
                <a:extLst>
                  <a:ext uri="{FF2B5EF4-FFF2-40B4-BE49-F238E27FC236}">
                    <a16:creationId xmlns:a16="http://schemas.microsoft.com/office/drawing/2014/main" id="{2B1CAEC2-3F06-DAF5-8325-BE7A2DC24F9B}"/>
                  </a:ext>
                </a:extLst>
              </p:cNvPr>
              <p:cNvSpPr/>
              <p:nvPr/>
            </p:nvSpPr>
            <p:spPr>
              <a:xfrm>
                <a:off x="4298109" y="1790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2" name="Freeform 26851">
                <a:extLst>
                  <a:ext uri="{FF2B5EF4-FFF2-40B4-BE49-F238E27FC236}">
                    <a16:creationId xmlns:a16="http://schemas.microsoft.com/office/drawing/2014/main" id="{185EC02E-5275-ECEE-D632-DC8E5851023D}"/>
                  </a:ext>
                </a:extLst>
              </p:cNvPr>
              <p:cNvSpPr/>
              <p:nvPr/>
            </p:nvSpPr>
            <p:spPr>
              <a:xfrm>
                <a:off x="4298605" y="1452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3" name="Freeform 26852">
                <a:extLst>
                  <a:ext uri="{FF2B5EF4-FFF2-40B4-BE49-F238E27FC236}">
                    <a16:creationId xmlns:a16="http://schemas.microsoft.com/office/drawing/2014/main" id="{68C35589-3B5F-3657-0EA7-7D3670E9C4C9}"/>
                  </a:ext>
                </a:extLst>
              </p:cNvPr>
              <p:cNvSpPr/>
              <p:nvPr/>
            </p:nvSpPr>
            <p:spPr>
              <a:xfrm>
                <a:off x="4299200" y="1528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4" name="Freeform 26853">
                <a:extLst>
                  <a:ext uri="{FF2B5EF4-FFF2-40B4-BE49-F238E27FC236}">
                    <a16:creationId xmlns:a16="http://schemas.microsoft.com/office/drawing/2014/main" id="{F4AA2019-C866-D791-634A-4A9C020D3F19}"/>
                  </a:ext>
                </a:extLst>
              </p:cNvPr>
              <p:cNvSpPr/>
              <p:nvPr/>
            </p:nvSpPr>
            <p:spPr>
              <a:xfrm>
                <a:off x="4299696" y="1541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5" name="Freeform 26854">
                <a:extLst>
                  <a:ext uri="{FF2B5EF4-FFF2-40B4-BE49-F238E27FC236}">
                    <a16:creationId xmlns:a16="http://schemas.microsoft.com/office/drawing/2014/main" id="{D561672A-DD74-871C-B890-384915DA81BC}"/>
                  </a:ext>
                </a:extLst>
              </p:cNvPr>
              <p:cNvSpPr/>
              <p:nvPr/>
            </p:nvSpPr>
            <p:spPr>
              <a:xfrm>
                <a:off x="4300192" y="1530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6" name="Freeform 26855">
                <a:extLst>
                  <a:ext uri="{FF2B5EF4-FFF2-40B4-BE49-F238E27FC236}">
                    <a16:creationId xmlns:a16="http://schemas.microsoft.com/office/drawing/2014/main" id="{F353F8AA-3974-3F9E-91E2-C1C24CCE7911}"/>
                  </a:ext>
                </a:extLst>
              </p:cNvPr>
              <p:cNvSpPr/>
              <p:nvPr/>
            </p:nvSpPr>
            <p:spPr>
              <a:xfrm>
                <a:off x="4300788" y="1518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7" name="Freeform 26856">
                <a:extLst>
                  <a:ext uri="{FF2B5EF4-FFF2-40B4-BE49-F238E27FC236}">
                    <a16:creationId xmlns:a16="http://schemas.microsoft.com/office/drawing/2014/main" id="{95D917F2-182A-4BAA-C0BD-27DCC05A1953}"/>
                  </a:ext>
                </a:extLst>
              </p:cNvPr>
              <p:cNvSpPr/>
              <p:nvPr/>
            </p:nvSpPr>
            <p:spPr>
              <a:xfrm>
                <a:off x="4301284" y="1412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8" name="Freeform 26857">
                <a:extLst>
                  <a:ext uri="{FF2B5EF4-FFF2-40B4-BE49-F238E27FC236}">
                    <a16:creationId xmlns:a16="http://schemas.microsoft.com/office/drawing/2014/main" id="{44B0FE83-8EC1-997E-8169-23FF8145D63C}"/>
                  </a:ext>
                </a:extLst>
              </p:cNvPr>
              <p:cNvSpPr/>
              <p:nvPr/>
            </p:nvSpPr>
            <p:spPr>
              <a:xfrm>
                <a:off x="4301780" y="1393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9" name="Freeform 26858">
                <a:extLst>
                  <a:ext uri="{FF2B5EF4-FFF2-40B4-BE49-F238E27FC236}">
                    <a16:creationId xmlns:a16="http://schemas.microsoft.com/office/drawing/2014/main" id="{67608CDF-B0A5-A24C-6CC6-1AA2324D2912}"/>
                  </a:ext>
                </a:extLst>
              </p:cNvPr>
              <p:cNvSpPr/>
              <p:nvPr/>
            </p:nvSpPr>
            <p:spPr>
              <a:xfrm>
                <a:off x="4302375" y="1375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0" name="Freeform 26859">
                <a:extLst>
                  <a:ext uri="{FF2B5EF4-FFF2-40B4-BE49-F238E27FC236}">
                    <a16:creationId xmlns:a16="http://schemas.microsoft.com/office/drawing/2014/main" id="{0ECA787D-DE60-7901-0303-00598B227BA2}"/>
                  </a:ext>
                </a:extLst>
              </p:cNvPr>
              <p:cNvSpPr/>
              <p:nvPr/>
            </p:nvSpPr>
            <p:spPr>
              <a:xfrm>
                <a:off x="4302871" y="1404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1" name="Freeform 26860">
                <a:extLst>
                  <a:ext uri="{FF2B5EF4-FFF2-40B4-BE49-F238E27FC236}">
                    <a16:creationId xmlns:a16="http://schemas.microsoft.com/office/drawing/2014/main" id="{60A60506-F595-ED92-97A4-547E5D8FC473}"/>
                  </a:ext>
                </a:extLst>
              </p:cNvPr>
              <p:cNvSpPr/>
              <p:nvPr/>
            </p:nvSpPr>
            <p:spPr>
              <a:xfrm>
                <a:off x="4303367" y="138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2" name="Freeform 26861">
                <a:extLst>
                  <a:ext uri="{FF2B5EF4-FFF2-40B4-BE49-F238E27FC236}">
                    <a16:creationId xmlns:a16="http://schemas.microsoft.com/office/drawing/2014/main" id="{25E85C04-B3C7-04E2-0D98-C5063068A84A}"/>
                  </a:ext>
                </a:extLst>
              </p:cNvPr>
              <p:cNvSpPr/>
              <p:nvPr/>
            </p:nvSpPr>
            <p:spPr>
              <a:xfrm>
                <a:off x="4303963" y="1355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3" name="Freeform 26862">
                <a:extLst>
                  <a:ext uri="{FF2B5EF4-FFF2-40B4-BE49-F238E27FC236}">
                    <a16:creationId xmlns:a16="http://schemas.microsoft.com/office/drawing/2014/main" id="{89F6FB38-ED9A-147A-2C90-F1299A0A35F4}"/>
                  </a:ext>
                </a:extLst>
              </p:cNvPr>
              <p:cNvSpPr/>
              <p:nvPr/>
            </p:nvSpPr>
            <p:spPr>
              <a:xfrm>
                <a:off x="4304459" y="1346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4" name="Freeform 26863">
                <a:extLst>
                  <a:ext uri="{FF2B5EF4-FFF2-40B4-BE49-F238E27FC236}">
                    <a16:creationId xmlns:a16="http://schemas.microsoft.com/office/drawing/2014/main" id="{A074AA1E-38F0-5595-4034-14E18BB5CCF8}"/>
                  </a:ext>
                </a:extLst>
              </p:cNvPr>
              <p:cNvSpPr/>
              <p:nvPr/>
            </p:nvSpPr>
            <p:spPr>
              <a:xfrm>
                <a:off x="4304955" y="1313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5" name="Freeform 26864">
                <a:extLst>
                  <a:ext uri="{FF2B5EF4-FFF2-40B4-BE49-F238E27FC236}">
                    <a16:creationId xmlns:a16="http://schemas.microsoft.com/office/drawing/2014/main" id="{6398CA9E-6DBA-11B8-FA3C-3BEF13294CF2}"/>
                  </a:ext>
                </a:extLst>
              </p:cNvPr>
              <p:cNvSpPr/>
              <p:nvPr/>
            </p:nvSpPr>
            <p:spPr>
              <a:xfrm>
                <a:off x="4305550" y="1321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6" name="Freeform 26865">
                <a:extLst>
                  <a:ext uri="{FF2B5EF4-FFF2-40B4-BE49-F238E27FC236}">
                    <a16:creationId xmlns:a16="http://schemas.microsoft.com/office/drawing/2014/main" id="{702184BE-29B6-1B29-F6EF-D39FF34AF3EA}"/>
                  </a:ext>
                </a:extLst>
              </p:cNvPr>
              <p:cNvSpPr/>
              <p:nvPr/>
            </p:nvSpPr>
            <p:spPr>
              <a:xfrm>
                <a:off x="4306046" y="1344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7" name="Freeform 26866">
                <a:extLst>
                  <a:ext uri="{FF2B5EF4-FFF2-40B4-BE49-F238E27FC236}">
                    <a16:creationId xmlns:a16="http://schemas.microsoft.com/office/drawing/2014/main" id="{35DB7A66-9A05-9CFA-B293-963D17FBFF2E}"/>
                  </a:ext>
                </a:extLst>
              </p:cNvPr>
              <p:cNvSpPr/>
              <p:nvPr/>
            </p:nvSpPr>
            <p:spPr>
              <a:xfrm>
                <a:off x="4306542" y="1463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8" name="Freeform 26867">
                <a:extLst>
                  <a:ext uri="{FF2B5EF4-FFF2-40B4-BE49-F238E27FC236}">
                    <a16:creationId xmlns:a16="http://schemas.microsoft.com/office/drawing/2014/main" id="{F804C99B-0E37-3FB9-A649-69A04C5816BF}"/>
                  </a:ext>
                </a:extLst>
              </p:cNvPr>
              <p:cNvSpPr/>
              <p:nvPr/>
            </p:nvSpPr>
            <p:spPr>
              <a:xfrm>
                <a:off x="4307138" y="1639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9" name="Freeform 26868">
                <a:extLst>
                  <a:ext uri="{FF2B5EF4-FFF2-40B4-BE49-F238E27FC236}">
                    <a16:creationId xmlns:a16="http://schemas.microsoft.com/office/drawing/2014/main" id="{914E21D7-9294-6FD2-E3D2-FD3C8CB3C6E0}"/>
                  </a:ext>
                </a:extLst>
              </p:cNvPr>
              <p:cNvSpPr/>
              <p:nvPr/>
            </p:nvSpPr>
            <p:spPr>
              <a:xfrm>
                <a:off x="4307634" y="1762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0" name="Freeform 26869">
                <a:extLst>
                  <a:ext uri="{FF2B5EF4-FFF2-40B4-BE49-F238E27FC236}">
                    <a16:creationId xmlns:a16="http://schemas.microsoft.com/office/drawing/2014/main" id="{D36C9F81-1812-E5B4-6FEF-5EDE6328CFBD}"/>
                  </a:ext>
                </a:extLst>
              </p:cNvPr>
              <p:cNvSpPr/>
              <p:nvPr/>
            </p:nvSpPr>
            <p:spPr>
              <a:xfrm>
                <a:off x="4308130" y="1859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1" name="Freeform 26870">
                <a:extLst>
                  <a:ext uri="{FF2B5EF4-FFF2-40B4-BE49-F238E27FC236}">
                    <a16:creationId xmlns:a16="http://schemas.microsoft.com/office/drawing/2014/main" id="{3E063619-8151-4B42-7034-380CDE9CD018}"/>
                  </a:ext>
                </a:extLst>
              </p:cNvPr>
              <p:cNvSpPr/>
              <p:nvPr/>
            </p:nvSpPr>
            <p:spPr>
              <a:xfrm>
                <a:off x="4308626" y="1876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2" name="Freeform 26871">
                <a:extLst>
                  <a:ext uri="{FF2B5EF4-FFF2-40B4-BE49-F238E27FC236}">
                    <a16:creationId xmlns:a16="http://schemas.microsoft.com/office/drawing/2014/main" id="{B055883A-460D-120C-0438-135C00A224C1}"/>
                  </a:ext>
                </a:extLst>
              </p:cNvPr>
              <p:cNvSpPr/>
              <p:nvPr/>
            </p:nvSpPr>
            <p:spPr>
              <a:xfrm>
                <a:off x="4309221" y="1863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3" name="Freeform 26872">
                <a:extLst>
                  <a:ext uri="{FF2B5EF4-FFF2-40B4-BE49-F238E27FC236}">
                    <a16:creationId xmlns:a16="http://schemas.microsoft.com/office/drawing/2014/main" id="{F08A8CD9-481F-64B5-CFD1-1C8865A1DC22}"/>
                  </a:ext>
                </a:extLst>
              </p:cNvPr>
              <p:cNvSpPr/>
              <p:nvPr/>
            </p:nvSpPr>
            <p:spPr>
              <a:xfrm>
                <a:off x="4309717" y="1838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4" name="Freeform 26873">
                <a:extLst>
                  <a:ext uri="{FF2B5EF4-FFF2-40B4-BE49-F238E27FC236}">
                    <a16:creationId xmlns:a16="http://schemas.microsoft.com/office/drawing/2014/main" id="{4259C814-4219-F178-A4B9-C528F070274E}"/>
                  </a:ext>
                </a:extLst>
              </p:cNvPr>
              <p:cNvSpPr/>
              <p:nvPr/>
            </p:nvSpPr>
            <p:spPr>
              <a:xfrm>
                <a:off x="4310213" y="1851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5" name="Freeform 26874">
                <a:extLst>
                  <a:ext uri="{FF2B5EF4-FFF2-40B4-BE49-F238E27FC236}">
                    <a16:creationId xmlns:a16="http://schemas.microsoft.com/office/drawing/2014/main" id="{3AAD09D2-4E60-9F91-3D21-BB0F446D7688}"/>
                  </a:ext>
                </a:extLst>
              </p:cNvPr>
              <p:cNvSpPr/>
              <p:nvPr/>
            </p:nvSpPr>
            <p:spPr>
              <a:xfrm>
                <a:off x="4310809" y="1518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6" name="Freeform 26875">
                <a:extLst>
                  <a:ext uri="{FF2B5EF4-FFF2-40B4-BE49-F238E27FC236}">
                    <a16:creationId xmlns:a16="http://schemas.microsoft.com/office/drawing/2014/main" id="{457EDED0-5500-0AD4-3154-451FC20936A2}"/>
                  </a:ext>
                </a:extLst>
              </p:cNvPr>
              <p:cNvSpPr/>
              <p:nvPr/>
            </p:nvSpPr>
            <p:spPr>
              <a:xfrm>
                <a:off x="4311305" y="12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7" name="Freeform 26876">
                <a:extLst>
                  <a:ext uri="{FF2B5EF4-FFF2-40B4-BE49-F238E27FC236}">
                    <a16:creationId xmlns:a16="http://schemas.microsoft.com/office/drawing/2014/main" id="{169EEB59-B725-FD64-4A11-9E85F2B11F52}"/>
                  </a:ext>
                </a:extLst>
              </p:cNvPr>
              <p:cNvSpPr/>
              <p:nvPr/>
            </p:nvSpPr>
            <p:spPr>
              <a:xfrm>
                <a:off x="4311801" y="1366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8" name="Freeform 26877">
                <a:extLst>
                  <a:ext uri="{FF2B5EF4-FFF2-40B4-BE49-F238E27FC236}">
                    <a16:creationId xmlns:a16="http://schemas.microsoft.com/office/drawing/2014/main" id="{AFED0739-D957-D74F-42A4-8BD640DE559F}"/>
                  </a:ext>
                </a:extLst>
              </p:cNvPr>
              <p:cNvSpPr/>
              <p:nvPr/>
            </p:nvSpPr>
            <p:spPr>
              <a:xfrm>
                <a:off x="4312396" y="1382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9" name="Freeform 26878">
                <a:extLst>
                  <a:ext uri="{FF2B5EF4-FFF2-40B4-BE49-F238E27FC236}">
                    <a16:creationId xmlns:a16="http://schemas.microsoft.com/office/drawing/2014/main" id="{32449BCE-DAF8-9BC8-A56F-D0F5EFAA34FF}"/>
                  </a:ext>
                </a:extLst>
              </p:cNvPr>
              <p:cNvSpPr/>
              <p:nvPr/>
            </p:nvSpPr>
            <p:spPr>
              <a:xfrm>
                <a:off x="4312892" y="137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0" name="Freeform 26879">
                <a:extLst>
                  <a:ext uri="{FF2B5EF4-FFF2-40B4-BE49-F238E27FC236}">
                    <a16:creationId xmlns:a16="http://schemas.microsoft.com/office/drawing/2014/main" id="{AF454B0D-4BBA-537A-37BE-8C923D8BAC44}"/>
                  </a:ext>
                </a:extLst>
              </p:cNvPr>
              <p:cNvSpPr/>
              <p:nvPr/>
            </p:nvSpPr>
            <p:spPr>
              <a:xfrm>
                <a:off x="4313388" y="1362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1" name="Freeform 26880">
                <a:extLst>
                  <a:ext uri="{FF2B5EF4-FFF2-40B4-BE49-F238E27FC236}">
                    <a16:creationId xmlns:a16="http://schemas.microsoft.com/office/drawing/2014/main" id="{7DDD049C-5E5B-26FB-E5DA-2F9104ED0BB3}"/>
                  </a:ext>
                </a:extLst>
              </p:cNvPr>
              <p:cNvSpPr/>
              <p:nvPr/>
            </p:nvSpPr>
            <p:spPr>
              <a:xfrm>
                <a:off x="4313984" y="1282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2" name="Freeform 26881">
                <a:extLst>
                  <a:ext uri="{FF2B5EF4-FFF2-40B4-BE49-F238E27FC236}">
                    <a16:creationId xmlns:a16="http://schemas.microsoft.com/office/drawing/2014/main" id="{B13D1988-114D-8A92-83C8-FE95DAA7ABCD}"/>
                  </a:ext>
                </a:extLst>
              </p:cNvPr>
              <p:cNvSpPr/>
              <p:nvPr/>
            </p:nvSpPr>
            <p:spPr>
              <a:xfrm>
                <a:off x="4314480" y="118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3" name="Freeform 26882">
                <a:extLst>
                  <a:ext uri="{FF2B5EF4-FFF2-40B4-BE49-F238E27FC236}">
                    <a16:creationId xmlns:a16="http://schemas.microsoft.com/office/drawing/2014/main" id="{2EBF90DB-C0E2-3E24-AAFE-43D73688C0DF}"/>
                  </a:ext>
                </a:extLst>
              </p:cNvPr>
              <p:cNvSpPr/>
              <p:nvPr/>
            </p:nvSpPr>
            <p:spPr>
              <a:xfrm>
                <a:off x="4314976" y="1136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4" name="Freeform 26883">
                <a:extLst>
                  <a:ext uri="{FF2B5EF4-FFF2-40B4-BE49-F238E27FC236}">
                    <a16:creationId xmlns:a16="http://schemas.microsoft.com/office/drawing/2014/main" id="{C7B93A27-67FF-AD86-765E-F1A8F6D39041}"/>
                  </a:ext>
                </a:extLst>
              </p:cNvPr>
              <p:cNvSpPr/>
              <p:nvPr/>
            </p:nvSpPr>
            <p:spPr>
              <a:xfrm>
                <a:off x="4315571" y="1043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5" name="Freeform 26884">
                <a:extLst>
                  <a:ext uri="{FF2B5EF4-FFF2-40B4-BE49-F238E27FC236}">
                    <a16:creationId xmlns:a16="http://schemas.microsoft.com/office/drawing/2014/main" id="{5A4C4F2C-0D8A-1A82-B43F-A360E7C8EBCD}"/>
                  </a:ext>
                </a:extLst>
              </p:cNvPr>
              <p:cNvSpPr/>
              <p:nvPr/>
            </p:nvSpPr>
            <p:spPr>
              <a:xfrm>
                <a:off x="4316067" y="994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6" name="Freeform 26885">
                <a:extLst>
                  <a:ext uri="{FF2B5EF4-FFF2-40B4-BE49-F238E27FC236}">
                    <a16:creationId xmlns:a16="http://schemas.microsoft.com/office/drawing/2014/main" id="{E96BE109-CD02-296E-1DC8-5F48988B7308}"/>
                  </a:ext>
                </a:extLst>
              </p:cNvPr>
              <p:cNvSpPr/>
              <p:nvPr/>
            </p:nvSpPr>
            <p:spPr>
              <a:xfrm>
                <a:off x="4316563" y="969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7" name="Freeform 26886">
                <a:extLst>
                  <a:ext uri="{FF2B5EF4-FFF2-40B4-BE49-F238E27FC236}">
                    <a16:creationId xmlns:a16="http://schemas.microsoft.com/office/drawing/2014/main" id="{60F87472-9DFC-9039-E1F8-9CE3D4C337F9}"/>
                  </a:ext>
                </a:extLst>
              </p:cNvPr>
              <p:cNvSpPr/>
              <p:nvPr/>
            </p:nvSpPr>
            <p:spPr>
              <a:xfrm>
                <a:off x="4317159" y="97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8" name="Freeform 26887">
                <a:extLst>
                  <a:ext uri="{FF2B5EF4-FFF2-40B4-BE49-F238E27FC236}">
                    <a16:creationId xmlns:a16="http://schemas.microsoft.com/office/drawing/2014/main" id="{FEA4A80E-735C-DCA6-8367-407624E7FE4F}"/>
                  </a:ext>
                </a:extLst>
              </p:cNvPr>
              <p:cNvSpPr/>
              <p:nvPr/>
            </p:nvSpPr>
            <p:spPr>
              <a:xfrm>
                <a:off x="4317655" y="1058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9" name="Freeform 26888">
                <a:extLst>
                  <a:ext uri="{FF2B5EF4-FFF2-40B4-BE49-F238E27FC236}">
                    <a16:creationId xmlns:a16="http://schemas.microsoft.com/office/drawing/2014/main" id="{70486993-6FAB-5153-CA96-02B5A2663109}"/>
                  </a:ext>
                </a:extLst>
              </p:cNvPr>
              <p:cNvSpPr/>
              <p:nvPr/>
            </p:nvSpPr>
            <p:spPr>
              <a:xfrm>
                <a:off x="4318151" y="120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0" name="Freeform 26889">
                <a:extLst>
                  <a:ext uri="{FF2B5EF4-FFF2-40B4-BE49-F238E27FC236}">
                    <a16:creationId xmlns:a16="http://schemas.microsoft.com/office/drawing/2014/main" id="{F8A50875-AAC9-D4CC-A540-94ED510DC03E}"/>
                  </a:ext>
                </a:extLst>
              </p:cNvPr>
              <p:cNvSpPr/>
              <p:nvPr/>
            </p:nvSpPr>
            <p:spPr>
              <a:xfrm>
                <a:off x="4318746" y="1281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1" name="Freeform 26890">
                <a:extLst>
                  <a:ext uri="{FF2B5EF4-FFF2-40B4-BE49-F238E27FC236}">
                    <a16:creationId xmlns:a16="http://schemas.microsoft.com/office/drawing/2014/main" id="{F1480734-F872-5E83-E290-A082222E9B62}"/>
                  </a:ext>
                </a:extLst>
              </p:cNvPr>
              <p:cNvSpPr/>
              <p:nvPr/>
            </p:nvSpPr>
            <p:spPr>
              <a:xfrm>
                <a:off x="4319242" y="1392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2" name="Freeform 26891">
                <a:extLst>
                  <a:ext uri="{FF2B5EF4-FFF2-40B4-BE49-F238E27FC236}">
                    <a16:creationId xmlns:a16="http://schemas.microsoft.com/office/drawing/2014/main" id="{734B4FFC-7E97-0D1A-FCD4-FA28CF9F2CC2}"/>
                  </a:ext>
                </a:extLst>
              </p:cNvPr>
              <p:cNvSpPr/>
              <p:nvPr/>
            </p:nvSpPr>
            <p:spPr>
              <a:xfrm>
                <a:off x="4319738" y="1429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3" name="Freeform 26892">
                <a:extLst>
                  <a:ext uri="{FF2B5EF4-FFF2-40B4-BE49-F238E27FC236}">
                    <a16:creationId xmlns:a16="http://schemas.microsoft.com/office/drawing/2014/main" id="{CC68D3DD-3C59-C0E9-09E9-6A071E647089}"/>
                  </a:ext>
                </a:extLst>
              </p:cNvPr>
              <p:cNvSpPr/>
              <p:nvPr/>
            </p:nvSpPr>
            <p:spPr>
              <a:xfrm>
                <a:off x="4320234" y="1543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4" name="Freeform 26893">
                <a:extLst>
                  <a:ext uri="{FF2B5EF4-FFF2-40B4-BE49-F238E27FC236}">
                    <a16:creationId xmlns:a16="http://schemas.microsoft.com/office/drawing/2014/main" id="{7AE8E445-5CB5-4C98-29E6-BD0722F704B5}"/>
                  </a:ext>
                </a:extLst>
              </p:cNvPr>
              <p:cNvSpPr/>
              <p:nvPr/>
            </p:nvSpPr>
            <p:spPr>
              <a:xfrm>
                <a:off x="4320830" y="1516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5" name="Freeform 26894">
                <a:extLst>
                  <a:ext uri="{FF2B5EF4-FFF2-40B4-BE49-F238E27FC236}">
                    <a16:creationId xmlns:a16="http://schemas.microsoft.com/office/drawing/2014/main" id="{4F3073BC-70AA-9670-A059-14A57B13B252}"/>
                  </a:ext>
                </a:extLst>
              </p:cNvPr>
              <p:cNvSpPr/>
              <p:nvPr/>
            </p:nvSpPr>
            <p:spPr>
              <a:xfrm>
                <a:off x="4321326" y="1533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6" name="Freeform 26895">
                <a:extLst>
                  <a:ext uri="{FF2B5EF4-FFF2-40B4-BE49-F238E27FC236}">
                    <a16:creationId xmlns:a16="http://schemas.microsoft.com/office/drawing/2014/main" id="{A896B4A4-9C10-CCED-7817-960EC15EB273}"/>
                  </a:ext>
                </a:extLst>
              </p:cNvPr>
              <p:cNvSpPr/>
              <p:nvPr/>
            </p:nvSpPr>
            <p:spPr>
              <a:xfrm>
                <a:off x="4321822" y="1515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7" name="Freeform 26896">
                <a:extLst>
                  <a:ext uri="{FF2B5EF4-FFF2-40B4-BE49-F238E27FC236}">
                    <a16:creationId xmlns:a16="http://schemas.microsoft.com/office/drawing/2014/main" id="{B6AA64AE-8DCB-4804-47FD-FE7B85339232}"/>
                  </a:ext>
                </a:extLst>
              </p:cNvPr>
              <p:cNvSpPr/>
              <p:nvPr/>
            </p:nvSpPr>
            <p:spPr>
              <a:xfrm>
                <a:off x="4322417" y="1494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8" name="Freeform 26897">
                <a:extLst>
                  <a:ext uri="{FF2B5EF4-FFF2-40B4-BE49-F238E27FC236}">
                    <a16:creationId xmlns:a16="http://schemas.microsoft.com/office/drawing/2014/main" id="{26951A67-E16B-ED20-7156-FFE48C8AA608}"/>
                  </a:ext>
                </a:extLst>
              </p:cNvPr>
              <p:cNvSpPr/>
              <p:nvPr/>
            </p:nvSpPr>
            <p:spPr>
              <a:xfrm>
                <a:off x="4322913" y="1575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9" name="Freeform 26898">
                <a:extLst>
                  <a:ext uri="{FF2B5EF4-FFF2-40B4-BE49-F238E27FC236}">
                    <a16:creationId xmlns:a16="http://schemas.microsoft.com/office/drawing/2014/main" id="{0321C1FA-983E-D29B-1A54-9E11D7C3A3AC}"/>
                  </a:ext>
                </a:extLst>
              </p:cNvPr>
              <p:cNvSpPr/>
              <p:nvPr/>
            </p:nvSpPr>
            <p:spPr>
              <a:xfrm>
                <a:off x="4323409" y="1487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0" name="Freeform 26899">
                <a:extLst>
                  <a:ext uri="{FF2B5EF4-FFF2-40B4-BE49-F238E27FC236}">
                    <a16:creationId xmlns:a16="http://schemas.microsoft.com/office/drawing/2014/main" id="{42FC6306-0D2C-B152-9CF6-DFDB84984812}"/>
                  </a:ext>
                </a:extLst>
              </p:cNvPr>
              <p:cNvSpPr/>
              <p:nvPr/>
            </p:nvSpPr>
            <p:spPr>
              <a:xfrm>
                <a:off x="4324005" y="1409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1" name="Freeform 26900">
                <a:extLst>
                  <a:ext uri="{FF2B5EF4-FFF2-40B4-BE49-F238E27FC236}">
                    <a16:creationId xmlns:a16="http://schemas.microsoft.com/office/drawing/2014/main" id="{D7CAE853-92C2-E1B1-8206-5DD9106B4DCD}"/>
                  </a:ext>
                </a:extLst>
              </p:cNvPr>
              <p:cNvSpPr/>
              <p:nvPr/>
            </p:nvSpPr>
            <p:spPr>
              <a:xfrm>
                <a:off x="4324501" y="1399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2" name="Freeform 26901">
                <a:extLst>
                  <a:ext uri="{FF2B5EF4-FFF2-40B4-BE49-F238E27FC236}">
                    <a16:creationId xmlns:a16="http://schemas.microsoft.com/office/drawing/2014/main" id="{404CC534-345F-FFBD-A7D6-C632B9449180}"/>
                  </a:ext>
                </a:extLst>
              </p:cNvPr>
              <p:cNvSpPr/>
              <p:nvPr/>
            </p:nvSpPr>
            <p:spPr>
              <a:xfrm>
                <a:off x="4324997" y="1344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3" name="Freeform 26902">
                <a:extLst>
                  <a:ext uri="{FF2B5EF4-FFF2-40B4-BE49-F238E27FC236}">
                    <a16:creationId xmlns:a16="http://schemas.microsoft.com/office/drawing/2014/main" id="{E2683FF3-4602-A1FF-9B96-DD18343BFE1B}"/>
                  </a:ext>
                </a:extLst>
              </p:cNvPr>
              <p:cNvSpPr/>
              <p:nvPr/>
            </p:nvSpPr>
            <p:spPr>
              <a:xfrm>
                <a:off x="4325592" y="1375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4" name="Freeform 26903">
                <a:extLst>
                  <a:ext uri="{FF2B5EF4-FFF2-40B4-BE49-F238E27FC236}">
                    <a16:creationId xmlns:a16="http://schemas.microsoft.com/office/drawing/2014/main" id="{EF3AE44F-7051-54CA-F421-D187EB14A15E}"/>
                  </a:ext>
                </a:extLst>
              </p:cNvPr>
              <p:cNvSpPr/>
              <p:nvPr/>
            </p:nvSpPr>
            <p:spPr>
              <a:xfrm>
                <a:off x="4326088" y="1445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5" name="Freeform 26904">
                <a:extLst>
                  <a:ext uri="{FF2B5EF4-FFF2-40B4-BE49-F238E27FC236}">
                    <a16:creationId xmlns:a16="http://schemas.microsoft.com/office/drawing/2014/main" id="{A1EA6F31-D99B-8060-94C3-1C246DE894CB}"/>
                  </a:ext>
                </a:extLst>
              </p:cNvPr>
              <p:cNvSpPr/>
              <p:nvPr/>
            </p:nvSpPr>
            <p:spPr>
              <a:xfrm>
                <a:off x="4326584" y="1369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6" name="Freeform 26905">
                <a:extLst>
                  <a:ext uri="{FF2B5EF4-FFF2-40B4-BE49-F238E27FC236}">
                    <a16:creationId xmlns:a16="http://schemas.microsoft.com/office/drawing/2014/main" id="{44609455-54B6-1F00-6D8C-7BA3EA245D8C}"/>
                  </a:ext>
                </a:extLst>
              </p:cNvPr>
              <p:cNvSpPr/>
              <p:nvPr/>
            </p:nvSpPr>
            <p:spPr>
              <a:xfrm>
                <a:off x="4327180" y="12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7" name="Freeform 26906">
                <a:extLst>
                  <a:ext uri="{FF2B5EF4-FFF2-40B4-BE49-F238E27FC236}">
                    <a16:creationId xmlns:a16="http://schemas.microsoft.com/office/drawing/2014/main" id="{A353A848-E5AB-EC70-18A3-505221FC458C}"/>
                  </a:ext>
                </a:extLst>
              </p:cNvPr>
              <p:cNvSpPr/>
              <p:nvPr/>
            </p:nvSpPr>
            <p:spPr>
              <a:xfrm>
                <a:off x="4327676" y="1229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8" name="Freeform 26907">
                <a:extLst>
                  <a:ext uri="{FF2B5EF4-FFF2-40B4-BE49-F238E27FC236}">
                    <a16:creationId xmlns:a16="http://schemas.microsoft.com/office/drawing/2014/main" id="{A3DDA370-1834-F138-B65A-30CA3B00A4BF}"/>
                  </a:ext>
                </a:extLst>
              </p:cNvPr>
              <p:cNvSpPr/>
              <p:nvPr/>
            </p:nvSpPr>
            <p:spPr>
              <a:xfrm>
                <a:off x="4328172" y="126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9" name="Freeform 26908">
                <a:extLst>
                  <a:ext uri="{FF2B5EF4-FFF2-40B4-BE49-F238E27FC236}">
                    <a16:creationId xmlns:a16="http://schemas.microsoft.com/office/drawing/2014/main" id="{F3CAF888-6154-1BD8-724A-2AD664F15C0E}"/>
                  </a:ext>
                </a:extLst>
              </p:cNvPr>
              <p:cNvSpPr/>
              <p:nvPr/>
            </p:nvSpPr>
            <p:spPr>
              <a:xfrm>
                <a:off x="4328767" y="1267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0" name="Freeform 26909">
                <a:extLst>
                  <a:ext uri="{FF2B5EF4-FFF2-40B4-BE49-F238E27FC236}">
                    <a16:creationId xmlns:a16="http://schemas.microsoft.com/office/drawing/2014/main" id="{4A43287E-3C58-06FB-4A39-9E61ED56AC4E}"/>
                  </a:ext>
                </a:extLst>
              </p:cNvPr>
              <p:cNvSpPr/>
              <p:nvPr/>
            </p:nvSpPr>
            <p:spPr>
              <a:xfrm>
                <a:off x="4329263" y="1262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1" name="Freeform 26910">
                <a:extLst>
                  <a:ext uri="{FF2B5EF4-FFF2-40B4-BE49-F238E27FC236}">
                    <a16:creationId xmlns:a16="http://schemas.microsoft.com/office/drawing/2014/main" id="{F9D6ECE8-ADD5-9AAD-DADF-7FE7FE25D4DF}"/>
                  </a:ext>
                </a:extLst>
              </p:cNvPr>
              <p:cNvSpPr/>
              <p:nvPr/>
            </p:nvSpPr>
            <p:spPr>
              <a:xfrm>
                <a:off x="4329759" y="1257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2" name="Freeform 26911">
                <a:extLst>
                  <a:ext uri="{FF2B5EF4-FFF2-40B4-BE49-F238E27FC236}">
                    <a16:creationId xmlns:a16="http://schemas.microsoft.com/office/drawing/2014/main" id="{C9653D34-FF90-3D1E-9467-5B2C7C48E84C}"/>
                  </a:ext>
                </a:extLst>
              </p:cNvPr>
              <p:cNvSpPr/>
              <p:nvPr/>
            </p:nvSpPr>
            <p:spPr>
              <a:xfrm>
                <a:off x="4330355" y="1287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3" name="Freeform 26912">
                <a:extLst>
                  <a:ext uri="{FF2B5EF4-FFF2-40B4-BE49-F238E27FC236}">
                    <a16:creationId xmlns:a16="http://schemas.microsoft.com/office/drawing/2014/main" id="{64C243AF-F27A-CC2E-FB69-3B99C729D878}"/>
                  </a:ext>
                </a:extLst>
              </p:cNvPr>
              <p:cNvSpPr/>
              <p:nvPr/>
            </p:nvSpPr>
            <p:spPr>
              <a:xfrm>
                <a:off x="4330851" y="1356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4" name="Freeform 26913">
                <a:extLst>
                  <a:ext uri="{FF2B5EF4-FFF2-40B4-BE49-F238E27FC236}">
                    <a16:creationId xmlns:a16="http://schemas.microsoft.com/office/drawing/2014/main" id="{6F7E86CC-984C-39A4-2797-2F7611A252ED}"/>
                  </a:ext>
                </a:extLst>
              </p:cNvPr>
              <p:cNvSpPr/>
              <p:nvPr/>
            </p:nvSpPr>
            <p:spPr>
              <a:xfrm>
                <a:off x="4331347" y="1542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5" name="Freeform 26914">
                <a:extLst>
                  <a:ext uri="{FF2B5EF4-FFF2-40B4-BE49-F238E27FC236}">
                    <a16:creationId xmlns:a16="http://schemas.microsoft.com/office/drawing/2014/main" id="{0FFEC834-DCD0-0E96-385B-DD123B8D41ED}"/>
                  </a:ext>
                </a:extLst>
              </p:cNvPr>
              <p:cNvSpPr/>
              <p:nvPr/>
            </p:nvSpPr>
            <p:spPr>
              <a:xfrm>
                <a:off x="4331942" y="1662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6" name="Freeform 26915">
                <a:extLst>
                  <a:ext uri="{FF2B5EF4-FFF2-40B4-BE49-F238E27FC236}">
                    <a16:creationId xmlns:a16="http://schemas.microsoft.com/office/drawing/2014/main" id="{C49D413E-4BA4-7244-B59B-153D754FF134}"/>
                  </a:ext>
                </a:extLst>
              </p:cNvPr>
              <p:cNvSpPr/>
              <p:nvPr/>
            </p:nvSpPr>
            <p:spPr>
              <a:xfrm>
                <a:off x="4332438" y="1819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7" name="Freeform 26916">
                <a:extLst>
                  <a:ext uri="{FF2B5EF4-FFF2-40B4-BE49-F238E27FC236}">
                    <a16:creationId xmlns:a16="http://schemas.microsoft.com/office/drawing/2014/main" id="{A6643F61-CCB6-CA00-0608-E1BE3FD0A10B}"/>
                  </a:ext>
                </a:extLst>
              </p:cNvPr>
              <p:cNvSpPr/>
              <p:nvPr/>
            </p:nvSpPr>
            <p:spPr>
              <a:xfrm>
                <a:off x="4332934" y="1835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8" name="Freeform 26917">
                <a:extLst>
                  <a:ext uri="{FF2B5EF4-FFF2-40B4-BE49-F238E27FC236}">
                    <a16:creationId xmlns:a16="http://schemas.microsoft.com/office/drawing/2014/main" id="{81DC3CCD-534E-D028-F494-79D9E52A0A83}"/>
                  </a:ext>
                </a:extLst>
              </p:cNvPr>
              <p:cNvSpPr/>
              <p:nvPr/>
            </p:nvSpPr>
            <p:spPr>
              <a:xfrm>
                <a:off x="4333430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9" name="Freeform 26918">
                <a:extLst>
                  <a:ext uri="{FF2B5EF4-FFF2-40B4-BE49-F238E27FC236}">
                    <a16:creationId xmlns:a16="http://schemas.microsoft.com/office/drawing/2014/main" id="{3C85238C-4FBF-BBC3-6831-9D308215526E}"/>
                  </a:ext>
                </a:extLst>
              </p:cNvPr>
              <p:cNvSpPr/>
              <p:nvPr/>
            </p:nvSpPr>
            <p:spPr>
              <a:xfrm>
                <a:off x="4334026" y="1797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0" name="Freeform 26919">
                <a:extLst>
                  <a:ext uri="{FF2B5EF4-FFF2-40B4-BE49-F238E27FC236}">
                    <a16:creationId xmlns:a16="http://schemas.microsoft.com/office/drawing/2014/main" id="{0A3DD34E-5821-D936-D5B6-35E417236D9F}"/>
                  </a:ext>
                </a:extLst>
              </p:cNvPr>
              <p:cNvSpPr/>
              <p:nvPr/>
            </p:nvSpPr>
            <p:spPr>
              <a:xfrm>
                <a:off x="4334522" y="1792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1" name="Freeform 26920">
                <a:extLst>
                  <a:ext uri="{FF2B5EF4-FFF2-40B4-BE49-F238E27FC236}">
                    <a16:creationId xmlns:a16="http://schemas.microsoft.com/office/drawing/2014/main" id="{46401B46-F825-94BA-B6AC-5FDDA61CC112}"/>
                  </a:ext>
                </a:extLst>
              </p:cNvPr>
              <p:cNvSpPr/>
              <p:nvPr/>
            </p:nvSpPr>
            <p:spPr>
              <a:xfrm>
                <a:off x="4335018" y="1775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2" name="Freeform 26921">
                <a:extLst>
                  <a:ext uri="{FF2B5EF4-FFF2-40B4-BE49-F238E27FC236}">
                    <a16:creationId xmlns:a16="http://schemas.microsoft.com/office/drawing/2014/main" id="{961DBF32-6C0B-A882-D614-430D6FF9DF45}"/>
                  </a:ext>
                </a:extLst>
              </p:cNvPr>
              <p:cNvSpPr/>
              <p:nvPr/>
            </p:nvSpPr>
            <p:spPr>
              <a:xfrm>
                <a:off x="4335613" y="1755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3" name="Freeform 26922">
                <a:extLst>
                  <a:ext uri="{FF2B5EF4-FFF2-40B4-BE49-F238E27FC236}">
                    <a16:creationId xmlns:a16="http://schemas.microsoft.com/office/drawing/2014/main" id="{FBB2DEEB-BDC3-A17E-6EA1-92A46BA67578}"/>
                  </a:ext>
                </a:extLst>
              </p:cNvPr>
              <p:cNvSpPr/>
              <p:nvPr/>
            </p:nvSpPr>
            <p:spPr>
              <a:xfrm>
                <a:off x="4336109" y="16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4" name="Freeform 26923">
                <a:extLst>
                  <a:ext uri="{FF2B5EF4-FFF2-40B4-BE49-F238E27FC236}">
                    <a16:creationId xmlns:a16="http://schemas.microsoft.com/office/drawing/2014/main" id="{AD58748A-B115-526A-8363-7BD882C2C6DA}"/>
                  </a:ext>
                </a:extLst>
              </p:cNvPr>
              <p:cNvSpPr/>
              <p:nvPr/>
            </p:nvSpPr>
            <p:spPr>
              <a:xfrm>
                <a:off x="4336605" y="1513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5" name="Freeform 26924">
                <a:extLst>
                  <a:ext uri="{FF2B5EF4-FFF2-40B4-BE49-F238E27FC236}">
                    <a16:creationId xmlns:a16="http://schemas.microsoft.com/office/drawing/2014/main" id="{F781200D-59B6-CE3C-073C-12325EBB397F}"/>
                  </a:ext>
                </a:extLst>
              </p:cNvPr>
              <p:cNvSpPr/>
              <p:nvPr/>
            </p:nvSpPr>
            <p:spPr>
              <a:xfrm>
                <a:off x="4337201" y="1531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6" name="Freeform 26925">
                <a:extLst>
                  <a:ext uri="{FF2B5EF4-FFF2-40B4-BE49-F238E27FC236}">
                    <a16:creationId xmlns:a16="http://schemas.microsoft.com/office/drawing/2014/main" id="{BE82D57B-60D8-D795-A375-C499B6CA111C}"/>
                  </a:ext>
                </a:extLst>
              </p:cNvPr>
              <p:cNvSpPr/>
              <p:nvPr/>
            </p:nvSpPr>
            <p:spPr>
              <a:xfrm>
                <a:off x="4337697" y="1536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7" name="Freeform 26926">
                <a:extLst>
                  <a:ext uri="{FF2B5EF4-FFF2-40B4-BE49-F238E27FC236}">
                    <a16:creationId xmlns:a16="http://schemas.microsoft.com/office/drawing/2014/main" id="{17E53EA9-CC9A-E4EC-9042-8F884228D5FF}"/>
                  </a:ext>
                </a:extLst>
              </p:cNvPr>
              <p:cNvSpPr/>
              <p:nvPr/>
            </p:nvSpPr>
            <p:spPr>
              <a:xfrm>
                <a:off x="4338193" y="1516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8" name="Freeform 26927">
                <a:extLst>
                  <a:ext uri="{FF2B5EF4-FFF2-40B4-BE49-F238E27FC236}">
                    <a16:creationId xmlns:a16="http://schemas.microsoft.com/office/drawing/2014/main" id="{1CC63441-D79E-4561-8B61-061B6917C433}"/>
                  </a:ext>
                </a:extLst>
              </p:cNvPr>
              <p:cNvSpPr/>
              <p:nvPr/>
            </p:nvSpPr>
            <p:spPr>
              <a:xfrm>
                <a:off x="4338788" y="1508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9" name="Freeform 26928">
                <a:extLst>
                  <a:ext uri="{FF2B5EF4-FFF2-40B4-BE49-F238E27FC236}">
                    <a16:creationId xmlns:a16="http://schemas.microsoft.com/office/drawing/2014/main" id="{F5718B47-2B73-8B9C-1F88-C7238597E481}"/>
                  </a:ext>
                </a:extLst>
              </p:cNvPr>
              <p:cNvSpPr/>
              <p:nvPr/>
            </p:nvSpPr>
            <p:spPr>
              <a:xfrm>
                <a:off x="4339284" y="1466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0" name="Freeform 26929">
                <a:extLst>
                  <a:ext uri="{FF2B5EF4-FFF2-40B4-BE49-F238E27FC236}">
                    <a16:creationId xmlns:a16="http://schemas.microsoft.com/office/drawing/2014/main" id="{8903E172-B2F6-94DF-23FB-53760627BC3B}"/>
                  </a:ext>
                </a:extLst>
              </p:cNvPr>
              <p:cNvSpPr/>
              <p:nvPr/>
            </p:nvSpPr>
            <p:spPr>
              <a:xfrm>
                <a:off x="4339780" y="1382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1" name="Freeform 26930">
                <a:extLst>
                  <a:ext uri="{FF2B5EF4-FFF2-40B4-BE49-F238E27FC236}">
                    <a16:creationId xmlns:a16="http://schemas.microsoft.com/office/drawing/2014/main" id="{1E930CD8-C4A3-1BFA-6112-EDE4BE60F722}"/>
                  </a:ext>
                </a:extLst>
              </p:cNvPr>
              <p:cNvSpPr/>
              <p:nvPr/>
            </p:nvSpPr>
            <p:spPr>
              <a:xfrm>
                <a:off x="4340376" y="1312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2" name="Freeform 26931">
                <a:extLst>
                  <a:ext uri="{FF2B5EF4-FFF2-40B4-BE49-F238E27FC236}">
                    <a16:creationId xmlns:a16="http://schemas.microsoft.com/office/drawing/2014/main" id="{760DA623-EA1D-0691-C65F-9AFC00390912}"/>
                  </a:ext>
                </a:extLst>
              </p:cNvPr>
              <p:cNvSpPr/>
              <p:nvPr/>
            </p:nvSpPr>
            <p:spPr>
              <a:xfrm>
                <a:off x="4340872" y="1289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3" name="Freeform 26932">
                <a:extLst>
                  <a:ext uri="{FF2B5EF4-FFF2-40B4-BE49-F238E27FC236}">
                    <a16:creationId xmlns:a16="http://schemas.microsoft.com/office/drawing/2014/main" id="{02850D37-6D1F-C914-CBFB-0727DC784194}"/>
                  </a:ext>
                </a:extLst>
              </p:cNvPr>
              <p:cNvSpPr/>
              <p:nvPr/>
            </p:nvSpPr>
            <p:spPr>
              <a:xfrm>
                <a:off x="4341368" y="1275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4" name="Freeform 26933">
                <a:extLst>
                  <a:ext uri="{FF2B5EF4-FFF2-40B4-BE49-F238E27FC236}">
                    <a16:creationId xmlns:a16="http://schemas.microsoft.com/office/drawing/2014/main" id="{7D5DC3A5-B661-7F18-0522-F0EA837B78BB}"/>
                  </a:ext>
                </a:extLst>
              </p:cNvPr>
              <p:cNvSpPr/>
              <p:nvPr/>
            </p:nvSpPr>
            <p:spPr>
              <a:xfrm>
                <a:off x="4341963" y="1261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5" name="Freeform 26934">
                <a:extLst>
                  <a:ext uri="{FF2B5EF4-FFF2-40B4-BE49-F238E27FC236}">
                    <a16:creationId xmlns:a16="http://schemas.microsoft.com/office/drawing/2014/main" id="{411AC1A0-23CD-E3C6-8E36-1391F1533591}"/>
                  </a:ext>
                </a:extLst>
              </p:cNvPr>
              <p:cNvSpPr/>
              <p:nvPr/>
            </p:nvSpPr>
            <p:spPr>
              <a:xfrm>
                <a:off x="4342459" y="1253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6" name="Freeform 26935">
                <a:extLst>
                  <a:ext uri="{FF2B5EF4-FFF2-40B4-BE49-F238E27FC236}">
                    <a16:creationId xmlns:a16="http://schemas.microsoft.com/office/drawing/2014/main" id="{4FA03395-8E1A-5130-7589-D42CBA344F5D}"/>
                  </a:ext>
                </a:extLst>
              </p:cNvPr>
              <p:cNvSpPr/>
              <p:nvPr/>
            </p:nvSpPr>
            <p:spPr>
              <a:xfrm>
                <a:off x="4342955" y="1259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7" name="Freeform 26936">
                <a:extLst>
                  <a:ext uri="{FF2B5EF4-FFF2-40B4-BE49-F238E27FC236}">
                    <a16:creationId xmlns:a16="http://schemas.microsoft.com/office/drawing/2014/main" id="{6EEE8DAE-24A4-6AC4-EBA9-73C9B44DE8CA}"/>
                  </a:ext>
                </a:extLst>
              </p:cNvPr>
              <p:cNvSpPr/>
              <p:nvPr/>
            </p:nvSpPr>
            <p:spPr>
              <a:xfrm>
                <a:off x="4343551" y="1321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8" name="Freeform 26937">
                <a:extLst>
                  <a:ext uri="{FF2B5EF4-FFF2-40B4-BE49-F238E27FC236}">
                    <a16:creationId xmlns:a16="http://schemas.microsoft.com/office/drawing/2014/main" id="{68304B8D-D95D-2F72-0205-AB2815F44DE4}"/>
                  </a:ext>
                </a:extLst>
              </p:cNvPr>
              <p:cNvSpPr/>
              <p:nvPr/>
            </p:nvSpPr>
            <p:spPr>
              <a:xfrm>
                <a:off x="4344047" y="1392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9" name="Freeform 26938">
                <a:extLst>
                  <a:ext uri="{FF2B5EF4-FFF2-40B4-BE49-F238E27FC236}">
                    <a16:creationId xmlns:a16="http://schemas.microsoft.com/office/drawing/2014/main" id="{65464A95-5B91-8833-2562-B76427636606}"/>
                  </a:ext>
                </a:extLst>
              </p:cNvPr>
              <p:cNvSpPr/>
              <p:nvPr/>
            </p:nvSpPr>
            <p:spPr>
              <a:xfrm>
                <a:off x="4344543" y="1766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0" name="Freeform 26939">
                <a:extLst>
                  <a:ext uri="{FF2B5EF4-FFF2-40B4-BE49-F238E27FC236}">
                    <a16:creationId xmlns:a16="http://schemas.microsoft.com/office/drawing/2014/main" id="{2826C0F0-2635-9195-FC9C-F90A44D7178D}"/>
                  </a:ext>
                </a:extLst>
              </p:cNvPr>
              <p:cNvSpPr/>
              <p:nvPr/>
            </p:nvSpPr>
            <p:spPr>
              <a:xfrm>
                <a:off x="4345039" y="202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1" name="Freeform 26940">
                <a:extLst>
                  <a:ext uri="{FF2B5EF4-FFF2-40B4-BE49-F238E27FC236}">
                    <a16:creationId xmlns:a16="http://schemas.microsoft.com/office/drawing/2014/main" id="{27DDD19A-C6A9-8498-FA30-727D5B68F864}"/>
                  </a:ext>
                </a:extLst>
              </p:cNvPr>
              <p:cNvSpPr/>
              <p:nvPr/>
            </p:nvSpPr>
            <p:spPr>
              <a:xfrm>
                <a:off x="4345634" y="201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2" name="Freeform 26941">
                <a:extLst>
                  <a:ext uri="{FF2B5EF4-FFF2-40B4-BE49-F238E27FC236}">
                    <a16:creationId xmlns:a16="http://schemas.microsoft.com/office/drawing/2014/main" id="{FA968905-A4E5-8CA5-4F51-460CBA5CFCE0}"/>
                  </a:ext>
                </a:extLst>
              </p:cNvPr>
              <p:cNvSpPr/>
              <p:nvPr/>
            </p:nvSpPr>
            <p:spPr>
              <a:xfrm>
                <a:off x="4346130" y="197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3" name="Freeform 26942">
                <a:extLst>
                  <a:ext uri="{FF2B5EF4-FFF2-40B4-BE49-F238E27FC236}">
                    <a16:creationId xmlns:a16="http://schemas.microsoft.com/office/drawing/2014/main" id="{8FCC6E79-3215-0798-2CD7-17D453A1F9D9}"/>
                  </a:ext>
                </a:extLst>
              </p:cNvPr>
              <p:cNvSpPr/>
              <p:nvPr/>
            </p:nvSpPr>
            <p:spPr>
              <a:xfrm>
                <a:off x="4346627" y="195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4" name="Freeform 26943">
                <a:extLst>
                  <a:ext uri="{FF2B5EF4-FFF2-40B4-BE49-F238E27FC236}">
                    <a16:creationId xmlns:a16="http://schemas.microsoft.com/office/drawing/2014/main" id="{B1CB9BEB-0A79-9426-68CA-F647FBD68824}"/>
                  </a:ext>
                </a:extLst>
              </p:cNvPr>
              <p:cNvSpPr/>
              <p:nvPr/>
            </p:nvSpPr>
            <p:spPr>
              <a:xfrm>
                <a:off x="4347222" y="1953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5" name="Freeform 26944">
                <a:extLst>
                  <a:ext uri="{FF2B5EF4-FFF2-40B4-BE49-F238E27FC236}">
                    <a16:creationId xmlns:a16="http://schemas.microsoft.com/office/drawing/2014/main" id="{21732C13-E4F2-081C-DB09-5E8DCB06AA3B}"/>
                  </a:ext>
                </a:extLst>
              </p:cNvPr>
              <p:cNvSpPr/>
              <p:nvPr/>
            </p:nvSpPr>
            <p:spPr>
              <a:xfrm>
                <a:off x="4347718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6" name="Freeform 26945">
                <a:extLst>
                  <a:ext uri="{FF2B5EF4-FFF2-40B4-BE49-F238E27FC236}">
                    <a16:creationId xmlns:a16="http://schemas.microsoft.com/office/drawing/2014/main" id="{E7918E7F-C77B-8D18-EA0E-F6BFE37E9A0A}"/>
                  </a:ext>
                </a:extLst>
              </p:cNvPr>
              <p:cNvSpPr/>
              <p:nvPr/>
            </p:nvSpPr>
            <p:spPr>
              <a:xfrm>
                <a:off x="4348214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7" name="Freeform 26946">
                <a:extLst>
                  <a:ext uri="{FF2B5EF4-FFF2-40B4-BE49-F238E27FC236}">
                    <a16:creationId xmlns:a16="http://schemas.microsoft.com/office/drawing/2014/main" id="{A7E93515-7748-650F-295A-403381D5FA9C}"/>
                  </a:ext>
                </a:extLst>
              </p:cNvPr>
              <p:cNvSpPr/>
              <p:nvPr/>
            </p:nvSpPr>
            <p:spPr>
              <a:xfrm>
                <a:off x="4348809" y="1777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8" name="Freeform 26947">
                <a:extLst>
                  <a:ext uri="{FF2B5EF4-FFF2-40B4-BE49-F238E27FC236}">
                    <a16:creationId xmlns:a16="http://schemas.microsoft.com/office/drawing/2014/main" id="{0E171EE6-83A2-866E-683F-8CB641348E14}"/>
                  </a:ext>
                </a:extLst>
              </p:cNvPr>
              <p:cNvSpPr/>
              <p:nvPr/>
            </p:nvSpPr>
            <p:spPr>
              <a:xfrm>
                <a:off x="4349305" y="1469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9" name="Freeform 26948">
                <a:extLst>
                  <a:ext uri="{FF2B5EF4-FFF2-40B4-BE49-F238E27FC236}">
                    <a16:creationId xmlns:a16="http://schemas.microsoft.com/office/drawing/2014/main" id="{6A9BD892-0575-CC63-1592-88086D462693}"/>
                  </a:ext>
                </a:extLst>
              </p:cNvPr>
              <p:cNvSpPr/>
              <p:nvPr/>
            </p:nvSpPr>
            <p:spPr>
              <a:xfrm>
                <a:off x="4349802" y="1538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0" name="Freeform 26949">
                <a:extLst>
                  <a:ext uri="{FF2B5EF4-FFF2-40B4-BE49-F238E27FC236}">
                    <a16:creationId xmlns:a16="http://schemas.microsoft.com/office/drawing/2014/main" id="{6FEC99CB-60D2-B12B-359B-CD831AA8D514}"/>
                  </a:ext>
                </a:extLst>
              </p:cNvPr>
              <p:cNvSpPr/>
              <p:nvPr/>
            </p:nvSpPr>
            <p:spPr>
              <a:xfrm>
                <a:off x="4350397" y="1550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1" name="Freeform 26950">
                <a:extLst>
                  <a:ext uri="{FF2B5EF4-FFF2-40B4-BE49-F238E27FC236}">
                    <a16:creationId xmlns:a16="http://schemas.microsoft.com/office/drawing/2014/main" id="{3A78498D-BB1C-0927-ED10-B494E6D4F0E8}"/>
                  </a:ext>
                </a:extLst>
              </p:cNvPr>
              <p:cNvSpPr/>
              <p:nvPr/>
            </p:nvSpPr>
            <p:spPr>
              <a:xfrm>
                <a:off x="4350893" y="1526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2" name="Freeform 26951">
                <a:extLst>
                  <a:ext uri="{FF2B5EF4-FFF2-40B4-BE49-F238E27FC236}">
                    <a16:creationId xmlns:a16="http://schemas.microsoft.com/office/drawing/2014/main" id="{1B4C0477-90B8-A353-4DB3-4F7D75ADC61C}"/>
                  </a:ext>
                </a:extLst>
              </p:cNvPr>
              <p:cNvSpPr/>
              <p:nvPr/>
            </p:nvSpPr>
            <p:spPr>
              <a:xfrm>
                <a:off x="4351389" y="1494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3" name="Freeform 26952">
                <a:extLst>
                  <a:ext uri="{FF2B5EF4-FFF2-40B4-BE49-F238E27FC236}">
                    <a16:creationId xmlns:a16="http://schemas.microsoft.com/office/drawing/2014/main" id="{01D0191E-D3AA-5C10-1B46-43EEC8D06AA2}"/>
                  </a:ext>
                </a:extLst>
              </p:cNvPr>
              <p:cNvSpPr/>
              <p:nvPr/>
            </p:nvSpPr>
            <p:spPr>
              <a:xfrm>
                <a:off x="4351984" y="1451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4" name="Freeform 26953">
                <a:extLst>
                  <a:ext uri="{FF2B5EF4-FFF2-40B4-BE49-F238E27FC236}">
                    <a16:creationId xmlns:a16="http://schemas.microsoft.com/office/drawing/2014/main" id="{1E63CD06-30A8-29F3-894E-18EE85794A8B}"/>
                  </a:ext>
                </a:extLst>
              </p:cNvPr>
              <p:cNvSpPr/>
              <p:nvPr/>
            </p:nvSpPr>
            <p:spPr>
              <a:xfrm>
                <a:off x="4352480" y="1400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5" name="Freeform 26954">
                <a:extLst>
                  <a:ext uri="{FF2B5EF4-FFF2-40B4-BE49-F238E27FC236}">
                    <a16:creationId xmlns:a16="http://schemas.microsoft.com/office/drawing/2014/main" id="{36173A6D-795B-7A9B-B957-507A007E5521}"/>
                  </a:ext>
                </a:extLst>
              </p:cNvPr>
              <p:cNvSpPr/>
              <p:nvPr/>
            </p:nvSpPr>
            <p:spPr>
              <a:xfrm>
                <a:off x="4352977" y="1356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6" name="Freeform 26955">
                <a:extLst>
                  <a:ext uri="{FF2B5EF4-FFF2-40B4-BE49-F238E27FC236}">
                    <a16:creationId xmlns:a16="http://schemas.microsoft.com/office/drawing/2014/main" id="{90F3189B-9ABC-2B63-59A3-D904C2FF75CC}"/>
                  </a:ext>
                </a:extLst>
              </p:cNvPr>
              <p:cNvSpPr/>
              <p:nvPr/>
            </p:nvSpPr>
            <p:spPr>
              <a:xfrm>
                <a:off x="4353572" y="1332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7" name="Freeform 26956">
                <a:extLst>
                  <a:ext uri="{FF2B5EF4-FFF2-40B4-BE49-F238E27FC236}">
                    <a16:creationId xmlns:a16="http://schemas.microsoft.com/office/drawing/2014/main" id="{654A1ED4-5487-5195-11B6-D2138B8CD8F7}"/>
                  </a:ext>
                </a:extLst>
              </p:cNvPr>
              <p:cNvSpPr/>
              <p:nvPr/>
            </p:nvSpPr>
            <p:spPr>
              <a:xfrm>
                <a:off x="4354068" y="1326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8" name="Freeform 26957">
                <a:extLst>
                  <a:ext uri="{FF2B5EF4-FFF2-40B4-BE49-F238E27FC236}">
                    <a16:creationId xmlns:a16="http://schemas.microsoft.com/office/drawing/2014/main" id="{603A54C2-7883-C0A0-69C2-593A5BB624EC}"/>
                  </a:ext>
                </a:extLst>
              </p:cNvPr>
              <p:cNvSpPr/>
              <p:nvPr/>
            </p:nvSpPr>
            <p:spPr>
              <a:xfrm>
                <a:off x="4354564" y="1318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9" name="Freeform 26958">
                <a:extLst>
                  <a:ext uri="{FF2B5EF4-FFF2-40B4-BE49-F238E27FC236}">
                    <a16:creationId xmlns:a16="http://schemas.microsoft.com/office/drawing/2014/main" id="{A645DDDC-842D-D0CD-4FE0-1F12148B5473}"/>
                  </a:ext>
                </a:extLst>
              </p:cNvPr>
              <p:cNvSpPr/>
              <p:nvPr/>
            </p:nvSpPr>
            <p:spPr>
              <a:xfrm>
                <a:off x="4355159" y="1295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0" name="Freeform 26959">
                <a:extLst>
                  <a:ext uri="{FF2B5EF4-FFF2-40B4-BE49-F238E27FC236}">
                    <a16:creationId xmlns:a16="http://schemas.microsoft.com/office/drawing/2014/main" id="{F3138192-F29B-CB11-9B22-965266318918}"/>
                  </a:ext>
                </a:extLst>
              </p:cNvPr>
              <p:cNvSpPr/>
              <p:nvPr/>
            </p:nvSpPr>
            <p:spPr>
              <a:xfrm>
                <a:off x="4355655" y="1271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1" name="Freeform 26960">
                <a:extLst>
                  <a:ext uri="{FF2B5EF4-FFF2-40B4-BE49-F238E27FC236}">
                    <a16:creationId xmlns:a16="http://schemas.microsoft.com/office/drawing/2014/main" id="{97C77F69-6CA4-E1B5-E9E9-954E41D0DC7B}"/>
                  </a:ext>
                </a:extLst>
              </p:cNvPr>
              <p:cNvSpPr/>
              <p:nvPr/>
            </p:nvSpPr>
            <p:spPr>
              <a:xfrm>
                <a:off x="4356152" y="1322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2" name="Freeform 26961">
                <a:extLst>
                  <a:ext uri="{FF2B5EF4-FFF2-40B4-BE49-F238E27FC236}">
                    <a16:creationId xmlns:a16="http://schemas.microsoft.com/office/drawing/2014/main" id="{320AC338-217A-34BB-7D54-7FF5D35B96B2}"/>
                  </a:ext>
                </a:extLst>
              </p:cNvPr>
              <p:cNvSpPr/>
              <p:nvPr/>
            </p:nvSpPr>
            <p:spPr>
              <a:xfrm>
                <a:off x="4356648" y="1378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3" name="Freeform 26962">
                <a:extLst>
                  <a:ext uri="{FF2B5EF4-FFF2-40B4-BE49-F238E27FC236}">
                    <a16:creationId xmlns:a16="http://schemas.microsoft.com/office/drawing/2014/main" id="{B5A00986-C830-272E-E66A-545E0B9489F3}"/>
                  </a:ext>
                </a:extLst>
              </p:cNvPr>
              <p:cNvSpPr/>
              <p:nvPr/>
            </p:nvSpPr>
            <p:spPr>
              <a:xfrm>
                <a:off x="4357243" y="1758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4" name="Freeform 26963">
                <a:extLst>
                  <a:ext uri="{FF2B5EF4-FFF2-40B4-BE49-F238E27FC236}">
                    <a16:creationId xmlns:a16="http://schemas.microsoft.com/office/drawing/2014/main" id="{5F932755-EC32-AC88-0189-F63A69CB8BC1}"/>
                  </a:ext>
                </a:extLst>
              </p:cNvPr>
              <p:cNvSpPr/>
              <p:nvPr/>
            </p:nvSpPr>
            <p:spPr>
              <a:xfrm>
                <a:off x="4357739" y="1911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5" name="Freeform 26964">
                <a:extLst>
                  <a:ext uri="{FF2B5EF4-FFF2-40B4-BE49-F238E27FC236}">
                    <a16:creationId xmlns:a16="http://schemas.microsoft.com/office/drawing/2014/main" id="{9BFC3813-55FE-C3C9-7228-E59170F311A9}"/>
                  </a:ext>
                </a:extLst>
              </p:cNvPr>
              <p:cNvSpPr/>
              <p:nvPr/>
            </p:nvSpPr>
            <p:spPr>
              <a:xfrm>
                <a:off x="4358235" y="1908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6" name="Freeform 26965">
                <a:extLst>
                  <a:ext uri="{FF2B5EF4-FFF2-40B4-BE49-F238E27FC236}">
                    <a16:creationId xmlns:a16="http://schemas.microsoft.com/office/drawing/2014/main" id="{4DE3D974-2452-E9D7-667E-FBD6E3F313DF}"/>
                  </a:ext>
                </a:extLst>
              </p:cNvPr>
              <p:cNvSpPr/>
              <p:nvPr/>
            </p:nvSpPr>
            <p:spPr>
              <a:xfrm>
                <a:off x="4358830" y="1907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7" name="Freeform 26966">
                <a:extLst>
                  <a:ext uri="{FF2B5EF4-FFF2-40B4-BE49-F238E27FC236}">
                    <a16:creationId xmlns:a16="http://schemas.microsoft.com/office/drawing/2014/main" id="{002D8004-CF72-28F6-5B9B-C1CE386DBCAB}"/>
                  </a:ext>
                </a:extLst>
              </p:cNvPr>
              <p:cNvSpPr/>
              <p:nvPr/>
            </p:nvSpPr>
            <p:spPr>
              <a:xfrm>
                <a:off x="4359327" y="190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8" name="Freeform 26967">
                <a:extLst>
                  <a:ext uri="{FF2B5EF4-FFF2-40B4-BE49-F238E27FC236}">
                    <a16:creationId xmlns:a16="http://schemas.microsoft.com/office/drawing/2014/main" id="{8CC0FB57-EC4E-E5CB-FB19-1AD86AD5518D}"/>
                  </a:ext>
                </a:extLst>
              </p:cNvPr>
              <p:cNvSpPr/>
              <p:nvPr/>
            </p:nvSpPr>
            <p:spPr>
              <a:xfrm>
                <a:off x="4359823" y="1889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9" name="Freeform 26968">
                <a:extLst>
                  <a:ext uri="{FF2B5EF4-FFF2-40B4-BE49-F238E27FC236}">
                    <a16:creationId xmlns:a16="http://schemas.microsoft.com/office/drawing/2014/main" id="{D0D08FA5-BC7F-3432-25ED-ADE866A9839C}"/>
                  </a:ext>
                </a:extLst>
              </p:cNvPr>
              <p:cNvSpPr/>
              <p:nvPr/>
            </p:nvSpPr>
            <p:spPr>
              <a:xfrm>
                <a:off x="4360418" y="193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0" name="Freeform 26969">
                <a:extLst>
                  <a:ext uri="{FF2B5EF4-FFF2-40B4-BE49-F238E27FC236}">
                    <a16:creationId xmlns:a16="http://schemas.microsoft.com/office/drawing/2014/main" id="{8AE45F90-6538-3FC0-E439-B23DC22556AE}"/>
                  </a:ext>
                </a:extLst>
              </p:cNvPr>
              <p:cNvSpPr/>
              <p:nvPr/>
            </p:nvSpPr>
            <p:spPr>
              <a:xfrm>
                <a:off x="4360914" y="1922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1" name="Freeform 26970">
                <a:extLst>
                  <a:ext uri="{FF2B5EF4-FFF2-40B4-BE49-F238E27FC236}">
                    <a16:creationId xmlns:a16="http://schemas.microsoft.com/office/drawing/2014/main" id="{D59B7AB7-3778-CC0E-ECBD-BECD57A410AF}"/>
                  </a:ext>
                </a:extLst>
              </p:cNvPr>
              <p:cNvSpPr/>
              <p:nvPr/>
            </p:nvSpPr>
            <p:spPr>
              <a:xfrm>
                <a:off x="4361410" y="1621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2" name="Freeform 26971">
                <a:extLst>
                  <a:ext uri="{FF2B5EF4-FFF2-40B4-BE49-F238E27FC236}">
                    <a16:creationId xmlns:a16="http://schemas.microsoft.com/office/drawing/2014/main" id="{71325A13-9F24-9B1E-3CEC-A9E3765EA88E}"/>
                  </a:ext>
                </a:extLst>
              </p:cNvPr>
              <p:cNvSpPr/>
              <p:nvPr/>
            </p:nvSpPr>
            <p:spPr>
              <a:xfrm>
                <a:off x="4362005" y="1470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3" name="Freeform 26972">
                <a:extLst>
                  <a:ext uri="{FF2B5EF4-FFF2-40B4-BE49-F238E27FC236}">
                    <a16:creationId xmlns:a16="http://schemas.microsoft.com/office/drawing/2014/main" id="{133A61E9-61D5-C1B1-0B36-9E0AE96F3CDE}"/>
                  </a:ext>
                </a:extLst>
              </p:cNvPr>
              <p:cNvSpPr/>
              <p:nvPr/>
            </p:nvSpPr>
            <p:spPr>
              <a:xfrm>
                <a:off x="4362502" y="1518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4" name="Freeform 26973">
                <a:extLst>
                  <a:ext uri="{FF2B5EF4-FFF2-40B4-BE49-F238E27FC236}">
                    <a16:creationId xmlns:a16="http://schemas.microsoft.com/office/drawing/2014/main" id="{062AA5BB-D0D2-B3D3-5FB6-A5F39F56048E}"/>
                  </a:ext>
                </a:extLst>
              </p:cNvPr>
              <p:cNvSpPr/>
              <p:nvPr/>
            </p:nvSpPr>
            <p:spPr>
              <a:xfrm>
                <a:off x="4362998" y="1540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5" name="Freeform 26974">
                <a:extLst>
                  <a:ext uri="{FF2B5EF4-FFF2-40B4-BE49-F238E27FC236}">
                    <a16:creationId xmlns:a16="http://schemas.microsoft.com/office/drawing/2014/main" id="{E35002B2-5B96-CB29-8131-5B442057C782}"/>
                  </a:ext>
                </a:extLst>
              </p:cNvPr>
              <p:cNvSpPr/>
              <p:nvPr/>
            </p:nvSpPr>
            <p:spPr>
              <a:xfrm>
                <a:off x="4363593" y="1533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6" name="Freeform 26975">
                <a:extLst>
                  <a:ext uri="{FF2B5EF4-FFF2-40B4-BE49-F238E27FC236}">
                    <a16:creationId xmlns:a16="http://schemas.microsoft.com/office/drawing/2014/main" id="{C27FDD92-95A0-9595-DE3C-22DA07594DD7}"/>
                  </a:ext>
                </a:extLst>
              </p:cNvPr>
              <p:cNvSpPr/>
              <p:nvPr/>
            </p:nvSpPr>
            <p:spPr>
              <a:xfrm>
                <a:off x="4364089" y="1536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7" name="Freeform 26976">
                <a:extLst>
                  <a:ext uri="{FF2B5EF4-FFF2-40B4-BE49-F238E27FC236}">
                    <a16:creationId xmlns:a16="http://schemas.microsoft.com/office/drawing/2014/main" id="{E9031147-B932-BD13-FAA4-A84FFA5B6BED}"/>
                  </a:ext>
                </a:extLst>
              </p:cNvPr>
              <p:cNvSpPr/>
              <p:nvPr/>
            </p:nvSpPr>
            <p:spPr>
              <a:xfrm>
                <a:off x="4364585" y="1448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8" name="Freeform 26977">
                <a:extLst>
                  <a:ext uri="{FF2B5EF4-FFF2-40B4-BE49-F238E27FC236}">
                    <a16:creationId xmlns:a16="http://schemas.microsoft.com/office/drawing/2014/main" id="{87623322-BDA7-707B-AFD5-08566117A8E0}"/>
                  </a:ext>
                </a:extLst>
              </p:cNvPr>
              <p:cNvSpPr/>
              <p:nvPr/>
            </p:nvSpPr>
            <p:spPr>
              <a:xfrm>
                <a:off x="4365180" y="1416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9" name="Freeform 26978">
                <a:extLst>
                  <a:ext uri="{FF2B5EF4-FFF2-40B4-BE49-F238E27FC236}">
                    <a16:creationId xmlns:a16="http://schemas.microsoft.com/office/drawing/2014/main" id="{D3431F13-DD54-6615-FDFF-8D748DC0B439}"/>
                  </a:ext>
                </a:extLst>
              </p:cNvPr>
              <p:cNvSpPr/>
              <p:nvPr/>
            </p:nvSpPr>
            <p:spPr>
              <a:xfrm>
                <a:off x="4365677" y="1376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0" name="Freeform 26979">
                <a:extLst>
                  <a:ext uri="{FF2B5EF4-FFF2-40B4-BE49-F238E27FC236}">
                    <a16:creationId xmlns:a16="http://schemas.microsoft.com/office/drawing/2014/main" id="{82C80CDB-A044-4113-0B6C-3F84A56716EC}"/>
                  </a:ext>
                </a:extLst>
              </p:cNvPr>
              <p:cNvSpPr/>
              <p:nvPr/>
            </p:nvSpPr>
            <p:spPr>
              <a:xfrm>
                <a:off x="4366173" y="1310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1" name="Freeform 26980">
                <a:extLst>
                  <a:ext uri="{FF2B5EF4-FFF2-40B4-BE49-F238E27FC236}">
                    <a16:creationId xmlns:a16="http://schemas.microsoft.com/office/drawing/2014/main" id="{850EA00D-1C84-9015-7038-EF58AE93AA57}"/>
                  </a:ext>
                </a:extLst>
              </p:cNvPr>
              <p:cNvSpPr/>
              <p:nvPr/>
            </p:nvSpPr>
            <p:spPr>
              <a:xfrm>
                <a:off x="4366768" y="1251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2" name="Freeform 26981">
                <a:extLst>
                  <a:ext uri="{FF2B5EF4-FFF2-40B4-BE49-F238E27FC236}">
                    <a16:creationId xmlns:a16="http://schemas.microsoft.com/office/drawing/2014/main" id="{F6E10A7D-9E19-3068-324C-F40ED96E92C7}"/>
                  </a:ext>
                </a:extLst>
              </p:cNvPr>
              <p:cNvSpPr/>
              <p:nvPr/>
            </p:nvSpPr>
            <p:spPr>
              <a:xfrm>
                <a:off x="4367264" y="1217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3" name="Freeform 26982">
                <a:extLst>
                  <a:ext uri="{FF2B5EF4-FFF2-40B4-BE49-F238E27FC236}">
                    <a16:creationId xmlns:a16="http://schemas.microsoft.com/office/drawing/2014/main" id="{792C4BFB-42C0-C50B-A4AA-D6B8E55D49C9}"/>
                  </a:ext>
                </a:extLst>
              </p:cNvPr>
              <p:cNvSpPr/>
              <p:nvPr/>
            </p:nvSpPr>
            <p:spPr>
              <a:xfrm>
                <a:off x="4367760" y="1218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4" name="Freeform 26983">
                <a:extLst>
                  <a:ext uri="{FF2B5EF4-FFF2-40B4-BE49-F238E27FC236}">
                    <a16:creationId xmlns:a16="http://schemas.microsoft.com/office/drawing/2014/main" id="{7845564C-7DDE-225E-9C77-7251F93058C0}"/>
                  </a:ext>
                </a:extLst>
              </p:cNvPr>
              <p:cNvSpPr/>
              <p:nvPr/>
            </p:nvSpPr>
            <p:spPr>
              <a:xfrm>
                <a:off x="4368355" y="1245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5" name="Freeform 26984">
                <a:extLst>
                  <a:ext uri="{FF2B5EF4-FFF2-40B4-BE49-F238E27FC236}">
                    <a16:creationId xmlns:a16="http://schemas.microsoft.com/office/drawing/2014/main" id="{2238426E-5CFB-4446-A4F8-E9A3F4C35129}"/>
                  </a:ext>
                </a:extLst>
              </p:cNvPr>
              <p:cNvSpPr/>
              <p:nvPr/>
            </p:nvSpPr>
            <p:spPr>
              <a:xfrm>
                <a:off x="4368852" y="1312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6" name="Freeform 26985">
                <a:extLst>
                  <a:ext uri="{FF2B5EF4-FFF2-40B4-BE49-F238E27FC236}">
                    <a16:creationId xmlns:a16="http://schemas.microsoft.com/office/drawing/2014/main" id="{B9827DA5-D0B3-73E1-8068-4E06C567D397}"/>
                  </a:ext>
                </a:extLst>
              </p:cNvPr>
              <p:cNvSpPr/>
              <p:nvPr/>
            </p:nvSpPr>
            <p:spPr>
              <a:xfrm>
                <a:off x="4369348" y="1396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7" name="Freeform 26986">
                <a:extLst>
                  <a:ext uri="{FF2B5EF4-FFF2-40B4-BE49-F238E27FC236}">
                    <a16:creationId xmlns:a16="http://schemas.microsoft.com/office/drawing/2014/main" id="{BE12319B-4B8B-E8D1-DA7D-48535312175F}"/>
                  </a:ext>
                </a:extLst>
              </p:cNvPr>
              <p:cNvSpPr/>
              <p:nvPr/>
            </p:nvSpPr>
            <p:spPr>
              <a:xfrm>
                <a:off x="4369844" y="1509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8" name="Freeform 26987">
                <a:extLst>
                  <a:ext uri="{FF2B5EF4-FFF2-40B4-BE49-F238E27FC236}">
                    <a16:creationId xmlns:a16="http://schemas.microsoft.com/office/drawing/2014/main" id="{9ACD5A40-4B11-7FF2-7DB1-A7F537FDF6E1}"/>
                  </a:ext>
                </a:extLst>
              </p:cNvPr>
              <p:cNvSpPr/>
              <p:nvPr/>
            </p:nvSpPr>
            <p:spPr>
              <a:xfrm>
                <a:off x="4370439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9" name="Freeform 26988">
                <a:extLst>
                  <a:ext uri="{FF2B5EF4-FFF2-40B4-BE49-F238E27FC236}">
                    <a16:creationId xmlns:a16="http://schemas.microsoft.com/office/drawing/2014/main" id="{A27C4EEB-4530-DB6F-AE32-4646EF22883B}"/>
                  </a:ext>
                </a:extLst>
              </p:cNvPr>
              <p:cNvSpPr/>
              <p:nvPr/>
            </p:nvSpPr>
            <p:spPr>
              <a:xfrm>
                <a:off x="4370935" y="2021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0" name="Freeform 26989">
                <a:extLst>
                  <a:ext uri="{FF2B5EF4-FFF2-40B4-BE49-F238E27FC236}">
                    <a16:creationId xmlns:a16="http://schemas.microsoft.com/office/drawing/2014/main" id="{9C2A1D3E-4FC5-76FF-ADC4-CE540869EDE7}"/>
                  </a:ext>
                </a:extLst>
              </p:cNvPr>
              <p:cNvSpPr/>
              <p:nvPr/>
            </p:nvSpPr>
            <p:spPr>
              <a:xfrm>
                <a:off x="4371431" y="20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1" name="Freeform 26990">
                <a:extLst>
                  <a:ext uri="{FF2B5EF4-FFF2-40B4-BE49-F238E27FC236}">
                    <a16:creationId xmlns:a16="http://schemas.microsoft.com/office/drawing/2014/main" id="{57634475-DB9A-3FAF-03F3-4565A1A9AC17}"/>
                  </a:ext>
                </a:extLst>
              </p:cNvPr>
              <p:cNvSpPr/>
              <p:nvPr/>
            </p:nvSpPr>
            <p:spPr>
              <a:xfrm>
                <a:off x="4372027" y="2011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2" name="Freeform 26991">
                <a:extLst>
                  <a:ext uri="{FF2B5EF4-FFF2-40B4-BE49-F238E27FC236}">
                    <a16:creationId xmlns:a16="http://schemas.microsoft.com/office/drawing/2014/main" id="{E8D0D7EF-24A6-661C-6BC6-645C4F512DB0}"/>
                  </a:ext>
                </a:extLst>
              </p:cNvPr>
              <p:cNvSpPr/>
              <p:nvPr/>
            </p:nvSpPr>
            <p:spPr>
              <a:xfrm>
                <a:off x="4372523" y="2025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3" name="Freeform 26992">
                <a:extLst>
                  <a:ext uri="{FF2B5EF4-FFF2-40B4-BE49-F238E27FC236}">
                    <a16:creationId xmlns:a16="http://schemas.microsoft.com/office/drawing/2014/main" id="{8B86BDB1-8D01-FBA9-255F-BF7380898787}"/>
                  </a:ext>
                </a:extLst>
              </p:cNvPr>
              <p:cNvSpPr/>
              <p:nvPr/>
            </p:nvSpPr>
            <p:spPr>
              <a:xfrm>
                <a:off x="4373019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4" name="Freeform 26993">
                <a:extLst>
                  <a:ext uri="{FF2B5EF4-FFF2-40B4-BE49-F238E27FC236}">
                    <a16:creationId xmlns:a16="http://schemas.microsoft.com/office/drawing/2014/main" id="{8BD5EAD9-4760-07B1-FF11-D3B34CD61435}"/>
                  </a:ext>
                </a:extLst>
              </p:cNvPr>
              <p:cNvSpPr/>
              <p:nvPr/>
            </p:nvSpPr>
            <p:spPr>
              <a:xfrm>
                <a:off x="4373614" y="207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5" name="Freeform 26994">
                <a:extLst>
                  <a:ext uri="{FF2B5EF4-FFF2-40B4-BE49-F238E27FC236}">
                    <a16:creationId xmlns:a16="http://schemas.microsoft.com/office/drawing/2014/main" id="{F879B850-E04A-1B45-3FE8-667696EC8862}"/>
                  </a:ext>
                </a:extLst>
              </p:cNvPr>
              <p:cNvSpPr/>
              <p:nvPr/>
            </p:nvSpPr>
            <p:spPr>
              <a:xfrm>
                <a:off x="4374110" y="1865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6" name="Freeform 26995">
                <a:extLst>
                  <a:ext uri="{FF2B5EF4-FFF2-40B4-BE49-F238E27FC236}">
                    <a16:creationId xmlns:a16="http://schemas.microsoft.com/office/drawing/2014/main" id="{E3A5D213-8AF0-2DB5-FEE3-5ABA440BF1FC}"/>
                  </a:ext>
                </a:extLst>
              </p:cNvPr>
              <p:cNvSpPr/>
              <p:nvPr/>
            </p:nvSpPr>
            <p:spPr>
              <a:xfrm>
                <a:off x="4374606" y="1418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7" name="Freeform 26996">
                <a:extLst>
                  <a:ext uri="{FF2B5EF4-FFF2-40B4-BE49-F238E27FC236}">
                    <a16:creationId xmlns:a16="http://schemas.microsoft.com/office/drawing/2014/main" id="{49E11663-A9E0-BE76-3B90-7DE905112FFC}"/>
                  </a:ext>
                </a:extLst>
              </p:cNvPr>
              <p:cNvSpPr/>
              <p:nvPr/>
            </p:nvSpPr>
            <p:spPr>
              <a:xfrm>
                <a:off x="4375202" y="1466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8" name="Freeform 26997">
                <a:extLst>
                  <a:ext uri="{FF2B5EF4-FFF2-40B4-BE49-F238E27FC236}">
                    <a16:creationId xmlns:a16="http://schemas.microsoft.com/office/drawing/2014/main" id="{6E4338D4-7ADC-03F2-15A0-A406BE1B2AFF}"/>
                  </a:ext>
                </a:extLst>
              </p:cNvPr>
              <p:cNvSpPr/>
              <p:nvPr/>
            </p:nvSpPr>
            <p:spPr>
              <a:xfrm>
                <a:off x="4375698" y="1473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99" name="Freeform 26998">
                <a:extLst>
                  <a:ext uri="{FF2B5EF4-FFF2-40B4-BE49-F238E27FC236}">
                    <a16:creationId xmlns:a16="http://schemas.microsoft.com/office/drawing/2014/main" id="{1CC6B96B-C59E-48F2-DEC6-1A437D4F708E}"/>
                  </a:ext>
                </a:extLst>
              </p:cNvPr>
              <p:cNvSpPr/>
              <p:nvPr/>
            </p:nvSpPr>
            <p:spPr>
              <a:xfrm>
                <a:off x="4376194" y="1469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0" name="Freeform 26999">
                <a:extLst>
                  <a:ext uri="{FF2B5EF4-FFF2-40B4-BE49-F238E27FC236}">
                    <a16:creationId xmlns:a16="http://schemas.microsoft.com/office/drawing/2014/main" id="{8C9D0151-7D30-DE3F-E806-CE3E1AC5D4FF}"/>
                  </a:ext>
                </a:extLst>
              </p:cNvPr>
              <p:cNvSpPr/>
              <p:nvPr/>
            </p:nvSpPr>
            <p:spPr>
              <a:xfrm>
                <a:off x="4376789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1" name="Freeform 27000">
                <a:extLst>
                  <a:ext uri="{FF2B5EF4-FFF2-40B4-BE49-F238E27FC236}">
                    <a16:creationId xmlns:a16="http://schemas.microsoft.com/office/drawing/2014/main" id="{74F1308B-AA59-110B-933A-65E457C8616E}"/>
                  </a:ext>
                </a:extLst>
              </p:cNvPr>
              <p:cNvSpPr/>
              <p:nvPr/>
            </p:nvSpPr>
            <p:spPr>
              <a:xfrm>
                <a:off x="4377285" y="1406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2" name="Freeform 27001">
                <a:extLst>
                  <a:ext uri="{FF2B5EF4-FFF2-40B4-BE49-F238E27FC236}">
                    <a16:creationId xmlns:a16="http://schemas.microsoft.com/office/drawing/2014/main" id="{4C7D7563-EDBB-7296-DA08-AFBBFC0F1647}"/>
                  </a:ext>
                </a:extLst>
              </p:cNvPr>
              <p:cNvSpPr/>
              <p:nvPr/>
            </p:nvSpPr>
            <p:spPr>
              <a:xfrm>
                <a:off x="4377781" y="1369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3" name="Freeform 27002">
                <a:extLst>
                  <a:ext uri="{FF2B5EF4-FFF2-40B4-BE49-F238E27FC236}">
                    <a16:creationId xmlns:a16="http://schemas.microsoft.com/office/drawing/2014/main" id="{3651D1C8-4550-0155-8B04-88438E087EA3}"/>
                  </a:ext>
                </a:extLst>
              </p:cNvPr>
              <p:cNvSpPr/>
              <p:nvPr/>
            </p:nvSpPr>
            <p:spPr>
              <a:xfrm>
                <a:off x="4378377" y="1328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4" name="Freeform 27003">
                <a:extLst>
                  <a:ext uri="{FF2B5EF4-FFF2-40B4-BE49-F238E27FC236}">
                    <a16:creationId xmlns:a16="http://schemas.microsoft.com/office/drawing/2014/main" id="{951DF00E-2946-D81F-CB6C-B9A5967FF759}"/>
                  </a:ext>
                </a:extLst>
              </p:cNvPr>
              <p:cNvSpPr/>
              <p:nvPr/>
            </p:nvSpPr>
            <p:spPr>
              <a:xfrm>
                <a:off x="4378873" y="1314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5" name="Freeform 27004">
                <a:extLst>
                  <a:ext uri="{FF2B5EF4-FFF2-40B4-BE49-F238E27FC236}">
                    <a16:creationId xmlns:a16="http://schemas.microsoft.com/office/drawing/2014/main" id="{EFF414DE-E0AA-BF73-76E8-A3443ABDCDEE}"/>
                  </a:ext>
                </a:extLst>
              </p:cNvPr>
              <p:cNvSpPr/>
              <p:nvPr/>
            </p:nvSpPr>
            <p:spPr>
              <a:xfrm>
                <a:off x="4379369" y="1290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6" name="Freeform 27005">
                <a:extLst>
                  <a:ext uri="{FF2B5EF4-FFF2-40B4-BE49-F238E27FC236}">
                    <a16:creationId xmlns:a16="http://schemas.microsoft.com/office/drawing/2014/main" id="{46C1330D-967A-C57D-358B-795B97F00C2A}"/>
                  </a:ext>
                </a:extLst>
              </p:cNvPr>
              <p:cNvSpPr/>
              <p:nvPr/>
            </p:nvSpPr>
            <p:spPr>
              <a:xfrm>
                <a:off x="4379964" y="1249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7" name="Freeform 27006">
                <a:extLst>
                  <a:ext uri="{FF2B5EF4-FFF2-40B4-BE49-F238E27FC236}">
                    <a16:creationId xmlns:a16="http://schemas.microsoft.com/office/drawing/2014/main" id="{3C4967C4-4D00-96C8-CE3C-8E2E5E8D1E66}"/>
                  </a:ext>
                </a:extLst>
              </p:cNvPr>
              <p:cNvSpPr/>
              <p:nvPr/>
            </p:nvSpPr>
            <p:spPr>
              <a:xfrm>
                <a:off x="4380460" y="1235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8" name="Freeform 27007">
                <a:extLst>
                  <a:ext uri="{FF2B5EF4-FFF2-40B4-BE49-F238E27FC236}">
                    <a16:creationId xmlns:a16="http://schemas.microsoft.com/office/drawing/2014/main" id="{F7110D41-FF99-A045-E8DD-B15511BD018B}"/>
                  </a:ext>
                </a:extLst>
              </p:cNvPr>
              <p:cNvSpPr/>
              <p:nvPr/>
            </p:nvSpPr>
            <p:spPr>
              <a:xfrm>
                <a:off x="4380956" y="1204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09" name="Freeform 27008">
                <a:extLst>
                  <a:ext uri="{FF2B5EF4-FFF2-40B4-BE49-F238E27FC236}">
                    <a16:creationId xmlns:a16="http://schemas.microsoft.com/office/drawing/2014/main" id="{215713D6-B905-B76F-BB09-80B5FC2807AC}"/>
                  </a:ext>
                </a:extLst>
              </p:cNvPr>
              <p:cNvSpPr/>
              <p:nvPr/>
            </p:nvSpPr>
            <p:spPr>
              <a:xfrm>
                <a:off x="4381452" y="1227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0" name="Freeform 27009">
                <a:extLst>
                  <a:ext uri="{FF2B5EF4-FFF2-40B4-BE49-F238E27FC236}">
                    <a16:creationId xmlns:a16="http://schemas.microsoft.com/office/drawing/2014/main" id="{54CF2794-0A6F-C49F-A1B8-2BA087776D04}"/>
                  </a:ext>
                </a:extLst>
              </p:cNvPr>
              <p:cNvSpPr/>
              <p:nvPr/>
            </p:nvSpPr>
            <p:spPr>
              <a:xfrm>
                <a:off x="4382048" y="1289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1" name="Freeform 27010">
                <a:extLst>
                  <a:ext uri="{FF2B5EF4-FFF2-40B4-BE49-F238E27FC236}">
                    <a16:creationId xmlns:a16="http://schemas.microsoft.com/office/drawing/2014/main" id="{8478E09F-CF66-A859-CBFC-3BE6137839F3}"/>
                  </a:ext>
                </a:extLst>
              </p:cNvPr>
              <p:cNvSpPr/>
              <p:nvPr/>
            </p:nvSpPr>
            <p:spPr>
              <a:xfrm>
                <a:off x="4382544" y="1965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2" name="Freeform 27011">
                <a:extLst>
                  <a:ext uri="{FF2B5EF4-FFF2-40B4-BE49-F238E27FC236}">
                    <a16:creationId xmlns:a16="http://schemas.microsoft.com/office/drawing/2014/main" id="{BCD8BB1A-A6EF-3C24-07A5-2CEE7A8C0A26}"/>
                  </a:ext>
                </a:extLst>
              </p:cNvPr>
              <p:cNvSpPr/>
              <p:nvPr/>
            </p:nvSpPr>
            <p:spPr>
              <a:xfrm>
                <a:off x="4383040" y="2106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3" name="Freeform 27012">
                <a:extLst>
                  <a:ext uri="{FF2B5EF4-FFF2-40B4-BE49-F238E27FC236}">
                    <a16:creationId xmlns:a16="http://schemas.microsoft.com/office/drawing/2014/main" id="{15B6BC2C-0461-DD3C-219F-89814D959401}"/>
                  </a:ext>
                </a:extLst>
              </p:cNvPr>
              <p:cNvSpPr/>
              <p:nvPr/>
            </p:nvSpPr>
            <p:spPr>
              <a:xfrm>
                <a:off x="4383635" y="2118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4" name="Freeform 27013">
                <a:extLst>
                  <a:ext uri="{FF2B5EF4-FFF2-40B4-BE49-F238E27FC236}">
                    <a16:creationId xmlns:a16="http://schemas.microsoft.com/office/drawing/2014/main" id="{1FC9B139-560A-7332-A16E-B611B935F5C1}"/>
                  </a:ext>
                </a:extLst>
              </p:cNvPr>
              <p:cNvSpPr/>
              <p:nvPr/>
            </p:nvSpPr>
            <p:spPr>
              <a:xfrm>
                <a:off x="4384131" y="2111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5" name="Freeform 27014">
                <a:extLst>
                  <a:ext uri="{FF2B5EF4-FFF2-40B4-BE49-F238E27FC236}">
                    <a16:creationId xmlns:a16="http://schemas.microsoft.com/office/drawing/2014/main" id="{9B961918-144B-12CA-8D42-FA9D60A74777}"/>
                  </a:ext>
                </a:extLst>
              </p:cNvPr>
              <p:cNvSpPr/>
              <p:nvPr/>
            </p:nvSpPr>
            <p:spPr>
              <a:xfrm>
                <a:off x="4384627" y="21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6" name="Freeform 27015">
                <a:extLst>
                  <a:ext uri="{FF2B5EF4-FFF2-40B4-BE49-F238E27FC236}">
                    <a16:creationId xmlns:a16="http://schemas.microsoft.com/office/drawing/2014/main" id="{27D755C7-D171-8885-3343-C01C31BBBDE4}"/>
                  </a:ext>
                </a:extLst>
              </p:cNvPr>
              <p:cNvSpPr/>
              <p:nvPr/>
            </p:nvSpPr>
            <p:spPr>
              <a:xfrm>
                <a:off x="4385223" y="2111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7" name="Freeform 27016">
                <a:extLst>
                  <a:ext uri="{FF2B5EF4-FFF2-40B4-BE49-F238E27FC236}">
                    <a16:creationId xmlns:a16="http://schemas.microsoft.com/office/drawing/2014/main" id="{2C1E16B0-34E4-7936-2CD7-68BB42FA1C9C}"/>
                  </a:ext>
                </a:extLst>
              </p:cNvPr>
              <p:cNvSpPr/>
              <p:nvPr/>
            </p:nvSpPr>
            <p:spPr>
              <a:xfrm>
                <a:off x="4385719" y="2124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8" name="Freeform 27017">
                <a:extLst>
                  <a:ext uri="{FF2B5EF4-FFF2-40B4-BE49-F238E27FC236}">
                    <a16:creationId xmlns:a16="http://schemas.microsoft.com/office/drawing/2014/main" id="{9015DA4E-7E22-7A00-20E5-3043E5A66A88}"/>
                  </a:ext>
                </a:extLst>
              </p:cNvPr>
              <p:cNvSpPr/>
              <p:nvPr/>
            </p:nvSpPr>
            <p:spPr>
              <a:xfrm>
                <a:off x="4386215" y="2114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19" name="Freeform 27018">
                <a:extLst>
                  <a:ext uri="{FF2B5EF4-FFF2-40B4-BE49-F238E27FC236}">
                    <a16:creationId xmlns:a16="http://schemas.microsoft.com/office/drawing/2014/main" id="{AE658853-B393-620F-15E0-F291FAA8AC92}"/>
                  </a:ext>
                </a:extLst>
              </p:cNvPr>
              <p:cNvSpPr/>
              <p:nvPr/>
            </p:nvSpPr>
            <p:spPr>
              <a:xfrm>
                <a:off x="4386810" y="2012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0" name="Freeform 27019">
                <a:extLst>
                  <a:ext uri="{FF2B5EF4-FFF2-40B4-BE49-F238E27FC236}">
                    <a16:creationId xmlns:a16="http://schemas.microsoft.com/office/drawing/2014/main" id="{533B9833-4B47-2D78-E451-B53FD9218645}"/>
                  </a:ext>
                </a:extLst>
              </p:cNvPr>
              <p:cNvSpPr/>
              <p:nvPr/>
            </p:nvSpPr>
            <p:spPr>
              <a:xfrm>
                <a:off x="4387306" y="1419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1" name="Freeform 27020">
                <a:extLst>
                  <a:ext uri="{FF2B5EF4-FFF2-40B4-BE49-F238E27FC236}">
                    <a16:creationId xmlns:a16="http://schemas.microsoft.com/office/drawing/2014/main" id="{D3DF38C0-0A3E-61F9-9E31-1C907732C6E7}"/>
                  </a:ext>
                </a:extLst>
              </p:cNvPr>
              <p:cNvSpPr/>
              <p:nvPr/>
            </p:nvSpPr>
            <p:spPr>
              <a:xfrm>
                <a:off x="4387802" y="1477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2" name="Freeform 27021">
                <a:extLst>
                  <a:ext uri="{FF2B5EF4-FFF2-40B4-BE49-F238E27FC236}">
                    <a16:creationId xmlns:a16="http://schemas.microsoft.com/office/drawing/2014/main" id="{4410C5BD-98EB-0DAE-11D6-D14ED03239F0}"/>
                  </a:ext>
                </a:extLst>
              </p:cNvPr>
              <p:cNvSpPr/>
              <p:nvPr/>
            </p:nvSpPr>
            <p:spPr>
              <a:xfrm>
                <a:off x="4388398" y="1520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3" name="Freeform 27022">
                <a:extLst>
                  <a:ext uri="{FF2B5EF4-FFF2-40B4-BE49-F238E27FC236}">
                    <a16:creationId xmlns:a16="http://schemas.microsoft.com/office/drawing/2014/main" id="{17BBA1B8-B7C9-F3B8-DAC0-86ED796C9C06}"/>
                  </a:ext>
                </a:extLst>
              </p:cNvPr>
              <p:cNvSpPr/>
              <p:nvPr/>
            </p:nvSpPr>
            <p:spPr>
              <a:xfrm>
                <a:off x="4388894" y="1473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4" name="Freeform 27023">
                <a:extLst>
                  <a:ext uri="{FF2B5EF4-FFF2-40B4-BE49-F238E27FC236}">
                    <a16:creationId xmlns:a16="http://schemas.microsoft.com/office/drawing/2014/main" id="{5AC63C5A-C845-7843-5E90-69182C0F752F}"/>
                  </a:ext>
                </a:extLst>
              </p:cNvPr>
              <p:cNvSpPr/>
              <p:nvPr/>
            </p:nvSpPr>
            <p:spPr>
              <a:xfrm>
                <a:off x="4389390" y="1437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5" name="Freeform 27024">
                <a:extLst>
                  <a:ext uri="{FF2B5EF4-FFF2-40B4-BE49-F238E27FC236}">
                    <a16:creationId xmlns:a16="http://schemas.microsoft.com/office/drawing/2014/main" id="{5AB6B11C-BD5C-2950-F397-AA25D0551483}"/>
                  </a:ext>
                </a:extLst>
              </p:cNvPr>
              <p:cNvSpPr/>
              <p:nvPr/>
            </p:nvSpPr>
            <p:spPr>
              <a:xfrm>
                <a:off x="4389985" y="1394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6" name="Freeform 27025">
                <a:extLst>
                  <a:ext uri="{FF2B5EF4-FFF2-40B4-BE49-F238E27FC236}">
                    <a16:creationId xmlns:a16="http://schemas.microsoft.com/office/drawing/2014/main" id="{70465936-C2B6-F062-2CCF-EFDF65B6CB9E}"/>
                  </a:ext>
                </a:extLst>
              </p:cNvPr>
              <p:cNvSpPr/>
              <p:nvPr/>
            </p:nvSpPr>
            <p:spPr>
              <a:xfrm>
                <a:off x="4390481" y="1336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7" name="Freeform 27026">
                <a:extLst>
                  <a:ext uri="{FF2B5EF4-FFF2-40B4-BE49-F238E27FC236}">
                    <a16:creationId xmlns:a16="http://schemas.microsoft.com/office/drawing/2014/main" id="{EBF14FD9-0AE2-3344-F1DB-FD5F5A809920}"/>
                  </a:ext>
                </a:extLst>
              </p:cNvPr>
              <p:cNvSpPr/>
              <p:nvPr/>
            </p:nvSpPr>
            <p:spPr>
              <a:xfrm>
                <a:off x="4390977" y="1285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8" name="Freeform 27027">
                <a:extLst>
                  <a:ext uri="{FF2B5EF4-FFF2-40B4-BE49-F238E27FC236}">
                    <a16:creationId xmlns:a16="http://schemas.microsoft.com/office/drawing/2014/main" id="{64F10A77-ECB8-4C42-E574-61037243C461}"/>
                  </a:ext>
                </a:extLst>
              </p:cNvPr>
              <p:cNvSpPr/>
              <p:nvPr/>
            </p:nvSpPr>
            <p:spPr>
              <a:xfrm>
                <a:off x="4391573" y="12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29" name="Freeform 27028">
                <a:extLst>
                  <a:ext uri="{FF2B5EF4-FFF2-40B4-BE49-F238E27FC236}">
                    <a16:creationId xmlns:a16="http://schemas.microsoft.com/office/drawing/2014/main" id="{067AF060-1DC4-78DF-D435-A770F8A97764}"/>
                  </a:ext>
                </a:extLst>
              </p:cNvPr>
              <p:cNvSpPr/>
              <p:nvPr/>
            </p:nvSpPr>
            <p:spPr>
              <a:xfrm>
                <a:off x="4392069" y="1160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0" name="Freeform 27029">
                <a:extLst>
                  <a:ext uri="{FF2B5EF4-FFF2-40B4-BE49-F238E27FC236}">
                    <a16:creationId xmlns:a16="http://schemas.microsoft.com/office/drawing/2014/main" id="{06007619-616F-97F0-D499-05F716C1D73A}"/>
                  </a:ext>
                </a:extLst>
              </p:cNvPr>
              <p:cNvSpPr/>
              <p:nvPr/>
            </p:nvSpPr>
            <p:spPr>
              <a:xfrm>
                <a:off x="4392565" y="1118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1" name="Freeform 27030">
                <a:extLst>
                  <a:ext uri="{FF2B5EF4-FFF2-40B4-BE49-F238E27FC236}">
                    <a16:creationId xmlns:a16="http://schemas.microsoft.com/office/drawing/2014/main" id="{663E96AC-F557-EE4F-3D73-F26FD5D06EBD}"/>
                  </a:ext>
                </a:extLst>
              </p:cNvPr>
              <p:cNvSpPr/>
              <p:nvPr/>
            </p:nvSpPr>
            <p:spPr>
              <a:xfrm>
                <a:off x="4393160" y="1100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2" name="Freeform 27031">
                <a:extLst>
                  <a:ext uri="{FF2B5EF4-FFF2-40B4-BE49-F238E27FC236}">
                    <a16:creationId xmlns:a16="http://schemas.microsoft.com/office/drawing/2014/main" id="{F0712CC4-EADE-8436-EFA0-8C0151BEF2F3}"/>
                  </a:ext>
                </a:extLst>
              </p:cNvPr>
              <p:cNvSpPr/>
              <p:nvPr/>
            </p:nvSpPr>
            <p:spPr>
              <a:xfrm>
                <a:off x="4393656" y="1113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3" name="Freeform 27032">
                <a:extLst>
                  <a:ext uri="{FF2B5EF4-FFF2-40B4-BE49-F238E27FC236}">
                    <a16:creationId xmlns:a16="http://schemas.microsoft.com/office/drawing/2014/main" id="{5E761541-FDA4-D1BF-C1E1-4317C17056AA}"/>
                  </a:ext>
                </a:extLst>
              </p:cNvPr>
              <p:cNvSpPr/>
              <p:nvPr/>
            </p:nvSpPr>
            <p:spPr>
              <a:xfrm>
                <a:off x="4394152" y="1253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4" name="Freeform 27033">
                <a:extLst>
                  <a:ext uri="{FF2B5EF4-FFF2-40B4-BE49-F238E27FC236}">
                    <a16:creationId xmlns:a16="http://schemas.microsoft.com/office/drawing/2014/main" id="{3225F4F6-AA13-0D65-8DBB-63458A847FA3}"/>
                  </a:ext>
                </a:extLst>
              </p:cNvPr>
              <p:cNvSpPr/>
              <p:nvPr/>
            </p:nvSpPr>
            <p:spPr>
              <a:xfrm>
                <a:off x="4394648" y="1281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5" name="Freeform 27034">
                <a:extLst>
                  <a:ext uri="{FF2B5EF4-FFF2-40B4-BE49-F238E27FC236}">
                    <a16:creationId xmlns:a16="http://schemas.microsoft.com/office/drawing/2014/main" id="{C518D170-7EE7-FB9C-BD02-2CE13AE964CB}"/>
                  </a:ext>
                </a:extLst>
              </p:cNvPr>
              <p:cNvSpPr/>
              <p:nvPr/>
            </p:nvSpPr>
            <p:spPr>
              <a:xfrm>
                <a:off x="4395244" y="1716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6" name="Freeform 27035">
                <a:extLst>
                  <a:ext uri="{FF2B5EF4-FFF2-40B4-BE49-F238E27FC236}">
                    <a16:creationId xmlns:a16="http://schemas.microsoft.com/office/drawing/2014/main" id="{F7FF38C5-8DB1-795B-05E5-346B02256BF9}"/>
                  </a:ext>
                </a:extLst>
              </p:cNvPr>
              <p:cNvSpPr/>
              <p:nvPr/>
            </p:nvSpPr>
            <p:spPr>
              <a:xfrm>
                <a:off x="4395740" y="200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7" name="Freeform 27036">
                <a:extLst>
                  <a:ext uri="{FF2B5EF4-FFF2-40B4-BE49-F238E27FC236}">
                    <a16:creationId xmlns:a16="http://schemas.microsoft.com/office/drawing/2014/main" id="{83B2AE14-9D82-668B-5CC4-027F39D5EAA2}"/>
                  </a:ext>
                </a:extLst>
              </p:cNvPr>
              <p:cNvSpPr/>
              <p:nvPr/>
            </p:nvSpPr>
            <p:spPr>
              <a:xfrm>
                <a:off x="4396236" y="2046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8" name="Freeform 27037">
                <a:extLst>
                  <a:ext uri="{FF2B5EF4-FFF2-40B4-BE49-F238E27FC236}">
                    <a16:creationId xmlns:a16="http://schemas.microsoft.com/office/drawing/2014/main" id="{EC76673D-824A-5D05-CAC1-5D06A6A56F48}"/>
                  </a:ext>
                </a:extLst>
              </p:cNvPr>
              <p:cNvSpPr/>
              <p:nvPr/>
            </p:nvSpPr>
            <p:spPr>
              <a:xfrm>
                <a:off x="4396831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39" name="Freeform 27038">
                <a:extLst>
                  <a:ext uri="{FF2B5EF4-FFF2-40B4-BE49-F238E27FC236}">
                    <a16:creationId xmlns:a16="http://schemas.microsoft.com/office/drawing/2014/main" id="{ABB14706-A371-BB28-01C9-3B59429F8F0D}"/>
                  </a:ext>
                </a:extLst>
              </p:cNvPr>
              <p:cNvSpPr/>
              <p:nvPr/>
            </p:nvSpPr>
            <p:spPr>
              <a:xfrm>
                <a:off x="4397327" y="204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0" name="Freeform 27039">
                <a:extLst>
                  <a:ext uri="{FF2B5EF4-FFF2-40B4-BE49-F238E27FC236}">
                    <a16:creationId xmlns:a16="http://schemas.microsoft.com/office/drawing/2014/main" id="{60DABC7F-E04A-B80B-AF68-4783F1999AF1}"/>
                  </a:ext>
                </a:extLst>
              </p:cNvPr>
              <p:cNvSpPr/>
              <p:nvPr/>
            </p:nvSpPr>
            <p:spPr>
              <a:xfrm>
                <a:off x="4397823" y="2048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1" name="Freeform 27040">
                <a:extLst>
                  <a:ext uri="{FF2B5EF4-FFF2-40B4-BE49-F238E27FC236}">
                    <a16:creationId xmlns:a16="http://schemas.microsoft.com/office/drawing/2014/main" id="{036A8044-E2A5-5B64-4BE2-B7827E5D93AD}"/>
                  </a:ext>
                </a:extLst>
              </p:cNvPr>
              <p:cNvSpPr/>
              <p:nvPr/>
            </p:nvSpPr>
            <p:spPr>
              <a:xfrm>
                <a:off x="4398419" y="2051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2" name="Freeform 27041">
                <a:extLst>
                  <a:ext uri="{FF2B5EF4-FFF2-40B4-BE49-F238E27FC236}">
                    <a16:creationId xmlns:a16="http://schemas.microsoft.com/office/drawing/2014/main" id="{98D3F32C-CE6E-8BC1-0390-FE1013C07E8E}"/>
                  </a:ext>
                </a:extLst>
              </p:cNvPr>
              <p:cNvSpPr/>
              <p:nvPr/>
            </p:nvSpPr>
            <p:spPr>
              <a:xfrm>
                <a:off x="4398915" y="202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3" name="Freeform 27042">
                <a:extLst>
                  <a:ext uri="{FF2B5EF4-FFF2-40B4-BE49-F238E27FC236}">
                    <a16:creationId xmlns:a16="http://schemas.microsoft.com/office/drawing/2014/main" id="{80BCDB45-324B-2449-790F-B68B375C60DE}"/>
                  </a:ext>
                </a:extLst>
              </p:cNvPr>
              <p:cNvSpPr/>
              <p:nvPr/>
            </p:nvSpPr>
            <p:spPr>
              <a:xfrm>
                <a:off x="4399411" y="174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4" name="Freeform 27043">
                <a:extLst>
                  <a:ext uri="{FF2B5EF4-FFF2-40B4-BE49-F238E27FC236}">
                    <a16:creationId xmlns:a16="http://schemas.microsoft.com/office/drawing/2014/main" id="{A0666B7D-3490-6C36-DEEC-33223DBBB30D}"/>
                  </a:ext>
                </a:extLst>
              </p:cNvPr>
              <p:cNvSpPr/>
              <p:nvPr/>
            </p:nvSpPr>
            <p:spPr>
              <a:xfrm>
                <a:off x="4400006" y="1332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5" name="Freeform 27044">
                <a:extLst>
                  <a:ext uri="{FF2B5EF4-FFF2-40B4-BE49-F238E27FC236}">
                    <a16:creationId xmlns:a16="http://schemas.microsoft.com/office/drawing/2014/main" id="{414F2B9C-75DD-8ADF-6563-673DF8D6CF90}"/>
                  </a:ext>
                </a:extLst>
              </p:cNvPr>
              <p:cNvSpPr/>
              <p:nvPr/>
            </p:nvSpPr>
            <p:spPr>
              <a:xfrm>
                <a:off x="4400502" y="1389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6" name="Freeform 27045">
                <a:extLst>
                  <a:ext uri="{FF2B5EF4-FFF2-40B4-BE49-F238E27FC236}">
                    <a16:creationId xmlns:a16="http://schemas.microsoft.com/office/drawing/2014/main" id="{FFA90A93-C128-CD11-4CE9-AA295EE8FA12}"/>
                  </a:ext>
                </a:extLst>
              </p:cNvPr>
              <p:cNvSpPr/>
              <p:nvPr/>
            </p:nvSpPr>
            <p:spPr>
              <a:xfrm>
                <a:off x="4400998" y="1432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7" name="Freeform 27046">
                <a:extLst>
                  <a:ext uri="{FF2B5EF4-FFF2-40B4-BE49-F238E27FC236}">
                    <a16:creationId xmlns:a16="http://schemas.microsoft.com/office/drawing/2014/main" id="{F1457403-45D4-81D4-FDAE-D59FE90EBAE6}"/>
                  </a:ext>
                </a:extLst>
              </p:cNvPr>
              <p:cNvSpPr/>
              <p:nvPr/>
            </p:nvSpPr>
            <p:spPr>
              <a:xfrm>
                <a:off x="4401594" y="1408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8" name="Freeform 27047">
                <a:extLst>
                  <a:ext uri="{FF2B5EF4-FFF2-40B4-BE49-F238E27FC236}">
                    <a16:creationId xmlns:a16="http://schemas.microsoft.com/office/drawing/2014/main" id="{91E9DD3F-F20A-E0E4-B969-EBB867BD7645}"/>
                  </a:ext>
                </a:extLst>
              </p:cNvPr>
              <p:cNvSpPr/>
              <p:nvPr/>
            </p:nvSpPr>
            <p:spPr>
              <a:xfrm>
                <a:off x="4402090" y="1369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49" name="Freeform 27048">
                <a:extLst>
                  <a:ext uri="{FF2B5EF4-FFF2-40B4-BE49-F238E27FC236}">
                    <a16:creationId xmlns:a16="http://schemas.microsoft.com/office/drawing/2014/main" id="{3CB48D7F-2241-29AA-0E6A-191AD2A6573C}"/>
                  </a:ext>
                </a:extLst>
              </p:cNvPr>
              <p:cNvSpPr/>
              <p:nvPr/>
            </p:nvSpPr>
            <p:spPr>
              <a:xfrm>
                <a:off x="4402586" y="1299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0" name="Freeform 27049">
                <a:extLst>
                  <a:ext uri="{FF2B5EF4-FFF2-40B4-BE49-F238E27FC236}">
                    <a16:creationId xmlns:a16="http://schemas.microsoft.com/office/drawing/2014/main" id="{B6F80C3B-50A9-6CB4-C955-F10663B7ADB3}"/>
                  </a:ext>
                </a:extLst>
              </p:cNvPr>
              <p:cNvSpPr/>
              <p:nvPr/>
            </p:nvSpPr>
            <p:spPr>
              <a:xfrm>
                <a:off x="4403181" y="1235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1" name="Freeform 27050">
                <a:extLst>
                  <a:ext uri="{FF2B5EF4-FFF2-40B4-BE49-F238E27FC236}">
                    <a16:creationId xmlns:a16="http://schemas.microsoft.com/office/drawing/2014/main" id="{2F5F603D-E1E0-139B-0CAD-37D1277E194D}"/>
                  </a:ext>
                </a:extLst>
              </p:cNvPr>
              <p:cNvSpPr/>
              <p:nvPr/>
            </p:nvSpPr>
            <p:spPr>
              <a:xfrm>
                <a:off x="4403677" y="11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2" name="Freeform 27051">
                <a:extLst>
                  <a:ext uri="{FF2B5EF4-FFF2-40B4-BE49-F238E27FC236}">
                    <a16:creationId xmlns:a16="http://schemas.microsoft.com/office/drawing/2014/main" id="{98BEC179-AB37-3C9F-7895-E25853E3D7D4}"/>
                  </a:ext>
                </a:extLst>
              </p:cNvPr>
              <p:cNvSpPr/>
              <p:nvPr/>
            </p:nvSpPr>
            <p:spPr>
              <a:xfrm>
                <a:off x="4404173" y="1162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3" name="Freeform 27052">
                <a:extLst>
                  <a:ext uri="{FF2B5EF4-FFF2-40B4-BE49-F238E27FC236}">
                    <a16:creationId xmlns:a16="http://schemas.microsoft.com/office/drawing/2014/main" id="{1729F236-59AD-C9C0-1A43-ADDEEC80666B}"/>
                  </a:ext>
                </a:extLst>
              </p:cNvPr>
              <p:cNvSpPr/>
              <p:nvPr/>
            </p:nvSpPr>
            <p:spPr>
              <a:xfrm>
                <a:off x="4404769" y="1133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4" name="Freeform 27053">
                <a:extLst>
                  <a:ext uri="{FF2B5EF4-FFF2-40B4-BE49-F238E27FC236}">
                    <a16:creationId xmlns:a16="http://schemas.microsoft.com/office/drawing/2014/main" id="{518EDA63-46A9-D05A-0858-F081716BA73E}"/>
                  </a:ext>
                </a:extLst>
              </p:cNvPr>
              <p:cNvSpPr/>
              <p:nvPr/>
            </p:nvSpPr>
            <p:spPr>
              <a:xfrm>
                <a:off x="4405265" y="1112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5" name="Freeform 27054">
                <a:extLst>
                  <a:ext uri="{FF2B5EF4-FFF2-40B4-BE49-F238E27FC236}">
                    <a16:creationId xmlns:a16="http://schemas.microsoft.com/office/drawing/2014/main" id="{CE6B5B00-CC86-EB20-014D-0DC24E514742}"/>
                  </a:ext>
                </a:extLst>
              </p:cNvPr>
              <p:cNvSpPr/>
              <p:nvPr/>
            </p:nvSpPr>
            <p:spPr>
              <a:xfrm>
                <a:off x="4405761" y="1108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6" name="Freeform 27055">
                <a:extLst>
                  <a:ext uri="{FF2B5EF4-FFF2-40B4-BE49-F238E27FC236}">
                    <a16:creationId xmlns:a16="http://schemas.microsoft.com/office/drawing/2014/main" id="{FD1FFCDE-7EBD-8897-545F-2D48A84EF68E}"/>
                  </a:ext>
                </a:extLst>
              </p:cNvPr>
              <p:cNvSpPr/>
              <p:nvPr/>
            </p:nvSpPr>
            <p:spPr>
              <a:xfrm>
                <a:off x="4406257" y="1165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7" name="Freeform 27056">
                <a:extLst>
                  <a:ext uri="{FF2B5EF4-FFF2-40B4-BE49-F238E27FC236}">
                    <a16:creationId xmlns:a16="http://schemas.microsoft.com/office/drawing/2014/main" id="{CD8D547F-0199-D19C-BF0D-03B178340DFD}"/>
                  </a:ext>
                </a:extLst>
              </p:cNvPr>
              <p:cNvSpPr/>
              <p:nvPr/>
            </p:nvSpPr>
            <p:spPr>
              <a:xfrm>
                <a:off x="4406852" y="1254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8" name="Freeform 27057">
                <a:extLst>
                  <a:ext uri="{FF2B5EF4-FFF2-40B4-BE49-F238E27FC236}">
                    <a16:creationId xmlns:a16="http://schemas.microsoft.com/office/drawing/2014/main" id="{BDDCD54C-30E6-14F0-86C6-FFB067551F33}"/>
                  </a:ext>
                </a:extLst>
              </p:cNvPr>
              <p:cNvSpPr/>
              <p:nvPr/>
            </p:nvSpPr>
            <p:spPr>
              <a:xfrm>
                <a:off x="4407348" y="135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59" name="Freeform 27058">
                <a:extLst>
                  <a:ext uri="{FF2B5EF4-FFF2-40B4-BE49-F238E27FC236}">
                    <a16:creationId xmlns:a16="http://schemas.microsoft.com/office/drawing/2014/main" id="{880303DB-7B26-A614-7267-08A3C36C3188}"/>
                  </a:ext>
                </a:extLst>
              </p:cNvPr>
              <p:cNvSpPr/>
              <p:nvPr/>
            </p:nvSpPr>
            <p:spPr>
              <a:xfrm>
                <a:off x="4407845" y="1580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0" name="Freeform 27059">
                <a:extLst>
                  <a:ext uri="{FF2B5EF4-FFF2-40B4-BE49-F238E27FC236}">
                    <a16:creationId xmlns:a16="http://schemas.microsoft.com/office/drawing/2014/main" id="{6CDE2BA1-F926-ABE1-0E35-10B52C79BDBD}"/>
                  </a:ext>
                </a:extLst>
              </p:cNvPr>
              <p:cNvSpPr/>
              <p:nvPr/>
            </p:nvSpPr>
            <p:spPr>
              <a:xfrm>
                <a:off x="4408440" y="1900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1" name="Freeform 27060">
                <a:extLst>
                  <a:ext uri="{FF2B5EF4-FFF2-40B4-BE49-F238E27FC236}">
                    <a16:creationId xmlns:a16="http://schemas.microsoft.com/office/drawing/2014/main" id="{10E4195C-773D-535A-4A26-62F18DDB2144}"/>
                  </a:ext>
                </a:extLst>
              </p:cNvPr>
              <p:cNvSpPr/>
              <p:nvPr/>
            </p:nvSpPr>
            <p:spPr>
              <a:xfrm>
                <a:off x="4408936" y="1901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2" name="Freeform 27061">
                <a:extLst>
                  <a:ext uri="{FF2B5EF4-FFF2-40B4-BE49-F238E27FC236}">
                    <a16:creationId xmlns:a16="http://schemas.microsoft.com/office/drawing/2014/main" id="{55CD8747-05AA-5BFF-D781-C31DEB610812}"/>
                  </a:ext>
                </a:extLst>
              </p:cNvPr>
              <p:cNvSpPr/>
              <p:nvPr/>
            </p:nvSpPr>
            <p:spPr>
              <a:xfrm>
                <a:off x="4409432" y="191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3" name="Freeform 27062">
                <a:extLst>
                  <a:ext uri="{FF2B5EF4-FFF2-40B4-BE49-F238E27FC236}">
                    <a16:creationId xmlns:a16="http://schemas.microsoft.com/office/drawing/2014/main" id="{CCB1E880-EEC9-88E5-FBD0-07C133E737FA}"/>
                  </a:ext>
                </a:extLst>
              </p:cNvPr>
              <p:cNvSpPr/>
              <p:nvPr/>
            </p:nvSpPr>
            <p:spPr>
              <a:xfrm>
                <a:off x="4410027" y="1909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4" name="Freeform 27063">
                <a:extLst>
                  <a:ext uri="{FF2B5EF4-FFF2-40B4-BE49-F238E27FC236}">
                    <a16:creationId xmlns:a16="http://schemas.microsoft.com/office/drawing/2014/main" id="{21DA9DFA-9FD0-4B41-0C8B-D3667D63FF48}"/>
                  </a:ext>
                </a:extLst>
              </p:cNvPr>
              <p:cNvSpPr/>
              <p:nvPr/>
            </p:nvSpPr>
            <p:spPr>
              <a:xfrm>
                <a:off x="4410523" y="1933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5" name="Freeform 27064">
                <a:extLst>
                  <a:ext uri="{FF2B5EF4-FFF2-40B4-BE49-F238E27FC236}">
                    <a16:creationId xmlns:a16="http://schemas.microsoft.com/office/drawing/2014/main" id="{C3EB0081-D00E-42EB-5718-DB2441E544C1}"/>
                  </a:ext>
                </a:extLst>
              </p:cNvPr>
              <p:cNvSpPr/>
              <p:nvPr/>
            </p:nvSpPr>
            <p:spPr>
              <a:xfrm>
                <a:off x="4411020" y="1907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6" name="Freeform 27065">
                <a:extLst>
                  <a:ext uri="{FF2B5EF4-FFF2-40B4-BE49-F238E27FC236}">
                    <a16:creationId xmlns:a16="http://schemas.microsoft.com/office/drawing/2014/main" id="{0D58F4E4-2291-51F5-1423-6C416549893F}"/>
                  </a:ext>
                </a:extLst>
              </p:cNvPr>
              <p:cNvSpPr/>
              <p:nvPr/>
            </p:nvSpPr>
            <p:spPr>
              <a:xfrm>
                <a:off x="4411615" y="183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7" name="Freeform 27066">
                <a:extLst>
                  <a:ext uri="{FF2B5EF4-FFF2-40B4-BE49-F238E27FC236}">
                    <a16:creationId xmlns:a16="http://schemas.microsoft.com/office/drawing/2014/main" id="{254F9719-CCDF-6009-9BE2-531F101AA377}"/>
                  </a:ext>
                </a:extLst>
              </p:cNvPr>
              <p:cNvSpPr/>
              <p:nvPr/>
            </p:nvSpPr>
            <p:spPr>
              <a:xfrm>
                <a:off x="4412111" y="1515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8" name="Freeform 27067">
                <a:extLst>
                  <a:ext uri="{FF2B5EF4-FFF2-40B4-BE49-F238E27FC236}">
                    <a16:creationId xmlns:a16="http://schemas.microsoft.com/office/drawing/2014/main" id="{BC056E17-1CF7-C40C-F56C-3D0ACC922F8F}"/>
                  </a:ext>
                </a:extLst>
              </p:cNvPr>
              <p:cNvSpPr/>
              <p:nvPr/>
            </p:nvSpPr>
            <p:spPr>
              <a:xfrm>
                <a:off x="4412607" y="1430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69" name="Freeform 27068">
                <a:extLst>
                  <a:ext uri="{FF2B5EF4-FFF2-40B4-BE49-F238E27FC236}">
                    <a16:creationId xmlns:a16="http://schemas.microsoft.com/office/drawing/2014/main" id="{A0C83487-9BAD-2264-B7B4-3EC26C62D17B}"/>
                  </a:ext>
                </a:extLst>
              </p:cNvPr>
              <p:cNvSpPr/>
              <p:nvPr/>
            </p:nvSpPr>
            <p:spPr>
              <a:xfrm>
                <a:off x="4413202" y="1474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0" name="Freeform 27069">
                <a:extLst>
                  <a:ext uri="{FF2B5EF4-FFF2-40B4-BE49-F238E27FC236}">
                    <a16:creationId xmlns:a16="http://schemas.microsoft.com/office/drawing/2014/main" id="{42E8E95B-CB11-99F8-9B93-280A58490D69}"/>
                  </a:ext>
                </a:extLst>
              </p:cNvPr>
              <p:cNvSpPr/>
              <p:nvPr/>
            </p:nvSpPr>
            <p:spPr>
              <a:xfrm>
                <a:off x="4413698" y="1497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1" name="Freeform 27070">
                <a:extLst>
                  <a:ext uri="{FF2B5EF4-FFF2-40B4-BE49-F238E27FC236}">
                    <a16:creationId xmlns:a16="http://schemas.microsoft.com/office/drawing/2014/main" id="{8DAD1E33-B1FD-61E5-A56E-4E3C810C5C22}"/>
                  </a:ext>
                </a:extLst>
              </p:cNvPr>
              <p:cNvSpPr/>
              <p:nvPr/>
            </p:nvSpPr>
            <p:spPr>
              <a:xfrm>
                <a:off x="4414195" y="1484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2" name="Freeform 27071">
                <a:extLst>
                  <a:ext uri="{FF2B5EF4-FFF2-40B4-BE49-F238E27FC236}">
                    <a16:creationId xmlns:a16="http://schemas.microsoft.com/office/drawing/2014/main" id="{2942D0BE-107C-0578-7EE1-63FC8B5B0731}"/>
                  </a:ext>
                </a:extLst>
              </p:cNvPr>
              <p:cNvSpPr/>
              <p:nvPr/>
            </p:nvSpPr>
            <p:spPr>
              <a:xfrm>
                <a:off x="4414790" y="1469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3" name="Freeform 27072">
                <a:extLst>
                  <a:ext uri="{FF2B5EF4-FFF2-40B4-BE49-F238E27FC236}">
                    <a16:creationId xmlns:a16="http://schemas.microsoft.com/office/drawing/2014/main" id="{3F73929F-8345-182C-12A5-151487809148}"/>
                  </a:ext>
                </a:extLst>
              </p:cNvPr>
              <p:cNvSpPr/>
              <p:nvPr/>
            </p:nvSpPr>
            <p:spPr>
              <a:xfrm>
                <a:off x="4415286" y="1436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4" name="Freeform 27073">
                <a:extLst>
                  <a:ext uri="{FF2B5EF4-FFF2-40B4-BE49-F238E27FC236}">
                    <a16:creationId xmlns:a16="http://schemas.microsoft.com/office/drawing/2014/main" id="{455056CF-A076-0BA8-8403-5EC2B4117823}"/>
                  </a:ext>
                </a:extLst>
              </p:cNvPr>
              <p:cNvSpPr/>
              <p:nvPr/>
            </p:nvSpPr>
            <p:spPr>
              <a:xfrm>
                <a:off x="4415782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5" name="Freeform 27074">
                <a:extLst>
                  <a:ext uri="{FF2B5EF4-FFF2-40B4-BE49-F238E27FC236}">
                    <a16:creationId xmlns:a16="http://schemas.microsoft.com/office/drawing/2014/main" id="{22424B43-5F1F-F840-C7D4-B90D78B14D1B}"/>
                  </a:ext>
                </a:extLst>
              </p:cNvPr>
              <p:cNvSpPr/>
              <p:nvPr/>
            </p:nvSpPr>
            <p:spPr>
              <a:xfrm>
                <a:off x="4416377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6" name="Freeform 27075">
                <a:extLst>
                  <a:ext uri="{FF2B5EF4-FFF2-40B4-BE49-F238E27FC236}">
                    <a16:creationId xmlns:a16="http://schemas.microsoft.com/office/drawing/2014/main" id="{6300CD7E-2E3E-BBEA-8DA2-ACBBC0162955}"/>
                  </a:ext>
                </a:extLst>
              </p:cNvPr>
              <p:cNvSpPr/>
              <p:nvPr/>
            </p:nvSpPr>
            <p:spPr>
              <a:xfrm>
                <a:off x="4416873" y="1251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7" name="Freeform 27076">
                <a:extLst>
                  <a:ext uri="{FF2B5EF4-FFF2-40B4-BE49-F238E27FC236}">
                    <a16:creationId xmlns:a16="http://schemas.microsoft.com/office/drawing/2014/main" id="{D0DA3C41-03C8-3E5E-6609-5C42BB5BE459}"/>
                  </a:ext>
                </a:extLst>
              </p:cNvPr>
              <p:cNvSpPr/>
              <p:nvPr/>
            </p:nvSpPr>
            <p:spPr>
              <a:xfrm>
                <a:off x="4417370" y="1198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8" name="Freeform 27077">
                <a:extLst>
                  <a:ext uri="{FF2B5EF4-FFF2-40B4-BE49-F238E27FC236}">
                    <a16:creationId xmlns:a16="http://schemas.microsoft.com/office/drawing/2014/main" id="{82A8943E-4D96-C64C-FEBE-2112098E52C6}"/>
                  </a:ext>
                </a:extLst>
              </p:cNvPr>
              <p:cNvSpPr/>
              <p:nvPr/>
            </p:nvSpPr>
            <p:spPr>
              <a:xfrm>
                <a:off x="4417866" y="1137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79" name="Freeform 27078">
                <a:extLst>
                  <a:ext uri="{FF2B5EF4-FFF2-40B4-BE49-F238E27FC236}">
                    <a16:creationId xmlns:a16="http://schemas.microsoft.com/office/drawing/2014/main" id="{AA38C9D2-7A1C-D37E-5A60-B4FCD6E52C31}"/>
                  </a:ext>
                </a:extLst>
              </p:cNvPr>
              <p:cNvSpPr/>
              <p:nvPr/>
            </p:nvSpPr>
            <p:spPr>
              <a:xfrm>
                <a:off x="4418461" y="1103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0" name="Freeform 27079">
                <a:extLst>
                  <a:ext uri="{FF2B5EF4-FFF2-40B4-BE49-F238E27FC236}">
                    <a16:creationId xmlns:a16="http://schemas.microsoft.com/office/drawing/2014/main" id="{AF9549D8-B7BC-4F38-FFBD-614BB5BB19E0}"/>
                  </a:ext>
                </a:extLst>
              </p:cNvPr>
              <p:cNvSpPr/>
              <p:nvPr/>
            </p:nvSpPr>
            <p:spPr>
              <a:xfrm>
                <a:off x="4418957" y="1167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1" name="Freeform 27080">
                <a:extLst>
                  <a:ext uri="{FF2B5EF4-FFF2-40B4-BE49-F238E27FC236}">
                    <a16:creationId xmlns:a16="http://schemas.microsoft.com/office/drawing/2014/main" id="{6BB9788F-BD9C-D2D9-9A87-D0E375127879}"/>
                  </a:ext>
                </a:extLst>
              </p:cNvPr>
              <p:cNvSpPr/>
              <p:nvPr/>
            </p:nvSpPr>
            <p:spPr>
              <a:xfrm>
                <a:off x="4419453" y="12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2" name="Freeform 27081">
                <a:extLst>
                  <a:ext uri="{FF2B5EF4-FFF2-40B4-BE49-F238E27FC236}">
                    <a16:creationId xmlns:a16="http://schemas.microsoft.com/office/drawing/2014/main" id="{5435960D-AC47-7DBB-5333-0163F89824C5}"/>
                  </a:ext>
                </a:extLst>
              </p:cNvPr>
              <p:cNvSpPr/>
              <p:nvPr/>
            </p:nvSpPr>
            <p:spPr>
              <a:xfrm>
                <a:off x="4420048" y="1354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3" name="Freeform 27082">
                <a:extLst>
                  <a:ext uri="{FF2B5EF4-FFF2-40B4-BE49-F238E27FC236}">
                    <a16:creationId xmlns:a16="http://schemas.microsoft.com/office/drawing/2014/main" id="{C5E125D3-6F56-288A-CD06-CB915631B775}"/>
                  </a:ext>
                </a:extLst>
              </p:cNvPr>
              <p:cNvSpPr/>
              <p:nvPr/>
            </p:nvSpPr>
            <p:spPr>
              <a:xfrm>
                <a:off x="4420545" y="1555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4" name="Freeform 27083">
                <a:extLst>
                  <a:ext uri="{FF2B5EF4-FFF2-40B4-BE49-F238E27FC236}">
                    <a16:creationId xmlns:a16="http://schemas.microsoft.com/office/drawing/2014/main" id="{459E7A2B-F850-3AF8-E02A-FB8846532B36}"/>
                  </a:ext>
                </a:extLst>
              </p:cNvPr>
              <p:cNvSpPr/>
              <p:nvPr/>
            </p:nvSpPr>
            <p:spPr>
              <a:xfrm>
                <a:off x="4421041" y="1976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5" name="Freeform 27084">
                <a:extLst>
                  <a:ext uri="{FF2B5EF4-FFF2-40B4-BE49-F238E27FC236}">
                    <a16:creationId xmlns:a16="http://schemas.microsoft.com/office/drawing/2014/main" id="{55EE0875-0F05-C1DB-D1C6-4B0BCD410A41}"/>
                  </a:ext>
                </a:extLst>
              </p:cNvPr>
              <p:cNvSpPr/>
              <p:nvPr/>
            </p:nvSpPr>
            <p:spPr>
              <a:xfrm>
                <a:off x="4421636" y="19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6" name="Freeform 27085">
                <a:extLst>
                  <a:ext uri="{FF2B5EF4-FFF2-40B4-BE49-F238E27FC236}">
                    <a16:creationId xmlns:a16="http://schemas.microsoft.com/office/drawing/2014/main" id="{43FA838A-61CC-089F-A5A1-88F4A9625516}"/>
                  </a:ext>
                </a:extLst>
              </p:cNvPr>
              <p:cNvSpPr/>
              <p:nvPr/>
            </p:nvSpPr>
            <p:spPr>
              <a:xfrm>
                <a:off x="4422132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7" name="Freeform 27086">
                <a:extLst>
                  <a:ext uri="{FF2B5EF4-FFF2-40B4-BE49-F238E27FC236}">
                    <a16:creationId xmlns:a16="http://schemas.microsoft.com/office/drawing/2014/main" id="{CB4CF1BC-59B5-D389-D749-28DDB8C8BF02}"/>
                  </a:ext>
                </a:extLst>
              </p:cNvPr>
              <p:cNvSpPr/>
              <p:nvPr/>
            </p:nvSpPr>
            <p:spPr>
              <a:xfrm>
                <a:off x="4422628" y="195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8" name="Freeform 27087">
                <a:extLst>
                  <a:ext uri="{FF2B5EF4-FFF2-40B4-BE49-F238E27FC236}">
                    <a16:creationId xmlns:a16="http://schemas.microsoft.com/office/drawing/2014/main" id="{BA5BDE4E-54E2-D8B7-52B1-A3A14D77C828}"/>
                  </a:ext>
                </a:extLst>
              </p:cNvPr>
              <p:cNvSpPr/>
              <p:nvPr/>
            </p:nvSpPr>
            <p:spPr>
              <a:xfrm>
                <a:off x="4423223" y="1911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89" name="Freeform 27088">
                <a:extLst>
                  <a:ext uri="{FF2B5EF4-FFF2-40B4-BE49-F238E27FC236}">
                    <a16:creationId xmlns:a16="http://schemas.microsoft.com/office/drawing/2014/main" id="{357D2650-80A2-30E7-865F-FBA5D0AD9ACF}"/>
                  </a:ext>
                </a:extLst>
              </p:cNvPr>
              <p:cNvSpPr/>
              <p:nvPr/>
            </p:nvSpPr>
            <p:spPr>
              <a:xfrm>
                <a:off x="4423720" y="1935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0" name="Freeform 27089">
                <a:extLst>
                  <a:ext uri="{FF2B5EF4-FFF2-40B4-BE49-F238E27FC236}">
                    <a16:creationId xmlns:a16="http://schemas.microsoft.com/office/drawing/2014/main" id="{B99901B2-2C9F-5135-6DB8-307A8680A944}"/>
                  </a:ext>
                </a:extLst>
              </p:cNvPr>
              <p:cNvSpPr/>
              <p:nvPr/>
            </p:nvSpPr>
            <p:spPr>
              <a:xfrm>
                <a:off x="4424216" y="1964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1" name="Freeform 27090">
                <a:extLst>
                  <a:ext uri="{FF2B5EF4-FFF2-40B4-BE49-F238E27FC236}">
                    <a16:creationId xmlns:a16="http://schemas.microsoft.com/office/drawing/2014/main" id="{8BD49C37-01C0-2E75-88FA-9FB03434B288}"/>
                  </a:ext>
                </a:extLst>
              </p:cNvPr>
              <p:cNvSpPr/>
              <p:nvPr/>
            </p:nvSpPr>
            <p:spPr>
              <a:xfrm>
                <a:off x="4424811" y="1473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2" name="Freeform 27091">
                <a:extLst>
                  <a:ext uri="{FF2B5EF4-FFF2-40B4-BE49-F238E27FC236}">
                    <a16:creationId xmlns:a16="http://schemas.microsoft.com/office/drawing/2014/main" id="{FEF569E7-C5CB-A45A-548E-F9A5C27879E1}"/>
                  </a:ext>
                </a:extLst>
              </p:cNvPr>
              <p:cNvSpPr/>
              <p:nvPr/>
            </p:nvSpPr>
            <p:spPr>
              <a:xfrm>
                <a:off x="4425307" y="1364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3" name="Freeform 27092">
                <a:extLst>
                  <a:ext uri="{FF2B5EF4-FFF2-40B4-BE49-F238E27FC236}">
                    <a16:creationId xmlns:a16="http://schemas.microsoft.com/office/drawing/2014/main" id="{456D516E-AD33-9540-A792-385F54035077}"/>
                  </a:ext>
                </a:extLst>
              </p:cNvPr>
              <p:cNvSpPr/>
              <p:nvPr/>
            </p:nvSpPr>
            <p:spPr>
              <a:xfrm>
                <a:off x="4425803" y="1439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4" name="Freeform 27093">
                <a:extLst>
                  <a:ext uri="{FF2B5EF4-FFF2-40B4-BE49-F238E27FC236}">
                    <a16:creationId xmlns:a16="http://schemas.microsoft.com/office/drawing/2014/main" id="{C8ED54D3-40ED-3BE1-C5CC-6D38411B12AB}"/>
                  </a:ext>
                </a:extLst>
              </p:cNvPr>
              <p:cNvSpPr/>
              <p:nvPr/>
            </p:nvSpPr>
            <p:spPr>
              <a:xfrm>
                <a:off x="4426398" y="1395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5" name="Freeform 27094">
                <a:extLst>
                  <a:ext uri="{FF2B5EF4-FFF2-40B4-BE49-F238E27FC236}">
                    <a16:creationId xmlns:a16="http://schemas.microsoft.com/office/drawing/2014/main" id="{F21EDFD5-72FA-0354-FA7A-BD01DBD83071}"/>
                  </a:ext>
                </a:extLst>
              </p:cNvPr>
              <p:cNvSpPr/>
              <p:nvPr/>
            </p:nvSpPr>
            <p:spPr>
              <a:xfrm>
                <a:off x="4426895" y="1453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6" name="Freeform 27095">
                <a:extLst>
                  <a:ext uri="{FF2B5EF4-FFF2-40B4-BE49-F238E27FC236}">
                    <a16:creationId xmlns:a16="http://schemas.microsoft.com/office/drawing/2014/main" id="{2A39BFD7-2013-9D71-C6A1-A83302385FBE}"/>
                  </a:ext>
                </a:extLst>
              </p:cNvPr>
              <p:cNvSpPr/>
              <p:nvPr/>
            </p:nvSpPr>
            <p:spPr>
              <a:xfrm>
                <a:off x="4427391" y="1380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7" name="Freeform 27096">
                <a:extLst>
                  <a:ext uri="{FF2B5EF4-FFF2-40B4-BE49-F238E27FC236}">
                    <a16:creationId xmlns:a16="http://schemas.microsoft.com/office/drawing/2014/main" id="{55B7452D-D355-E162-E5A4-2FB4E7F79EF6}"/>
                  </a:ext>
                </a:extLst>
              </p:cNvPr>
              <p:cNvSpPr/>
              <p:nvPr/>
            </p:nvSpPr>
            <p:spPr>
              <a:xfrm>
                <a:off x="4427986" y="1422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8" name="Freeform 27097">
                <a:extLst>
                  <a:ext uri="{FF2B5EF4-FFF2-40B4-BE49-F238E27FC236}">
                    <a16:creationId xmlns:a16="http://schemas.microsoft.com/office/drawing/2014/main" id="{3923C654-50D4-4CD1-6300-5C882DDC1038}"/>
                  </a:ext>
                </a:extLst>
              </p:cNvPr>
              <p:cNvSpPr/>
              <p:nvPr/>
            </p:nvSpPr>
            <p:spPr>
              <a:xfrm>
                <a:off x="4428482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99" name="Freeform 27098">
                <a:extLst>
                  <a:ext uri="{FF2B5EF4-FFF2-40B4-BE49-F238E27FC236}">
                    <a16:creationId xmlns:a16="http://schemas.microsoft.com/office/drawing/2014/main" id="{59C7C110-774E-6B70-D477-99EB51C6B8DB}"/>
                  </a:ext>
                </a:extLst>
              </p:cNvPr>
              <p:cNvSpPr/>
              <p:nvPr/>
            </p:nvSpPr>
            <p:spPr>
              <a:xfrm>
                <a:off x="4428978" y="1257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0" name="Freeform 27099">
                <a:extLst>
                  <a:ext uri="{FF2B5EF4-FFF2-40B4-BE49-F238E27FC236}">
                    <a16:creationId xmlns:a16="http://schemas.microsoft.com/office/drawing/2014/main" id="{33EA6499-83E3-F358-5EEF-B9912730A3A6}"/>
                  </a:ext>
                </a:extLst>
              </p:cNvPr>
              <p:cNvSpPr/>
              <p:nvPr/>
            </p:nvSpPr>
            <p:spPr>
              <a:xfrm>
                <a:off x="4429573" y="1254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1" name="Freeform 27100">
                <a:extLst>
                  <a:ext uri="{FF2B5EF4-FFF2-40B4-BE49-F238E27FC236}">
                    <a16:creationId xmlns:a16="http://schemas.microsoft.com/office/drawing/2014/main" id="{2F6D9A6D-E8E0-65A1-02DD-6B1735103150}"/>
                  </a:ext>
                </a:extLst>
              </p:cNvPr>
              <p:cNvSpPr/>
              <p:nvPr/>
            </p:nvSpPr>
            <p:spPr>
              <a:xfrm>
                <a:off x="4430070" y="1240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2" name="Freeform 27101">
                <a:extLst>
                  <a:ext uri="{FF2B5EF4-FFF2-40B4-BE49-F238E27FC236}">
                    <a16:creationId xmlns:a16="http://schemas.microsoft.com/office/drawing/2014/main" id="{09CAACB2-E786-D120-F42A-08EF31527C27}"/>
                  </a:ext>
                </a:extLst>
              </p:cNvPr>
              <p:cNvSpPr/>
              <p:nvPr/>
            </p:nvSpPr>
            <p:spPr>
              <a:xfrm>
                <a:off x="4430566" y="1263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3" name="Freeform 27102">
                <a:extLst>
                  <a:ext uri="{FF2B5EF4-FFF2-40B4-BE49-F238E27FC236}">
                    <a16:creationId xmlns:a16="http://schemas.microsoft.com/office/drawing/2014/main" id="{CD4843E5-87DA-1C8D-2541-3F6260175174}"/>
                  </a:ext>
                </a:extLst>
              </p:cNvPr>
              <p:cNvSpPr/>
              <p:nvPr/>
            </p:nvSpPr>
            <p:spPr>
              <a:xfrm>
                <a:off x="4431062" y="1289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4" name="Freeform 27103">
                <a:extLst>
                  <a:ext uri="{FF2B5EF4-FFF2-40B4-BE49-F238E27FC236}">
                    <a16:creationId xmlns:a16="http://schemas.microsoft.com/office/drawing/2014/main" id="{BA9D9723-CD29-DE86-7C0D-E84C5C18F0EE}"/>
                  </a:ext>
                </a:extLst>
              </p:cNvPr>
              <p:cNvSpPr/>
              <p:nvPr/>
            </p:nvSpPr>
            <p:spPr>
              <a:xfrm>
                <a:off x="4431657" y="1280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5" name="Freeform 27104">
                <a:extLst>
                  <a:ext uri="{FF2B5EF4-FFF2-40B4-BE49-F238E27FC236}">
                    <a16:creationId xmlns:a16="http://schemas.microsoft.com/office/drawing/2014/main" id="{0730F07A-CE8F-D84F-34BB-7BF968A74464}"/>
                  </a:ext>
                </a:extLst>
              </p:cNvPr>
              <p:cNvSpPr/>
              <p:nvPr/>
            </p:nvSpPr>
            <p:spPr>
              <a:xfrm>
                <a:off x="4432153" y="1298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6" name="Freeform 27105">
                <a:extLst>
                  <a:ext uri="{FF2B5EF4-FFF2-40B4-BE49-F238E27FC236}">
                    <a16:creationId xmlns:a16="http://schemas.microsoft.com/office/drawing/2014/main" id="{8BEEA727-D804-665C-B996-0FD428519C6B}"/>
                  </a:ext>
                </a:extLst>
              </p:cNvPr>
              <p:cNvSpPr/>
              <p:nvPr/>
            </p:nvSpPr>
            <p:spPr>
              <a:xfrm>
                <a:off x="4432649" y="1438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7" name="Freeform 27106">
                <a:extLst>
                  <a:ext uri="{FF2B5EF4-FFF2-40B4-BE49-F238E27FC236}">
                    <a16:creationId xmlns:a16="http://schemas.microsoft.com/office/drawing/2014/main" id="{7F60982C-C1C4-C01A-0703-52E315ACA135}"/>
                  </a:ext>
                </a:extLst>
              </p:cNvPr>
              <p:cNvSpPr/>
              <p:nvPr/>
            </p:nvSpPr>
            <p:spPr>
              <a:xfrm>
                <a:off x="4433245" y="1791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8" name="Freeform 27107">
                <a:extLst>
                  <a:ext uri="{FF2B5EF4-FFF2-40B4-BE49-F238E27FC236}">
                    <a16:creationId xmlns:a16="http://schemas.microsoft.com/office/drawing/2014/main" id="{46D1BEEE-EDD8-A21A-E46E-E501E62A1C69}"/>
                  </a:ext>
                </a:extLst>
              </p:cNvPr>
              <p:cNvSpPr/>
              <p:nvPr/>
            </p:nvSpPr>
            <p:spPr>
              <a:xfrm>
                <a:off x="4433741" y="20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09" name="Freeform 27108">
                <a:extLst>
                  <a:ext uri="{FF2B5EF4-FFF2-40B4-BE49-F238E27FC236}">
                    <a16:creationId xmlns:a16="http://schemas.microsoft.com/office/drawing/2014/main" id="{C8E25AAB-45A4-C7D8-45C1-260CF715D3C4}"/>
                  </a:ext>
                </a:extLst>
              </p:cNvPr>
              <p:cNvSpPr/>
              <p:nvPr/>
            </p:nvSpPr>
            <p:spPr>
              <a:xfrm>
                <a:off x="4434237" y="2059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0" name="Freeform 27109">
                <a:extLst>
                  <a:ext uri="{FF2B5EF4-FFF2-40B4-BE49-F238E27FC236}">
                    <a16:creationId xmlns:a16="http://schemas.microsoft.com/office/drawing/2014/main" id="{DEE578F1-E59A-6F7C-4C15-514D3EAD7966}"/>
                  </a:ext>
                </a:extLst>
              </p:cNvPr>
              <p:cNvSpPr/>
              <p:nvPr/>
            </p:nvSpPr>
            <p:spPr>
              <a:xfrm>
                <a:off x="4434832" y="2048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1" name="Freeform 27110">
                <a:extLst>
                  <a:ext uri="{FF2B5EF4-FFF2-40B4-BE49-F238E27FC236}">
                    <a16:creationId xmlns:a16="http://schemas.microsoft.com/office/drawing/2014/main" id="{0E8E05D2-ABB1-583F-B6AF-9F22D5009B5F}"/>
                  </a:ext>
                </a:extLst>
              </p:cNvPr>
              <p:cNvSpPr/>
              <p:nvPr/>
            </p:nvSpPr>
            <p:spPr>
              <a:xfrm>
                <a:off x="4435328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2" name="Freeform 27111">
                <a:extLst>
                  <a:ext uri="{FF2B5EF4-FFF2-40B4-BE49-F238E27FC236}">
                    <a16:creationId xmlns:a16="http://schemas.microsoft.com/office/drawing/2014/main" id="{7CA6B7F2-2233-B6CD-698A-3FACD95AF437}"/>
                  </a:ext>
                </a:extLst>
              </p:cNvPr>
              <p:cNvSpPr/>
              <p:nvPr/>
            </p:nvSpPr>
            <p:spPr>
              <a:xfrm>
                <a:off x="4435824" y="2069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3" name="Freeform 27112">
                <a:extLst>
                  <a:ext uri="{FF2B5EF4-FFF2-40B4-BE49-F238E27FC236}">
                    <a16:creationId xmlns:a16="http://schemas.microsoft.com/office/drawing/2014/main" id="{13D2BA4B-10ED-F026-84B8-D7BA5FC18FF7}"/>
                  </a:ext>
                </a:extLst>
              </p:cNvPr>
              <p:cNvSpPr/>
              <p:nvPr/>
            </p:nvSpPr>
            <p:spPr>
              <a:xfrm>
                <a:off x="4436420" y="208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4" name="Freeform 27113">
                <a:extLst>
                  <a:ext uri="{FF2B5EF4-FFF2-40B4-BE49-F238E27FC236}">
                    <a16:creationId xmlns:a16="http://schemas.microsoft.com/office/drawing/2014/main" id="{C49B77AD-F03E-E6FC-DFAC-9FCEC9971175}"/>
                  </a:ext>
                </a:extLst>
              </p:cNvPr>
              <p:cNvSpPr/>
              <p:nvPr/>
            </p:nvSpPr>
            <p:spPr>
              <a:xfrm>
                <a:off x="4436916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5" name="Freeform 27114">
                <a:extLst>
                  <a:ext uri="{FF2B5EF4-FFF2-40B4-BE49-F238E27FC236}">
                    <a16:creationId xmlns:a16="http://schemas.microsoft.com/office/drawing/2014/main" id="{C3A15FB0-4D19-C37C-50EF-441FE226D687}"/>
                  </a:ext>
                </a:extLst>
              </p:cNvPr>
              <p:cNvSpPr/>
              <p:nvPr/>
            </p:nvSpPr>
            <p:spPr>
              <a:xfrm>
                <a:off x="4437412" y="1989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6" name="Freeform 27115">
                <a:extLst>
                  <a:ext uri="{FF2B5EF4-FFF2-40B4-BE49-F238E27FC236}">
                    <a16:creationId xmlns:a16="http://schemas.microsoft.com/office/drawing/2014/main" id="{FF043E01-F37D-2051-D790-27348CC03CCB}"/>
                  </a:ext>
                </a:extLst>
              </p:cNvPr>
              <p:cNvSpPr/>
              <p:nvPr/>
            </p:nvSpPr>
            <p:spPr>
              <a:xfrm>
                <a:off x="4438007" y="1554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7" name="Freeform 27116">
                <a:extLst>
                  <a:ext uri="{FF2B5EF4-FFF2-40B4-BE49-F238E27FC236}">
                    <a16:creationId xmlns:a16="http://schemas.microsoft.com/office/drawing/2014/main" id="{6894B9E9-EAEF-B807-CE76-EE9C324C80B1}"/>
                  </a:ext>
                </a:extLst>
              </p:cNvPr>
              <p:cNvSpPr/>
              <p:nvPr/>
            </p:nvSpPr>
            <p:spPr>
              <a:xfrm>
                <a:off x="4438503" y="1670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8" name="Freeform 27117">
                <a:extLst>
                  <a:ext uri="{FF2B5EF4-FFF2-40B4-BE49-F238E27FC236}">
                    <a16:creationId xmlns:a16="http://schemas.microsoft.com/office/drawing/2014/main" id="{209E7812-B37D-72AF-BABC-05D838819BF2}"/>
                  </a:ext>
                </a:extLst>
              </p:cNvPr>
              <p:cNvSpPr/>
              <p:nvPr/>
            </p:nvSpPr>
            <p:spPr>
              <a:xfrm>
                <a:off x="4438999" y="1653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19" name="Freeform 27118">
                <a:extLst>
                  <a:ext uri="{FF2B5EF4-FFF2-40B4-BE49-F238E27FC236}">
                    <a16:creationId xmlns:a16="http://schemas.microsoft.com/office/drawing/2014/main" id="{6275D767-9042-2315-DEDD-D41CFCA76CD6}"/>
                  </a:ext>
                </a:extLst>
              </p:cNvPr>
              <p:cNvSpPr/>
              <p:nvPr/>
            </p:nvSpPr>
            <p:spPr>
              <a:xfrm>
                <a:off x="4439595" y="1658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0" name="Freeform 27119">
                <a:extLst>
                  <a:ext uri="{FF2B5EF4-FFF2-40B4-BE49-F238E27FC236}">
                    <a16:creationId xmlns:a16="http://schemas.microsoft.com/office/drawing/2014/main" id="{A4D3E358-D23E-013A-A262-2AD0AE9A2BF8}"/>
                  </a:ext>
                </a:extLst>
              </p:cNvPr>
              <p:cNvSpPr/>
              <p:nvPr/>
            </p:nvSpPr>
            <p:spPr>
              <a:xfrm>
                <a:off x="4440091" y="1577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1" name="Freeform 27120">
                <a:extLst>
                  <a:ext uri="{FF2B5EF4-FFF2-40B4-BE49-F238E27FC236}">
                    <a16:creationId xmlns:a16="http://schemas.microsoft.com/office/drawing/2014/main" id="{03BB6D7D-CD8E-14FB-65BB-2698FE5E7582}"/>
                  </a:ext>
                </a:extLst>
              </p:cNvPr>
              <p:cNvSpPr/>
              <p:nvPr/>
            </p:nvSpPr>
            <p:spPr>
              <a:xfrm>
                <a:off x="4440587" y="1487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2" name="Freeform 27121">
                <a:extLst>
                  <a:ext uri="{FF2B5EF4-FFF2-40B4-BE49-F238E27FC236}">
                    <a16:creationId xmlns:a16="http://schemas.microsoft.com/office/drawing/2014/main" id="{253EF870-B5A6-FD53-2904-B46FF0E537D0}"/>
                  </a:ext>
                </a:extLst>
              </p:cNvPr>
              <p:cNvSpPr/>
              <p:nvPr/>
            </p:nvSpPr>
            <p:spPr>
              <a:xfrm>
                <a:off x="4441182" y="1410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3" name="Freeform 27122">
                <a:extLst>
                  <a:ext uri="{FF2B5EF4-FFF2-40B4-BE49-F238E27FC236}">
                    <a16:creationId xmlns:a16="http://schemas.microsoft.com/office/drawing/2014/main" id="{40CC34AE-554C-9690-991C-2DFE56D963E9}"/>
                  </a:ext>
                </a:extLst>
              </p:cNvPr>
              <p:cNvSpPr/>
              <p:nvPr/>
            </p:nvSpPr>
            <p:spPr>
              <a:xfrm>
                <a:off x="4441678" y="1332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4" name="Freeform 27123">
                <a:extLst>
                  <a:ext uri="{FF2B5EF4-FFF2-40B4-BE49-F238E27FC236}">
                    <a16:creationId xmlns:a16="http://schemas.microsoft.com/office/drawing/2014/main" id="{82787DCC-FD96-7215-2981-63AD9F967DF9}"/>
                  </a:ext>
                </a:extLst>
              </p:cNvPr>
              <p:cNvSpPr/>
              <p:nvPr/>
            </p:nvSpPr>
            <p:spPr>
              <a:xfrm>
                <a:off x="4442174" y="13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5" name="Freeform 27124">
                <a:extLst>
                  <a:ext uri="{FF2B5EF4-FFF2-40B4-BE49-F238E27FC236}">
                    <a16:creationId xmlns:a16="http://schemas.microsoft.com/office/drawing/2014/main" id="{0CECAC0F-C92A-54F4-D9E0-92ECE8B23F76}"/>
                  </a:ext>
                </a:extLst>
              </p:cNvPr>
              <p:cNvSpPr/>
              <p:nvPr/>
            </p:nvSpPr>
            <p:spPr>
              <a:xfrm>
                <a:off x="4442670" y="1300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6" name="Freeform 27125">
                <a:extLst>
                  <a:ext uri="{FF2B5EF4-FFF2-40B4-BE49-F238E27FC236}">
                    <a16:creationId xmlns:a16="http://schemas.microsoft.com/office/drawing/2014/main" id="{F7F5FFAD-826C-9C3F-27BE-2DCD48FCB766}"/>
                  </a:ext>
                </a:extLst>
              </p:cNvPr>
              <p:cNvSpPr/>
              <p:nvPr/>
            </p:nvSpPr>
            <p:spPr>
              <a:xfrm>
                <a:off x="4443266" y="1298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7" name="Freeform 27126">
                <a:extLst>
                  <a:ext uri="{FF2B5EF4-FFF2-40B4-BE49-F238E27FC236}">
                    <a16:creationId xmlns:a16="http://schemas.microsoft.com/office/drawing/2014/main" id="{2B95FA8D-017E-DF2C-2597-6E4FEE7BB161}"/>
                  </a:ext>
                </a:extLst>
              </p:cNvPr>
              <p:cNvSpPr/>
              <p:nvPr/>
            </p:nvSpPr>
            <p:spPr>
              <a:xfrm>
                <a:off x="4443762" y="1287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8" name="Freeform 27127">
                <a:extLst>
                  <a:ext uri="{FF2B5EF4-FFF2-40B4-BE49-F238E27FC236}">
                    <a16:creationId xmlns:a16="http://schemas.microsoft.com/office/drawing/2014/main" id="{5F8760E1-FACE-F80A-A5DD-38484A9F2855}"/>
                  </a:ext>
                </a:extLst>
              </p:cNvPr>
              <p:cNvSpPr/>
              <p:nvPr/>
            </p:nvSpPr>
            <p:spPr>
              <a:xfrm>
                <a:off x="4444258" y="13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29" name="Freeform 27128">
                <a:extLst>
                  <a:ext uri="{FF2B5EF4-FFF2-40B4-BE49-F238E27FC236}">
                    <a16:creationId xmlns:a16="http://schemas.microsoft.com/office/drawing/2014/main" id="{D2BA2C11-C5DF-3533-ECB1-52223502AF40}"/>
                  </a:ext>
                </a:extLst>
              </p:cNvPr>
              <p:cNvSpPr/>
              <p:nvPr/>
            </p:nvSpPr>
            <p:spPr>
              <a:xfrm>
                <a:off x="4444853" y="1372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0" name="Freeform 27129">
                <a:extLst>
                  <a:ext uri="{FF2B5EF4-FFF2-40B4-BE49-F238E27FC236}">
                    <a16:creationId xmlns:a16="http://schemas.microsoft.com/office/drawing/2014/main" id="{CBAEFFE9-C63C-F1BF-53AF-B03DCBFE1999}"/>
                  </a:ext>
                </a:extLst>
              </p:cNvPr>
              <p:cNvSpPr/>
              <p:nvPr/>
            </p:nvSpPr>
            <p:spPr>
              <a:xfrm>
                <a:off x="4445349" y="1465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1" name="Freeform 27130">
                <a:extLst>
                  <a:ext uri="{FF2B5EF4-FFF2-40B4-BE49-F238E27FC236}">
                    <a16:creationId xmlns:a16="http://schemas.microsoft.com/office/drawing/2014/main" id="{1FC74930-E14A-156A-D256-E4549AE0BB4F}"/>
                  </a:ext>
                </a:extLst>
              </p:cNvPr>
              <p:cNvSpPr/>
              <p:nvPr/>
            </p:nvSpPr>
            <p:spPr>
              <a:xfrm>
                <a:off x="4445845" y="1848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2" name="Freeform 27131">
                <a:extLst>
                  <a:ext uri="{FF2B5EF4-FFF2-40B4-BE49-F238E27FC236}">
                    <a16:creationId xmlns:a16="http://schemas.microsoft.com/office/drawing/2014/main" id="{28818C36-990E-5893-F117-D575BB6D5081}"/>
                  </a:ext>
                </a:extLst>
              </p:cNvPr>
              <p:cNvSpPr/>
              <p:nvPr/>
            </p:nvSpPr>
            <p:spPr>
              <a:xfrm>
                <a:off x="4446441" y="204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3" name="Freeform 27132">
                <a:extLst>
                  <a:ext uri="{FF2B5EF4-FFF2-40B4-BE49-F238E27FC236}">
                    <a16:creationId xmlns:a16="http://schemas.microsoft.com/office/drawing/2014/main" id="{F93CBFA5-5ACD-2A15-A29A-016452CE6BBF}"/>
                  </a:ext>
                </a:extLst>
              </p:cNvPr>
              <p:cNvSpPr/>
              <p:nvPr/>
            </p:nvSpPr>
            <p:spPr>
              <a:xfrm>
                <a:off x="4446937" y="2093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4" name="Freeform 27133">
                <a:extLst>
                  <a:ext uri="{FF2B5EF4-FFF2-40B4-BE49-F238E27FC236}">
                    <a16:creationId xmlns:a16="http://schemas.microsoft.com/office/drawing/2014/main" id="{2B188A00-381B-54F5-8CE5-E558CC690104}"/>
                  </a:ext>
                </a:extLst>
              </p:cNvPr>
              <p:cNvSpPr/>
              <p:nvPr/>
            </p:nvSpPr>
            <p:spPr>
              <a:xfrm>
                <a:off x="4447433" y="2094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5" name="Freeform 27134">
                <a:extLst>
                  <a:ext uri="{FF2B5EF4-FFF2-40B4-BE49-F238E27FC236}">
                    <a16:creationId xmlns:a16="http://schemas.microsoft.com/office/drawing/2014/main" id="{1C045AF9-2A65-0832-EA7C-FF81BC3618D5}"/>
                  </a:ext>
                </a:extLst>
              </p:cNvPr>
              <p:cNvSpPr/>
              <p:nvPr/>
            </p:nvSpPr>
            <p:spPr>
              <a:xfrm>
                <a:off x="4448028" y="2077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6" name="Freeform 27135">
                <a:extLst>
                  <a:ext uri="{FF2B5EF4-FFF2-40B4-BE49-F238E27FC236}">
                    <a16:creationId xmlns:a16="http://schemas.microsoft.com/office/drawing/2014/main" id="{DD567F12-595C-AD6A-759E-48936B394669}"/>
                  </a:ext>
                </a:extLst>
              </p:cNvPr>
              <p:cNvSpPr/>
              <p:nvPr/>
            </p:nvSpPr>
            <p:spPr>
              <a:xfrm>
                <a:off x="4448524" y="2079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7" name="Freeform 27136">
                <a:extLst>
                  <a:ext uri="{FF2B5EF4-FFF2-40B4-BE49-F238E27FC236}">
                    <a16:creationId xmlns:a16="http://schemas.microsoft.com/office/drawing/2014/main" id="{2F0F3D4E-7C14-F28B-DA2D-5D1F2F6D763D}"/>
                  </a:ext>
                </a:extLst>
              </p:cNvPr>
              <p:cNvSpPr/>
              <p:nvPr/>
            </p:nvSpPr>
            <p:spPr>
              <a:xfrm>
                <a:off x="4449020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8" name="Freeform 27137">
                <a:extLst>
                  <a:ext uri="{FF2B5EF4-FFF2-40B4-BE49-F238E27FC236}">
                    <a16:creationId xmlns:a16="http://schemas.microsoft.com/office/drawing/2014/main" id="{1CB45857-C51F-0C13-C559-C6A306563F50}"/>
                  </a:ext>
                </a:extLst>
              </p:cNvPr>
              <p:cNvSpPr/>
              <p:nvPr/>
            </p:nvSpPr>
            <p:spPr>
              <a:xfrm>
                <a:off x="4449616" y="2109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39" name="Freeform 27138">
                <a:extLst>
                  <a:ext uri="{FF2B5EF4-FFF2-40B4-BE49-F238E27FC236}">
                    <a16:creationId xmlns:a16="http://schemas.microsoft.com/office/drawing/2014/main" id="{387E3FC4-7F1A-DE80-1750-3686D3E6944C}"/>
                  </a:ext>
                </a:extLst>
              </p:cNvPr>
              <p:cNvSpPr/>
              <p:nvPr/>
            </p:nvSpPr>
            <p:spPr>
              <a:xfrm>
                <a:off x="4450112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0" name="Freeform 27139">
                <a:extLst>
                  <a:ext uri="{FF2B5EF4-FFF2-40B4-BE49-F238E27FC236}">
                    <a16:creationId xmlns:a16="http://schemas.microsoft.com/office/drawing/2014/main" id="{F60C9C22-A65A-CEBF-4CA0-9F1C7B46EA1D}"/>
                  </a:ext>
                </a:extLst>
              </p:cNvPr>
              <p:cNvSpPr/>
              <p:nvPr/>
            </p:nvSpPr>
            <p:spPr>
              <a:xfrm>
                <a:off x="4450608" y="1453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1" name="Freeform 27140">
                <a:extLst>
                  <a:ext uri="{FF2B5EF4-FFF2-40B4-BE49-F238E27FC236}">
                    <a16:creationId xmlns:a16="http://schemas.microsoft.com/office/drawing/2014/main" id="{B21235B6-7324-50CE-5C42-9394312C37FB}"/>
                  </a:ext>
                </a:extLst>
              </p:cNvPr>
              <p:cNvSpPr/>
              <p:nvPr/>
            </p:nvSpPr>
            <p:spPr>
              <a:xfrm>
                <a:off x="4451203" y="1585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2" name="Freeform 27141">
                <a:extLst>
                  <a:ext uri="{FF2B5EF4-FFF2-40B4-BE49-F238E27FC236}">
                    <a16:creationId xmlns:a16="http://schemas.microsoft.com/office/drawing/2014/main" id="{F297F133-01CF-4C1F-E029-DF81679F57AB}"/>
                  </a:ext>
                </a:extLst>
              </p:cNvPr>
              <p:cNvSpPr/>
              <p:nvPr/>
            </p:nvSpPr>
            <p:spPr>
              <a:xfrm>
                <a:off x="4451699" y="1573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3" name="Freeform 27142">
                <a:extLst>
                  <a:ext uri="{FF2B5EF4-FFF2-40B4-BE49-F238E27FC236}">
                    <a16:creationId xmlns:a16="http://schemas.microsoft.com/office/drawing/2014/main" id="{918C7DDA-2976-A033-6EF1-C7CCEBC5099F}"/>
                  </a:ext>
                </a:extLst>
              </p:cNvPr>
              <p:cNvSpPr/>
              <p:nvPr/>
            </p:nvSpPr>
            <p:spPr>
              <a:xfrm>
                <a:off x="4452195" y="1587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4" name="Freeform 27143">
                <a:extLst>
                  <a:ext uri="{FF2B5EF4-FFF2-40B4-BE49-F238E27FC236}">
                    <a16:creationId xmlns:a16="http://schemas.microsoft.com/office/drawing/2014/main" id="{CE7712DF-1BDF-E251-6E91-93FF7B717270}"/>
                  </a:ext>
                </a:extLst>
              </p:cNvPr>
              <p:cNvSpPr/>
              <p:nvPr/>
            </p:nvSpPr>
            <p:spPr>
              <a:xfrm>
                <a:off x="4452791" y="1658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5" name="Freeform 27144">
                <a:extLst>
                  <a:ext uri="{FF2B5EF4-FFF2-40B4-BE49-F238E27FC236}">
                    <a16:creationId xmlns:a16="http://schemas.microsoft.com/office/drawing/2014/main" id="{9835E5F9-09A9-3F87-7270-F6AD098CB008}"/>
                  </a:ext>
                </a:extLst>
              </p:cNvPr>
              <p:cNvSpPr/>
              <p:nvPr/>
            </p:nvSpPr>
            <p:spPr>
              <a:xfrm>
                <a:off x="4453287" y="147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6" name="Freeform 27145">
                <a:extLst>
                  <a:ext uri="{FF2B5EF4-FFF2-40B4-BE49-F238E27FC236}">
                    <a16:creationId xmlns:a16="http://schemas.microsoft.com/office/drawing/2014/main" id="{8F5CC2CA-0525-4C62-FBCB-7864D4AEE6AB}"/>
                  </a:ext>
                </a:extLst>
              </p:cNvPr>
              <p:cNvSpPr/>
              <p:nvPr/>
            </p:nvSpPr>
            <p:spPr>
              <a:xfrm>
                <a:off x="4453783" y="1361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7" name="Freeform 27146">
                <a:extLst>
                  <a:ext uri="{FF2B5EF4-FFF2-40B4-BE49-F238E27FC236}">
                    <a16:creationId xmlns:a16="http://schemas.microsoft.com/office/drawing/2014/main" id="{622D32EB-92D9-2EBF-D122-323089F50246}"/>
                  </a:ext>
                </a:extLst>
              </p:cNvPr>
              <p:cNvSpPr/>
              <p:nvPr/>
            </p:nvSpPr>
            <p:spPr>
              <a:xfrm>
                <a:off x="4454279" y="13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8" name="Freeform 27147">
                <a:extLst>
                  <a:ext uri="{FF2B5EF4-FFF2-40B4-BE49-F238E27FC236}">
                    <a16:creationId xmlns:a16="http://schemas.microsoft.com/office/drawing/2014/main" id="{25A1C36D-334A-111F-4ED0-FA111FB98E34}"/>
                  </a:ext>
                </a:extLst>
              </p:cNvPr>
              <p:cNvSpPr/>
              <p:nvPr/>
            </p:nvSpPr>
            <p:spPr>
              <a:xfrm>
                <a:off x="4454874" y="1231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49" name="Freeform 27148">
                <a:extLst>
                  <a:ext uri="{FF2B5EF4-FFF2-40B4-BE49-F238E27FC236}">
                    <a16:creationId xmlns:a16="http://schemas.microsoft.com/office/drawing/2014/main" id="{531D56DF-3329-63E9-1BE1-5A075D8B8278}"/>
                  </a:ext>
                </a:extLst>
              </p:cNvPr>
              <p:cNvSpPr/>
              <p:nvPr/>
            </p:nvSpPr>
            <p:spPr>
              <a:xfrm>
                <a:off x="4455370" y="12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0" name="Freeform 27149">
                <a:extLst>
                  <a:ext uri="{FF2B5EF4-FFF2-40B4-BE49-F238E27FC236}">
                    <a16:creationId xmlns:a16="http://schemas.microsoft.com/office/drawing/2014/main" id="{1BA38804-B8F1-1223-8E29-DBB4ADECA82E}"/>
                  </a:ext>
                </a:extLst>
              </p:cNvPr>
              <p:cNvSpPr/>
              <p:nvPr/>
            </p:nvSpPr>
            <p:spPr>
              <a:xfrm>
                <a:off x="4455866" y="1202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1" name="Freeform 27150">
                <a:extLst>
                  <a:ext uri="{FF2B5EF4-FFF2-40B4-BE49-F238E27FC236}">
                    <a16:creationId xmlns:a16="http://schemas.microsoft.com/office/drawing/2014/main" id="{D92779A6-E143-6D88-6C56-99E4A50F5E86}"/>
                  </a:ext>
                </a:extLst>
              </p:cNvPr>
              <p:cNvSpPr/>
              <p:nvPr/>
            </p:nvSpPr>
            <p:spPr>
              <a:xfrm>
                <a:off x="4456462" y="1194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2" name="Freeform 27151">
                <a:extLst>
                  <a:ext uri="{FF2B5EF4-FFF2-40B4-BE49-F238E27FC236}">
                    <a16:creationId xmlns:a16="http://schemas.microsoft.com/office/drawing/2014/main" id="{5E33C5B4-F99E-6CEF-92B8-5154874368EC}"/>
                  </a:ext>
                </a:extLst>
              </p:cNvPr>
              <p:cNvSpPr/>
              <p:nvPr/>
            </p:nvSpPr>
            <p:spPr>
              <a:xfrm>
                <a:off x="4456958" y="122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3" name="Freeform 27152">
                <a:extLst>
                  <a:ext uri="{FF2B5EF4-FFF2-40B4-BE49-F238E27FC236}">
                    <a16:creationId xmlns:a16="http://schemas.microsoft.com/office/drawing/2014/main" id="{70406604-21CE-359C-54CD-F44E9E9B87C4}"/>
                  </a:ext>
                </a:extLst>
              </p:cNvPr>
              <p:cNvSpPr/>
              <p:nvPr/>
            </p:nvSpPr>
            <p:spPr>
              <a:xfrm>
                <a:off x="4457454" y="1311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4" name="Freeform 27153">
                <a:extLst>
                  <a:ext uri="{FF2B5EF4-FFF2-40B4-BE49-F238E27FC236}">
                    <a16:creationId xmlns:a16="http://schemas.microsoft.com/office/drawing/2014/main" id="{0E23AC0D-E706-6675-E340-6B81D11B0FE5}"/>
                  </a:ext>
                </a:extLst>
              </p:cNvPr>
              <p:cNvSpPr/>
              <p:nvPr/>
            </p:nvSpPr>
            <p:spPr>
              <a:xfrm>
                <a:off x="4458049" y="1404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5" name="Freeform 27154">
                <a:extLst>
                  <a:ext uri="{FF2B5EF4-FFF2-40B4-BE49-F238E27FC236}">
                    <a16:creationId xmlns:a16="http://schemas.microsoft.com/office/drawing/2014/main" id="{7C58360E-8608-1D18-8C25-7705071198B6}"/>
                  </a:ext>
                </a:extLst>
              </p:cNvPr>
              <p:cNvSpPr/>
              <p:nvPr/>
            </p:nvSpPr>
            <p:spPr>
              <a:xfrm>
                <a:off x="4458545" y="1800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6" name="Freeform 27155">
                <a:extLst>
                  <a:ext uri="{FF2B5EF4-FFF2-40B4-BE49-F238E27FC236}">
                    <a16:creationId xmlns:a16="http://schemas.microsoft.com/office/drawing/2014/main" id="{1E35DDF2-4CBD-157F-6B61-E2FE3A9EE11B}"/>
                  </a:ext>
                </a:extLst>
              </p:cNvPr>
              <p:cNvSpPr/>
              <p:nvPr/>
            </p:nvSpPr>
            <p:spPr>
              <a:xfrm>
                <a:off x="4459041" y="2093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7" name="Freeform 27156">
                <a:extLst>
                  <a:ext uri="{FF2B5EF4-FFF2-40B4-BE49-F238E27FC236}">
                    <a16:creationId xmlns:a16="http://schemas.microsoft.com/office/drawing/2014/main" id="{4DDB4415-B001-3956-81A5-D48B507BEC53}"/>
                  </a:ext>
                </a:extLst>
              </p:cNvPr>
              <p:cNvSpPr/>
              <p:nvPr/>
            </p:nvSpPr>
            <p:spPr>
              <a:xfrm>
                <a:off x="4459637" y="2120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8" name="Freeform 27157">
                <a:extLst>
                  <a:ext uri="{FF2B5EF4-FFF2-40B4-BE49-F238E27FC236}">
                    <a16:creationId xmlns:a16="http://schemas.microsoft.com/office/drawing/2014/main" id="{D4FCD2EE-FABD-5757-2605-E58D5FF63F2A}"/>
                  </a:ext>
                </a:extLst>
              </p:cNvPr>
              <p:cNvSpPr/>
              <p:nvPr/>
            </p:nvSpPr>
            <p:spPr>
              <a:xfrm>
                <a:off x="4460133" y="211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59" name="Freeform 27158">
                <a:extLst>
                  <a:ext uri="{FF2B5EF4-FFF2-40B4-BE49-F238E27FC236}">
                    <a16:creationId xmlns:a16="http://schemas.microsoft.com/office/drawing/2014/main" id="{C976ECE2-321D-EEE4-54FB-0033968F246E}"/>
                  </a:ext>
                </a:extLst>
              </p:cNvPr>
              <p:cNvSpPr/>
              <p:nvPr/>
            </p:nvSpPr>
            <p:spPr>
              <a:xfrm>
                <a:off x="4460629" y="2090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0" name="Freeform 27159">
                <a:extLst>
                  <a:ext uri="{FF2B5EF4-FFF2-40B4-BE49-F238E27FC236}">
                    <a16:creationId xmlns:a16="http://schemas.microsoft.com/office/drawing/2014/main" id="{35320497-3892-CF6B-54DE-8C5B3CCBD514}"/>
                  </a:ext>
                </a:extLst>
              </p:cNvPr>
              <p:cNvSpPr/>
              <p:nvPr/>
            </p:nvSpPr>
            <p:spPr>
              <a:xfrm>
                <a:off x="4461224" y="2083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1" name="Freeform 27160">
                <a:extLst>
                  <a:ext uri="{FF2B5EF4-FFF2-40B4-BE49-F238E27FC236}">
                    <a16:creationId xmlns:a16="http://schemas.microsoft.com/office/drawing/2014/main" id="{04D994F6-94DC-6FB0-A103-ADC09A3DFF9A}"/>
                  </a:ext>
                </a:extLst>
              </p:cNvPr>
              <p:cNvSpPr/>
              <p:nvPr/>
            </p:nvSpPr>
            <p:spPr>
              <a:xfrm>
                <a:off x="4461720" y="2111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2" name="Freeform 27161">
                <a:extLst>
                  <a:ext uri="{FF2B5EF4-FFF2-40B4-BE49-F238E27FC236}">
                    <a16:creationId xmlns:a16="http://schemas.microsoft.com/office/drawing/2014/main" id="{4B4D24A7-26F7-2EA6-C9FC-9CE1DD14F1A5}"/>
                  </a:ext>
                </a:extLst>
              </p:cNvPr>
              <p:cNvSpPr/>
              <p:nvPr/>
            </p:nvSpPr>
            <p:spPr>
              <a:xfrm>
                <a:off x="4462216" y="2119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3" name="Freeform 27162">
                <a:extLst>
                  <a:ext uri="{FF2B5EF4-FFF2-40B4-BE49-F238E27FC236}">
                    <a16:creationId xmlns:a16="http://schemas.microsoft.com/office/drawing/2014/main" id="{911D7038-D174-99EB-6675-C7288E82C93B}"/>
                  </a:ext>
                </a:extLst>
              </p:cNvPr>
              <p:cNvSpPr/>
              <p:nvPr/>
            </p:nvSpPr>
            <p:spPr>
              <a:xfrm>
                <a:off x="4462812" y="201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4" name="Freeform 27163">
                <a:extLst>
                  <a:ext uri="{FF2B5EF4-FFF2-40B4-BE49-F238E27FC236}">
                    <a16:creationId xmlns:a16="http://schemas.microsoft.com/office/drawing/2014/main" id="{04A57480-29FA-9552-2C94-D3E510F23455}"/>
                  </a:ext>
                </a:extLst>
              </p:cNvPr>
              <p:cNvSpPr/>
              <p:nvPr/>
            </p:nvSpPr>
            <p:spPr>
              <a:xfrm>
                <a:off x="4463308" y="1447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5" name="Freeform 27164">
                <a:extLst>
                  <a:ext uri="{FF2B5EF4-FFF2-40B4-BE49-F238E27FC236}">
                    <a16:creationId xmlns:a16="http://schemas.microsoft.com/office/drawing/2014/main" id="{D1D04ACF-F9DD-50CC-421A-8547F775D761}"/>
                  </a:ext>
                </a:extLst>
              </p:cNvPr>
              <p:cNvSpPr/>
              <p:nvPr/>
            </p:nvSpPr>
            <p:spPr>
              <a:xfrm>
                <a:off x="4463804" y="1492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6" name="Freeform 27165">
                <a:extLst>
                  <a:ext uri="{FF2B5EF4-FFF2-40B4-BE49-F238E27FC236}">
                    <a16:creationId xmlns:a16="http://schemas.microsoft.com/office/drawing/2014/main" id="{6F231050-D765-EE75-8308-97D388298537}"/>
                  </a:ext>
                </a:extLst>
              </p:cNvPr>
              <p:cNvSpPr/>
              <p:nvPr/>
            </p:nvSpPr>
            <p:spPr>
              <a:xfrm>
                <a:off x="4464399" y="153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7" name="Freeform 27166">
                <a:extLst>
                  <a:ext uri="{FF2B5EF4-FFF2-40B4-BE49-F238E27FC236}">
                    <a16:creationId xmlns:a16="http://schemas.microsoft.com/office/drawing/2014/main" id="{2E8F066B-B68D-2E50-EFA8-B8853AE85079}"/>
                  </a:ext>
                </a:extLst>
              </p:cNvPr>
              <p:cNvSpPr/>
              <p:nvPr/>
            </p:nvSpPr>
            <p:spPr>
              <a:xfrm>
                <a:off x="4464895" y="1503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8" name="Freeform 27167">
                <a:extLst>
                  <a:ext uri="{FF2B5EF4-FFF2-40B4-BE49-F238E27FC236}">
                    <a16:creationId xmlns:a16="http://schemas.microsoft.com/office/drawing/2014/main" id="{F40EAEAF-3125-DA38-CBE5-9E1F9C26780E}"/>
                  </a:ext>
                </a:extLst>
              </p:cNvPr>
              <p:cNvSpPr/>
              <p:nvPr/>
            </p:nvSpPr>
            <p:spPr>
              <a:xfrm>
                <a:off x="4465391" y="1500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69" name="Freeform 27168">
                <a:extLst>
                  <a:ext uri="{FF2B5EF4-FFF2-40B4-BE49-F238E27FC236}">
                    <a16:creationId xmlns:a16="http://schemas.microsoft.com/office/drawing/2014/main" id="{984E8989-FE2D-1D52-0EEE-2C6CAB06DB2D}"/>
                  </a:ext>
                </a:extLst>
              </p:cNvPr>
              <p:cNvSpPr/>
              <p:nvPr/>
            </p:nvSpPr>
            <p:spPr>
              <a:xfrm>
                <a:off x="4465987" y="1454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0" name="Freeform 27169">
                <a:extLst>
                  <a:ext uri="{FF2B5EF4-FFF2-40B4-BE49-F238E27FC236}">
                    <a16:creationId xmlns:a16="http://schemas.microsoft.com/office/drawing/2014/main" id="{9057CE32-316B-87A7-8F8B-9028D978BBEB}"/>
                  </a:ext>
                </a:extLst>
              </p:cNvPr>
              <p:cNvSpPr/>
              <p:nvPr/>
            </p:nvSpPr>
            <p:spPr>
              <a:xfrm>
                <a:off x="4466483" y="1397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1" name="Freeform 27170">
                <a:extLst>
                  <a:ext uri="{FF2B5EF4-FFF2-40B4-BE49-F238E27FC236}">
                    <a16:creationId xmlns:a16="http://schemas.microsoft.com/office/drawing/2014/main" id="{5AAEA6C4-5DD3-691D-53CC-F105D7F1E032}"/>
                  </a:ext>
                </a:extLst>
              </p:cNvPr>
              <p:cNvSpPr/>
              <p:nvPr/>
            </p:nvSpPr>
            <p:spPr>
              <a:xfrm>
                <a:off x="4466979" y="1354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2" name="Freeform 27171">
                <a:extLst>
                  <a:ext uri="{FF2B5EF4-FFF2-40B4-BE49-F238E27FC236}">
                    <a16:creationId xmlns:a16="http://schemas.microsoft.com/office/drawing/2014/main" id="{06B2E0A3-4FB9-A231-870F-B0BE178ED87D}"/>
                  </a:ext>
                </a:extLst>
              </p:cNvPr>
              <p:cNvSpPr/>
              <p:nvPr/>
            </p:nvSpPr>
            <p:spPr>
              <a:xfrm>
                <a:off x="4467475" y="1287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3" name="Freeform 27172">
                <a:extLst>
                  <a:ext uri="{FF2B5EF4-FFF2-40B4-BE49-F238E27FC236}">
                    <a16:creationId xmlns:a16="http://schemas.microsoft.com/office/drawing/2014/main" id="{9EED5A02-4D5B-92ED-D605-619B6578389B}"/>
                  </a:ext>
                </a:extLst>
              </p:cNvPr>
              <p:cNvSpPr/>
              <p:nvPr/>
            </p:nvSpPr>
            <p:spPr>
              <a:xfrm>
                <a:off x="4468070" y="1234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4" name="Freeform 27173">
                <a:extLst>
                  <a:ext uri="{FF2B5EF4-FFF2-40B4-BE49-F238E27FC236}">
                    <a16:creationId xmlns:a16="http://schemas.microsoft.com/office/drawing/2014/main" id="{593D6E21-739E-8C90-3392-19BB6FF30E61}"/>
                  </a:ext>
                </a:extLst>
              </p:cNvPr>
              <p:cNvSpPr/>
              <p:nvPr/>
            </p:nvSpPr>
            <p:spPr>
              <a:xfrm>
                <a:off x="4468566" y="1189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5" name="Freeform 27174">
                <a:extLst>
                  <a:ext uri="{FF2B5EF4-FFF2-40B4-BE49-F238E27FC236}">
                    <a16:creationId xmlns:a16="http://schemas.microsoft.com/office/drawing/2014/main" id="{BB7CDFEA-8583-17B6-F51A-6426C4B4A590}"/>
                  </a:ext>
                </a:extLst>
              </p:cNvPr>
              <p:cNvSpPr/>
              <p:nvPr/>
            </p:nvSpPr>
            <p:spPr>
              <a:xfrm>
                <a:off x="4469063" y="1186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6" name="Freeform 27175">
                <a:extLst>
                  <a:ext uri="{FF2B5EF4-FFF2-40B4-BE49-F238E27FC236}">
                    <a16:creationId xmlns:a16="http://schemas.microsoft.com/office/drawing/2014/main" id="{3D16691E-4C00-18F9-C1CE-BB98D2E3DCA5}"/>
                  </a:ext>
                </a:extLst>
              </p:cNvPr>
              <p:cNvSpPr/>
              <p:nvPr/>
            </p:nvSpPr>
            <p:spPr>
              <a:xfrm>
                <a:off x="4469658" y="1196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7" name="Freeform 27176">
                <a:extLst>
                  <a:ext uri="{FF2B5EF4-FFF2-40B4-BE49-F238E27FC236}">
                    <a16:creationId xmlns:a16="http://schemas.microsoft.com/office/drawing/2014/main" id="{FF2837C9-42E2-D583-01AF-DC8F20D8E0C9}"/>
                  </a:ext>
                </a:extLst>
              </p:cNvPr>
              <p:cNvSpPr/>
              <p:nvPr/>
            </p:nvSpPr>
            <p:spPr>
              <a:xfrm>
                <a:off x="4470154" y="1231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8" name="Freeform 27177">
                <a:extLst>
                  <a:ext uri="{FF2B5EF4-FFF2-40B4-BE49-F238E27FC236}">
                    <a16:creationId xmlns:a16="http://schemas.microsoft.com/office/drawing/2014/main" id="{BA63C5CF-DC94-7584-59D7-4502EBF40409}"/>
                  </a:ext>
                </a:extLst>
              </p:cNvPr>
              <p:cNvSpPr/>
              <p:nvPr/>
            </p:nvSpPr>
            <p:spPr>
              <a:xfrm>
                <a:off x="4470650" y="1275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79" name="Freeform 27178">
                <a:extLst>
                  <a:ext uri="{FF2B5EF4-FFF2-40B4-BE49-F238E27FC236}">
                    <a16:creationId xmlns:a16="http://schemas.microsoft.com/office/drawing/2014/main" id="{B7F840E6-E5CD-2E93-D0CA-FB0B7DA5C798}"/>
                  </a:ext>
                </a:extLst>
              </p:cNvPr>
              <p:cNvSpPr/>
              <p:nvPr/>
            </p:nvSpPr>
            <p:spPr>
              <a:xfrm>
                <a:off x="4471245" y="1975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0" name="Freeform 27179">
                <a:extLst>
                  <a:ext uri="{FF2B5EF4-FFF2-40B4-BE49-F238E27FC236}">
                    <a16:creationId xmlns:a16="http://schemas.microsoft.com/office/drawing/2014/main" id="{A6F1C4D8-EFD1-2B4D-9D19-E2B53598A7EF}"/>
                  </a:ext>
                </a:extLst>
              </p:cNvPr>
              <p:cNvSpPr/>
              <p:nvPr/>
            </p:nvSpPr>
            <p:spPr>
              <a:xfrm>
                <a:off x="4471741" y="2102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1" name="Freeform 27180">
                <a:extLst>
                  <a:ext uri="{FF2B5EF4-FFF2-40B4-BE49-F238E27FC236}">
                    <a16:creationId xmlns:a16="http://schemas.microsoft.com/office/drawing/2014/main" id="{B377FC49-2B55-159C-44B3-66672928846C}"/>
                  </a:ext>
                </a:extLst>
              </p:cNvPr>
              <p:cNvSpPr/>
              <p:nvPr/>
            </p:nvSpPr>
            <p:spPr>
              <a:xfrm>
                <a:off x="4472238" y="2120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2" name="Freeform 27181">
                <a:extLst>
                  <a:ext uri="{FF2B5EF4-FFF2-40B4-BE49-F238E27FC236}">
                    <a16:creationId xmlns:a16="http://schemas.microsoft.com/office/drawing/2014/main" id="{64E40160-675D-2AFE-628C-1DC60D43E020}"/>
                  </a:ext>
                </a:extLst>
              </p:cNvPr>
              <p:cNvSpPr/>
              <p:nvPr/>
            </p:nvSpPr>
            <p:spPr>
              <a:xfrm>
                <a:off x="4472833" y="2115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3" name="Freeform 27182">
                <a:extLst>
                  <a:ext uri="{FF2B5EF4-FFF2-40B4-BE49-F238E27FC236}">
                    <a16:creationId xmlns:a16="http://schemas.microsoft.com/office/drawing/2014/main" id="{9CE4A97E-467D-F9F6-2FAA-AEC3976A11F4}"/>
                  </a:ext>
                </a:extLst>
              </p:cNvPr>
              <p:cNvSpPr/>
              <p:nvPr/>
            </p:nvSpPr>
            <p:spPr>
              <a:xfrm>
                <a:off x="4473329" y="2108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4" name="Freeform 27183">
                <a:extLst>
                  <a:ext uri="{FF2B5EF4-FFF2-40B4-BE49-F238E27FC236}">
                    <a16:creationId xmlns:a16="http://schemas.microsoft.com/office/drawing/2014/main" id="{23884B47-9531-6F49-EE85-FF8428442763}"/>
                  </a:ext>
                </a:extLst>
              </p:cNvPr>
              <p:cNvSpPr/>
              <p:nvPr/>
            </p:nvSpPr>
            <p:spPr>
              <a:xfrm>
                <a:off x="4473825" y="2112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5" name="Freeform 27184">
                <a:extLst>
                  <a:ext uri="{FF2B5EF4-FFF2-40B4-BE49-F238E27FC236}">
                    <a16:creationId xmlns:a16="http://schemas.microsoft.com/office/drawing/2014/main" id="{9158544D-566F-086A-FC98-499732B12A4F}"/>
                  </a:ext>
                </a:extLst>
              </p:cNvPr>
              <p:cNvSpPr/>
              <p:nvPr/>
            </p:nvSpPr>
            <p:spPr>
              <a:xfrm>
                <a:off x="4474420" y="211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6" name="Freeform 27185">
                <a:extLst>
                  <a:ext uri="{FF2B5EF4-FFF2-40B4-BE49-F238E27FC236}">
                    <a16:creationId xmlns:a16="http://schemas.microsoft.com/office/drawing/2014/main" id="{6BF6B7EE-429C-5585-A73B-082FC180FDD5}"/>
                  </a:ext>
                </a:extLst>
              </p:cNvPr>
              <p:cNvSpPr/>
              <p:nvPr/>
            </p:nvSpPr>
            <p:spPr>
              <a:xfrm>
                <a:off x="4474916" y="2111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7" name="Freeform 27186">
                <a:extLst>
                  <a:ext uri="{FF2B5EF4-FFF2-40B4-BE49-F238E27FC236}">
                    <a16:creationId xmlns:a16="http://schemas.microsoft.com/office/drawing/2014/main" id="{A6161D6D-0B2C-BFF3-5D44-A8FC01EF3265}"/>
                  </a:ext>
                </a:extLst>
              </p:cNvPr>
              <p:cNvSpPr/>
              <p:nvPr/>
            </p:nvSpPr>
            <p:spPr>
              <a:xfrm>
                <a:off x="4475413" y="2033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8" name="Freeform 27187">
                <a:extLst>
                  <a:ext uri="{FF2B5EF4-FFF2-40B4-BE49-F238E27FC236}">
                    <a16:creationId xmlns:a16="http://schemas.microsoft.com/office/drawing/2014/main" id="{60DF2D01-0E20-ED75-688C-11550F2A15B3}"/>
                  </a:ext>
                </a:extLst>
              </p:cNvPr>
              <p:cNvSpPr/>
              <p:nvPr/>
            </p:nvSpPr>
            <p:spPr>
              <a:xfrm>
                <a:off x="4476008" y="1437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89" name="Freeform 27188">
                <a:extLst>
                  <a:ext uri="{FF2B5EF4-FFF2-40B4-BE49-F238E27FC236}">
                    <a16:creationId xmlns:a16="http://schemas.microsoft.com/office/drawing/2014/main" id="{36F983D0-DAEC-DF52-2BE4-599BDB9AFCC4}"/>
                  </a:ext>
                </a:extLst>
              </p:cNvPr>
              <p:cNvSpPr/>
              <p:nvPr/>
            </p:nvSpPr>
            <p:spPr>
              <a:xfrm>
                <a:off x="4476504" y="1540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0" name="Freeform 27189">
                <a:extLst>
                  <a:ext uri="{FF2B5EF4-FFF2-40B4-BE49-F238E27FC236}">
                    <a16:creationId xmlns:a16="http://schemas.microsoft.com/office/drawing/2014/main" id="{6976E147-D421-B3A8-3934-DA187198A636}"/>
                  </a:ext>
                </a:extLst>
              </p:cNvPr>
              <p:cNvSpPr/>
              <p:nvPr/>
            </p:nvSpPr>
            <p:spPr>
              <a:xfrm>
                <a:off x="4477000" y="1612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1" name="Freeform 27190">
                <a:extLst>
                  <a:ext uri="{FF2B5EF4-FFF2-40B4-BE49-F238E27FC236}">
                    <a16:creationId xmlns:a16="http://schemas.microsoft.com/office/drawing/2014/main" id="{E288D59D-0D3D-D635-2160-5979DC5963C4}"/>
                  </a:ext>
                </a:extLst>
              </p:cNvPr>
              <p:cNvSpPr/>
              <p:nvPr/>
            </p:nvSpPr>
            <p:spPr>
              <a:xfrm>
                <a:off x="4477595" y="1583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2" name="Freeform 27191">
                <a:extLst>
                  <a:ext uri="{FF2B5EF4-FFF2-40B4-BE49-F238E27FC236}">
                    <a16:creationId xmlns:a16="http://schemas.microsoft.com/office/drawing/2014/main" id="{53469636-89D6-8910-1DF7-FD320EAC3350}"/>
                  </a:ext>
                </a:extLst>
              </p:cNvPr>
              <p:cNvSpPr/>
              <p:nvPr/>
            </p:nvSpPr>
            <p:spPr>
              <a:xfrm>
                <a:off x="4478091" y="1601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3" name="Freeform 27192">
                <a:extLst>
                  <a:ext uri="{FF2B5EF4-FFF2-40B4-BE49-F238E27FC236}">
                    <a16:creationId xmlns:a16="http://schemas.microsoft.com/office/drawing/2014/main" id="{49074320-8C19-38FB-D4C5-DC98B76C8EA1}"/>
                  </a:ext>
                </a:extLst>
              </p:cNvPr>
              <p:cNvSpPr/>
              <p:nvPr/>
            </p:nvSpPr>
            <p:spPr>
              <a:xfrm>
                <a:off x="4478588" y="1484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4" name="Freeform 27193">
                <a:extLst>
                  <a:ext uri="{FF2B5EF4-FFF2-40B4-BE49-F238E27FC236}">
                    <a16:creationId xmlns:a16="http://schemas.microsoft.com/office/drawing/2014/main" id="{67857C73-F257-4290-8AC3-ED0EA1E89AB1}"/>
                  </a:ext>
                </a:extLst>
              </p:cNvPr>
              <p:cNvSpPr/>
              <p:nvPr/>
            </p:nvSpPr>
            <p:spPr>
              <a:xfrm>
                <a:off x="4479084" y="1418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5" name="Freeform 27194">
                <a:extLst>
                  <a:ext uri="{FF2B5EF4-FFF2-40B4-BE49-F238E27FC236}">
                    <a16:creationId xmlns:a16="http://schemas.microsoft.com/office/drawing/2014/main" id="{DD7A6255-9948-90B7-74A4-877F9B95724F}"/>
                  </a:ext>
                </a:extLst>
              </p:cNvPr>
              <p:cNvSpPr/>
              <p:nvPr/>
            </p:nvSpPr>
            <p:spPr>
              <a:xfrm>
                <a:off x="4479679" y="1369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6" name="Freeform 27195">
                <a:extLst>
                  <a:ext uri="{FF2B5EF4-FFF2-40B4-BE49-F238E27FC236}">
                    <a16:creationId xmlns:a16="http://schemas.microsoft.com/office/drawing/2014/main" id="{44150961-71FF-D46C-8B5D-03770E7DD4BA}"/>
                  </a:ext>
                </a:extLst>
              </p:cNvPr>
              <p:cNvSpPr/>
              <p:nvPr/>
            </p:nvSpPr>
            <p:spPr>
              <a:xfrm>
                <a:off x="4480175" y="1311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7" name="Freeform 27196">
                <a:extLst>
                  <a:ext uri="{FF2B5EF4-FFF2-40B4-BE49-F238E27FC236}">
                    <a16:creationId xmlns:a16="http://schemas.microsoft.com/office/drawing/2014/main" id="{E4C5570B-ED7F-DE93-E93B-EE14988AD10A}"/>
                  </a:ext>
                </a:extLst>
              </p:cNvPr>
              <p:cNvSpPr/>
              <p:nvPr/>
            </p:nvSpPr>
            <p:spPr>
              <a:xfrm>
                <a:off x="4480671" y="1308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8" name="Freeform 27197">
                <a:extLst>
                  <a:ext uri="{FF2B5EF4-FFF2-40B4-BE49-F238E27FC236}">
                    <a16:creationId xmlns:a16="http://schemas.microsoft.com/office/drawing/2014/main" id="{6F420B31-DF91-D8D4-BE92-34C0812D625F}"/>
                  </a:ext>
                </a:extLst>
              </p:cNvPr>
              <p:cNvSpPr/>
              <p:nvPr/>
            </p:nvSpPr>
            <p:spPr>
              <a:xfrm>
                <a:off x="4481266" y="1287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99" name="Freeform 27198">
                <a:extLst>
                  <a:ext uri="{FF2B5EF4-FFF2-40B4-BE49-F238E27FC236}">
                    <a16:creationId xmlns:a16="http://schemas.microsoft.com/office/drawing/2014/main" id="{B853F3E6-2B05-7FA3-2CEB-EC11696BC3FB}"/>
                  </a:ext>
                </a:extLst>
              </p:cNvPr>
              <p:cNvSpPr/>
              <p:nvPr/>
            </p:nvSpPr>
            <p:spPr>
              <a:xfrm>
                <a:off x="4481763" y="1279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0" name="Freeform 27199">
                <a:extLst>
                  <a:ext uri="{FF2B5EF4-FFF2-40B4-BE49-F238E27FC236}">
                    <a16:creationId xmlns:a16="http://schemas.microsoft.com/office/drawing/2014/main" id="{9111FB0F-8E51-25F6-59C6-C60672810D41}"/>
                  </a:ext>
                </a:extLst>
              </p:cNvPr>
              <p:cNvSpPr/>
              <p:nvPr/>
            </p:nvSpPr>
            <p:spPr>
              <a:xfrm>
                <a:off x="4482259" y="1322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1" name="Freeform 27200">
                <a:extLst>
                  <a:ext uri="{FF2B5EF4-FFF2-40B4-BE49-F238E27FC236}">
                    <a16:creationId xmlns:a16="http://schemas.microsoft.com/office/drawing/2014/main" id="{17D051E4-B137-C620-E245-12E110C7BEAE}"/>
                  </a:ext>
                </a:extLst>
              </p:cNvPr>
              <p:cNvSpPr/>
              <p:nvPr/>
            </p:nvSpPr>
            <p:spPr>
              <a:xfrm>
                <a:off x="4482854" y="1381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2" name="Freeform 27201">
                <a:extLst>
                  <a:ext uri="{FF2B5EF4-FFF2-40B4-BE49-F238E27FC236}">
                    <a16:creationId xmlns:a16="http://schemas.microsoft.com/office/drawing/2014/main" id="{7CE15BF8-92CE-AEC3-93F1-DFE29C83305D}"/>
                  </a:ext>
                </a:extLst>
              </p:cNvPr>
              <p:cNvSpPr/>
              <p:nvPr/>
            </p:nvSpPr>
            <p:spPr>
              <a:xfrm>
                <a:off x="4483350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3" name="Freeform 27202">
                <a:extLst>
                  <a:ext uri="{FF2B5EF4-FFF2-40B4-BE49-F238E27FC236}">
                    <a16:creationId xmlns:a16="http://schemas.microsoft.com/office/drawing/2014/main" id="{BE44378A-C99D-D1FF-8ED8-23F28FF7A395}"/>
                  </a:ext>
                </a:extLst>
              </p:cNvPr>
              <p:cNvSpPr/>
              <p:nvPr/>
            </p:nvSpPr>
            <p:spPr>
              <a:xfrm>
                <a:off x="4483846" y="198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4" name="Freeform 27203">
                <a:extLst>
                  <a:ext uri="{FF2B5EF4-FFF2-40B4-BE49-F238E27FC236}">
                    <a16:creationId xmlns:a16="http://schemas.microsoft.com/office/drawing/2014/main" id="{D10B45BB-D518-E67E-BB83-C96ED2A89B7A}"/>
                  </a:ext>
                </a:extLst>
              </p:cNvPr>
              <p:cNvSpPr/>
              <p:nvPr/>
            </p:nvSpPr>
            <p:spPr>
              <a:xfrm>
                <a:off x="4484441" y="2112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5" name="Freeform 27204">
                <a:extLst>
                  <a:ext uri="{FF2B5EF4-FFF2-40B4-BE49-F238E27FC236}">
                    <a16:creationId xmlns:a16="http://schemas.microsoft.com/office/drawing/2014/main" id="{00BCADA5-B3F7-F787-A2E8-9F7B0AD455DF}"/>
                  </a:ext>
                </a:extLst>
              </p:cNvPr>
              <p:cNvSpPr/>
              <p:nvPr/>
            </p:nvSpPr>
            <p:spPr>
              <a:xfrm>
                <a:off x="4484938" y="2126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6" name="Freeform 27205">
                <a:extLst>
                  <a:ext uri="{FF2B5EF4-FFF2-40B4-BE49-F238E27FC236}">
                    <a16:creationId xmlns:a16="http://schemas.microsoft.com/office/drawing/2014/main" id="{5F385F13-9A7B-B468-5396-CF2E60BBEF9D}"/>
                  </a:ext>
                </a:extLst>
              </p:cNvPr>
              <p:cNvSpPr/>
              <p:nvPr/>
            </p:nvSpPr>
            <p:spPr>
              <a:xfrm>
                <a:off x="4485434" y="2116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7" name="Freeform 27206">
                <a:extLst>
                  <a:ext uri="{FF2B5EF4-FFF2-40B4-BE49-F238E27FC236}">
                    <a16:creationId xmlns:a16="http://schemas.microsoft.com/office/drawing/2014/main" id="{7C5CA788-CBF4-432F-532C-6A9DC7566F16}"/>
                  </a:ext>
                </a:extLst>
              </p:cNvPr>
              <p:cNvSpPr/>
              <p:nvPr/>
            </p:nvSpPr>
            <p:spPr>
              <a:xfrm>
                <a:off x="4486029" y="2102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8" name="Freeform 27207">
                <a:extLst>
                  <a:ext uri="{FF2B5EF4-FFF2-40B4-BE49-F238E27FC236}">
                    <a16:creationId xmlns:a16="http://schemas.microsoft.com/office/drawing/2014/main" id="{901C5CD0-114E-1E8F-FF6E-F9DA857BEABE}"/>
                  </a:ext>
                </a:extLst>
              </p:cNvPr>
              <p:cNvSpPr/>
              <p:nvPr/>
            </p:nvSpPr>
            <p:spPr>
              <a:xfrm>
                <a:off x="4486525" y="210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09" name="Freeform 27208">
                <a:extLst>
                  <a:ext uri="{FF2B5EF4-FFF2-40B4-BE49-F238E27FC236}">
                    <a16:creationId xmlns:a16="http://schemas.microsoft.com/office/drawing/2014/main" id="{92BB6AAF-A842-9613-1F76-A0C8BA8B0909}"/>
                  </a:ext>
                </a:extLst>
              </p:cNvPr>
              <p:cNvSpPr/>
              <p:nvPr/>
            </p:nvSpPr>
            <p:spPr>
              <a:xfrm>
                <a:off x="4487021" y="2113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0" name="Freeform 27209">
                <a:extLst>
                  <a:ext uri="{FF2B5EF4-FFF2-40B4-BE49-F238E27FC236}">
                    <a16:creationId xmlns:a16="http://schemas.microsoft.com/office/drawing/2014/main" id="{75D27917-DEB8-C40A-55C3-CF13CD988A2B}"/>
                  </a:ext>
                </a:extLst>
              </p:cNvPr>
              <p:cNvSpPr/>
              <p:nvPr/>
            </p:nvSpPr>
            <p:spPr>
              <a:xfrm>
                <a:off x="4487616" y="2111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1" name="Freeform 27210">
                <a:extLst>
                  <a:ext uri="{FF2B5EF4-FFF2-40B4-BE49-F238E27FC236}">
                    <a16:creationId xmlns:a16="http://schemas.microsoft.com/office/drawing/2014/main" id="{C4AFE7C8-ECC7-7FEB-AC72-0871EAEE7C21}"/>
                  </a:ext>
                </a:extLst>
              </p:cNvPr>
              <p:cNvSpPr/>
              <p:nvPr/>
            </p:nvSpPr>
            <p:spPr>
              <a:xfrm>
                <a:off x="4488113" y="2015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2" name="Freeform 27211">
                <a:extLst>
                  <a:ext uri="{FF2B5EF4-FFF2-40B4-BE49-F238E27FC236}">
                    <a16:creationId xmlns:a16="http://schemas.microsoft.com/office/drawing/2014/main" id="{5642ACF2-D3BC-5B1D-F55A-F00772E63C9A}"/>
                  </a:ext>
                </a:extLst>
              </p:cNvPr>
              <p:cNvSpPr/>
              <p:nvPr/>
            </p:nvSpPr>
            <p:spPr>
              <a:xfrm>
                <a:off x="4488609" y="1471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3" name="Freeform 27212">
                <a:extLst>
                  <a:ext uri="{FF2B5EF4-FFF2-40B4-BE49-F238E27FC236}">
                    <a16:creationId xmlns:a16="http://schemas.microsoft.com/office/drawing/2014/main" id="{3F47D214-2535-A4DC-F339-790BB281FAD7}"/>
                  </a:ext>
                </a:extLst>
              </p:cNvPr>
              <p:cNvSpPr/>
              <p:nvPr/>
            </p:nvSpPr>
            <p:spPr>
              <a:xfrm>
                <a:off x="4489204" y="1561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4" name="Freeform 27213">
                <a:extLst>
                  <a:ext uri="{FF2B5EF4-FFF2-40B4-BE49-F238E27FC236}">
                    <a16:creationId xmlns:a16="http://schemas.microsoft.com/office/drawing/2014/main" id="{92F65506-CADD-788A-E200-9C46B330C128}"/>
                  </a:ext>
                </a:extLst>
              </p:cNvPr>
              <p:cNvSpPr/>
              <p:nvPr/>
            </p:nvSpPr>
            <p:spPr>
              <a:xfrm>
                <a:off x="4489700" y="1631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5" name="Freeform 27214">
                <a:extLst>
                  <a:ext uri="{FF2B5EF4-FFF2-40B4-BE49-F238E27FC236}">
                    <a16:creationId xmlns:a16="http://schemas.microsoft.com/office/drawing/2014/main" id="{F30D170B-75A1-4F5E-8B40-D6592F29F23D}"/>
                  </a:ext>
                </a:extLst>
              </p:cNvPr>
              <p:cNvSpPr/>
              <p:nvPr/>
            </p:nvSpPr>
            <p:spPr>
              <a:xfrm>
                <a:off x="4490196" y="1632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6" name="Freeform 27215">
                <a:extLst>
                  <a:ext uri="{FF2B5EF4-FFF2-40B4-BE49-F238E27FC236}">
                    <a16:creationId xmlns:a16="http://schemas.microsoft.com/office/drawing/2014/main" id="{3E180D16-8593-B455-A978-522C4562E136}"/>
                  </a:ext>
                </a:extLst>
              </p:cNvPr>
              <p:cNvSpPr/>
              <p:nvPr/>
            </p:nvSpPr>
            <p:spPr>
              <a:xfrm>
                <a:off x="4490692" y="1554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7" name="Freeform 27216">
                <a:extLst>
                  <a:ext uri="{FF2B5EF4-FFF2-40B4-BE49-F238E27FC236}">
                    <a16:creationId xmlns:a16="http://schemas.microsoft.com/office/drawing/2014/main" id="{EBAABAC9-A0EB-94B4-DA1B-A766A6A7A14C}"/>
                  </a:ext>
                </a:extLst>
              </p:cNvPr>
              <p:cNvSpPr/>
              <p:nvPr/>
            </p:nvSpPr>
            <p:spPr>
              <a:xfrm>
                <a:off x="4491288" y="1442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8" name="Freeform 27217">
                <a:extLst>
                  <a:ext uri="{FF2B5EF4-FFF2-40B4-BE49-F238E27FC236}">
                    <a16:creationId xmlns:a16="http://schemas.microsoft.com/office/drawing/2014/main" id="{FF1BAD04-2B2B-71D0-DE0D-1B2669CB2246}"/>
                  </a:ext>
                </a:extLst>
              </p:cNvPr>
              <p:cNvSpPr/>
              <p:nvPr/>
            </p:nvSpPr>
            <p:spPr>
              <a:xfrm>
                <a:off x="4491784" y="1341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19" name="Freeform 27218">
                <a:extLst>
                  <a:ext uri="{FF2B5EF4-FFF2-40B4-BE49-F238E27FC236}">
                    <a16:creationId xmlns:a16="http://schemas.microsoft.com/office/drawing/2014/main" id="{C0025E4F-7728-8173-7985-CAA644412263}"/>
                  </a:ext>
                </a:extLst>
              </p:cNvPr>
              <p:cNvSpPr/>
              <p:nvPr/>
            </p:nvSpPr>
            <p:spPr>
              <a:xfrm>
                <a:off x="4492280" y="1242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0" name="Freeform 27219">
                <a:extLst>
                  <a:ext uri="{FF2B5EF4-FFF2-40B4-BE49-F238E27FC236}">
                    <a16:creationId xmlns:a16="http://schemas.microsoft.com/office/drawing/2014/main" id="{EF2A708C-A75E-0D5F-D7D5-EF37254A2AAA}"/>
                  </a:ext>
                </a:extLst>
              </p:cNvPr>
              <p:cNvSpPr/>
              <p:nvPr/>
            </p:nvSpPr>
            <p:spPr>
              <a:xfrm>
                <a:off x="4492875" y="1218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1" name="Freeform 27220">
                <a:extLst>
                  <a:ext uri="{FF2B5EF4-FFF2-40B4-BE49-F238E27FC236}">
                    <a16:creationId xmlns:a16="http://schemas.microsoft.com/office/drawing/2014/main" id="{73700F04-73A8-E18D-4187-89D79EF8A3B8}"/>
                  </a:ext>
                </a:extLst>
              </p:cNvPr>
              <p:cNvSpPr/>
              <p:nvPr/>
            </p:nvSpPr>
            <p:spPr>
              <a:xfrm>
                <a:off x="4493371" y="1205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2" name="Freeform 27221">
                <a:extLst>
                  <a:ext uri="{FF2B5EF4-FFF2-40B4-BE49-F238E27FC236}">
                    <a16:creationId xmlns:a16="http://schemas.microsoft.com/office/drawing/2014/main" id="{7A13B65C-BE70-4F63-2114-C907E71713A4}"/>
                  </a:ext>
                </a:extLst>
              </p:cNvPr>
              <p:cNvSpPr/>
              <p:nvPr/>
            </p:nvSpPr>
            <p:spPr>
              <a:xfrm>
                <a:off x="4493867" y="1209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3" name="Freeform 27222">
                <a:extLst>
                  <a:ext uri="{FF2B5EF4-FFF2-40B4-BE49-F238E27FC236}">
                    <a16:creationId xmlns:a16="http://schemas.microsoft.com/office/drawing/2014/main" id="{B0DF2CBD-6E25-32D1-F11D-2D08214F83AA}"/>
                  </a:ext>
                </a:extLst>
              </p:cNvPr>
              <p:cNvSpPr/>
              <p:nvPr/>
            </p:nvSpPr>
            <p:spPr>
              <a:xfrm>
                <a:off x="4494463" y="1231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4" name="Freeform 27223">
                <a:extLst>
                  <a:ext uri="{FF2B5EF4-FFF2-40B4-BE49-F238E27FC236}">
                    <a16:creationId xmlns:a16="http://schemas.microsoft.com/office/drawing/2014/main" id="{681711F8-3DE8-6FF4-5D89-37258179FA5D}"/>
                  </a:ext>
                </a:extLst>
              </p:cNvPr>
              <p:cNvSpPr/>
              <p:nvPr/>
            </p:nvSpPr>
            <p:spPr>
              <a:xfrm>
                <a:off x="4494959" y="1270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5" name="Freeform 27224">
                <a:extLst>
                  <a:ext uri="{FF2B5EF4-FFF2-40B4-BE49-F238E27FC236}">
                    <a16:creationId xmlns:a16="http://schemas.microsoft.com/office/drawing/2014/main" id="{719C0FC3-5EE4-BFB5-6DCF-9CC518E7BF3C}"/>
                  </a:ext>
                </a:extLst>
              </p:cNvPr>
              <p:cNvSpPr/>
              <p:nvPr/>
            </p:nvSpPr>
            <p:spPr>
              <a:xfrm>
                <a:off x="4495455" y="1458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6" name="Freeform 27225">
                <a:extLst>
                  <a:ext uri="{FF2B5EF4-FFF2-40B4-BE49-F238E27FC236}">
                    <a16:creationId xmlns:a16="http://schemas.microsoft.com/office/drawing/2014/main" id="{F5E1E46B-FBDF-CD3E-19F3-D8049E97E7E4}"/>
                  </a:ext>
                </a:extLst>
              </p:cNvPr>
              <p:cNvSpPr/>
              <p:nvPr/>
            </p:nvSpPr>
            <p:spPr>
              <a:xfrm>
                <a:off x="4496050" y="1515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7" name="Freeform 27226">
                <a:extLst>
                  <a:ext uri="{FF2B5EF4-FFF2-40B4-BE49-F238E27FC236}">
                    <a16:creationId xmlns:a16="http://schemas.microsoft.com/office/drawing/2014/main" id="{4CAE3D42-63C6-E4EE-0E3C-49370D027AE8}"/>
                  </a:ext>
                </a:extLst>
              </p:cNvPr>
              <p:cNvSpPr/>
              <p:nvPr/>
            </p:nvSpPr>
            <p:spPr>
              <a:xfrm>
                <a:off x="4496546" y="1702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8" name="Freeform 27227">
                <a:extLst>
                  <a:ext uri="{FF2B5EF4-FFF2-40B4-BE49-F238E27FC236}">
                    <a16:creationId xmlns:a16="http://schemas.microsoft.com/office/drawing/2014/main" id="{C3F8385D-0544-85E7-C45B-CA0439D673DD}"/>
                  </a:ext>
                </a:extLst>
              </p:cNvPr>
              <p:cNvSpPr/>
              <p:nvPr/>
            </p:nvSpPr>
            <p:spPr>
              <a:xfrm>
                <a:off x="4497042" y="1831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29" name="Freeform 27228">
                <a:extLst>
                  <a:ext uri="{FF2B5EF4-FFF2-40B4-BE49-F238E27FC236}">
                    <a16:creationId xmlns:a16="http://schemas.microsoft.com/office/drawing/2014/main" id="{39A8D0E7-BAED-3223-31FE-A864324562D8}"/>
                  </a:ext>
                </a:extLst>
              </p:cNvPr>
              <p:cNvSpPr/>
              <p:nvPr/>
            </p:nvSpPr>
            <p:spPr>
              <a:xfrm>
                <a:off x="4497638" y="195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0" name="Freeform 27229">
                <a:extLst>
                  <a:ext uri="{FF2B5EF4-FFF2-40B4-BE49-F238E27FC236}">
                    <a16:creationId xmlns:a16="http://schemas.microsoft.com/office/drawing/2014/main" id="{8FECC9AC-CD1D-D409-51E1-2BAE21F62CCA}"/>
                  </a:ext>
                </a:extLst>
              </p:cNvPr>
              <p:cNvSpPr/>
              <p:nvPr/>
            </p:nvSpPr>
            <p:spPr>
              <a:xfrm>
                <a:off x="4498134" y="19792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1" name="Freeform 27230">
                <a:extLst>
                  <a:ext uri="{FF2B5EF4-FFF2-40B4-BE49-F238E27FC236}">
                    <a16:creationId xmlns:a16="http://schemas.microsoft.com/office/drawing/2014/main" id="{3E7FA2DC-FB70-79ED-08F0-E3B7EAE5699E}"/>
                  </a:ext>
                </a:extLst>
              </p:cNvPr>
              <p:cNvSpPr/>
              <p:nvPr/>
            </p:nvSpPr>
            <p:spPr>
              <a:xfrm>
                <a:off x="4498630" y="1935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2" name="Freeform 27231">
                <a:extLst>
                  <a:ext uri="{FF2B5EF4-FFF2-40B4-BE49-F238E27FC236}">
                    <a16:creationId xmlns:a16="http://schemas.microsoft.com/office/drawing/2014/main" id="{ACF9147E-C3F5-679D-0C30-EAFDB93815BC}"/>
                  </a:ext>
                </a:extLst>
              </p:cNvPr>
              <p:cNvSpPr/>
              <p:nvPr/>
            </p:nvSpPr>
            <p:spPr>
              <a:xfrm>
                <a:off x="4499225" y="1914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3" name="Freeform 27232">
                <a:extLst>
                  <a:ext uri="{FF2B5EF4-FFF2-40B4-BE49-F238E27FC236}">
                    <a16:creationId xmlns:a16="http://schemas.microsoft.com/office/drawing/2014/main" id="{2B9D9BE9-0227-004C-0AAF-8244C4973DE0}"/>
                  </a:ext>
                </a:extLst>
              </p:cNvPr>
              <p:cNvSpPr/>
              <p:nvPr/>
            </p:nvSpPr>
            <p:spPr>
              <a:xfrm>
                <a:off x="4499721" y="1910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4" name="Freeform 27233">
                <a:extLst>
                  <a:ext uri="{FF2B5EF4-FFF2-40B4-BE49-F238E27FC236}">
                    <a16:creationId xmlns:a16="http://schemas.microsoft.com/office/drawing/2014/main" id="{E2F1FE7A-6698-00E3-DCE5-22AB237D71CF}"/>
                  </a:ext>
                </a:extLst>
              </p:cNvPr>
              <p:cNvSpPr/>
              <p:nvPr/>
            </p:nvSpPr>
            <p:spPr>
              <a:xfrm>
                <a:off x="4500217" y="191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5" name="Freeform 27234">
                <a:extLst>
                  <a:ext uri="{FF2B5EF4-FFF2-40B4-BE49-F238E27FC236}">
                    <a16:creationId xmlns:a16="http://schemas.microsoft.com/office/drawing/2014/main" id="{794D9956-5093-B289-E6F7-A7ACB39ADD28}"/>
                  </a:ext>
                </a:extLst>
              </p:cNvPr>
              <p:cNvSpPr/>
              <p:nvPr/>
            </p:nvSpPr>
            <p:spPr>
              <a:xfrm>
                <a:off x="4500813" y="1637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6" name="Freeform 27235">
                <a:extLst>
                  <a:ext uri="{FF2B5EF4-FFF2-40B4-BE49-F238E27FC236}">
                    <a16:creationId xmlns:a16="http://schemas.microsoft.com/office/drawing/2014/main" id="{852E976A-5C78-305A-A54D-5B15FFAF1B36}"/>
                  </a:ext>
                </a:extLst>
              </p:cNvPr>
              <p:cNvSpPr/>
              <p:nvPr/>
            </p:nvSpPr>
            <p:spPr>
              <a:xfrm>
                <a:off x="4501309" y="1488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7" name="Freeform 27236">
                <a:extLst>
                  <a:ext uri="{FF2B5EF4-FFF2-40B4-BE49-F238E27FC236}">
                    <a16:creationId xmlns:a16="http://schemas.microsoft.com/office/drawing/2014/main" id="{386AA8C5-F128-E2BC-508A-48EA541E7C23}"/>
                  </a:ext>
                </a:extLst>
              </p:cNvPr>
              <p:cNvSpPr/>
              <p:nvPr/>
            </p:nvSpPr>
            <p:spPr>
              <a:xfrm>
                <a:off x="4501805" y="1600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8" name="Freeform 27237">
                <a:extLst>
                  <a:ext uri="{FF2B5EF4-FFF2-40B4-BE49-F238E27FC236}">
                    <a16:creationId xmlns:a16="http://schemas.microsoft.com/office/drawing/2014/main" id="{A9DE4BB8-0F3D-52F6-97B1-7A16C292C711}"/>
                  </a:ext>
                </a:extLst>
              </p:cNvPr>
              <p:cNvSpPr/>
              <p:nvPr/>
            </p:nvSpPr>
            <p:spPr>
              <a:xfrm>
                <a:off x="4502400" y="1631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39" name="Freeform 27238">
                <a:extLst>
                  <a:ext uri="{FF2B5EF4-FFF2-40B4-BE49-F238E27FC236}">
                    <a16:creationId xmlns:a16="http://schemas.microsoft.com/office/drawing/2014/main" id="{1FAB82C3-57AF-0F08-6B09-92B4E538EEAD}"/>
                  </a:ext>
                </a:extLst>
              </p:cNvPr>
              <p:cNvSpPr/>
              <p:nvPr/>
            </p:nvSpPr>
            <p:spPr>
              <a:xfrm>
                <a:off x="4502896" y="1592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0" name="Freeform 27239">
                <a:extLst>
                  <a:ext uri="{FF2B5EF4-FFF2-40B4-BE49-F238E27FC236}">
                    <a16:creationId xmlns:a16="http://schemas.microsoft.com/office/drawing/2014/main" id="{AFA4968A-A066-F6A5-E60E-324923C6BED0}"/>
                  </a:ext>
                </a:extLst>
              </p:cNvPr>
              <p:cNvSpPr/>
              <p:nvPr/>
            </p:nvSpPr>
            <p:spPr>
              <a:xfrm>
                <a:off x="4503392" y="1508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1" name="Freeform 27240">
                <a:extLst>
                  <a:ext uri="{FF2B5EF4-FFF2-40B4-BE49-F238E27FC236}">
                    <a16:creationId xmlns:a16="http://schemas.microsoft.com/office/drawing/2014/main" id="{53349FF9-948A-3841-4AA8-C3B3855CB26C}"/>
                  </a:ext>
                </a:extLst>
              </p:cNvPr>
              <p:cNvSpPr/>
              <p:nvPr/>
            </p:nvSpPr>
            <p:spPr>
              <a:xfrm>
                <a:off x="4503888" y="1416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2" name="Freeform 27241">
                <a:extLst>
                  <a:ext uri="{FF2B5EF4-FFF2-40B4-BE49-F238E27FC236}">
                    <a16:creationId xmlns:a16="http://schemas.microsoft.com/office/drawing/2014/main" id="{1B2C609E-ED53-751E-371F-35B36748E50A}"/>
                  </a:ext>
                </a:extLst>
              </p:cNvPr>
              <p:cNvSpPr/>
              <p:nvPr/>
            </p:nvSpPr>
            <p:spPr>
              <a:xfrm>
                <a:off x="4504484" y="1364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3" name="Freeform 27242">
                <a:extLst>
                  <a:ext uri="{FF2B5EF4-FFF2-40B4-BE49-F238E27FC236}">
                    <a16:creationId xmlns:a16="http://schemas.microsoft.com/office/drawing/2014/main" id="{4EB91100-AFAC-E26F-2648-9D826CEA085B}"/>
                  </a:ext>
                </a:extLst>
              </p:cNvPr>
              <p:cNvSpPr/>
              <p:nvPr/>
            </p:nvSpPr>
            <p:spPr>
              <a:xfrm>
                <a:off x="4504980" y="13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4" name="Freeform 27243">
                <a:extLst>
                  <a:ext uri="{FF2B5EF4-FFF2-40B4-BE49-F238E27FC236}">
                    <a16:creationId xmlns:a16="http://schemas.microsoft.com/office/drawing/2014/main" id="{EAC8FBE5-243F-18AC-4287-E8ACE7D2D6A4}"/>
                  </a:ext>
                </a:extLst>
              </p:cNvPr>
              <p:cNvSpPr/>
              <p:nvPr/>
            </p:nvSpPr>
            <p:spPr>
              <a:xfrm>
                <a:off x="4505476" y="1374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5" name="Freeform 27244">
                <a:extLst>
                  <a:ext uri="{FF2B5EF4-FFF2-40B4-BE49-F238E27FC236}">
                    <a16:creationId xmlns:a16="http://schemas.microsoft.com/office/drawing/2014/main" id="{F50EAB8D-BF55-1ADE-A2D0-167252A8D554}"/>
                  </a:ext>
                </a:extLst>
              </p:cNvPr>
              <p:cNvSpPr/>
              <p:nvPr/>
            </p:nvSpPr>
            <p:spPr>
              <a:xfrm>
                <a:off x="4506071" y="1371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6" name="Freeform 27245">
                <a:extLst>
                  <a:ext uri="{FF2B5EF4-FFF2-40B4-BE49-F238E27FC236}">
                    <a16:creationId xmlns:a16="http://schemas.microsoft.com/office/drawing/2014/main" id="{7DDC7DA9-6CA9-9725-6A55-C3C2A2967F2E}"/>
                  </a:ext>
                </a:extLst>
              </p:cNvPr>
              <p:cNvSpPr/>
              <p:nvPr/>
            </p:nvSpPr>
            <p:spPr>
              <a:xfrm>
                <a:off x="4506567" y="1362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7" name="Freeform 27246">
                <a:extLst>
                  <a:ext uri="{FF2B5EF4-FFF2-40B4-BE49-F238E27FC236}">
                    <a16:creationId xmlns:a16="http://schemas.microsoft.com/office/drawing/2014/main" id="{074BEEB2-858C-121B-FDD9-8DCE7B46631E}"/>
                  </a:ext>
                </a:extLst>
              </p:cNvPr>
              <p:cNvSpPr/>
              <p:nvPr/>
            </p:nvSpPr>
            <p:spPr>
              <a:xfrm>
                <a:off x="4507063" y="1380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8" name="Freeform 27247">
                <a:extLst>
                  <a:ext uri="{FF2B5EF4-FFF2-40B4-BE49-F238E27FC236}">
                    <a16:creationId xmlns:a16="http://schemas.microsoft.com/office/drawing/2014/main" id="{E467A492-2E09-D87E-6F96-D53BAEAFB203}"/>
                  </a:ext>
                </a:extLst>
              </p:cNvPr>
              <p:cNvSpPr/>
              <p:nvPr/>
            </p:nvSpPr>
            <p:spPr>
              <a:xfrm>
                <a:off x="4507659" y="1420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9" name="Freeform 27248">
                <a:extLst>
                  <a:ext uri="{FF2B5EF4-FFF2-40B4-BE49-F238E27FC236}">
                    <a16:creationId xmlns:a16="http://schemas.microsoft.com/office/drawing/2014/main" id="{2DB3C870-D720-170B-BD56-569D2E19AB80}"/>
                  </a:ext>
                </a:extLst>
              </p:cNvPr>
              <p:cNvSpPr/>
              <p:nvPr/>
            </p:nvSpPr>
            <p:spPr>
              <a:xfrm>
                <a:off x="4508155" y="1404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0" name="Freeform 27249">
                <a:extLst>
                  <a:ext uri="{FF2B5EF4-FFF2-40B4-BE49-F238E27FC236}">
                    <a16:creationId xmlns:a16="http://schemas.microsoft.com/office/drawing/2014/main" id="{E9FBD010-08E2-8128-371D-3CB77B41DB08}"/>
                  </a:ext>
                </a:extLst>
              </p:cNvPr>
              <p:cNvSpPr/>
              <p:nvPr/>
            </p:nvSpPr>
            <p:spPr>
              <a:xfrm>
                <a:off x="4508651" y="1425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1" name="Freeform 27250">
                <a:extLst>
                  <a:ext uri="{FF2B5EF4-FFF2-40B4-BE49-F238E27FC236}">
                    <a16:creationId xmlns:a16="http://schemas.microsoft.com/office/drawing/2014/main" id="{E8318D19-0DC6-24A3-895F-FE6EC1D1BE87}"/>
                  </a:ext>
                </a:extLst>
              </p:cNvPr>
              <p:cNvSpPr/>
              <p:nvPr/>
            </p:nvSpPr>
            <p:spPr>
              <a:xfrm>
                <a:off x="4509246" y="1569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2" name="Freeform 27251">
                <a:extLst>
                  <a:ext uri="{FF2B5EF4-FFF2-40B4-BE49-F238E27FC236}">
                    <a16:creationId xmlns:a16="http://schemas.microsoft.com/office/drawing/2014/main" id="{4F0D1586-8E42-63C0-5F07-D112248ABE28}"/>
                  </a:ext>
                </a:extLst>
              </p:cNvPr>
              <p:cNvSpPr/>
              <p:nvPr/>
            </p:nvSpPr>
            <p:spPr>
              <a:xfrm>
                <a:off x="4509742" y="1671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3" name="Freeform 27252">
                <a:extLst>
                  <a:ext uri="{FF2B5EF4-FFF2-40B4-BE49-F238E27FC236}">
                    <a16:creationId xmlns:a16="http://schemas.microsoft.com/office/drawing/2014/main" id="{199E6C3E-94F0-7E23-39F7-40A837CC5374}"/>
                  </a:ext>
                </a:extLst>
              </p:cNvPr>
              <p:cNvSpPr/>
              <p:nvPr/>
            </p:nvSpPr>
            <p:spPr>
              <a:xfrm>
                <a:off x="4510238" y="1672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4" name="Freeform 27253">
                <a:extLst>
                  <a:ext uri="{FF2B5EF4-FFF2-40B4-BE49-F238E27FC236}">
                    <a16:creationId xmlns:a16="http://schemas.microsoft.com/office/drawing/2014/main" id="{7F5E2D6A-7BE4-A84B-754E-DDFF4893E341}"/>
                  </a:ext>
                </a:extLst>
              </p:cNvPr>
              <p:cNvSpPr/>
              <p:nvPr/>
            </p:nvSpPr>
            <p:spPr>
              <a:xfrm>
                <a:off x="4510834" y="1680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5" name="Freeform 27254">
                <a:extLst>
                  <a:ext uri="{FF2B5EF4-FFF2-40B4-BE49-F238E27FC236}">
                    <a16:creationId xmlns:a16="http://schemas.microsoft.com/office/drawing/2014/main" id="{EDE9ED80-C5A0-1391-32E7-01087FEA9CE5}"/>
                  </a:ext>
                </a:extLst>
              </p:cNvPr>
              <p:cNvSpPr/>
              <p:nvPr/>
            </p:nvSpPr>
            <p:spPr>
              <a:xfrm>
                <a:off x="4511330" y="1663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6" name="Freeform 27255">
                <a:extLst>
                  <a:ext uri="{FF2B5EF4-FFF2-40B4-BE49-F238E27FC236}">
                    <a16:creationId xmlns:a16="http://schemas.microsoft.com/office/drawing/2014/main" id="{F8A243E1-F27D-6004-00E6-818446219DDF}"/>
                  </a:ext>
                </a:extLst>
              </p:cNvPr>
              <p:cNvSpPr/>
              <p:nvPr/>
            </p:nvSpPr>
            <p:spPr>
              <a:xfrm>
                <a:off x="4511826" y="1633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7" name="Freeform 27256">
                <a:extLst>
                  <a:ext uri="{FF2B5EF4-FFF2-40B4-BE49-F238E27FC236}">
                    <a16:creationId xmlns:a16="http://schemas.microsoft.com/office/drawing/2014/main" id="{BE44BF75-5FAF-6D12-1F64-5E8E5DA98FA8}"/>
                  </a:ext>
                </a:extLst>
              </p:cNvPr>
              <p:cNvSpPr/>
              <p:nvPr/>
            </p:nvSpPr>
            <p:spPr>
              <a:xfrm>
                <a:off x="4512421" y="1633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8" name="Freeform 27257">
                <a:extLst>
                  <a:ext uri="{FF2B5EF4-FFF2-40B4-BE49-F238E27FC236}">
                    <a16:creationId xmlns:a16="http://schemas.microsoft.com/office/drawing/2014/main" id="{0D36A6AA-3B32-5294-9959-7371E56F13E5}"/>
                  </a:ext>
                </a:extLst>
              </p:cNvPr>
              <p:cNvSpPr/>
              <p:nvPr/>
            </p:nvSpPr>
            <p:spPr>
              <a:xfrm>
                <a:off x="4512917" y="1575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59" name="Freeform 27258">
                <a:extLst>
                  <a:ext uri="{FF2B5EF4-FFF2-40B4-BE49-F238E27FC236}">
                    <a16:creationId xmlns:a16="http://schemas.microsoft.com/office/drawing/2014/main" id="{D253AB02-B8C7-A714-F244-FEA6EEF902DD}"/>
                  </a:ext>
                </a:extLst>
              </p:cNvPr>
              <p:cNvSpPr/>
              <p:nvPr/>
            </p:nvSpPr>
            <p:spPr>
              <a:xfrm>
                <a:off x="4513413" y="1532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0" name="Freeform 27259">
                <a:extLst>
                  <a:ext uri="{FF2B5EF4-FFF2-40B4-BE49-F238E27FC236}">
                    <a16:creationId xmlns:a16="http://schemas.microsoft.com/office/drawing/2014/main" id="{B74B1DF5-C670-327A-4177-15655A5A28AF}"/>
                  </a:ext>
                </a:extLst>
              </p:cNvPr>
              <p:cNvSpPr/>
              <p:nvPr/>
            </p:nvSpPr>
            <p:spPr>
              <a:xfrm>
                <a:off x="4514009" y="1594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1" name="Freeform 27260">
                <a:extLst>
                  <a:ext uri="{FF2B5EF4-FFF2-40B4-BE49-F238E27FC236}">
                    <a16:creationId xmlns:a16="http://schemas.microsoft.com/office/drawing/2014/main" id="{0F4D000D-22BA-7AD8-576A-8C565CCB02A7}"/>
                  </a:ext>
                </a:extLst>
              </p:cNvPr>
              <p:cNvSpPr/>
              <p:nvPr/>
            </p:nvSpPr>
            <p:spPr>
              <a:xfrm>
                <a:off x="4514505" y="15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2" name="Freeform 27261">
                <a:extLst>
                  <a:ext uri="{FF2B5EF4-FFF2-40B4-BE49-F238E27FC236}">
                    <a16:creationId xmlns:a16="http://schemas.microsoft.com/office/drawing/2014/main" id="{609B05E8-8B27-5AB7-D2BE-2DC790D3F34E}"/>
                  </a:ext>
                </a:extLst>
              </p:cNvPr>
              <p:cNvSpPr/>
              <p:nvPr/>
            </p:nvSpPr>
            <p:spPr>
              <a:xfrm>
                <a:off x="4515001" y="1495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3" name="Freeform 27262">
                <a:extLst>
                  <a:ext uri="{FF2B5EF4-FFF2-40B4-BE49-F238E27FC236}">
                    <a16:creationId xmlns:a16="http://schemas.microsoft.com/office/drawing/2014/main" id="{0736812E-FB1E-4E37-3919-1B10AB5A96DD}"/>
                  </a:ext>
                </a:extLst>
              </p:cNvPr>
              <p:cNvSpPr/>
              <p:nvPr/>
            </p:nvSpPr>
            <p:spPr>
              <a:xfrm>
                <a:off x="4515497" y="1530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4" name="Freeform 27263">
                <a:extLst>
                  <a:ext uri="{FF2B5EF4-FFF2-40B4-BE49-F238E27FC236}">
                    <a16:creationId xmlns:a16="http://schemas.microsoft.com/office/drawing/2014/main" id="{AE235E97-2024-04A8-C13A-D3B6A263F883}"/>
                  </a:ext>
                </a:extLst>
              </p:cNvPr>
              <p:cNvSpPr/>
              <p:nvPr/>
            </p:nvSpPr>
            <p:spPr>
              <a:xfrm>
                <a:off x="4516092" y="1595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5" name="Freeform 27264">
                <a:extLst>
                  <a:ext uri="{FF2B5EF4-FFF2-40B4-BE49-F238E27FC236}">
                    <a16:creationId xmlns:a16="http://schemas.microsoft.com/office/drawing/2014/main" id="{67820291-D37A-29EC-277D-3E41CEDB9B4E}"/>
                  </a:ext>
                </a:extLst>
              </p:cNvPr>
              <p:cNvSpPr/>
              <p:nvPr/>
            </p:nvSpPr>
            <p:spPr>
              <a:xfrm>
                <a:off x="4516588" y="1305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6" name="Freeform 27265">
                <a:extLst>
                  <a:ext uri="{FF2B5EF4-FFF2-40B4-BE49-F238E27FC236}">
                    <a16:creationId xmlns:a16="http://schemas.microsoft.com/office/drawing/2014/main" id="{5F856A5C-5852-6160-1AAE-59286CBE9D27}"/>
                  </a:ext>
                </a:extLst>
              </p:cNvPr>
              <p:cNvSpPr/>
              <p:nvPr/>
            </p:nvSpPr>
            <p:spPr>
              <a:xfrm>
                <a:off x="4517084" y="138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7" name="Freeform 27266">
                <a:extLst>
                  <a:ext uri="{FF2B5EF4-FFF2-40B4-BE49-F238E27FC236}">
                    <a16:creationId xmlns:a16="http://schemas.microsoft.com/office/drawing/2014/main" id="{DF719BEC-26B6-D017-4AB1-24169106F230}"/>
                  </a:ext>
                </a:extLst>
              </p:cNvPr>
              <p:cNvSpPr/>
              <p:nvPr/>
            </p:nvSpPr>
            <p:spPr>
              <a:xfrm>
                <a:off x="4517680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8" name="Freeform 27267">
                <a:extLst>
                  <a:ext uri="{FF2B5EF4-FFF2-40B4-BE49-F238E27FC236}">
                    <a16:creationId xmlns:a16="http://schemas.microsoft.com/office/drawing/2014/main" id="{4BA8F29E-6071-CBCE-65B9-1478CC387A88}"/>
                  </a:ext>
                </a:extLst>
              </p:cNvPr>
              <p:cNvSpPr/>
              <p:nvPr/>
            </p:nvSpPr>
            <p:spPr>
              <a:xfrm>
                <a:off x="4518176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9" name="Freeform 27268">
                <a:extLst>
                  <a:ext uri="{FF2B5EF4-FFF2-40B4-BE49-F238E27FC236}">
                    <a16:creationId xmlns:a16="http://schemas.microsoft.com/office/drawing/2014/main" id="{76BAFB3B-A870-1E79-E8D9-9581BD21C099}"/>
                  </a:ext>
                </a:extLst>
              </p:cNvPr>
              <p:cNvSpPr/>
              <p:nvPr/>
            </p:nvSpPr>
            <p:spPr>
              <a:xfrm>
                <a:off x="4518672" y="1332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0" name="Freeform 27269">
                <a:extLst>
                  <a:ext uri="{FF2B5EF4-FFF2-40B4-BE49-F238E27FC236}">
                    <a16:creationId xmlns:a16="http://schemas.microsoft.com/office/drawing/2014/main" id="{7BD9DB8F-0D78-AF36-D640-3F383161EC58}"/>
                  </a:ext>
                </a:extLst>
              </p:cNvPr>
              <p:cNvSpPr/>
              <p:nvPr/>
            </p:nvSpPr>
            <p:spPr>
              <a:xfrm>
                <a:off x="4519267" y="1334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1" name="Freeform 27270">
                <a:extLst>
                  <a:ext uri="{FF2B5EF4-FFF2-40B4-BE49-F238E27FC236}">
                    <a16:creationId xmlns:a16="http://schemas.microsoft.com/office/drawing/2014/main" id="{9CAA0886-C1A6-C037-1190-B34BB7943832}"/>
                  </a:ext>
                </a:extLst>
              </p:cNvPr>
              <p:cNvSpPr/>
              <p:nvPr/>
            </p:nvSpPr>
            <p:spPr>
              <a:xfrm>
                <a:off x="4519763" y="1320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2" name="Freeform 27271">
                <a:extLst>
                  <a:ext uri="{FF2B5EF4-FFF2-40B4-BE49-F238E27FC236}">
                    <a16:creationId xmlns:a16="http://schemas.microsoft.com/office/drawing/2014/main" id="{3B0A56F4-88EA-5384-00B2-8593B1B8B2F3}"/>
                  </a:ext>
                </a:extLst>
              </p:cNvPr>
              <p:cNvSpPr/>
              <p:nvPr/>
            </p:nvSpPr>
            <p:spPr>
              <a:xfrm>
                <a:off x="4520259" y="1338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3" name="Freeform 27272">
                <a:extLst>
                  <a:ext uri="{FF2B5EF4-FFF2-40B4-BE49-F238E27FC236}">
                    <a16:creationId xmlns:a16="http://schemas.microsoft.com/office/drawing/2014/main" id="{3D84197D-5826-FBC8-8444-710258A9B26F}"/>
                  </a:ext>
                </a:extLst>
              </p:cNvPr>
              <p:cNvSpPr/>
              <p:nvPr/>
            </p:nvSpPr>
            <p:spPr>
              <a:xfrm>
                <a:off x="4520855" y="1280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4" name="Freeform 27273">
                <a:extLst>
                  <a:ext uri="{FF2B5EF4-FFF2-40B4-BE49-F238E27FC236}">
                    <a16:creationId xmlns:a16="http://schemas.microsoft.com/office/drawing/2014/main" id="{2496912B-9C54-D40D-26CA-BFEB95F5FF96}"/>
                  </a:ext>
                </a:extLst>
              </p:cNvPr>
              <p:cNvSpPr/>
              <p:nvPr/>
            </p:nvSpPr>
            <p:spPr>
              <a:xfrm>
                <a:off x="4521351" y="1399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5" name="Freeform 27274">
                <a:extLst>
                  <a:ext uri="{FF2B5EF4-FFF2-40B4-BE49-F238E27FC236}">
                    <a16:creationId xmlns:a16="http://schemas.microsoft.com/office/drawing/2014/main" id="{4FCC94F9-4C92-F2C9-AB1C-7E5EF908568C}"/>
                  </a:ext>
                </a:extLst>
              </p:cNvPr>
              <p:cNvSpPr/>
              <p:nvPr/>
            </p:nvSpPr>
            <p:spPr>
              <a:xfrm>
                <a:off x="4521847" y="188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6" name="Freeform 27275">
                <a:extLst>
                  <a:ext uri="{FF2B5EF4-FFF2-40B4-BE49-F238E27FC236}">
                    <a16:creationId xmlns:a16="http://schemas.microsoft.com/office/drawing/2014/main" id="{85A0D246-D38A-2829-394C-C26572F343C5}"/>
                  </a:ext>
                </a:extLst>
              </p:cNvPr>
              <p:cNvSpPr/>
              <p:nvPr/>
            </p:nvSpPr>
            <p:spPr>
              <a:xfrm>
                <a:off x="4522442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7" name="Freeform 27276">
                <a:extLst>
                  <a:ext uri="{FF2B5EF4-FFF2-40B4-BE49-F238E27FC236}">
                    <a16:creationId xmlns:a16="http://schemas.microsoft.com/office/drawing/2014/main" id="{252BAC5A-050E-576C-5263-ED72AE36EDC1}"/>
                  </a:ext>
                </a:extLst>
              </p:cNvPr>
              <p:cNvSpPr/>
              <p:nvPr/>
            </p:nvSpPr>
            <p:spPr>
              <a:xfrm>
                <a:off x="4522938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8" name="Freeform 27277">
                <a:extLst>
                  <a:ext uri="{FF2B5EF4-FFF2-40B4-BE49-F238E27FC236}">
                    <a16:creationId xmlns:a16="http://schemas.microsoft.com/office/drawing/2014/main" id="{B5715551-F853-F9BD-77D1-ACA209BF7A73}"/>
                  </a:ext>
                </a:extLst>
              </p:cNvPr>
              <p:cNvSpPr/>
              <p:nvPr/>
            </p:nvSpPr>
            <p:spPr>
              <a:xfrm>
                <a:off x="4523434" y="2075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79" name="Freeform 27278">
                <a:extLst>
                  <a:ext uri="{FF2B5EF4-FFF2-40B4-BE49-F238E27FC236}">
                    <a16:creationId xmlns:a16="http://schemas.microsoft.com/office/drawing/2014/main" id="{7A1AA06D-5D55-05CF-38D9-47CE101E17C3}"/>
                  </a:ext>
                </a:extLst>
              </p:cNvPr>
              <p:cNvSpPr/>
              <p:nvPr/>
            </p:nvSpPr>
            <p:spPr>
              <a:xfrm>
                <a:off x="4524030" y="2068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0" name="Freeform 27279">
                <a:extLst>
                  <a:ext uri="{FF2B5EF4-FFF2-40B4-BE49-F238E27FC236}">
                    <a16:creationId xmlns:a16="http://schemas.microsoft.com/office/drawing/2014/main" id="{8D7E2548-0C22-8F37-33E1-1A8FF7248507}"/>
                  </a:ext>
                </a:extLst>
              </p:cNvPr>
              <p:cNvSpPr/>
              <p:nvPr/>
            </p:nvSpPr>
            <p:spPr>
              <a:xfrm>
                <a:off x="4524526" y="2075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1" name="Freeform 27280">
                <a:extLst>
                  <a:ext uri="{FF2B5EF4-FFF2-40B4-BE49-F238E27FC236}">
                    <a16:creationId xmlns:a16="http://schemas.microsoft.com/office/drawing/2014/main" id="{11C531AB-1A60-0489-602D-1261945077A8}"/>
                  </a:ext>
                </a:extLst>
              </p:cNvPr>
              <p:cNvSpPr/>
              <p:nvPr/>
            </p:nvSpPr>
            <p:spPr>
              <a:xfrm>
                <a:off x="4525022" y="2083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2" name="Freeform 27281">
                <a:extLst>
                  <a:ext uri="{FF2B5EF4-FFF2-40B4-BE49-F238E27FC236}">
                    <a16:creationId xmlns:a16="http://schemas.microsoft.com/office/drawing/2014/main" id="{8AAE8F76-81D7-EE79-CD0E-1F655B4EEC77}"/>
                  </a:ext>
                </a:extLst>
              </p:cNvPr>
              <p:cNvSpPr/>
              <p:nvPr/>
            </p:nvSpPr>
            <p:spPr>
              <a:xfrm>
                <a:off x="4525617" y="208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3" name="Freeform 27282">
                <a:extLst>
                  <a:ext uri="{FF2B5EF4-FFF2-40B4-BE49-F238E27FC236}">
                    <a16:creationId xmlns:a16="http://schemas.microsoft.com/office/drawing/2014/main" id="{29317F02-F312-AD0F-158F-0D0120C481E2}"/>
                  </a:ext>
                </a:extLst>
              </p:cNvPr>
              <p:cNvSpPr/>
              <p:nvPr/>
            </p:nvSpPr>
            <p:spPr>
              <a:xfrm>
                <a:off x="4526113" y="2005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4" name="Freeform 27283">
                <a:extLst>
                  <a:ext uri="{FF2B5EF4-FFF2-40B4-BE49-F238E27FC236}">
                    <a16:creationId xmlns:a16="http://schemas.microsoft.com/office/drawing/2014/main" id="{7523950D-2511-DFE8-2E3C-364A5C5CC07E}"/>
                  </a:ext>
                </a:extLst>
              </p:cNvPr>
              <p:cNvSpPr/>
              <p:nvPr/>
            </p:nvSpPr>
            <p:spPr>
              <a:xfrm>
                <a:off x="4526609" y="1495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5" name="Freeform 27284">
                <a:extLst>
                  <a:ext uri="{FF2B5EF4-FFF2-40B4-BE49-F238E27FC236}">
                    <a16:creationId xmlns:a16="http://schemas.microsoft.com/office/drawing/2014/main" id="{F181BA01-9708-EA72-D427-439F2CC3148A}"/>
                  </a:ext>
                </a:extLst>
              </p:cNvPr>
              <p:cNvSpPr/>
              <p:nvPr/>
            </p:nvSpPr>
            <p:spPr>
              <a:xfrm>
                <a:off x="4527105" y="1541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6" name="Freeform 27285">
                <a:extLst>
                  <a:ext uri="{FF2B5EF4-FFF2-40B4-BE49-F238E27FC236}">
                    <a16:creationId xmlns:a16="http://schemas.microsoft.com/office/drawing/2014/main" id="{13739984-323A-A5BB-F233-F6B1F298263C}"/>
                  </a:ext>
                </a:extLst>
              </p:cNvPr>
              <p:cNvSpPr/>
              <p:nvPr/>
            </p:nvSpPr>
            <p:spPr>
              <a:xfrm>
                <a:off x="4527701" y="1549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7" name="Freeform 27286">
                <a:extLst>
                  <a:ext uri="{FF2B5EF4-FFF2-40B4-BE49-F238E27FC236}">
                    <a16:creationId xmlns:a16="http://schemas.microsoft.com/office/drawing/2014/main" id="{40C4C2DF-BA66-A4D0-9575-E265F784336B}"/>
                  </a:ext>
                </a:extLst>
              </p:cNvPr>
              <p:cNvSpPr/>
              <p:nvPr/>
            </p:nvSpPr>
            <p:spPr>
              <a:xfrm>
                <a:off x="4528197" y="1585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8" name="Freeform 27287">
                <a:extLst>
                  <a:ext uri="{FF2B5EF4-FFF2-40B4-BE49-F238E27FC236}">
                    <a16:creationId xmlns:a16="http://schemas.microsoft.com/office/drawing/2014/main" id="{E58FADE3-0D08-3407-A66B-9EB1CD77FA12}"/>
                  </a:ext>
                </a:extLst>
              </p:cNvPr>
              <p:cNvSpPr/>
              <p:nvPr/>
            </p:nvSpPr>
            <p:spPr>
              <a:xfrm>
                <a:off x="4528693" y="1511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9" name="Freeform 27288">
                <a:extLst>
                  <a:ext uri="{FF2B5EF4-FFF2-40B4-BE49-F238E27FC236}">
                    <a16:creationId xmlns:a16="http://schemas.microsoft.com/office/drawing/2014/main" id="{4D3270ED-0375-F567-9570-F71EB4EB1EB2}"/>
                  </a:ext>
                </a:extLst>
              </p:cNvPr>
              <p:cNvSpPr/>
              <p:nvPr/>
            </p:nvSpPr>
            <p:spPr>
              <a:xfrm>
                <a:off x="4529288" y="1424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0" name="Freeform 27289">
                <a:extLst>
                  <a:ext uri="{FF2B5EF4-FFF2-40B4-BE49-F238E27FC236}">
                    <a16:creationId xmlns:a16="http://schemas.microsoft.com/office/drawing/2014/main" id="{8F3A1708-EE4C-5C52-068A-0AC0A77320AF}"/>
                  </a:ext>
                </a:extLst>
              </p:cNvPr>
              <p:cNvSpPr/>
              <p:nvPr/>
            </p:nvSpPr>
            <p:spPr>
              <a:xfrm>
                <a:off x="4529784" y="1355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1" name="Freeform 27290">
                <a:extLst>
                  <a:ext uri="{FF2B5EF4-FFF2-40B4-BE49-F238E27FC236}">
                    <a16:creationId xmlns:a16="http://schemas.microsoft.com/office/drawing/2014/main" id="{44D686AC-FDCB-0C16-7582-3518F9B2E320}"/>
                  </a:ext>
                </a:extLst>
              </p:cNvPr>
              <p:cNvSpPr/>
              <p:nvPr/>
            </p:nvSpPr>
            <p:spPr>
              <a:xfrm>
                <a:off x="4530280" y="1254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2" name="Freeform 27291">
                <a:extLst>
                  <a:ext uri="{FF2B5EF4-FFF2-40B4-BE49-F238E27FC236}">
                    <a16:creationId xmlns:a16="http://schemas.microsoft.com/office/drawing/2014/main" id="{F5134C5E-076B-FAFD-9440-E2A2CCF75320}"/>
                  </a:ext>
                </a:extLst>
              </p:cNvPr>
              <p:cNvSpPr/>
              <p:nvPr/>
            </p:nvSpPr>
            <p:spPr>
              <a:xfrm>
                <a:off x="4530876" y="1269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3" name="Freeform 27292">
                <a:extLst>
                  <a:ext uri="{FF2B5EF4-FFF2-40B4-BE49-F238E27FC236}">
                    <a16:creationId xmlns:a16="http://schemas.microsoft.com/office/drawing/2014/main" id="{7FC39ED3-A6D1-AA77-D50E-8F12DF2F5EEF}"/>
                  </a:ext>
                </a:extLst>
              </p:cNvPr>
              <p:cNvSpPr/>
              <p:nvPr/>
            </p:nvSpPr>
            <p:spPr>
              <a:xfrm>
                <a:off x="4531372" y="1313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4" name="Freeform 27293">
                <a:extLst>
                  <a:ext uri="{FF2B5EF4-FFF2-40B4-BE49-F238E27FC236}">
                    <a16:creationId xmlns:a16="http://schemas.microsoft.com/office/drawing/2014/main" id="{AE8868D8-C7D6-10DB-634D-25C1F790F7C6}"/>
                  </a:ext>
                </a:extLst>
              </p:cNvPr>
              <p:cNvSpPr/>
              <p:nvPr/>
            </p:nvSpPr>
            <p:spPr>
              <a:xfrm>
                <a:off x="4531868" y="1320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5" name="Freeform 27294">
                <a:extLst>
                  <a:ext uri="{FF2B5EF4-FFF2-40B4-BE49-F238E27FC236}">
                    <a16:creationId xmlns:a16="http://schemas.microsoft.com/office/drawing/2014/main" id="{81C38AED-E55B-6E72-347A-0C81F447BDA2}"/>
                  </a:ext>
                </a:extLst>
              </p:cNvPr>
              <p:cNvSpPr/>
              <p:nvPr/>
            </p:nvSpPr>
            <p:spPr>
              <a:xfrm>
                <a:off x="4532463" y="1315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6" name="Freeform 27295">
                <a:extLst>
                  <a:ext uri="{FF2B5EF4-FFF2-40B4-BE49-F238E27FC236}">
                    <a16:creationId xmlns:a16="http://schemas.microsoft.com/office/drawing/2014/main" id="{63801147-89FF-F211-B396-E299AD8B72CB}"/>
                  </a:ext>
                </a:extLst>
              </p:cNvPr>
              <p:cNvSpPr/>
              <p:nvPr/>
            </p:nvSpPr>
            <p:spPr>
              <a:xfrm>
                <a:off x="4532959" y="126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7" name="Freeform 27296">
                <a:extLst>
                  <a:ext uri="{FF2B5EF4-FFF2-40B4-BE49-F238E27FC236}">
                    <a16:creationId xmlns:a16="http://schemas.microsoft.com/office/drawing/2014/main" id="{E26C9439-5B93-C2CF-D8CF-7E81174B5EF1}"/>
                  </a:ext>
                </a:extLst>
              </p:cNvPr>
              <p:cNvSpPr/>
              <p:nvPr/>
            </p:nvSpPr>
            <p:spPr>
              <a:xfrm>
                <a:off x="4533455" y="1257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8" name="Freeform 27297">
                <a:extLst>
                  <a:ext uri="{FF2B5EF4-FFF2-40B4-BE49-F238E27FC236}">
                    <a16:creationId xmlns:a16="http://schemas.microsoft.com/office/drawing/2014/main" id="{A6FFE7B3-1052-C42F-8B46-8E1BFAA5F403}"/>
                  </a:ext>
                </a:extLst>
              </p:cNvPr>
              <p:cNvSpPr/>
              <p:nvPr/>
            </p:nvSpPr>
            <p:spPr>
              <a:xfrm>
                <a:off x="4534051" y="1355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9" name="Freeform 27298">
                <a:extLst>
                  <a:ext uri="{FF2B5EF4-FFF2-40B4-BE49-F238E27FC236}">
                    <a16:creationId xmlns:a16="http://schemas.microsoft.com/office/drawing/2014/main" id="{E328A846-BEA8-7EFB-40BD-20C73573ACBF}"/>
                  </a:ext>
                </a:extLst>
              </p:cNvPr>
              <p:cNvSpPr/>
              <p:nvPr/>
            </p:nvSpPr>
            <p:spPr>
              <a:xfrm>
                <a:off x="4534547" y="1976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0" name="Freeform 27299">
                <a:extLst>
                  <a:ext uri="{FF2B5EF4-FFF2-40B4-BE49-F238E27FC236}">
                    <a16:creationId xmlns:a16="http://schemas.microsoft.com/office/drawing/2014/main" id="{7BF86777-328C-2438-597B-2D0FB802EE4C}"/>
                  </a:ext>
                </a:extLst>
              </p:cNvPr>
              <p:cNvSpPr/>
              <p:nvPr/>
            </p:nvSpPr>
            <p:spPr>
              <a:xfrm>
                <a:off x="4535043" y="2112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1" name="Freeform 27300">
                <a:extLst>
                  <a:ext uri="{FF2B5EF4-FFF2-40B4-BE49-F238E27FC236}">
                    <a16:creationId xmlns:a16="http://schemas.microsoft.com/office/drawing/2014/main" id="{45681B57-C89A-D279-41F2-213E0AACEDF8}"/>
                  </a:ext>
                </a:extLst>
              </p:cNvPr>
              <p:cNvSpPr/>
              <p:nvPr/>
            </p:nvSpPr>
            <p:spPr>
              <a:xfrm>
                <a:off x="4535638" y="2118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2" name="Freeform 27301">
                <a:extLst>
                  <a:ext uri="{FF2B5EF4-FFF2-40B4-BE49-F238E27FC236}">
                    <a16:creationId xmlns:a16="http://schemas.microsoft.com/office/drawing/2014/main" id="{A320E3BF-C163-ACD8-62A3-AAD544026BB6}"/>
                  </a:ext>
                </a:extLst>
              </p:cNvPr>
              <p:cNvSpPr/>
              <p:nvPr/>
            </p:nvSpPr>
            <p:spPr>
              <a:xfrm>
                <a:off x="4536134" y="21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3" name="Freeform 27302">
                <a:extLst>
                  <a:ext uri="{FF2B5EF4-FFF2-40B4-BE49-F238E27FC236}">
                    <a16:creationId xmlns:a16="http://schemas.microsoft.com/office/drawing/2014/main" id="{16EB4917-5A38-2A80-8EED-FFAACAD06C48}"/>
                  </a:ext>
                </a:extLst>
              </p:cNvPr>
              <p:cNvSpPr/>
              <p:nvPr/>
            </p:nvSpPr>
            <p:spPr>
              <a:xfrm>
                <a:off x="4536630" y="2098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4" name="Freeform 27303">
                <a:extLst>
                  <a:ext uri="{FF2B5EF4-FFF2-40B4-BE49-F238E27FC236}">
                    <a16:creationId xmlns:a16="http://schemas.microsoft.com/office/drawing/2014/main" id="{A96BFFF7-A971-1F5A-A35D-29C719572C94}"/>
                  </a:ext>
                </a:extLst>
              </p:cNvPr>
              <p:cNvSpPr/>
              <p:nvPr/>
            </p:nvSpPr>
            <p:spPr>
              <a:xfrm>
                <a:off x="4537226" y="2099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5" name="Freeform 27304">
                <a:extLst>
                  <a:ext uri="{FF2B5EF4-FFF2-40B4-BE49-F238E27FC236}">
                    <a16:creationId xmlns:a16="http://schemas.microsoft.com/office/drawing/2014/main" id="{D01C45CA-19CA-2EA4-0967-0AD758C9CE72}"/>
                  </a:ext>
                </a:extLst>
              </p:cNvPr>
              <p:cNvSpPr/>
              <p:nvPr/>
            </p:nvSpPr>
            <p:spPr>
              <a:xfrm>
                <a:off x="4537722" y="2108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6" name="Freeform 27305">
                <a:extLst>
                  <a:ext uri="{FF2B5EF4-FFF2-40B4-BE49-F238E27FC236}">
                    <a16:creationId xmlns:a16="http://schemas.microsoft.com/office/drawing/2014/main" id="{F5E5E7FF-7F37-93C2-BCB0-869BD446B8EE}"/>
                  </a:ext>
                </a:extLst>
              </p:cNvPr>
              <p:cNvSpPr/>
              <p:nvPr/>
            </p:nvSpPr>
            <p:spPr>
              <a:xfrm>
                <a:off x="4538218" y="21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7" name="Freeform 27306">
                <a:extLst>
                  <a:ext uri="{FF2B5EF4-FFF2-40B4-BE49-F238E27FC236}">
                    <a16:creationId xmlns:a16="http://schemas.microsoft.com/office/drawing/2014/main" id="{4C1E9C47-ABB6-1EAD-4CD3-A747A4A9AE72}"/>
                  </a:ext>
                </a:extLst>
              </p:cNvPr>
              <p:cNvSpPr/>
              <p:nvPr/>
            </p:nvSpPr>
            <p:spPr>
              <a:xfrm>
                <a:off x="4538813" y="200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8" name="Freeform 27307">
                <a:extLst>
                  <a:ext uri="{FF2B5EF4-FFF2-40B4-BE49-F238E27FC236}">
                    <a16:creationId xmlns:a16="http://schemas.microsoft.com/office/drawing/2014/main" id="{C94B29F2-D1FE-827C-773D-DCFE17B44AF0}"/>
                  </a:ext>
                </a:extLst>
              </p:cNvPr>
              <p:cNvSpPr/>
              <p:nvPr/>
            </p:nvSpPr>
            <p:spPr>
              <a:xfrm>
                <a:off x="4539309" y="1490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09" name="Freeform 27308">
                <a:extLst>
                  <a:ext uri="{FF2B5EF4-FFF2-40B4-BE49-F238E27FC236}">
                    <a16:creationId xmlns:a16="http://schemas.microsoft.com/office/drawing/2014/main" id="{2B59E587-AD8E-730F-F6E5-F549D9BC4914}"/>
                  </a:ext>
                </a:extLst>
              </p:cNvPr>
              <p:cNvSpPr/>
              <p:nvPr/>
            </p:nvSpPr>
            <p:spPr>
              <a:xfrm>
                <a:off x="4539805" y="1551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0" name="Freeform 27309">
                <a:extLst>
                  <a:ext uri="{FF2B5EF4-FFF2-40B4-BE49-F238E27FC236}">
                    <a16:creationId xmlns:a16="http://schemas.microsoft.com/office/drawing/2014/main" id="{61899768-AD98-19E8-2773-CC22D9CA72C4}"/>
                  </a:ext>
                </a:extLst>
              </p:cNvPr>
              <p:cNvSpPr/>
              <p:nvPr/>
            </p:nvSpPr>
            <p:spPr>
              <a:xfrm>
                <a:off x="4540302" y="1551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1" name="Freeform 27310">
                <a:extLst>
                  <a:ext uri="{FF2B5EF4-FFF2-40B4-BE49-F238E27FC236}">
                    <a16:creationId xmlns:a16="http://schemas.microsoft.com/office/drawing/2014/main" id="{B7C58880-C972-9FDB-04CD-D0C82193ADE9}"/>
                  </a:ext>
                </a:extLst>
              </p:cNvPr>
              <p:cNvSpPr/>
              <p:nvPr/>
            </p:nvSpPr>
            <p:spPr>
              <a:xfrm>
                <a:off x="4540897" y="1570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2" name="Freeform 27311">
                <a:extLst>
                  <a:ext uri="{FF2B5EF4-FFF2-40B4-BE49-F238E27FC236}">
                    <a16:creationId xmlns:a16="http://schemas.microsoft.com/office/drawing/2014/main" id="{8FAF9A7A-4FFD-24DC-59F8-1DD1C3A34D6F}"/>
                  </a:ext>
                </a:extLst>
              </p:cNvPr>
              <p:cNvSpPr/>
              <p:nvPr/>
            </p:nvSpPr>
            <p:spPr>
              <a:xfrm>
                <a:off x="4541393" y="1533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3" name="Freeform 27312">
                <a:extLst>
                  <a:ext uri="{FF2B5EF4-FFF2-40B4-BE49-F238E27FC236}">
                    <a16:creationId xmlns:a16="http://schemas.microsoft.com/office/drawing/2014/main" id="{76C23896-E210-DBAE-54CF-D745BBF9757E}"/>
                  </a:ext>
                </a:extLst>
              </p:cNvPr>
              <p:cNvSpPr/>
              <p:nvPr/>
            </p:nvSpPr>
            <p:spPr>
              <a:xfrm>
                <a:off x="4541889" y="1471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4" name="Freeform 27313">
                <a:extLst>
                  <a:ext uri="{FF2B5EF4-FFF2-40B4-BE49-F238E27FC236}">
                    <a16:creationId xmlns:a16="http://schemas.microsoft.com/office/drawing/2014/main" id="{87D43C20-2EB5-3502-D206-BE19D6BB0A23}"/>
                  </a:ext>
                </a:extLst>
              </p:cNvPr>
              <p:cNvSpPr/>
              <p:nvPr/>
            </p:nvSpPr>
            <p:spPr>
              <a:xfrm>
                <a:off x="4542484" y="1378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5" name="Freeform 27314">
                <a:extLst>
                  <a:ext uri="{FF2B5EF4-FFF2-40B4-BE49-F238E27FC236}">
                    <a16:creationId xmlns:a16="http://schemas.microsoft.com/office/drawing/2014/main" id="{85423FFF-3BAF-806E-066F-BC1E3473BB10}"/>
                  </a:ext>
                </a:extLst>
              </p:cNvPr>
              <p:cNvSpPr/>
              <p:nvPr/>
            </p:nvSpPr>
            <p:spPr>
              <a:xfrm>
                <a:off x="4542980" y="1269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6" name="Freeform 27315">
                <a:extLst>
                  <a:ext uri="{FF2B5EF4-FFF2-40B4-BE49-F238E27FC236}">
                    <a16:creationId xmlns:a16="http://schemas.microsoft.com/office/drawing/2014/main" id="{905EEB73-85CC-1B52-052C-7D7AEBD7015E}"/>
                  </a:ext>
                </a:extLst>
              </p:cNvPr>
              <p:cNvSpPr/>
              <p:nvPr/>
            </p:nvSpPr>
            <p:spPr>
              <a:xfrm>
                <a:off x="4543477" y="122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7" name="Freeform 27316">
                <a:extLst>
                  <a:ext uri="{FF2B5EF4-FFF2-40B4-BE49-F238E27FC236}">
                    <a16:creationId xmlns:a16="http://schemas.microsoft.com/office/drawing/2014/main" id="{86786BD3-E2BD-973B-7FBF-C511DD36D082}"/>
                  </a:ext>
                </a:extLst>
              </p:cNvPr>
              <p:cNvSpPr/>
              <p:nvPr/>
            </p:nvSpPr>
            <p:spPr>
              <a:xfrm>
                <a:off x="4544072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8" name="Freeform 27317">
                <a:extLst>
                  <a:ext uri="{FF2B5EF4-FFF2-40B4-BE49-F238E27FC236}">
                    <a16:creationId xmlns:a16="http://schemas.microsoft.com/office/drawing/2014/main" id="{C6521030-CC26-8F04-E005-79A318DD8E81}"/>
                  </a:ext>
                </a:extLst>
              </p:cNvPr>
              <p:cNvSpPr/>
              <p:nvPr/>
            </p:nvSpPr>
            <p:spPr>
              <a:xfrm>
                <a:off x="4544568" y="1269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9" name="Freeform 27318">
                <a:extLst>
                  <a:ext uri="{FF2B5EF4-FFF2-40B4-BE49-F238E27FC236}">
                    <a16:creationId xmlns:a16="http://schemas.microsoft.com/office/drawing/2014/main" id="{92D940E0-C735-BC6F-1412-247B42F3AE2C}"/>
                  </a:ext>
                </a:extLst>
              </p:cNvPr>
              <p:cNvSpPr/>
              <p:nvPr/>
            </p:nvSpPr>
            <p:spPr>
              <a:xfrm>
                <a:off x="4545064" y="1268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0" name="Freeform 27319">
                <a:extLst>
                  <a:ext uri="{FF2B5EF4-FFF2-40B4-BE49-F238E27FC236}">
                    <a16:creationId xmlns:a16="http://schemas.microsoft.com/office/drawing/2014/main" id="{B7FEEECE-8CD1-890C-DA03-7CC8396EAD6A}"/>
                  </a:ext>
                </a:extLst>
              </p:cNvPr>
              <p:cNvSpPr/>
              <p:nvPr/>
            </p:nvSpPr>
            <p:spPr>
              <a:xfrm>
                <a:off x="4545659" y="1257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1" name="Freeform 27320">
                <a:extLst>
                  <a:ext uri="{FF2B5EF4-FFF2-40B4-BE49-F238E27FC236}">
                    <a16:creationId xmlns:a16="http://schemas.microsoft.com/office/drawing/2014/main" id="{214F4A10-C0DC-B681-1E26-55981685106E}"/>
                  </a:ext>
                </a:extLst>
              </p:cNvPr>
              <p:cNvSpPr/>
              <p:nvPr/>
            </p:nvSpPr>
            <p:spPr>
              <a:xfrm>
                <a:off x="4546155" y="1411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2" name="Freeform 27321">
                <a:extLst>
                  <a:ext uri="{FF2B5EF4-FFF2-40B4-BE49-F238E27FC236}">
                    <a16:creationId xmlns:a16="http://schemas.microsoft.com/office/drawing/2014/main" id="{39725132-8304-49C8-E304-FDFCD17DE630}"/>
                  </a:ext>
                </a:extLst>
              </p:cNvPr>
              <p:cNvSpPr/>
              <p:nvPr/>
            </p:nvSpPr>
            <p:spPr>
              <a:xfrm>
                <a:off x="4546652" y="1431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3" name="Freeform 27322">
                <a:extLst>
                  <a:ext uri="{FF2B5EF4-FFF2-40B4-BE49-F238E27FC236}">
                    <a16:creationId xmlns:a16="http://schemas.microsoft.com/office/drawing/2014/main" id="{F1B78056-A272-711D-E137-72416C2F47AA}"/>
                  </a:ext>
                </a:extLst>
              </p:cNvPr>
              <p:cNvSpPr/>
              <p:nvPr/>
            </p:nvSpPr>
            <p:spPr>
              <a:xfrm>
                <a:off x="4547247" y="2059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4" name="Freeform 27323">
                <a:extLst>
                  <a:ext uri="{FF2B5EF4-FFF2-40B4-BE49-F238E27FC236}">
                    <a16:creationId xmlns:a16="http://schemas.microsoft.com/office/drawing/2014/main" id="{904D6514-5B80-33B0-7A86-988C6C05911C}"/>
                  </a:ext>
                </a:extLst>
              </p:cNvPr>
              <p:cNvSpPr/>
              <p:nvPr/>
            </p:nvSpPr>
            <p:spPr>
              <a:xfrm>
                <a:off x="4547743" y="2143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5" name="Freeform 27324">
                <a:extLst>
                  <a:ext uri="{FF2B5EF4-FFF2-40B4-BE49-F238E27FC236}">
                    <a16:creationId xmlns:a16="http://schemas.microsoft.com/office/drawing/2014/main" id="{D7A186AF-1D73-0573-1D9A-2023BF870F60}"/>
                  </a:ext>
                </a:extLst>
              </p:cNvPr>
              <p:cNvSpPr/>
              <p:nvPr/>
            </p:nvSpPr>
            <p:spPr>
              <a:xfrm>
                <a:off x="4548239" y="2140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6" name="Freeform 27325">
                <a:extLst>
                  <a:ext uri="{FF2B5EF4-FFF2-40B4-BE49-F238E27FC236}">
                    <a16:creationId xmlns:a16="http://schemas.microsoft.com/office/drawing/2014/main" id="{C7DB07C1-B271-D4A5-B34C-70F2C0DCFADF}"/>
                  </a:ext>
                </a:extLst>
              </p:cNvPr>
              <p:cNvSpPr/>
              <p:nvPr/>
            </p:nvSpPr>
            <p:spPr>
              <a:xfrm>
                <a:off x="4548834" y="212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7" name="Freeform 27326">
                <a:extLst>
                  <a:ext uri="{FF2B5EF4-FFF2-40B4-BE49-F238E27FC236}">
                    <a16:creationId xmlns:a16="http://schemas.microsoft.com/office/drawing/2014/main" id="{3A08F7E3-9FF8-3127-BD80-A4D099ED269D}"/>
                  </a:ext>
                </a:extLst>
              </p:cNvPr>
              <p:cNvSpPr/>
              <p:nvPr/>
            </p:nvSpPr>
            <p:spPr>
              <a:xfrm>
                <a:off x="4549330" y="211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8" name="Freeform 27327">
                <a:extLst>
                  <a:ext uri="{FF2B5EF4-FFF2-40B4-BE49-F238E27FC236}">
                    <a16:creationId xmlns:a16="http://schemas.microsoft.com/office/drawing/2014/main" id="{C771F3FB-E90B-0CE6-015B-07B87EE1D1AF}"/>
                  </a:ext>
                </a:extLst>
              </p:cNvPr>
              <p:cNvSpPr/>
              <p:nvPr/>
            </p:nvSpPr>
            <p:spPr>
              <a:xfrm>
                <a:off x="4549827" y="211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29" name="Freeform 27328">
                <a:extLst>
                  <a:ext uri="{FF2B5EF4-FFF2-40B4-BE49-F238E27FC236}">
                    <a16:creationId xmlns:a16="http://schemas.microsoft.com/office/drawing/2014/main" id="{7969DFA0-6DDA-B954-96C3-4653E64BA463}"/>
                  </a:ext>
                </a:extLst>
              </p:cNvPr>
              <p:cNvSpPr/>
              <p:nvPr/>
            </p:nvSpPr>
            <p:spPr>
              <a:xfrm>
                <a:off x="4550422" y="2118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0" name="Freeform 27329">
                <a:extLst>
                  <a:ext uri="{FF2B5EF4-FFF2-40B4-BE49-F238E27FC236}">
                    <a16:creationId xmlns:a16="http://schemas.microsoft.com/office/drawing/2014/main" id="{65BBBF85-A937-3E32-3C0E-E5E58278F9A7}"/>
                  </a:ext>
                </a:extLst>
              </p:cNvPr>
              <p:cNvSpPr/>
              <p:nvPr/>
            </p:nvSpPr>
            <p:spPr>
              <a:xfrm>
                <a:off x="4550918" y="2118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1" name="Freeform 27330">
                <a:extLst>
                  <a:ext uri="{FF2B5EF4-FFF2-40B4-BE49-F238E27FC236}">
                    <a16:creationId xmlns:a16="http://schemas.microsoft.com/office/drawing/2014/main" id="{0D54A29E-C5EF-40EA-0C7B-B095DD53C06F}"/>
                  </a:ext>
                </a:extLst>
              </p:cNvPr>
              <p:cNvSpPr/>
              <p:nvPr/>
            </p:nvSpPr>
            <p:spPr>
              <a:xfrm>
                <a:off x="4551414" y="2029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2" name="Freeform 27331">
                <a:extLst>
                  <a:ext uri="{FF2B5EF4-FFF2-40B4-BE49-F238E27FC236}">
                    <a16:creationId xmlns:a16="http://schemas.microsoft.com/office/drawing/2014/main" id="{6C5850F4-BF66-082F-38B2-14A3546934BD}"/>
                  </a:ext>
                </a:extLst>
              </p:cNvPr>
              <p:cNvSpPr/>
              <p:nvPr/>
            </p:nvSpPr>
            <p:spPr>
              <a:xfrm>
                <a:off x="4551910" y="1579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3" name="Freeform 27332">
                <a:extLst>
                  <a:ext uri="{FF2B5EF4-FFF2-40B4-BE49-F238E27FC236}">
                    <a16:creationId xmlns:a16="http://schemas.microsoft.com/office/drawing/2014/main" id="{DD82F06B-B679-233F-2D85-A53CFB3D79A1}"/>
                  </a:ext>
                </a:extLst>
              </p:cNvPr>
              <p:cNvSpPr/>
              <p:nvPr/>
            </p:nvSpPr>
            <p:spPr>
              <a:xfrm>
                <a:off x="4552505" y="1636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4" name="Freeform 27333">
                <a:extLst>
                  <a:ext uri="{FF2B5EF4-FFF2-40B4-BE49-F238E27FC236}">
                    <a16:creationId xmlns:a16="http://schemas.microsoft.com/office/drawing/2014/main" id="{0BCBDFD8-F729-AA15-812C-884A1BC67FD4}"/>
                  </a:ext>
                </a:extLst>
              </p:cNvPr>
              <p:cNvSpPr/>
              <p:nvPr/>
            </p:nvSpPr>
            <p:spPr>
              <a:xfrm>
                <a:off x="4553002" y="1632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5" name="Freeform 27334">
                <a:extLst>
                  <a:ext uri="{FF2B5EF4-FFF2-40B4-BE49-F238E27FC236}">
                    <a16:creationId xmlns:a16="http://schemas.microsoft.com/office/drawing/2014/main" id="{DDC1FF98-9E91-E56A-7858-2ADBE8DBB1BC}"/>
                  </a:ext>
                </a:extLst>
              </p:cNvPr>
              <p:cNvSpPr/>
              <p:nvPr/>
            </p:nvSpPr>
            <p:spPr>
              <a:xfrm>
                <a:off x="4553498" y="1612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6" name="Freeform 27335">
                <a:extLst>
                  <a:ext uri="{FF2B5EF4-FFF2-40B4-BE49-F238E27FC236}">
                    <a16:creationId xmlns:a16="http://schemas.microsoft.com/office/drawing/2014/main" id="{7CECE397-A0AF-3B53-7294-3C5D7558D729}"/>
                  </a:ext>
                </a:extLst>
              </p:cNvPr>
              <p:cNvSpPr/>
              <p:nvPr/>
            </p:nvSpPr>
            <p:spPr>
              <a:xfrm>
                <a:off x="4554093" y="16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7" name="Freeform 27336">
                <a:extLst>
                  <a:ext uri="{FF2B5EF4-FFF2-40B4-BE49-F238E27FC236}">
                    <a16:creationId xmlns:a16="http://schemas.microsoft.com/office/drawing/2014/main" id="{262FDE3A-AAED-187A-88BF-1C868FB93F43}"/>
                  </a:ext>
                </a:extLst>
              </p:cNvPr>
              <p:cNvSpPr/>
              <p:nvPr/>
            </p:nvSpPr>
            <p:spPr>
              <a:xfrm>
                <a:off x="4554589" y="1715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8" name="Freeform 27337">
                <a:extLst>
                  <a:ext uri="{FF2B5EF4-FFF2-40B4-BE49-F238E27FC236}">
                    <a16:creationId xmlns:a16="http://schemas.microsoft.com/office/drawing/2014/main" id="{56CDFA7B-B116-A4CB-5F1F-3E114EA86362}"/>
                  </a:ext>
                </a:extLst>
              </p:cNvPr>
              <p:cNvSpPr/>
              <p:nvPr/>
            </p:nvSpPr>
            <p:spPr>
              <a:xfrm>
                <a:off x="4555085" y="1631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9" name="Freeform 27338">
                <a:extLst>
                  <a:ext uri="{FF2B5EF4-FFF2-40B4-BE49-F238E27FC236}">
                    <a16:creationId xmlns:a16="http://schemas.microsoft.com/office/drawing/2014/main" id="{ED84BA53-8AF9-A698-E083-9EA9FC3EAA8F}"/>
                  </a:ext>
                </a:extLst>
              </p:cNvPr>
              <p:cNvSpPr/>
              <p:nvPr/>
            </p:nvSpPr>
            <p:spPr>
              <a:xfrm>
                <a:off x="4555680" y="1560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0" name="Freeform 27339">
                <a:extLst>
                  <a:ext uri="{FF2B5EF4-FFF2-40B4-BE49-F238E27FC236}">
                    <a16:creationId xmlns:a16="http://schemas.microsoft.com/office/drawing/2014/main" id="{D7CAB07D-80EF-8560-71C2-0E2C7FAD3498}"/>
                  </a:ext>
                </a:extLst>
              </p:cNvPr>
              <p:cNvSpPr/>
              <p:nvPr/>
            </p:nvSpPr>
            <p:spPr>
              <a:xfrm>
                <a:off x="4556177" y="1540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1" name="Freeform 27340">
                <a:extLst>
                  <a:ext uri="{FF2B5EF4-FFF2-40B4-BE49-F238E27FC236}">
                    <a16:creationId xmlns:a16="http://schemas.microsoft.com/office/drawing/2014/main" id="{113A30A2-4381-4E1A-CB99-D6ABA5D76903}"/>
                  </a:ext>
                </a:extLst>
              </p:cNvPr>
              <p:cNvSpPr/>
              <p:nvPr/>
            </p:nvSpPr>
            <p:spPr>
              <a:xfrm>
                <a:off x="4556673" y="1545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2" name="Freeform 27341">
                <a:extLst>
                  <a:ext uri="{FF2B5EF4-FFF2-40B4-BE49-F238E27FC236}">
                    <a16:creationId xmlns:a16="http://schemas.microsoft.com/office/drawing/2014/main" id="{316CEA38-F7C7-48CD-A684-D3CC9E92BFE4}"/>
                  </a:ext>
                </a:extLst>
              </p:cNvPr>
              <p:cNvSpPr/>
              <p:nvPr/>
            </p:nvSpPr>
            <p:spPr>
              <a:xfrm>
                <a:off x="4557268" y="1564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3" name="Freeform 27342">
                <a:extLst>
                  <a:ext uri="{FF2B5EF4-FFF2-40B4-BE49-F238E27FC236}">
                    <a16:creationId xmlns:a16="http://schemas.microsoft.com/office/drawing/2014/main" id="{4DDA0CB8-16E1-A9E1-81C5-9099BD653897}"/>
                  </a:ext>
                </a:extLst>
              </p:cNvPr>
              <p:cNvSpPr/>
              <p:nvPr/>
            </p:nvSpPr>
            <p:spPr>
              <a:xfrm>
                <a:off x="4557764" y="1568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4" name="Freeform 27343">
                <a:extLst>
                  <a:ext uri="{FF2B5EF4-FFF2-40B4-BE49-F238E27FC236}">
                    <a16:creationId xmlns:a16="http://schemas.microsoft.com/office/drawing/2014/main" id="{2894CE7E-9803-CB1F-CB5D-969199A9EE0A}"/>
                  </a:ext>
                </a:extLst>
              </p:cNvPr>
              <p:cNvSpPr/>
              <p:nvPr/>
            </p:nvSpPr>
            <p:spPr>
              <a:xfrm>
                <a:off x="4558260" y="1568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5" name="Freeform 27344">
                <a:extLst>
                  <a:ext uri="{FF2B5EF4-FFF2-40B4-BE49-F238E27FC236}">
                    <a16:creationId xmlns:a16="http://schemas.microsoft.com/office/drawing/2014/main" id="{F6207FD7-99AC-6F68-E489-53CE206CA26A}"/>
                  </a:ext>
                </a:extLst>
              </p:cNvPr>
              <p:cNvSpPr/>
              <p:nvPr/>
            </p:nvSpPr>
            <p:spPr>
              <a:xfrm>
                <a:off x="4558855" y="1535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6" name="Freeform 27345">
                <a:extLst>
                  <a:ext uri="{FF2B5EF4-FFF2-40B4-BE49-F238E27FC236}">
                    <a16:creationId xmlns:a16="http://schemas.microsoft.com/office/drawing/2014/main" id="{77167B3C-7841-97CD-0B8D-483A6D526C33}"/>
                  </a:ext>
                </a:extLst>
              </p:cNvPr>
              <p:cNvSpPr/>
              <p:nvPr/>
            </p:nvSpPr>
            <p:spPr>
              <a:xfrm>
                <a:off x="4559352" y="1620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7" name="Freeform 27346">
                <a:extLst>
                  <a:ext uri="{FF2B5EF4-FFF2-40B4-BE49-F238E27FC236}">
                    <a16:creationId xmlns:a16="http://schemas.microsoft.com/office/drawing/2014/main" id="{F8BE0AC4-4009-2732-183F-B53555E142F8}"/>
                  </a:ext>
                </a:extLst>
              </p:cNvPr>
              <p:cNvSpPr/>
              <p:nvPr/>
            </p:nvSpPr>
            <p:spPr>
              <a:xfrm>
                <a:off x="4559848" y="1969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8" name="Freeform 27347">
                <a:extLst>
                  <a:ext uri="{FF2B5EF4-FFF2-40B4-BE49-F238E27FC236}">
                    <a16:creationId xmlns:a16="http://schemas.microsoft.com/office/drawing/2014/main" id="{A7F2DC0F-281A-A5FE-D88F-4315A9ACE05F}"/>
                  </a:ext>
                </a:extLst>
              </p:cNvPr>
              <p:cNvSpPr/>
              <p:nvPr/>
            </p:nvSpPr>
            <p:spPr>
              <a:xfrm>
                <a:off x="4560443" y="2072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49" name="Freeform 27348">
                <a:extLst>
                  <a:ext uri="{FF2B5EF4-FFF2-40B4-BE49-F238E27FC236}">
                    <a16:creationId xmlns:a16="http://schemas.microsoft.com/office/drawing/2014/main" id="{68284551-55F1-7232-CC26-C7671384EB3B}"/>
                  </a:ext>
                </a:extLst>
              </p:cNvPr>
              <p:cNvSpPr/>
              <p:nvPr/>
            </p:nvSpPr>
            <p:spPr>
              <a:xfrm>
                <a:off x="4560939" y="2093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0" name="Freeform 27349">
                <a:extLst>
                  <a:ext uri="{FF2B5EF4-FFF2-40B4-BE49-F238E27FC236}">
                    <a16:creationId xmlns:a16="http://schemas.microsoft.com/office/drawing/2014/main" id="{F2619A5F-38AC-3886-CB25-2AE76A896116}"/>
                  </a:ext>
                </a:extLst>
              </p:cNvPr>
              <p:cNvSpPr/>
              <p:nvPr/>
            </p:nvSpPr>
            <p:spPr>
              <a:xfrm>
                <a:off x="4561435" y="208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1" name="Freeform 27350">
                <a:extLst>
                  <a:ext uri="{FF2B5EF4-FFF2-40B4-BE49-F238E27FC236}">
                    <a16:creationId xmlns:a16="http://schemas.microsoft.com/office/drawing/2014/main" id="{4E609F6E-3704-DBEB-CFC1-1FFA6EFB291E}"/>
                  </a:ext>
                </a:extLst>
              </p:cNvPr>
              <p:cNvSpPr/>
              <p:nvPr/>
            </p:nvSpPr>
            <p:spPr>
              <a:xfrm>
                <a:off x="4562030" y="2081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2" name="Freeform 27351">
                <a:extLst>
                  <a:ext uri="{FF2B5EF4-FFF2-40B4-BE49-F238E27FC236}">
                    <a16:creationId xmlns:a16="http://schemas.microsoft.com/office/drawing/2014/main" id="{85D96215-7853-6577-44B1-F2F2EC05A1AE}"/>
                  </a:ext>
                </a:extLst>
              </p:cNvPr>
              <p:cNvSpPr/>
              <p:nvPr/>
            </p:nvSpPr>
            <p:spPr>
              <a:xfrm>
                <a:off x="4562527" y="208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3" name="Freeform 27352">
                <a:extLst>
                  <a:ext uri="{FF2B5EF4-FFF2-40B4-BE49-F238E27FC236}">
                    <a16:creationId xmlns:a16="http://schemas.microsoft.com/office/drawing/2014/main" id="{47F9C0AF-455F-0729-F1BF-A05277A6991A}"/>
                  </a:ext>
                </a:extLst>
              </p:cNvPr>
              <p:cNvSpPr/>
              <p:nvPr/>
            </p:nvSpPr>
            <p:spPr>
              <a:xfrm>
                <a:off x="4563023" y="2082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4" name="Freeform 27353">
                <a:extLst>
                  <a:ext uri="{FF2B5EF4-FFF2-40B4-BE49-F238E27FC236}">
                    <a16:creationId xmlns:a16="http://schemas.microsoft.com/office/drawing/2014/main" id="{D32213B0-DC36-23B7-CF34-7AD07B9732EA}"/>
                  </a:ext>
                </a:extLst>
              </p:cNvPr>
              <p:cNvSpPr/>
              <p:nvPr/>
            </p:nvSpPr>
            <p:spPr>
              <a:xfrm>
                <a:off x="4563618" y="2066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5" name="Freeform 27354">
                <a:extLst>
                  <a:ext uri="{FF2B5EF4-FFF2-40B4-BE49-F238E27FC236}">
                    <a16:creationId xmlns:a16="http://schemas.microsoft.com/office/drawing/2014/main" id="{859152A5-A4A2-1704-649F-A4F71F02CB4E}"/>
                  </a:ext>
                </a:extLst>
              </p:cNvPr>
              <p:cNvSpPr/>
              <p:nvPr/>
            </p:nvSpPr>
            <p:spPr>
              <a:xfrm>
                <a:off x="4564114" y="1954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6" name="Freeform 27355">
                <a:extLst>
                  <a:ext uri="{FF2B5EF4-FFF2-40B4-BE49-F238E27FC236}">
                    <a16:creationId xmlns:a16="http://schemas.microsoft.com/office/drawing/2014/main" id="{59ACD291-694B-3954-6A55-3BF10C1AA2DB}"/>
                  </a:ext>
                </a:extLst>
              </p:cNvPr>
              <p:cNvSpPr/>
              <p:nvPr/>
            </p:nvSpPr>
            <p:spPr>
              <a:xfrm>
                <a:off x="4564610" y="1712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7" name="Freeform 27356">
                <a:extLst>
                  <a:ext uri="{FF2B5EF4-FFF2-40B4-BE49-F238E27FC236}">
                    <a16:creationId xmlns:a16="http://schemas.microsoft.com/office/drawing/2014/main" id="{28B26102-6949-3508-F03F-ADE92426D274}"/>
                  </a:ext>
                </a:extLst>
              </p:cNvPr>
              <p:cNvSpPr/>
              <p:nvPr/>
            </p:nvSpPr>
            <p:spPr>
              <a:xfrm>
                <a:off x="4565106" y="1803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8" name="Freeform 27357">
                <a:extLst>
                  <a:ext uri="{FF2B5EF4-FFF2-40B4-BE49-F238E27FC236}">
                    <a16:creationId xmlns:a16="http://schemas.microsoft.com/office/drawing/2014/main" id="{EC17278C-AE9D-570F-42ED-02F360418FEA}"/>
                  </a:ext>
                </a:extLst>
              </p:cNvPr>
              <p:cNvSpPr/>
              <p:nvPr/>
            </p:nvSpPr>
            <p:spPr>
              <a:xfrm>
                <a:off x="4565702" y="1752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9" name="Freeform 27358">
                <a:extLst>
                  <a:ext uri="{FF2B5EF4-FFF2-40B4-BE49-F238E27FC236}">
                    <a16:creationId xmlns:a16="http://schemas.microsoft.com/office/drawing/2014/main" id="{232B1195-E53B-9D80-0093-2C3C26EA3DF9}"/>
                  </a:ext>
                </a:extLst>
              </p:cNvPr>
              <p:cNvSpPr/>
              <p:nvPr/>
            </p:nvSpPr>
            <p:spPr>
              <a:xfrm>
                <a:off x="4566198" y="1743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0" name="Freeform 27359">
                <a:extLst>
                  <a:ext uri="{FF2B5EF4-FFF2-40B4-BE49-F238E27FC236}">
                    <a16:creationId xmlns:a16="http://schemas.microsoft.com/office/drawing/2014/main" id="{FF4179CA-AD10-22DA-E32C-3EE399258033}"/>
                  </a:ext>
                </a:extLst>
              </p:cNvPr>
              <p:cNvSpPr/>
              <p:nvPr/>
            </p:nvSpPr>
            <p:spPr>
              <a:xfrm>
                <a:off x="4566694" y="1716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1" name="Freeform 27360">
                <a:extLst>
                  <a:ext uri="{FF2B5EF4-FFF2-40B4-BE49-F238E27FC236}">
                    <a16:creationId xmlns:a16="http://schemas.microsoft.com/office/drawing/2014/main" id="{8A906C52-0685-216E-D711-33170D426B1D}"/>
                  </a:ext>
                </a:extLst>
              </p:cNvPr>
              <p:cNvSpPr/>
              <p:nvPr/>
            </p:nvSpPr>
            <p:spPr>
              <a:xfrm>
                <a:off x="4567289" y="1654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2" name="Freeform 27361">
                <a:extLst>
                  <a:ext uri="{FF2B5EF4-FFF2-40B4-BE49-F238E27FC236}">
                    <a16:creationId xmlns:a16="http://schemas.microsoft.com/office/drawing/2014/main" id="{D0799EA2-755A-CDC0-5679-B9AB3FAAB588}"/>
                  </a:ext>
                </a:extLst>
              </p:cNvPr>
              <p:cNvSpPr/>
              <p:nvPr/>
            </p:nvSpPr>
            <p:spPr>
              <a:xfrm>
                <a:off x="4567785" y="1627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3" name="Freeform 27362">
                <a:extLst>
                  <a:ext uri="{FF2B5EF4-FFF2-40B4-BE49-F238E27FC236}">
                    <a16:creationId xmlns:a16="http://schemas.microsoft.com/office/drawing/2014/main" id="{ED1446D6-9F0A-38E6-DE23-AF3607848DC8}"/>
                  </a:ext>
                </a:extLst>
              </p:cNvPr>
              <p:cNvSpPr/>
              <p:nvPr/>
            </p:nvSpPr>
            <p:spPr>
              <a:xfrm>
                <a:off x="4568281" y="1569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4" name="Freeform 27363">
                <a:extLst>
                  <a:ext uri="{FF2B5EF4-FFF2-40B4-BE49-F238E27FC236}">
                    <a16:creationId xmlns:a16="http://schemas.microsoft.com/office/drawing/2014/main" id="{551DC2B4-3377-6BC1-91D2-510CACA500FD}"/>
                  </a:ext>
                </a:extLst>
              </p:cNvPr>
              <p:cNvSpPr/>
              <p:nvPr/>
            </p:nvSpPr>
            <p:spPr>
              <a:xfrm>
                <a:off x="4568877" y="1541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5" name="Freeform 27364">
                <a:extLst>
                  <a:ext uri="{FF2B5EF4-FFF2-40B4-BE49-F238E27FC236}">
                    <a16:creationId xmlns:a16="http://schemas.microsoft.com/office/drawing/2014/main" id="{22042498-86A3-4D2C-E226-97CF707A15AB}"/>
                  </a:ext>
                </a:extLst>
              </p:cNvPr>
              <p:cNvSpPr/>
              <p:nvPr/>
            </p:nvSpPr>
            <p:spPr>
              <a:xfrm>
                <a:off x="4569373" y="1528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6" name="Freeform 27365">
                <a:extLst>
                  <a:ext uri="{FF2B5EF4-FFF2-40B4-BE49-F238E27FC236}">
                    <a16:creationId xmlns:a16="http://schemas.microsoft.com/office/drawing/2014/main" id="{FFC825CC-42D5-46AE-D615-1982DED53D6F}"/>
                  </a:ext>
                </a:extLst>
              </p:cNvPr>
              <p:cNvSpPr/>
              <p:nvPr/>
            </p:nvSpPr>
            <p:spPr>
              <a:xfrm>
                <a:off x="4569869" y="1529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7" name="Freeform 27366">
                <a:extLst>
                  <a:ext uri="{FF2B5EF4-FFF2-40B4-BE49-F238E27FC236}">
                    <a16:creationId xmlns:a16="http://schemas.microsoft.com/office/drawing/2014/main" id="{3ECCBD4E-D8F0-1A7A-2A4C-0BC0080FEEB4}"/>
                  </a:ext>
                </a:extLst>
              </p:cNvPr>
              <p:cNvSpPr/>
              <p:nvPr/>
            </p:nvSpPr>
            <p:spPr>
              <a:xfrm>
                <a:off x="4570464" y="1531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8" name="Freeform 27367">
                <a:extLst>
                  <a:ext uri="{FF2B5EF4-FFF2-40B4-BE49-F238E27FC236}">
                    <a16:creationId xmlns:a16="http://schemas.microsoft.com/office/drawing/2014/main" id="{2C863CDB-BF33-14A2-7470-1FF963CE5BD8}"/>
                  </a:ext>
                </a:extLst>
              </p:cNvPr>
              <p:cNvSpPr/>
              <p:nvPr/>
            </p:nvSpPr>
            <p:spPr>
              <a:xfrm>
                <a:off x="4570960" y="1530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69" name="Freeform 27368">
                <a:extLst>
                  <a:ext uri="{FF2B5EF4-FFF2-40B4-BE49-F238E27FC236}">
                    <a16:creationId xmlns:a16="http://schemas.microsoft.com/office/drawing/2014/main" id="{30B860F4-A229-021E-C06E-6FCA02DF8E05}"/>
                  </a:ext>
                </a:extLst>
              </p:cNvPr>
              <p:cNvSpPr/>
              <p:nvPr/>
            </p:nvSpPr>
            <p:spPr>
              <a:xfrm>
                <a:off x="4571456" y="1534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0" name="Freeform 27369">
                <a:extLst>
                  <a:ext uri="{FF2B5EF4-FFF2-40B4-BE49-F238E27FC236}">
                    <a16:creationId xmlns:a16="http://schemas.microsoft.com/office/drawing/2014/main" id="{0E47A565-7E50-8694-50C6-07CEE407CF1E}"/>
                  </a:ext>
                </a:extLst>
              </p:cNvPr>
              <p:cNvSpPr/>
              <p:nvPr/>
            </p:nvSpPr>
            <p:spPr>
              <a:xfrm>
                <a:off x="4572052" y="1594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1" name="Freeform 27370">
                <a:extLst>
                  <a:ext uri="{FF2B5EF4-FFF2-40B4-BE49-F238E27FC236}">
                    <a16:creationId xmlns:a16="http://schemas.microsoft.com/office/drawing/2014/main" id="{995B8B40-D2B5-C92A-DC10-1A262D038FCE}"/>
                  </a:ext>
                </a:extLst>
              </p:cNvPr>
              <p:cNvSpPr/>
              <p:nvPr/>
            </p:nvSpPr>
            <p:spPr>
              <a:xfrm>
                <a:off x="4572548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2" name="Freeform 27371">
                <a:extLst>
                  <a:ext uri="{FF2B5EF4-FFF2-40B4-BE49-F238E27FC236}">
                    <a16:creationId xmlns:a16="http://schemas.microsoft.com/office/drawing/2014/main" id="{5B1EA83A-D290-A92A-B5B9-F965032C3D87}"/>
                  </a:ext>
                </a:extLst>
              </p:cNvPr>
              <p:cNvSpPr/>
              <p:nvPr/>
            </p:nvSpPr>
            <p:spPr>
              <a:xfrm>
                <a:off x="4573044" y="2075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3" name="Freeform 27372">
                <a:extLst>
                  <a:ext uri="{FF2B5EF4-FFF2-40B4-BE49-F238E27FC236}">
                    <a16:creationId xmlns:a16="http://schemas.microsoft.com/office/drawing/2014/main" id="{485DDFCA-3873-7A99-0915-9D49865E6D9D}"/>
                  </a:ext>
                </a:extLst>
              </p:cNvPr>
              <p:cNvSpPr/>
              <p:nvPr/>
            </p:nvSpPr>
            <p:spPr>
              <a:xfrm>
                <a:off x="4573639" y="208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4" name="Freeform 27373">
                <a:extLst>
                  <a:ext uri="{FF2B5EF4-FFF2-40B4-BE49-F238E27FC236}">
                    <a16:creationId xmlns:a16="http://schemas.microsoft.com/office/drawing/2014/main" id="{005C291E-23BF-271C-82A8-CE3D3AC91EBB}"/>
                  </a:ext>
                </a:extLst>
              </p:cNvPr>
              <p:cNvSpPr/>
              <p:nvPr/>
            </p:nvSpPr>
            <p:spPr>
              <a:xfrm>
                <a:off x="4574135" y="209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5" name="Freeform 27374">
                <a:extLst>
                  <a:ext uri="{FF2B5EF4-FFF2-40B4-BE49-F238E27FC236}">
                    <a16:creationId xmlns:a16="http://schemas.microsoft.com/office/drawing/2014/main" id="{B77E7542-0012-C809-2FAF-9B2FDDE83B54}"/>
                  </a:ext>
                </a:extLst>
              </p:cNvPr>
              <p:cNvSpPr/>
              <p:nvPr/>
            </p:nvSpPr>
            <p:spPr>
              <a:xfrm>
                <a:off x="4574631" y="2077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6" name="Freeform 27375">
                <a:extLst>
                  <a:ext uri="{FF2B5EF4-FFF2-40B4-BE49-F238E27FC236}">
                    <a16:creationId xmlns:a16="http://schemas.microsoft.com/office/drawing/2014/main" id="{2BE0FCE2-960F-3EC3-168E-D259C91AA2C9}"/>
                  </a:ext>
                </a:extLst>
              </p:cNvPr>
              <p:cNvSpPr/>
              <p:nvPr/>
            </p:nvSpPr>
            <p:spPr>
              <a:xfrm>
                <a:off x="4575227" y="2082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7" name="Freeform 27376">
                <a:extLst>
                  <a:ext uri="{FF2B5EF4-FFF2-40B4-BE49-F238E27FC236}">
                    <a16:creationId xmlns:a16="http://schemas.microsoft.com/office/drawing/2014/main" id="{04513A13-F1BE-26FC-4A92-950DC5DC98DB}"/>
                  </a:ext>
                </a:extLst>
              </p:cNvPr>
              <p:cNvSpPr/>
              <p:nvPr/>
            </p:nvSpPr>
            <p:spPr>
              <a:xfrm>
                <a:off x="4575723" y="2084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8" name="Freeform 27377">
                <a:extLst>
                  <a:ext uri="{FF2B5EF4-FFF2-40B4-BE49-F238E27FC236}">
                    <a16:creationId xmlns:a16="http://schemas.microsoft.com/office/drawing/2014/main" id="{82482160-281B-1BC8-A2BF-BED26EA00B9E}"/>
                  </a:ext>
                </a:extLst>
              </p:cNvPr>
              <p:cNvSpPr/>
              <p:nvPr/>
            </p:nvSpPr>
            <p:spPr>
              <a:xfrm>
                <a:off x="4576219" y="2086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9" name="Freeform 27378">
                <a:extLst>
                  <a:ext uri="{FF2B5EF4-FFF2-40B4-BE49-F238E27FC236}">
                    <a16:creationId xmlns:a16="http://schemas.microsoft.com/office/drawing/2014/main" id="{CE5B5806-8094-56FC-EDE5-7881F52C9F14}"/>
                  </a:ext>
                </a:extLst>
              </p:cNvPr>
              <p:cNvSpPr/>
              <p:nvPr/>
            </p:nvSpPr>
            <p:spPr>
              <a:xfrm>
                <a:off x="4576715" y="2019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0" name="Freeform 27379">
                <a:extLst>
                  <a:ext uri="{FF2B5EF4-FFF2-40B4-BE49-F238E27FC236}">
                    <a16:creationId xmlns:a16="http://schemas.microsoft.com/office/drawing/2014/main" id="{E553A576-F8A2-278B-9DD9-913D609DCCAB}"/>
                  </a:ext>
                </a:extLst>
              </p:cNvPr>
              <p:cNvSpPr/>
              <p:nvPr/>
            </p:nvSpPr>
            <p:spPr>
              <a:xfrm>
                <a:off x="4577310" y="1747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1" name="Freeform 27380">
                <a:extLst>
                  <a:ext uri="{FF2B5EF4-FFF2-40B4-BE49-F238E27FC236}">
                    <a16:creationId xmlns:a16="http://schemas.microsoft.com/office/drawing/2014/main" id="{4C991956-7DBB-EE18-85F7-FED9DDB92498}"/>
                  </a:ext>
                </a:extLst>
              </p:cNvPr>
              <p:cNvSpPr/>
              <p:nvPr/>
            </p:nvSpPr>
            <p:spPr>
              <a:xfrm>
                <a:off x="4577806" y="1669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2" name="Freeform 27381">
                <a:extLst>
                  <a:ext uri="{FF2B5EF4-FFF2-40B4-BE49-F238E27FC236}">
                    <a16:creationId xmlns:a16="http://schemas.microsoft.com/office/drawing/2014/main" id="{B1E8D9F5-4B80-7914-9E7B-E3582390181C}"/>
                  </a:ext>
                </a:extLst>
              </p:cNvPr>
              <p:cNvSpPr/>
              <p:nvPr/>
            </p:nvSpPr>
            <p:spPr>
              <a:xfrm>
                <a:off x="4578302" y="1649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3" name="Freeform 27382">
                <a:extLst>
                  <a:ext uri="{FF2B5EF4-FFF2-40B4-BE49-F238E27FC236}">
                    <a16:creationId xmlns:a16="http://schemas.microsoft.com/office/drawing/2014/main" id="{09572BEA-5F19-184E-8FEC-24708FBEDE30}"/>
                  </a:ext>
                </a:extLst>
              </p:cNvPr>
              <p:cNvSpPr/>
              <p:nvPr/>
            </p:nvSpPr>
            <p:spPr>
              <a:xfrm>
                <a:off x="4578898" y="1652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4" name="Freeform 27383">
                <a:extLst>
                  <a:ext uri="{FF2B5EF4-FFF2-40B4-BE49-F238E27FC236}">
                    <a16:creationId xmlns:a16="http://schemas.microsoft.com/office/drawing/2014/main" id="{B206318E-143C-90FC-FEA5-0234622178FF}"/>
                  </a:ext>
                </a:extLst>
              </p:cNvPr>
              <p:cNvSpPr/>
              <p:nvPr/>
            </p:nvSpPr>
            <p:spPr>
              <a:xfrm>
                <a:off x="4579394" y="1665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5" name="Freeform 27384">
                <a:extLst>
                  <a:ext uri="{FF2B5EF4-FFF2-40B4-BE49-F238E27FC236}">
                    <a16:creationId xmlns:a16="http://schemas.microsoft.com/office/drawing/2014/main" id="{ADE2FC45-AE97-4700-CE68-F6C417811900}"/>
                  </a:ext>
                </a:extLst>
              </p:cNvPr>
              <p:cNvSpPr/>
              <p:nvPr/>
            </p:nvSpPr>
            <p:spPr>
              <a:xfrm>
                <a:off x="4579890" y="1640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6" name="Freeform 27385">
                <a:extLst>
                  <a:ext uri="{FF2B5EF4-FFF2-40B4-BE49-F238E27FC236}">
                    <a16:creationId xmlns:a16="http://schemas.microsoft.com/office/drawing/2014/main" id="{6719273C-2408-E3FA-9B8B-DD9F8D37AAD4}"/>
                  </a:ext>
                </a:extLst>
              </p:cNvPr>
              <p:cNvSpPr/>
              <p:nvPr/>
            </p:nvSpPr>
            <p:spPr>
              <a:xfrm>
                <a:off x="4580485" y="1602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7" name="Freeform 27386">
                <a:extLst>
                  <a:ext uri="{FF2B5EF4-FFF2-40B4-BE49-F238E27FC236}">
                    <a16:creationId xmlns:a16="http://schemas.microsoft.com/office/drawing/2014/main" id="{AEC725F6-B11A-52FD-6059-68B91A78C405}"/>
                  </a:ext>
                </a:extLst>
              </p:cNvPr>
              <p:cNvSpPr/>
              <p:nvPr/>
            </p:nvSpPr>
            <p:spPr>
              <a:xfrm>
                <a:off x="4580981" y="1571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8" name="Freeform 27387">
                <a:extLst>
                  <a:ext uri="{FF2B5EF4-FFF2-40B4-BE49-F238E27FC236}">
                    <a16:creationId xmlns:a16="http://schemas.microsoft.com/office/drawing/2014/main" id="{72B43D66-2B67-69D3-B15A-C71F0AA2B031}"/>
                  </a:ext>
                </a:extLst>
              </p:cNvPr>
              <p:cNvSpPr/>
              <p:nvPr/>
            </p:nvSpPr>
            <p:spPr>
              <a:xfrm>
                <a:off x="4581477" y="1555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89" name="Freeform 27388">
                <a:extLst>
                  <a:ext uri="{FF2B5EF4-FFF2-40B4-BE49-F238E27FC236}">
                    <a16:creationId xmlns:a16="http://schemas.microsoft.com/office/drawing/2014/main" id="{A8C04FAC-69DE-89C6-7FA9-DA863CE1E54A}"/>
                  </a:ext>
                </a:extLst>
              </p:cNvPr>
              <p:cNvSpPr/>
              <p:nvPr/>
            </p:nvSpPr>
            <p:spPr>
              <a:xfrm>
                <a:off x="4582073" y="1559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0" name="Freeform 27389">
                <a:extLst>
                  <a:ext uri="{FF2B5EF4-FFF2-40B4-BE49-F238E27FC236}">
                    <a16:creationId xmlns:a16="http://schemas.microsoft.com/office/drawing/2014/main" id="{D3586308-8BE3-2FF7-196D-EAC5D5E9726C}"/>
                  </a:ext>
                </a:extLst>
              </p:cNvPr>
              <p:cNvSpPr/>
              <p:nvPr/>
            </p:nvSpPr>
            <p:spPr>
              <a:xfrm>
                <a:off x="4582569" y="1565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1" name="Freeform 27390">
                <a:extLst>
                  <a:ext uri="{FF2B5EF4-FFF2-40B4-BE49-F238E27FC236}">
                    <a16:creationId xmlns:a16="http://schemas.microsoft.com/office/drawing/2014/main" id="{62AAE595-6132-B82C-A112-41B8C75AE70C}"/>
                  </a:ext>
                </a:extLst>
              </p:cNvPr>
              <p:cNvSpPr/>
              <p:nvPr/>
            </p:nvSpPr>
            <p:spPr>
              <a:xfrm>
                <a:off x="4583065" y="1586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2" name="Freeform 27391">
                <a:extLst>
                  <a:ext uri="{FF2B5EF4-FFF2-40B4-BE49-F238E27FC236}">
                    <a16:creationId xmlns:a16="http://schemas.microsoft.com/office/drawing/2014/main" id="{BDF5EF38-E549-5F5B-C61F-F99CEF3773CC}"/>
                  </a:ext>
                </a:extLst>
              </p:cNvPr>
              <p:cNvSpPr/>
              <p:nvPr/>
            </p:nvSpPr>
            <p:spPr>
              <a:xfrm>
                <a:off x="4583660" y="1598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3" name="Freeform 27392">
                <a:extLst>
                  <a:ext uri="{FF2B5EF4-FFF2-40B4-BE49-F238E27FC236}">
                    <a16:creationId xmlns:a16="http://schemas.microsoft.com/office/drawing/2014/main" id="{68301061-6943-6E5B-B78C-C6157CA1CF44}"/>
                  </a:ext>
                </a:extLst>
              </p:cNvPr>
              <p:cNvSpPr/>
              <p:nvPr/>
            </p:nvSpPr>
            <p:spPr>
              <a:xfrm>
                <a:off x="4584156" y="1547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4" name="Freeform 27393">
                <a:extLst>
                  <a:ext uri="{FF2B5EF4-FFF2-40B4-BE49-F238E27FC236}">
                    <a16:creationId xmlns:a16="http://schemas.microsoft.com/office/drawing/2014/main" id="{A1FC2638-BD80-4C15-207F-9A67EC310D7D}"/>
                  </a:ext>
                </a:extLst>
              </p:cNvPr>
              <p:cNvSpPr/>
              <p:nvPr/>
            </p:nvSpPr>
            <p:spPr>
              <a:xfrm>
                <a:off x="4584652" y="1641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5" name="Freeform 27394">
                <a:extLst>
                  <a:ext uri="{FF2B5EF4-FFF2-40B4-BE49-F238E27FC236}">
                    <a16:creationId xmlns:a16="http://schemas.microsoft.com/office/drawing/2014/main" id="{CD05803F-6FC4-8D89-448D-A24890583A76}"/>
                  </a:ext>
                </a:extLst>
              </p:cNvPr>
              <p:cNvSpPr/>
              <p:nvPr/>
            </p:nvSpPr>
            <p:spPr>
              <a:xfrm>
                <a:off x="4585248" y="1877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6" name="Freeform 27395">
                <a:extLst>
                  <a:ext uri="{FF2B5EF4-FFF2-40B4-BE49-F238E27FC236}">
                    <a16:creationId xmlns:a16="http://schemas.microsoft.com/office/drawing/2014/main" id="{D7ACBF46-9E2B-CCC1-763B-3709273FFC87}"/>
                  </a:ext>
                </a:extLst>
              </p:cNvPr>
              <p:cNvSpPr/>
              <p:nvPr/>
            </p:nvSpPr>
            <p:spPr>
              <a:xfrm>
                <a:off x="4585744" y="2029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7" name="Freeform 27396">
                <a:extLst>
                  <a:ext uri="{FF2B5EF4-FFF2-40B4-BE49-F238E27FC236}">
                    <a16:creationId xmlns:a16="http://schemas.microsoft.com/office/drawing/2014/main" id="{7072ED12-D572-37C8-71F6-E34E4529523E}"/>
                  </a:ext>
                </a:extLst>
              </p:cNvPr>
              <p:cNvSpPr/>
              <p:nvPr/>
            </p:nvSpPr>
            <p:spPr>
              <a:xfrm>
                <a:off x="4586240" y="208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8" name="Freeform 27397">
                <a:extLst>
                  <a:ext uri="{FF2B5EF4-FFF2-40B4-BE49-F238E27FC236}">
                    <a16:creationId xmlns:a16="http://schemas.microsoft.com/office/drawing/2014/main" id="{74B6FCF2-CE79-D0A8-E6D3-F4FAD0078EF9}"/>
                  </a:ext>
                </a:extLst>
              </p:cNvPr>
              <p:cNvSpPr/>
              <p:nvPr/>
            </p:nvSpPr>
            <p:spPr>
              <a:xfrm>
                <a:off x="4586835" y="205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9" name="Freeform 27398">
                <a:extLst>
                  <a:ext uri="{FF2B5EF4-FFF2-40B4-BE49-F238E27FC236}">
                    <a16:creationId xmlns:a16="http://schemas.microsoft.com/office/drawing/2014/main" id="{1490B8D4-7015-1668-D141-48A1DE8333EB}"/>
                  </a:ext>
                </a:extLst>
              </p:cNvPr>
              <p:cNvSpPr/>
              <p:nvPr/>
            </p:nvSpPr>
            <p:spPr>
              <a:xfrm>
                <a:off x="4587331" y="20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0" name="Freeform 27399">
                <a:extLst>
                  <a:ext uri="{FF2B5EF4-FFF2-40B4-BE49-F238E27FC236}">
                    <a16:creationId xmlns:a16="http://schemas.microsoft.com/office/drawing/2014/main" id="{804201E4-A41A-9732-FEAE-EA020243A567}"/>
                  </a:ext>
                </a:extLst>
              </p:cNvPr>
              <p:cNvSpPr/>
              <p:nvPr/>
            </p:nvSpPr>
            <p:spPr>
              <a:xfrm>
                <a:off x="4587827" y="201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1" name="Freeform 27400">
                <a:extLst>
                  <a:ext uri="{FF2B5EF4-FFF2-40B4-BE49-F238E27FC236}">
                    <a16:creationId xmlns:a16="http://schemas.microsoft.com/office/drawing/2014/main" id="{481CCEBA-751C-B17E-BDF5-F7E3D98B36AF}"/>
                  </a:ext>
                </a:extLst>
              </p:cNvPr>
              <p:cNvSpPr/>
              <p:nvPr/>
            </p:nvSpPr>
            <p:spPr>
              <a:xfrm>
                <a:off x="4588323" y="19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2" name="Freeform 27401">
                <a:extLst>
                  <a:ext uri="{FF2B5EF4-FFF2-40B4-BE49-F238E27FC236}">
                    <a16:creationId xmlns:a16="http://schemas.microsoft.com/office/drawing/2014/main" id="{E42F95F7-8936-0800-F4BB-849CF7D44309}"/>
                  </a:ext>
                </a:extLst>
              </p:cNvPr>
              <p:cNvSpPr/>
              <p:nvPr/>
            </p:nvSpPr>
            <p:spPr>
              <a:xfrm>
                <a:off x="4588919" y="1946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3" name="Freeform 27402">
                <a:extLst>
                  <a:ext uri="{FF2B5EF4-FFF2-40B4-BE49-F238E27FC236}">
                    <a16:creationId xmlns:a16="http://schemas.microsoft.com/office/drawing/2014/main" id="{AF30E31D-61C5-EDFE-D5C8-F397E7F4FF17}"/>
                  </a:ext>
                </a:extLst>
              </p:cNvPr>
              <p:cNvSpPr/>
              <p:nvPr/>
            </p:nvSpPr>
            <p:spPr>
              <a:xfrm>
                <a:off x="4589415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4" name="Freeform 27403">
                <a:extLst>
                  <a:ext uri="{FF2B5EF4-FFF2-40B4-BE49-F238E27FC236}">
                    <a16:creationId xmlns:a16="http://schemas.microsoft.com/office/drawing/2014/main" id="{FF7D62CF-F185-7138-0045-7FA1F8D92422}"/>
                  </a:ext>
                </a:extLst>
              </p:cNvPr>
              <p:cNvSpPr/>
              <p:nvPr/>
            </p:nvSpPr>
            <p:spPr>
              <a:xfrm>
                <a:off x="4589911" y="1794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5" name="Freeform 27404">
                <a:extLst>
                  <a:ext uri="{FF2B5EF4-FFF2-40B4-BE49-F238E27FC236}">
                    <a16:creationId xmlns:a16="http://schemas.microsoft.com/office/drawing/2014/main" id="{468C9AFB-A747-8648-1BCB-4DFF333F5E0A}"/>
                  </a:ext>
                </a:extLst>
              </p:cNvPr>
              <p:cNvSpPr/>
              <p:nvPr/>
            </p:nvSpPr>
            <p:spPr>
              <a:xfrm>
                <a:off x="4590506" y="16893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6" name="Freeform 27405">
                <a:extLst>
                  <a:ext uri="{FF2B5EF4-FFF2-40B4-BE49-F238E27FC236}">
                    <a16:creationId xmlns:a16="http://schemas.microsoft.com/office/drawing/2014/main" id="{EF723F63-D42F-9990-FB14-4960B6357D30}"/>
                  </a:ext>
                </a:extLst>
              </p:cNvPr>
              <p:cNvSpPr/>
              <p:nvPr/>
            </p:nvSpPr>
            <p:spPr>
              <a:xfrm>
                <a:off x="4591002" y="1633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7" name="Freeform 27406">
                <a:extLst>
                  <a:ext uri="{FF2B5EF4-FFF2-40B4-BE49-F238E27FC236}">
                    <a16:creationId xmlns:a16="http://schemas.microsoft.com/office/drawing/2014/main" id="{C8BA7242-2853-1E40-0B2A-5C1E6C3675F6}"/>
                  </a:ext>
                </a:extLst>
              </p:cNvPr>
              <p:cNvSpPr/>
              <p:nvPr/>
            </p:nvSpPr>
            <p:spPr>
              <a:xfrm>
                <a:off x="4591498" y="1679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8" name="Freeform 27407">
                <a:extLst>
                  <a:ext uri="{FF2B5EF4-FFF2-40B4-BE49-F238E27FC236}">
                    <a16:creationId xmlns:a16="http://schemas.microsoft.com/office/drawing/2014/main" id="{E742F8AC-AD33-9A70-E20F-BD34CB9F6861}"/>
                  </a:ext>
                </a:extLst>
              </p:cNvPr>
              <p:cNvSpPr/>
              <p:nvPr/>
            </p:nvSpPr>
            <p:spPr>
              <a:xfrm>
                <a:off x="4592094" y="1687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09" name="Freeform 27408">
                <a:extLst>
                  <a:ext uri="{FF2B5EF4-FFF2-40B4-BE49-F238E27FC236}">
                    <a16:creationId xmlns:a16="http://schemas.microsoft.com/office/drawing/2014/main" id="{35B63709-0B6F-CBD2-514C-09F32BD85923}"/>
                  </a:ext>
                </a:extLst>
              </p:cNvPr>
              <p:cNvSpPr/>
              <p:nvPr/>
            </p:nvSpPr>
            <p:spPr>
              <a:xfrm>
                <a:off x="4592590" y="147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0" name="Freeform 27409">
                <a:extLst>
                  <a:ext uri="{FF2B5EF4-FFF2-40B4-BE49-F238E27FC236}">
                    <a16:creationId xmlns:a16="http://schemas.microsoft.com/office/drawing/2014/main" id="{23D8028A-4FA3-EC75-B253-2709F6DE960F}"/>
                  </a:ext>
                </a:extLst>
              </p:cNvPr>
              <p:cNvSpPr/>
              <p:nvPr/>
            </p:nvSpPr>
            <p:spPr>
              <a:xfrm>
                <a:off x="4593086" y="1491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1" name="Freeform 27410">
                <a:extLst>
                  <a:ext uri="{FF2B5EF4-FFF2-40B4-BE49-F238E27FC236}">
                    <a16:creationId xmlns:a16="http://schemas.microsoft.com/office/drawing/2014/main" id="{A7392BCB-9671-4AD8-F4E8-AD79B4F8C19D}"/>
                  </a:ext>
                </a:extLst>
              </p:cNvPr>
              <p:cNvSpPr/>
              <p:nvPr/>
            </p:nvSpPr>
            <p:spPr>
              <a:xfrm>
                <a:off x="4593681" y="1509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2" name="Freeform 27411">
                <a:extLst>
                  <a:ext uri="{FF2B5EF4-FFF2-40B4-BE49-F238E27FC236}">
                    <a16:creationId xmlns:a16="http://schemas.microsoft.com/office/drawing/2014/main" id="{8FAA8A5C-432E-A4C3-8650-67FDBB1D71F8}"/>
                  </a:ext>
                </a:extLst>
              </p:cNvPr>
              <p:cNvSpPr/>
              <p:nvPr/>
            </p:nvSpPr>
            <p:spPr>
              <a:xfrm>
                <a:off x="4594177" y="1455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3" name="Freeform 27412">
                <a:extLst>
                  <a:ext uri="{FF2B5EF4-FFF2-40B4-BE49-F238E27FC236}">
                    <a16:creationId xmlns:a16="http://schemas.microsoft.com/office/drawing/2014/main" id="{6E37C7BC-BD15-A0A9-DF50-A564D133008E}"/>
                  </a:ext>
                </a:extLst>
              </p:cNvPr>
              <p:cNvSpPr/>
              <p:nvPr/>
            </p:nvSpPr>
            <p:spPr>
              <a:xfrm>
                <a:off x="4594673" y="1432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4" name="Freeform 27413">
                <a:extLst>
                  <a:ext uri="{FF2B5EF4-FFF2-40B4-BE49-F238E27FC236}">
                    <a16:creationId xmlns:a16="http://schemas.microsoft.com/office/drawing/2014/main" id="{43FCB1EB-935C-77D1-63AC-F7C5A94F8C46}"/>
                  </a:ext>
                </a:extLst>
              </p:cNvPr>
              <p:cNvSpPr/>
              <p:nvPr/>
            </p:nvSpPr>
            <p:spPr>
              <a:xfrm>
                <a:off x="4595269" y="1449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5" name="Freeform 27414">
                <a:extLst>
                  <a:ext uri="{FF2B5EF4-FFF2-40B4-BE49-F238E27FC236}">
                    <a16:creationId xmlns:a16="http://schemas.microsoft.com/office/drawing/2014/main" id="{66F8CBAA-5A79-92E0-BB10-EB02825330CC}"/>
                  </a:ext>
                </a:extLst>
              </p:cNvPr>
              <p:cNvSpPr/>
              <p:nvPr/>
            </p:nvSpPr>
            <p:spPr>
              <a:xfrm>
                <a:off x="4595765" y="1445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6" name="Freeform 27415">
                <a:extLst>
                  <a:ext uri="{FF2B5EF4-FFF2-40B4-BE49-F238E27FC236}">
                    <a16:creationId xmlns:a16="http://schemas.microsoft.com/office/drawing/2014/main" id="{90FB9782-F2BA-C870-260E-8DF2BF02CB47}"/>
                  </a:ext>
                </a:extLst>
              </p:cNvPr>
              <p:cNvSpPr/>
              <p:nvPr/>
            </p:nvSpPr>
            <p:spPr>
              <a:xfrm>
                <a:off x="4596261" y="1501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7" name="Freeform 27416">
                <a:extLst>
                  <a:ext uri="{FF2B5EF4-FFF2-40B4-BE49-F238E27FC236}">
                    <a16:creationId xmlns:a16="http://schemas.microsoft.com/office/drawing/2014/main" id="{9E0CDBFA-C25D-A6F7-25DB-073EC2C551F6}"/>
                  </a:ext>
                </a:extLst>
              </p:cNvPr>
              <p:cNvSpPr/>
              <p:nvPr/>
            </p:nvSpPr>
            <p:spPr>
              <a:xfrm>
                <a:off x="4596856" y="1566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8" name="Freeform 27417">
                <a:extLst>
                  <a:ext uri="{FF2B5EF4-FFF2-40B4-BE49-F238E27FC236}">
                    <a16:creationId xmlns:a16="http://schemas.microsoft.com/office/drawing/2014/main" id="{EED42A96-08B1-F6C7-C49A-4A59911A0AEC}"/>
                  </a:ext>
                </a:extLst>
              </p:cNvPr>
              <p:cNvSpPr/>
              <p:nvPr/>
            </p:nvSpPr>
            <p:spPr>
              <a:xfrm>
                <a:off x="4597352" y="15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9" name="Freeform 27418">
                <a:extLst>
                  <a:ext uri="{FF2B5EF4-FFF2-40B4-BE49-F238E27FC236}">
                    <a16:creationId xmlns:a16="http://schemas.microsoft.com/office/drawing/2014/main" id="{5A1224E6-B879-E886-C0E6-CEF998963E44}"/>
                  </a:ext>
                </a:extLst>
              </p:cNvPr>
              <p:cNvSpPr/>
              <p:nvPr/>
            </p:nvSpPr>
            <p:spPr>
              <a:xfrm>
                <a:off x="4597848" y="1842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0" name="Freeform 27419">
                <a:extLst>
                  <a:ext uri="{FF2B5EF4-FFF2-40B4-BE49-F238E27FC236}">
                    <a16:creationId xmlns:a16="http://schemas.microsoft.com/office/drawing/2014/main" id="{EE17D959-56B9-6E45-32A5-B573AA13414A}"/>
                  </a:ext>
                </a:extLst>
              </p:cNvPr>
              <p:cNvSpPr/>
              <p:nvPr/>
            </p:nvSpPr>
            <p:spPr>
              <a:xfrm>
                <a:off x="4598444" y="2009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1" name="Freeform 27420">
                <a:extLst>
                  <a:ext uri="{FF2B5EF4-FFF2-40B4-BE49-F238E27FC236}">
                    <a16:creationId xmlns:a16="http://schemas.microsoft.com/office/drawing/2014/main" id="{FA396AA0-1929-446D-B396-0B860FCC2FD5}"/>
                  </a:ext>
                </a:extLst>
              </p:cNvPr>
              <p:cNvSpPr/>
              <p:nvPr/>
            </p:nvSpPr>
            <p:spPr>
              <a:xfrm>
                <a:off x="4598940" y="2069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2" name="Freeform 27421">
                <a:extLst>
                  <a:ext uri="{FF2B5EF4-FFF2-40B4-BE49-F238E27FC236}">
                    <a16:creationId xmlns:a16="http://schemas.microsoft.com/office/drawing/2014/main" id="{63A21126-C083-A39B-A517-D62626CCDD3D}"/>
                  </a:ext>
                </a:extLst>
              </p:cNvPr>
              <p:cNvSpPr/>
              <p:nvPr/>
            </p:nvSpPr>
            <p:spPr>
              <a:xfrm>
                <a:off x="4599436" y="2079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3" name="Freeform 27422">
                <a:extLst>
                  <a:ext uri="{FF2B5EF4-FFF2-40B4-BE49-F238E27FC236}">
                    <a16:creationId xmlns:a16="http://schemas.microsoft.com/office/drawing/2014/main" id="{1EA4579A-EE54-A077-8BA9-3685F12E6796}"/>
                  </a:ext>
                </a:extLst>
              </p:cNvPr>
              <p:cNvSpPr/>
              <p:nvPr/>
            </p:nvSpPr>
            <p:spPr>
              <a:xfrm>
                <a:off x="4600031" y="207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4" name="Freeform 27423">
                <a:extLst>
                  <a:ext uri="{FF2B5EF4-FFF2-40B4-BE49-F238E27FC236}">
                    <a16:creationId xmlns:a16="http://schemas.microsoft.com/office/drawing/2014/main" id="{691771E2-D6EF-6FBD-413B-AD65595AD903}"/>
                  </a:ext>
                </a:extLst>
              </p:cNvPr>
              <p:cNvSpPr/>
              <p:nvPr/>
            </p:nvSpPr>
            <p:spPr>
              <a:xfrm>
                <a:off x="4600527" y="2060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5" name="Freeform 27424">
                <a:extLst>
                  <a:ext uri="{FF2B5EF4-FFF2-40B4-BE49-F238E27FC236}">
                    <a16:creationId xmlns:a16="http://schemas.microsoft.com/office/drawing/2014/main" id="{F7938FF0-43D0-332B-F59D-A1397884C9E9}"/>
                  </a:ext>
                </a:extLst>
              </p:cNvPr>
              <p:cNvSpPr/>
              <p:nvPr/>
            </p:nvSpPr>
            <p:spPr>
              <a:xfrm>
                <a:off x="4601023" y="2061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6" name="Freeform 27425">
                <a:extLst>
                  <a:ext uri="{FF2B5EF4-FFF2-40B4-BE49-F238E27FC236}">
                    <a16:creationId xmlns:a16="http://schemas.microsoft.com/office/drawing/2014/main" id="{3FA6C65D-9285-F687-A53A-A3C8658EBED7}"/>
                  </a:ext>
                </a:extLst>
              </p:cNvPr>
              <p:cNvSpPr/>
              <p:nvPr/>
            </p:nvSpPr>
            <p:spPr>
              <a:xfrm>
                <a:off x="4601520" y="2057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7" name="Freeform 27426">
                <a:extLst>
                  <a:ext uri="{FF2B5EF4-FFF2-40B4-BE49-F238E27FC236}">
                    <a16:creationId xmlns:a16="http://schemas.microsoft.com/office/drawing/2014/main" id="{2AB81AEB-91AF-A5FB-15DD-7185FD7223C2}"/>
                  </a:ext>
                </a:extLst>
              </p:cNvPr>
              <p:cNvSpPr/>
              <p:nvPr/>
            </p:nvSpPr>
            <p:spPr>
              <a:xfrm>
                <a:off x="4602115" y="2032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8" name="Freeform 27427">
                <a:extLst>
                  <a:ext uri="{FF2B5EF4-FFF2-40B4-BE49-F238E27FC236}">
                    <a16:creationId xmlns:a16="http://schemas.microsoft.com/office/drawing/2014/main" id="{95CE5A7E-62C4-8272-B228-39179D00FFD4}"/>
                  </a:ext>
                </a:extLst>
              </p:cNvPr>
              <p:cNvSpPr/>
              <p:nvPr/>
            </p:nvSpPr>
            <p:spPr>
              <a:xfrm>
                <a:off x="4602611" y="1667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29" name="Freeform 27428">
                <a:extLst>
                  <a:ext uri="{FF2B5EF4-FFF2-40B4-BE49-F238E27FC236}">
                    <a16:creationId xmlns:a16="http://schemas.microsoft.com/office/drawing/2014/main" id="{53E7D877-E0DD-B246-2222-2F5A0555F8A5}"/>
                  </a:ext>
                </a:extLst>
              </p:cNvPr>
              <p:cNvSpPr/>
              <p:nvPr/>
            </p:nvSpPr>
            <p:spPr>
              <a:xfrm>
                <a:off x="4603107" y="1573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0" name="Freeform 27429">
                <a:extLst>
                  <a:ext uri="{FF2B5EF4-FFF2-40B4-BE49-F238E27FC236}">
                    <a16:creationId xmlns:a16="http://schemas.microsoft.com/office/drawing/2014/main" id="{1CAD0D37-0FD0-C952-B502-6D3783149F2A}"/>
                  </a:ext>
                </a:extLst>
              </p:cNvPr>
              <p:cNvSpPr/>
              <p:nvPr/>
            </p:nvSpPr>
            <p:spPr>
              <a:xfrm>
                <a:off x="4603702" y="1595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1" name="Freeform 27430">
                <a:extLst>
                  <a:ext uri="{FF2B5EF4-FFF2-40B4-BE49-F238E27FC236}">
                    <a16:creationId xmlns:a16="http://schemas.microsoft.com/office/drawing/2014/main" id="{54587AE4-167F-6A92-D4BB-CC65BA564E5C}"/>
                  </a:ext>
                </a:extLst>
              </p:cNvPr>
              <p:cNvSpPr/>
              <p:nvPr/>
            </p:nvSpPr>
            <p:spPr>
              <a:xfrm>
                <a:off x="4604198" y="1571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2" name="Freeform 27431">
                <a:extLst>
                  <a:ext uri="{FF2B5EF4-FFF2-40B4-BE49-F238E27FC236}">
                    <a16:creationId xmlns:a16="http://schemas.microsoft.com/office/drawing/2014/main" id="{248C326D-AE96-6C19-A646-CF03006B313A}"/>
                  </a:ext>
                </a:extLst>
              </p:cNvPr>
              <p:cNvSpPr/>
              <p:nvPr/>
            </p:nvSpPr>
            <p:spPr>
              <a:xfrm>
                <a:off x="4604695" y="1536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3" name="Freeform 27432">
                <a:extLst>
                  <a:ext uri="{FF2B5EF4-FFF2-40B4-BE49-F238E27FC236}">
                    <a16:creationId xmlns:a16="http://schemas.microsoft.com/office/drawing/2014/main" id="{CABF8FA2-62E8-D0E3-56D6-2DC4FEA4EB0F}"/>
                  </a:ext>
                </a:extLst>
              </p:cNvPr>
              <p:cNvSpPr/>
              <p:nvPr/>
            </p:nvSpPr>
            <p:spPr>
              <a:xfrm>
                <a:off x="4605290" y="1465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4" name="Freeform 27433">
                <a:extLst>
                  <a:ext uri="{FF2B5EF4-FFF2-40B4-BE49-F238E27FC236}">
                    <a16:creationId xmlns:a16="http://schemas.microsoft.com/office/drawing/2014/main" id="{50675830-3C37-A6D1-C7EA-506DB024A36D}"/>
                  </a:ext>
                </a:extLst>
              </p:cNvPr>
              <p:cNvSpPr/>
              <p:nvPr/>
            </p:nvSpPr>
            <p:spPr>
              <a:xfrm>
                <a:off x="4605786" y="1397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5" name="Freeform 27434">
                <a:extLst>
                  <a:ext uri="{FF2B5EF4-FFF2-40B4-BE49-F238E27FC236}">
                    <a16:creationId xmlns:a16="http://schemas.microsoft.com/office/drawing/2014/main" id="{BFEE241F-548F-8EAE-C3B8-3AB130FD38FB}"/>
                  </a:ext>
                </a:extLst>
              </p:cNvPr>
              <p:cNvSpPr/>
              <p:nvPr/>
            </p:nvSpPr>
            <p:spPr>
              <a:xfrm>
                <a:off x="4606282" y="1333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6" name="Freeform 27435">
                <a:extLst>
                  <a:ext uri="{FF2B5EF4-FFF2-40B4-BE49-F238E27FC236}">
                    <a16:creationId xmlns:a16="http://schemas.microsoft.com/office/drawing/2014/main" id="{BACFB5A9-B937-FC7D-00E0-FAF0BA46B49A}"/>
                  </a:ext>
                </a:extLst>
              </p:cNvPr>
              <p:cNvSpPr/>
              <p:nvPr/>
            </p:nvSpPr>
            <p:spPr>
              <a:xfrm>
                <a:off x="4606877" y="1283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7" name="Freeform 27436">
                <a:extLst>
                  <a:ext uri="{FF2B5EF4-FFF2-40B4-BE49-F238E27FC236}">
                    <a16:creationId xmlns:a16="http://schemas.microsoft.com/office/drawing/2014/main" id="{82190CA0-E7B6-934D-B688-015C51EFD842}"/>
                  </a:ext>
                </a:extLst>
              </p:cNvPr>
              <p:cNvSpPr/>
              <p:nvPr/>
            </p:nvSpPr>
            <p:spPr>
              <a:xfrm>
                <a:off x="4607373" y="1303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8" name="Freeform 27437">
                <a:extLst>
                  <a:ext uri="{FF2B5EF4-FFF2-40B4-BE49-F238E27FC236}">
                    <a16:creationId xmlns:a16="http://schemas.microsoft.com/office/drawing/2014/main" id="{9F786F9B-D49E-D25E-2218-5427462860A0}"/>
                  </a:ext>
                </a:extLst>
              </p:cNvPr>
              <p:cNvSpPr/>
              <p:nvPr/>
            </p:nvSpPr>
            <p:spPr>
              <a:xfrm>
                <a:off x="4607870" y="12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9" name="Freeform 27438">
                <a:extLst>
                  <a:ext uri="{FF2B5EF4-FFF2-40B4-BE49-F238E27FC236}">
                    <a16:creationId xmlns:a16="http://schemas.microsoft.com/office/drawing/2014/main" id="{8C84A158-D1B9-2CA1-A774-583A7914ABE3}"/>
                  </a:ext>
                </a:extLst>
              </p:cNvPr>
              <p:cNvSpPr/>
              <p:nvPr/>
            </p:nvSpPr>
            <p:spPr>
              <a:xfrm>
                <a:off x="4608465" y="1300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0" name="Freeform 27439">
                <a:extLst>
                  <a:ext uri="{FF2B5EF4-FFF2-40B4-BE49-F238E27FC236}">
                    <a16:creationId xmlns:a16="http://schemas.microsoft.com/office/drawing/2014/main" id="{CB57FA64-6F28-9D6E-C4DB-ECE2E5580674}"/>
                  </a:ext>
                </a:extLst>
              </p:cNvPr>
              <p:cNvSpPr/>
              <p:nvPr/>
            </p:nvSpPr>
            <p:spPr>
              <a:xfrm>
                <a:off x="4608961" y="1391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1" name="Freeform 27440">
                <a:extLst>
                  <a:ext uri="{FF2B5EF4-FFF2-40B4-BE49-F238E27FC236}">
                    <a16:creationId xmlns:a16="http://schemas.microsoft.com/office/drawing/2014/main" id="{35A8D4AA-E3FD-2917-4120-DE24BE07431E}"/>
                  </a:ext>
                </a:extLst>
              </p:cNvPr>
              <p:cNvSpPr/>
              <p:nvPr/>
            </p:nvSpPr>
            <p:spPr>
              <a:xfrm>
                <a:off x="4609457" y="1404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2" name="Freeform 27441">
                <a:extLst>
                  <a:ext uri="{FF2B5EF4-FFF2-40B4-BE49-F238E27FC236}">
                    <a16:creationId xmlns:a16="http://schemas.microsoft.com/office/drawing/2014/main" id="{B6A4A373-921C-C7AA-05FF-E5C45D9C3FDD}"/>
                  </a:ext>
                </a:extLst>
              </p:cNvPr>
              <p:cNvSpPr/>
              <p:nvPr/>
            </p:nvSpPr>
            <p:spPr>
              <a:xfrm>
                <a:off x="4610052" y="1496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3" name="Freeform 27442">
                <a:extLst>
                  <a:ext uri="{FF2B5EF4-FFF2-40B4-BE49-F238E27FC236}">
                    <a16:creationId xmlns:a16="http://schemas.microsoft.com/office/drawing/2014/main" id="{E608678C-9735-9C49-8204-2CDDE7498FC7}"/>
                  </a:ext>
                </a:extLst>
              </p:cNvPr>
              <p:cNvSpPr/>
              <p:nvPr/>
            </p:nvSpPr>
            <p:spPr>
              <a:xfrm>
                <a:off x="4610548" y="1797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4" name="Freeform 27443">
                <a:extLst>
                  <a:ext uri="{FF2B5EF4-FFF2-40B4-BE49-F238E27FC236}">
                    <a16:creationId xmlns:a16="http://schemas.microsoft.com/office/drawing/2014/main" id="{FEF7092A-8B5B-F3A3-85EE-5E6AD43E1F90}"/>
                  </a:ext>
                </a:extLst>
              </p:cNvPr>
              <p:cNvSpPr/>
              <p:nvPr/>
            </p:nvSpPr>
            <p:spPr>
              <a:xfrm>
                <a:off x="4611045" y="2043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5" name="Freeform 27444">
                <a:extLst>
                  <a:ext uri="{FF2B5EF4-FFF2-40B4-BE49-F238E27FC236}">
                    <a16:creationId xmlns:a16="http://schemas.microsoft.com/office/drawing/2014/main" id="{6EDF544E-FA4E-E9B4-8CAE-42F3A677C457}"/>
                  </a:ext>
                </a:extLst>
              </p:cNvPr>
              <p:cNvSpPr/>
              <p:nvPr/>
            </p:nvSpPr>
            <p:spPr>
              <a:xfrm>
                <a:off x="4611640" y="2044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6" name="Freeform 27445">
                <a:extLst>
                  <a:ext uri="{FF2B5EF4-FFF2-40B4-BE49-F238E27FC236}">
                    <a16:creationId xmlns:a16="http://schemas.microsoft.com/office/drawing/2014/main" id="{AA650575-2643-A289-1174-3AFAF02C8E44}"/>
                  </a:ext>
                </a:extLst>
              </p:cNvPr>
              <p:cNvSpPr/>
              <p:nvPr/>
            </p:nvSpPr>
            <p:spPr>
              <a:xfrm>
                <a:off x="4612136" y="2014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7" name="Freeform 27446">
                <a:extLst>
                  <a:ext uri="{FF2B5EF4-FFF2-40B4-BE49-F238E27FC236}">
                    <a16:creationId xmlns:a16="http://schemas.microsoft.com/office/drawing/2014/main" id="{0552190C-7683-E4B8-CD0F-9820EF2F61F5}"/>
                  </a:ext>
                </a:extLst>
              </p:cNvPr>
              <p:cNvSpPr/>
              <p:nvPr/>
            </p:nvSpPr>
            <p:spPr>
              <a:xfrm>
                <a:off x="4612632" y="198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8" name="Freeform 27447">
                <a:extLst>
                  <a:ext uri="{FF2B5EF4-FFF2-40B4-BE49-F238E27FC236}">
                    <a16:creationId xmlns:a16="http://schemas.microsoft.com/office/drawing/2014/main" id="{4814FB2F-767E-CA88-E9A1-F2C600DB10F3}"/>
                  </a:ext>
                </a:extLst>
              </p:cNvPr>
              <p:cNvSpPr/>
              <p:nvPr/>
            </p:nvSpPr>
            <p:spPr>
              <a:xfrm>
                <a:off x="4613128" y="2001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49" name="Freeform 27448">
                <a:extLst>
                  <a:ext uri="{FF2B5EF4-FFF2-40B4-BE49-F238E27FC236}">
                    <a16:creationId xmlns:a16="http://schemas.microsoft.com/office/drawing/2014/main" id="{9722057B-33FC-16E2-A95E-759253BDCBBA}"/>
                  </a:ext>
                </a:extLst>
              </p:cNvPr>
              <p:cNvSpPr/>
              <p:nvPr/>
            </p:nvSpPr>
            <p:spPr>
              <a:xfrm>
                <a:off x="4613723" y="2012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0" name="Freeform 27449">
                <a:extLst>
                  <a:ext uri="{FF2B5EF4-FFF2-40B4-BE49-F238E27FC236}">
                    <a16:creationId xmlns:a16="http://schemas.microsoft.com/office/drawing/2014/main" id="{03460E5D-3B1A-61D8-D9C4-25E0A301C0D0}"/>
                  </a:ext>
                </a:extLst>
              </p:cNvPr>
              <p:cNvSpPr/>
              <p:nvPr/>
            </p:nvSpPr>
            <p:spPr>
              <a:xfrm>
                <a:off x="4614220" y="1987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1" name="Freeform 27450">
                <a:extLst>
                  <a:ext uri="{FF2B5EF4-FFF2-40B4-BE49-F238E27FC236}">
                    <a16:creationId xmlns:a16="http://schemas.microsoft.com/office/drawing/2014/main" id="{9CA40A3B-1AA2-7405-4529-6DC518579B2E}"/>
                  </a:ext>
                </a:extLst>
              </p:cNvPr>
              <p:cNvSpPr/>
              <p:nvPr/>
            </p:nvSpPr>
            <p:spPr>
              <a:xfrm>
                <a:off x="4614716" y="187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2" name="Freeform 27451">
                <a:extLst>
                  <a:ext uri="{FF2B5EF4-FFF2-40B4-BE49-F238E27FC236}">
                    <a16:creationId xmlns:a16="http://schemas.microsoft.com/office/drawing/2014/main" id="{7F50BAAF-56CE-1A5F-6760-D06D4EC90BF3}"/>
                  </a:ext>
                </a:extLst>
              </p:cNvPr>
              <p:cNvSpPr/>
              <p:nvPr/>
            </p:nvSpPr>
            <p:spPr>
              <a:xfrm>
                <a:off x="4615311" y="1669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3" name="Freeform 27452">
                <a:extLst>
                  <a:ext uri="{FF2B5EF4-FFF2-40B4-BE49-F238E27FC236}">
                    <a16:creationId xmlns:a16="http://schemas.microsoft.com/office/drawing/2014/main" id="{F513E796-7D12-C0E3-5F0D-71F113E5E90E}"/>
                  </a:ext>
                </a:extLst>
              </p:cNvPr>
              <p:cNvSpPr/>
              <p:nvPr/>
            </p:nvSpPr>
            <p:spPr>
              <a:xfrm>
                <a:off x="4615807" y="1553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4" name="Freeform 27453">
                <a:extLst>
                  <a:ext uri="{FF2B5EF4-FFF2-40B4-BE49-F238E27FC236}">
                    <a16:creationId xmlns:a16="http://schemas.microsoft.com/office/drawing/2014/main" id="{429B3DF2-67EB-AD7E-B9A3-ED7784806357}"/>
                  </a:ext>
                </a:extLst>
              </p:cNvPr>
              <p:cNvSpPr/>
              <p:nvPr/>
            </p:nvSpPr>
            <p:spPr>
              <a:xfrm>
                <a:off x="4616303" y="1383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5" name="Freeform 27454">
                <a:extLst>
                  <a:ext uri="{FF2B5EF4-FFF2-40B4-BE49-F238E27FC236}">
                    <a16:creationId xmlns:a16="http://schemas.microsoft.com/office/drawing/2014/main" id="{7CC29AC3-7590-6284-CB63-26B6C1784C41}"/>
                  </a:ext>
                </a:extLst>
              </p:cNvPr>
              <p:cNvSpPr/>
              <p:nvPr/>
            </p:nvSpPr>
            <p:spPr>
              <a:xfrm>
                <a:off x="4616898" y="1412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6" name="Freeform 27455">
                <a:extLst>
                  <a:ext uri="{FF2B5EF4-FFF2-40B4-BE49-F238E27FC236}">
                    <a16:creationId xmlns:a16="http://schemas.microsoft.com/office/drawing/2014/main" id="{B3F09C34-1381-020A-416B-34AF0F70EFE6}"/>
                  </a:ext>
                </a:extLst>
              </p:cNvPr>
              <p:cNvSpPr/>
              <p:nvPr/>
            </p:nvSpPr>
            <p:spPr>
              <a:xfrm>
                <a:off x="4617395" y="1454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7" name="Freeform 27456">
                <a:extLst>
                  <a:ext uri="{FF2B5EF4-FFF2-40B4-BE49-F238E27FC236}">
                    <a16:creationId xmlns:a16="http://schemas.microsoft.com/office/drawing/2014/main" id="{698E293F-856F-EA11-8D93-E990B460FA47}"/>
                  </a:ext>
                </a:extLst>
              </p:cNvPr>
              <p:cNvSpPr/>
              <p:nvPr/>
            </p:nvSpPr>
            <p:spPr>
              <a:xfrm>
                <a:off x="4617891" y="1277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8" name="Freeform 27457">
                <a:extLst>
                  <a:ext uri="{FF2B5EF4-FFF2-40B4-BE49-F238E27FC236}">
                    <a16:creationId xmlns:a16="http://schemas.microsoft.com/office/drawing/2014/main" id="{D918B6B4-9C82-089D-292B-1E798B3359EC}"/>
                  </a:ext>
                </a:extLst>
              </p:cNvPr>
              <p:cNvSpPr/>
              <p:nvPr/>
            </p:nvSpPr>
            <p:spPr>
              <a:xfrm>
                <a:off x="4618486" y="1469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59" name="Freeform 27458">
                <a:extLst>
                  <a:ext uri="{FF2B5EF4-FFF2-40B4-BE49-F238E27FC236}">
                    <a16:creationId xmlns:a16="http://schemas.microsoft.com/office/drawing/2014/main" id="{326CF12A-D9B5-63D2-28AA-240755B93FFB}"/>
                  </a:ext>
                </a:extLst>
              </p:cNvPr>
              <p:cNvSpPr/>
              <p:nvPr/>
            </p:nvSpPr>
            <p:spPr>
              <a:xfrm>
                <a:off x="4618982" y="1453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0" name="Freeform 27459">
                <a:extLst>
                  <a:ext uri="{FF2B5EF4-FFF2-40B4-BE49-F238E27FC236}">
                    <a16:creationId xmlns:a16="http://schemas.microsoft.com/office/drawing/2014/main" id="{F0D4E131-99A0-3F2A-65CD-BBF69E4E1449}"/>
                  </a:ext>
                </a:extLst>
              </p:cNvPr>
              <p:cNvSpPr/>
              <p:nvPr/>
            </p:nvSpPr>
            <p:spPr>
              <a:xfrm>
                <a:off x="4619478" y="1369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1" name="Freeform 27460">
                <a:extLst>
                  <a:ext uri="{FF2B5EF4-FFF2-40B4-BE49-F238E27FC236}">
                    <a16:creationId xmlns:a16="http://schemas.microsoft.com/office/drawing/2014/main" id="{9C26DEFC-96D1-15ED-6AB7-0C0714A1CE60}"/>
                  </a:ext>
                </a:extLst>
              </p:cNvPr>
              <p:cNvSpPr/>
              <p:nvPr/>
            </p:nvSpPr>
            <p:spPr>
              <a:xfrm>
                <a:off x="4620073" y="1318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2" name="Freeform 27461">
                <a:extLst>
                  <a:ext uri="{FF2B5EF4-FFF2-40B4-BE49-F238E27FC236}">
                    <a16:creationId xmlns:a16="http://schemas.microsoft.com/office/drawing/2014/main" id="{3E92FBAB-1F84-C333-133A-A463427E8204}"/>
                  </a:ext>
                </a:extLst>
              </p:cNvPr>
              <p:cNvSpPr/>
              <p:nvPr/>
            </p:nvSpPr>
            <p:spPr>
              <a:xfrm>
                <a:off x="4620570" y="1325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3" name="Freeform 27462">
                <a:extLst>
                  <a:ext uri="{FF2B5EF4-FFF2-40B4-BE49-F238E27FC236}">
                    <a16:creationId xmlns:a16="http://schemas.microsoft.com/office/drawing/2014/main" id="{AA2A2632-D172-2F5C-BDD1-03241F9C9668}"/>
                  </a:ext>
                </a:extLst>
              </p:cNvPr>
              <p:cNvSpPr/>
              <p:nvPr/>
            </p:nvSpPr>
            <p:spPr>
              <a:xfrm>
                <a:off x="4621066" y="1340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4" name="Freeform 27463">
                <a:extLst>
                  <a:ext uri="{FF2B5EF4-FFF2-40B4-BE49-F238E27FC236}">
                    <a16:creationId xmlns:a16="http://schemas.microsoft.com/office/drawing/2014/main" id="{7EA05032-AD45-9A8C-21BD-4804A4C19B20}"/>
                  </a:ext>
                </a:extLst>
              </p:cNvPr>
              <p:cNvSpPr/>
              <p:nvPr/>
            </p:nvSpPr>
            <p:spPr>
              <a:xfrm>
                <a:off x="4621661" y="1345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5" name="Freeform 27464">
                <a:extLst>
                  <a:ext uri="{FF2B5EF4-FFF2-40B4-BE49-F238E27FC236}">
                    <a16:creationId xmlns:a16="http://schemas.microsoft.com/office/drawing/2014/main" id="{38ADF7A7-5B25-39E8-FF24-19EE01F53148}"/>
                  </a:ext>
                </a:extLst>
              </p:cNvPr>
              <p:cNvSpPr/>
              <p:nvPr/>
            </p:nvSpPr>
            <p:spPr>
              <a:xfrm>
                <a:off x="4622157" y="1446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6" name="Freeform 27465">
                <a:extLst>
                  <a:ext uri="{FF2B5EF4-FFF2-40B4-BE49-F238E27FC236}">
                    <a16:creationId xmlns:a16="http://schemas.microsoft.com/office/drawing/2014/main" id="{EC1E47E3-7D68-8CC5-B203-EC4A6AD589BE}"/>
                  </a:ext>
                </a:extLst>
              </p:cNvPr>
              <p:cNvSpPr/>
              <p:nvPr/>
            </p:nvSpPr>
            <p:spPr>
              <a:xfrm>
                <a:off x="4622653" y="1501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7" name="Freeform 27466">
                <a:extLst>
                  <a:ext uri="{FF2B5EF4-FFF2-40B4-BE49-F238E27FC236}">
                    <a16:creationId xmlns:a16="http://schemas.microsoft.com/office/drawing/2014/main" id="{5F2266AB-1B74-4261-1740-56D5D027B85D}"/>
                  </a:ext>
                </a:extLst>
              </p:cNvPr>
              <p:cNvSpPr/>
              <p:nvPr/>
            </p:nvSpPr>
            <p:spPr>
              <a:xfrm>
                <a:off x="4623248" y="1872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8" name="Freeform 27467">
                <a:extLst>
                  <a:ext uri="{FF2B5EF4-FFF2-40B4-BE49-F238E27FC236}">
                    <a16:creationId xmlns:a16="http://schemas.microsoft.com/office/drawing/2014/main" id="{FBC35B00-0D56-511D-C1FC-D05628529E9F}"/>
                  </a:ext>
                </a:extLst>
              </p:cNvPr>
              <p:cNvSpPr/>
              <p:nvPr/>
            </p:nvSpPr>
            <p:spPr>
              <a:xfrm>
                <a:off x="4623745" y="21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69" name="Freeform 27468">
                <a:extLst>
                  <a:ext uri="{FF2B5EF4-FFF2-40B4-BE49-F238E27FC236}">
                    <a16:creationId xmlns:a16="http://schemas.microsoft.com/office/drawing/2014/main" id="{CF3D55AD-9D7E-DAC7-2DCB-383C7A85FEF8}"/>
                  </a:ext>
                </a:extLst>
              </p:cNvPr>
              <p:cNvSpPr/>
              <p:nvPr/>
            </p:nvSpPr>
            <p:spPr>
              <a:xfrm>
                <a:off x="4624241" y="2127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0" name="Freeform 27469">
                <a:extLst>
                  <a:ext uri="{FF2B5EF4-FFF2-40B4-BE49-F238E27FC236}">
                    <a16:creationId xmlns:a16="http://schemas.microsoft.com/office/drawing/2014/main" id="{7F458CE5-DD5F-7B8A-BC89-AB10935819BB}"/>
                  </a:ext>
                </a:extLst>
              </p:cNvPr>
              <p:cNvSpPr/>
              <p:nvPr/>
            </p:nvSpPr>
            <p:spPr>
              <a:xfrm>
                <a:off x="4624737" y="212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1" name="Freeform 27470">
                <a:extLst>
                  <a:ext uri="{FF2B5EF4-FFF2-40B4-BE49-F238E27FC236}">
                    <a16:creationId xmlns:a16="http://schemas.microsoft.com/office/drawing/2014/main" id="{BC20D195-9F28-7DE4-23EF-1A395171B49A}"/>
                  </a:ext>
                </a:extLst>
              </p:cNvPr>
              <p:cNvSpPr/>
              <p:nvPr/>
            </p:nvSpPr>
            <p:spPr>
              <a:xfrm>
                <a:off x="4625332" y="2126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2" name="Freeform 27471">
                <a:extLst>
                  <a:ext uri="{FF2B5EF4-FFF2-40B4-BE49-F238E27FC236}">
                    <a16:creationId xmlns:a16="http://schemas.microsoft.com/office/drawing/2014/main" id="{1C007EB1-4F86-70CA-BF76-AA3A9857A045}"/>
                  </a:ext>
                </a:extLst>
              </p:cNvPr>
              <p:cNvSpPr/>
              <p:nvPr/>
            </p:nvSpPr>
            <p:spPr>
              <a:xfrm>
                <a:off x="4625828" y="2126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3" name="Freeform 27472">
                <a:extLst>
                  <a:ext uri="{FF2B5EF4-FFF2-40B4-BE49-F238E27FC236}">
                    <a16:creationId xmlns:a16="http://schemas.microsoft.com/office/drawing/2014/main" id="{66B12C38-AC40-0283-A383-D6D1F54898EF}"/>
                  </a:ext>
                </a:extLst>
              </p:cNvPr>
              <p:cNvSpPr/>
              <p:nvPr/>
            </p:nvSpPr>
            <p:spPr>
              <a:xfrm>
                <a:off x="4626324" y="2131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4" name="Freeform 27473">
                <a:extLst>
                  <a:ext uri="{FF2B5EF4-FFF2-40B4-BE49-F238E27FC236}">
                    <a16:creationId xmlns:a16="http://schemas.microsoft.com/office/drawing/2014/main" id="{25C3CBA8-23C4-66FF-D96D-26E9C9416FC6}"/>
                  </a:ext>
                </a:extLst>
              </p:cNvPr>
              <p:cNvSpPr/>
              <p:nvPr/>
            </p:nvSpPr>
            <p:spPr>
              <a:xfrm>
                <a:off x="4626920" y="2129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5" name="Freeform 27474">
                <a:extLst>
                  <a:ext uri="{FF2B5EF4-FFF2-40B4-BE49-F238E27FC236}">
                    <a16:creationId xmlns:a16="http://schemas.microsoft.com/office/drawing/2014/main" id="{CD7F98A6-EE24-DFE8-41F2-6D54FC66F447}"/>
                  </a:ext>
                </a:extLst>
              </p:cNvPr>
              <p:cNvSpPr/>
              <p:nvPr/>
            </p:nvSpPr>
            <p:spPr>
              <a:xfrm>
                <a:off x="4627416" y="2069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6" name="Freeform 27475">
                <a:extLst>
                  <a:ext uri="{FF2B5EF4-FFF2-40B4-BE49-F238E27FC236}">
                    <a16:creationId xmlns:a16="http://schemas.microsoft.com/office/drawing/2014/main" id="{238E360A-9390-38E7-00C7-D2594D14ACA8}"/>
                  </a:ext>
                </a:extLst>
              </p:cNvPr>
              <p:cNvSpPr/>
              <p:nvPr/>
            </p:nvSpPr>
            <p:spPr>
              <a:xfrm>
                <a:off x="4627912" y="1574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7" name="Freeform 27476">
                <a:extLst>
                  <a:ext uri="{FF2B5EF4-FFF2-40B4-BE49-F238E27FC236}">
                    <a16:creationId xmlns:a16="http://schemas.microsoft.com/office/drawing/2014/main" id="{C35D1B20-F5D2-487E-0448-C7D77B308284}"/>
                  </a:ext>
                </a:extLst>
              </p:cNvPr>
              <p:cNvSpPr/>
              <p:nvPr/>
            </p:nvSpPr>
            <p:spPr>
              <a:xfrm>
                <a:off x="4628507" y="1547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8" name="Freeform 27477">
                <a:extLst>
                  <a:ext uri="{FF2B5EF4-FFF2-40B4-BE49-F238E27FC236}">
                    <a16:creationId xmlns:a16="http://schemas.microsoft.com/office/drawing/2014/main" id="{EBB5BA2E-ECAB-F1BC-D178-18568CB1AE0E}"/>
                  </a:ext>
                </a:extLst>
              </p:cNvPr>
              <p:cNvSpPr/>
              <p:nvPr/>
            </p:nvSpPr>
            <p:spPr>
              <a:xfrm>
                <a:off x="4629003" y="1559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9" name="Freeform 27478">
                <a:extLst>
                  <a:ext uri="{FF2B5EF4-FFF2-40B4-BE49-F238E27FC236}">
                    <a16:creationId xmlns:a16="http://schemas.microsoft.com/office/drawing/2014/main" id="{2B4E1593-0978-2108-1531-4FFF18801C09}"/>
                  </a:ext>
                </a:extLst>
              </p:cNvPr>
              <p:cNvSpPr/>
              <p:nvPr/>
            </p:nvSpPr>
            <p:spPr>
              <a:xfrm>
                <a:off x="4629499" y="1575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0" name="Freeform 27479">
                <a:extLst>
                  <a:ext uri="{FF2B5EF4-FFF2-40B4-BE49-F238E27FC236}">
                    <a16:creationId xmlns:a16="http://schemas.microsoft.com/office/drawing/2014/main" id="{80EAAE9A-219F-21DC-7177-DD1D21B3D7E3}"/>
                  </a:ext>
                </a:extLst>
              </p:cNvPr>
              <p:cNvSpPr/>
              <p:nvPr/>
            </p:nvSpPr>
            <p:spPr>
              <a:xfrm>
                <a:off x="4630095" y="1559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1" name="Freeform 27480">
                <a:extLst>
                  <a:ext uri="{FF2B5EF4-FFF2-40B4-BE49-F238E27FC236}">
                    <a16:creationId xmlns:a16="http://schemas.microsoft.com/office/drawing/2014/main" id="{51748F1C-105A-BD86-335B-E47FFEF01350}"/>
                  </a:ext>
                </a:extLst>
              </p:cNvPr>
              <p:cNvSpPr/>
              <p:nvPr/>
            </p:nvSpPr>
            <p:spPr>
              <a:xfrm>
                <a:off x="4630591" y="1458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2" name="Freeform 27481">
                <a:extLst>
                  <a:ext uri="{FF2B5EF4-FFF2-40B4-BE49-F238E27FC236}">
                    <a16:creationId xmlns:a16="http://schemas.microsoft.com/office/drawing/2014/main" id="{8417A668-7983-93E9-B0BB-2818FBFD5557}"/>
                  </a:ext>
                </a:extLst>
              </p:cNvPr>
              <p:cNvSpPr/>
              <p:nvPr/>
            </p:nvSpPr>
            <p:spPr>
              <a:xfrm>
                <a:off x="4631087" y="1408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3" name="Freeform 27482">
                <a:extLst>
                  <a:ext uri="{FF2B5EF4-FFF2-40B4-BE49-F238E27FC236}">
                    <a16:creationId xmlns:a16="http://schemas.microsoft.com/office/drawing/2014/main" id="{A08A150D-370F-2DA9-C02F-64CC4E3595AF}"/>
                  </a:ext>
                </a:extLst>
              </p:cNvPr>
              <p:cNvSpPr/>
              <p:nvPr/>
            </p:nvSpPr>
            <p:spPr>
              <a:xfrm>
                <a:off x="4631682" y="1328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4" name="Freeform 27483">
                <a:extLst>
                  <a:ext uri="{FF2B5EF4-FFF2-40B4-BE49-F238E27FC236}">
                    <a16:creationId xmlns:a16="http://schemas.microsoft.com/office/drawing/2014/main" id="{656DED44-DD19-ACB5-9904-0121C6FF1A0D}"/>
                  </a:ext>
                </a:extLst>
              </p:cNvPr>
              <p:cNvSpPr/>
              <p:nvPr/>
            </p:nvSpPr>
            <p:spPr>
              <a:xfrm>
                <a:off x="4632178" y="1269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5" name="Freeform 27484">
                <a:extLst>
                  <a:ext uri="{FF2B5EF4-FFF2-40B4-BE49-F238E27FC236}">
                    <a16:creationId xmlns:a16="http://schemas.microsoft.com/office/drawing/2014/main" id="{ED07CB3A-1DFD-5418-44B9-F4F12BBF7E8A}"/>
                  </a:ext>
                </a:extLst>
              </p:cNvPr>
              <p:cNvSpPr/>
              <p:nvPr/>
            </p:nvSpPr>
            <p:spPr>
              <a:xfrm>
                <a:off x="4632674" y="1251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6" name="Freeform 27485">
                <a:extLst>
                  <a:ext uri="{FF2B5EF4-FFF2-40B4-BE49-F238E27FC236}">
                    <a16:creationId xmlns:a16="http://schemas.microsoft.com/office/drawing/2014/main" id="{2FCBE90A-6AF8-653D-82A4-EC30CD35C58E}"/>
                  </a:ext>
                </a:extLst>
              </p:cNvPr>
              <p:cNvSpPr/>
              <p:nvPr/>
            </p:nvSpPr>
            <p:spPr>
              <a:xfrm>
                <a:off x="4633270" y="1262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7" name="Freeform 27486">
                <a:extLst>
                  <a:ext uri="{FF2B5EF4-FFF2-40B4-BE49-F238E27FC236}">
                    <a16:creationId xmlns:a16="http://schemas.microsoft.com/office/drawing/2014/main" id="{21075005-B527-06FB-6BC4-B15265454321}"/>
                  </a:ext>
                </a:extLst>
              </p:cNvPr>
              <p:cNvSpPr/>
              <p:nvPr/>
            </p:nvSpPr>
            <p:spPr>
              <a:xfrm>
                <a:off x="4633766" y="1278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8" name="Freeform 27487">
                <a:extLst>
                  <a:ext uri="{FF2B5EF4-FFF2-40B4-BE49-F238E27FC236}">
                    <a16:creationId xmlns:a16="http://schemas.microsoft.com/office/drawing/2014/main" id="{B1CCB775-DD6F-32DD-7A8F-1D5F37589BCE}"/>
                  </a:ext>
                </a:extLst>
              </p:cNvPr>
              <p:cNvSpPr/>
              <p:nvPr/>
            </p:nvSpPr>
            <p:spPr>
              <a:xfrm>
                <a:off x="4634262" y="1320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89" name="Freeform 27488">
                <a:extLst>
                  <a:ext uri="{FF2B5EF4-FFF2-40B4-BE49-F238E27FC236}">
                    <a16:creationId xmlns:a16="http://schemas.microsoft.com/office/drawing/2014/main" id="{9F5D54B1-12ED-E566-707A-CE7FA1CD177A}"/>
                  </a:ext>
                </a:extLst>
              </p:cNvPr>
              <p:cNvSpPr/>
              <p:nvPr/>
            </p:nvSpPr>
            <p:spPr>
              <a:xfrm>
                <a:off x="4634857" y="1415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0" name="Freeform 27489">
                <a:extLst>
                  <a:ext uri="{FF2B5EF4-FFF2-40B4-BE49-F238E27FC236}">
                    <a16:creationId xmlns:a16="http://schemas.microsoft.com/office/drawing/2014/main" id="{FC74FB34-D992-A422-3AE0-3502642EF5F7}"/>
                  </a:ext>
                </a:extLst>
              </p:cNvPr>
              <p:cNvSpPr/>
              <p:nvPr/>
            </p:nvSpPr>
            <p:spPr>
              <a:xfrm>
                <a:off x="4635353" y="1477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1" name="Freeform 27490">
                <a:extLst>
                  <a:ext uri="{FF2B5EF4-FFF2-40B4-BE49-F238E27FC236}">
                    <a16:creationId xmlns:a16="http://schemas.microsoft.com/office/drawing/2014/main" id="{79E8C218-EC07-E7E8-4B87-EA8CB97EF60F}"/>
                  </a:ext>
                </a:extLst>
              </p:cNvPr>
              <p:cNvSpPr/>
              <p:nvPr/>
            </p:nvSpPr>
            <p:spPr>
              <a:xfrm>
                <a:off x="4635849" y="2018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2" name="Freeform 27491">
                <a:extLst>
                  <a:ext uri="{FF2B5EF4-FFF2-40B4-BE49-F238E27FC236}">
                    <a16:creationId xmlns:a16="http://schemas.microsoft.com/office/drawing/2014/main" id="{73A64C24-25F7-4ADF-CAD2-A0F218DDE5B4}"/>
                  </a:ext>
                </a:extLst>
              </p:cNvPr>
              <p:cNvSpPr/>
              <p:nvPr/>
            </p:nvSpPr>
            <p:spPr>
              <a:xfrm>
                <a:off x="4636445" y="212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3" name="Freeform 27492">
                <a:extLst>
                  <a:ext uri="{FF2B5EF4-FFF2-40B4-BE49-F238E27FC236}">
                    <a16:creationId xmlns:a16="http://schemas.microsoft.com/office/drawing/2014/main" id="{74DE4F11-77B0-8C9E-0A0F-3D31ED05AC1F}"/>
                  </a:ext>
                </a:extLst>
              </p:cNvPr>
              <p:cNvSpPr/>
              <p:nvPr/>
            </p:nvSpPr>
            <p:spPr>
              <a:xfrm>
                <a:off x="4636941" y="2109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4" name="Freeform 27493">
                <a:extLst>
                  <a:ext uri="{FF2B5EF4-FFF2-40B4-BE49-F238E27FC236}">
                    <a16:creationId xmlns:a16="http://schemas.microsoft.com/office/drawing/2014/main" id="{A75ACC8D-DBDA-9EB0-3566-40EEBA55E212}"/>
                  </a:ext>
                </a:extLst>
              </p:cNvPr>
              <p:cNvSpPr/>
              <p:nvPr/>
            </p:nvSpPr>
            <p:spPr>
              <a:xfrm>
                <a:off x="4637437" y="2106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5" name="Freeform 27494">
                <a:extLst>
                  <a:ext uri="{FF2B5EF4-FFF2-40B4-BE49-F238E27FC236}">
                    <a16:creationId xmlns:a16="http://schemas.microsoft.com/office/drawing/2014/main" id="{66059EEA-9F86-17AB-6FE6-6F58DC5C79A7}"/>
                  </a:ext>
                </a:extLst>
              </p:cNvPr>
              <p:cNvSpPr/>
              <p:nvPr/>
            </p:nvSpPr>
            <p:spPr>
              <a:xfrm>
                <a:off x="4637933" y="2102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6" name="Freeform 27495">
                <a:extLst>
                  <a:ext uri="{FF2B5EF4-FFF2-40B4-BE49-F238E27FC236}">
                    <a16:creationId xmlns:a16="http://schemas.microsoft.com/office/drawing/2014/main" id="{8184EB72-9B41-EBAD-335C-EBCFD8608113}"/>
                  </a:ext>
                </a:extLst>
              </p:cNvPr>
              <p:cNvSpPr/>
              <p:nvPr/>
            </p:nvSpPr>
            <p:spPr>
              <a:xfrm>
                <a:off x="4638528" y="2102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7" name="Freeform 27496">
                <a:extLst>
                  <a:ext uri="{FF2B5EF4-FFF2-40B4-BE49-F238E27FC236}">
                    <a16:creationId xmlns:a16="http://schemas.microsoft.com/office/drawing/2014/main" id="{D0131816-572D-470E-33AB-8049D50FDFF4}"/>
                  </a:ext>
                </a:extLst>
              </p:cNvPr>
              <p:cNvSpPr/>
              <p:nvPr/>
            </p:nvSpPr>
            <p:spPr>
              <a:xfrm>
                <a:off x="4639024" y="2106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8" name="Freeform 27497">
                <a:extLst>
                  <a:ext uri="{FF2B5EF4-FFF2-40B4-BE49-F238E27FC236}">
                    <a16:creationId xmlns:a16="http://schemas.microsoft.com/office/drawing/2014/main" id="{0F25E01E-446C-944F-00C3-2350422C9773}"/>
                  </a:ext>
                </a:extLst>
              </p:cNvPr>
              <p:cNvSpPr/>
              <p:nvPr/>
            </p:nvSpPr>
            <p:spPr>
              <a:xfrm>
                <a:off x="4639520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99" name="Freeform 27498">
                <a:extLst>
                  <a:ext uri="{FF2B5EF4-FFF2-40B4-BE49-F238E27FC236}">
                    <a16:creationId xmlns:a16="http://schemas.microsoft.com/office/drawing/2014/main" id="{949847D2-A328-86B2-7F0A-C74781B502E4}"/>
                  </a:ext>
                </a:extLst>
              </p:cNvPr>
              <p:cNvSpPr/>
              <p:nvPr/>
            </p:nvSpPr>
            <p:spPr>
              <a:xfrm>
                <a:off x="4640116" y="2037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0" name="Freeform 27499">
                <a:extLst>
                  <a:ext uri="{FF2B5EF4-FFF2-40B4-BE49-F238E27FC236}">
                    <a16:creationId xmlns:a16="http://schemas.microsoft.com/office/drawing/2014/main" id="{73D1F9B9-E1F5-455E-DE4D-5DCA9859E03C}"/>
                  </a:ext>
                </a:extLst>
              </p:cNvPr>
              <p:cNvSpPr/>
              <p:nvPr/>
            </p:nvSpPr>
            <p:spPr>
              <a:xfrm>
                <a:off x="4640612" y="1577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1" name="Freeform 27500">
                <a:extLst>
                  <a:ext uri="{FF2B5EF4-FFF2-40B4-BE49-F238E27FC236}">
                    <a16:creationId xmlns:a16="http://schemas.microsoft.com/office/drawing/2014/main" id="{AD1E2E74-18E1-B183-1894-756DDCD50979}"/>
                  </a:ext>
                </a:extLst>
              </p:cNvPr>
              <p:cNvSpPr/>
              <p:nvPr/>
            </p:nvSpPr>
            <p:spPr>
              <a:xfrm>
                <a:off x="4641108" y="1667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2" name="Freeform 27501">
                <a:extLst>
                  <a:ext uri="{FF2B5EF4-FFF2-40B4-BE49-F238E27FC236}">
                    <a16:creationId xmlns:a16="http://schemas.microsoft.com/office/drawing/2014/main" id="{F030E079-8547-B22C-CF62-0923BED0DBBD}"/>
                  </a:ext>
                </a:extLst>
              </p:cNvPr>
              <p:cNvSpPr/>
              <p:nvPr/>
            </p:nvSpPr>
            <p:spPr>
              <a:xfrm>
                <a:off x="4641703" y="1629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3" name="Freeform 27502">
                <a:extLst>
                  <a:ext uri="{FF2B5EF4-FFF2-40B4-BE49-F238E27FC236}">
                    <a16:creationId xmlns:a16="http://schemas.microsoft.com/office/drawing/2014/main" id="{0693AA46-0020-5911-F0B8-AC912D195F6E}"/>
                  </a:ext>
                </a:extLst>
              </p:cNvPr>
              <p:cNvSpPr/>
              <p:nvPr/>
            </p:nvSpPr>
            <p:spPr>
              <a:xfrm>
                <a:off x="4642199" y="1638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4" name="Freeform 27503">
                <a:extLst>
                  <a:ext uri="{FF2B5EF4-FFF2-40B4-BE49-F238E27FC236}">
                    <a16:creationId xmlns:a16="http://schemas.microsoft.com/office/drawing/2014/main" id="{D6993118-116B-272D-E24F-35AA28547D70}"/>
                  </a:ext>
                </a:extLst>
              </p:cNvPr>
              <p:cNvSpPr/>
              <p:nvPr/>
            </p:nvSpPr>
            <p:spPr>
              <a:xfrm>
                <a:off x="4642695" y="1575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5" name="Freeform 27504">
                <a:extLst>
                  <a:ext uri="{FF2B5EF4-FFF2-40B4-BE49-F238E27FC236}">
                    <a16:creationId xmlns:a16="http://schemas.microsoft.com/office/drawing/2014/main" id="{711EA4B7-31E7-B81A-B209-C57554A618F5}"/>
                  </a:ext>
                </a:extLst>
              </p:cNvPr>
              <p:cNvSpPr/>
              <p:nvPr/>
            </p:nvSpPr>
            <p:spPr>
              <a:xfrm>
                <a:off x="4643291" y="1704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6" name="Freeform 27505">
                <a:extLst>
                  <a:ext uri="{FF2B5EF4-FFF2-40B4-BE49-F238E27FC236}">
                    <a16:creationId xmlns:a16="http://schemas.microsoft.com/office/drawing/2014/main" id="{69AAC2FE-9EE3-3E37-F127-9B9050130259}"/>
                  </a:ext>
                </a:extLst>
              </p:cNvPr>
              <p:cNvSpPr/>
              <p:nvPr/>
            </p:nvSpPr>
            <p:spPr>
              <a:xfrm>
                <a:off x="4643787" y="1702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7" name="Freeform 27506">
                <a:extLst>
                  <a:ext uri="{FF2B5EF4-FFF2-40B4-BE49-F238E27FC236}">
                    <a16:creationId xmlns:a16="http://schemas.microsoft.com/office/drawing/2014/main" id="{D34E5F80-B83A-74C2-AB27-25B956818546}"/>
                  </a:ext>
                </a:extLst>
              </p:cNvPr>
              <p:cNvSpPr/>
              <p:nvPr/>
            </p:nvSpPr>
            <p:spPr>
              <a:xfrm>
                <a:off x="4644283" y="1688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8" name="Freeform 27507">
                <a:extLst>
                  <a:ext uri="{FF2B5EF4-FFF2-40B4-BE49-F238E27FC236}">
                    <a16:creationId xmlns:a16="http://schemas.microsoft.com/office/drawing/2014/main" id="{3FE49CAB-0F2D-F7C5-6A66-985074E2FB8E}"/>
                  </a:ext>
                </a:extLst>
              </p:cNvPr>
              <p:cNvSpPr/>
              <p:nvPr/>
            </p:nvSpPr>
            <p:spPr>
              <a:xfrm>
                <a:off x="4644878" y="1613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9" name="Freeform 27508">
                <a:extLst>
                  <a:ext uri="{FF2B5EF4-FFF2-40B4-BE49-F238E27FC236}">
                    <a16:creationId xmlns:a16="http://schemas.microsoft.com/office/drawing/2014/main" id="{8893E4B6-4657-F863-63F8-A87F592EEF01}"/>
                  </a:ext>
                </a:extLst>
              </p:cNvPr>
              <p:cNvSpPr/>
              <p:nvPr/>
            </p:nvSpPr>
            <p:spPr>
              <a:xfrm>
                <a:off x="4645374" y="1587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0" name="Freeform 27509">
                <a:extLst>
                  <a:ext uri="{FF2B5EF4-FFF2-40B4-BE49-F238E27FC236}">
                    <a16:creationId xmlns:a16="http://schemas.microsoft.com/office/drawing/2014/main" id="{6E25D736-0795-970B-F2C7-0E3E9EDE0288}"/>
                  </a:ext>
                </a:extLst>
              </p:cNvPr>
              <p:cNvSpPr/>
              <p:nvPr/>
            </p:nvSpPr>
            <p:spPr>
              <a:xfrm>
                <a:off x="4645870" y="1553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1" name="Freeform 27510">
                <a:extLst>
                  <a:ext uri="{FF2B5EF4-FFF2-40B4-BE49-F238E27FC236}">
                    <a16:creationId xmlns:a16="http://schemas.microsoft.com/office/drawing/2014/main" id="{3ACD601F-64FB-F9B6-3270-2415F1D32F68}"/>
                  </a:ext>
                </a:extLst>
              </p:cNvPr>
              <p:cNvSpPr/>
              <p:nvPr/>
            </p:nvSpPr>
            <p:spPr>
              <a:xfrm>
                <a:off x="4646466" y="1550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2" name="Freeform 27511">
                <a:extLst>
                  <a:ext uri="{FF2B5EF4-FFF2-40B4-BE49-F238E27FC236}">
                    <a16:creationId xmlns:a16="http://schemas.microsoft.com/office/drawing/2014/main" id="{4C9F2DBB-1100-3B92-E9F9-AB5F171DCFD4}"/>
                  </a:ext>
                </a:extLst>
              </p:cNvPr>
              <p:cNvSpPr/>
              <p:nvPr/>
            </p:nvSpPr>
            <p:spPr>
              <a:xfrm>
                <a:off x="4646962" y="1566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3" name="Freeform 27512">
                <a:extLst>
                  <a:ext uri="{FF2B5EF4-FFF2-40B4-BE49-F238E27FC236}">
                    <a16:creationId xmlns:a16="http://schemas.microsoft.com/office/drawing/2014/main" id="{C1F75F53-C104-C5C8-2D3A-78B99D8AC8AB}"/>
                  </a:ext>
                </a:extLst>
              </p:cNvPr>
              <p:cNvSpPr/>
              <p:nvPr/>
            </p:nvSpPr>
            <p:spPr>
              <a:xfrm>
                <a:off x="4647458" y="1595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4" name="Freeform 27513">
                <a:extLst>
                  <a:ext uri="{FF2B5EF4-FFF2-40B4-BE49-F238E27FC236}">
                    <a16:creationId xmlns:a16="http://schemas.microsoft.com/office/drawing/2014/main" id="{42FA46F2-3E40-CB9B-9053-CCA52CACB57B}"/>
                  </a:ext>
                </a:extLst>
              </p:cNvPr>
              <p:cNvSpPr/>
              <p:nvPr/>
            </p:nvSpPr>
            <p:spPr>
              <a:xfrm>
                <a:off x="4648053" y="1675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5" name="Freeform 27514">
                <a:extLst>
                  <a:ext uri="{FF2B5EF4-FFF2-40B4-BE49-F238E27FC236}">
                    <a16:creationId xmlns:a16="http://schemas.microsoft.com/office/drawing/2014/main" id="{BF6240D3-A359-E79E-8A71-A4E2647D574B}"/>
                  </a:ext>
                </a:extLst>
              </p:cNvPr>
              <p:cNvSpPr/>
              <p:nvPr/>
            </p:nvSpPr>
            <p:spPr>
              <a:xfrm>
                <a:off x="4648549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6" name="Freeform 27515">
                <a:extLst>
                  <a:ext uri="{FF2B5EF4-FFF2-40B4-BE49-F238E27FC236}">
                    <a16:creationId xmlns:a16="http://schemas.microsoft.com/office/drawing/2014/main" id="{F67BD967-D189-F622-E664-B57FFCE2C400}"/>
                  </a:ext>
                </a:extLst>
              </p:cNvPr>
              <p:cNvSpPr/>
              <p:nvPr/>
            </p:nvSpPr>
            <p:spPr>
              <a:xfrm>
                <a:off x="4649045" y="2170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7" name="Freeform 27516">
                <a:extLst>
                  <a:ext uri="{FF2B5EF4-FFF2-40B4-BE49-F238E27FC236}">
                    <a16:creationId xmlns:a16="http://schemas.microsoft.com/office/drawing/2014/main" id="{F03764D8-2DDE-4CAF-0908-889137DA2F8C}"/>
                  </a:ext>
                </a:extLst>
              </p:cNvPr>
              <p:cNvSpPr/>
              <p:nvPr/>
            </p:nvSpPr>
            <p:spPr>
              <a:xfrm>
                <a:off x="4649541" y="2188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8" name="Freeform 27517">
                <a:extLst>
                  <a:ext uri="{FF2B5EF4-FFF2-40B4-BE49-F238E27FC236}">
                    <a16:creationId xmlns:a16="http://schemas.microsoft.com/office/drawing/2014/main" id="{33E0297A-A461-C79D-D4EF-763FCE954AF4}"/>
                  </a:ext>
                </a:extLst>
              </p:cNvPr>
              <p:cNvSpPr/>
              <p:nvPr/>
            </p:nvSpPr>
            <p:spPr>
              <a:xfrm>
                <a:off x="4650137" y="2183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9" name="Freeform 27518">
                <a:extLst>
                  <a:ext uri="{FF2B5EF4-FFF2-40B4-BE49-F238E27FC236}">
                    <a16:creationId xmlns:a16="http://schemas.microsoft.com/office/drawing/2014/main" id="{3C3A01DF-305C-1A01-8409-26FFDB6781DD}"/>
                  </a:ext>
                </a:extLst>
              </p:cNvPr>
              <p:cNvSpPr/>
              <p:nvPr/>
            </p:nvSpPr>
            <p:spPr>
              <a:xfrm>
                <a:off x="4650633" y="2170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0" name="Freeform 27519">
                <a:extLst>
                  <a:ext uri="{FF2B5EF4-FFF2-40B4-BE49-F238E27FC236}">
                    <a16:creationId xmlns:a16="http://schemas.microsoft.com/office/drawing/2014/main" id="{2F39C633-859A-8139-E263-6BA23E6C3B96}"/>
                  </a:ext>
                </a:extLst>
              </p:cNvPr>
              <p:cNvSpPr/>
              <p:nvPr/>
            </p:nvSpPr>
            <p:spPr>
              <a:xfrm>
                <a:off x="4651129" y="2169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1" name="Freeform 27520">
                <a:extLst>
                  <a:ext uri="{FF2B5EF4-FFF2-40B4-BE49-F238E27FC236}">
                    <a16:creationId xmlns:a16="http://schemas.microsoft.com/office/drawing/2014/main" id="{F83A10B3-170C-AFF6-4056-D94E62ED400C}"/>
                  </a:ext>
                </a:extLst>
              </p:cNvPr>
              <p:cNvSpPr/>
              <p:nvPr/>
            </p:nvSpPr>
            <p:spPr>
              <a:xfrm>
                <a:off x="4651724" y="2163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2" name="Freeform 27521">
                <a:extLst>
                  <a:ext uri="{FF2B5EF4-FFF2-40B4-BE49-F238E27FC236}">
                    <a16:creationId xmlns:a16="http://schemas.microsoft.com/office/drawing/2014/main" id="{C0377496-FFE0-FDA6-D605-4E6392098E79}"/>
                  </a:ext>
                </a:extLst>
              </p:cNvPr>
              <p:cNvSpPr/>
              <p:nvPr/>
            </p:nvSpPr>
            <p:spPr>
              <a:xfrm>
                <a:off x="4652220" y="2159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3" name="Freeform 27522">
                <a:extLst>
                  <a:ext uri="{FF2B5EF4-FFF2-40B4-BE49-F238E27FC236}">
                    <a16:creationId xmlns:a16="http://schemas.microsoft.com/office/drawing/2014/main" id="{A3FDC100-C158-8098-D48E-DAE65062E5FA}"/>
                  </a:ext>
                </a:extLst>
              </p:cNvPr>
              <p:cNvSpPr/>
              <p:nvPr/>
            </p:nvSpPr>
            <p:spPr>
              <a:xfrm>
                <a:off x="4652716" y="2115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4" name="Freeform 27523">
                <a:extLst>
                  <a:ext uri="{FF2B5EF4-FFF2-40B4-BE49-F238E27FC236}">
                    <a16:creationId xmlns:a16="http://schemas.microsoft.com/office/drawing/2014/main" id="{4F60729B-EF32-9F61-55EE-1FD64C9696CF}"/>
                  </a:ext>
                </a:extLst>
              </p:cNvPr>
              <p:cNvSpPr/>
              <p:nvPr/>
            </p:nvSpPr>
            <p:spPr>
              <a:xfrm>
                <a:off x="4653312" y="1768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5" name="Freeform 27524">
                <a:extLst>
                  <a:ext uri="{FF2B5EF4-FFF2-40B4-BE49-F238E27FC236}">
                    <a16:creationId xmlns:a16="http://schemas.microsoft.com/office/drawing/2014/main" id="{3293768E-424C-FF4F-D420-3F8F3D482DDC}"/>
                  </a:ext>
                </a:extLst>
              </p:cNvPr>
              <p:cNvSpPr/>
              <p:nvPr/>
            </p:nvSpPr>
            <p:spPr>
              <a:xfrm>
                <a:off x="4653808" y="1746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6" name="Freeform 27525">
                <a:extLst>
                  <a:ext uri="{FF2B5EF4-FFF2-40B4-BE49-F238E27FC236}">
                    <a16:creationId xmlns:a16="http://schemas.microsoft.com/office/drawing/2014/main" id="{EBC70B4F-ED40-A921-3933-0F78024BDCFA}"/>
                  </a:ext>
                </a:extLst>
              </p:cNvPr>
              <p:cNvSpPr/>
              <p:nvPr/>
            </p:nvSpPr>
            <p:spPr>
              <a:xfrm>
                <a:off x="4654304" y="1768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7" name="Freeform 27526">
                <a:extLst>
                  <a:ext uri="{FF2B5EF4-FFF2-40B4-BE49-F238E27FC236}">
                    <a16:creationId xmlns:a16="http://schemas.microsoft.com/office/drawing/2014/main" id="{D2A67890-32AA-5C08-2BDA-BBC7BD3E5A84}"/>
                  </a:ext>
                </a:extLst>
              </p:cNvPr>
              <p:cNvSpPr/>
              <p:nvPr/>
            </p:nvSpPr>
            <p:spPr>
              <a:xfrm>
                <a:off x="4654899" y="1754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8" name="Freeform 27527">
                <a:extLst>
                  <a:ext uri="{FF2B5EF4-FFF2-40B4-BE49-F238E27FC236}">
                    <a16:creationId xmlns:a16="http://schemas.microsoft.com/office/drawing/2014/main" id="{0C5FA065-69D2-AC31-BF1C-9490C6F6DD48}"/>
                  </a:ext>
                </a:extLst>
              </p:cNvPr>
              <p:cNvSpPr/>
              <p:nvPr/>
            </p:nvSpPr>
            <p:spPr>
              <a:xfrm>
                <a:off x="4655395" y="1753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9" name="Freeform 27528">
                <a:extLst>
                  <a:ext uri="{FF2B5EF4-FFF2-40B4-BE49-F238E27FC236}">
                    <a16:creationId xmlns:a16="http://schemas.microsoft.com/office/drawing/2014/main" id="{427127CF-000B-B5D1-0A13-E37EA0E68854}"/>
                  </a:ext>
                </a:extLst>
              </p:cNvPr>
              <p:cNvSpPr/>
              <p:nvPr/>
            </p:nvSpPr>
            <p:spPr>
              <a:xfrm>
                <a:off x="4655891" y="1678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0" name="Freeform 27529">
                <a:extLst>
                  <a:ext uri="{FF2B5EF4-FFF2-40B4-BE49-F238E27FC236}">
                    <a16:creationId xmlns:a16="http://schemas.microsoft.com/office/drawing/2014/main" id="{71FC2C2C-69A3-0803-FF77-7AACC0339F4C}"/>
                  </a:ext>
                </a:extLst>
              </p:cNvPr>
              <p:cNvSpPr/>
              <p:nvPr/>
            </p:nvSpPr>
            <p:spPr>
              <a:xfrm>
                <a:off x="4656487" y="1650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1" name="Freeform 27530">
                <a:extLst>
                  <a:ext uri="{FF2B5EF4-FFF2-40B4-BE49-F238E27FC236}">
                    <a16:creationId xmlns:a16="http://schemas.microsoft.com/office/drawing/2014/main" id="{60178A1D-1978-B889-99B2-469226FBA911}"/>
                  </a:ext>
                </a:extLst>
              </p:cNvPr>
              <p:cNvSpPr/>
              <p:nvPr/>
            </p:nvSpPr>
            <p:spPr>
              <a:xfrm>
                <a:off x="4656983" y="1598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2" name="Freeform 27531">
                <a:extLst>
                  <a:ext uri="{FF2B5EF4-FFF2-40B4-BE49-F238E27FC236}">
                    <a16:creationId xmlns:a16="http://schemas.microsoft.com/office/drawing/2014/main" id="{686FABD7-901C-4F86-962A-E0B2C9EC131D}"/>
                  </a:ext>
                </a:extLst>
              </p:cNvPr>
              <p:cNvSpPr/>
              <p:nvPr/>
            </p:nvSpPr>
            <p:spPr>
              <a:xfrm>
                <a:off x="4657479" y="1562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3" name="Freeform 27532">
                <a:extLst>
                  <a:ext uri="{FF2B5EF4-FFF2-40B4-BE49-F238E27FC236}">
                    <a16:creationId xmlns:a16="http://schemas.microsoft.com/office/drawing/2014/main" id="{6EB448D3-1D81-898D-27FF-29922CE5FC0E}"/>
                  </a:ext>
                </a:extLst>
              </p:cNvPr>
              <p:cNvSpPr/>
              <p:nvPr/>
            </p:nvSpPr>
            <p:spPr>
              <a:xfrm>
                <a:off x="4658074" y="1519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4" name="Freeform 27533">
                <a:extLst>
                  <a:ext uri="{FF2B5EF4-FFF2-40B4-BE49-F238E27FC236}">
                    <a16:creationId xmlns:a16="http://schemas.microsoft.com/office/drawing/2014/main" id="{32C1015E-35B8-93D5-9F72-80529C3E25E9}"/>
                  </a:ext>
                </a:extLst>
              </p:cNvPr>
              <p:cNvSpPr/>
              <p:nvPr/>
            </p:nvSpPr>
            <p:spPr>
              <a:xfrm>
                <a:off x="4658570" y="1513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5" name="Freeform 27534">
                <a:extLst>
                  <a:ext uri="{FF2B5EF4-FFF2-40B4-BE49-F238E27FC236}">
                    <a16:creationId xmlns:a16="http://schemas.microsoft.com/office/drawing/2014/main" id="{67F323D4-AE38-95AF-9998-F68118D7443B}"/>
                  </a:ext>
                </a:extLst>
              </p:cNvPr>
              <p:cNvSpPr/>
              <p:nvPr/>
            </p:nvSpPr>
            <p:spPr>
              <a:xfrm>
                <a:off x="4659066" y="1512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6" name="Freeform 27535">
                <a:extLst>
                  <a:ext uri="{FF2B5EF4-FFF2-40B4-BE49-F238E27FC236}">
                    <a16:creationId xmlns:a16="http://schemas.microsoft.com/office/drawing/2014/main" id="{8879BC4B-64F9-F973-2F2D-37766024D321}"/>
                  </a:ext>
                </a:extLst>
              </p:cNvPr>
              <p:cNvSpPr/>
              <p:nvPr/>
            </p:nvSpPr>
            <p:spPr>
              <a:xfrm>
                <a:off x="4659662" y="1520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7" name="Freeform 27536">
                <a:extLst>
                  <a:ext uri="{FF2B5EF4-FFF2-40B4-BE49-F238E27FC236}">
                    <a16:creationId xmlns:a16="http://schemas.microsoft.com/office/drawing/2014/main" id="{2E8D2CFD-7160-9E83-BD10-F980B00B5096}"/>
                  </a:ext>
                </a:extLst>
              </p:cNvPr>
              <p:cNvSpPr/>
              <p:nvPr/>
            </p:nvSpPr>
            <p:spPr>
              <a:xfrm>
                <a:off x="4660158" y="1545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8" name="Freeform 27537">
                <a:extLst>
                  <a:ext uri="{FF2B5EF4-FFF2-40B4-BE49-F238E27FC236}">
                    <a16:creationId xmlns:a16="http://schemas.microsoft.com/office/drawing/2014/main" id="{5C050CE1-12A7-418A-0F2A-06D6F6DBC169}"/>
                  </a:ext>
                </a:extLst>
              </p:cNvPr>
              <p:cNvSpPr/>
              <p:nvPr/>
            </p:nvSpPr>
            <p:spPr>
              <a:xfrm>
                <a:off x="4660654" y="1607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9" name="Freeform 27538">
                <a:extLst>
                  <a:ext uri="{FF2B5EF4-FFF2-40B4-BE49-F238E27FC236}">
                    <a16:creationId xmlns:a16="http://schemas.microsoft.com/office/drawing/2014/main" id="{DE435AEE-A721-2801-BC09-9B88FE6FAD77}"/>
                  </a:ext>
                </a:extLst>
              </p:cNvPr>
              <p:cNvSpPr/>
              <p:nvPr/>
            </p:nvSpPr>
            <p:spPr>
              <a:xfrm>
                <a:off x="4661150" y="21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0" name="Freeform 27539">
                <a:extLst>
                  <a:ext uri="{FF2B5EF4-FFF2-40B4-BE49-F238E27FC236}">
                    <a16:creationId xmlns:a16="http://schemas.microsoft.com/office/drawing/2014/main" id="{FC21D790-AE43-0FD9-DED7-40767FE710BF}"/>
                  </a:ext>
                </a:extLst>
              </p:cNvPr>
              <p:cNvSpPr/>
              <p:nvPr/>
            </p:nvSpPr>
            <p:spPr>
              <a:xfrm>
                <a:off x="4661745" y="2206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1" name="Freeform 27540">
                <a:extLst>
                  <a:ext uri="{FF2B5EF4-FFF2-40B4-BE49-F238E27FC236}">
                    <a16:creationId xmlns:a16="http://schemas.microsoft.com/office/drawing/2014/main" id="{97B4B151-E90F-5050-07B8-98A3E3CA4BA6}"/>
                  </a:ext>
                </a:extLst>
              </p:cNvPr>
              <p:cNvSpPr/>
              <p:nvPr/>
            </p:nvSpPr>
            <p:spPr>
              <a:xfrm>
                <a:off x="4662241" y="221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2" name="Freeform 27541">
                <a:extLst>
                  <a:ext uri="{FF2B5EF4-FFF2-40B4-BE49-F238E27FC236}">
                    <a16:creationId xmlns:a16="http://schemas.microsoft.com/office/drawing/2014/main" id="{8AB72CFF-E3E6-53D1-B0AE-304611EDCD8F}"/>
                  </a:ext>
                </a:extLst>
              </p:cNvPr>
              <p:cNvSpPr/>
              <p:nvPr/>
            </p:nvSpPr>
            <p:spPr>
              <a:xfrm>
                <a:off x="4662738" y="2210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3" name="Freeform 27542">
                <a:extLst>
                  <a:ext uri="{FF2B5EF4-FFF2-40B4-BE49-F238E27FC236}">
                    <a16:creationId xmlns:a16="http://schemas.microsoft.com/office/drawing/2014/main" id="{E5E464B4-68CD-9778-AA0A-AB57FE06CE9A}"/>
                  </a:ext>
                </a:extLst>
              </p:cNvPr>
              <p:cNvSpPr/>
              <p:nvPr/>
            </p:nvSpPr>
            <p:spPr>
              <a:xfrm>
                <a:off x="4663333" y="221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4" name="Freeform 27543">
                <a:extLst>
                  <a:ext uri="{FF2B5EF4-FFF2-40B4-BE49-F238E27FC236}">
                    <a16:creationId xmlns:a16="http://schemas.microsoft.com/office/drawing/2014/main" id="{9CFC8FFD-247D-7AF7-2FED-D3DBF6BA991C}"/>
                  </a:ext>
                </a:extLst>
              </p:cNvPr>
              <p:cNvSpPr/>
              <p:nvPr/>
            </p:nvSpPr>
            <p:spPr>
              <a:xfrm>
                <a:off x="4663829" y="2224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5" name="Freeform 27544">
                <a:extLst>
                  <a:ext uri="{FF2B5EF4-FFF2-40B4-BE49-F238E27FC236}">
                    <a16:creationId xmlns:a16="http://schemas.microsoft.com/office/drawing/2014/main" id="{4383EADF-D09C-B6E9-7723-FE297296BEE4}"/>
                  </a:ext>
                </a:extLst>
              </p:cNvPr>
              <p:cNvSpPr/>
              <p:nvPr/>
            </p:nvSpPr>
            <p:spPr>
              <a:xfrm>
                <a:off x="4664325" y="2241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6" name="Freeform 27545">
                <a:extLst>
                  <a:ext uri="{FF2B5EF4-FFF2-40B4-BE49-F238E27FC236}">
                    <a16:creationId xmlns:a16="http://schemas.microsoft.com/office/drawing/2014/main" id="{7FF501B0-05E3-7E0A-D248-94C4E34F16CA}"/>
                  </a:ext>
                </a:extLst>
              </p:cNvPr>
              <p:cNvSpPr/>
              <p:nvPr/>
            </p:nvSpPr>
            <p:spPr>
              <a:xfrm>
                <a:off x="4664920" y="2240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7" name="Freeform 27546">
                <a:extLst>
                  <a:ext uri="{FF2B5EF4-FFF2-40B4-BE49-F238E27FC236}">
                    <a16:creationId xmlns:a16="http://schemas.microsoft.com/office/drawing/2014/main" id="{C2903E72-5640-0EE8-3DD7-AAEE598F2EAA}"/>
                  </a:ext>
                </a:extLst>
              </p:cNvPr>
              <p:cNvSpPr/>
              <p:nvPr/>
            </p:nvSpPr>
            <p:spPr>
              <a:xfrm>
                <a:off x="4665416" y="220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8" name="Freeform 27547">
                <a:extLst>
                  <a:ext uri="{FF2B5EF4-FFF2-40B4-BE49-F238E27FC236}">
                    <a16:creationId xmlns:a16="http://schemas.microsoft.com/office/drawing/2014/main" id="{1E4D31C6-1E44-DB64-EA08-04C486CF3379}"/>
                  </a:ext>
                </a:extLst>
              </p:cNvPr>
              <p:cNvSpPr/>
              <p:nvPr/>
            </p:nvSpPr>
            <p:spPr>
              <a:xfrm>
                <a:off x="4665913" y="1727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9" name="Freeform 27548">
                <a:extLst>
                  <a:ext uri="{FF2B5EF4-FFF2-40B4-BE49-F238E27FC236}">
                    <a16:creationId xmlns:a16="http://schemas.microsoft.com/office/drawing/2014/main" id="{99E53D68-6B58-443B-42FC-332D595F9EE9}"/>
                  </a:ext>
                </a:extLst>
              </p:cNvPr>
              <p:cNvSpPr/>
              <p:nvPr/>
            </p:nvSpPr>
            <p:spPr>
              <a:xfrm>
                <a:off x="4666508" y="1631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0" name="Freeform 27549">
                <a:extLst>
                  <a:ext uri="{FF2B5EF4-FFF2-40B4-BE49-F238E27FC236}">
                    <a16:creationId xmlns:a16="http://schemas.microsoft.com/office/drawing/2014/main" id="{758E8A06-5B4B-8597-0DC2-6AE98E32D1BB}"/>
                  </a:ext>
                </a:extLst>
              </p:cNvPr>
              <p:cNvSpPr/>
              <p:nvPr/>
            </p:nvSpPr>
            <p:spPr>
              <a:xfrm>
                <a:off x="4667004" y="1705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1" name="Freeform 27550">
                <a:extLst>
                  <a:ext uri="{FF2B5EF4-FFF2-40B4-BE49-F238E27FC236}">
                    <a16:creationId xmlns:a16="http://schemas.microsoft.com/office/drawing/2014/main" id="{339DA8E4-B7C2-6459-9732-E7F7DAEE5A3F}"/>
                  </a:ext>
                </a:extLst>
              </p:cNvPr>
              <p:cNvSpPr/>
              <p:nvPr/>
            </p:nvSpPr>
            <p:spPr>
              <a:xfrm>
                <a:off x="4667500" y="1698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2" name="Freeform 27551">
                <a:extLst>
                  <a:ext uri="{FF2B5EF4-FFF2-40B4-BE49-F238E27FC236}">
                    <a16:creationId xmlns:a16="http://schemas.microsoft.com/office/drawing/2014/main" id="{B730BD15-1679-74F7-387A-C9481413CADF}"/>
                  </a:ext>
                </a:extLst>
              </p:cNvPr>
              <p:cNvSpPr/>
              <p:nvPr/>
            </p:nvSpPr>
            <p:spPr>
              <a:xfrm>
                <a:off x="4668095" y="1659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3" name="Freeform 27552">
                <a:extLst>
                  <a:ext uri="{FF2B5EF4-FFF2-40B4-BE49-F238E27FC236}">
                    <a16:creationId xmlns:a16="http://schemas.microsoft.com/office/drawing/2014/main" id="{9C473B0D-A9ED-518D-F5B4-42579B24032C}"/>
                  </a:ext>
                </a:extLst>
              </p:cNvPr>
              <p:cNvSpPr/>
              <p:nvPr/>
            </p:nvSpPr>
            <p:spPr>
              <a:xfrm>
                <a:off x="4668591" y="1590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4" name="Freeform 27553">
                <a:extLst>
                  <a:ext uri="{FF2B5EF4-FFF2-40B4-BE49-F238E27FC236}">
                    <a16:creationId xmlns:a16="http://schemas.microsoft.com/office/drawing/2014/main" id="{7BFD2C29-B32F-FD58-AB77-16803F600BC9}"/>
                  </a:ext>
                </a:extLst>
              </p:cNvPr>
              <p:cNvSpPr/>
              <p:nvPr/>
            </p:nvSpPr>
            <p:spPr>
              <a:xfrm>
                <a:off x="4669088" y="1539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5" name="Freeform 27554">
                <a:extLst>
                  <a:ext uri="{FF2B5EF4-FFF2-40B4-BE49-F238E27FC236}">
                    <a16:creationId xmlns:a16="http://schemas.microsoft.com/office/drawing/2014/main" id="{70BC34DB-4724-7240-490F-D292181A9A9B}"/>
                  </a:ext>
                </a:extLst>
              </p:cNvPr>
              <p:cNvSpPr/>
              <p:nvPr/>
            </p:nvSpPr>
            <p:spPr>
              <a:xfrm>
                <a:off x="4669683" y="1494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6" name="Freeform 27555">
                <a:extLst>
                  <a:ext uri="{FF2B5EF4-FFF2-40B4-BE49-F238E27FC236}">
                    <a16:creationId xmlns:a16="http://schemas.microsoft.com/office/drawing/2014/main" id="{B404CD39-33ED-9265-BC97-B8CA4DD44138}"/>
                  </a:ext>
                </a:extLst>
              </p:cNvPr>
              <p:cNvSpPr/>
              <p:nvPr/>
            </p:nvSpPr>
            <p:spPr>
              <a:xfrm>
                <a:off x="4670179" y="1454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7" name="Freeform 27556">
                <a:extLst>
                  <a:ext uri="{FF2B5EF4-FFF2-40B4-BE49-F238E27FC236}">
                    <a16:creationId xmlns:a16="http://schemas.microsoft.com/office/drawing/2014/main" id="{9A8B4545-679E-D03C-15D9-65AC231DF578}"/>
                  </a:ext>
                </a:extLst>
              </p:cNvPr>
              <p:cNvSpPr/>
              <p:nvPr/>
            </p:nvSpPr>
            <p:spPr>
              <a:xfrm>
                <a:off x="4670675" y="1416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8" name="Freeform 27557">
                <a:extLst>
                  <a:ext uri="{FF2B5EF4-FFF2-40B4-BE49-F238E27FC236}">
                    <a16:creationId xmlns:a16="http://schemas.microsoft.com/office/drawing/2014/main" id="{B206DE25-EF02-923C-5F89-E81ED7FD0ADA}"/>
                  </a:ext>
                </a:extLst>
              </p:cNvPr>
              <p:cNvSpPr/>
              <p:nvPr/>
            </p:nvSpPr>
            <p:spPr>
              <a:xfrm>
                <a:off x="4671270" y="1418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9" name="Freeform 27558">
                <a:extLst>
                  <a:ext uri="{FF2B5EF4-FFF2-40B4-BE49-F238E27FC236}">
                    <a16:creationId xmlns:a16="http://schemas.microsoft.com/office/drawing/2014/main" id="{00D1ADD5-E08F-64F1-3B95-92534B189779}"/>
                  </a:ext>
                </a:extLst>
              </p:cNvPr>
              <p:cNvSpPr/>
              <p:nvPr/>
            </p:nvSpPr>
            <p:spPr>
              <a:xfrm>
                <a:off x="4671766" y="1415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0" name="Freeform 27559">
                <a:extLst>
                  <a:ext uri="{FF2B5EF4-FFF2-40B4-BE49-F238E27FC236}">
                    <a16:creationId xmlns:a16="http://schemas.microsoft.com/office/drawing/2014/main" id="{0F815C65-9EF4-41AD-7D08-050201797E92}"/>
                  </a:ext>
                </a:extLst>
              </p:cNvPr>
              <p:cNvSpPr/>
              <p:nvPr/>
            </p:nvSpPr>
            <p:spPr>
              <a:xfrm>
                <a:off x="4672263" y="1450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1" name="Freeform 27560">
                <a:extLst>
                  <a:ext uri="{FF2B5EF4-FFF2-40B4-BE49-F238E27FC236}">
                    <a16:creationId xmlns:a16="http://schemas.microsoft.com/office/drawing/2014/main" id="{8E9AD2AC-5DE0-1AF5-F95E-39E5B3830234}"/>
                  </a:ext>
                </a:extLst>
              </p:cNvPr>
              <p:cNvSpPr/>
              <p:nvPr/>
            </p:nvSpPr>
            <p:spPr>
              <a:xfrm>
                <a:off x="4672858" y="1483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2" name="Freeform 27561">
                <a:extLst>
                  <a:ext uri="{FF2B5EF4-FFF2-40B4-BE49-F238E27FC236}">
                    <a16:creationId xmlns:a16="http://schemas.microsoft.com/office/drawing/2014/main" id="{51D00325-FD2C-88CD-344F-B59E5B9B8E86}"/>
                  </a:ext>
                </a:extLst>
              </p:cNvPr>
              <p:cNvSpPr/>
              <p:nvPr/>
            </p:nvSpPr>
            <p:spPr>
              <a:xfrm>
                <a:off x="4673354" y="1575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3" name="Freeform 27562">
                <a:extLst>
                  <a:ext uri="{FF2B5EF4-FFF2-40B4-BE49-F238E27FC236}">
                    <a16:creationId xmlns:a16="http://schemas.microsoft.com/office/drawing/2014/main" id="{E61E7E2B-293D-DABD-18E7-989CF786FFD6}"/>
                  </a:ext>
                </a:extLst>
              </p:cNvPr>
              <p:cNvSpPr/>
              <p:nvPr/>
            </p:nvSpPr>
            <p:spPr>
              <a:xfrm>
                <a:off x="4673850" y="1831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4" name="Freeform 27563">
                <a:extLst>
                  <a:ext uri="{FF2B5EF4-FFF2-40B4-BE49-F238E27FC236}">
                    <a16:creationId xmlns:a16="http://schemas.microsoft.com/office/drawing/2014/main" id="{31ACD969-9EC5-654B-C333-4D60A6882217}"/>
                  </a:ext>
                </a:extLst>
              </p:cNvPr>
              <p:cNvSpPr/>
              <p:nvPr/>
            </p:nvSpPr>
            <p:spPr>
              <a:xfrm>
                <a:off x="4674346" y="2040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5" name="Freeform 27564">
                <a:extLst>
                  <a:ext uri="{FF2B5EF4-FFF2-40B4-BE49-F238E27FC236}">
                    <a16:creationId xmlns:a16="http://schemas.microsoft.com/office/drawing/2014/main" id="{AE8CF4DD-F7A8-284E-F184-8295A118B80C}"/>
                  </a:ext>
                </a:extLst>
              </p:cNvPr>
              <p:cNvSpPr/>
              <p:nvPr/>
            </p:nvSpPr>
            <p:spPr>
              <a:xfrm>
                <a:off x="4674941" y="2090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6" name="Freeform 27565">
                <a:extLst>
                  <a:ext uri="{FF2B5EF4-FFF2-40B4-BE49-F238E27FC236}">
                    <a16:creationId xmlns:a16="http://schemas.microsoft.com/office/drawing/2014/main" id="{24D5372B-C9CD-E19C-C090-9B0C034333C8}"/>
                  </a:ext>
                </a:extLst>
              </p:cNvPr>
              <p:cNvSpPr/>
              <p:nvPr/>
            </p:nvSpPr>
            <p:spPr>
              <a:xfrm>
                <a:off x="4675438" y="209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7" name="Freeform 27566">
                <a:extLst>
                  <a:ext uri="{FF2B5EF4-FFF2-40B4-BE49-F238E27FC236}">
                    <a16:creationId xmlns:a16="http://schemas.microsoft.com/office/drawing/2014/main" id="{114F108D-F0C7-6B77-796C-742E66981474}"/>
                  </a:ext>
                </a:extLst>
              </p:cNvPr>
              <p:cNvSpPr/>
              <p:nvPr/>
            </p:nvSpPr>
            <p:spPr>
              <a:xfrm>
                <a:off x="4675934" y="2102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8" name="Freeform 27567">
                <a:extLst>
                  <a:ext uri="{FF2B5EF4-FFF2-40B4-BE49-F238E27FC236}">
                    <a16:creationId xmlns:a16="http://schemas.microsoft.com/office/drawing/2014/main" id="{CAC1FAFF-A985-EEE0-149E-33745F096B65}"/>
                  </a:ext>
                </a:extLst>
              </p:cNvPr>
              <p:cNvSpPr/>
              <p:nvPr/>
            </p:nvSpPr>
            <p:spPr>
              <a:xfrm>
                <a:off x="4676529" y="21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9" name="Freeform 27568">
                <a:extLst>
                  <a:ext uri="{FF2B5EF4-FFF2-40B4-BE49-F238E27FC236}">
                    <a16:creationId xmlns:a16="http://schemas.microsoft.com/office/drawing/2014/main" id="{C91086E2-B1A5-A990-A9FE-E3A48D58C23F}"/>
                  </a:ext>
                </a:extLst>
              </p:cNvPr>
              <p:cNvSpPr/>
              <p:nvPr/>
            </p:nvSpPr>
            <p:spPr>
              <a:xfrm>
                <a:off x="4677025" y="2111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0" name="Freeform 27569">
                <a:extLst>
                  <a:ext uri="{FF2B5EF4-FFF2-40B4-BE49-F238E27FC236}">
                    <a16:creationId xmlns:a16="http://schemas.microsoft.com/office/drawing/2014/main" id="{109A9EE4-9758-99C3-BC72-4C8FEBB32596}"/>
                  </a:ext>
                </a:extLst>
              </p:cNvPr>
              <p:cNvSpPr/>
              <p:nvPr/>
            </p:nvSpPr>
            <p:spPr>
              <a:xfrm>
                <a:off x="4677521" y="2137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1" name="Freeform 27570">
                <a:extLst>
                  <a:ext uri="{FF2B5EF4-FFF2-40B4-BE49-F238E27FC236}">
                    <a16:creationId xmlns:a16="http://schemas.microsoft.com/office/drawing/2014/main" id="{7772EF3A-017B-CB0C-D573-DF997D3991D3}"/>
                  </a:ext>
                </a:extLst>
              </p:cNvPr>
              <p:cNvSpPr/>
              <p:nvPr/>
            </p:nvSpPr>
            <p:spPr>
              <a:xfrm>
                <a:off x="4678116" y="2076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2" name="Freeform 27571">
                <a:extLst>
                  <a:ext uri="{FF2B5EF4-FFF2-40B4-BE49-F238E27FC236}">
                    <a16:creationId xmlns:a16="http://schemas.microsoft.com/office/drawing/2014/main" id="{BE5A318E-B971-F1BE-350E-40D9563EE550}"/>
                  </a:ext>
                </a:extLst>
              </p:cNvPr>
              <p:cNvSpPr/>
              <p:nvPr/>
            </p:nvSpPr>
            <p:spPr>
              <a:xfrm>
                <a:off x="4678613" y="1518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3" name="Freeform 27572">
                <a:extLst>
                  <a:ext uri="{FF2B5EF4-FFF2-40B4-BE49-F238E27FC236}">
                    <a16:creationId xmlns:a16="http://schemas.microsoft.com/office/drawing/2014/main" id="{4202FE12-F3C0-C309-6A4A-F2BCF22C0CD0}"/>
                  </a:ext>
                </a:extLst>
              </p:cNvPr>
              <p:cNvSpPr/>
              <p:nvPr/>
            </p:nvSpPr>
            <p:spPr>
              <a:xfrm>
                <a:off x="4679109" y="1547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4" name="Freeform 27573">
                <a:extLst>
                  <a:ext uri="{FF2B5EF4-FFF2-40B4-BE49-F238E27FC236}">
                    <a16:creationId xmlns:a16="http://schemas.microsoft.com/office/drawing/2014/main" id="{2E770D08-55EB-21CC-DCEE-1ADD6660961D}"/>
                  </a:ext>
                </a:extLst>
              </p:cNvPr>
              <p:cNvSpPr/>
              <p:nvPr/>
            </p:nvSpPr>
            <p:spPr>
              <a:xfrm>
                <a:off x="4679704" y="1538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5" name="Freeform 27574">
                <a:extLst>
                  <a:ext uri="{FF2B5EF4-FFF2-40B4-BE49-F238E27FC236}">
                    <a16:creationId xmlns:a16="http://schemas.microsoft.com/office/drawing/2014/main" id="{34D8B889-6AB0-D624-5AA6-06F928E11ECC}"/>
                  </a:ext>
                </a:extLst>
              </p:cNvPr>
              <p:cNvSpPr/>
              <p:nvPr/>
            </p:nvSpPr>
            <p:spPr>
              <a:xfrm>
                <a:off x="4680200" y="1609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6" name="Freeform 27575">
                <a:extLst>
                  <a:ext uri="{FF2B5EF4-FFF2-40B4-BE49-F238E27FC236}">
                    <a16:creationId xmlns:a16="http://schemas.microsoft.com/office/drawing/2014/main" id="{555FB694-745B-67C6-98B3-2D98C3BA5B19}"/>
                  </a:ext>
                </a:extLst>
              </p:cNvPr>
              <p:cNvSpPr/>
              <p:nvPr/>
            </p:nvSpPr>
            <p:spPr>
              <a:xfrm>
                <a:off x="4680696" y="1555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7" name="Freeform 27576">
                <a:extLst>
                  <a:ext uri="{FF2B5EF4-FFF2-40B4-BE49-F238E27FC236}">
                    <a16:creationId xmlns:a16="http://schemas.microsoft.com/office/drawing/2014/main" id="{A4B47749-4BBA-E828-7DA1-63F490C564BF}"/>
                  </a:ext>
                </a:extLst>
              </p:cNvPr>
              <p:cNvSpPr/>
              <p:nvPr/>
            </p:nvSpPr>
            <p:spPr>
              <a:xfrm>
                <a:off x="4681291" y="1477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8" name="Freeform 27577">
                <a:extLst>
                  <a:ext uri="{FF2B5EF4-FFF2-40B4-BE49-F238E27FC236}">
                    <a16:creationId xmlns:a16="http://schemas.microsoft.com/office/drawing/2014/main" id="{0153C55A-7078-E429-0DB8-C2A2CC0D2FE5}"/>
                  </a:ext>
                </a:extLst>
              </p:cNvPr>
              <p:cNvSpPr/>
              <p:nvPr/>
            </p:nvSpPr>
            <p:spPr>
              <a:xfrm>
                <a:off x="4681788" y="1382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9" name="Freeform 27578">
                <a:extLst>
                  <a:ext uri="{FF2B5EF4-FFF2-40B4-BE49-F238E27FC236}">
                    <a16:creationId xmlns:a16="http://schemas.microsoft.com/office/drawing/2014/main" id="{D123063A-85A0-F167-76B0-F596D0AA93C6}"/>
                  </a:ext>
                </a:extLst>
              </p:cNvPr>
              <p:cNvSpPr/>
              <p:nvPr/>
            </p:nvSpPr>
            <p:spPr>
              <a:xfrm>
                <a:off x="4682284" y="1312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0" name="Freeform 27579">
                <a:extLst>
                  <a:ext uri="{FF2B5EF4-FFF2-40B4-BE49-F238E27FC236}">
                    <a16:creationId xmlns:a16="http://schemas.microsoft.com/office/drawing/2014/main" id="{9786A726-DEB1-5197-A8F9-886DBE57DA3D}"/>
                  </a:ext>
                </a:extLst>
              </p:cNvPr>
              <p:cNvSpPr/>
              <p:nvPr/>
            </p:nvSpPr>
            <p:spPr>
              <a:xfrm>
                <a:off x="4682879" y="1298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1" name="Freeform 27580">
                <a:extLst>
                  <a:ext uri="{FF2B5EF4-FFF2-40B4-BE49-F238E27FC236}">
                    <a16:creationId xmlns:a16="http://schemas.microsoft.com/office/drawing/2014/main" id="{F8C5C910-3894-192B-7D80-9F23DDAE7017}"/>
                  </a:ext>
                </a:extLst>
              </p:cNvPr>
              <p:cNvSpPr/>
              <p:nvPr/>
            </p:nvSpPr>
            <p:spPr>
              <a:xfrm>
                <a:off x="4683375" y="1257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2" name="Freeform 27581">
                <a:extLst>
                  <a:ext uri="{FF2B5EF4-FFF2-40B4-BE49-F238E27FC236}">
                    <a16:creationId xmlns:a16="http://schemas.microsoft.com/office/drawing/2014/main" id="{7DEE76F9-4051-857B-7A90-4B3FA63B6763}"/>
                  </a:ext>
                </a:extLst>
              </p:cNvPr>
              <p:cNvSpPr/>
              <p:nvPr/>
            </p:nvSpPr>
            <p:spPr>
              <a:xfrm>
                <a:off x="4683871" y="1240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3" name="Freeform 27582">
                <a:extLst>
                  <a:ext uri="{FF2B5EF4-FFF2-40B4-BE49-F238E27FC236}">
                    <a16:creationId xmlns:a16="http://schemas.microsoft.com/office/drawing/2014/main" id="{AC3872F3-50CB-D6D1-18C4-F199C068DA39}"/>
                  </a:ext>
                </a:extLst>
              </p:cNvPr>
              <p:cNvSpPr/>
              <p:nvPr/>
            </p:nvSpPr>
            <p:spPr>
              <a:xfrm>
                <a:off x="4684466" y="1254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4" name="Freeform 27583">
                <a:extLst>
                  <a:ext uri="{FF2B5EF4-FFF2-40B4-BE49-F238E27FC236}">
                    <a16:creationId xmlns:a16="http://schemas.microsoft.com/office/drawing/2014/main" id="{90A1316D-BE02-50DE-4041-06EB9D9CCC10}"/>
                  </a:ext>
                </a:extLst>
              </p:cNvPr>
              <p:cNvSpPr/>
              <p:nvPr/>
            </p:nvSpPr>
            <p:spPr>
              <a:xfrm>
                <a:off x="4684963" y="1321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5" name="Freeform 27584">
                <a:extLst>
                  <a:ext uri="{FF2B5EF4-FFF2-40B4-BE49-F238E27FC236}">
                    <a16:creationId xmlns:a16="http://schemas.microsoft.com/office/drawing/2014/main" id="{69B36EB9-C7C7-8975-E637-988B4355B3C2}"/>
                  </a:ext>
                </a:extLst>
              </p:cNvPr>
              <p:cNvSpPr/>
              <p:nvPr/>
            </p:nvSpPr>
            <p:spPr>
              <a:xfrm>
                <a:off x="4685459" y="1388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6" name="Freeform 27585">
                <a:extLst>
                  <a:ext uri="{FF2B5EF4-FFF2-40B4-BE49-F238E27FC236}">
                    <a16:creationId xmlns:a16="http://schemas.microsoft.com/office/drawing/2014/main" id="{8DD1E6A9-F5E9-0A88-7EE0-620AF55A13F7}"/>
                  </a:ext>
                </a:extLst>
              </p:cNvPr>
              <p:cNvSpPr/>
              <p:nvPr/>
            </p:nvSpPr>
            <p:spPr>
              <a:xfrm>
                <a:off x="4685955" y="1518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7" name="Freeform 27586">
                <a:extLst>
                  <a:ext uri="{FF2B5EF4-FFF2-40B4-BE49-F238E27FC236}">
                    <a16:creationId xmlns:a16="http://schemas.microsoft.com/office/drawing/2014/main" id="{32917CB6-F62B-04DB-C24A-ACD66CA55CB5}"/>
                  </a:ext>
                </a:extLst>
              </p:cNvPr>
              <p:cNvSpPr/>
              <p:nvPr/>
            </p:nvSpPr>
            <p:spPr>
              <a:xfrm>
                <a:off x="4686550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8" name="Freeform 27587">
                <a:extLst>
                  <a:ext uri="{FF2B5EF4-FFF2-40B4-BE49-F238E27FC236}">
                    <a16:creationId xmlns:a16="http://schemas.microsoft.com/office/drawing/2014/main" id="{3F3376AA-F45B-1CED-60CE-18D5BD9A9559}"/>
                  </a:ext>
                </a:extLst>
              </p:cNvPr>
              <p:cNvSpPr/>
              <p:nvPr/>
            </p:nvSpPr>
            <p:spPr>
              <a:xfrm>
                <a:off x="4687046" y="212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9" name="Freeform 27588">
                <a:extLst>
                  <a:ext uri="{FF2B5EF4-FFF2-40B4-BE49-F238E27FC236}">
                    <a16:creationId xmlns:a16="http://schemas.microsoft.com/office/drawing/2014/main" id="{29123194-03BB-403D-4CCA-636A28062BFE}"/>
                  </a:ext>
                </a:extLst>
              </p:cNvPr>
              <p:cNvSpPr/>
              <p:nvPr/>
            </p:nvSpPr>
            <p:spPr>
              <a:xfrm>
                <a:off x="4687542" y="2134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0" name="Freeform 27589">
                <a:extLst>
                  <a:ext uri="{FF2B5EF4-FFF2-40B4-BE49-F238E27FC236}">
                    <a16:creationId xmlns:a16="http://schemas.microsoft.com/office/drawing/2014/main" id="{E56D84F9-6EAB-E991-AD60-F5E2F955E405}"/>
                  </a:ext>
                </a:extLst>
              </p:cNvPr>
              <p:cNvSpPr/>
              <p:nvPr/>
            </p:nvSpPr>
            <p:spPr>
              <a:xfrm>
                <a:off x="4688138" y="212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1" name="Freeform 27590">
                <a:extLst>
                  <a:ext uri="{FF2B5EF4-FFF2-40B4-BE49-F238E27FC236}">
                    <a16:creationId xmlns:a16="http://schemas.microsoft.com/office/drawing/2014/main" id="{8F434122-B14C-E322-767A-F6DE69A228CA}"/>
                  </a:ext>
                </a:extLst>
              </p:cNvPr>
              <p:cNvSpPr/>
              <p:nvPr/>
            </p:nvSpPr>
            <p:spPr>
              <a:xfrm>
                <a:off x="4688634" y="211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2" name="Freeform 27591">
                <a:extLst>
                  <a:ext uri="{FF2B5EF4-FFF2-40B4-BE49-F238E27FC236}">
                    <a16:creationId xmlns:a16="http://schemas.microsoft.com/office/drawing/2014/main" id="{202E1B41-57C8-F1BC-17B2-97C6AA9891FD}"/>
                  </a:ext>
                </a:extLst>
              </p:cNvPr>
              <p:cNvSpPr/>
              <p:nvPr/>
            </p:nvSpPr>
            <p:spPr>
              <a:xfrm>
                <a:off x="4689130" y="2126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3" name="Freeform 27592">
                <a:extLst>
                  <a:ext uri="{FF2B5EF4-FFF2-40B4-BE49-F238E27FC236}">
                    <a16:creationId xmlns:a16="http://schemas.microsoft.com/office/drawing/2014/main" id="{F51E1B8E-44FE-C725-B6FF-515C6402C7ED}"/>
                  </a:ext>
                </a:extLst>
              </p:cNvPr>
              <p:cNvSpPr/>
              <p:nvPr/>
            </p:nvSpPr>
            <p:spPr>
              <a:xfrm>
                <a:off x="4689725" y="2137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4" name="Freeform 27593">
                <a:extLst>
                  <a:ext uri="{FF2B5EF4-FFF2-40B4-BE49-F238E27FC236}">
                    <a16:creationId xmlns:a16="http://schemas.microsoft.com/office/drawing/2014/main" id="{C1930D07-A23C-4B12-CCEA-C66F0F0B3EEF}"/>
                  </a:ext>
                </a:extLst>
              </p:cNvPr>
              <p:cNvSpPr/>
              <p:nvPr/>
            </p:nvSpPr>
            <p:spPr>
              <a:xfrm>
                <a:off x="4690221" y="2115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5" name="Freeform 27594">
                <a:extLst>
                  <a:ext uri="{FF2B5EF4-FFF2-40B4-BE49-F238E27FC236}">
                    <a16:creationId xmlns:a16="http://schemas.microsoft.com/office/drawing/2014/main" id="{12B913F5-E69B-A385-BFA4-64875E194424}"/>
                  </a:ext>
                </a:extLst>
              </p:cNvPr>
              <p:cNvSpPr/>
              <p:nvPr/>
            </p:nvSpPr>
            <p:spPr>
              <a:xfrm>
                <a:off x="4690717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6" name="Freeform 27595">
                <a:extLst>
                  <a:ext uri="{FF2B5EF4-FFF2-40B4-BE49-F238E27FC236}">
                    <a16:creationId xmlns:a16="http://schemas.microsoft.com/office/drawing/2014/main" id="{6D53CEBD-2CD3-5B19-1F1B-16F140CF3B28}"/>
                  </a:ext>
                </a:extLst>
              </p:cNvPr>
              <p:cNvSpPr/>
              <p:nvPr/>
            </p:nvSpPr>
            <p:spPr>
              <a:xfrm>
                <a:off x="4691313" y="1649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7" name="Freeform 27596">
                <a:extLst>
                  <a:ext uri="{FF2B5EF4-FFF2-40B4-BE49-F238E27FC236}">
                    <a16:creationId xmlns:a16="http://schemas.microsoft.com/office/drawing/2014/main" id="{A4C14E3E-1481-F47F-1176-CA9DACC6F204}"/>
                  </a:ext>
                </a:extLst>
              </p:cNvPr>
              <p:cNvSpPr/>
              <p:nvPr/>
            </p:nvSpPr>
            <p:spPr>
              <a:xfrm>
                <a:off x="4691809" y="1666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8" name="Freeform 27597">
                <a:extLst>
                  <a:ext uri="{FF2B5EF4-FFF2-40B4-BE49-F238E27FC236}">
                    <a16:creationId xmlns:a16="http://schemas.microsoft.com/office/drawing/2014/main" id="{A96B2FAE-2943-0D2E-C098-9E469BBCF8B3}"/>
                  </a:ext>
                </a:extLst>
              </p:cNvPr>
              <p:cNvSpPr/>
              <p:nvPr/>
            </p:nvSpPr>
            <p:spPr>
              <a:xfrm>
                <a:off x="4692305" y="16897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9" name="Freeform 27598">
                <a:extLst>
                  <a:ext uri="{FF2B5EF4-FFF2-40B4-BE49-F238E27FC236}">
                    <a16:creationId xmlns:a16="http://schemas.microsoft.com/office/drawing/2014/main" id="{34C7C7EA-A83D-5CD8-C999-2A69715C8FD7}"/>
                  </a:ext>
                </a:extLst>
              </p:cNvPr>
              <p:cNvSpPr/>
              <p:nvPr/>
            </p:nvSpPr>
            <p:spPr>
              <a:xfrm>
                <a:off x="4692900" y="1680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0" name="Freeform 27599">
                <a:extLst>
                  <a:ext uri="{FF2B5EF4-FFF2-40B4-BE49-F238E27FC236}">
                    <a16:creationId xmlns:a16="http://schemas.microsoft.com/office/drawing/2014/main" id="{86F8AB28-539A-FCE8-8954-3C2818247FA4}"/>
                  </a:ext>
                </a:extLst>
              </p:cNvPr>
              <p:cNvSpPr/>
              <p:nvPr/>
            </p:nvSpPr>
            <p:spPr>
              <a:xfrm>
                <a:off x="4693396" y="1677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1" name="Freeform 27600">
                <a:extLst>
                  <a:ext uri="{FF2B5EF4-FFF2-40B4-BE49-F238E27FC236}">
                    <a16:creationId xmlns:a16="http://schemas.microsoft.com/office/drawing/2014/main" id="{91AB06C8-957A-7512-D6A9-75C711448AAF}"/>
                  </a:ext>
                </a:extLst>
              </p:cNvPr>
              <p:cNvSpPr/>
              <p:nvPr/>
            </p:nvSpPr>
            <p:spPr>
              <a:xfrm>
                <a:off x="4693892" y="1628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2" name="Freeform 27601">
                <a:extLst>
                  <a:ext uri="{FF2B5EF4-FFF2-40B4-BE49-F238E27FC236}">
                    <a16:creationId xmlns:a16="http://schemas.microsoft.com/office/drawing/2014/main" id="{27EFB8BE-0181-0A64-A254-BA139818F9EA}"/>
                  </a:ext>
                </a:extLst>
              </p:cNvPr>
              <p:cNvSpPr/>
              <p:nvPr/>
            </p:nvSpPr>
            <p:spPr>
              <a:xfrm>
                <a:off x="4694488" y="1555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3" name="Freeform 27602">
                <a:extLst>
                  <a:ext uri="{FF2B5EF4-FFF2-40B4-BE49-F238E27FC236}">
                    <a16:creationId xmlns:a16="http://schemas.microsoft.com/office/drawing/2014/main" id="{219ECD65-3212-971B-CB40-72504AA1A195}"/>
                  </a:ext>
                </a:extLst>
              </p:cNvPr>
              <p:cNvSpPr/>
              <p:nvPr/>
            </p:nvSpPr>
            <p:spPr>
              <a:xfrm>
                <a:off x="4694984" y="1477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4" name="Freeform 27603">
                <a:extLst>
                  <a:ext uri="{FF2B5EF4-FFF2-40B4-BE49-F238E27FC236}">
                    <a16:creationId xmlns:a16="http://schemas.microsoft.com/office/drawing/2014/main" id="{6D1BC285-5B07-5541-E6CB-4FABB18E9C98}"/>
                  </a:ext>
                </a:extLst>
              </p:cNvPr>
              <p:cNvSpPr/>
              <p:nvPr/>
            </p:nvSpPr>
            <p:spPr>
              <a:xfrm>
                <a:off x="4695480" y="1447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5" name="Freeform 27604">
                <a:extLst>
                  <a:ext uri="{FF2B5EF4-FFF2-40B4-BE49-F238E27FC236}">
                    <a16:creationId xmlns:a16="http://schemas.microsoft.com/office/drawing/2014/main" id="{339AE36A-271C-B685-09B5-A1CCE7554390}"/>
                  </a:ext>
                </a:extLst>
              </p:cNvPr>
              <p:cNvSpPr/>
              <p:nvPr/>
            </p:nvSpPr>
            <p:spPr>
              <a:xfrm>
                <a:off x="4696075" y="1422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6" name="Freeform 27605">
                <a:extLst>
                  <a:ext uri="{FF2B5EF4-FFF2-40B4-BE49-F238E27FC236}">
                    <a16:creationId xmlns:a16="http://schemas.microsoft.com/office/drawing/2014/main" id="{D583E3AF-D22D-2B7F-2C67-BF505A638E0D}"/>
                  </a:ext>
                </a:extLst>
              </p:cNvPr>
              <p:cNvSpPr/>
              <p:nvPr/>
            </p:nvSpPr>
            <p:spPr>
              <a:xfrm>
                <a:off x="4696571" y="1400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7" name="Freeform 27606">
                <a:extLst>
                  <a:ext uri="{FF2B5EF4-FFF2-40B4-BE49-F238E27FC236}">
                    <a16:creationId xmlns:a16="http://schemas.microsoft.com/office/drawing/2014/main" id="{9F23F203-B648-15CB-6E1B-151E10E55945}"/>
                  </a:ext>
                </a:extLst>
              </p:cNvPr>
              <p:cNvSpPr/>
              <p:nvPr/>
            </p:nvSpPr>
            <p:spPr>
              <a:xfrm>
                <a:off x="4697067" y="1385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8" name="Freeform 27607">
                <a:extLst>
                  <a:ext uri="{FF2B5EF4-FFF2-40B4-BE49-F238E27FC236}">
                    <a16:creationId xmlns:a16="http://schemas.microsoft.com/office/drawing/2014/main" id="{4B276FFC-B928-2AB4-CB27-A0E849B3DA65}"/>
                  </a:ext>
                </a:extLst>
              </p:cNvPr>
              <p:cNvSpPr/>
              <p:nvPr/>
            </p:nvSpPr>
            <p:spPr>
              <a:xfrm>
                <a:off x="4697563" y="1378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9" name="Freeform 27608">
                <a:extLst>
                  <a:ext uri="{FF2B5EF4-FFF2-40B4-BE49-F238E27FC236}">
                    <a16:creationId xmlns:a16="http://schemas.microsoft.com/office/drawing/2014/main" id="{60970817-1526-07BD-05FB-1C6C0F6D6076}"/>
                  </a:ext>
                </a:extLst>
              </p:cNvPr>
              <p:cNvSpPr/>
              <p:nvPr/>
            </p:nvSpPr>
            <p:spPr>
              <a:xfrm>
                <a:off x="4698159" y="1457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0" name="Freeform 27609">
                <a:extLst>
                  <a:ext uri="{FF2B5EF4-FFF2-40B4-BE49-F238E27FC236}">
                    <a16:creationId xmlns:a16="http://schemas.microsoft.com/office/drawing/2014/main" id="{E2346B43-213E-F408-131D-5BB0F0A1B473}"/>
                  </a:ext>
                </a:extLst>
              </p:cNvPr>
              <p:cNvSpPr/>
              <p:nvPr/>
            </p:nvSpPr>
            <p:spPr>
              <a:xfrm>
                <a:off x="4698655" y="1604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1" name="Freeform 27610">
                <a:extLst>
                  <a:ext uri="{FF2B5EF4-FFF2-40B4-BE49-F238E27FC236}">
                    <a16:creationId xmlns:a16="http://schemas.microsoft.com/office/drawing/2014/main" id="{BBDD66A2-2813-C3B6-9E81-944BA5A9AEF5}"/>
                  </a:ext>
                </a:extLst>
              </p:cNvPr>
              <p:cNvSpPr/>
              <p:nvPr/>
            </p:nvSpPr>
            <p:spPr>
              <a:xfrm>
                <a:off x="4699151" y="1962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2" name="Freeform 27611">
                <a:extLst>
                  <a:ext uri="{FF2B5EF4-FFF2-40B4-BE49-F238E27FC236}">
                    <a16:creationId xmlns:a16="http://schemas.microsoft.com/office/drawing/2014/main" id="{68713617-4087-E296-4C6F-56CA534E03B6}"/>
                  </a:ext>
                </a:extLst>
              </p:cNvPr>
              <p:cNvSpPr/>
              <p:nvPr/>
            </p:nvSpPr>
            <p:spPr>
              <a:xfrm>
                <a:off x="4699746" y="2142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3" name="Freeform 27612">
                <a:extLst>
                  <a:ext uri="{FF2B5EF4-FFF2-40B4-BE49-F238E27FC236}">
                    <a16:creationId xmlns:a16="http://schemas.microsoft.com/office/drawing/2014/main" id="{417CFAE3-AAB1-7BF4-8608-205B21E7B54E}"/>
                  </a:ext>
                </a:extLst>
              </p:cNvPr>
              <p:cNvSpPr/>
              <p:nvPr/>
            </p:nvSpPr>
            <p:spPr>
              <a:xfrm>
                <a:off x="4700242" y="2155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4" name="Freeform 27613">
                <a:extLst>
                  <a:ext uri="{FF2B5EF4-FFF2-40B4-BE49-F238E27FC236}">
                    <a16:creationId xmlns:a16="http://schemas.microsoft.com/office/drawing/2014/main" id="{9EC9E3C7-F99B-CD79-5479-8CA4F3CD54B6}"/>
                  </a:ext>
                </a:extLst>
              </p:cNvPr>
              <p:cNvSpPr/>
              <p:nvPr/>
            </p:nvSpPr>
            <p:spPr>
              <a:xfrm>
                <a:off x="4700738" y="2152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5" name="Freeform 27614">
                <a:extLst>
                  <a:ext uri="{FF2B5EF4-FFF2-40B4-BE49-F238E27FC236}">
                    <a16:creationId xmlns:a16="http://schemas.microsoft.com/office/drawing/2014/main" id="{87094929-361A-BF0F-552B-F6D22256B71F}"/>
                  </a:ext>
                </a:extLst>
              </p:cNvPr>
              <p:cNvSpPr/>
              <p:nvPr/>
            </p:nvSpPr>
            <p:spPr>
              <a:xfrm>
                <a:off x="4701334" y="214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6" name="Freeform 27615">
                <a:extLst>
                  <a:ext uri="{FF2B5EF4-FFF2-40B4-BE49-F238E27FC236}">
                    <a16:creationId xmlns:a16="http://schemas.microsoft.com/office/drawing/2014/main" id="{E5F76652-E61F-DAF8-B4BC-2DED009381BC}"/>
                  </a:ext>
                </a:extLst>
              </p:cNvPr>
              <p:cNvSpPr/>
              <p:nvPr/>
            </p:nvSpPr>
            <p:spPr>
              <a:xfrm>
                <a:off x="4701830" y="2152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7" name="Freeform 27616">
                <a:extLst>
                  <a:ext uri="{FF2B5EF4-FFF2-40B4-BE49-F238E27FC236}">
                    <a16:creationId xmlns:a16="http://schemas.microsoft.com/office/drawing/2014/main" id="{42B8B40B-135D-9218-DB48-D80BAE55FE31}"/>
                  </a:ext>
                </a:extLst>
              </p:cNvPr>
              <p:cNvSpPr/>
              <p:nvPr/>
            </p:nvSpPr>
            <p:spPr>
              <a:xfrm>
                <a:off x="4702326" y="2154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8" name="Freeform 27617">
                <a:extLst>
                  <a:ext uri="{FF2B5EF4-FFF2-40B4-BE49-F238E27FC236}">
                    <a16:creationId xmlns:a16="http://schemas.microsoft.com/office/drawing/2014/main" id="{90CE3902-5393-3504-3B21-1819344E2281}"/>
                  </a:ext>
                </a:extLst>
              </p:cNvPr>
              <p:cNvSpPr/>
              <p:nvPr/>
            </p:nvSpPr>
            <p:spPr>
              <a:xfrm>
                <a:off x="4702921" y="2155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9" name="Freeform 27618">
                <a:extLst>
                  <a:ext uri="{FF2B5EF4-FFF2-40B4-BE49-F238E27FC236}">
                    <a16:creationId xmlns:a16="http://schemas.microsoft.com/office/drawing/2014/main" id="{805209DA-AB29-22B9-A386-94C89BB44A79}"/>
                  </a:ext>
                </a:extLst>
              </p:cNvPr>
              <p:cNvSpPr/>
              <p:nvPr/>
            </p:nvSpPr>
            <p:spPr>
              <a:xfrm>
                <a:off x="4703417" y="2115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0" name="Freeform 27619">
                <a:extLst>
                  <a:ext uri="{FF2B5EF4-FFF2-40B4-BE49-F238E27FC236}">
                    <a16:creationId xmlns:a16="http://schemas.microsoft.com/office/drawing/2014/main" id="{37AECC3E-52B9-88AF-BDDB-80AEDA448F57}"/>
                  </a:ext>
                </a:extLst>
              </p:cNvPr>
              <p:cNvSpPr/>
              <p:nvPr/>
            </p:nvSpPr>
            <p:spPr>
              <a:xfrm>
                <a:off x="4703913" y="1658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1" name="Freeform 27620">
                <a:extLst>
                  <a:ext uri="{FF2B5EF4-FFF2-40B4-BE49-F238E27FC236}">
                    <a16:creationId xmlns:a16="http://schemas.microsoft.com/office/drawing/2014/main" id="{B8DD1285-82AE-8868-02D2-8AF21B401938}"/>
                  </a:ext>
                </a:extLst>
              </p:cNvPr>
              <p:cNvSpPr/>
              <p:nvPr/>
            </p:nvSpPr>
            <p:spPr>
              <a:xfrm>
                <a:off x="4704509" y="1639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2" name="Freeform 27621">
                <a:extLst>
                  <a:ext uri="{FF2B5EF4-FFF2-40B4-BE49-F238E27FC236}">
                    <a16:creationId xmlns:a16="http://schemas.microsoft.com/office/drawing/2014/main" id="{A0A81F84-97DA-2CA7-FF35-20F4C03DFBCA}"/>
                  </a:ext>
                </a:extLst>
              </p:cNvPr>
              <p:cNvSpPr/>
              <p:nvPr/>
            </p:nvSpPr>
            <p:spPr>
              <a:xfrm>
                <a:off x="4705005" y="1673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3" name="Freeform 27622">
                <a:extLst>
                  <a:ext uri="{FF2B5EF4-FFF2-40B4-BE49-F238E27FC236}">
                    <a16:creationId xmlns:a16="http://schemas.microsoft.com/office/drawing/2014/main" id="{6EB01297-4FD8-A799-5715-919DC70579FA}"/>
                  </a:ext>
                </a:extLst>
              </p:cNvPr>
              <p:cNvSpPr/>
              <p:nvPr/>
            </p:nvSpPr>
            <p:spPr>
              <a:xfrm>
                <a:off x="4705501" y="1666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4" name="Freeform 27623">
                <a:extLst>
                  <a:ext uri="{FF2B5EF4-FFF2-40B4-BE49-F238E27FC236}">
                    <a16:creationId xmlns:a16="http://schemas.microsoft.com/office/drawing/2014/main" id="{FB246F51-DA27-D4CD-B36A-45D09A340774}"/>
                  </a:ext>
                </a:extLst>
              </p:cNvPr>
              <p:cNvSpPr/>
              <p:nvPr/>
            </p:nvSpPr>
            <p:spPr>
              <a:xfrm>
                <a:off x="4706096" y="1641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5" name="Freeform 27624">
                <a:extLst>
                  <a:ext uri="{FF2B5EF4-FFF2-40B4-BE49-F238E27FC236}">
                    <a16:creationId xmlns:a16="http://schemas.microsoft.com/office/drawing/2014/main" id="{52155118-1FB1-02BD-B732-7443CEB58039}"/>
                  </a:ext>
                </a:extLst>
              </p:cNvPr>
              <p:cNvSpPr/>
              <p:nvPr/>
            </p:nvSpPr>
            <p:spPr>
              <a:xfrm>
                <a:off x="4706592" y="1618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6" name="Freeform 27625">
                <a:extLst>
                  <a:ext uri="{FF2B5EF4-FFF2-40B4-BE49-F238E27FC236}">
                    <a16:creationId xmlns:a16="http://schemas.microsoft.com/office/drawing/2014/main" id="{12164931-9C2F-5C6B-4B27-6D0CFC755506}"/>
                  </a:ext>
                </a:extLst>
              </p:cNvPr>
              <p:cNvSpPr/>
              <p:nvPr/>
            </p:nvSpPr>
            <p:spPr>
              <a:xfrm>
                <a:off x="4707088" y="1534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7" name="Freeform 27626">
                <a:extLst>
                  <a:ext uri="{FF2B5EF4-FFF2-40B4-BE49-F238E27FC236}">
                    <a16:creationId xmlns:a16="http://schemas.microsoft.com/office/drawing/2014/main" id="{7A4D3AD2-4AA0-49CF-0874-0B7B8F497109}"/>
                  </a:ext>
                </a:extLst>
              </p:cNvPr>
              <p:cNvSpPr/>
              <p:nvPr/>
            </p:nvSpPr>
            <p:spPr>
              <a:xfrm>
                <a:off x="4707684" y="1486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8" name="Freeform 27627">
                <a:extLst>
                  <a:ext uri="{FF2B5EF4-FFF2-40B4-BE49-F238E27FC236}">
                    <a16:creationId xmlns:a16="http://schemas.microsoft.com/office/drawing/2014/main" id="{8F17839D-728E-1B72-11FA-B36602299199}"/>
                  </a:ext>
                </a:extLst>
              </p:cNvPr>
              <p:cNvSpPr/>
              <p:nvPr/>
            </p:nvSpPr>
            <p:spPr>
              <a:xfrm>
                <a:off x="4708180" y="1432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9" name="Freeform 27628">
                <a:extLst>
                  <a:ext uri="{FF2B5EF4-FFF2-40B4-BE49-F238E27FC236}">
                    <a16:creationId xmlns:a16="http://schemas.microsoft.com/office/drawing/2014/main" id="{7A5604DF-FB44-1F06-F376-F12C05BF47E0}"/>
                  </a:ext>
                </a:extLst>
              </p:cNvPr>
              <p:cNvSpPr/>
              <p:nvPr/>
            </p:nvSpPr>
            <p:spPr>
              <a:xfrm>
                <a:off x="4708676" y="1387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0" name="Freeform 27629">
                <a:extLst>
                  <a:ext uri="{FF2B5EF4-FFF2-40B4-BE49-F238E27FC236}">
                    <a16:creationId xmlns:a16="http://schemas.microsoft.com/office/drawing/2014/main" id="{A4D8C32D-B4A6-2928-5ABF-2153583FD006}"/>
                  </a:ext>
                </a:extLst>
              </p:cNvPr>
              <p:cNvSpPr/>
              <p:nvPr/>
            </p:nvSpPr>
            <p:spPr>
              <a:xfrm>
                <a:off x="4709271" y="13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1" name="Freeform 27630">
                <a:extLst>
                  <a:ext uri="{FF2B5EF4-FFF2-40B4-BE49-F238E27FC236}">
                    <a16:creationId xmlns:a16="http://schemas.microsoft.com/office/drawing/2014/main" id="{42E1344C-A567-1AB3-C1C7-F98D7ACB37F3}"/>
                  </a:ext>
                </a:extLst>
              </p:cNvPr>
              <p:cNvSpPr/>
              <p:nvPr/>
            </p:nvSpPr>
            <p:spPr>
              <a:xfrm>
                <a:off x="4709767" y="1333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2" name="Freeform 27631">
                <a:extLst>
                  <a:ext uri="{FF2B5EF4-FFF2-40B4-BE49-F238E27FC236}">
                    <a16:creationId xmlns:a16="http://schemas.microsoft.com/office/drawing/2014/main" id="{B9934937-7D1F-531E-CA08-6289105E911E}"/>
                  </a:ext>
                </a:extLst>
              </p:cNvPr>
              <p:cNvSpPr/>
              <p:nvPr/>
            </p:nvSpPr>
            <p:spPr>
              <a:xfrm>
                <a:off x="4710263" y="1374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3" name="Freeform 27632">
                <a:extLst>
                  <a:ext uri="{FF2B5EF4-FFF2-40B4-BE49-F238E27FC236}">
                    <a16:creationId xmlns:a16="http://schemas.microsoft.com/office/drawing/2014/main" id="{8D96B1F0-63D6-6EC6-5FC8-E329571B3A45}"/>
                  </a:ext>
                </a:extLst>
              </p:cNvPr>
              <p:cNvSpPr/>
              <p:nvPr/>
            </p:nvSpPr>
            <p:spPr>
              <a:xfrm>
                <a:off x="4710759" y="1435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4" name="Freeform 27633">
                <a:extLst>
                  <a:ext uri="{FF2B5EF4-FFF2-40B4-BE49-F238E27FC236}">
                    <a16:creationId xmlns:a16="http://schemas.microsoft.com/office/drawing/2014/main" id="{BB509232-C676-7AF9-1B43-7DF0425470DF}"/>
                  </a:ext>
                </a:extLst>
              </p:cNvPr>
              <p:cNvSpPr/>
              <p:nvPr/>
            </p:nvSpPr>
            <p:spPr>
              <a:xfrm>
                <a:off x="4711355" y="1569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5" name="Freeform 27634">
                <a:extLst>
                  <a:ext uri="{FF2B5EF4-FFF2-40B4-BE49-F238E27FC236}">
                    <a16:creationId xmlns:a16="http://schemas.microsoft.com/office/drawing/2014/main" id="{00E4C7D8-A057-504C-D1DE-C5744922A402}"/>
                  </a:ext>
                </a:extLst>
              </p:cNvPr>
              <p:cNvSpPr/>
              <p:nvPr/>
            </p:nvSpPr>
            <p:spPr>
              <a:xfrm>
                <a:off x="4711851" y="2308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6" name="Freeform 27635">
                <a:extLst>
                  <a:ext uri="{FF2B5EF4-FFF2-40B4-BE49-F238E27FC236}">
                    <a16:creationId xmlns:a16="http://schemas.microsoft.com/office/drawing/2014/main" id="{445671F3-1D0D-6EE4-2C4B-B1361F3278C1}"/>
                  </a:ext>
                </a:extLst>
              </p:cNvPr>
              <p:cNvSpPr/>
              <p:nvPr/>
            </p:nvSpPr>
            <p:spPr>
              <a:xfrm>
                <a:off x="4712347" y="2342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7" name="Freeform 27636">
                <a:extLst>
                  <a:ext uri="{FF2B5EF4-FFF2-40B4-BE49-F238E27FC236}">
                    <a16:creationId xmlns:a16="http://schemas.microsoft.com/office/drawing/2014/main" id="{31EDE6AF-9523-15DF-131C-85EE01AE33F9}"/>
                  </a:ext>
                </a:extLst>
              </p:cNvPr>
              <p:cNvSpPr/>
              <p:nvPr/>
            </p:nvSpPr>
            <p:spPr>
              <a:xfrm>
                <a:off x="4712942" y="2343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8" name="Freeform 27637">
                <a:extLst>
                  <a:ext uri="{FF2B5EF4-FFF2-40B4-BE49-F238E27FC236}">
                    <a16:creationId xmlns:a16="http://schemas.microsoft.com/office/drawing/2014/main" id="{58A26C6B-6BB9-97A2-D319-6E9E5AA9977D}"/>
                  </a:ext>
                </a:extLst>
              </p:cNvPr>
              <p:cNvSpPr/>
              <p:nvPr/>
            </p:nvSpPr>
            <p:spPr>
              <a:xfrm>
                <a:off x="4713438" y="2342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9" name="Freeform 27638">
                <a:extLst>
                  <a:ext uri="{FF2B5EF4-FFF2-40B4-BE49-F238E27FC236}">
                    <a16:creationId xmlns:a16="http://schemas.microsoft.com/office/drawing/2014/main" id="{48861F34-91B0-9A09-F1BE-6FD25A862425}"/>
                  </a:ext>
                </a:extLst>
              </p:cNvPr>
              <p:cNvSpPr/>
              <p:nvPr/>
            </p:nvSpPr>
            <p:spPr>
              <a:xfrm>
                <a:off x="4713934" y="2342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0" name="Freeform 27639">
                <a:extLst>
                  <a:ext uri="{FF2B5EF4-FFF2-40B4-BE49-F238E27FC236}">
                    <a16:creationId xmlns:a16="http://schemas.microsoft.com/office/drawing/2014/main" id="{E47437F0-C15C-12C5-9950-27A390A027B6}"/>
                  </a:ext>
                </a:extLst>
              </p:cNvPr>
              <p:cNvSpPr/>
              <p:nvPr/>
            </p:nvSpPr>
            <p:spPr>
              <a:xfrm>
                <a:off x="4714530" y="2340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1" name="Freeform 27640">
                <a:extLst>
                  <a:ext uri="{FF2B5EF4-FFF2-40B4-BE49-F238E27FC236}">
                    <a16:creationId xmlns:a16="http://schemas.microsoft.com/office/drawing/2014/main" id="{57A56654-68F6-4733-FCCF-3866B608DACF}"/>
                  </a:ext>
                </a:extLst>
              </p:cNvPr>
              <p:cNvSpPr/>
              <p:nvPr/>
            </p:nvSpPr>
            <p:spPr>
              <a:xfrm>
                <a:off x="4715026" y="2343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2" name="Freeform 27641">
                <a:extLst>
                  <a:ext uri="{FF2B5EF4-FFF2-40B4-BE49-F238E27FC236}">
                    <a16:creationId xmlns:a16="http://schemas.microsoft.com/office/drawing/2014/main" id="{EE6FBA02-237F-FEB3-1E66-60F56243A973}"/>
                  </a:ext>
                </a:extLst>
              </p:cNvPr>
              <p:cNvSpPr/>
              <p:nvPr/>
            </p:nvSpPr>
            <p:spPr>
              <a:xfrm>
                <a:off x="4715522" y="2346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3" name="Freeform 27642">
                <a:extLst>
                  <a:ext uri="{FF2B5EF4-FFF2-40B4-BE49-F238E27FC236}">
                    <a16:creationId xmlns:a16="http://schemas.microsoft.com/office/drawing/2014/main" id="{7F5BFC94-8317-8E3F-51E3-5527972A57F2}"/>
                  </a:ext>
                </a:extLst>
              </p:cNvPr>
              <p:cNvSpPr/>
              <p:nvPr/>
            </p:nvSpPr>
            <p:spPr>
              <a:xfrm>
                <a:off x="4716117" y="2333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4" name="Freeform 27643">
                <a:extLst>
                  <a:ext uri="{FF2B5EF4-FFF2-40B4-BE49-F238E27FC236}">
                    <a16:creationId xmlns:a16="http://schemas.microsoft.com/office/drawing/2014/main" id="{141ECEBD-7A1D-1489-1DE7-AA010AC88DE0}"/>
                  </a:ext>
                </a:extLst>
              </p:cNvPr>
              <p:cNvSpPr/>
              <p:nvPr/>
            </p:nvSpPr>
            <p:spPr>
              <a:xfrm>
                <a:off x="4716613" y="1552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5" name="Freeform 27644">
                <a:extLst>
                  <a:ext uri="{FF2B5EF4-FFF2-40B4-BE49-F238E27FC236}">
                    <a16:creationId xmlns:a16="http://schemas.microsoft.com/office/drawing/2014/main" id="{56814555-4654-0C8B-CDC7-AD2F4AE04671}"/>
                  </a:ext>
                </a:extLst>
              </p:cNvPr>
              <p:cNvSpPr/>
              <p:nvPr/>
            </p:nvSpPr>
            <p:spPr>
              <a:xfrm>
                <a:off x="4717109" y="1522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6" name="Freeform 27645">
                <a:extLst>
                  <a:ext uri="{FF2B5EF4-FFF2-40B4-BE49-F238E27FC236}">
                    <a16:creationId xmlns:a16="http://schemas.microsoft.com/office/drawing/2014/main" id="{A3A64F38-C044-B1AC-34E0-61E5A2565190}"/>
                  </a:ext>
                </a:extLst>
              </p:cNvPr>
              <p:cNvSpPr/>
              <p:nvPr/>
            </p:nvSpPr>
            <p:spPr>
              <a:xfrm>
                <a:off x="4717705" y="1580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7" name="Freeform 27646">
                <a:extLst>
                  <a:ext uri="{FF2B5EF4-FFF2-40B4-BE49-F238E27FC236}">
                    <a16:creationId xmlns:a16="http://schemas.microsoft.com/office/drawing/2014/main" id="{2AA618B2-B6B9-7249-93BC-F03D21307719}"/>
                  </a:ext>
                </a:extLst>
              </p:cNvPr>
              <p:cNvSpPr/>
              <p:nvPr/>
            </p:nvSpPr>
            <p:spPr>
              <a:xfrm>
                <a:off x="4718201" y="1570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8" name="Freeform 27647">
                <a:extLst>
                  <a:ext uri="{FF2B5EF4-FFF2-40B4-BE49-F238E27FC236}">
                    <a16:creationId xmlns:a16="http://schemas.microsoft.com/office/drawing/2014/main" id="{BD1CB5CA-E8A3-96D3-B0FF-B1AC25A50B9B}"/>
                  </a:ext>
                </a:extLst>
              </p:cNvPr>
              <p:cNvSpPr/>
              <p:nvPr/>
            </p:nvSpPr>
            <p:spPr>
              <a:xfrm>
                <a:off x="4718697" y="152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9" name="Freeform 27648">
                <a:extLst>
                  <a:ext uri="{FF2B5EF4-FFF2-40B4-BE49-F238E27FC236}">
                    <a16:creationId xmlns:a16="http://schemas.microsoft.com/office/drawing/2014/main" id="{6DE741D9-6E4D-A51E-D2C0-98B10FD82899}"/>
                  </a:ext>
                </a:extLst>
              </p:cNvPr>
              <p:cNvSpPr/>
              <p:nvPr/>
            </p:nvSpPr>
            <p:spPr>
              <a:xfrm>
                <a:off x="4719292" y="1490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0" name="Freeform 27649">
                <a:extLst>
                  <a:ext uri="{FF2B5EF4-FFF2-40B4-BE49-F238E27FC236}">
                    <a16:creationId xmlns:a16="http://schemas.microsoft.com/office/drawing/2014/main" id="{063C00E1-4DD9-ADE7-31AC-0B306B2D795E}"/>
                  </a:ext>
                </a:extLst>
              </p:cNvPr>
              <p:cNvSpPr/>
              <p:nvPr/>
            </p:nvSpPr>
            <p:spPr>
              <a:xfrm>
                <a:off x="4719788" y="1408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1" name="Freeform 27650">
                <a:extLst>
                  <a:ext uri="{FF2B5EF4-FFF2-40B4-BE49-F238E27FC236}">
                    <a16:creationId xmlns:a16="http://schemas.microsoft.com/office/drawing/2014/main" id="{82F7CB3B-618C-DBAB-5641-86F6A4B080F0}"/>
                  </a:ext>
                </a:extLst>
              </p:cNvPr>
              <p:cNvSpPr/>
              <p:nvPr/>
            </p:nvSpPr>
            <p:spPr>
              <a:xfrm>
                <a:off x="4720284" y="1321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2" name="Freeform 27651">
                <a:extLst>
                  <a:ext uri="{FF2B5EF4-FFF2-40B4-BE49-F238E27FC236}">
                    <a16:creationId xmlns:a16="http://schemas.microsoft.com/office/drawing/2014/main" id="{88033A4E-C3A2-B66F-3620-55DD7600B03A}"/>
                  </a:ext>
                </a:extLst>
              </p:cNvPr>
              <p:cNvSpPr/>
              <p:nvPr/>
            </p:nvSpPr>
            <p:spPr>
              <a:xfrm>
                <a:off x="4720880" y="1250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3" name="Freeform 27652">
                <a:extLst>
                  <a:ext uri="{FF2B5EF4-FFF2-40B4-BE49-F238E27FC236}">
                    <a16:creationId xmlns:a16="http://schemas.microsoft.com/office/drawing/2014/main" id="{CD4D1896-4C11-89EC-7ECD-E2BD65BC1CF1}"/>
                  </a:ext>
                </a:extLst>
              </p:cNvPr>
              <p:cNvSpPr/>
              <p:nvPr/>
            </p:nvSpPr>
            <p:spPr>
              <a:xfrm>
                <a:off x="4721376" y="1229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4" name="Freeform 27653">
                <a:extLst>
                  <a:ext uri="{FF2B5EF4-FFF2-40B4-BE49-F238E27FC236}">
                    <a16:creationId xmlns:a16="http://schemas.microsoft.com/office/drawing/2014/main" id="{C4D1FB36-B220-DFB4-CB5A-F80A4F2290E0}"/>
                  </a:ext>
                </a:extLst>
              </p:cNvPr>
              <p:cNvSpPr/>
              <p:nvPr/>
            </p:nvSpPr>
            <p:spPr>
              <a:xfrm>
                <a:off x="4721872" y="1198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5" name="Freeform 27654">
                <a:extLst>
                  <a:ext uri="{FF2B5EF4-FFF2-40B4-BE49-F238E27FC236}">
                    <a16:creationId xmlns:a16="http://schemas.microsoft.com/office/drawing/2014/main" id="{B285C8AB-F7FE-64E5-4B0D-2E2DC0F1F5CC}"/>
                  </a:ext>
                </a:extLst>
              </p:cNvPr>
              <p:cNvSpPr/>
              <p:nvPr/>
            </p:nvSpPr>
            <p:spPr>
              <a:xfrm>
                <a:off x="4722368" y="1195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6" name="Freeform 27655">
                <a:extLst>
                  <a:ext uri="{FF2B5EF4-FFF2-40B4-BE49-F238E27FC236}">
                    <a16:creationId xmlns:a16="http://schemas.microsoft.com/office/drawing/2014/main" id="{6504AF14-A0B0-7A42-724B-A2E1F11D87C9}"/>
                  </a:ext>
                </a:extLst>
              </p:cNvPr>
              <p:cNvSpPr/>
              <p:nvPr/>
            </p:nvSpPr>
            <p:spPr>
              <a:xfrm>
                <a:off x="4722963" y="1214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7" name="Freeform 27656">
                <a:extLst>
                  <a:ext uri="{FF2B5EF4-FFF2-40B4-BE49-F238E27FC236}">
                    <a16:creationId xmlns:a16="http://schemas.microsoft.com/office/drawing/2014/main" id="{0DB693B2-91E7-6D9F-C6F2-C6465485117C}"/>
                  </a:ext>
                </a:extLst>
              </p:cNvPr>
              <p:cNvSpPr/>
              <p:nvPr/>
            </p:nvSpPr>
            <p:spPr>
              <a:xfrm>
                <a:off x="4723459" y="1309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8" name="Freeform 27657">
                <a:extLst>
                  <a:ext uri="{FF2B5EF4-FFF2-40B4-BE49-F238E27FC236}">
                    <a16:creationId xmlns:a16="http://schemas.microsoft.com/office/drawing/2014/main" id="{796F4C22-6751-37CF-0E6E-75FA026A427C}"/>
                  </a:ext>
                </a:extLst>
              </p:cNvPr>
              <p:cNvSpPr/>
              <p:nvPr/>
            </p:nvSpPr>
            <p:spPr>
              <a:xfrm>
                <a:off x="4723955" y="1451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9" name="Freeform 27658">
                <a:extLst>
                  <a:ext uri="{FF2B5EF4-FFF2-40B4-BE49-F238E27FC236}">
                    <a16:creationId xmlns:a16="http://schemas.microsoft.com/office/drawing/2014/main" id="{BEB3739C-6BE8-0B18-00DD-5C99C38A60FB}"/>
                  </a:ext>
                </a:extLst>
              </p:cNvPr>
              <p:cNvSpPr/>
              <p:nvPr/>
            </p:nvSpPr>
            <p:spPr>
              <a:xfrm>
                <a:off x="4724551" y="2226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0" name="Freeform 27659">
                <a:extLst>
                  <a:ext uri="{FF2B5EF4-FFF2-40B4-BE49-F238E27FC236}">
                    <a16:creationId xmlns:a16="http://schemas.microsoft.com/office/drawing/2014/main" id="{7C67C69A-BA52-4150-3FE0-3B78E7628795}"/>
                  </a:ext>
                </a:extLst>
              </p:cNvPr>
              <p:cNvSpPr/>
              <p:nvPr/>
            </p:nvSpPr>
            <p:spPr>
              <a:xfrm>
                <a:off x="4725047" y="2278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1" name="Freeform 27660">
                <a:extLst>
                  <a:ext uri="{FF2B5EF4-FFF2-40B4-BE49-F238E27FC236}">
                    <a16:creationId xmlns:a16="http://schemas.microsoft.com/office/drawing/2014/main" id="{1B32AA90-0475-2D43-B8A6-279A6EFC0343}"/>
                  </a:ext>
                </a:extLst>
              </p:cNvPr>
              <p:cNvSpPr/>
              <p:nvPr/>
            </p:nvSpPr>
            <p:spPr>
              <a:xfrm>
                <a:off x="4725543" y="2279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2" name="Freeform 27661">
                <a:extLst>
                  <a:ext uri="{FF2B5EF4-FFF2-40B4-BE49-F238E27FC236}">
                    <a16:creationId xmlns:a16="http://schemas.microsoft.com/office/drawing/2014/main" id="{78157311-B008-CBAB-ABE3-07B5CCAAB887}"/>
                  </a:ext>
                </a:extLst>
              </p:cNvPr>
              <p:cNvSpPr/>
              <p:nvPr/>
            </p:nvSpPr>
            <p:spPr>
              <a:xfrm>
                <a:off x="4726138" y="2273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3" name="Freeform 27662">
                <a:extLst>
                  <a:ext uri="{FF2B5EF4-FFF2-40B4-BE49-F238E27FC236}">
                    <a16:creationId xmlns:a16="http://schemas.microsoft.com/office/drawing/2014/main" id="{B6874144-4FFB-4B5E-E845-9035B53A94B0}"/>
                  </a:ext>
                </a:extLst>
              </p:cNvPr>
              <p:cNvSpPr/>
              <p:nvPr/>
            </p:nvSpPr>
            <p:spPr>
              <a:xfrm>
                <a:off x="4726634" y="2269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4" name="Freeform 27663">
                <a:extLst>
                  <a:ext uri="{FF2B5EF4-FFF2-40B4-BE49-F238E27FC236}">
                    <a16:creationId xmlns:a16="http://schemas.microsoft.com/office/drawing/2014/main" id="{FEA5AAAA-8F2B-A2EE-BBB2-FD7955A18264}"/>
                  </a:ext>
                </a:extLst>
              </p:cNvPr>
              <p:cNvSpPr/>
              <p:nvPr/>
            </p:nvSpPr>
            <p:spPr>
              <a:xfrm>
                <a:off x="4727130" y="2269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5" name="Freeform 27664">
                <a:extLst>
                  <a:ext uri="{FF2B5EF4-FFF2-40B4-BE49-F238E27FC236}">
                    <a16:creationId xmlns:a16="http://schemas.microsoft.com/office/drawing/2014/main" id="{911BAB3F-C6C6-C0FB-588E-A0DD50D9F3F9}"/>
                  </a:ext>
                </a:extLst>
              </p:cNvPr>
              <p:cNvSpPr/>
              <p:nvPr/>
            </p:nvSpPr>
            <p:spPr>
              <a:xfrm>
                <a:off x="4727726" y="2259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6" name="Freeform 27665">
                <a:extLst>
                  <a:ext uri="{FF2B5EF4-FFF2-40B4-BE49-F238E27FC236}">
                    <a16:creationId xmlns:a16="http://schemas.microsoft.com/office/drawing/2014/main" id="{1F3DAE83-B853-C5B5-F38E-49A4B9FD514E}"/>
                  </a:ext>
                </a:extLst>
              </p:cNvPr>
              <p:cNvSpPr/>
              <p:nvPr/>
            </p:nvSpPr>
            <p:spPr>
              <a:xfrm>
                <a:off x="4728222" y="2264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7" name="Freeform 27666">
                <a:extLst>
                  <a:ext uri="{FF2B5EF4-FFF2-40B4-BE49-F238E27FC236}">
                    <a16:creationId xmlns:a16="http://schemas.microsoft.com/office/drawing/2014/main" id="{169FDBCA-E7C1-8B00-F841-FFC1BF651F2E}"/>
                  </a:ext>
                </a:extLst>
              </p:cNvPr>
              <p:cNvSpPr/>
              <p:nvPr/>
            </p:nvSpPr>
            <p:spPr>
              <a:xfrm>
                <a:off x="4728718" y="225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8" name="Freeform 27667">
                <a:extLst>
                  <a:ext uri="{FF2B5EF4-FFF2-40B4-BE49-F238E27FC236}">
                    <a16:creationId xmlns:a16="http://schemas.microsoft.com/office/drawing/2014/main" id="{BA69EC38-DC7F-E1A0-5996-D6F5231E5CF2}"/>
                  </a:ext>
                </a:extLst>
              </p:cNvPr>
              <p:cNvSpPr/>
              <p:nvPr/>
            </p:nvSpPr>
            <p:spPr>
              <a:xfrm>
                <a:off x="4729313" y="1634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69" name="Freeform 27668">
                <a:extLst>
                  <a:ext uri="{FF2B5EF4-FFF2-40B4-BE49-F238E27FC236}">
                    <a16:creationId xmlns:a16="http://schemas.microsoft.com/office/drawing/2014/main" id="{4D0BE223-8804-21B0-C2B2-14192241CF95}"/>
                  </a:ext>
                </a:extLst>
              </p:cNvPr>
              <p:cNvSpPr/>
              <p:nvPr/>
            </p:nvSpPr>
            <p:spPr>
              <a:xfrm>
                <a:off x="4729809" y="1598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0" name="Freeform 27669">
                <a:extLst>
                  <a:ext uri="{FF2B5EF4-FFF2-40B4-BE49-F238E27FC236}">
                    <a16:creationId xmlns:a16="http://schemas.microsoft.com/office/drawing/2014/main" id="{950ADFBE-4471-60FA-4282-F5DCB2718F4B}"/>
                  </a:ext>
                </a:extLst>
              </p:cNvPr>
              <p:cNvSpPr/>
              <p:nvPr/>
            </p:nvSpPr>
            <p:spPr>
              <a:xfrm>
                <a:off x="4730305" y="1635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1" name="Freeform 27670">
                <a:extLst>
                  <a:ext uri="{FF2B5EF4-FFF2-40B4-BE49-F238E27FC236}">
                    <a16:creationId xmlns:a16="http://schemas.microsoft.com/office/drawing/2014/main" id="{DCD0FAE9-892E-47FC-E19A-45B2E23AC101}"/>
                  </a:ext>
                </a:extLst>
              </p:cNvPr>
              <p:cNvSpPr/>
              <p:nvPr/>
            </p:nvSpPr>
            <p:spPr>
              <a:xfrm>
                <a:off x="4730901" y="1625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2" name="Freeform 27671">
                <a:extLst>
                  <a:ext uri="{FF2B5EF4-FFF2-40B4-BE49-F238E27FC236}">
                    <a16:creationId xmlns:a16="http://schemas.microsoft.com/office/drawing/2014/main" id="{08ECCCC3-3AAA-9813-6CD4-A38A27703B2C}"/>
                  </a:ext>
                </a:extLst>
              </p:cNvPr>
              <p:cNvSpPr/>
              <p:nvPr/>
            </p:nvSpPr>
            <p:spPr>
              <a:xfrm>
                <a:off x="4731397" y="1588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3" name="Freeform 27672">
                <a:extLst>
                  <a:ext uri="{FF2B5EF4-FFF2-40B4-BE49-F238E27FC236}">
                    <a16:creationId xmlns:a16="http://schemas.microsoft.com/office/drawing/2014/main" id="{3B4899A5-FE72-041C-89A2-177692AAEC7F}"/>
                  </a:ext>
                </a:extLst>
              </p:cNvPr>
              <p:cNvSpPr/>
              <p:nvPr/>
            </p:nvSpPr>
            <p:spPr>
              <a:xfrm>
                <a:off x="4731893" y="1551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4" name="Freeform 27673">
                <a:extLst>
                  <a:ext uri="{FF2B5EF4-FFF2-40B4-BE49-F238E27FC236}">
                    <a16:creationId xmlns:a16="http://schemas.microsoft.com/office/drawing/2014/main" id="{13C03817-4A17-29B4-D7F0-D0E88F4F133C}"/>
                  </a:ext>
                </a:extLst>
              </p:cNvPr>
              <p:cNvSpPr/>
              <p:nvPr/>
            </p:nvSpPr>
            <p:spPr>
              <a:xfrm>
                <a:off x="4732488" y="1427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5" name="Freeform 27674">
                <a:extLst>
                  <a:ext uri="{FF2B5EF4-FFF2-40B4-BE49-F238E27FC236}">
                    <a16:creationId xmlns:a16="http://schemas.microsoft.com/office/drawing/2014/main" id="{BF150856-AA0E-970F-AD5A-DFF5CF5F6FBC}"/>
                  </a:ext>
                </a:extLst>
              </p:cNvPr>
              <p:cNvSpPr/>
              <p:nvPr/>
            </p:nvSpPr>
            <p:spPr>
              <a:xfrm>
                <a:off x="4732984" y="1368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6" name="Freeform 27675">
                <a:extLst>
                  <a:ext uri="{FF2B5EF4-FFF2-40B4-BE49-F238E27FC236}">
                    <a16:creationId xmlns:a16="http://schemas.microsoft.com/office/drawing/2014/main" id="{9E8F13D9-3066-AC68-99D8-B91555854887}"/>
                  </a:ext>
                </a:extLst>
              </p:cNvPr>
              <p:cNvSpPr/>
              <p:nvPr/>
            </p:nvSpPr>
            <p:spPr>
              <a:xfrm>
                <a:off x="4733480" y="1297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7" name="Freeform 27676">
                <a:extLst>
                  <a:ext uri="{FF2B5EF4-FFF2-40B4-BE49-F238E27FC236}">
                    <a16:creationId xmlns:a16="http://schemas.microsoft.com/office/drawing/2014/main" id="{2E71FADE-BE2B-0FD2-D0FE-5A0289759FBB}"/>
                  </a:ext>
                </a:extLst>
              </p:cNvPr>
              <p:cNvSpPr/>
              <p:nvPr/>
            </p:nvSpPr>
            <p:spPr>
              <a:xfrm>
                <a:off x="4733977" y="1265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8" name="Freeform 27677">
                <a:extLst>
                  <a:ext uri="{FF2B5EF4-FFF2-40B4-BE49-F238E27FC236}">
                    <a16:creationId xmlns:a16="http://schemas.microsoft.com/office/drawing/2014/main" id="{F15FDFD7-6DFE-9576-21A9-969F0F0B0703}"/>
                  </a:ext>
                </a:extLst>
              </p:cNvPr>
              <p:cNvSpPr/>
              <p:nvPr/>
            </p:nvSpPr>
            <p:spPr>
              <a:xfrm>
                <a:off x="4734572" y="1303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9" name="Freeform 27678">
                <a:extLst>
                  <a:ext uri="{FF2B5EF4-FFF2-40B4-BE49-F238E27FC236}">
                    <a16:creationId xmlns:a16="http://schemas.microsoft.com/office/drawing/2014/main" id="{E80E9BCC-A092-070B-3847-D7C55BC26A3A}"/>
                  </a:ext>
                </a:extLst>
              </p:cNvPr>
              <p:cNvSpPr/>
              <p:nvPr/>
            </p:nvSpPr>
            <p:spPr>
              <a:xfrm>
                <a:off x="4735068" y="1300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0" name="Freeform 27679">
                <a:extLst>
                  <a:ext uri="{FF2B5EF4-FFF2-40B4-BE49-F238E27FC236}">
                    <a16:creationId xmlns:a16="http://schemas.microsoft.com/office/drawing/2014/main" id="{0C718A77-864B-AAEE-D16E-5BC8B5307869}"/>
                  </a:ext>
                </a:extLst>
              </p:cNvPr>
              <p:cNvSpPr/>
              <p:nvPr/>
            </p:nvSpPr>
            <p:spPr>
              <a:xfrm>
                <a:off x="4735564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1" name="Freeform 27680">
                <a:extLst>
                  <a:ext uri="{FF2B5EF4-FFF2-40B4-BE49-F238E27FC236}">
                    <a16:creationId xmlns:a16="http://schemas.microsoft.com/office/drawing/2014/main" id="{D4A681E4-03D7-F04C-CBC2-D05A691BBF1A}"/>
                  </a:ext>
                </a:extLst>
              </p:cNvPr>
              <p:cNvSpPr/>
              <p:nvPr/>
            </p:nvSpPr>
            <p:spPr>
              <a:xfrm>
                <a:off x="4736159" y="1283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2" name="Freeform 27681">
                <a:extLst>
                  <a:ext uri="{FF2B5EF4-FFF2-40B4-BE49-F238E27FC236}">
                    <a16:creationId xmlns:a16="http://schemas.microsoft.com/office/drawing/2014/main" id="{EC2BA678-73BF-101A-BB31-890ED76D48DD}"/>
                  </a:ext>
                </a:extLst>
              </p:cNvPr>
              <p:cNvSpPr/>
              <p:nvPr/>
            </p:nvSpPr>
            <p:spPr>
              <a:xfrm>
                <a:off x="4736655" y="183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3" name="Freeform 27682">
                <a:extLst>
                  <a:ext uri="{FF2B5EF4-FFF2-40B4-BE49-F238E27FC236}">
                    <a16:creationId xmlns:a16="http://schemas.microsoft.com/office/drawing/2014/main" id="{39B09089-B0AD-051A-9D57-A634E413C7CE}"/>
                  </a:ext>
                </a:extLst>
              </p:cNvPr>
              <p:cNvSpPr/>
              <p:nvPr/>
            </p:nvSpPr>
            <p:spPr>
              <a:xfrm>
                <a:off x="4737152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4" name="Freeform 27683">
                <a:extLst>
                  <a:ext uri="{FF2B5EF4-FFF2-40B4-BE49-F238E27FC236}">
                    <a16:creationId xmlns:a16="http://schemas.microsoft.com/office/drawing/2014/main" id="{11888D4C-27AF-CF8E-73C7-3009D9DC188A}"/>
                  </a:ext>
                </a:extLst>
              </p:cNvPr>
              <p:cNvSpPr/>
              <p:nvPr/>
            </p:nvSpPr>
            <p:spPr>
              <a:xfrm>
                <a:off x="4737747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5" name="Freeform 27684">
                <a:extLst>
                  <a:ext uri="{FF2B5EF4-FFF2-40B4-BE49-F238E27FC236}">
                    <a16:creationId xmlns:a16="http://schemas.microsoft.com/office/drawing/2014/main" id="{3D49F0DC-179D-00EF-3988-738CA32BB9AA}"/>
                  </a:ext>
                </a:extLst>
              </p:cNvPr>
              <p:cNvSpPr/>
              <p:nvPr/>
            </p:nvSpPr>
            <p:spPr>
              <a:xfrm>
                <a:off x="4738243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6" name="Freeform 27685">
                <a:extLst>
                  <a:ext uri="{FF2B5EF4-FFF2-40B4-BE49-F238E27FC236}">
                    <a16:creationId xmlns:a16="http://schemas.microsoft.com/office/drawing/2014/main" id="{95D3ACC1-9122-CAE2-5B19-79771C36E60D}"/>
                  </a:ext>
                </a:extLst>
              </p:cNvPr>
              <p:cNvSpPr/>
              <p:nvPr/>
            </p:nvSpPr>
            <p:spPr>
              <a:xfrm>
                <a:off x="4738739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7" name="Freeform 27686">
                <a:extLst>
                  <a:ext uri="{FF2B5EF4-FFF2-40B4-BE49-F238E27FC236}">
                    <a16:creationId xmlns:a16="http://schemas.microsoft.com/office/drawing/2014/main" id="{BCE0663F-3235-F530-0137-9FBF9129DC49}"/>
                  </a:ext>
                </a:extLst>
              </p:cNvPr>
              <p:cNvSpPr/>
              <p:nvPr/>
            </p:nvSpPr>
            <p:spPr>
              <a:xfrm>
                <a:off x="4739334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8" name="Freeform 27687">
                <a:extLst>
                  <a:ext uri="{FF2B5EF4-FFF2-40B4-BE49-F238E27FC236}">
                    <a16:creationId xmlns:a16="http://schemas.microsoft.com/office/drawing/2014/main" id="{82B5B3BC-2DE3-E80D-DBA2-D06C0F4085EA}"/>
                  </a:ext>
                </a:extLst>
              </p:cNvPr>
              <p:cNvSpPr/>
              <p:nvPr/>
            </p:nvSpPr>
            <p:spPr>
              <a:xfrm>
                <a:off x="4739830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9" name="Freeform 27688">
                <a:extLst>
                  <a:ext uri="{FF2B5EF4-FFF2-40B4-BE49-F238E27FC236}">
                    <a16:creationId xmlns:a16="http://schemas.microsoft.com/office/drawing/2014/main" id="{E19A79DA-624E-AA8F-276C-B97CBFB58A54}"/>
                  </a:ext>
                </a:extLst>
              </p:cNvPr>
              <p:cNvSpPr/>
              <p:nvPr/>
            </p:nvSpPr>
            <p:spPr>
              <a:xfrm>
                <a:off x="4740327" y="24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0" name="Freeform 27689">
                <a:extLst>
                  <a:ext uri="{FF2B5EF4-FFF2-40B4-BE49-F238E27FC236}">
                    <a16:creationId xmlns:a16="http://schemas.microsoft.com/office/drawing/2014/main" id="{6A63F32C-7DB0-9828-E69E-7B908A0C5DF6}"/>
                  </a:ext>
                </a:extLst>
              </p:cNvPr>
              <p:cNvSpPr/>
              <p:nvPr/>
            </p:nvSpPr>
            <p:spPr>
              <a:xfrm>
                <a:off x="4740922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1" name="Freeform 27690">
                <a:extLst>
                  <a:ext uri="{FF2B5EF4-FFF2-40B4-BE49-F238E27FC236}">
                    <a16:creationId xmlns:a16="http://schemas.microsoft.com/office/drawing/2014/main" id="{55AE3BDD-6EEF-2F27-30F2-F1C116B5939B}"/>
                  </a:ext>
                </a:extLst>
              </p:cNvPr>
              <p:cNvSpPr/>
              <p:nvPr/>
            </p:nvSpPr>
            <p:spPr>
              <a:xfrm>
                <a:off x="4741418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2" name="Freeform 27691">
                <a:extLst>
                  <a:ext uri="{FF2B5EF4-FFF2-40B4-BE49-F238E27FC236}">
                    <a16:creationId xmlns:a16="http://schemas.microsoft.com/office/drawing/2014/main" id="{34C308B0-635C-265A-FB64-029A29B55F9A}"/>
                  </a:ext>
                </a:extLst>
              </p:cNvPr>
              <p:cNvSpPr/>
              <p:nvPr/>
            </p:nvSpPr>
            <p:spPr>
              <a:xfrm>
                <a:off x="4741914" y="17583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3" name="Freeform 27692">
                <a:extLst>
                  <a:ext uri="{FF2B5EF4-FFF2-40B4-BE49-F238E27FC236}">
                    <a16:creationId xmlns:a16="http://schemas.microsoft.com/office/drawing/2014/main" id="{D62D2319-30A8-EFCC-8172-DBA4D9C92C29}"/>
                  </a:ext>
                </a:extLst>
              </p:cNvPr>
              <p:cNvSpPr/>
              <p:nvPr/>
            </p:nvSpPr>
            <p:spPr>
              <a:xfrm>
                <a:off x="4742509" y="1688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4" name="Freeform 27693">
                <a:extLst>
                  <a:ext uri="{FF2B5EF4-FFF2-40B4-BE49-F238E27FC236}">
                    <a16:creationId xmlns:a16="http://schemas.microsoft.com/office/drawing/2014/main" id="{3C621A85-33B5-F19B-ED2A-FDA7AF8D7700}"/>
                  </a:ext>
                </a:extLst>
              </p:cNvPr>
              <p:cNvSpPr/>
              <p:nvPr/>
            </p:nvSpPr>
            <p:spPr>
              <a:xfrm>
                <a:off x="4743005" y="1754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5" name="Freeform 27694">
                <a:extLst>
                  <a:ext uri="{FF2B5EF4-FFF2-40B4-BE49-F238E27FC236}">
                    <a16:creationId xmlns:a16="http://schemas.microsoft.com/office/drawing/2014/main" id="{9AD517D7-DDE3-12FC-3C7D-DA97500F1FF1}"/>
                  </a:ext>
                </a:extLst>
              </p:cNvPr>
              <p:cNvSpPr/>
              <p:nvPr/>
            </p:nvSpPr>
            <p:spPr>
              <a:xfrm>
                <a:off x="4743502" y="1753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6" name="Freeform 27695">
                <a:extLst>
                  <a:ext uri="{FF2B5EF4-FFF2-40B4-BE49-F238E27FC236}">
                    <a16:creationId xmlns:a16="http://schemas.microsoft.com/office/drawing/2014/main" id="{8443FC8C-B77A-0129-A7BE-C6E44F86D4E2}"/>
                  </a:ext>
                </a:extLst>
              </p:cNvPr>
              <p:cNvSpPr/>
              <p:nvPr/>
            </p:nvSpPr>
            <p:spPr>
              <a:xfrm>
                <a:off x="4744097" y="1724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7" name="Freeform 27696">
                <a:extLst>
                  <a:ext uri="{FF2B5EF4-FFF2-40B4-BE49-F238E27FC236}">
                    <a16:creationId xmlns:a16="http://schemas.microsoft.com/office/drawing/2014/main" id="{73C75C98-1AB4-F8B9-2255-F8F83AC84693}"/>
                  </a:ext>
                </a:extLst>
              </p:cNvPr>
              <p:cNvSpPr/>
              <p:nvPr/>
            </p:nvSpPr>
            <p:spPr>
              <a:xfrm>
                <a:off x="4744593" y="1671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8" name="Freeform 27697">
                <a:extLst>
                  <a:ext uri="{FF2B5EF4-FFF2-40B4-BE49-F238E27FC236}">
                    <a16:creationId xmlns:a16="http://schemas.microsoft.com/office/drawing/2014/main" id="{04AB374E-3B69-E737-7BD2-2E50FC7AB3FE}"/>
                  </a:ext>
                </a:extLst>
              </p:cNvPr>
              <p:cNvSpPr/>
              <p:nvPr/>
            </p:nvSpPr>
            <p:spPr>
              <a:xfrm>
                <a:off x="4745089" y="1633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9" name="Freeform 27698">
                <a:extLst>
                  <a:ext uri="{FF2B5EF4-FFF2-40B4-BE49-F238E27FC236}">
                    <a16:creationId xmlns:a16="http://schemas.microsoft.com/office/drawing/2014/main" id="{D54B6E38-8E46-1AB0-8E59-DCD5B54E38DF}"/>
                  </a:ext>
                </a:extLst>
              </p:cNvPr>
              <p:cNvSpPr/>
              <p:nvPr/>
            </p:nvSpPr>
            <p:spPr>
              <a:xfrm>
                <a:off x="4745684" y="1564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0" name="Freeform 27699">
                <a:extLst>
                  <a:ext uri="{FF2B5EF4-FFF2-40B4-BE49-F238E27FC236}">
                    <a16:creationId xmlns:a16="http://schemas.microsoft.com/office/drawing/2014/main" id="{34B8AFA1-B05D-D7B0-CE27-78502C3BA736}"/>
                  </a:ext>
                </a:extLst>
              </p:cNvPr>
              <p:cNvSpPr/>
              <p:nvPr/>
            </p:nvSpPr>
            <p:spPr>
              <a:xfrm>
                <a:off x="4746180" y="1523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1" name="Freeform 27700">
                <a:extLst>
                  <a:ext uri="{FF2B5EF4-FFF2-40B4-BE49-F238E27FC236}">
                    <a16:creationId xmlns:a16="http://schemas.microsoft.com/office/drawing/2014/main" id="{8019AEA6-D021-DF1C-F32F-C8E2F98AA8E2}"/>
                  </a:ext>
                </a:extLst>
              </p:cNvPr>
              <p:cNvSpPr/>
              <p:nvPr/>
            </p:nvSpPr>
            <p:spPr>
              <a:xfrm>
                <a:off x="4746677" y="1461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2" name="Freeform 27701">
                <a:extLst>
                  <a:ext uri="{FF2B5EF4-FFF2-40B4-BE49-F238E27FC236}">
                    <a16:creationId xmlns:a16="http://schemas.microsoft.com/office/drawing/2014/main" id="{7B81367E-954C-8BE4-5B33-5BF489D81B5C}"/>
                  </a:ext>
                </a:extLst>
              </p:cNvPr>
              <p:cNvSpPr/>
              <p:nvPr/>
            </p:nvSpPr>
            <p:spPr>
              <a:xfrm>
                <a:off x="4747173" y="1431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3" name="Freeform 27702">
                <a:extLst>
                  <a:ext uri="{FF2B5EF4-FFF2-40B4-BE49-F238E27FC236}">
                    <a16:creationId xmlns:a16="http://schemas.microsoft.com/office/drawing/2014/main" id="{6B552976-9FA6-83FE-D035-5D7B4D54583A}"/>
                  </a:ext>
                </a:extLst>
              </p:cNvPr>
              <p:cNvSpPr/>
              <p:nvPr/>
            </p:nvSpPr>
            <p:spPr>
              <a:xfrm>
                <a:off x="4747768" y="1419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4" name="Freeform 27703">
                <a:extLst>
                  <a:ext uri="{FF2B5EF4-FFF2-40B4-BE49-F238E27FC236}">
                    <a16:creationId xmlns:a16="http://schemas.microsoft.com/office/drawing/2014/main" id="{4BBE0F93-D6D7-DB62-6AFC-CB541DE6F47A}"/>
                  </a:ext>
                </a:extLst>
              </p:cNvPr>
              <p:cNvSpPr/>
              <p:nvPr/>
            </p:nvSpPr>
            <p:spPr>
              <a:xfrm>
                <a:off x="4748264" y="1399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5" name="Freeform 27704">
                <a:extLst>
                  <a:ext uri="{FF2B5EF4-FFF2-40B4-BE49-F238E27FC236}">
                    <a16:creationId xmlns:a16="http://schemas.microsoft.com/office/drawing/2014/main" id="{B3F05EDE-9DF7-378C-DE95-8F8C200F4C30}"/>
                  </a:ext>
                </a:extLst>
              </p:cNvPr>
              <p:cNvSpPr/>
              <p:nvPr/>
            </p:nvSpPr>
            <p:spPr>
              <a:xfrm>
                <a:off x="4748760" y="1420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6" name="Freeform 27705">
                <a:extLst>
                  <a:ext uri="{FF2B5EF4-FFF2-40B4-BE49-F238E27FC236}">
                    <a16:creationId xmlns:a16="http://schemas.microsoft.com/office/drawing/2014/main" id="{28CD9EA4-70FE-6406-4115-6ADB1525A7D7}"/>
                  </a:ext>
                </a:extLst>
              </p:cNvPr>
              <p:cNvSpPr/>
              <p:nvPr/>
            </p:nvSpPr>
            <p:spPr>
              <a:xfrm>
                <a:off x="4749355" y="1625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7" name="Freeform 27706">
                <a:extLst>
                  <a:ext uri="{FF2B5EF4-FFF2-40B4-BE49-F238E27FC236}">
                    <a16:creationId xmlns:a16="http://schemas.microsoft.com/office/drawing/2014/main" id="{2286F571-9D08-B319-C19D-977D4EAF0481}"/>
                  </a:ext>
                </a:extLst>
              </p:cNvPr>
              <p:cNvSpPr/>
              <p:nvPr/>
            </p:nvSpPr>
            <p:spPr>
              <a:xfrm>
                <a:off x="4749852" y="2226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8" name="Freeform 27707">
                <a:extLst>
                  <a:ext uri="{FF2B5EF4-FFF2-40B4-BE49-F238E27FC236}">
                    <a16:creationId xmlns:a16="http://schemas.microsoft.com/office/drawing/2014/main" id="{6A6BCF6C-EF43-728F-05B6-B0E943FB1E29}"/>
                  </a:ext>
                </a:extLst>
              </p:cNvPr>
              <p:cNvSpPr/>
              <p:nvPr/>
            </p:nvSpPr>
            <p:spPr>
              <a:xfrm>
                <a:off x="4750348" y="224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9" name="Freeform 27708">
                <a:extLst>
                  <a:ext uri="{FF2B5EF4-FFF2-40B4-BE49-F238E27FC236}">
                    <a16:creationId xmlns:a16="http://schemas.microsoft.com/office/drawing/2014/main" id="{0F0F3B35-17B4-1570-D4F7-D6F9D5B3F9F4}"/>
                  </a:ext>
                </a:extLst>
              </p:cNvPr>
              <p:cNvSpPr/>
              <p:nvPr/>
            </p:nvSpPr>
            <p:spPr>
              <a:xfrm>
                <a:off x="4750943" y="2258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0" name="Freeform 27709">
                <a:extLst>
                  <a:ext uri="{FF2B5EF4-FFF2-40B4-BE49-F238E27FC236}">
                    <a16:creationId xmlns:a16="http://schemas.microsoft.com/office/drawing/2014/main" id="{2C219D94-1965-2DB4-56DA-AAC155FB1622}"/>
                  </a:ext>
                </a:extLst>
              </p:cNvPr>
              <p:cNvSpPr/>
              <p:nvPr/>
            </p:nvSpPr>
            <p:spPr>
              <a:xfrm>
                <a:off x="4751439" y="2262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1" name="Freeform 27710">
                <a:extLst>
                  <a:ext uri="{FF2B5EF4-FFF2-40B4-BE49-F238E27FC236}">
                    <a16:creationId xmlns:a16="http://schemas.microsoft.com/office/drawing/2014/main" id="{809653C0-4F9D-3F9B-3D12-A060C65DBEF0}"/>
                  </a:ext>
                </a:extLst>
              </p:cNvPr>
              <p:cNvSpPr/>
              <p:nvPr/>
            </p:nvSpPr>
            <p:spPr>
              <a:xfrm>
                <a:off x="4751935" y="2263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2" name="Freeform 27711">
                <a:extLst>
                  <a:ext uri="{FF2B5EF4-FFF2-40B4-BE49-F238E27FC236}">
                    <a16:creationId xmlns:a16="http://schemas.microsoft.com/office/drawing/2014/main" id="{0CE6B479-C96B-0C77-72CB-56B957C26C8A}"/>
                  </a:ext>
                </a:extLst>
              </p:cNvPr>
              <p:cNvSpPr/>
              <p:nvPr/>
            </p:nvSpPr>
            <p:spPr>
              <a:xfrm>
                <a:off x="4752530" y="2274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3" name="Freeform 27712">
                <a:extLst>
                  <a:ext uri="{FF2B5EF4-FFF2-40B4-BE49-F238E27FC236}">
                    <a16:creationId xmlns:a16="http://schemas.microsoft.com/office/drawing/2014/main" id="{B13DD2E1-66A2-3E31-C0FF-99EBC5382C24}"/>
                  </a:ext>
                </a:extLst>
              </p:cNvPr>
              <p:cNvSpPr/>
              <p:nvPr/>
            </p:nvSpPr>
            <p:spPr>
              <a:xfrm>
                <a:off x="4753027" y="2268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4" name="Freeform 27713">
                <a:extLst>
                  <a:ext uri="{FF2B5EF4-FFF2-40B4-BE49-F238E27FC236}">
                    <a16:creationId xmlns:a16="http://schemas.microsoft.com/office/drawing/2014/main" id="{3C9372FC-351E-A92D-B9D6-53F00EB2BA87}"/>
                  </a:ext>
                </a:extLst>
              </p:cNvPr>
              <p:cNvSpPr/>
              <p:nvPr/>
            </p:nvSpPr>
            <p:spPr>
              <a:xfrm>
                <a:off x="4753523" y="2260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5" name="Freeform 27714">
                <a:extLst>
                  <a:ext uri="{FF2B5EF4-FFF2-40B4-BE49-F238E27FC236}">
                    <a16:creationId xmlns:a16="http://schemas.microsoft.com/office/drawing/2014/main" id="{8BD25EC7-3D34-A01C-BADA-E6DEC8E1562E}"/>
                  </a:ext>
                </a:extLst>
              </p:cNvPr>
              <p:cNvSpPr/>
              <p:nvPr/>
            </p:nvSpPr>
            <p:spPr>
              <a:xfrm>
                <a:off x="4754118" y="2222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6" name="Freeform 27715">
                <a:extLst>
                  <a:ext uri="{FF2B5EF4-FFF2-40B4-BE49-F238E27FC236}">
                    <a16:creationId xmlns:a16="http://schemas.microsoft.com/office/drawing/2014/main" id="{E32B01EA-E902-DBBA-6FAC-435C994EE5D0}"/>
                  </a:ext>
                </a:extLst>
              </p:cNvPr>
              <p:cNvSpPr/>
              <p:nvPr/>
            </p:nvSpPr>
            <p:spPr>
              <a:xfrm>
                <a:off x="4754614" y="1333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7" name="Freeform 27716">
                <a:extLst>
                  <a:ext uri="{FF2B5EF4-FFF2-40B4-BE49-F238E27FC236}">
                    <a16:creationId xmlns:a16="http://schemas.microsoft.com/office/drawing/2014/main" id="{91E2E921-B1C3-51CC-0C4C-1AC1A3C27171}"/>
                  </a:ext>
                </a:extLst>
              </p:cNvPr>
              <p:cNvSpPr/>
              <p:nvPr/>
            </p:nvSpPr>
            <p:spPr>
              <a:xfrm>
                <a:off x="4755110" y="1372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8" name="Freeform 27717">
                <a:extLst>
                  <a:ext uri="{FF2B5EF4-FFF2-40B4-BE49-F238E27FC236}">
                    <a16:creationId xmlns:a16="http://schemas.microsoft.com/office/drawing/2014/main" id="{BB7B6009-2435-9B8F-D712-B4E574F7C3D7}"/>
                  </a:ext>
                </a:extLst>
              </p:cNvPr>
              <p:cNvSpPr/>
              <p:nvPr/>
            </p:nvSpPr>
            <p:spPr>
              <a:xfrm>
                <a:off x="4755705" y="1449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9" name="Freeform 27718">
                <a:extLst>
                  <a:ext uri="{FF2B5EF4-FFF2-40B4-BE49-F238E27FC236}">
                    <a16:creationId xmlns:a16="http://schemas.microsoft.com/office/drawing/2014/main" id="{BC09C064-BC39-24AF-15F1-DAEC52C5026E}"/>
                  </a:ext>
                </a:extLst>
              </p:cNvPr>
              <p:cNvSpPr/>
              <p:nvPr/>
            </p:nvSpPr>
            <p:spPr>
              <a:xfrm>
                <a:off x="4756202" y="1430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0" name="Freeform 27719">
                <a:extLst>
                  <a:ext uri="{FF2B5EF4-FFF2-40B4-BE49-F238E27FC236}">
                    <a16:creationId xmlns:a16="http://schemas.microsoft.com/office/drawing/2014/main" id="{3DC70CE2-3334-4961-26F9-E6181FCC144D}"/>
                  </a:ext>
                </a:extLst>
              </p:cNvPr>
              <p:cNvSpPr/>
              <p:nvPr/>
            </p:nvSpPr>
            <p:spPr>
              <a:xfrm>
                <a:off x="4756698" y="1407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1" name="Freeform 27720">
                <a:extLst>
                  <a:ext uri="{FF2B5EF4-FFF2-40B4-BE49-F238E27FC236}">
                    <a16:creationId xmlns:a16="http://schemas.microsoft.com/office/drawing/2014/main" id="{368D5B2A-F4E3-7FBD-3607-FCB96E884421}"/>
                  </a:ext>
                </a:extLst>
              </p:cNvPr>
              <p:cNvSpPr/>
              <p:nvPr/>
            </p:nvSpPr>
            <p:spPr>
              <a:xfrm>
                <a:off x="4757293" y="1368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2" name="Freeform 27721">
                <a:extLst>
                  <a:ext uri="{FF2B5EF4-FFF2-40B4-BE49-F238E27FC236}">
                    <a16:creationId xmlns:a16="http://schemas.microsoft.com/office/drawing/2014/main" id="{06962004-E49D-5B9C-B0AB-D7CCFCA07697}"/>
                  </a:ext>
                </a:extLst>
              </p:cNvPr>
              <p:cNvSpPr/>
              <p:nvPr/>
            </p:nvSpPr>
            <p:spPr>
              <a:xfrm>
                <a:off x="4757789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3" name="Freeform 27722">
                <a:extLst>
                  <a:ext uri="{FF2B5EF4-FFF2-40B4-BE49-F238E27FC236}">
                    <a16:creationId xmlns:a16="http://schemas.microsoft.com/office/drawing/2014/main" id="{67FD589F-3764-127F-46D4-542BE15F2C0A}"/>
                  </a:ext>
                </a:extLst>
              </p:cNvPr>
              <p:cNvSpPr/>
              <p:nvPr/>
            </p:nvSpPr>
            <p:spPr>
              <a:xfrm>
                <a:off x="4758285" y="1165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4" name="Freeform 27723">
                <a:extLst>
                  <a:ext uri="{FF2B5EF4-FFF2-40B4-BE49-F238E27FC236}">
                    <a16:creationId xmlns:a16="http://schemas.microsoft.com/office/drawing/2014/main" id="{246B48B4-749A-02E0-9BEC-F76369E46E03}"/>
                  </a:ext>
                </a:extLst>
              </p:cNvPr>
              <p:cNvSpPr/>
              <p:nvPr/>
            </p:nvSpPr>
            <p:spPr>
              <a:xfrm>
                <a:off x="4758781" y="1096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5" name="Freeform 27724">
                <a:extLst>
                  <a:ext uri="{FF2B5EF4-FFF2-40B4-BE49-F238E27FC236}">
                    <a16:creationId xmlns:a16="http://schemas.microsoft.com/office/drawing/2014/main" id="{582722B8-43E5-4A2F-C2CF-207C7C3D9F3C}"/>
                  </a:ext>
                </a:extLst>
              </p:cNvPr>
              <p:cNvSpPr/>
              <p:nvPr/>
            </p:nvSpPr>
            <p:spPr>
              <a:xfrm>
                <a:off x="4759377" y="1069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6" name="Freeform 27725">
                <a:extLst>
                  <a:ext uri="{FF2B5EF4-FFF2-40B4-BE49-F238E27FC236}">
                    <a16:creationId xmlns:a16="http://schemas.microsoft.com/office/drawing/2014/main" id="{D5B4ECD6-72BB-92DD-0A28-768EC57F4C08}"/>
                  </a:ext>
                </a:extLst>
              </p:cNvPr>
              <p:cNvSpPr/>
              <p:nvPr/>
            </p:nvSpPr>
            <p:spPr>
              <a:xfrm>
                <a:off x="4759873" y="1049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7" name="Freeform 27726">
                <a:extLst>
                  <a:ext uri="{FF2B5EF4-FFF2-40B4-BE49-F238E27FC236}">
                    <a16:creationId xmlns:a16="http://schemas.microsoft.com/office/drawing/2014/main" id="{BA6DF6DA-DFF6-4789-60EC-5530F989750B}"/>
                  </a:ext>
                </a:extLst>
              </p:cNvPr>
              <p:cNvSpPr/>
              <p:nvPr/>
            </p:nvSpPr>
            <p:spPr>
              <a:xfrm>
                <a:off x="4760369" y="1067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8" name="Freeform 27727">
                <a:extLst>
                  <a:ext uri="{FF2B5EF4-FFF2-40B4-BE49-F238E27FC236}">
                    <a16:creationId xmlns:a16="http://schemas.microsoft.com/office/drawing/2014/main" id="{A9837ABD-51FF-2511-10B8-E7DB67C87BBF}"/>
                  </a:ext>
                </a:extLst>
              </p:cNvPr>
              <p:cNvSpPr/>
              <p:nvPr/>
            </p:nvSpPr>
            <p:spPr>
              <a:xfrm>
                <a:off x="4760964" y="1096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9" name="Freeform 27728">
                <a:extLst>
                  <a:ext uri="{FF2B5EF4-FFF2-40B4-BE49-F238E27FC236}">
                    <a16:creationId xmlns:a16="http://schemas.microsoft.com/office/drawing/2014/main" id="{54060B50-6231-EE0C-9E85-4AFFE14CD79B}"/>
                  </a:ext>
                </a:extLst>
              </p:cNvPr>
              <p:cNvSpPr/>
              <p:nvPr/>
            </p:nvSpPr>
            <p:spPr>
              <a:xfrm>
                <a:off x="4761460" y="1173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0" name="Freeform 27729">
                <a:extLst>
                  <a:ext uri="{FF2B5EF4-FFF2-40B4-BE49-F238E27FC236}">
                    <a16:creationId xmlns:a16="http://schemas.microsoft.com/office/drawing/2014/main" id="{36EE3EF8-C8D9-0E4B-5F8D-1EF5548AAC5C}"/>
                  </a:ext>
                </a:extLst>
              </p:cNvPr>
              <p:cNvSpPr/>
              <p:nvPr/>
            </p:nvSpPr>
            <p:spPr>
              <a:xfrm>
                <a:off x="4761956" y="1349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1" name="Freeform 27730">
                <a:extLst>
                  <a:ext uri="{FF2B5EF4-FFF2-40B4-BE49-F238E27FC236}">
                    <a16:creationId xmlns:a16="http://schemas.microsoft.com/office/drawing/2014/main" id="{573B4F91-4B8D-06A9-EB3B-56731D9AAAEF}"/>
                  </a:ext>
                </a:extLst>
              </p:cNvPr>
              <p:cNvSpPr/>
              <p:nvPr/>
            </p:nvSpPr>
            <p:spPr>
              <a:xfrm>
                <a:off x="4762552" y="1807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2" name="Freeform 27731">
                <a:extLst>
                  <a:ext uri="{FF2B5EF4-FFF2-40B4-BE49-F238E27FC236}">
                    <a16:creationId xmlns:a16="http://schemas.microsoft.com/office/drawing/2014/main" id="{BEAF45B2-F404-BE0D-D794-B7FA88917FE7}"/>
                  </a:ext>
                </a:extLst>
              </p:cNvPr>
              <p:cNvSpPr/>
              <p:nvPr/>
            </p:nvSpPr>
            <p:spPr>
              <a:xfrm>
                <a:off x="4763048" y="19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3" name="Freeform 27732">
                <a:extLst>
                  <a:ext uri="{FF2B5EF4-FFF2-40B4-BE49-F238E27FC236}">
                    <a16:creationId xmlns:a16="http://schemas.microsoft.com/office/drawing/2014/main" id="{6EEE4E2A-60AE-7F75-3853-AFF892C92B3E}"/>
                  </a:ext>
                </a:extLst>
              </p:cNvPr>
              <p:cNvSpPr/>
              <p:nvPr/>
            </p:nvSpPr>
            <p:spPr>
              <a:xfrm>
                <a:off x="4763544" y="1911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4" name="Freeform 27733">
                <a:extLst>
                  <a:ext uri="{FF2B5EF4-FFF2-40B4-BE49-F238E27FC236}">
                    <a16:creationId xmlns:a16="http://schemas.microsoft.com/office/drawing/2014/main" id="{6C67B8E5-74A8-3392-7435-9FF7B1A28A7E}"/>
                  </a:ext>
                </a:extLst>
              </p:cNvPr>
              <p:cNvSpPr/>
              <p:nvPr/>
            </p:nvSpPr>
            <p:spPr>
              <a:xfrm>
                <a:off x="4764139" y="19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5" name="Freeform 27734">
                <a:extLst>
                  <a:ext uri="{FF2B5EF4-FFF2-40B4-BE49-F238E27FC236}">
                    <a16:creationId xmlns:a16="http://schemas.microsoft.com/office/drawing/2014/main" id="{7CF68B11-D007-EBD6-B03F-3EF8490BAC86}"/>
                  </a:ext>
                </a:extLst>
              </p:cNvPr>
              <p:cNvSpPr/>
              <p:nvPr/>
            </p:nvSpPr>
            <p:spPr>
              <a:xfrm>
                <a:off x="4764635" y="1915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6" name="Freeform 27735">
                <a:extLst>
                  <a:ext uri="{FF2B5EF4-FFF2-40B4-BE49-F238E27FC236}">
                    <a16:creationId xmlns:a16="http://schemas.microsoft.com/office/drawing/2014/main" id="{4AC1A3DA-56FD-6393-66EB-45414EA2E122}"/>
                  </a:ext>
                </a:extLst>
              </p:cNvPr>
              <p:cNvSpPr/>
              <p:nvPr/>
            </p:nvSpPr>
            <p:spPr>
              <a:xfrm>
                <a:off x="4765131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7" name="Freeform 27736">
                <a:extLst>
                  <a:ext uri="{FF2B5EF4-FFF2-40B4-BE49-F238E27FC236}">
                    <a16:creationId xmlns:a16="http://schemas.microsoft.com/office/drawing/2014/main" id="{FDEF7629-B901-F09F-0C7B-809B81A700FA}"/>
                  </a:ext>
                </a:extLst>
              </p:cNvPr>
              <p:cNvSpPr/>
              <p:nvPr/>
            </p:nvSpPr>
            <p:spPr>
              <a:xfrm>
                <a:off x="4765727" y="1878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8" name="Freeform 27737">
                <a:extLst>
                  <a:ext uri="{FF2B5EF4-FFF2-40B4-BE49-F238E27FC236}">
                    <a16:creationId xmlns:a16="http://schemas.microsoft.com/office/drawing/2014/main" id="{C5F29737-F977-2F47-91E2-F7C73787D442}"/>
                  </a:ext>
                </a:extLst>
              </p:cNvPr>
              <p:cNvSpPr/>
              <p:nvPr/>
            </p:nvSpPr>
            <p:spPr>
              <a:xfrm>
                <a:off x="4766223" y="1858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9" name="Freeform 27738">
                <a:extLst>
                  <a:ext uri="{FF2B5EF4-FFF2-40B4-BE49-F238E27FC236}">
                    <a16:creationId xmlns:a16="http://schemas.microsoft.com/office/drawing/2014/main" id="{60A511CB-4BA3-E205-DA9E-5AFCF08A0141}"/>
                  </a:ext>
                </a:extLst>
              </p:cNvPr>
              <p:cNvSpPr/>
              <p:nvPr/>
            </p:nvSpPr>
            <p:spPr>
              <a:xfrm>
                <a:off x="4766719" y="1698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0" name="Freeform 27739">
                <a:extLst>
                  <a:ext uri="{FF2B5EF4-FFF2-40B4-BE49-F238E27FC236}">
                    <a16:creationId xmlns:a16="http://schemas.microsoft.com/office/drawing/2014/main" id="{84656C2B-DE33-E9A9-0FE0-6E97C143C679}"/>
                  </a:ext>
                </a:extLst>
              </p:cNvPr>
              <p:cNvSpPr/>
              <p:nvPr/>
            </p:nvSpPr>
            <p:spPr>
              <a:xfrm>
                <a:off x="4767314" y="1395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1" name="Freeform 27740">
                <a:extLst>
                  <a:ext uri="{FF2B5EF4-FFF2-40B4-BE49-F238E27FC236}">
                    <a16:creationId xmlns:a16="http://schemas.microsoft.com/office/drawing/2014/main" id="{8DF002B3-61FE-CF9D-58F2-71923C0D0230}"/>
                  </a:ext>
                </a:extLst>
              </p:cNvPr>
              <p:cNvSpPr/>
              <p:nvPr/>
            </p:nvSpPr>
            <p:spPr>
              <a:xfrm>
                <a:off x="4767810" y="1449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2" name="Freeform 27741">
                <a:extLst>
                  <a:ext uri="{FF2B5EF4-FFF2-40B4-BE49-F238E27FC236}">
                    <a16:creationId xmlns:a16="http://schemas.microsoft.com/office/drawing/2014/main" id="{0B0237FA-993F-1C70-AA60-791B72F590CA}"/>
                  </a:ext>
                </a:extLst>
              </p:cNvPr>
              <p:cNvSpPr/>
              <p:nvPr/>
            </p:nvSpPr>
            <p:spPr>
              <a:xfrm>
                <a:off x="4768306" y="1500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3" name="Freeform 27742">
                <a:extLst>
                  <a:ext uri="{FF2B5EF4-FFF2-40B4-BE49-F238E27FC236}">
                    <a16:creationId xmlns:a16="http://schemas.microsoft.com/office/drawing/2014/main" id="{69A3353E-EAB3-59CE-B98D-09D012E6D32F}"/>
                  </a:ext>
                </a:extLst>
              </p:cNvPr>
              <p:cNvSpPr/>
              <p:nvPr/>
            </p:nvSpPr>
            <p:spPr>
              <a:xfrm>
                <a:off x="4768902" y="1494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4" name="Freeform 27743">
                <a:extLst>
                  <a:ext uri="{FF2B5EF4-FFF2-40B4-BE49-F238E27FC236}">
                    <a16:creationId xmlns:a16="http://schemas.microsoft.com/office/drawing/2014/main" id="{2F736E20-5717-90BF-DB10-761AD44F8A04}"/>
                  </a:ext>
                </a:extLst>
              </p:cNvPr>
              <p:cNvSpPr/>
              <p:nvPr/>
            </p:nvSpPr>
            <p:spPr>
              <a:xfrm>
                <a:off x="4769398" y="1477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5" name="Freeform 27744">
                <a:extLst>
                  <a:ext uri="{FF2B5EF4-FFF2-40B4-BE49-F238E27FC236}">
                    <a16:creationId xmlns:a16="http://schemas.microsoft.com/office/drawing/2014/main" id="{A423C0A1-4BAC-6BE2-4044-49608FA09DE7}"/>
                  </a:ext>
                </a:extLst>
              </p:cNvPr>
              <p:cNvSpPr/>
              <p:nvPr/>
            </p:nvSpPr>
            <p:spPr>
              <a:xfrm>
                <a:off x="4769894" y="1398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6" name="Freeform 27745">
                <a:extLst>
                  <a:ext uri="{FF2B5EF4-FFF2-40B4-BE49-F238E27FC236}">
                    <a16:creationId xmlns:a16="http://schemas.microsoft.com/office/drawing/2014/main" id="{E6F25D93-2F5A-D494-5373-57A70C460FEF}"/>
                  </a:ext>
                </a:extLst>
              </p:cNvPr>
              <p:cNvSpPr/>
              <p:nvPr/>
            </p:nvSpPr>
            <p:spPr>
              <a:xfrm>
                <a:off x="4770489" y="1312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7" name="Freeform 27746">
                <a:extLst>
                  <a:ext uri="{FF2B5EF4-FFF2-40B4-BE49-F238E27FC236}">
                    <a16:creationId xmlns:a16="http://schemas.microsoft.com/office/drawing/2014/main" id="{753AF81C-260E-23E2-5A53-41FC27C2A1EF}"/>
                  </a:ext>
                </a:extLst>
              </p:cNvPr>
              <p:cNvSpPr/>
              <p:nvPr/>
            </p:nvSpPr>
            <p:spPr>
              <a:xfrm>
                <a:off x="4770985" y="120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8" name="Freeform 27747">
                <a:extLst>
                  <a:ext uri="{FF2B5EF4-FFF2-40B4-BE49-F238E27FC236}">
                    <a16:creationId xmlns:a16="http://schemas.microsoft.com/office/drawing/2014/main" id="{89CFDF2D-DA70-AC78-B79F-00CE0D481611}"/>
                  </a:ext>
                </a:extLst>
              </p:cNvPr>
              <p:cNvSpPr/>
              <p:nvPr/>
            </p:nvSpPr>
            <p:spPr>
              <a:xfrm>
                <a:off x="4771481" y="1110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9" name="Freeform 27748">
                <a:extLst>
                  <a:ext uri="{FF2B5EF4-FFF2-40B4-BE49-F238E27FC236}">
                    <a16:creationId xmlns:a16="http://schemas.microsoft.com/office/drawing/2014/main" id="{979F6BE3-0C47-3976-6031-0C9141E0DA41}"/>
                  </a:ext>
                </a:extLst>
              </p:cNvPr>
              <p:cNvSpPr/>
              <p:nvPr/>
            </p:nvSpPr>
            <p:spPr>
              <a:xfrm>
                <a:off x="4771977" y="1062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0" name="Freeform 27749">
                <a:extLst>
                  <a:ext uri="{FF2B5EF4-FFF2-40B4-BE49-F238E27FC236}">
                    <a16:creationId xmlns:a16="http://schemas.microsoft.com/office/drawing/2014/main" id="{E6D75216-4B2B-5D42-5AE4-63488F6E428A}"/>
                  </a:ext>
                </a:extLst>
              </p:cNvPr>
              <p:cNvSpPr/>
              <p:nvPr/>
            </p:nvSpPr>
            <p:spPr>
              <a:xfrm>
                <a:off x="4772573" y="1060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1" name="Freeform 27750">
                <a:extLst>
                  <a:ext uri="{FF2B5EF4-FFF2-40B4-BE49-F238E27FC236}">
                    <a16:creationId xmlns:a16="http://schemas.microsoft.com/office/drawing/2014/main" id="{5B28379B-1E64-605F-0961-D12E0E5D9660}"/>
                  </a:ext>
                </a:extLst>
              </p:cNvPr>
              <p:cNvSpPr/>
              <p:nvPr/>
            </p:nvSpPr>
            <p:spPr>
              <a:xfrm>
                <a:off x="4773069" y="1077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2" name="Freeform 27751">
                <a:extLst>
                  <a:ext uri="{FF2B5EF4-FFF2-40B4-BE49-F238E27FC236}">
                    <a16:creationId xmlns:a16="http://schemas.microsoft.com/office/drawing/2014/main" id="{8EAB79DA-A4E7-3CE8-EEE3-535C43606648}"/>
                  </a:ext>
                </a:extLst>
              </p:cNvPr>
              <p:cNvSpPr/>
              <p:nvPr/>
            </p:nvSpPr>
            <p:spPr>
              <a:xfrm>
                <a:off x="4773565" y="1119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3" name="Freeform 27752">
                <a:extLst>
                  <a:ext uri="{FF2B5EF4-FFF2-40B4-BE49-F238E27FC236}">
                    <a16:creationId xmlns:a16="http://schemas.microsoft.com/office/drawing/2014/main" id="{45967F7A-6644-B5A8-2B12-D265268648A3}"/>
                  </a:ext>
                </a:extLst>
              </p:cNvPr>
              <p:cNvSpPr/>
              <p:nvPr/>
            </p:nvSpPr>
            <p:spPr>
              <a:xfrm>
                <a:off x="4774160" y="12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4" name="Freeform 27753">
                <a:extLst>
                  <a:ext uri="{FF2B5EF4-FFF2-40B4-BE49-F238E27FC236}">
                    <a16:creationId xmlns:a16="http://schemas.microsoft.com/office/drawing/2014/main" id="{D8881C1F-20B4-D624-873D-70B893C58E5A}"/>
                  </a:ext>
                </a:extLst>
              </p:cNvPr>
              <p:cNvSpPr/>
              <p:nvPr/>
            </p:nvSpPr>
            <p:spPr>
              <a:xfrm>
                <a:off x="4774656" y="1413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5" name="Freeform 27754">
                <a:extLst>
                  <a:ext uri="{FF2B5EF4-FFF2-40B4-BE49-F238E27FC236}">
                    <a16:creationId xmlns:a16="http://schemas.microsoft.com/office/drawing/2014/main" id="{8CBCFE61-C7D9-4542-9852-36E8F551E4CB}"/>
                  </a:ext>
                </a:extLst>
              </p:cNvPr>
              <p:cNvSpPr/>
              <p:nvPr/>
            </p:nvSpPr>
            <p:spPr>
              <a:xfrm>
                <a:off x="4775152" y="1877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6" name="Freeform 27755">
                <a:extLst>
                  <a:ext uri="{FF2B5EF4-FFF2-40B4-BE49-F238E27FC236}">
                    <a16:creationId xmlns:a16="http://schemas.microsoft.com/office/drawing/2014/main" id="{E583D9FC-5018-F38F-A2AB-940E457599FF}"/>
                  </a:ext>
                </a:extLst>
              </p:cNvPr>
              <p:cNvSpPr/>
              <p:nvPr/>
            </p:nvSpPr>
            <p:spPr>
              <a:xfrm>
                <a:off x="4775748" y="2036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7" name="Freeform 27756">
                <a:extLst>
                  <a:ext uri="{FF2B5EF4-FFF2-40B4-BE49-F238E27FC236}">
                    <a16:creationId xmlns:a16="http://schemas.microsoft.com/office/drawing/2014/main" id="{AC193CA4-70A3-7D79-7191-7FE27980B4A3}"/>
                  </a:ext>
                </a:extLst>
              </p:cNvPr>
              <p:cNvSpPr/>
              <p:nvPr/>
            </p:nvSpPr>
            <p:spPr>
              <a:xfrm>
                <a:off x="4776244" y="203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8" name="Freeform 27757">
                <a:extLst>
                  <a:ext uri="{FF2B5EF4-FFF2-40B4-BE49-F238E27FC236}">
                    <a16:creationId xmlns:a16="http://schemas.microsoft.com/office/drawing/2014/main" id="{90026325-BB0F-2A56-3722-364C7E86F6D5}"/>
                  </a:ext>
                </a:extLst>
              </p:cNvPr>
              <p:cNvSpPr/>
              <p:nvPr/>
            </p:nvSpPr>
            <p:spPr>
              <a:xfrm>
                <a:off x="4776740" y="2038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9" name="Freeform 27758">
                <a:extLst>
                  <a:ext uri="{FF2B5EF4-FFF2-40B4-BE49-F238E27FC236}">
                    <a16:creationId xmlns:a16="http://schemas.microsoft.com/office/drawing/2014/main" id="{CF61816B-E3AD-E856-C335-9A98050E59F5}"/>
                  </a:ext>
                </a:extLst>
              </p:cNvPr>
              <p:cNvSpPr/>
              <p:nvPr/>
            </p:nvSpPr>
            <p:spPr>
              <a:xfrm>
                <a:off x="4777335" y="202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0" name="Freeform 27759">
                <a:extLst>
                  <a:ext uri="{FF2B5EF4-FFF2-40B4-BE49-F238E27FC236}">
                    <a16:creationId xmlns:a16="http://schemas.microsoft.com/office/drawing/2014/main" id="{377A6372-32B3-830C-C7A6-3F77B44775AB}"/>
                  </a:ext>
                </a:extLst>
              </p:cNvPr>
              <p:cNvSpPr/>
              <p:nvPr/>
            </p:nvSpPr>
            <p:spPr>
              <a:xfrm>
                <a:off x="4777831" y="2031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1" name="Freeform 27760">
                <a:extLst>
                  <a:ext uri="{FF2B5EF4-FFF2-40B4-BE49-F238E27FC236}">
                    <a16:creationId xmlns:a16="http://schemas.microsoft.com/office/drawing/2014/main" id="{A02FAED2-97E8-3E59-9EE6-F490543162AF}"/>
                  </a:ext>
                </a:extLst>
              </p:cNvPr>
              <p:cNvSpPr/>
              <p:nvPr/>
            </p:nvSpPr>
            <p:spPr>
              <a:xfrm>
                <a:off x="4778327" y="2029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2" name="Freeform 27761">
                <a:extLst>
                  <a:ext uri="{FF2B5EF4-FFF2-40B4-BE49-F238E27FC236}">
                    <a16:creationId xmlns:a16="http://schemas.microsoft.com/office/drawing/2014/main" id="{1134959D-B1B1-D599-CD3F-4E4953E5ACD5}"/>
                  </a:ext>
                </a:extLst>
              </p:cNvPr>
              <p:cNvSpPr/>
              <p:nvPr/>
            </p:nvSpPr>
            <p:spPr>
              <a:xfrm>
                <a:off x="4778923" y="202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3" name="Freeform 27762">
                <a:extLst>
                  <a:ext uri="{FF2B5EF4-FFF2-40B4-BE49-F238E27FC236}">
                    <a16:creationId xmlns:a16="http://schemas.microsoft.com/office/drawing/2014/main" id="{8518C662-F039-014B-EC99-AB6BCA9961B8}"/>
                  </a:ext>
                </a:extLst>
              </p:cNvPr>
              <p:cNvSpPr/>
              <p:nvPr/>
            </p:nvSpPr>
            <p:spPr>
              <a:xfrm>
                <a:off x="4779419" y="1989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4" name="Freeform 27763">
                <a:extLst>
                  <a:ext uri="{FF2B5EF4-FFF2-40B4-BE49-F238E27FC236}">
                    <a16:creationId xmlns:a16="http://schemas.microsoft.com/office/drawing/2014/main" id="{99778175-28F9-CD87-7BC6-BA8713EE4A11}"/>
                  </a:ext>
                </a:extLst>
              </p:cNvPr>
              <p:cNvSpPr/>
              <p:nvPr/>
            </p:nvSpPr>
            <p:spPr>
              <a:xfrm>
                <a:off x="4779915" y="150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5" name="Freeform 27764">
                <a:extLst>
                  <a:ext uri="{FF2B5EF4-FFF2-40B4-BE49-F238E27FC236}">
                    <a16:creationId xmlns:a16="http://schemas.microsoft.com/office/drawing/2014/main" id="{B7C0C138-F93B-E7BF-91AA-BEF8B59474DA}"/>
                  </a:ext>
                </a:extLst>
              </p:cNvPr>
              <p:cNvSpPr/>
              <p:nvPr/>
            </p:nvSpPr>
            <p:spPr>
              <a:xfrm>
                <a:off x="4780510" y="1532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6" name="Freeform 27765">
                <a:extLst>
                  <a:ext uri="{FF2B5EF4-FFF2-40B4-BE49-F238E27FC236}">
                    <a16:creationId xmlns:a16="http://schemas.microsoft.com/office/drawing/2014/main" id="{2CBA6B2D-882B-E27C-DD66-7AD9F4492E0B}"/>
                  </a:ext>
                </a:extLst>
              </p:cNvPr>
              <p:cNvSpPr/>
              <p:nvPr/>
            </p:nvSpPr>
            <p:spPr>
              <a:xfrm>
                <a:off x="4781006" y="16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7" name="Freeform 27766">
                <a:extLst>
                  <a:ext uri="{FF2B5EF4-FFF2-40B4-BE49-F238E27FC236}">
                    <a16:creationId xmlns:a16="http://schemas.microsoft.com/office/drawing/2014/main" id="{A093A3F0-5697-4F40-FC52-ED77FCF02259}"/>
                  </a:ext>
                </a:extLst>
              </p:cNvPr>
              <p:cNvSpPr/>
              <p:nvPr/>
            </p:nvSpPr>
            <p:spPr>
              <a:xfrm>
                <a:off x="4781502" y="1592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8" name="Freeform 27767">
                <a:extLst>
                  <a:ext uri="{FF2B5EF4-FFF2-40B4-BE49-F238E27FC236}">
                    <a16:creationId xmlns:a16="http://schemas.microsoft.com/office/drawing/2014/main" id="{B7541DB9-30BB-D1D8-1EF9-712C0CA532AB}"/>
                  </a:ext>
                </a:extLst>
              </p:cNvPr>
              <p:cNvSpPr/>
              <p:nvPr/>
            </p:nvSpPr>
            <p:spPr>
              <a:xfrm>
                <a:off x="4782098" y="1555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9" name="Freeform 27768">
                <a:extLst>
                  <a:ext uri="{FF2B5EF4-FFF2-40B4-BE49-F238E27FC236}">
                    <a16:creationId xmlns:a16="http://schemas.microsoft.com/office/drawing/2014/main" id="{CC40C559-89A3-9632-026B-6865D15F1443}"/>
                  </a:ext>
                </a:extLst>
              </p:cNvPr>
              <p:cNvSpPr/>
              <p:nvPr/>
            </p:nvSpPr>
            <p:spPr>
              <a:xfrm>
                <a:off x="4782594" y="1446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0" name="Freeform 27769">
                <a:extLst>
                  <a:ext uri="{FF2B5EF4-FFF2-40B4-BE49-F238E27FC236}">
                    <a16:creationId xmlns:a16="http://schemas.microsoft.com/office/drawing/2014/main" id="{AE880AB2-696B-91AC-96A0-9B938E5B2BBA}"/>
                  </a:ext>
                </a:extLst>
              </p:cNvPr>
              <p:cNvSpPr/>
              <p:nvPr/>
            </p:nvSpPr>
            <p:spPr>
              <a:xfrm>
                <a:off x="4783090" y="1312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1" name="Freeform 27770">
                <a:extLst>
                  <a:ext uri="{FF2B5EF4-FFF2-40B4-BE49-F238E27FC236}">
                    <a16:creationId xmlns:a16="http://schemas.microsoft.com/office/drawing/2014/main" id="{E9DAB8AF-3EF5-1ADF-7A6F-AC68ECC346B6}"/>
                  </a:ext>
                </a:extLst>
              </p:cNvPr>
              <p:cNvSpPr/>
              <p:nvPr/>
            </p:nvSpPr>
            <p:spPr>
              <a:xfrm>
                <a:off x="4783586" y="1206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2" name="Freeform 27771">
                <a:extLst>
                  <a:ext uri="{FF2B5EF4-FFF2-40B4-BE49-F238E27FC236}">
                    <a16:creationId xmlns:a16="http://schemas.microsoft.com/office/drawing/2014/main" id="{61842154-1B86-C614-1FFC-A5C029B84D8F}"/>
                  </a:ext>
                </a:extLst>
              </p:cNvPr>
              <p:cNvSpPr/>
              <p:nvPr/>
            </p:nvSpPr>
            <p:spPr>
              <a:xfrm>
                <a:off x="4784181" y="1140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3" name="Freeform 27772">
                <a:extLst>
                  <a:ext uri="{FF2B5EF4-FFF2-40B4-BE49-F238E27FC236}">
                    <a16:creationId xmlns:a16="http://schemas.microsoft.com/office/drawing/2014/main" id="{C2C86FD3-3192-8503-239F-64914D83A87C}"/>
                  </a:ext>
                </a:extLst>
              </p:cNvPr>
              <p:cNvSpPr/>
              <p:nvPr/>
            </p:nvSpPr>
            <p:spPr>
              <a:xfrm>
                <a:off x="4784677" y="1141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4" name="Freeform 27773">
                <a:extLst>
                  <a:ext uri="{FF2B5EF4-FFF2-40B4-BE49-F238E27FC236}">
                    <a16:creationId xmlns:a16="http://schemas.microsoft.com/office/drawing/2014/main" id="{1CBA166B-412C-A4B7-B522-B9CCBE8C8AEE}"/>
                  </a:ext>
                </a:extLst>
              </p:cNvPr>
              <p:cNvSpPr/>
              <p:nvPr/>
            </p:nvSpPr>
            <p:spPr>
              <a:xfrm>
                <a:off x="4785173" y="1125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5" name="Freeform 27774">
                <a:extLst>
                  <a:ext uri="{FF2B5EF4-FFF2-40B4-BE49-F238E27FC236}">
                    <a16:creationId xmlns:a16="http://schemas.microsoft.com/office/drawing/2014/main" id="{FD450E72-B72B-9DD4-A5D9-3D89AFDDD66A}"/>
                  </a:ext>
                </a:extLst>
              </p:cNvPr>
              <p:cNvSpPr/>
              <p:nvPr/>
            </p:nvSpPr>
            <p:spPr>
              <a:xfrm>
                <a:off x="4785769" y="1112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6" name="Freeform 27775">
                <a:extLst>
                  <a:ext uri="{FF2B5EF4-FFF2-40B4-BE49-F238E27FC236}">
                    <a16:creationId xmlns:a16="http://schemas.microsoft.com/office/drawing/2014/main" id="{9A1390A7-3436-2F3A-D03D-219F3BE5DB31}"/>
                  </a:ext>
                </a:extLst>
              </p:cNvPr>
              <p:cNvSpPr/>
              <p:nvPr/>
            </p:nvSpPr>
            <p:spPr>
              <a:xfrm>
                <a:off x="4786265" y="1138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7" name="Freeform 27776">
                <a:extLst>
                  <a:ext uri="{FF2B5EF4-FFF2-40B4-BE49-F238E27FC236}">
                    <a16:creationId xmlns:a16="http://schemas.microsoft.com/office/drawing/2014/main" id="{DAEF0FC1-9EE5-7A6D-D6E3-D15070160710}"/>
                  </a:ext>
                </a:extLst>
              </p:cNvPr>
              <p:cNvSpPr/>
              <p:nvPr/>
            </p:nvSpPr>
            <p:spPr>
              <a:xfrm>
                <a:off x="4786761" y="128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8" name="Freeform 27777">
                <a:extLst>
                  <a:ext uri="{FF2B5EF4-FFF2-40B4-BE49-F238E27FC236}">
                    <a16:creationId xmlns:a16="http://schemas.microsoft.com/office/drawing/2014/main" id="{03319E3C-A540-DF50-E74A-BDC674297EF3}"/>
                  </a:ext>
                </a:extLst>
              </p:cNvPr>
              <p:cNvSpPr/>
              <p:nvPr/>
            </p:nvSpPr>
            <p:spPr>
              <a:xfrm>
                <a:off x="4787356" y="1421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9" name="Freeform 27778">
                <a:extLst>
                  <a:ext uri="{FF2B5EF4-FFF2-40B4-BE49-F238E27FC236}">
                    <a16:creationId xmlns:a16="http://schemas.microsoft.com/office/drawing/2014/main" id="{B16741C7-628A-3C9C-FA0F-B663597DC144}"/>
                  </a:ext>
                </a:extLst>
              </p:cNvPr>
              <p:cNvSpPr/>
              <p:nvPr/>
            </p:nvSpPr>
            <p:spPr>
              <a:xfrm>
                <a:off x="4787852" y="1854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0" name="Freeform 27779">
                <a:extLst>
                  <a:ext uri="{FF2B5EF4-FFF2-40B4-BE49-F238E27FC236}">
                    <a16:creationId xmlns:a16="http://schemas.microsoft.com/office/drawing/2014/main" id="{75AAFBC0-763C-E83F-5145-CE1EBD340C86}"/>
                  </a:ext>
                </a:extLst>
              </p:cNvPr>
              <p:cNvSpPr/>
              <p:nvPr/>
            </p:nvSpPr>
            <p:spPr>
              <a:xfrm>
                <a:off x="4788348" y="2091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1" name="Freeform 27780">
                <a:extLst>
                  <a:ext uri="{FF2B5EF4-FFF2-40B4-BE49-F238E27FC236}">
                    <a16:creationId xmlns:a16="http://schemas.microsoft.com/office/drawing/2014/main" id="{BCF91C7F-8C6A-759E-75B0-F9122315108B}"/>
                  </a:ext>
                </a:extLst>
              </p:cNvPr>
              <p:cNvSpPr/>
              <p:nvPr/>
            </p:nvSpPr>
            <p:spPr>
              <a:xfrm>
                <a:off x="4788944" y="21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2" name="Freeform 27781">
                <a:extLst>
                  <a:ext uri="{FF2B5EF4-FFF2-40B4-BE49-F238E27FC236}">
                    <a16:creationId xmlns:a16="http://schemas.microsoft.com/office/drawing/2014/main" id="{9C362768-5C95-044B-23A6-78DBA8E22033}"/>
                  </a:ext>
                </a:extLst>
              </p:cNvPr>
              <p:cNvSpPr/>
              <p:nvPr/>
            </p:nvSpPr>
            <p:spPr>
              <a:xfrm>
                <a:off x="4789440" y="2119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3" name="Freeform 27782">
                <a:extLst>
                  <a:ext uri="{FF2B5EF4-FFF2-40B4-BE49-F238E27FC236}">
                    <a16:creationId xmlns:a16="http://schemas.microsoft.com/office/drawing/2014/main" id="{2DF71BCB-DD87-481F-06BD-E3F2645204AB}"/>
                  </a:ext>
                </a:extLst>
              </p:cNvPr>
              <p:cNvSpPr/>
              <p:nvPr/>
            </p:nvSpPr>
            <p:spPr>
              <a:xfrm>
                <a:off x="4789936" y="21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4" name="Freeform 27783">
                <a:extLst>
                  <a:ext uri="{FF2B5EF4-FFF2-40B4-BE49-F238E27FC236}">
                    <a16:creationId xmlns:a16="http://schemas.microsoft.com/office/drawing/2014/main" id="{4B0CE3CB-964C-EFE9-9903-658E968939E7}"/>
                  </a:ext>
                </a:extLst>
              </p:cNvPr>
              <p:cNvSpPr/>
              <p:nvPr/>
            </p:nvSpPr>
            <p:spPr>
              <a:xfrm>
                <a:off x="4790531" y="2123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5" name="Freeform 27784">
                <a:extLst>
                  <a:ext uri="{FF2B5EF4-FFF2-40B4-BE49-F238E27FC236}">
                    <a16:creationId xmlns:a16="http://schemas.microsoft.com/office/drawing/2014/main" id="{37FC7588-273C-2392-A2AC-FDADC126BEF2}"/>
                  </a:ext>
                </a:extLst>
              </p:cNvPr>
              <p:cNvSpPr/>
              <p:nvPr/>
            </p:nvSpPr>
            <p:spPr>
              <a:xfrm>
                <a:off x="4791027" y="2138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6" name="Freeform 27785">
                <a:extLst>
                  <a:ext uri="{FF2B5EF4-FFF2-40B4-BE49-F238E27FC236}">
                    <a16:creationId xmlns:a16="http://schemas.microsoft.com/office/drawing/2014/main" id="{58B6B4B5-B453-C829-1585-AEDF469A0AF7}"/>
                  </a:ext>
                </a:extLst>
              </p:cNvPr>
              <p:cNvSpPr/>
              <p:nvPr/>
            </p:nvSpPr>
            <p:spPr>
              <a:xfrm>
                <a:off x="4791523" y="2105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7" name="Freeform 27786">
                <a:extLst>
                  <a:ext uri="{FF2B5EF4-FFF2-40B4-BE49-F238E27FC236}">
                    <a16:creationId xmlns:a16="http://schemas.microsoft.com/office/drawing/2014/main" id="{8CA3E9BB-E0A3-43FB-FF51-48A36C728AC2}"/>
                  </a:ext>
                </a:extLst>
              </p:cNvPr>
              <p:cNvSpPr/>
              <p:nvPr/>
            </p:nvSpPr>
            <p:spPr>
              <a:xfrm>
                <a:off x="4792119" y="2082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8" name="Freeform 27787">
                <a:extLst>
                  <a:ext uri="{FF2B5EF4-FFF2-40B4-BE49-F238E27FC236}">
                    <a16:creationId xmlns:a16="http://schemas.microsoft.com/office/drawing/2014/main" id="{D8B4B08D-2C88-969D-5A51-2CE49EB8430E}"/>
                  </a:ext>
                </a:extLst>
              </p:cNvPr>
              <p:cNvSpPr/>
              <p:nvPr/>
            </p:nvSpPr>
            <p:spPr>
              <a:xfrm>
                <a:off x="4792615" y="1617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9" name="Freeform 27788">
                <a:extLst>
                  <a:ext uri="{FF2B5EF4-FFF2-40B4-BE49-F238E27FC236}">
                    <a16:creationId xmlns:a16="http://schemas.microsoft.com/office/drawing/2014/main" id="{BFF08451-389D-EE1D-0910-96E76939035E}"/>
                  </a:ext>
                </a:extLst>
              </p:cNvPr>
              <p:cNvSpPr/>
              <p:nvPr/>
            </p:nvSpPr>
            <p:spPr>
              <a:xfrm>
                <a:off x="4793111" y="1667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0" name="Freeform 27789">
                <a:extLst>
                  <a:ext uri="{FF2B5EF4-FFF2-40B4-BE49-F238E27FC236}">
                    <a16:creationId xmlns:a16="http://schemas.microsoft.com/office/drawing/2014/main" id="{4B62FFAE-D6EA-EF61-E3EE-461E8910AE15}"/>
                  </a:ext>
                </a:extLst>
              </p:cNvPr>
              <p:cNvSpPr/>
              <p:nvPr/>
            </p:nvSpPr>
            <p:spPr>
              <a:xfrm>
                <a:off x="4793706" y="1713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1" name="Freeform 27790">
                <a:extLst>
                  <a:ext uri="{FF2B5EF4-FFF2-40B4-BE49-F238E27FC236}">
                    <a16:creationId xmlns:a16="http://schemas.microsoft.com/office/drawing/2014/main" id="{D64DB5F2-042C-A103-C732-05BE267A58B1}"/>
                  </a:ext>
                </a:extLst>
              </p:cNvPr>
              <p:cNvSpPr/>
              <p:nvPr/>
            </p:nvSpPr>
            <p:spPr>
              <a:xfrm>
                <a:off x="4794202" y="1714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2" name="Freeform 27791">
                <a:extLst>
                  <a:ext uri="{FF2B5EF4-FFF2-40B4-BE49-F238E27FC236}">
                    <a16:creationId xmlns:a16="http://schemas.microsoft.com/office/drawing/2014/main" id="{7535CC32-3A19-5632-C9BC-B784DF4A4C08}"/>
                  </a:ext>
                </a:extLst>
              </p:cNvPr>
              <p:cNvSpPr/>
              <p:nvPr/>
            </p:nvSpPr>
            <p:spPr>
              <a:xfrm>
                <a:off x="4794698" y="1714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3" name="Freeform 27792">
                <a:extLst>
                  <a:ext uri="{FF2B5EF4-FFF2-40B4-BE49-F238E27FC236}">
                    <a16:creationId xmlns:a16="http://schemas.microsoft.com/office/drawing/2014/main" id="{69DF5335-FA69-7E42-04FA-CA5D2A0D1F6C}"/>
                  </a:ext>
                </a:extLst>
              </p:cNvPr>
              <p:cNvSpPr/>
              <p:nvPr/>
            </p:nvSpPr>
            <p:spPr>
              <a:xfrm>
                <a:off x="4795195" y="1679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4" name="Freeform 27793">
                <a:extLst>
                  <a:ext uri="{FF2B5EF4-FFF2-40B4-BE49-F238E27FC236}">
                    <a16:creationId xmlns:a16="http://schemas.microsoft.com/office/drawing/2014/main" id="{FE5745C3-1CB4-8CD6-983D-D53158B521A5}"/>
                  </a:ext>
                </a:extLst>
              </p:cNvPr>
              <p:cNvSpPr/>
              <p:nvPr/>
            </p:nvSpPr>
            <p:spPr>
              <a:xfrm>
                <a:off x="4795790" y="1848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5" name="Freeform 27794">
                <a:extLst>
                  <a:ext uri="{FF2B5EF4-FFF2-40B4-BE49-F238E27FC236}">
                    <a16:creationId xmlns:a16="http://schemas.microsoft.com/office/drawing/2014/main" id="{CD8CF23D-BFE4-F5FC-79F0-99B755BA94DA}"/>
                  </a:ext>
                </a:extLst>
              </p:cNvPr>
              <p:cNvSpPr/>
              <p:nvPr/>
            </p:nvSpPr>
            <p:spPr>
              <a:xfrm>
                <a:off x="4796286" y="2017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6" name="Freeform 27795">
                <a:extLst>
                  <a:ext uri="{FF2B5EF4-FFF2-40B4-BE49-F238E27FC236}">
                    <a16:creationId xmlns:a16="http://schemas.microsoft.com/office/drawing/2014/main" id="{E9023345-EC4C-09D9-86C1-B1DD6E3791D7}"/>
                  </a:ext>
                </a:extLst>
              </p:cNvPr>
              <p:cNvSpPr/>
              <p:nvPr/>
            </p:nvSpPr>
            <p:spPr>
              <a:xfrm>
                <a:off x="4796782" y="2023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7" name="Freeform 27796">
                <a:extLst>
                  <a:ext uri="{FF2B5EF4-FFF2-40B4-BE49-F238E27FC236}">
                    <a16:creationId xmlns:a16="http://schemas.microsoft.com/office/drawing/2014/main" id="{6AE401F2-950F-136A-8958-07443E5801B1}"/>
                  </a:ext>
                </a:extLst>
              </p:cNvPr>
              <p:cNvSpPr/>
              <p:nvPr/>
            </p:nvSpPr>
            <p:spPr>
              <a:xfrm>
                <a:off x="4797377" y="200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8" name="Freeform 27797">
                <a:extLst>
                  <a:ext uri="{FF2B5EF4-FFF2-40B4-BE49-F238E27FC236}">
                    <a16:creationId xmlns:a16="http://schemas.microsoft.com/office/drawing/2014/main" id="{74728D5F-8860-55A5-678A-6856D9CD6EE6}"/>
                  </a:ext>
                </a:extLst>
              </p:cNvPr>
              <p:cNvSpPr/>
              <p:nvPr/>
            </p:nvSpPr>
            <p:spPr>
              <a:xfrm>
                <a:off x="4797873" y="202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9" name="Freeform 27798">
                <a:extLst>
                  <a:ext uri="{FF2B5EF4-FFF2-40B4-BE49-F238E27FC236}">
                    <a16:creationId xmlns:a16="http://schemas.microsoft.com/office/drawing/2014/main" id="{30C6FE38-05A0-A7A7-64AA-083D310442A2}"/>
                  </a:ext>
                </a:extLst>
              </p:cNvPr>
              <p:cNvSpPr/>
              <p:nvPr/>
            </p:nvSpPr>
            <p:spPr>
              <a:xfrm>
                <a:off x="4798370" y="19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0" name="Freeform 27799">
                <a:extLst>
                  <a:ext uri="{FF2B5EF4-FFF2-40B4-BE49-F238E27FC236}">
                    <a16:creationId xmlns:a16="http://schemas.microsoft.com/office/drawing/2014/main" id="{BAFA2436-657A-B32D-89B8-9F994FA8B1F8}"/>
                  </a:ext>
                </a:extLst>
              </p:cNvPr>
              <p:cNvSpPr/>
              <p:nvPr/>
            </p:nvSpPr>
            <p:spPr>
              <a:xfrm>
                <a:off x="4798965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1" name="Freeform 27800">
                <a:extLst>
                  <a:ext uri="{FF2B5EF4-FFF2-40B4-BE49-F238E27FC236}">
                    <a16:creationId xmlns:a16="http://schemas.microsoft.com/office/drawing/2014/main" id="{CF2D1F15-32A7-685A-BAAC-4EC1FB8D71E7}"/>
                  </a:ext>
                </a:extLst>
              </p:cNvPr>
              <p:cNvSpPr/>
              <p:nvPr/>
            </p:nvSpPr>
            <p:spPr>
              <a:xfrm>
                <a:off x="4799461" y="201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2" name="Freeform 27801">
                <a:extLst>
                  <a:ext uri="{FF2B5EF4-FFF2-40B4-BE49-F238E27FC236}">
                    <a16:creationId xmlns:a16="http://schemas.microsoft.com/office/drawing/2014/main" id="{2C2A8709-7367-0768-78B4-8C40FF3F690C}"/>
                  </a:ext>
                </a:extLst>
              </p:cNvPr>
              <p:cNvSpPr/>
              <p:nvPr/>
            </p:nvSpPr>
            <p:spPr>
              <a:xfrm>
                <a:off x="4799957" y="2206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3" name="Freeform 27802">
                <a:extLst>
                  <a:ext uri="{FF2B5EF4-FFF2-40B4-BE49-F238E27FC236}">
                    <a16:creationId xmlns:a16="http://schemas.microsoft.com/office/drawing/2014/main" id="{9D348261-9D8C-60E8-7A45-64917D621E91}"/>
                  </a:ext>
                </a:extLst>
              </p:cNvPr>
              <p:cNvSpPr/>
              <p:nvPr/>
            </p:nvSpPr>
            <p:spPr>
              <a:xfrm>
                <a:off x="4800552" y="2372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4" name="Freeform 27803">
                <a:extLst>
                  <a:ext uri="{FF2B5EF4-FFF2-40B4-BE49-F238E27FC236}">
                    <a16:creationId xmlns:a16="http://schemas.microsoft.com/office/drawing/2014/main" id="{36706E8D-C137-2736-3B45-02B43D1F37E7}"/>
                  </a:ext>
                </a:extLst>
              </p:cNvPr>
              <p:cNvSpPr/>
              <p:nvPr/>
            </p:nvSpPr>
            <p:spPr>
              <a:xfrm>
                <a:off x="4801048" y="2379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5" name="Freeform 27804">
                <a:extLst>
                  <a:ext uri="{FF2B5EF4-FFF2-40B4-BE49-F238E27FC236}">
                    <a16:creationId xmlns:a16="http://schemas.microsoft.com/office/drawing/2014/main" id="{B2090D14-EC14-195A-D88A-2DEEA7428E8E}"/>
                  </a:ext>
                </a:extLst>
              </p:cNvPr>
              <p:cNvSpPr/>
              <p:nvPr/>
            </p:nvSpPr>
            <p:spPr>
              <a:xfrm>
                <a:off x="4801545" y="2379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6" name="Freeform 27805">
                <a:extLst>
                  <a:ext uri="{FF2B5EF4-FFF2-40B4-BE49-F238E27FC236}">
                    <a16:creationId xmlns:a16="http://schemas.microsoft.com/office/drawing/2014/main" id="{07EE6DA1-8036-844B-F3FA-28F6D596F917}"/>
                  </a:ext>
                </a:extLst>
              </p:cNvPr>
              <p:cNvSpPr/>
              <p:nvPr/>
            </p:nvSpPr>
            <p:spPr>
              <a:xfrm>
                <a:off x="4802140" y="2379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7" name="Freeform 27806">
                <a:extLst>
                  <a:ext uri="{FF2B5EF4-FFF2-40B4-BE49-F238E27FC236}">
                    <a16:creationId xmlns:a16="http://schemas.microsoft.com/office/drawing/2014/main" id="{D9058F23-E884-E468-35AC-B50A3360A11C}"/>
                  </a:ext>
                </a:extLst>
              </p:cNvPr>
              <p:cNvSpPr/>
              <p:nvPr/>
            </p:nvSpPr>
            <p:spPr>
              <a:xfrm>
                <a:off x="4802636" y="2378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8" name="Freeform 27807">
                <a:extLst>
                  <a:ext uri="{FF2B5EF4-FFF2-40B4-BE49-F238E27FC236}">
                    <a16:creationId xmlns:a16="http://schemas.microsoft.com/office/drawing/2014/main" id="{4CFBCE20-9CDD-AF30-536D-3786BC211AC3}"/>
                  </a:ext>
                </a:extLst>
              </p:cNvPr>
              <p:cNvSpPr/>
              <p:nvPr/>
            </p:nvSpPr>
            <p:spPr>
              <a:xfrm>
                <a:off x="4803132" y="2381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9" name="Freeform 27808">
                <a:extLst>
                  <a:ext uri="{FF2B5EF4-FFF2-40B4-BE49-F238E27FC236}">
                    <a16:creationId xmlns:a16="http://schemas.microsoft.com/office/drawing/2014/main" id="{E64FBB8F-8602-5D40-22B0-A1403A24135E}"/>
                  </a:ext>
                </a:extLst>
              </p:cNvPr>
              <p:cNvSpPr/>
              <p:nvPr/>
            </p:nvSpPr>
            <p:spPr>
              <a:xfrm>
                <a:off x="4803727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0" name="Freeform 27809">
                <a:extLst>
                  <a:ext uri="{FF2B5EF4-FFF2-40B4-BE49-F238E27FC236}">
                    <a16:creationId xmlns:a16="http://schemas.microsoft.com/office/drawing/2014/main" id="{8D916086-EB99-6050-FD17-892FEFD5AD6F}"/>
                  </a:ext>
                </a:extLst>
              </p:cNvPr>
              <p:cNvSpPr/>
              <p:nvPr/>
            </p:nvSpPr>
            <p:spPr>
              <a:xfrm>
                <a:off x="4804223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1" name="Freeform 27810">
                <a:extLst>
                  <a:ext uri="{FF2B5EF4-FFF2-40B4-BE49-F238E27FC236}">
                    <a16:creationId xmlns:a16="http://schemas.microsoft.com/office/drawing/2014/main" id="{5BC235B5-533E-ADC8-44D1-A31B1A424B1B}"/>
                  </a:ext>
                </a:extLst>
              </p:cNvPr>
              <p:cNvSpPr/>
              <p:nvPr/>
            </p:nvSpPr>
            <p:spPr>
              <a:xfrm>
                <a:off x="4804720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2" name="Freeform 27811">
                <a:extLst>
                  <a:ext uri="{FF2B5EF4-FFF2-40B4-BE49-F238E27FC236}">
                    <a16:creationId xmlns:a16="http://schemas.microsoft.com/office/drawing/2014/main" id="{AD1014D9-8D5D-17CA-2BB9-37131086A2B1}"/>
                  </a:ext>
                </a:extLst>
              </p:cNvPr>
              <p:cNvSpPr/>
              <p:nvPr/>
            </p:nvSpPr>
            <p:spPr>
              <a:xfrm>
                <a:off x="4805315" y="2208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3" name="Freeform 27812">
                <a:extLst>
                  <a:ext uri="{FF2B5EF4-FFF2-40B4-BE49-F238E27FC236}">
                    <a16:creationId xmlns:a16="http://schemas.microsoft.com/office/drawing/2014/main" id="{6F33CB4C-FA58-F52E-3809-004CF8975F9C}"/>
                  </a:ext>
                </a:extLst>
              </p:cNvPr>
              <p:cNvSpPr/>
              <p:nvPr/>
            </p:nvSpPr>
            <p:spPr>
              <a:xfrm>
                <a:off x="4805811" y="21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4" name="Freeform 27813">
                <a:extLst>
                  <a:ext uri="{FF2B5EF4-FFF2-40B4-BE49-F238E27FC236}">
                    <a16:creationId xmlns:a16="http://schemas.microsoft.com/office/drawing/2014/main" id="{D40A0520-0B5E-6B1B-E2B9-F53FE80D0946}"/>
                  </a:ext>
                </a:extLst>
              </p:cNvPr>
              <p:cNvSpPr/>
              <p:nvPr/>
            </p:nvSpPr>
            <p:spPr>
              <a:xfrm>
                <a:off x="4806307" y="1901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5" name="Freeform 27814">
                <a:extLst>
                  <a:ext uri="{FF2B5EF4-FFF2-40B4-BE49-F238E27FC236}">
                    <a16:creationId xmlns:a16="http://schemas.microsoft.com/office/drawing/2014/main" id="{04E954E6-B13D-00FE-91FE-2BED7CEE5ECF}"/>
                  </a:ext>
                </a:extLst>
              </p:cNvPr>
              <p:cNvSpPr/>
              <p:nvPr/>
            </p:nvSpPr>
            <p:spPr>
              <a:xfrm>
                <a:off x="4806902" y="1944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6" name="Freeform 27815">
                <a:extLst>
                  <a:ext uri="{FF2B5EF4-FFF2-40B4-BE49-F238E27FC236}">
                    <a16:creationId xmlns:a16="http://schemas.microsoft.com/office/drawing/2014/main" id="{41882BDC-9CA8-16D2-B5FD-A32A8BEB37F2}"/>
                  </a:ext>
                </a:extLst>
              </p:cNvPr>
              <p:cNvSpPr/>
              <p:nvPr/>
            </p:nvSpPr>
            <p:spPr>
              <a:xfrm>
                <a:off x="4807398" y="2019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7" name="Freeform 27816">
                <a:extLst>
                  <a:ext uri="{FF2B5EF4-FFF2-40B4-BE49-F238E27FC236}">
                    <a16:creationId xmlns:a16="http://schemas.microsoft.com/office/drawing/2014/main" id="{68E0474A-A004-B230-5689-191A30D9432E}"/>
                  </a:ext>
                </a:extLst>
              </p:cNvPr>
              <p:cNvSpPr/>
              <p:nvPr/>
            </p:nvSpPr>
            <p:spPr>
              <a:xfrm>
                <a:off x="4807895" y="1837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8" name="Freeform 27817">
                <a:extLst>
                  <a:ext uri="{FF2B5EF4-FFF2-40B4-BE49-F238E27FC236}">
                    <a16:creationId xmlns:a16="http://schemas.microsoft.com/office/drawing/2014/main" id="{A2838774-B2EA-570C-242C-F08589A8E5A1}"/>
                  </a:ext>
                </a:extLst>
              </p:cNvPr>
              <p:cNvSpPr/>
              <p:nvPr/>
            </p:nvSpPr>
            <p:spPr>
              <a:xfrm>
                <a:off x="4808391" y="1942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9" name="Freeform 27818">
                <a:extLst>
                  <a:ext uri="{FF2B5EF4-FFF2-40B4-BE49-F238E27FC236}">
                    <a16:creationId xmlns:a16="http://schemas.microsoft.com/office/drawing/2014/main" id="{E512EB7F-B0DA-1E3C-E6E5-74844D5E13EC}"/>
                  </a:ext>
                </a:extLst>
              </p:cNvPr>
              <p:cNvSpPr/>
              <p:nvPr/>
            </p:nvSpPr>
            <p:spPr>
              <a:xfrm>
                <a:off x="4808986" y="1881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0" name="Freeform 27819">
                <a:extLst>
                  <a:ext uri="{FF2B5EF4-FFF2-40B4-BE49-F238E27FC236}">
                    <a16:creationId xmlns:a16="http://schemas.microsoft.com/office/drawing/2014/main" id="{C866A1C2-95C4-D8D5-071B-F3CABE827CBA}"/>
                  </a:ext>
                </a:extLst>
              </p:cNvPr>
              <p:cNvSpPr/>
              <p:nvPr/>
            </p:nvSpPr>
            <p:spPr>
              <a:xfrm>
                <a:off x="4809482" y="18853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1" name="Freeform 27820">
                <a:extLst>
                  <a:ext uri="{FF2B5EF4-FFF2-40B4-BE49-F238E27FC236}">
                    <a16:creationId xmlns:a16="http://schemas.microsoft.com/office/drawing/2014/main" id="{369F0D9B-005F-B087-AAAA-77DBD237CCFC}"/>
                  </a:ext>
                </a:extLst>
              </p:cNvPr>
              <p:cNvSpPr/>
              <p:nvPr/>
            </p:nvSpPr>
            <p:spPr>
              <a:xfrm>
                <a:off x="4809978" y="18343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2" name="Freeform 27821">
                <a:extLst>
                  <a:ext uri="{FF2B5EF4-FFF2-40B4-BE49-F238E27FC236}">
                    <a16:creationId xmlns:a16="http://schemas.microsoft.com/office/drawing/2014/main" id="{9EDEE69C-3EB5-6DE7-9465-19B43C7A92A9}"/>
                  </a:ext>
                </a:extLst>
              </p:cNvPr>
              <p:cNvSpPr/>
              <p:nvPr/>
            </p:nvSpPr>
            <p:spPr>
              <a:xfrm>
                <a:off x="4810573" y="1866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3" name="Freeform 27822">
                <a:extLst>
                  <a:ext uri="{FF2B5EF4-FFF2-40B4-BE49-F238E27FC236}">
                    <a16:creationId xmlns:a16="http://schemas.microsoft.com/office/drawing/2014/main" id="{BCF1DBB6-D850-3CC4-552B-8E9B8F4F3D0D}"/>
                  </a:ext>
                </a:extLst>
              </p:cNvPr>
              <p:cNvSpPr/>
              <p:nvPr/>
            </p:nvSpPr>
            <p:spPr>
              <a:xfrm>
                <a:off x="4811070" y="1847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4" name="Freeform 27823">
                <a:extLst>
                  <a:ext uri="{FF2B5EF4-FFF2-40B4-BE49-F238E27FC236}">
                    <a16:creationId xmlns:a16="http://schemas.microsoft.com/office/drawing/2014/main" id="{5BBAABD2-13FA-732D-511D-E26BF823F1DB}"/>
                  </a:ext>
                </a:extLst>
              </p:cNvPr>
              <p:cNvSpPr/>
              <p:nvPr/>
            </p:nvSpPr>
            <p:spPr>
              <a:xfrm>
                <a:off x="4811566" y="1896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5" name="Freeform 27824">
                <a:extLst>
                  <a:ext uri="{FF2B5EF4-FFF2-40B4-BE49-F238E27FC236}">
                    <a16:creationId xmlns:a16="http://schemas.microsoft.com/office/drawing/2014/main" id="{30A1800E-3BE7-613D-D5C6-B94821E04E34}"/>
                  </a:ext>
                </a:extLst>
              </p:cNvPr>
              <p:cNvSpPr/>
              <p:nvPr/>
            </p:nvSpPr>
            <p:spPr>
              <a:xfrm>
                <a:off x="4812161" y="2019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6" name="Freeform 27825">
                <a:extLst>
                  <a:ext uri="{FF2B5EF4-FFF2-40B4-BE49-F238E27FC236}">
                    <a16:creationId xmlns:a16="http://schemas.microsoft.com/office/drawing/2014/main" id="{4012B078-E923-F53A-F411-D61EB07DC56E}"/>
                  </a:ext>
                </a:extLst>
              </p:cNvPr>
              <p:cNvSpPr/>
              <p:nvPr/>
            </p:nvSpPr>
            <p:spPr>
              <a:xfrm>
                <a:off x="4812657" y="2248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7" name="Freeform 27826">
                <a:extLst>
                  <a:ext uri="{FF2B5EF4-FFF2-40B4-BE49-F238E27FC236}">
                    <a16:creationId xmlns:a16="http://schemas.microsoft.com/office/drawing/2014/main" id="{35D6A5D2-5BD1-8D26-8B7D-6D9B90D4BC2E}"/>
                  </a:ext>
                </a:extLst>
              </p:cNvPr>
              <p:cNvSpPr/>
              <p:nvPr/>
            </p:nvSpPr>
            <p:spPr>
              <a:xfrm>
                <a:off x="4813153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8" name="Freeform 27827">
                <a:extLst>
                  <a:ext uri="{FF2B5EF4-FFF2-40B4-BE49-F238E27FC236}">
                    <a16:creationId xmlns:a16="http://schemas.microsoft.com/office/drawing/2014/main" id="{A7D59025-0959-30D9-F0EF-FABFB3A09838}"/>
                  </a:ext>
                </a:extLst>
              </p:cNvPr>
              <p:cNvSpPr/>
              <p:nvPr/>
            </p:nvSpPr>
            <p:spPr>
              <a:xfrm>
                <a:off x="4813748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9" name="Freeform 27828">
                <a:extLst>
                  <a:ext uri="{FF2B5EF4-FFF2-40B4-BE49-F238E27FC236}">
                    <a16:creationId xmlns:a16="http://schemas.microsoft.com/office/drawing/2014/main" id="{6DDE273A-542F-D8F0-B571-7B3E52BBD89D}"/>
                  </a:ext>
                </a:extLst>
              </p:cNvPr>
              <p:cNvSpPr/>
              <p:nvPr/>
            </p:nvSpPr>
            <p:spPr>
              <a:xfrm>
                <a:off x="4814245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0" name="Freeform 27829">
                <a:extLst>
                  <a:ext uri="{FF2B5EF4-FFF2-40B4-BE49-F238E27FC236}">
                    <a16:creationId xmlns:a16="http://schemas.microsoft.com/office/drawing/2014/main" id="{0447A057-A5AB-D06A-221A-E2FE66EF4B42}"/>
                  </a:ext>
                </a:extLst>
              </p:cNvPr>
              <p:cNvSpPr/>
              <p:nvPr/>
            </p:nvSpPr>
            <p:spPr>
              <a:xfrm>
                <a:off x="4814741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1" name="Freeform 27830">
                <a:extLst>
                  <a:ext uri="{FF2B5EF4-FFF2-40B4-BE49-F238E27FC236}">
                    <a16:creationId xmlns:a16="http://schemas.microsoft.com/office/drawing/2014/main" id="{507123E3-B4C8-56C9-72F8-CF6A0EAA400A}"/>
                  </a:ext>
                </a:extLst>
              </p:cNvPr>
              <p:cNvSpPr/>
              <p:nvPr/>
            </p:nvSpPr>
            <p:spPr>
              <a:xfrm>
                <a:off x="4815336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2" name="Freeform 27831">
                <a:extLst>
                  <a:ext uri="{FF2B5EF4-FFF2-40B4-BE49-F238E27FC236}">
                    <a16:creationId xmlns:a16="http://schemas.microsoft.com/office/drawing/2014/main" id="{DE0C02BA-90EF-368E-68EE-32898B035834}"/>
                  </a:ext>
                </a:extLst>
              </p:cNvPr>
              <p:cNvSpPr/>
              <p:nvPr/>
            </p:nvSpPr>
            <p:spPr>
              <a:xfrm>
                <a:off x="4815832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3" name="Freeform 27832">
                <a:extLst>
                  <a:ext uri="{FF2B5EF4-FFF2-40B4-BE49-F238E27FC236}">
                    <a16:creationId xmlns:a16="http://schemas.microsoft.com/office/drawing/2014/main" id="{3333D240-DC65-AD1E-E223-DDDC32FF186E}"/>
                  </a:ext>
                </a:extLst>
              </p:cNvPr>
              <p:cNvSpPr/>
              <p:nvPr/>
            </p:nvSpPr>
            <p:spPr>
              <a:xfrm>
                <a:off x="4816328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4" name="Freeform 27833">
                <a:extLst>
                  <a:ext uri="{FF2B5EF4-FFF2-40B4-BE49-F238E27FC236}">
                    <a16:creationId xmlns:a16="http://schemas.microsoft.com/office/drawing/2014/main" id="{469B0CD1-80D6-E4F6-6F44-283453B15819}"/>
                  </a:ext>
                </a:extLst>
              </p:cNvPr>
              <p:cNvSpPr/>
              <p:nvPr/>
            </p:nvSpPr>
            <p:spPr>
              <a:xfrm>
                <a:off x="4816923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5" name="Freeform 27834">
                <a:extLst>
                  <a:ext uri="{FF2B5EF4-FFF2-40B4-BE49-F238E27FC236}">
                    <a16:creationId xmlns:a16="http://schemas.microsoft.com/office/drawing/2014/main" id="{1889244F-2F05-C259-CB83-D65718BE98B3}"/>
                  </a:ext>
                </a:extLst>
              </p:cNvPr>
              <p:cNvSpPr/>
              <p:nvPr/>
            </p:nvSpPr>
            <p:spPr>
              <a:xfrm>
                <a:off x="4817420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6" name="Freeform 27835">
                <a:extLst>
                  <a:ext uri="{FF2B5EF4-FFF2-40B4-BE49-F238E27FC236}">
                    <a16:creationId xmlns:a16="http://schemas.microsoft.com/office/drawing/2014/main" id="{B9DF3973-59D0-EA5C-CFA2-B08AB1F5C3AA}"/>
                  </a:ext>
                </a:extLst>
              </p:cNvPr>
              <p:cNvSpPr/>
              <p:nvPr/>
            </p:nvSpPr>
            <p:spPr>
              <a:xfrm>
                <a:off x="4817916" y="2176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7" name="Freeform 27836">
                <a:extLst>
                  <a:ext uri="{FF2B5EF4-FFF2-40B4-BE49-F238E27FC236}">
                    <a16:creationId xmlns:a16="http://schemas.microsoft.com/office/drawing/2014/main" id="{A3CA0325-90CC-D0CE-84E2-E86B9AB69E9B}"/>
                  </a:ext>
                </a:extLst>
              </p:cNvPr>
              <p:cNvSpPr/>
              <p:nvPr/>
            </p:nvSpPr>
            <p:spPr>
              <a:xfrm>
                <a:off x="4818511" y="2014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8" name="Freeform 27837">
                <a:extLst>
                  <a:ext uri="{FF2B5EF4-FFF2-40B4-BE49-F238E27FC236}">
                    <a16:creationId xmlns:a16="http://schemas.microsoft.com/office/drawing/2014/main" id="{EB82C8B5-2ECB-6309-7E94-EA9C1E7FF575}"/>
                  </a:ext>
                </a:extLst>
              </p:cNvPr>
              <p:cNvSpPr/>
              <p:nvPr/>
            </p:nvSpPr>
            <p:spPr>
              <a:xfrm>
                <a:off x="4819007" y="1868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9" name="Freeform 27838">
                <a:extLst>
                  <a:ext uri="{FF2B5EF4-FFF2-40B4-BE49-F238E27FC236}">
                    <a16:creationId xmlns:a16="http://schemas.microsoft.com/office/drawing/2014/main" id="{773957A1-85E9-89DA-7BA6-BEA30024EF35}"/>
                  </a:ext>
                </a:extLst>
              </p:cNvPr>
              <p:cNvSpPr/>
              <p:nvPr/>
            </p:nvSpPr>
            <p:spPr>
              <a:xfrm>
                <a:off x="4819503" y="1890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0" name="Freeform 27839">
                <a:extLst>
                  <a:ext uri="{FF2B5EF4-FFF2-40B4-BE49-F238E27FC236}">
                    <a16:creationId xmlns:a16="http://schemas.microsoft.com/office/drawing/2014/main" id="{8A11797C-547C-0BEA-E4F7-F15B2E3C8C59}"/>
                  </a:ext>
                </a:extLst>
              </p:cNvPr>
              <p:cNvSpPr/>
              <p:nvPr/>
            </p:nvSpPr>
            <p:spPr>
              <a:xfrm>
                <a:off x="4819999" y="1964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1" name="Freeform 27840">
                <a:extLst>
                  <a:ext uri="{FF2B5EF4-FFF2-40B4-BE49-F238E27FC236}">
                    <a16:creationId xmlns:a16="http://schemas.microsoft.com/office/drawing/2014/main" id="{2BBA2F49-9007-2978-48AC-9EADCC7B5C03}"/>
                  </a:ext>
                </a:extLst>
              </p:cNvPr>
              <p:cNvSpPr/>
              <p:nvPr/>
            </p:nvSpPr>
            <p:spPr>
              <a:xfrm>
                <a:off x="4820595" y="1909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2" name="Freeform 27841">
                <a:extLst>
                  <a:ext uri="{FF2B5EF4-FFF2-40B4-BE49-F238E27FC236}">
                    <a16:creationId xmlns:a16="http://schemas.microsoft.com/office/drawing/2014/main" id="{61011DC0-5B16-AF49-79AF-43E08C5B85D9}"/>
                  </a:ext>
                </a:extLst>
              </p:cNvPr>
              <p:cNvSpPr/>
              <p:nvPr/>
            </p:nvSpPr>
            <p:spPr>
              <a:xfrm>
                <a:off x="4821091" y="1920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3" name="Freeform 27842">
                <a:extLst>
                  <a:ext uri="{FF2B5EF4-FFF2-40B4-BE49-F238E27FC236}">
                    <a16:creationId xmlns:a16="http://schemas.microsoft.com/office/drawing/2014/main" id="{3B655EBD-8CD6-8EC0-E1E1-A698F37D4C70}"/>
                  </a:ext>
                </a:extLst>
              </p:cNvPr>
              <p:cNvSpPr/>
              <p:nvPr/>
            </p:nvSpPr>
            <p:spPr>
              <a:xfrm>
                <a:off x="4821587" y="1957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4" name="Freeform 27843">
                <a:extLst>
                  <a:ext uri="{FF2B5EF4-FFF2-40B4-BE49-F238E27FC236}">
                    <a16:creationId xmlns:a16="http://schemas.microsoft.com/office/drawing/2014/main" id="{CF26ED73-66CB-DFAC-657D-245BDF8EAFA4}"/>
                  </a:ext>
                </a:extLst>
              </p:cNvPr>
              <p:cNvSpPr/>
              <p:nvPr/>
            </p:nvSpPr>
            <p:spPr>
              <a:xfrm>
                <a:off x="4822182" y="1935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5" name="Freeform 27844">
                <a:extLst>
                  <a:ext uri="{FF2B5EF4-FFF2-40B4-BE49-F238E27FC236}">
                    <a16:creationId xmlns:a16="http://schemas.microsoft.com/office/drawing/2014/main" id="{4D0631BF-00A6-990E-E895-C1758ED5E73F}"/>
                  </a:ext>
                </a:extLst>
              </p:cNvPr>
              <p:cNvSpPr/>
              <p:nvPr/>
            </p:nvSpPr>
            <p:spPr>
              <a:xfrm>
                <a:off x="4822678" y="1927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6" name="Freeform 27845">
                <a:extLst>
                  <a:ext uri="{FF2B5EF4-FFF2-40B4-BE49-F238E27FC236}">
                    <a16:creationId xmlns:a16="http://schemas.microsoft.com/office/drawing/2014/main" id="{603FEBAC-48BE-2217-DE26-EF297CB4EB67}"/>
                  </a:ext>
                </a:extLst>
              </p:cNvPr>
              <p:cNvSpPr/>
              <p:nvPr/>
            </p:nvSpPr>
            <p:spPr>
              <a:xfrm>
                <a:off x="4823174" y="1962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7" name="Freeform 27846">
                <a:extLst>
                  <a:ext uri="{FF2B5EF4-FFF2-40B4-BE49-F238E27FC236}">
                    <a16:creationId xmlns:a16="http://schemas.microsoft.com/office/drawing/2014/main" id="{1DA53D55-48E2-E379-3A76-461838A918D1}"/>
                  </a:ext>
                </a:extLst>
              </p:cNvPr>
              <p:cNvSpPr/>
              <p:nvPr/>
            </p:nvSpPr>
            <p:spPr>
              <a:xfrm>
                <a:off x="4823770" y="1981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8" name="Freeform 27847">
                <a:extLst>
                  <a:ext uri="{FF2B5EF4-FFF2-40B4-BE49-F238E27FC236}">
                    <a16:creationId xmlns:a16="http://schemas.microsoft.com/office/drawing/2014/main" id="{80021302-E1E3-27BE-9CF7-AC72954D93A8}"/>
                  </a:ext>
                </a:extLst>
              </p:cNvPr>
              <p:cNvSpPr/>
              <p:nvPr/>
            </p:nvSpPr>
            <p:spPr>
              <a:xfrm>
                <a:off x="4824266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9" name="Freeform 27848">
                <a:extLst>
                  <a:ext uri="{FF2B5EF4-FFF2-40B4-BE49-F238E27FC236}">
                    <a16:creationId xmlns:a16="http://schemas.microsoft.com/office/drawing/2014/main" id="{B5E2CE67-CF71-0A48-9D01-623599AF64FC}"/>
                  </a:ext>
                </a:extLst>
              </p:cNvPr>
              <p:cNvSpPr/>
              <p:nvPr/>
            </p:nvSpPr>
            <p:spPr>
              <a:xfrm>
                <a:off x="4824762" y="200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0" name="Freeform 27849">
                <a:extLst>
                  <a:ext uri="{FF2B5EF4-FFF2-40B4-BE49-F238E27FC236}">
                    <a16:creationId xmlns:a16="http://schemas.microsoft.com/office/drawing/2014/main" id="{1370F68E-846D-2456-88CF-A9C43C224C36}"/>
                  </a:ext>
                </a:extLst>
              </p:cNvPr>
              <p:cNvSpPr/>
              <p:nvPr/>
            </p:nvSpPr>
            <p:spPr>
              <a:xfrm>
                <a:off x="4825357" y="2314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1" name="Freeform 27850">
                <a:extLst>
                  <a:ext uri="{FF2B5EF4-FFF2-40B4-BE49-F238E27FC236}">
                    <a16:creationId xmlns:a16="http://schemas.microsoft.com/office/drawing/2014/main" id="{5ED81772-05C1-7200-4AF7-9DAC02EE3E7F}"/>
                  </a:ext>
                </a:extLst>
              </p:cNvPr>
              <p:cNvSpPr/>
              <p:nvPr/>
            </p:nvSpPr>
            <p:spPr>
              <a:xfrm>
                <a:off x="4825853" y="2390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2" name="Freeform 27851">
                <a:extLst>
                  <a:ext uri="{FF2B5EF4-FFF2-40B4-BE49-F238E27FC236}">
                    <a16:creationId xmlns:a16="http://schemas.microsoft.com/office/drawing/2014/main" id="{95BEC47E-EC0A-FFA8-29A1-9F52FDC5B58F}"/>
                  </a:ext>
                </a:extLst>
              </p:cNvPr>
              <p:cNvSpPr/>
              <p:nvPr/>
            </p:nvSpPr>
            <p:spPr>
              <a:xfrm>
                <a:off x="4826349" y="2395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3" name="Freeform 27852">
                <a:extLst>
                  <a:ext uri="{FF2B5EF4-FFF2-40B4-BE49-F238E27FC236}">
                    <a16:creationId xmlns:a16="http://schemas.microsoft.com/office/drawing/2014/main" id="{AA8060AA-2400-C58E-3293-3F2AE91D82E2}"/>
                  </a:ext>
                </a:extLst>
              </p:cNvPr>
              <p:cNvSpPr/>
              <p:nvPr/>
            </p:nvSpPr>
            <p:spPr>
              <a:xfrm>
                <a:off x="4826945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4" name="Freeform 27853">
                <a:extLst>
                  <a:ext uri="{FF2B5EF4-FFF2-40B4-BE49-F238E27FC236}">
                    <a16:creationId xmlns:a16="http://schemas.microsoft.com/office/drawing/2014/main" id="{B671E791-1942-6BD9-248F-65103150C500}"/>
                  </a:ext>
                </a:extLst>
              </p:cNvPr>
              <p:cNvSpPr/>
              <p:nvPr/>
            </p:nvSpPr>
            <p:spPr>
              <a:xfrm>
                <a:off x="4827441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5" name="Freeform 27854">
                <a:extLst>
                  <a:ext uri="{FF2B5EF4-FFF2-40B4-BE49-F238E27FC236}">
                    <a16:creationId xmlns:a16="http://schemas.microsoft.com/office/drawing/2014/main" id="{59EC83DA-5B09-519D-9BB8-DF7140FE1DE8}"/>
                  </a:ext>
                </a:extLst>
              </p:cNvPr>
              <p:cNvSpPr/>
              <p:nvPr/>
            </p:nvSpPr>
            <p:spPr>
              <a:xfrm>
                <a:off x="4827937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6" name="Freeform 27855">
                <a:extLst>
                  <a:ext uri="{FF2B5EF4-FFF2-40B4-BE49-F238E27FC236}">
                    <a16:creationId xmlns:a16="http://schemas.microsoft.com/office/drawing/2014/main" id="{F52DA887-A8EB-249E-DAC0-CF0C50D60D8A}"/>
                  </a:ext>
                </a:extLst>
              </p:cNvPr>
              <p:cNvSpPr/>
              <p:nvPr/>
            </p:nvSpPr>
            <p:spPr>
              <a:xfrm>
                <a:off x="4828532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7" name="Freeform 27856">
                <a:extLst>
                  <a:ext uri="{FF2B5EF4-FFF2-40B4-BE49-F238E27FC236}">
                    <a16:creationId xmlns:a16="http://schemas.microsoft.com/office/drawing/2014/main" id="{FE3B09D6-AA23-B7A5-ECDB-55047BFAC81D}"/>
                  </a:ext>
                </a:extLst>
              </p:cNvPr>
              <p:cNvSpPr/>
              <p:nvPr/>
            </p:nvSpPr>
            <p:spPr>
              <a:xfrm>
                <a:off x="4829028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8" name="Freeform 27857">
                <a:extLst>
                  <a:ext uri="{FF2B5EF4-FFF2-40B4-BE49-F238E27FC236}">
                    <a16:creationId xmlns:a16="http://schemas.microsoft.com/office/drawing/2014/main" id="{163D882B-DD7A-1F3D-8470-8438097FBD88}"/>
                  </a:ext>
                </a:extLst>
              </p:cNvPr>
              <p:cNvSpPr/>
              <p:nvPr/>
            </p:nvSpPr>
            <p:spPr>
              <a:xfrm>
                <a:off x="4829524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9" name="Freeform 27858">
                <a:extLst>
                  <a:ext uri="{FF2B5EF4-FFF2-40B4-BE49-F238E27FC236}">
                    <a16:creationId xmlns:a16="http://schemas.microsoft.com/office/drawing/2014/main" id="{4DD2F4F5-80C4-A726-949C-7713DA455904}"/>
                  </a:ext>
                </a:extLst>
              </p:cNvPr>
              <p:cNvSpPr/>
              <p:nvPr/>
            </p:nvSpPr>
            <p:spPr>
              <a:xfrm>
                <a:off x="4830120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0" name="Freeform 27859">
                <a:extLst>
                  <a:ext uri="{FF2B5EF4-FFF2-40B4-BE49-F238E27FC236}">
                    <a16:creationId xmlns:a16="http://schemas.microsoft.com/office/drawing/2014/main" id="{E26732CC-F7E7-877D-F5EB-78F4735C30C1}"/>
                  </a:ext>
                </a:extLst>
              </p:cNvPr>
              <p:cNvSpPr/>
              <p:nvPr/>
            </p:nvSpPr>
            <p:spPr>
              <a:xfrm>
                <a:off x="4830616" y="2294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1" name="Freeform 27860">
                <a:extLst>
                  <a:ext uri="{FF2B5EF4-FFF2-40B4-BE49-F238E27FC236}">
                    <a16:creationId xmlns:a16="http://schemas.microsoft.com/office/drawing/2014/main" id="{35606BDF-F91C-D0FA-A141-AD03D4EBD104}"/>
                  </a:ext>
                </a:extLst>
              </p:cNvPr>
              <p:cNvSpPr/>
              <p:nvPr/>
            </p:nvSpPr>
            <p:spPr>
              <a:xfrm>
                <a:off x="4831112" y="2118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2" name="Freeform 27861">
                <a:extLst>
                  <a:ext uri="{FF2B5EF4-FFF2-40B4-BE49-F238E27FC236}">
                    <a16:creationId xmlns:a16="http://schemas.microsoft.com/office/drawing/2014/main" id="{2C219234-F43A-3273-5F86-1A1D37C2653B}"/>
                  </a:ext>
                </a:extLst>
              </p:cNvPr>
              <p:cNvSpPr/>
              <p:nvPr/>
            </p:nvSpPr>
            <p:spPr>
              <a:xfrm>
                <a:off x="4831608" y="1967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3" name="Freeform 27862">
                <a:extLst>
                  <a:ext uri="{FF2B5EF4-FFF2-40B4-BE49-F238E27FC236}">
                    <a16:creationId xmlns:a16="http://schemas.microsoft.com/office/drawing/2014/main" id="{37C7C39C-7185-6A4B-0B2C-7734D7523E6F}"/>
                  </a:ext>
                </a:extLst>
              </p:cNvPr>
              <p:cNvSpPr/>
              <p:nvPr/>
            </p:nvSpPr>
            <p:spPr>
              <a:xfrm>
                <a:off x="4832203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4" name="Freeform 27863">
                <a:extLst>
                  <a:ext uri="{FF2B5EF4-FFF2-40B4-BE49-F238E27FC236}">
                    <a16:creationId xmlns:a16="http://schemas.microsoft.com/office/drawing/2014/main" id="{BA0013FA-2F99-432B-0F6B-8BB4DA8CCABE}"/>
                  </a:ext>
                </a:extLst>
              </p:cNvPr>
              <p:cNvSpPr/>
              <p:nvPr/>
            </p:nvSpPr>
            <p:spPr>
              <a:xfrm>
                <a:off x="4832699" y="2076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5" name="Freeform 27864">
                <a:extLst>
                  <a:ext uri="{FF2B5EF4-FFF2-40B4-BE49-F238E27FC236}">
                    <a16:creationId xmlns:a16="http://schemas.microsoft.com/office/drawing/2014/main" id="{15CFD4F6-0014-C09E-4BEC-3B713ED7B1C6}"/>
                  </a:ext>
                </a:extLst>
              </p:cNvPr>
              <p:cNvSpPr/>
              <p:nvPr/>
            </p:nvSpPr>
            <p:spPr>
              <a:xfrm>
                <a:off x="4833195" y="2029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6" name="Freeform 27865">
                <a:extLst>
                  <a:ext uri="{FF2B5EF4-FFF2-40B4-BE49-F238E27FC236}">
                    <a16:creationId xmlns:a16="http://schemas.microsoft.com/office/drawing/2014/main" id="{BF194E07-B6BF-905D-468E-21539C558B00}"/>
                  </a:ext>
                </a:extLst>
              </p:cNvPr>
              <p:cNvSpPr/>
              <p:nvPr/>
            </p:nvSpPr>
            <p:spPr>
              <a:xfrm>
                <a:off x="4833791" y="2098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7" name="Freeform 27866">
                <a:extLst>
                  <a:ext uri="{FF2B5EF4-FFF2-40B4-BE49-F238E27FC236}">
                    <a16:creationId xmlns:a16="http://schemas.microsoft.com/office/drawing/2014/main" id="{AA2288B9-ADCE-3066-5F43-18E2EF9F86A2}"/>
                  </a:ext>
                </a:extLst>
              </p:cNvPr>
              <p:cNvSpPr/>
              <p:nvPr/>
            </p:nvSpPr>
            <p:spPr>
              <a:xfrm>
                <a:off x="4834287" y="210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8" name="Freeform 27867">
                <a:extLst>
                  <a:ext uri="{FF2B5EF4-FFF2-40B4-BE49-F238E27FC236}">
                    <a16:creationId xmlns:a16="http://schemas.microsoft.com/office/drawing/2014/main" id="{49810E1A-F84E-CCA3-7BF2-5A3952DC56E3}"/>
                  </a:ext>
                </a:extLst>
              </p:cNvPr>
              <p:cNvSpPr/>
              <p:nvPr/>
            </p:nvSpPr>
            <p:spPr>
              <a:xfrm>
                <a:off x="4834783" y="208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9" name="Freeform 27868">
                <a:extLst>
                  <a:ext uri="{FF2B5EF4-FFF2-40B4-BE49-F238E27FC236}">
                    <a16:creationId xmlns:a16="http://schemas.microsoft.com/office/drawing/2014/main" id="{C8B95FA4-34CE-792B-9F5F-CB624D975AE0}"/>
                  </a:ext>
                </a:extLst>
              </p:cNvPr>
              <p:cNvSpPr/>
              <p:nvPr/>
            </p:nvSpPr>
            <p:spPr>
              <a:xfrm>
                <a:off x="4835378" y="2069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0" name="Freeform 27869">
                <a:extLst>
                  <a:ext uri="{FF2B5EF4-FFF2-40B4-BE49-F238E27FC236}">
                    <a16:creationId xmlns:a16="http://schemas.microsoft.com/office/drawing/2014/main" id="{A17FA201-F7DF-19E2-2D35-9D28FB4CD49E}"/>
                  </a:ext>
                </a:extLst>
              </p:cNvPr>
              <p:cNvSpPr/>
              <p:nvPr/>
            </p:nvSpPr>
            <p:spPr>
              <a:xfrm>
                <a:off x="4835874" y="2056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1" name="Freeform 27870">
                <a:extLst>
                  <a:ext uri="{FF2B5EF4-FFF2-40B4-BE49-F238E27FC236}">
                    <a16:creationId xmlns:a16="http://schemas.microsoft.com/office/drawing/2014/main" id="{161C5CC0-27A5-2F02-5B6D-2FB22F923811}"/>
                  </a:ext>
                </a:extLst>
              </p:cNvPr>
              <p:cNvSpPr/>
              <p:nvPr/>
            </p:nvSpPr>
            <p:spPr>
              <a:xfrm>
                <a:off x="4836370" y="2053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2" name="Freeform 27871">
                <a:extLst>
                  <a:ext uri="{FF2B5EF4-FFF2-40B4-BE49-F238E27FC236}">
                    <a16:creationId xmlns:a16="http://schemas.microsoft.com/office/drawing/2014/main" id="{36D301E1-8093-58A8-A2FB-2963FB928974}"/>
                  </a:ext>
                </a:extLst>
              </p:cNvPr>
              <p:cNvSpPr/>
              <p:nvPr/>
            </p:nvSpPr>
            <p:spPr>
              <a:xfrm>
                <a:off x="4836966" y="2050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3" name="Freeform 27872">
                <a:extLst>
                  <a:ext uri="{FF2B5EF4-FFF2-40B4-BE49-F238E27FC236}">
                    <a16:creationId xmlns:a16="http://schemas.microsoft.com/office/drawing/2014/main" id="{65E4D50A-8C15-0276-488F-0D0CAE9E9FED}"/>
                  </a:ext>
                </a:extLst>
              </p:cNvPr>
              <p:cNvSpPr/>
              <p:nvPr/>
            </p:nvSpPr>
            <p:spPr>
              <a:xfrm>
                <a:off x="4837462" y="2048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4" name="Freeform 27873">
                <a:extLst>
                  <a:ext uri="{FF2B5EF4-FFF2-40B4-BE49-F238E27FC236}">
                    <a16:creationId xmlns:a16="http://schemas.microsoft.com/office/drawing/2014/main" id="{6F384B2F-7B3F-AF0E-29C1-5E5207521E58}"/>
                  </a:ext>
                </a:extLst>
              </p:cNvPr>
              <p:cNvSpPr/>
              <p:nvPr/>
            </p:nvSpPr>
            <p:spPr>
              <a:xfrm>
                <a:off x="4837958" y="2305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5" name="Freeform 27874">
                <a:extLst>
                  <a:ext uri="{FF2B5EF4-FFF2-40B4-BE49-F238E27FC236}">
                    <a16:creationId xmlns:a16="http://schemas.microsoft.com/office/drawing/2014/main" id="{3BEB6320-6D15-5657-386D-0F3A390E1415}"/>
                  </a:ext>
                </a:extLst>
              </p:cNvPr>
              <p:cNvSpPr/>
              <p:nvPr/>
            </p:nvSpPr>
            <p:spPr>
              <a:xfrm>
                <a:off x="4838553" y="2386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6" name="Freeform 27875">
                <a:extLst>
                  <a:ext uri="{FF2B5EF4-FFF2-40B4-BE49-F238E27FC236}">
                    <a16:creationId xmlns:a16="http://schemas.microsoft.com/office/drawing/2014/main" id="{4F3EDBD5-FF50-B037-0482-478A0E4828A4}"/>
                  </a:ext>
                </a:extLst>
              </p:cNvPr>
              <p:cNvSpPr/>
              <p:nvPr/>
            </p:nvSpPr>
            <p:spPr>
              <a:xfrm>
                <a:off x="4839049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7" name="Freeform 27876">
                <a:extLst>
                  <a:ext uri="{FF2B5EF4-FFF2-40B4-BE49-F238E27FC236}">
                    <a16:creationId xmlns:a16="http://schemas.microsoft.com/office/drawing/2014/main" id="{416CF24D-14F9-BF0E-5B04-7811E870C15F}"/>
                  </a:ext>
                </a:extLst>
              </p:cNvPr>
              <p:cNvSpPr/>
              <p:nvPr/>
            </p:nvSpPr>
            <p:spPr>
              <a:xfrm>
                <a:off x="4839545" y="2395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8" name="Freeform 27877">
                <a:extLst>
                  <a:ext uri="{FF2B5EF4-FFF2-40B4-BE49-F238E27FC236}">
                    <a16:creationId xmlns:a16="http://schemas.microsoft.com/office/drawing/2014/main" id="{3CF0DD4E-232A-7E63-209A-7B9329178D5D}"/>
                  </a:ext>
                </a:extLst>
              </p:cNvPr>
              <p:cNvSpPr/>
              <p:nvPr/>
            </p:nvSpPr>
            <p:spPr>
              <a:xfrm>
                <a:off x="4840141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9" name="Freeform 27878">
                <a:extLst>
                  <a:ext uri="{FF2B5EF4-FFF2-40B4-BE49-F238E27FC236}">
                    <a16:creationId xmlns:a16="http://schemas.microsoft.com/office/drawing/2014/main" id="{347D1D56-153D-D9A4-49B6-3AEBAECE3D5D}"/>
                  </a:ext>
                </a:extLst>
              </p:cNvPr>
              <p:cNvSpPr/>
              <p:nvPr/>
            </p:nvSpPr>
            <p:spPr>
              <a:xfrm>
                <a:off x="4840637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0" name="Freeform 27879">
                <a:extLst>
                  <a:ext uri="{FF2B5EF4-FFF2-40B4-BE49-F238E27FC236}">
                    <a16:creationId xmlns:a16="http://schemas.microsoft.com/office/drawing/2014/main" id="{A90A8962-49BC-0640-575B-C94F84216BAC}"/>
                  </a:ext>
                </a:extLst>
              </p:cNvPr>
              <p:cNvSpPr/>
              <p:nvPr/>
            </p:nvSpPr>
            <p:spPr>
              <a:xfrm>
                <a:off x="4841133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1" name="Freeform 27880">
                <a:extLst>
                  <a:ext uri="{FF2B5EF4-FFF2-40B4-BE49-F238E27FC236}">
                    <a16:creationId xmlns:a16="http://schemas.microsoft.com/office/drawing/2014/main" id="{DB009DBB-46CF-F557-0F56-C0D88CDE932E}"/>
                  </a:ext>
                </a:extLst>
              </p:cNvPr>
              <p:cNvSpPr/>
              <p:nvPr/>
            </p:nvSpPr>
            <p:spPr>
              <a:xfrm>
                <a:off x="4841728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2" name="Freeform 27881">
                <a:extLst>
                  <a:ext uri="{FF2B5EF4-FFF2-40B4-BE49-F238E27FC236}">
                    <a16:creationId xmlns:a16="http://schemas.microsoft.com/office/drawing/2014/main" id="{63786941-89C6-ED27-C754-9B5D09B43609}"/>
                  </a:ext>
                </a:extLst>
              </p:cNvPr>
              <p:cNvSpPr/>
              <p:nvPr/>
            </p:nvSpPr>
            <p:spPr>
              <a:xfrm>
                <a:off x="4842224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3" name="Freeform 27882">
                <a:extLst>
                  <a:ext uri="{FF2B5EF4-FFF2-40B4-BE49-F238E27FC236}">
                    <a16:creationId xmlns:a16="http://schemas.microsoft.com/office/drawing/2014/main" id="{0CD14D2B-55B8-49F4-DC9A-771A00DA1D65}"/>
                  </a:ext>
                </a:extLst>
              </p:cNvPr>
              <p:cNvSpPr/>
              <p:nvPr/>
            </p:nvSpPr>
            <p:spPr>
              <a:xfrm>
                <a:off x="4842720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4" name="Freeform 27883">
                <a:extLst>
                  <a:ext uri="{FF2B5EF4-FFF2-40B4-BE49-F238E27FC236}">
                    <a16:creationId xmlns:a16="http://schemas.microsoft.com/office/drawing/2014/main" id="{C53B0771-9000-7961-A077-75AC054B49FC}"/>
                  </a:ext>
                </a:extLst>
              </p:cNvPr>
              <p:cNvSpPr/>
              <p:nvPr/>
            </p:nvSpPr>
            <p:spPr>
              <a:xfrm>
                <a:off x="4843316" y="2152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5" name="Freeform 27884">
                <a:extLst>
                  <a:ext uri="{FF2B5EF4-FFF2-40B4-BE49-F238E27FC236}">
                    <a16:creationId xmlns:a16="http://schemas.microsoft.com/office/drawing/2014/main" id="{2CBFD791-67B1-DA09-C824-97F96CE1AA03}"/>
                  </a:ext>
                </a:extLst>
              </p:cNvPr>
              <p:cNvSpPr/>
              <p:nvPr/>
            </p:nvSpPr>
            <p:spPr>
              <a:xfrm>
                <a:off x="4843812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6" name="Freeform 27885">
                <a:extLst>
                  <a:ext uri="{FF2B5EF4-FFF2-40B4-BE49-F238E27FC236}">
                    <a16:creationId xmlns:a16="http://schemas.microsoft.com/office/drawing/2014/main" id="{EE6B89C7-EEB5-DF00-E2A4-D5D296FC163D}"/>
                  </a:ext>
                </a:extLst>
              </p:cNvPr>
              <p:cNvSpPr/>
              <p:nvPr/>
            </p:nvSpPr>
            <p:spPr>
              <a:xfrm>
                <a:off x="4844308" y="1835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7" name="Freeform 27886">
                <a:extLst>
                  <a:ext uri="{FF2B5EF4-FFF2-40B4-BE49-F238E27FC236}">
                    <a16:creationId xmlns:a16="http://schemas.microsoft.com/office/drawing/2014/main" id="{A9C97051-E327-2901-D453-142C035EA98D}"/>
                  </a:ext>
                </a:extLst>
              </p:cNvPr>
              <p:cNvSpPr/>
              <p:nvPr/>
            </p:nvSpPr>
            <p:spPr>
              <a:xfrm>
                <a:off x="4844804" y="1840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8" name="Freeform 27887">
                <a:extLst>
                  <a:ext uri="{FF2B5EF4-FFF2-40B4-BE49-F238E27FC236}">
                    <a16:creationId xmlns:a16="http://schemas.microsoft.com/office/drawing/2014/main" id="{1992E886-E8F6-C963-078F-E466CF5F50A0}"/>
                  </a:ext>
                </a:extLst>
              </p:cNvPr>
              <p:cNvSpPr/>
              <p:nvPr/>
            </p:nvSpPr>
            <p:spPr>
              <a:xfrm>
                <a:off x="4845399" y="1978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9" name="Freeform 27888">
                <a:extLst>
                  <a:ext uri="{FF2B5EF4-FFF2-40B4-BE49-F238E27FC236}">
                    <a16:creationId xmlns:a16="http://schemas.microsoft.com/office/drawing/2014/main" id="{E05C9E49-B33C-9E3B-80F1-F123C454E5E3}"/>
                  </a:ext>
                </a:extLst>
              </p:cNvPr>
              <p:cNvSpPr/>
              <p:nvPr/>
            </p:nvSpPr>
            <p:spPr>
              <a:xfrm>
                <a:off x="4845895" y="1671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0" name="Freeform 27889">
                <a:extLst>
                  <a:ext uri="{FF2B5EF4-FFF2-40B4-BE49-F238E27FC236}">
                    <a16:creationId xmlns:a16="http://schemas.microsoft.com/office/drawing/2014/main" id="{FDF79817-1A80-0084-B04E-7EEE2D90A4BA}"/>
                  </a:ext>
                </a:extLst>
              </p:cNvPr>
              <p:cNvSpPr/>
              <p:nvPr/>
            </p:nvSpPr>
            <p:spPr>
              <a:xfrm>
                <a:off x="4846391" y="1844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1" name="Freeform 27890">
                <a:extLst>
                  <a:ext uri="{FF2B5EF4-FFF2-40B4-BE49-F238E27FC236}">
                    <a16:creationId xmlns:a16="http://schemas.microsoft.com/office/drawing/2014/main" id="{DE6AC4AE-B16B-6E6E-80F8-5EC45C851DAF}"/>
                  </a:ext>
                </a:extLst>
              </p:cNvPr>
              <p:cNvSpPr/>
              <p:nvPr/>
            </p:nvSpPr>
            <p:spPr>
              <a:xfrm>
                <a:off x="4846987" y="1936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2" name="Freeform 27891">
                <a:extLst>
                  <a:ext uri="{FF2B5EF4-FFF2-40B4-BE49-F238E27FC236}">
                    <a16:creationId xmlns:a16="http://schemas.microsoft.com/office/drawing/2014/main" id="{3F27510B-AAC6-9623-C1C9-BF4B491F2B84}"/>
                  </a:ext>
                </a:extLst>
              </p:cNvPr>
              <p:cNvSpPr/>
              <p:nvPr/>
            </p:nvSpPr>
            <p:spPr>
              <a:xfrm>
                <a:off x="4847483" y="1929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3" name="Freeform 27892">
                <a:extLst>
                  <a:ext uri="{FF2B5EF4-FFF2-40B4-BE49-F238E27FC236}">
                    <a16:creationId xmlns:a16="http://schemas.microsoft.com/office/drawing/2014/main" id="{DFF7A5AB-8C21-BFFE-65CF-49993A740228}"/>
                  </a:ext>
                </a:extLst>
              </p:cNvPr>
              <p:cNvSpPr/>
              <p:nvPr/>
            </p:nvSpPr>
            <p:spPr>
              <a:xfrm>
                <a:off x="4847979" y="1899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4" name="Freeform 27893">
                <a:extLst>
                  <a:ext uri="{FF2B5EF4-FFF2-40B4-BE49-F238E27FC236}">
                    <a16:creationId xmlns:a16="http://schemas.microsoft.com/office/drawing/2014/main" id="{199F4443-32A6-C9A8-B8F9-47188F9DFEF5}"/>
                  </a:ext>
                </a:extLst>
              </p:cNvPr>
              <p:cNvSpPr/>
              <p:nvPr/>
            </p:nvSpPr>
            <p:spPr>
              <a:xfrm>
                <a:off x="4848574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5" name="Freeform 27894">
                <a:extLst>
                  <a:ext uri="{FF2B5EF4-FFF2-40B4-BE49-F238E27FC236}">
                    <a16:creationId xmlns:a16="http://schemas.microsoft.com/office/drawing/2014/main" id="{0D775E7B-3382-47EA-48A9-6BE08EC4CE85}"/>
                  </a:ext>
                </a:extLst>
              </p:cNvPr>
              <p:cNvSpPr/>
              <p:nvPr/>
            </p:nvSpPr>
            <p:spPr>
              <a:xfrm>
                <a:off x="4849070" y="1853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6" name="Freeform 27895">
                <a:extLst>
                  <a:ext uri="{FF2B5EF4-FFF2-40B4-BE49-F238E27FC236}">
                    <a16:creationId xmlns:a16="http://schemas.microsoft.com/office/drawing/2014/main" id="{91EABAF8-01BE-8208-680A-3642D12B8255}"/>
                  </a:ext>
                </a:extLst>
              </p:cNvPr>
              <p:cNvSpPr/>
              <p:nvPr/>
            </p:nvSpPr>
            <p:spPr>
              <a:xfrm>
                <a:off x="4849566" y="1877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7" name="Freeform 27896">
                <a:extLst>
                  <a:ext uri="{FF2B5EF4-FFF2-40B4-BE49-F238E27FC236}">
                    <a16:creationId xmlns:a16="http://schemas.microsoft.com/office/drawing/2014/main" id="{66697DB0-861C-D96D-1A1A-DA6726139007}"/>
                  </a:ext>
                </a:extLst>
              </p:cNvPr>
              <p:cNvSpPr/>
              <p:nvPr/>
            </p:nvSpPr>
            <p:spPr>
              <a:xfrm>
                <a:off x="4850162" y="193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8" name="Freeform 27897">
                <a:extLst>
                  <a:ext uri="{FF2B5EF4-FFF2-40B4-BE49-F238E27FC236}">
                    <a16:creationId xmlns:a16="http://schemas.microsoft.com/office/drawing/2014/main" id="{F545EFD2-63CE-CCD4-8CB2-59D3D2065CC5}"/>
                  </a:ext>
                </a:extLst>
              </p:cNvPr>
              <p:cNvSpPr/>
              <p:nvPr/>
            </p:nvSpPr>
            <p:spPr>
              <a:xfrm>
                <a:off x="4850658" y="2040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9" name="Freeform 27898">
                <a:extLst>
                  <a:ext uri="{FF2B5EF4-FFF2-40B4-BE49-F238E27FC236}">
                    <a16:creationId xmlns:a16="http://schemas.microsoft.com/office/drawing/2014/main" id="{83F56FB4-0760-D482-1403-8852E5B194E3}"/>
                  </a:ext>
                </a:extLst>
              </p:cNvPr>
              <p:cNvSpPr/>
              <p:nvPr/>
            </p:nvSpPr>
            <p:spPr>
              <a:xfrm>
                <a:off x="4851154" y="2319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0" name="Freeform 27899">
                <a:extLst>
                  <a:ext uri="{FF2B5EF4-FFF2-40B4-BE49-F238E27FC236}">
                    <a16:creationId xmlns:a16="http://schemas.microsoft.com/office/drawing/2014/main" id="{2D1E5E76-6603-C002-88AB-0BA324ED615F}"/>
                  </a:ext>
                </a:extLst>
              </p:cNvPr>
              <p:cNvSpPr/>
              <p:nvPr/>
            </p:nvSpPr>
            <p:spPr>
              <a:xfrm>
                <a:off x="4851749" y="2343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1" name="Freeform 27900">
                <a:extLst>
                  <a:ext uri="{FF2B5EF4-FFF2-40B4-BE49-F238E27FC236}">
                    <a16:creationId xmlns:a16="http://schemas.microsoft.com/office/drawing/2014/main" id="{0CE49383-9931-2CF4-2B14-CE728FC6DE34}"/>
                  </a:ext>
                </a:extLst>
              </p:cNvPr>
              <p:cNvSpPr/>
              <p:nvPr/>
            </p:nvSpPr>
            <p:spPr>
              <a:xfrm>
                <a:off x="4852245" y="2336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2" name="Freeform 27901">
                <a:extLst>
                  <a:ext uri="{FF2B5EF4-FFF2-40B4-BE49-F238E27FC236}">
                    <a16:creationId xmlns:a16="http://schemas.microsoft.com/office/drawing/2014/main" id="{93644673-92B6-31CF-35EC-CDAF582B39CD}"/>
                  </a:ext>
                </a:extLst>
              </p:cNvPr>
              <p:cNvSpPr/>
              <p:nvPr/>
            </p:nvSpPr>
            <p:spPr>
              <a:xfrm>
                <a:off x="4852741" y="2335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3" name="Freeform 27902">
                <a:extLst>
                  <a:ext uri="{FF2B5EF4-FFF2-40B4-BE49-F238E27FC236}">
                    <a16:creationId xmlns:a16="http://schemas.microsoft.com/office/drawing/2014/main" id="{11A84D06-2302-B464-8B04-89A55EEC6F2E}"/>
                  </a:ext>
                </a:extLst>
              </p:cNvPr>
              <p:cNvSpPr/>
              <p:nvPr/>
            </p:nvSpPr>
            <p:spPr>
              <a:xfrm>
                <a:off x="4853337" y="2335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4" name="Freeform 27903">
                <a:extLst>
                  <a:ext uri="{FF2B5EF4-FFF2-40B4-BE49-F238E27FC236}">
                    <a16:creationId xmlns:a16="http://schemas.microsoft.com/office/drawing/2014/main" id="{421E06EF-1E67-A2E6-28D0-8D5A3589A10C}"/>
                  </a:ext>
                </a:extLst>
              </p:cNvPr>
              <p:cNvSpPr/>
              <p:nvPr/>
            </p:nvSpPr>
            <p:spPr>
              <a:xfrm>
                <a:off x="4853833" y="2334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5" name="Freeform 27904">
                <a:extLst>
                  <a:ext uri="{FF2B5EF4-FFF2-40B4-BE49-F238E27FC236}">
                    <a16:creationId xmlns:a16="http://schemas.microsoft.com/office/drawing/2014/main" id="{12EFA889-135E-70B5-CE80-4A0DD39E7F15}"/>
                  </a:ext>
                </a:extLst>
              </p:cNvPr>
              <p:cNvSpPr/>
              <p:nvPr/>
            </p:nvSpPr>
            <p:spPr>
              <a:xfrm>
                <a:off x="4854329" y="2335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6" name="Freeform 27905">
                <a:extLst>
                  <a:ext uri="{FF2B5EF4-FFF2-40B4-BE49-F238E27FC236}">
                    <a16:creationId xmlns:a16="http://schemas.microsoft.com/office/drawing/2014/main" id="{6341DE71-FF67-4BDA-DED6-1B049318168A}"/>
                  </a:ext>
                </a:extLst>
              </p:cNvPr>
              <p:cNvSpPr/>
              <p:nvPr/>
            </p:nvSpPr>
            <p:spPr>
              <a:xfrm>
                <a:off x="4854924" y="2339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7" name="Freeform 27906">
                <a:extLst>
                  <a:ext uri="{FF2B5EF4-FFF2-40B4-BE49-F238E27FC236}">
                    <a16:creationId xmlns:a16="http://schemas.microsoft.com/office/drawing/2014/main" id="{80A3EA04-B0C0-EC7B-F8D5-91753CCBB95C}"/>
                  </a:ext>
                </a:extLst>
              </p:cNvPr>
              <p:cNvSpPr/>
              <p:nvPr/>
            </p:nvSpPr>
            <p:spPr>
              <a:xfrm>
                <a:off x="4855420" y="2331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8" name="Freeform 27907">
                <a:extLst>
                  <a:ext uri="{FF2B5EF4-FFF2-40B4-BE49-F238E27FC236}">
                    <a16:creationId xmlns:a16="http://schemas.microsoft.com/office/drawing/2014/main" id="{4B768823-59E8-9364-626F-08E74642B18C}"/>
                  </a:ext>
                </a:extLst>
              </p:cNvPr>
              <p:cNvSpPr/>
              <p:nvPr/>
            </p:nvSpPr>
            <p:spPr>
              <a:xfrm>
                <a:off x="4855916" y="207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9" name="Freeform 27908">
                <a:extLst>
                  <a:ext uri="{FF2B5EF4-FFF2-40B4-BE49-F238E27FC236}">
                    <a16:creationId xmlns:a16="http://schemas.microsoft.com/office/drawing/2014/main" id="{BAE7FC48-40F5-5492-D01A-9AF8F5F407FB}"/>
                  </a:ext>
                </a:extLst>
              </p:cNvPr>
              <p:cNvSpPr/>
              <p:nvPr/>
            </p:nvSpPr>
            <p:spPr>
              <a:xfrm>
                <a:off x="4856413" y="2035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0" name="Freeform 27909">
                <a:extLst>
                  <a:ext uri="{FF2B5EF4-FFF2-40B4-BE49-F238E27FC236}">
                    <a16:creationId xmlns:a16="http://schemas.microsoft.com/office/drawing/2014/main" id="{683C58C4-9BDB-4EBC-7BE2-140FDA30F16B}"/>
                  </a:ext>
                </a:extLst>
              </p:cNvPr>
              <p:cNvSpPr/>
              <p:nvPr/>
            </p:nvSpPr>
            <p:spPr>
              <a:xfrm>
                <a:off x="4857008" y="1899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1" name="Freeform 27910">
                <a:extLst>
                  <a:ext uri="{FF2B5EF4-FFF2-40B4-BE49-F238E27FC236}">
                    <a16:creationId xmlns:a16="http://schemas.microsoft.com/office/drawing/2014/main" id="{DB2B6334-692E-B9CF-0DCA-2FC6EB4319BB}"/>
                  </a:ext>
                </a:extLst>
              </p:cNvPr>
              <p:cNvSpPr/>
              <p:nvPr/>
            </p:nvSpPr>
            <p:spPr>
              <a:xfrm>
                <a:off x="4857504" y="1943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2" name="Freeform 27911">
                <a:extLst>
                  <a:ext uri="{FF2B5EF4-FFF2-40B4-BE49-F238E27FC236}">
                    <a16:creationId xmlns:a16="http://schemas.microsoft.com/office/drawing/2014/main" id="{2028C51A-12FE-F389-1565-FB8C3A0B7947}"/>
                  </a:ext>
                </a:extLst>
              </p:cNvPr>
              <p:cNvSpPr/>
              <p:nvPr/>
            </p:nvSpPr>
            <p:spPr>
              <a:xfrm>
                <a:off x="4858000" y="20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3" name="Freeform 27912">
                <a:extLst>
                  <a:ext uri="{FF2B5EF4-FFF2-40B4-BE49-F238E27FC236}">
                    <a16:creationId xmlns:a16="http://schemas.microsoft.com/office/drawing/2014/main" id="{F1D7F99A-6CCC-18F3-553E-F572D10A4E4F}"/>
                  </a:ext>
                </a:extLst>
              </p:cNvPr>
              <p:cNvSpPr/>
              <p:nvPr/>
            </p:nvSpPr>
            <p:spPr>
              <a:xfrm>
                <a:off x="4858595" y="196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4" name="Freeform 27913">
                <a:extLst>
                  <a:ext uri="{FF2B5EF4-FFF2-40B4-BE49-F238E27FC236}">
                    <a16:creationId xmlns:a16="http://schemas.microsoft.com/office/drawing/2014/main" id="{534369FF-D5C3-6705-A827-6F90D515B82D}"/>
                  </a:ext>
                </a:extLst>
              </p:cNvPr>
              <p:cNvSpPr/>
              <p:nvPr/>
            </p:nvSpPr>
            <p:spPr>
              <a:xfrm>
                <a:off x="4859091" y="202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5" name="Freeform 27914">
                <a:extLst>
                  <a:ext uri="{FF2B5EF4-FFF2-40B4-BE49-F238E27FC236}">
                    <a16:creationId xmlns:a16="http://schemas.microsoft.com/office/drawing/2014/main" id="{1BF8D305-9E80-C62E-1EE8-130350E73906}"/>
                  </a:ext>
                </a:extLst>
              </p:cNvPr>
              <p:cNvSpPr/>
              <p:nvPr/>
            </p:nvSpPr>
            <p:spPr>
              <a:xfrm>
                <a:off x="4859588" y="197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6" name="Freeform 27915">
                <a:extLst>
                  <a:ext uri="{FF2B5EF4-FFF2-40B4-BE49-F238E27FC236}">
                    <a16:creationId xmlns:a16="http://schemas.microsoft.com/office/drawing/2014/main" id="{62D88A96-868F-D365-D7A8-A5CA68B89193}"/>
                  </a:ext>
                </a:extLst>
              </p:cNvPr>
              <p:cNvSpPr/>
              <p:nvPr/>
            </p:nvSpPr>
            <p:spPr>
              <a:xfrm>
                <a:off x="4860183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7" name="Freeform 27916">
                <a:extLst>
                  <a:ext uri="{FF2B5EF4-FFF2-40B4-BE49-F238E27FC236}">
                    <a16:creationId xmlns:a16="http://schemas.microsoft.com/office/drawing/2014/main" id="{6586DAB5-37BD-9AF7-86BC-39A134C723C4}"/>
                  </a:ext>
                </a:extLst>
              </p:cNvPr>
              <p:cNvSpPr/>
              <p:nvPr/>
            </p:nvSpPr>
            <p:spPr>
              <a:xfrm>
                <a:off x="4860679" y="1942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8" name="Freeform 27917">
                <a:extLst>
                  <a:ext uri="{FF2B5EF4-FFF2-40B4-BE49-F238E27FC236}">
                    <a16:creationId xmlns:a16="http://schemas.microsoft.com/office/drawing/2014/main" id="{D18CADC4-180E-7030-5157-50CC28CD59B4}"/>
                  </a:ext>
                </a:extLst>
              </p:cNvPr>
              <p:cNvSpPr/>
              <p:nvPr/>
            </p:nvSpPr>
            <p:spPr>
              <a:xfrm>
                <a:off x="4861175" y="1952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9" name="Freeform 27918">
                <a:extLst>
                  <a:ext uri="{FF2B5EF4-FFF2-40B4-BE49-F238E27FC236}">
                    <a16:creationId xmlns:a16="http://schemas.microsoft.com/office/drawing/2014/main" id="{071E4D80-C14F-9BF0-E503-7956FC0FECF7}"/>
                  </a:ext>
                </a:extLst>
              </p:cNvPr>
              <p:cNvSpPr/>
              <p:nvPr/>
            </p:nvSpPr>
            <p:spPr>
              <a:xfrm>
                <a:off x="4861770" y="1958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0" name="Freeform 27919">
                <a:extLst>
                  <a:ext uri="{FF2B5EF4-FFF2-40B4-BE49-F238E27FC236}">
                    <a16:creationId xmlns:a16="http://schemas.microsoft.com/office/drawing/2014/main" id="{C1295EAD-2CD9-DAD0-EDF0-D9B51E414F10}"/>
                  </a:ext>
                </a:extLst>
              </p:cNvPr>
              <p:cNvSpPr/>
              <p:nvPr/>
            </p:nvSpPr>
            <p:spPr>
              <a:xfrm>
                <a:off x="4862266" y="1943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1" name="Freeform 27920">
                <a:extLst>
                  <a:ext uri="{FF2B5EF4-FFF2-40B4-BE49-F238E27FC236}">
                    <a16:creationId xmlns:a16="http://schemas.microsoft.com/office/drawing/2014/main" id="{3822D769-57B0-DBE7-5FCD-174993B570F1}"/>
                  </a:ext>
                </a:extLst>
              </p:cNvPr>
              <p:cNvSpPr/>
              <p:nvPr/>
            </p:nvSpPr>
            <p:spPr>
              <a:xfrm>
                <a:off x="4862763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2" name="Freeform 27921">
                <a:extLst>
                  <a:ext uri="{FF2B5EF4-FFF2-40B4-BE49-F238E27FC236}">
                    <a16:creationId xmlns:a16="http://schemas.microsoft.com/office/drawing/2014/main" id="{F5BC48FA-5AFD-BA1E-7C9B-B8E808819555}"/>
                  </a:ext>
                </a:extLst>
              </p:cNvPr>
              <p:cNvSpPr/>
              <p:nvPr/>
            </p:nvSpPr>
            <p:spPr>
              <a:xfrm>
                <a:off x="4863358" y="2312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3" name="Freeform 27922">
                <a:extLst>
                  <a:ext uri="{FF2B5EF4-FFF2-40B4-BE49-F238E27FC236}">
                    <a16:creationId xmlns:a16="http://schemas.microsoft.com/office/drawing/2014/main" id="{6D849FB5-2268-CE8C-36A7-AC716DF50A18}"/>
                  </a:ext>
                </a:extLst>
              </p:cNvPr>
              <p:cNvSpPr/>
              <p:nvPr/>
            </p:nvSpPr>
            <p:spPr>
              <a:xfrm>
                <a:off x="4863854" y="2370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4" name="Freeform 27923">
                <a:extLst>
                  <a:ext uri="{FF2B5EF4-FFF2-40B4-BE49-F238E27FC236}">
                    <a16:creationId xmlns:a16="http://schemas.microsoft.com/office/drawing/2014/main" id="{77D63AEA-DE7D-32AD-98C4-184F361F2E48}"/>
                  </a:ext>
                </a:extLst>
              </p:cNvPr>
              <p:cNvSpPr/>
              <p:nvPr/>
            </p:nvSpPr>
            <p:spPr>
              <a:xfrm>
                <a:off x="4864350" y="2375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5" name="Freeform 27924">
                <a:extLst>
                  <a:ext uri="{FF2B5EF4-FFF2-40B4-BE49-F238E27FC236}">
                    <a16:creationId xmlns:a16="http://schemas.microsoft.com/office/drawing/2014/main" id="{19A85ADB-7314-D4A9-A9BD-15BA3A852241}"/>
                  </a:ext>
                </a:extLst>
              </p:cNvPr>
              <p:cNvSpPr/>
              <p:nvPr/>
            </p:nvSpPr>
            <p:spPr>
              <a:xfrm>
                <a:off x="4864945" y="2375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6" name="Freeform 27925">
                <a:extLst>
                  <a:ext uri="{FF2B5EF4-FFF2-40B4-BE49-F238E27FC236}">
                    <a16:creationId xmlns:a16="http://schemas.microsoft.com/office/drawing/2014/main" id="{76F0AF9C-E95E-6ADA-2252-2D842AD3DD89}"/>
                  </a:ext>
                </a:extLst>
              </p:cNvPr>
              <p:cNvSpPr/>
              <p:nvPr/>
            </p:nvSpPr>
            <p:spPr>
              <a:xfrm>
                <a:off x="4865441" y="2376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7" name="Freeform 27926">
                <a:extLst>
                  <a:ext uri="{FF2B5EF4-FFF2-40B4-BE49-F238E27FC236}">
                    <a16:creationId xmlns:a16="http://schemas.microsoft.com/office/drawing/2014/main" id="{181631C6-90E4-9B92-6281-555995D919C4}"/>
                  </a:ext>
                </a:extLst>
              </p:cNvPr>
              <p:cNvSpPr/>
              <p:nvPr/>
            </p:nvSpPr>
            <p:spPr>
              <a:xfrm>
                <a:off x="4865938" y="2377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8" name="Freeform 27927">
                <a:extLst>
                  <a:ext uri="{FF2B5EF4-FFF2-40B4-BE49-F238E27FC236}">
                    <a16:creationId xmlns:a16="http://schemas.microsoft.com/office/drawing/2014/main" id="{7C48F4C2-188A-0F71-EE0B-A6EFAF757B7D}"/>
                  </a:ext>
                </a:extLst>
              </p:cNvPr>
              <p:cNvSpPr/>
              <p:nvPr/>
            </p:nvSpPr>
            <p:spPr>
              <a:xfrm>
                <a:off x="4866533" y="2381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9" name="Freeform 27928">
                <a:extLst>
                  <a:ext uri="{FF2B5EF4-FFF2-40B4-BE49-F238E27FC236}">
                    <a16:creationId xmlns:a16="http://schemas.microsoft.com/office/drawing/2014/main" id="{C3BA1847-3666-3CEF-D529-D8700130117E}"/>
                  </a:ext>
                </a:extLst>
              </p:cNvPr>
              <p:cNvSpPr/>
              <p:nvPr/>
            </p:nvSpPr>
            <p:spPr>
              <a:xfrm>
                <a:off x="4867029" y="2382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0" name="Freeform 27929">
                <a:extLst>
                  <a:ext uri="{FF2B5EF4-FFF2-40B4-BE49-F238E27FC236}">
                    <a16:creationId xmlns:a16="http://schemas.microsoft.com/office/drawing/2014/main" id="{8180EAE6-A658-B857-C6F2-BFB5222CB3E5}"/>
                  </a:ext>
                </a:extLst>
              </p:cNvPr>
              <p:cNvSpPr/>
              <p:nvPr/>
            </p:nvSpPr>
            <p:spPr>
              <a:xfrm>
                <a:off x="4867525" y="2383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1" name="Freeform 27930">
                <a:extLst>
                  <a:ext uri="{FF2B5EF4-FFF2-40B4-BE49-F238E27FC236}">
                    <a16:creationId xmlns:a16="http://schemas.microsoft.com/office/drawing/2014/main" id="{D3FC8600-D3D5-F079-5CF1-65FAA71E391F}"/>
                  </a:ext>
                </a:extLst>
              </p:cNvPr>
              <p:cNvSpPr/>
              <p:nvPr/>
            </p:nvSpPr>
            <p:spPr>
              <a:xfrm>
                <a:off x="4868021" y="2379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2" name="Freeform 27931">
                <a:extLst>
                  <a:ext uri="{FF2B5EF4-FFF2-40B4-BE49-F238E27FC236}">
                    <a16:creationId xmlns:a16="http://schemas.microsoft.com/office/drawing/2014/main" id="{D1582B61-189A-4316-E9A1-D0EA33CDDB16}"/>
                  </a:ext>
                </a:extLst>
              </p:cNvPr>
              <p:cNvSpPr/>
              <p:nvPr/>
            </p:nvSpPr>
            <p:spPr>
              <a:xfrm>
                <a:off x="4868616" y="2216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3" name="Freeform 27932">
                <a:extLst>
                  <a:ext uri="{FF2B5EF4-FFF2-40B4-BE49-F238E27FC236}">
                    <a16:creationId xmlns:a16="http://schemas.microsoft.com/office/drawing/2014/main" id="{24299996-016C-6963-ACB5-248A1929B247}"/>
                  </a:ext>
                </a:extLst>
              </p:cNvPr>
              <p:cNvSpPr/>
              <p:nvPr/>
            </p:nvSpPr>
            <p:spPr>
              <a:xfrm>
                <a:off x="4869113" y="2093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4" name="Freeform 27933">
                <a:extLst>
                  <a:ext uri="{FF2B5EF4-FFF2-40B4-BE49-F238E27FC236}">
                    <a16:creationId xmlns:a16="http://schemas.microsoft.com/office/drawing/2014/main" id="{4255E458-CD57-0889-7875-D73EC9EF9A2F}"/>
                  </a:ext>
                </a:extLst>
              </p:cNvPr>
              <p:cNvSpPr/>
              <p:nvPr/>
            </p:nvSpPr>
            <p:spPr>
              <a:xfrm>
                <a:off x="4869609" y="192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5" name="Freeform 27934">
                <a:extLst>
                  <a:ext uri="{FF2B5EF4-FFF2-40B4-BE49-F238E27FC236}">
                    <a16:creationId xmlns:a16="http://schemas.microsoft.com/office/drawing/2014/main" id="{44F513E6-2567-580F-84A8-330B148C27B7}"/>
                  </a:ext>
                </a:extLst>
              </p:cNvPr>
              <p:cNvSpPr/>
              <p:nvPr/>
            </p:nvSpPr>
            <p:spPr>
              <a:xfrm>
                <a:off x="4870204" y="1894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6" name="Freeform 27935">
                <a:extLst>
                  <a:ext uri="{FF2B5EF4-FFF2-40B4-BE49-F238E27FC236}">
                    <a16:creationId xmlns:a16="http://schemas.microsoft.com/office/drawing/2014/main" id="{3E6DF93C-56D2-F4C8-5A77-62961680B6B4}"/>
                  </a:ext>
                </a:extLst>
              </p:cNvPr>
              <p:cNvSpPr/>
              <p:nvPr/>
            </p:nvSpPr>
            <p:spPr>
              <a:xfrm>
                <a:off x="4870700" y="1969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7" name="Freeform 27936">
                <a:extLst>
                  <a:ext uri="{FF2B5EF4-FFF2-40B4-BE49-F238E27FC236}">
                    <a16:creationId xmlns:a16="http://schemas.microsoft.com/office/drawing/2014/main" id="{9B8A0C3B-2ECF-FC7A-52DA-BE608948131B}"/>
                  </a:ext>
                </a:extLst>
              </p:cNvPr>
              <p:cNvSpPr/>
              <p:nvPr/>
            </p:nvSpPr>
            <p:spPr>
              <a:xfrm>
                <a:off x="4871196" y="2007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8" name="Freeform 27937">
                <a:extLst>
                  <a:ext uri="{FF2B5EF4-FFF2-40B4-BE49-F238E27FC236}">
                    <a16:creationId xmlns:a16="http://schemas.microsoft.com/office/drawing/2014/main" id="{EB00CFE7-5DB0-3235-FFE7-B2B2F310FD33}"/>
                  </a:ext>
                </a:extLst>
              </p:cNvPr>
              <p:cNvSpPr/>
              <p:nvPr/>
            </p:nvSpPr>
            <p:spPr>
              <a:xfrm>
                <a:off x="4871791" y="2029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9" name="Freeform 27938">
                <a:extLst>
                  <a:ext uri="{FF2B5EF4-FFF2-40B4-BE49-F238E27FC236}">
                    <a16:creationId xmlns:a16="http://schemas.microsoft.com/office/drawing/2014/main" id="{CDA9A0EB-8200-1D95-DBF7-FCAC23591E96}"/>
                  </a:ext>
                </a:extLst>
              </p:cNvPr>
              <p:cNvSpPr/>
              <p:nvPr/>
            </p:nvSpPr>
            <p:spPr>
              <a:xfrm>
                <a:off x="4872288" y="1982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0" name="Freeform 27939">
                <a:extLst>
                  <a:ext uri="{FF2B5EF4-FFF2-40B4-BE49-F238E27FC236}">
                    <a16:creationId xmlns:a16="http://schemas.microsoft.com/office/drawing/2014/main" id="{D35A6D48-AC79-A535-5D44-719CE73F3671}"/>
                  </a:ext>
                </a:extLst>
              </p:cNvPr>
              <p:cNvSpPr/>
              <p:nvPr/>
            </p:nvSpPr>
            <p:spPr>
              <a:xfrm>
                <a:off x="4872784" y="1944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1" name="Freeform 27940">
                <a:extLst>
                  <a:ext uri="{FF2B5EF4-FFF2-40B4-BE49-F238E27FC236}">
                    <a16:creationId xmlns:a16="http://schemas.microsoft.com/office/drawing/2014/main" id="{6B1A4FD5-B820-8FAB-D756-40E43AE42972}"/>
                  </a:ext>
                </a:extLst>
              </p:cNvPr>
              <p:cNvSpPr/>
              <p:nvPr/>
            </p:nvSpPr>
            <p:spPr>
              <a:xfrm>
                <a:off x="4873379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2" name="Freeform 27941">
                <a:extLst>
                  <a:ext uri="{FF2B5EF4-FFF2-40B4-BE49-F238E27FC236}">
                    <a16:creationId xmlns:a16="http://schemas.microsoft.com/office/drawing/2014/main" id="{D36317CF-009C-5AD8-3417-ED43368F4884}"/>
                  </a:ext>
                </a:extLst>
              </p:cNvPr>
              <p:cNvSpPr/>
              <p:nvPr/>
            </p:nvSpPr>
            <p:spPr>
              <a:xfrm>
                <a:off x="4873875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3" name="Freeform 27942">
                <a:extLst>
                  <a:ext uri="{FF2B5EF4-FFF2-40B4-BE49-F238E27FC236}">
                    <a16:creationId xmlns:a16="http://schemas.microsoft.com/office/drawing/2014/main" id="{3538A2A3-0553-57B3-6511-3C41ACDE9F7E}"/>
                  </a:ext>
                </a:extLst>
              </p:cNvPr>
              <p:cNvSpPr/>
              <p:nvPr/>
            </p:nvSpPr>
            <p:spPr>
              <a:xfrm>
                <a:off x="4874371" y="1955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4" name="Freeform 27943">
                <a:extLst>
                  <a:ext uri="{FF2B5EF4-FFF2-40B4-BE49-F238E27FC236}">
                    <a16:creationId xmlns:a16="http://schemas.microsoft.com/office/drawing/2014/main" id="{C3A8DEA7-C029-A5D5-1375-36A299AE5BBF}"/>
                  </a:ext>
                </a:extLst>
              </p:cNvPr>
              <p:cNvSpPr/>
              <p:nvPr/>
            </p:nvSpPr>
            <p:spPr>
              <a:xfrm>
                <a:off x="4874966" y="1953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5" name="Freeform 27944">
                <a:extLst>
                  <a:ext uri="{FF2B5EF4-FFF2-40B4-BE49-F238E27FC236}">
                    <a16:creationId xmlns:a16="http://schemas.microsoft.com/office/drawing/2014/main" id="{8E407B78-E2E3-7A31-59D1-1AAF045EBA54}"/>
                  </a:ext>
                </a:extLst>
              </p:cNvPr>
              <p:cNvSpPr/>
              <p:nvPr/>
            </p:nvSpPr>
            <p:spPr>
              <a:xfrm>
                <a:off x="4875463" y="2022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6" name="Freeform 27945">
                <a:extLst>
                  <a:ext uri="{FF2B5EF4-FFF2-40B4-BE49-F238E27FC236}">
                    <a16:creationId xmlns:a16="http://schemas.microsoft.com/office/drawing/2014/main" id="{87305EAF-C863-5237-BD3B-A6AE4ACA5D46}"/>
                  </a:ext>
                </a:extLst>
              </p:cNvPr>
              <p:cNvSpPr/>
              <p:nvPr/>
            </p:nvSpPr>
            <p:spPr>
              <a:xfrm>
                <a:off x="4875959" y="2164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7" name="Freeform 27946">
                <a:extLst>
                  <a:ext uri="{FF2B5EF4-FFF2-40B4-BE49-F238E27FC236}">
                    <a16:creationId xmlns:a16="http://schemas.microsoft.com/office/drawing/2014/main" id="{43AB0386-FF16-5149-2291-96D7CDE6E5E5}"/>
                  </a:ext>
                </a:extLst>
              </p:cNvPr>
              <p:cNvSpPr/>
              <p:nvPr/>
            </p:nvSpPr>
            <p:spPr>
              <a:xfrm>
                <a:off x="4876554" y="2384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8" name="Freeform 27947">
                <a:extLst>
                  <a:ext uri="{FF2B5EF4-FFF2-40B4-BE49-F238E27FC236}">
                    <a16:creationId xmlns:a16="http://schemas.microsoft.com/office/drawing/2014/main" id="{5AD3FE2E-E14F-3881-FEC1-E27D18703F2D}"/>
                  </a:ext>
                </a:extLst>
              </p:cNvPr>
              <p:cNvSpPr/>
              <p:nvPr/>
            </p:nvSpPr>
            <p:spPr>
              <a:xfrm>
                <a:off x="4877050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9" name="Freeform 27948">
                <a:extLst>
                  <a:ext uri="{FF2B5EF4-FFF2-40B4-BE49-F238E27FC236}">
                    <a16:creationId xmlns:a16="http://schemas.microsoft.com/office/drawing/2014/main" id="{E3731BE8-459F-8CD0-6A8B-424467EB5917}"/>
                  </a:ext>
                </a:extLst>
              </p:cNvPr>
              <p:cNvSpPr/>
              <p:nvPr/>
            </p:nvSpPr>
            <p:spPr>
              <a:xfrm>
                <a:off x="4877546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0" name="Freeform 27949">
                <a:extLst>
                  <a:ext uri="{FF2B5EF4-FFF2-40B4-BE49-F238E27FC236}">
                    <a16:creationId xmlns:a16="http://schemas.microsoft.com/office/drawing/2014/main" id="{ECC41A08-D7E6-2A35-342F-4F886011D73C}"/>
                  </a:ext>
                </a:extLst>
              </p:cNvPr>
              <p:cNvSpPr/>
              <p:nvPr/>
            </p:nvSpPr>
            <p:spPr>
              <a:xfrm>
                <a:off x="4878141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1" name="Freeform 27950">
                <a:extLst>
                  <a:ext uri="{FF2B5EF4-FFF2-40B4-BE49-F238E27FC236}">
                    <a16:creationId xmlns:a16="http://schemas.microsoft.com/office/drawing/2014/main" id="{414772C8-583B-FF78-F9B6-D562992E1DD6}"/>
                  </a:ext>
                </a:extLst>
              </p:cNvPr>
              <p:cNvSpPr/>
              <p:nvPr/>
            </p:nvSpPr>
            <p:spPr>
              <a:xfrm>
                <a:off x="4878638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2" name="Freeform 27951">
                <a:extLst>
                  <a:ext uri="{FF2B5EF4-FFF2-40B4-BE49-F238E27FC236}">
                    <a16:creationId xmlns:a16="http://schemas.microsoft.com/office/drawing/2014/main" id="{9FA186F3-5A28-74A5-BA00-97F91F021C68}"/>
                  </a:ext>
                </a:extLst>
              </p:cNvPr>
              <p:cNvSpPr/>
              <p:nvPr/>
            </p:nvSpPr>
            <p:spPr>
              <a:xfrm>
                <a:off x="4879134" y="24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3" name="Freeform 27952">
                <a:extLst>
                  <a:ext uri="{FF2B5EF4-FFF2-40B4-BE49-F238E27FC236}">
                    <a16:creationId xmlns:a16="http://schemas.microsoft.com/office/drawing/2014/main" id="{81A493C1-9B9C-20D2-556C-00119AA8853E}"/>
                  </a:ext>
                </a:extLst>
              </p:cNvPr>
              <p:cNvSpPr/>
              <p:nvPr/>
            </p:nvSpPr>
            <p:spPr>
              <a:xfrm>
                <a:off x="4879729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4" name="Freeform 27953">
                <a:extLst>
                  <a:ext uri="{FF2B5EF4-FFF2-40B4-BE49-F238E27FC236}">
                    <a16:creationId xmlns:a16="http://schemas.microsoft.com/office/drawing/2014/main" id="{D41B48B2-2FBA-3AE7-2245-7AE1612B3A0A}"/>
                  </a:ext>
                </a:extLst>
              </p:cNvPr>
              <p:cNvSpPr/>
              <p:nvPr/>
            </p:nvSpPr>
            <p:spPr>
              <a:xfrm>
                <a:off x="4880225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5" name="Freeform 27954">
                <a:extLst>
                  <a:ext uri="{FF2B5EF4-FFF2-40B4-BE49-F238E27FC236}">
                    <a16:creationId xmlns:a16="http://schemas.microsoft.com/office/drawing/2014/main" id="{D6AC2A4F-4092-F7BD-D124-FF890D7A8541}"/>
                  </a:ext>
                </a:extLst>
              </p:cNvPr>
              <p:cNvSpPr/>
              <p:nvPr/>
            </p:nvSpPr>
            <p:spPr>
              <a:xfrm>
                <a:off x="4880721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6" name="Freeform 27955">
                <a:extLst>
                  <a:ext uri="{FF2B5EF4-FFF2-40B4-BE49-F238E27FC236}">
                    <a16:creationId xmlns:a16="http://schemas.microsoft.com/office/drawing/2014/main" id="{48305B3A-0502-8D3F-83B3-B64D60EF0FF0}"/>
                  </a:ext>
                </a:extLst>
              </p:cNvPr>
              <p:cNvSpPr/>
              <p:nvPr/>
            </p:nvSpPr>
            <p:spPr>
              <a:xfrm>
                <a:off x="4881217" y="2343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7" name="Freeform 27956">
                <a:extLst>
                  <a:ext uri="{FF2B5EF4-FFF2-40B4-BE49-F238E27FC236}">
                    <a16:creationId xmlns:a16="http://schemas.microsoft.com/office/drawing/2014/main" id="{264339B9-F6E3-4A4A-0941-DB77F3B2100C}"/>
                  </a:ext>
                </a:extLst>
              </p:cNvPr>
              <p:cNvSpPr/>
              <p:nvPr/>
            </p:nvSpPr>
            <p:spPr>
              <a:xfrm>
                <a:off x="4881813" y="1939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8" name="Freeform 27957">
                <a:extLst>
                  <a:ext uri="{FF2B5EF4-FFF2-40B4-BE49-F238E27FC236}">
                    <a16:creationId xmlns:a16="http://schemas.microsoft.com/office/drawing/2014/main" id="{03DB43CF-6F2D-EC4D-5F45-5460ED98A69D}"/>
                  </a:ext>
                </a:extLst>
              </p:cNvPr>
              <p:cNvSpPr/>
              <p:nvPr/>
            </p:nvSpPr>
            <p:spPr>
              <a:xfrm>
                <a:off x="4882309" y="1675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9" name="Freeform 27958">
                <a:extLst>
                  <a:ext uri="{FF2B5EF4-FFF2-40B4-BE49-F238E27FC236}">
                    <a16:creationId xmlns:a16="http://schemas.microsoft.com/office/drawing/2014/main" id="{75DCF25D-4F40-A3FC-28BC-12879DCA2A00}"/>
                  </a:ext>
                </a:extLst>
              </p:cNvPr>
              <p:cNvSpPr/>
              <p:nvPr/>
            </p:nvSpPr>
            <p:spPr>
              <a:xfrm>
                <a:off x="4882805" y="1670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0" name="Freeform 27959">
                <a:extLst>
                  <a:ext uri="{FF2B5EF4-FFF2-40B4-BE49-F238E27FC236}">
                    <a16:creationId xmlns:a16="http://schemas.microsoft.com/office/drawing/2014/main" id="{4AB93B1A-BECA-2E12-25FC-64EBD9D21C52}"/>
                  </a:ext>
                </a:extLst>
              </p:cNvPr>
              <p:cNvSpPr/>
              <p:nvPr/>
            </p:nvSpPr>
            <p:spPr>
              <a:xfrm>
                <a:off x="4883400" y="1799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1" name="Freeform 27960">
                <a:extLst>
                  <a:ext uri="{FF2B5EF4-FFF2-40B4-BE49-F238E27FC236}">
                    <a16:creationId xmlns:a16="http://schemas.microsoft.com/office/drawing/2014/main" id="{C476D4DE-88E3-DE72-3638-3E0491A2F02F}"/>
                  </a:ext>
                </a:extLst>
              </p:cNvPr>
              <p:cNvSpPr/>
              <p:nvPr/>
            </p:nvSpPr>
            <p:spPr>
              <a:xfrm>
                <a:off x="4883896" y="1543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2" name="Freeform 27961">
                <a:extLst>
                  <a:ext uri="{FF2B5EF4-FFF2-40B4-BE49-F238E27FC236}">
                    <a16:creationId xmlns:a16="http://schemas.microsoft.com/office/drawing/2014/main" id="{0D5B3F16-0B6A-202B-B4E1-20AC90DA7599}"/>
                  </a:ext>
                </a:extLst>
              </p:cNvPr>
              <p:cNvSpPr/>
              <p:nvPr/>
            </p:nvSpPr>
            <p:spPr>
              <a:xfrm>
                <a:off x="4884392" y="17996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3" name="Freeform 27962">
                <a:extLst>
                  <a:ext uri="{FF2B5EF4-FFF2-40B4-BE49-F238E27FC236}">
                    <a16:creationId xmlns:a16="http://schemas.microsoft.com/office/drawing/2014/main" id="{5BF58FF5-669A-EF43-A5BF-8FE34D962521}"/>
                  </a:ext>
                </a:extLst>
              </p:cNvPr>
              <p:cNvSpPr/>
              <p:nvPr/>
            </p:nvSpPr>
            <p:spPr>
              <a:xfrm>
                <a:off x="4884988" y="1846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4" name="Freeform 27963">
                <a:extLst>
                  <a:ext uri="{FF2B5EF4-FFF2-40B4-BE49-F238E27FC236}">
                    <a16:creationId xmlns:a16="http://schemas.microsoft.com/office/drawing/2014/main" id="{4CD90D6E-2BF0-8992-E267-6C3E098BD1E7}"/>
                  </a:ext>
                </a:extLst>
              </p:cNvPr>
              <p:cNvSpPr/>
              <p:nvPr/>
            </p:nvSpPr>
            <p:spPr>
              <a:xfrm>
                <a:off x="4885484" y="1858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5" name="Freeform 27964">
                <a:extLst>
                  <a:ext uri="{FF2B5EF4-FFF2-40B4-BE49-F238E27FC236}">
                    <a16:creationId xmlns:a16="http://schemas.microsoft.com/office/drawing/2014/main" id="{F4F230A2-BB7F-A63E-3C5F-A8A93E730A5F}"/>
                  </a:ext>
                </a:extLst>
              </p:cNvPr>
              <p:cNvSpPr/>
              <p:nvPr/>
            </p:nvSpPr>
            <p:spPr>
              <a:xfrm>
                <a:off x="4885980" y="1852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6" name="Freeform 27965">
                <a:extLst>
                  <a:ext uri="{FF2B5EF4-FFF2-40B4-BE49-F238E27FC236}">
                    <a16:creationId xmlns:a16="http://schemas.microsoft.com/office/drawing/2014/main" id="{20A8769B-D5D2-CE87-C008-C8C8571828C0}"/>
                  </a:ext>
                </a:extLst>
              </p:cNvPr>
              <p:cNvSpPr/>
              <p:nvPr/>
            </p:nvSpPr>
            <p:spPr>
              <a:xfrm>
                <a:off x="4886575" y="1855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7" name="Freeform 27966">
                <a:extLst>
                  <a:ext uri="{FF2B5EF4-FFF2-40B4-BE49-F238E27FC236}">
                    <a16:creationId xmlns:a16="http://schemas.microsoft.com/office/drawing/2014/main" id="{1C2253A0-E0CA-63ED-2A36-D002C6A3906F}"/>
                  </a:ext>
                </a:extLst>
              </p:cNvPr>
              <p:cNvSpPr/>
              <p:nvPr/>
            </p:nvSpPr>
            <p:spPr>
              <a:xfrm>
                <a:off x="4887071" y="1847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8" name="Freeform 27967">
                <a:extLst>
                  <a:ext uri="{FF2B5EF4-FFF2-40B4-BE49-F238E27FC236}">
                    <a16:creationId xmlns:a16="http://schemas.microsoft.com/office/drawing/2014/main" id="{8ACE1C25-BC70-099B-CDE8-48270D2B3F7A}"/>
                  </a:ext>
                </a:extLst>
              </p:cNvPr>
              <p:cNvSpPr/>
              <p:nvPr/>
            </p:nvSpPr>
            <p:spPr>
              <a:xfrm>
                <a:off x="4887567" y="1850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9" name="Freeform 27968">
                <a:extLst>
                  <a:ext uri="{FF2B5EF4-FFF2-40B4-BE49-F238E27FC236}">
                    <a16:creationId xmlns:a16="http://schemas.microsoft.com/office/drawing/2014/main" id="{ED4045C3-AB4C-4B3D-98DC-59D37BAAC9F0}"/>
                  </a:ext>
                </a:extLst>
              </p:cNvPr>
              <p:cNvSpPr/>
              <p:nvPr/>
            </p:nvSpPr>
            <p:spPr>
              <a:xfrm>
                <a:off x="4888163" y="1919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0" name="Freeform 27969">
                <a:extLst>
                  <a:ext uri="{FF2B5EF4-FFF2-40B4-BE49-F238E27FC236}">
                    <a16:creationId xmlns:a16="http://schemas.microsoft.com/office/drawing/2014/main" id="{CE3FA1AF-E065-856F-C7C8-1F1484E244B3}"/>
                  </a:ext>
                </a:extLst>
              </p:cNvPr>
              <p:cNvSpPr/>
              <p:nvPr/>
            </p:nvSpPr>
            <p:spPr>
              <a:xfrm>
                <a:off x="4888659" y="2296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1" name="Freeform 27970">
                <a:extLst>
                  <a:ext uri="{FF2B5EF4-FFF2-40B4-BE49-F238E27FC236}">
                    <a16:creationId xmlns:a16="http://schemas.microsoft.com/office/drawing/2014/main" id="{0CF4E2A8-CEE7-1376-F684-40AE788483A6}"/>
                  </a:ext>
                </a:extLst>
              </p:cNvPr>
              <p:cNvSpPr/>
              <p:nvPr/>
            </p:nvSpPr>
            <p:spPr>
              <a:xfrm>
                <a:off x="4889155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2" name="Freeform 27971">
                <a:extLst>
                  <a:ext uri="{FF2B5EF4-FFF2-40B4-BE49-F238E27FC236}">
                    <a16:creationId xmlns:a16="http://schemas.microsoft.com/office/drawing/2014/main" id="{4327660F-B397-D93D-1304-887F5D540B84}"/>
                  </a:ext>
                </a:extLst>
              </p:cNvPr>
              <p:cNvSpPr/>
              <p:nvPr/>
            </p:nvSpPr>
            <p:spPr>
              <a:xfrm>
                <a:off x="4889750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3" name="Freeform 27972">
                <a:extLst>
                  <a:ext uri="{FF2B5EF4-FFF2-40B4-BE49-F238E27FC236}">
                    <a16:creationId xmlns:a16="http://schemas.microsoft.com/office/drawing/2014/main" id="{06EAE384-AA51-9CD0-173D-E56CB2446725}"/>
                  </a:ext>
                </a:extLst>
              </p:cNvPr>
              <p:cNvSpPr/>
              <p:nvPr/>
            </p:nvSpPr>
            <p:spPr>
              <a:xfrm>
                <a:off x="4890246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4" name="Freeform 27973">
                <a:extLst>
                  <a:ext uri="{FF2B5EF4-FFF2-40B4-BE49-F238E27FC236}">
                    <a16:creationId xmlns:a16="http://schemas.microsoft.com/office/drawing/2014/main" id="{4683C501-F431-4E97-6642-4C7EDEA3C0C2}"/>
                  </a:ext>
                </a:extLst>
              </p:cNvPr>
              <p:cNvSpPr/>
              <p:nvPr/>
            </p:nvSpPr>
            <p:spPr>
              <a:xfrm>
                <a:off x="4890742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5" name="Freeform 27974">
                <a:extLst>
                  <a:ext uri="{FF2B5EF4-FFF2-40B4-BE49-F238E27FC236}">
                    <a16:creationId xmlns:a16="http://schemas.microsoft.com/office/drawing/2014/main" id="{0FC66FB2-828E-31BF-D11C-3AE907E11425}"/>
                  </a:ext>
                </a:extLst>
              </p:cNvPr>
              <p:cNvSpPr/>
              <p:nvPr/>
            </p:nvSpPr>
            <p:spPr>
              <a:xfrm>
                <a:off x="4891338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6" name="Freeform 27975">
                <a:extLst>
                  <a:ext uri="{FF2B5EF4-FFF2-40B4-BE49-F238E27FC236}">
                    <a16:creationId xmlns:a16="http://schemas.microsoft.com/office/drawing/2014/main" id="{BBCEF6D4-E502-3C2F-AEAD-FDC4929D8673}"/>
                  </a:ext>
                </a:extLst>
              </p:cNvPr>
              <p:cNvSpPr/>
              <p:nvPr/>
            </p:nvSpPr>
            <p:spPr>
              <a:xfrm>
                <a:off x="4891834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7" name="Freeform 27976">
                <a:extLst>
                  <a:ext uri="{FF2B5EF4-FFF2-40B4-BE49-F238E27FC236}">
                    <a16:creationId xmlns:a16="http://schemas.microsoft.com/office/drawing/2014/main" id="{3176775F-2E31-6A51-A34C-201489361636}"/>
                  </a:ext>
                </a:extLst>
              </p:cNvPr>
              <p:cNvSpPr/>
              <p:nvPr/>
            </p:nvSpPr>
            <p:spPr>
              <a:xfrm>
                <a:off x="4892330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8" name="Freeform 27977">
                <a:extLst>
                  <a:ext uri="{FF2B5EF4-FFF2-40B4-BE49-F238E27FC236}">
                    <a16:creationId xmlns:a16="http://schemas.microsoft.com/office/drawing/2014/main" id="{5C5AC037-ACB4-2952-1D33-CC68F5573772}"/>
                  </a:ext>
                </a:extLst>
              </p:cNvPr>
              <p:cNvSpPr/>
              <p:nvPr/>
            </p:nvSpPr>
            <p:spPr>
              <a:xfrm>
                <a:off x="4892826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9" name="Freeform 27978">
                <a:extLst>
                  <a:ext uri="{FF2B5EF4-FFF2-40B4-BE49-F238E27FC236}">
                    <a16:creationId xmlns:a16="http://schemas.microsoft.com/office/drawing/2014/main" id="{852B29AD-8FAD-73AF-F434-45F6EEC21327}"/>
                  </a:ext>
                </a:extLst>
              </p:cNvPr>
              <p:cNvSpPr/>
              <p:nvPr/>
            </p:nvSpPr>
            <p:spPr>
              <a:xfrm>
                <a:off x="4893421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0" name="Freeform 27979">
                <a:extLst>
                  <a:ext uri="{FF2B5EF4-FFF2-40B4-BE49-F238E27FC236}">
                    <a16:creationId xmlns:a16="http://schemas.microsoft.com/office/drawing/2014/main" id="{AF9E641E-510C-BA36-80B3-F966875E9D8E}"/>
                  </a:ext>
                </a:extLst>
              </p:cNvPr>
              <p:cNvSpPr/>
              <p:nvPr/>
            </p:nvSpPr>
            <p:spPr>
              <a:xfrm>
                <a:off x="4893917" y="223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1" name="Freeform 27980">
                <a:extLst>
                  <a:ext uri="{FF2B5EF4-FFF2-40B4-BE49-F238E27FC236}">
                    <a16:creationId xmlns:a16="http://schemas.microsoft.com/office/drawing/2014/main" id="{78EE78DD-AF7F-377F-3A4D-7358891DC37A}"/>
                  </a:ext>
                </a:extLst>
              </p:cNvPr>
              <p:cNvSpPr/>
              <p:nvPr/>
            </p:nvSpPr>
            <p:spPr>
              <a:xfrm>
                <a:off x="4894413" y="1987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2" name="Freeform 27981">
                <a:extLst>
                  <a:ext uri="{FF2B5EF4-FFF2-40B4-BE49-F238E27FC236}">
                    <a16:creationId xmlns:a16="http://schemas.microsoft.com/office/drawing/2014/main" id="{4D9BD749-3A75-B6E2-6BE8-049E5EED1840}"/>
                  </a:ext>
                </a:extLst>
              </p:cNvPr>
              <p:cNvSpPr/>
              <p:nvPr/>
            </p:nvSpPr>
            <p:spPr>
              <a:xfrm>
                <a:off x="4895009" y="1835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3" name="Freeform 27982">
                <a:extLst>
                  <a:ext uri="{FF2B5EF4-FFF2-40B4-BE49-F238E27FC236}">
                    <a16:creationId xmlns:a16="http://schemas.microsoft.com/office/drawing/2014/main" id="{F1CAAF2B-FE76-06E4-30CD-76F1EBF5031B}"/>
                  </a:ext>
                </a:extLst>
              </p:cNvPr>
              <p:cNvSpPr/>
              <p:nvPr/>
            </p:nvSpPr>
            <p:spPr>
              <a:xfrm>
                <a:off x="4895505" y="1824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4" name="Freeform 27983">
                <a:extLst>
                  <a:ext uri="{FF2B5EF4-FFF2-40B4-BE49-F238E27FC236}">
                    <a16:creationId xmlns:a16="http://schemas.microsoft.com/office/drawing/2014/main" id="{C7337EEE-CF0C-A207-94C0-A27C6BA3A04A}"/>
                  </a:ext>
                </a:extLst>
              </p:cNvPr>
              <p:cNvSpPr/>
              <p:nvPr/>
            </p:nvSpPr>
            <p:spPr>
              <a:xfrm>
                <a:off x="4896001" y="1855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5" name="Freeform 27984">
                <a:extLst>
                  <a:ext uri="{FF2B5EF4-FFF2-40B4-BE49-F238E27FC236}">
                    <a16:creationId xmlns:a16="http://schemas.microsoft.com/office/drawing/2014/main" id="{1B33B6F3-A156-2FFD-3EAA-BF3A3532E377}"/>
                  </a:ext>
                </a:extLst>
              </p:cNvPr>
              <p:cNvSpPr/>
              <p:nvPr/>
            </p:nvSpPr>
            <p:spPr>
              <a:xfrm>
                <a:off x="4896596" y="1738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6" name="Freeform 27985">
                <a:extLst>
                  <a:ext uri="{FF2B5EF4-FFF2-40B4-BE49-F238E27FC236}">
                    <a16:creationId xmlns:a16="http://schemas.microsoft.com/office/drawing/2014/main" id="{FD6F3537-D9C8-6DB9-E668-5B7A1086A329}"/>
                  </a:ext>
                </a:extLst>
              </p:cNvPr>
              <p:cNvSpPr/>
              <p:nvPr/>
            </p:nvSpPr>
            <p:spPr>
              <a:xfrm>
                <a:off x="4897092" y="1779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7" name="Freeform 27986">
                <a:extLst>
                  <a:ext uri="{FF2B5EF4-FFF2-40B4-BE49-F238E27FC236}">
                    <a16:creationId xmlns:a16="http://schemas.microsoft.com/office/drawing/2014/main" id="{0F5B0B66-CDC0-8070-02AB-9C9C04B1D292}"/>
                  </a:ext>
                </a:extLst>
              </p:cNvPr>
              <p:cNvSpPr/>
              <p:nvPr/>
            </p:nvSpPr>
            <p:spPr>
              <a:xfrm>
                <a:off x="4897588" y="183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8" name="Freeform 27987">
                <a:extLst>
                  <a:ext uri="{FF2B5EF4-FFF2-40B4-BE49-F238E27FC236}">
                    <a16:creationId xmlns:a16="http://schemas.microsoft.com/office/drawing/2014/main" id="{58E7D71B-50D0-0995-8E09-3436148630CB}"/>
                  </a:ext>
                </a:extLst>
              </p:cNvPr>
              <p:cNvSpPr/>
              <p:nvPr/>
            </p:nvSpPr>
            <p:spPr>
              <a:xfrm>
                <a:off x="4898184" y="1857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9" name="Freeform 27988">
                <a:extLst>
                  <a:ext uri="{FF2B5EF4-FFF2-40B4-BE49-F238E27FC236}">
                    <a16:creationId xmlns:a16="http://schemas.microsoft.com/office/drawing/2014/main" id="{7E02EA7A-ED44-8828-169F-0A7C0E09348E}"/>
                  </a:ext>
                </a:extLst>
              </p:cNvPr>
              <p:cNvSpPr/>
              <p:nvPr/>
            </p:nvSpPr>
            <p:spPr>
              <a:xfrm>
                <a:off x="4898680" y="1804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0" name="Freeform 27989">
                <a:extLst>
                  <a:ext uri="{FF2B5EF4-FFF2-40B4-BE49-F238E27FC236}">
                    <a16:creationId xmlns:a16="http://schemas.microsoft.com/office/drawing/2014/main" id="{70B6E9D8-F64A-4C28-99CA-0C9FF497542A}"/>
                  </a:ext>
                </a:extLst>
              </p:cNvPr>
              <p:cNvSpPr/>
              <p:nvPr/>
            </p:nvSpPr>
            <p:spPr>
              <a:xfrm>
                <a:off x="4899176" y="1802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1" name="Freeform 27990">
                <a:extLst>
                  <a:ext uri="{FF2B5EF4-FFF2-40B4-BE49-F238E27FC236}">
                    <a16:creationId xmlns:a16="http://schemas.microsoft.com/office/drawing/2014/main" id="{37FCB063-9B44-EEB5-FB92-65F8902731FD}"/>
                  </a:ext>
                </a:extLst>
              </p:cNvPr>
              <p:cNvSpPr/>
              <p:nvPr/>
            </p:nvSpPr>
            <p:spPr>
              <a:xfrm>
                <a:off x="4899771" y="1817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2" name="Freeform 27991">
                <a:extLst>
                  <a:ext uri="{FF2B5EF4-FFF2-40B4-BE49-F238E27FC236}">
                    <a16:creationId xmlns:a16="http://schemas.microsoft.com/office/drawing/2014/main" id="{25C13B6A-4DBD-A7FD-409F-18B0D2A94687}"/>
                  </a:ext>
                </a:extLst>
              </p:cNvPr>
              <p:cNvSpPr/>
              <p:nvPr/>
            </p:nvSpPr>
            <p:spPr>
              <a:xfrm>
                <a:off x="4900267" y="1915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3" name="Freeform 27992">
                <a:extLst>
                  <a:ext uri="{FF2B5EF4-FFF2-40B4-BE49-F238E27FC236}">
                    <a16:creationId xmlns:a16="http://schemas.microsoft.com/office/drawing/2014/main" id="{37E15897-63E5-C552-12DE-F29EA2DC45E3}"/>
                  </a:ext>
                </a:extLst>
              </p:cNvPr>
              <p:cNvSpPr/>
              <p:nvPr/>
            </p:nvSpPr>
            <p:spPr>
              <a:xfrm>
                <a:off x="4900763" y="1883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4" name="Freeform 27993">
                <a:extLst>
                  <a:ext uri="{FF2B5EF4-FFF2-40B4-BE49-F238E27FC236}">
                    <a16:creationId xmlns:a16="http://schemas.microsoft.com/office/drawing/2014/main" id="{57FEC5FD-FE95-A27B-77A9-235725E3E167}"/>
                  </a:ext>
                </a:extLst>
              </p:cNvPr>
              <p:cNvSpPr/>
              <p:nvPr/>
            </p:nvSpPr>
            <p:spPr>
              <a:xfrm>
                <a:off x="4901359" y="2331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5" name="Freeform 27994">
                <a:extLst>
                  <a:ext uri="{FF2B5EF4-FFF2-40B4-BE49-F238E27FC236}">
                    <a16:creationId xmlns:a16="http://schemas.microsoft.com/office/drawing/2014/main" id="{9A4F2418-27FD-1803-50A7-DE6E0CEE2121}"/>
                  </a:ext>
                </a:extLst>
              </p:cNvPr>
              <p:cNvSpPr/>
              <p:nvPr/>
            </p:nvSpPr>
            <p:spPr>
              <a:xfrm>
                <a:off x="4901855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6" name="Freeform 27995">
                <a:extLst>
                  <a:ext uri="{FF2B5EF4-FFF2-40B4-BE49-F238E27FC236}">
                    <a16:creationId xmlns:a16="http://schemas.microsoft.com/office/drawing/2014/main" id="{9ADA160D-E9A2-8958-C731-11C02EECC173}"/>
                  </a:ext>
                </a:extLst>
              </p:cNvPr>
              <p:cNvSpPr/>
              <p:nvPr/>
            </p:nvSpPr>
            <p:spPr>
              <a:xfrm>
                <a:off x="4902351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7" name="Freeform 27996">
                <a:extLst>
                  <a:ext uri="{FF2B5EF4-FFF2-40B4-BE49-F238E27FC236}">
                    <a16:creationId xmlns:a16="http://schemas.microsoft.com/office/drawing/2014/main" id="{D2010FD0-70DE-A929-98C0-0305F3D5FDC9}"/>
                  </a:ext>
                </a:extLst>
              </p:cNvPr>
              <p:cNvSpPr/>
              <p:nvPr/>
            </p:nvSpPr>
            <p:spPr>
              <a:xfrm>
                <a:off x="4902946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8" name="Freeform 27997">
                <a:extLst>
                  <a:ext uri="{FF2B5EF4-FFF2-40B4-BE49-F238E27FC236}">
                    <a16:creationId xmlns:a16="http://schemas.microsoft.com/office/drawing/2014/main" id="{10C90E8A-4D51-D16E-5E4A-2D2F574A556C}"/>
                  </a:ext>
                </a:extLst>
              </p:cNvPr>
              <p:cNvSpPr/>
              <p:nvPr/>
            </p:nvSpPr>
            <p:spPr>
              <a:xfrm>
                <a:off x="4903442" y="2406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9" name="Freeform 27998">
                <a:extLst>
                  <a:ext uri="{FF2B5EF4-FFF2-40B4-BE49-F238E27FC236}">
                    <a16:creationId xmlns:a16="http://schemas.microsoft.com/office/drawing/2014/main" id="{8DA59E2E-0E98-86FE-55BE-A431CB1631A2}"/>
                  </a:ext>
                </a:extLst>
              </p:cNvPr>
              <p:cNvSpPr/>
              <p:nvPr/>
            </p:nvSpPr>
            <p:spPr>
              <a:xfrm>
                <a:off x="4903938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0" name="Freeform 27999">
                <a:extLst>
                  <a:ext uri="{FF2B5EF4-FFF2-40B4-BE49-F238E27FC236}">
                    <a16:creationId xmlns:a16="http://schemas.microsoft.com/office/drawing/2014/main" id="{67538989-FFA3-59BE-74C6-90970F1A825D}"/>
                  </a:ext>
                </a:extLst>
              </p:cNvPr>
              <p:cNvSpPr/>
              <p:nvPr/>
            </p:nvSpPr>
            <p:spPr>
              <a:xfrm>
                <a:off x="4904434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1" name="Freeform 28000">
                <a:extLst>
                  <a:ext uri="{FF2B5EF4-FFF2-40B4-BE49-F238E27FC236}">
                    <a16:creationId xmlns:a16="http://schemas.microsoft.com/office/drawing/2014/main" id="{C0A77587-1617-50B4-0EFB-E103B149FF19}"/>
                  </a:ext>
                </a:extLst>
              </p:cNvPr>
              <p:cNvSpPr/>
              <p:nvPr/>
            </p:nvSpPr>
            <p:spPr>
              <a:xfrm>
                <a:off x="4905030" y="2406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2" name="Freeform 28001">
                <a:extLst>
                  <a:ext uri="{FF2B5EF4-FFF2-40B4-BE49-F238E27FC236}">
                    <a16:creationId xmlns:a16="http://schemas.microsoft.com/office/drawing/2014/main" id="{1F6F52BC-5827-180A-C1BE-3FB8B936EFCB}"/>
                  </a:ext>
                </a:extLst>
              </p:cNvPr>
              <p:cNvSpPr/>
              <p:nvPr/>
            </p:nvSpPr>
            <p:spPr>
              <a:xfrm>
                <a:off x="4905526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3" name="Freeform 28002">
                <a:extLst>
                  <a:ext uri="{FF2B5EF4-FFF2-40B4-BE49-F238E27FC236}">
                    <a16:creationId xmlns:a16="http://schemas.microsoft.com/office/drawing/2014/main" id="{84E33C38-1664-A69B-282C-0C36DD83EB3F}"/>
                  </a:ext>
                </a:extLst>
              </p:cNvPr>
              <p:cNvSpPr/>
              <p:nvPr/>
            </p:nvSpPr>
            <p:spPr>
              <a:xfrm>
                <a:off x="4906022" y="24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4" name="Freeform 28003">
                <a:extLst>
                  <a:ext uri="{FF2B5EF4-FFF2-40B4-BE49-F238E27FC236}">
                    <a16:creationId xmlns:a16="http://schemas.microsoft.com/office/drawing/2014/main" id="{C0E5C72B-DF26-3F9B-7BC7-63493FA055F3}"/>
                  </a:ext>
                </a:extLst>
              </p:cNvPr>
              <p:cNvSpPr/>
              <p:nvPr/>
            </p:nvSpPr>
            <p:spPr>
              <a:xfrm>
                <a:off x="4906617" y="2102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5" name="Freeform 28004">
                <a:extLst>
                  <a:ext uri="{FF2B5EF4-FFF2-40B4-BE49-F238E27FC236}">
                    <a16:creationId xmlns:a16="http://schemas.microsoft.com/office/drawing/2014/main" id="{CAB41B85-120A-BDE8-8ACC-C1A4D74A11B4}"/>
                  </a:ext>
                </a:extLst>
              </p:cNvPr>
              <p:cNvSpPr/>
              <p:nvPr/>
            </p:nvSpPr>
            <p:spPr>
              <a:xfrm>
                <a:off x="4907113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6" name="Freeform 28005">
                <a:extLst>
                  <a:ext uri="{FF2B5EF4-FFF2-40B4-BE49-F238E27FC236}">
                    <a16:creationId xmlns:a16="http://schemas.microsoft.com/office/drawing/2014/main" id="{7B3926A3-E9F7-EA73-F363-5857AAFFF788}"/>
                  </a:ext>
                </a:extLst>
              </p:cNvPr>
              <p:cNvSpPr/>
              <p:nvPr/>
            </p:nvSpPr>
            <p:spPr>
              <a:xfrm>
                <a:off x="4907609" y="1808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7" name="Freeform 28006">
                <a:extLst>
                  <a:ext uri="{FF2B5EF4-FFF2-40B4-BE49-F238E27FC236}">
                    <a16:creationId xmlns:a16="http://schemas.microsoft.com/office/drawing/2014/main" id="{6F5BBDB0-9713-965A-5C53-42B6C5440A3D}"/>
                  </a:ext>
                </a:extLst>
              </p:cNvPr>
              <p:cNvSpPr/>
              <p:nvPr/>
            </p:nvSpPr>
            <p:spPr>
              <a:xfrm>
                <a:off x="4908205" y="1809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8" name="Freeform 28007">
                <a:extLst>
                  <a:ext uri="{FF2B5EF4-FFF2-40B4-BE49-F238E27FC236}">
                    <a16:creationId xmlns:a16="http://schemas.microsoft.com/office/drawing/2014/main" id="{237A482B-F2A8-5501-E9CC-9EFC38302D3D}"/>
                  </a:ext>
                </a:extLst>
              </p:cNvPr>
              <p:cNvSpPr/>
              <p:nvPr/>
            </p:nvSpPr>
            <p:spPr>
              <a:xfrm>
                <a:off x="4908701" y="19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9" name="Freeform 28008">
                <a:extLst>
                  <a:ext uri="{FF2B5EF4-FFF2-40B4-BE49-F238E27FC236}">
                    <a16:creationId xmlns:a16="http://schemas.microsoft.com/office/drawing/2014/main" id="{D5933A70-BA8B-5DCB-5BCD-B3B609B6C1E7}"/>
                  </a:ext>
                </a:extLst>
              </p:cNvPr>
              <p:cNvSpPr/>
              <p:nvPr/>
            </p:nvSpPr>
            <p:spPr>
              <a:xfrm>
                <a:off x="4909197" y="1733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0" name="Freeform 28009">
                <a:extLst>
                  <a:ext uri="{FF2B5EF4-FFF2-40B4-BE49-F238E27FC236}">
                    <a16:creationId xmlns:a16="http://schemas.microsoft.com/office/drawing/2014/main" id="{0A4DE869-0C67-0D08-6CE9-391DF720978E}"/>
                  </a:ext>
                </a:extLst>
              </p:cNvPr>
              <p:cNvSpPr/>
              <p:nvPr/>
            </p:nvSpPr>
            <p:spPr>
              <a:xfrm>
                <a:off x="4909792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1" name="Freeform 28010">
                <a:extLst>
                  <a:ext uri="{FF2B5EF4-FFF2-40B4-BE49-F238E27FC236}">
                    <a16:creationId xmlns:a16="http://schemas.microsoft.com/office/drawing/2014/main" id="{A8BF157B-260A-A277-0897-05EA70E11F17}"/>
                  </a:ext>
                </a:extLst>
              </p:cNvPr>
              <p:cNvSpPr/>
              <p:nvPr/>
            </p:nvSpPr>
            <p:spPr>
              <a:xfrm>
                <a:off x="4910288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2" name="Freeform 28011">
                <a:extLst>
                  <a:ext uri="{FF2B5EF4-FFF2-40B4-BE49-F238E27FC236}">
                    <a16:creationId xmlns:a16="http://schemas.microsoft.com/office/drawing/2014/main" id="{E94AB62C-BF43-E7AC-D6F7-3FCE871EF4FA}"/>
                  </a:ext>
                </a:extLst>
              </p:cNvPr>
              <p:cNvSpPr/>
              <p:nvPr/>
            </p:nvSpPr>
            <p:spPr>
              <a:xfrm>
                <a:off x="4910784" y="1851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3" name="Freeform 28012">
                <a:extLst>
                  <a:ext uri="{FF2B5EF4-FFF2-40B4-BE49-F238E27FC236}">
                    <a16:creationId xmlns:a16="http://schemas.microsoft.com/office/drawing/2014/main" id="{413AFC83-4178-AAAA-DF59-793240944B37}"/>
                  </a:ext>
                </a:extLst>
              </p:cNvPr>
              <p:cNvSpPr/>
              <p:nvPr/>
            </p:nvSpPr>
            <p:spPr>
              <a:xfrm>
                <a:off x="4911380" y="1818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4" name="Freeform 28013">
                <a:extLst>
                  <a:ext uri="{FF2B5EF4-FFF2-40B4-BE49-F238E27FC236}">
                    <a16:creationId xmlns:a16="http://schemas.microsoft.com/office/drawing/2014/main" id="{BA45980F-458C-D652-C65A-55CED4ECEF10}"/>
                  </a:ext>
                </a:extLst>
              </p:cNvPr>
              <p:cNvSpPr/>
              <p:nvPr/>
            </p:nvSpPr>
            <p:spPr>
              <a:xfrm>
                <a:off x="4911876" y="1776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5" name="Freeform 28014">
                <a:extLst>
                  <a:ext uri="{FF2B5EF4-FFF2-40B4-BE49-F238E27FC236}">
                    <a16:creationId xmlns:a16="http://schemas.microsoft.com/office/drawing/2014/main" id="{8E928FCA-3373-9619-E55D-343A5C86A1B6}"/>
                  </a:ext>
                </a:extLst>
              </p:cNvPr>
              <p:cNvSpPr/>
              <p:nvPr/>
            </p:nvSpPr>
            <p:spPr>
              <a:xfrm>
                <a:off x="4912372" y="1752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6" name="Freeform 28015">
                <a:extLst>
                  <a:ext uri="{FF2B5EF4-FFF2-40B4-BE49-F238E27FC236}">
                    <a16:creationId xmlns:a16="http://schemas.microsoft.com/office/drawing/2014/main" id="{8B43A0AC-9D4E-C921-334B-79CDFE818FB5}"/>
                  </a:ext>
                </a:extLst>
              </p:cNvPr>
              <p:cNvSpPr/>
              <p:nvPr/>
            </p:nvSpPr>
            <p:spPr>
              <a:xfrm>
                <a:off x="4912967" y="1773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7" name="Freeform 28016">
                <a:extLst>
                  <a:ext uri="{FF2B5EF4-FFF2-40B4-BE49-F238E27FC236}">
                    <a16:creationId xmlns:a16="http://schemas.microsoft.com/office/drawing/2014/main" id="{6311AFF4-EDFD-5BB4-4B1E-4E14B89DF22F}"/>
                  </a:ext>
                </a:extLst>
              </p:cNvPr>
              <p:cNvSpPr/>
              <p:nvPr/>
            </p:nvSpPr>
            <p:spPr>
              <a:xfrm>
                <a:off x="4913463" y="1825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8" name="Freeform 28017">
                <a:extLst>
                  <a:ext uri="{FF2B5EF4-FFF2-40B4-BE49-F238E27FC236}">
                    <a16:creationId xmlns:a16="http://schemas.microsoft.com/office/drawing/2014/main" id="{826CC15D-D028-F7A2-6BBF-C2152E829EE4}"/>
                  </a:ext>
                </a:extLst>
              </p:cNvPr>
              <p:cNvSpPr/>
              <p:nvPr/>
            </p:nvSpPr>
            <p:spPr>
              <a:xfrm>
                <a:off x="4913959" y="2328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9" name="Freeform 28018">
                <a:extLst>
                  <a:ext uri="{FF2B5EF4-FFF2-40B4-BE49-F238E27FC236}">
                    <a16:creationId xmlns:a16="http://schemas.microsoft.com/office/drawing/2014/main" id="{0BB39A18-4B56-A796-DCCE-C49E3FC5B95A}"/>
                  </a:ext>
                </a:extLst>
              </p:cNvPr>
              <p:cNvSpPr/>
              <p:nvPr/>
            </p:nvSpPr>
            <p:spPr>
              <a:xfrm>
                <a:off x="4914555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0" name="Freeform 28019">
                <a:extLst>
                  <a:ext uri="{FF2B5EF4-FFF2-40B4-BE49-F238E27FC236}">
                    <a16:creationId xmlns:a16="http://schemas.microsoft.com/office/drawing/2014/main" id="{5DFB889C-52C2-8FF3-5225-4A63D4A4AF9E}"/>
                  </a:ext>
                </a:extLst>
              </p:cNvPr>
              <p:cNvSpPr/>
              <p:nvPr/>
            </p:nvSpPr>
            <p:spPr>
              <a:xfrm>
                <a:off x="4915051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1" name="Freeform 28020">
                <a:extLst>
                  <a:ext uri="{FF2B5EF4-FFF2-40B4-BE49-F238E27FC236}">
                    <a16:creationId xmlns:a16="http://schemas.microsoft.com/office/drawing/2014/main" id="{15895162-BD83-D824-098F-20846D7113E3}"/>
                  </a:ext>
                </a:extLst>
              </p:cNvPr>
              <p:cNvSpPr/>
              <p:nvPr/>
            </p:nvSpPr>
            <p:spPr>
              <a:xfrm>
                <a:off x="4915547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2" name="Freeform 28021">
                <a:extLst>
                  <a:ext uri="{FF2B5EF4-FFF2-40B4-BE49-F238E27FC236}">
                    <a16:creationId xmlns:a16="http://schemas.microsoft.com/office/drawing/2014/main" id="{0E11B2AB-F5AB-BB9C-423B-298FD3836312}"/>
                  </a:ext>
                </a:extLst>
              </p:cNvPr>
              <p:cNvSpPr/>
              <p:nvPr/>
            </p:nvSpPr>
            <p:spPr>
              <a:xfrm>
                <a:off x="4916142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3" name="Freeform 28022">
                <a:extLst>
                  <a:ext uri="{FF2B5EF4-FFF2-40B4-BE49-F238E27FC236}">
                    <a16:creationId xmlns:a16="http://schemas.microsoft.com/office/drawing/2014/main" id="{7DBF1E35-A0EE-D4E0-46F8-079A6E19655C}"/>
                  </a:ext>
                </a:extLst>
              </p:cNvPr>
              <p:cNvSpPr/>
              <p:nvPr/>
            </p:nvSpPr>
            <p:spPr>
              <a:xfrm>
                <a:off x="4916638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4" name="Freeform 28023">
                <a:extLst>
                  <a:ext uri="{FF2B5EF4-FFF2-40B4-BE49-F238E27FC236}">
                    <a16:creationId xmlns:a16="http://schemas.microsoft.com/office/drawing/2014/main" id="{19D62285-CE03-30E5-3711-0087D6ADF287}"/>
                  </a:ext>
                </a:extLst>
              </p:cNvPr>
              <p:cNvSpPr/>
              <p:nvPr/>
            </p:nvSpPr>
            <p:spPr>
              <a:xfrm>
                <a:off x="4917134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5" name="Freeform 28024">
                <a:extLst>
                  <a:ext uri="{FF2B5EF4-FFF2-40B4-BE49-F238E27FC236}">
                    <a16:creationId xmlns:a16="http://schemas.microsoft.com/office/drawing/2014/main" id="{FA070CEA-9FE4-1E7A-5444-06D9C7ACCBBA}"/>
                  </a:ext>
                </a:extLst>
              </p:cNvPr>
              <p:cNvSpPr/>
              <p:nvPr/>
            </p:nvSpPr>
            <p:spPr>
              <a:xfrm>
                <a:off x="4917630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6" name="Freeform 28025">
                <a:extLst>
                  <a:ext uri="{FF2B5EF4-FFF2-40B4-BE49-F238E27FC236}">
                    <a16:creationId xmlns:a16="http://schemas.microsoft.com/office/drawing/2014/main" id="{8CE0DF57-BB68-1ACE-CD7F-4FAAFC982827}"/>
                  </a:ext>
                </a:extLst>
              </p:cNvPr>
              <p:cNvSpPr/>
              <p:nvPr/>
            </p:nvSpPr>
            <p:spPr>
              <a:xfrm>
                <a:off x="4918226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7" name="Freeform 28026">
                <a:extLst>
                  <a:ext uri="{FF2B5EF4-FFF2-40B4-BE49-F238E27FC236}">
                    <a16:creationId xmlns:a16="http://schemas.microsoft.com/office/drawing/2014/main" id="{D8A8B3DE-089E-2CFD-89ED-481719ADCBDC}"/>
                  </a:ext>
                </a:extLst>
              </p:cNvPr>
              <p:cNvSpPr/>
              <p:nvPr/>
            </p:nvSpPr>
            <p:spPr>
              <a:xfrm>
                <a:off x="4918722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8" name="Freeform 28027">
                <a:extLst>
                  <a:ext uri="{FF2B5EF4-FFF2-40B4-BE49-F238E27FC236}">
                    <a16:creationId xmlns:a16="http://schemas.microsoft.com/office/drawing/2014/main" id="{0780EC98-E457-1AD0-E86F-094B79D9417C}"/>
                  </a:ext>
                </a:extLst>
              </p:cNvPr>
              <p:cNvSpPr/>
              <p:nvPr/>
            </p:nvSpPr>
            <p:spPr>
              <a:xfrm>
                <a:off x="4919218" y="2148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29" name="Freeform 28028">
                <a:extLst>
                  <a:ext uri="{FF2B5EF4-FFF2-40B4-BE49-F238E27FC236}">
                    <a16:creationId xmlns:a16="http://schemas.microsoft.com/office/drawing/2014/main" id="{A8C190E9-9213-B245-7772-28CEAD6D4BAE}"/>
                  </a:ext>
                </a:extLst>
              </p:cNvPr>
              <p:cNvSpPr/>
              <p:nvPr/>
            </p:nvSpPr>
            <p:spPr>
              <a:xfrm>
                <a:off x="4919813" y="2137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0" name="Freeform 28029">
                <a:extLst>
                  <a:ext uri="{FF2B5EF4-FFF2-40B4-BE49-F238E27FC236}">
                    <a16:creationId xmlns:a16="http://schemas.microsoft.com/office/drawing/2014/main" id="{763EAF88-CCFA-2A5C-13FD-C6D8A5C8D6FE}"/>
                  </a:ext>
                </a:extLst>
              </p:cNvPr>
              <p:cNvSpPr/>
              <p:nvPr/>
            </p:nvSpPr>
            <p:spPr>
              <a:xfrm>
                <a:off x="4920309" y="2022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1" name="Freeform 28030">
                <a:extLst>
                  <a:ext uri="{FF2B5EF4-FFF2-40B4-BE49-F238E27FC236}">
                    <a16:creationId xmlns:a16="http://schemas.microsoft.com/office/drawing/2014/main" id="{8E705C13-3D71-097D-9A17-FD631EC48CD8}"/>
                  </a:ext>
                </a:extLst>
              </p:cNvPr>
              <p:cNvSpPr/>
              <p:nvPr/>
            </p:nvSpPr>
            <p:spPr>
              <a:xfrm>
                <a:off x="4920805" y="1993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2" name="Freeform 28031">
                <a:extLst>
                  <a:ext uri="{FF2B5EF4-FFF2-40B4-BE49-F238E27FC236}">
                    <a16:creationId xmlns:a16="http://schemas.microsoft.com/office/drawing/2014/main" id="{F512F9CE-0CAC-0655-2F3E-44F17840D8CA}"/>
                  </a:ext>
                </a:extLst>
              </p:cNvPr>
              <p:cNvSpPr/>
              <p:nvPr/>
            </p:nvSpPr>
            <p:spPr>
              <a:xfrm>
                <a:off x="4921401" y="2124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3" name="Freeform 28032">
                <a:extLst>
                  <a:ext uri="{FF2B5EF4-FFF2-40B4-BE49-F238E27FC236}">
                    <a16:creationId xmlns:a16="http://schemas.microsoft.com/office/drawing/2014/main" id="{C09AE390-953D-C7F4-BF1E-BB0BD3352531}"/>
                  </a:ext>
                </a:extLst>
              </p:cNvPr>
              <p:cNvSpPr/>
              <p:nvPr/>
            </p:nvSpPr>
            <p:spPr>
              <a:xfrm>
                <a:off x="4921897" y="2045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4" name="Freeform 28033">
                <a:extLst>
                  <a:ext uri="{FF2B5EF4-FFF2-40B4-BE49-F238E27FC236}">
                    <a16:creationId xmlns:a16="http://schemas.microsoft.com/office/drawing/2014/main" id="{6E15743D-F657-8866-1AEE-CCDAFACAC03E}"/>
                  </a:ext>
                </a:extLst>
              </p:cNvPr>
              <p:cNvSpPr/>
              <p:nvPr/>
            </p:nvSpPr>
            <p:spPr>
              <a:xfrm>
                <a:off x="4922393" y="2066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5" name="Freeform 28034">
                <a:extLst>
                  <a:ext uri="{FF2B5EF4-FFF2-40B4-BE49-F238E27FC236}">
                    <a16:creationId xmlns:a16="http://schemas.microsoft.com/office/drawing/2014/main" id="{B6BF2E67-AA95-708B-B41A-215574013C2C}"/>
                  </a:ext>
                </a:extLst>
              </p:cNvPr>
              <p:cNvSpPr/>
              <p:nvPr/>
            </p:nvSpPr>
            <p:spPr>
              <a:xfrm>
                <a:off x="4922988" y="2086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6" name="Freeform 28035">
                <a:extLst>
                  <a:ext uri="{FF2B5EF4-FFF2-40B4-BE49-F238E27FC236}">
                    <a16:creationId xmlns:a16="http://schemas.microsoft.com/office/drawing/2014/main" id="{3E830CA6-744E-2C26-75C7-ABA58B3E3EE9}"/>
                  </a:ext>
                </a:extLst>
              </p:cNvPr>
              <p:cNvSpPr/>
              <p:nvPr/>
            </p:nvSpPr>
            <p:spPr>
              <a:xfrm>
                <a:off x="4923484" y="2094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7" name="Freeform 28036">
                <a:extLst>
                  <a:ext uri="{FF2B5EF4-FFF2-40B4-BE49-F238E27FC236}">
                    <a16:creationId xmlns:a16="http://schemas.microsoft.com/office/drawing/2014/main" id="{A0D1852E-7CE3-8CB1-8B68-78854C9D8259}"/>
                  </a:ext>
                </a:extLst>
              </p:cNvPr>
              <p:cNvSpPr/>
              <p:nvPr/>
            </p:nvSpPr>
            <p:spPr>
              <a:xfrm>
                <a:off x="4923980" y="2093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8" name="Freeform 28037">
                <a:extLst>
                  <a:ext uri="{FF2B5EF4-FFF2-40B4-BE49-F238E27FC236}">
                    <a16:creationId xmlns:a16="http://schemas.microsoft.com/office/drawing/2014/main" id="{8EFEE1E0-AF5C-AD81-EE45-8ABC274716F7}"/>
                  </a:ext>
                </a:extLst>
              </p:cNvPr>
              <p:cNvSpPr/>
              <p:nvPr/>
            </p:nvSpPr>
            <p:spPr>
              <a:xfrm>
                <a:off x="4924576" y="209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9" name="Freeform 28038">
                <a:extLst>
                  <a:ext uri="{FF2B5EF4-FFF2-40B4-BE49-F238E27FC236}">
                    <a16:creationId xmlns:a16="http://schemas.microsoft.com/office/drawing/2014/main" id="{B8A71C6D-3D18-2E3A-FE3E-AAB56C314EBD}"/>
                  </a:ext>
                </a:extLst>
              </p:cNvPr>
              <p:cNvSpPr/>
              <p:nvPr/>
            </p:nvSpPr>
            <p:spPr>
              <a:xfrm>
                <a:off x="4925072" y="2089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0" name="Freeform 28039">
                <a:extLst>
                  <a:ext uri="{FF2B5EF4-FFF2-40B4-BE49-F238E27FC236}">
                    <a16:creationId xmlns:a16="http://schemas.microsoft.com/office/drawing/2014/main" id="{30AF11AD-B0A5-CEEC-EE9D-60872F1ED919}"/>
                  </a:ext>
                </a:extLst>
              </p:cNvPr>
              <p:cNvSpPr/>
              <p:nvPr/>
            </p:nvSpPr>
            <p:spPr>
              <a:xfrm>
                <a:off x="4925568" y="208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1" name="Freeform 28040">
                <a:extLst>
                  <a:ext uri="{FF2B5EF4-FFF2-40B4-BE49-F238E27FC236}">
                    <a16:creationId xmlns:a16="http://schemas.microsoft.com/office/drawing/2014/main" id="{338F0547-C68C-B189-DD5B-9E913F48290E}"/>
                  </a:ext>
                </a:extLst>
              </p:cNvPr>
              <p:cNvSpPr/>
              <p:nvPr/>
            </p:nvSpPr>
            <p:spPr>
              <a:xfrm>
                <a:off x="4926163" y="2082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2" name="Freeform 28041">
                <a:extLst>
                  <a:ext uri="{FF2B5EF4-FFF2-40B4-BE49-F238E27FC236}">
                    <a16:creationId xmlns:a16="http://schemas.microsoft.com/office/drawing/2014/main" id="{C4AB63C1-32C5-FD0B-C82F-9182BAE5086F}"/>
                  </a:ext>
                </a:extLst>
              </p:cNvPr>
              <p:cNvSpPr/>
              <p:nvPr/>
            </p:nvSpPr>
            <p:spPr>
              <a:xfrm>
                <a:off x="4926659" y="2355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3" name="Freeform 28042">
                <a:extLst>
                  <a:ext uri="{FF2B5EF4-FFF2-40B4-BE49-F238E27FC236}">
                    <a16:creationId xmlns:a16="http://schemas.microsoft.com/office/drawing/2014/main" id="{B42A2C95-E9DF-ACA5-0FFA-303521981AC5}"/>
                  </a:ext>
                </a:extLst>
              </p:cNvPr>
              <p:cNvSpPr/>
              <p:nvPr/>
            </p:nvSpPr>
            <p:spPr>
              <a:xfrm>
                <a:off x="4927155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4" name="Freeform 28043">
                <a:extLst>
                  <a:ext uri="{FF2B5EF4-FFF2-40B4-BE49-F238E27FC236}">
                    <a16:creationId xmlns:a16="http://schemas.microsoft.com/office/drawing/2014/main" id="{DE4BCEFA-324B-889B-71FF-8082186564BC}"/>
                  </a:ext>
                </a:extLst>
              </p:cNvPr>
              <p:cNvSpPr/>
              <p:nvPr/>
            </p:nvSpPr>
            <p:spPr>
              <a:xfrm>
                <a:off x="4927751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5" name="Freeform 28044">
                <a:extLst>
                  <a:ext uri="{FF2B5EF4-FFF2-40B4-BE49-F238E27FC236}">
                    <a16:creationId xmlns:a16="http://schemas.microsoft.com/office/drawing/2014/main" id="{E85E7947-B104-101E-8187-751C4AFE5527}"/>
                  </a:ext>
                </a:extLst>
              </p:cNvPr>
              <p:cNvSpPr/>
              <p:nvPr/>
            </p:nvSpPr>
            <p:spPr>
              <a:xfrm>
                <a:off x="4928247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6" name="Freeform 28045">
                <a:extLst>
                  <a:ext uri="{FF2B5EF4-FFF2-40B4-BE49-F238E27FC236}">
                    <a16:creationId xmlns:a16="http://schemas.microsoft.com/office/drawing/2014/main" id="{6DDD4965-91A5-2DC2-D246-B73E0C16C6F7}"/>
                  </a:ext>
                </a:extLst>
              </p:cNvPr>
              <p:cNvSpPr/>
              <p:nvPr/>
            </p:nvSpPr>
            <p:spPr>
              <a:xfrm>
                <a:off x="4928743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7" name="Freeform 28046">
                <a:extLst>
                  <a:ext uri="{FF2B5EF4-FFF2-40B4-BE49-F238E27FC236}">
                    <a16:creationId xmlns:a16="http://schemas.microsoft.com/office/drawing/2014/main" id="{7ADE55A3-5935-88C0-44D6-78CBFDF351AA}"/>
                  </a:ext>
                </a:extLst>
              </p:cNvPr>
              <p:cNvSpPr/>
              <p:nvPr/>
            </p:nvSpPr>
            <p:spPr>
              <a:xfrm>
                <a:off x="4929239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8" name="Freeform 28047">
                <a:extLst>
                  <a:ext uri="{FF2B5EF4-FFF2-40B4-BE49-F238E27FC236}">
                    <a16:creationId xmlns:a16="http://schemas.microsoft.com/office/drawing/2014/main" id="{4BB30394-005F-7B36-52A7-FB7F87DCE238}"/>
                  </a:ext>
                </a:extLst>
              </p:cNvPr>
              <p:cNvSpPr/>
              <p:nvPr/>
            </p:nvSpPr>
            <p:spPr>
              <a:xfrm>
                <a:off x="492983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9" name="Freeform 28048">
                <a:extLst>
                  <a:ext uri="{FF2B5EF4-FFF2-40B4-BE49-F238E27FC236}">
                    <a16:creationId xmlns:a16="http://schemas.microsoft.com/office/drawing/2014/main" id="{D52529A5-E779-1CB3-644F-89260C17C76C}"/>
                  </a:ext>
                </a:extLst>
              </p:cNvPr>
              <p:cNvSpPr/>
              <p:nvPr/>
            </p:nvSpPr>
            <p:spPr>
              <a:xfrm>
                <a:off x="4930330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0" name="Freeform 28049">
                <a:extLst>
                  <a:ext uri="{FF2B5EF4-FFF2-40B4-BE49-F238E27FC236}">
                    <a16:creationId xmlns:a16="http://schemas.microsoft.com/office/drawing/2014/main" id="{777B0141-7D1D-4FA2-FB42-701E84DD01C4}"/>
                  </a:ext>
                </a:extLst>
              </p:cNvPr>
              <p:cNvSpPr/>
              <p:nvPr/>
            </p:nvSpPr>
            <p:spPr>
              <a:xfrm>
                <a:off x="4930827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1" name="Freeform 28050">
                <a:extLst>
                  <a:ext uri="{FF2B5EF4-FFF2-40B4-BE49-F238E27FC236}">
                    <a16:creationId xmlns:a16="http://schemas.microsoft.com/office/drawing/2014/main" id="{1EF77E23-87E3-7E05-7725-2543616DA155}"/>
                  </a:ext>
                </a:extLst>
              </p:cNvPr>
              <p:cNvSpPr/>
              <p:nvPr/>
            </p:nvSpPr>
            <p:spPr>
              <a:xfrm>
                <a:off x="4931422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2" name="Freeform 28051">
                <a:extLst>
                  <a:ext uri="{FF2B5EF4-FFF2-40B4-BE49-F238E27FC236}">
                    <a16:creationId xmlns:a16="http://schemas.microsoft.com/office/drawing/2014/main" id="{165369A1-6FD5-3E2B-DA3D-6BCDC430024A}"/>
                  </a:ext>
                </a:extLst>
              </p:cNvPr>
              <p:cNvSpPr/>
              <p:nvPr/>
            </p:nvSpPr>
            <p:spPr>
              <a:xfrm>
                <a:off x="4931918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3" name="Freeform 28052">
                <a:extLst>
                  <a:ext uri="{FF2B5EF4-FFF2-40B4-BE49-F238E27FC236}">
                    <a16:creationId xmlns:a16="http://schemas.microsoft.com/office/drawing/2014/main" id="{A7556BEF-FD77-D173-5E04-6121D68E0EC3}"/>
                  </a:ext>
                </a:extLst>
              </p:cNvPr>
              <p:cNvSpPr/>
              <p:nvPr/>
            </p:nvSpPr>
            <p:spPr>
              <a:xfrm>
                <a:off x="4932414" y="2314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4" name="Freeform 28053">
                <a:extLst>
                  <a:ext uri="{FF2B5EF4-FFF2-40B4-BE49-F238E27FC236}">
                    <a16:creationId xmlns:a16="http://schemas.microsoft.com/office/drawing/2014/main" id="{0A32CC6E-06D8-BD68-7232-277869D0687F}"/>
                  </a:ext>
                </a:extLst>
              </p:cNvPr>
              <p:cNvSpPr/>
              <p:nvPr/>
            </p:nvSpPr>
            <p:spPr>
              <a:xfrm>
                <a:off x="4933009" y="2309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5" name="Freeform 28054">
                <a:extLst>
                  <a:ext uri="{FF2B5EF4-FFF2-40B4-BE49-F238E27FC236}">
                    <a16:creationId xmlns:a16="http://schemas.microsoft.com/office/drawing/2014/main" id="{8A2DA9E5-5FC8-37F7-A665-DB81BD8DE2B3}"/>
                  </a:ext>
                </a:extLst>
              </p:cNvPr>
              <p:cNvSpPr/>
              <p:nvPr/>
            </p:nvSpPr>
            <p:spPr>
              <a:xfrm>
                <a:off x="4933505" y="2249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6" name="Freeform 28055">
                <a:extLst>
                  <a:ext uri="{FF2B5EF4-FFF2-40B4-BE49-F238E27FC236}">
                    <a16:creationId xmlns:a16="http://schemas.microsoft.com/office/drawing/2014/main" id="{71E60BB7-3C99-3ABA-3022-35DFDC187052}"/>
                  </a:ext>
                </a:extLst>
              </p:cNvPr>
              <p:cNvSpPr/>
              <p:nvPr/>
            </p:nvSpPr>
            <p:spPr>
              <a:xfrm>
                <a:off x="4934002" y="2307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7" name="Freeform 28056">
                <a:extLst>
                  <a:ext uri="{FF2B5EF4-FFF2-40B4-BE49-F238E27FC236}">
                    <a16:creationId xmlns:a16="http://schemas.microsoft.com/office/drawing/2014/main" id="{1ECD82A0-89C6-CB65-CB89-B37F9356B97C}"/>
                  </a:ext>
                </a:extLst>
              </p:cNvPr>
              <p:cNvSpPr/>
              <p:nvPr/>
            </p:nvSpPr>
            <p:spPr>
              <a:xfrm>
                <a:off x="4934597" y="2306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8" name="Freeform 28057">
                <a:extLst>
                  <a:ext uri="{FF2B5EF4-FFF2-40B4-BE49-F238E27FC236}">
                    <a16:creationId xmlns:a16="http://schemas.microsoft.com/office/drawing/2014/main" id="{28586916-DC48-78C1-6D0D-B89D8FE57EB3}"/>
                  </a:ext>
                </a:extLst>
              </p:cNvPr>
              <p:cNvSpPr/>
              <p:nvPr/>
            </p:nvSpPr>
            <p:spPr>
              <a:xfrm>
                <a:off x="4935093" y="2300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9" name="Freeform 28058">
                <a:extLst>
                  <a:ext uri="{FF2B5EF4-FFF2-40B4-BE49-F238E27FC236}">
                    <a16:creationId xmlns:a16="http://schemas.microsoft.com/office/drawing/2014/main" id="{6C0505FE-F2F3-4C22-4F03-19C7CEF60350}"/>
                  </a:ext>
                </a:extLst>
              </p:cNvPr>
              <p:cNvSpPr/>
              <p:nvPr/>
            </p:nvSpPr>
            <p:spPr>
              <a:xfrm>
                <a:off x="4935589" y="2290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0" name="Freeform 28059">
                <a:extLst>
                  <a:ext uri="{FF2B5EF4-FFF2-40B4-BE49-F238E27FC236}">
                    <a16:creationId xmlns:a16="http://schemas.microsoft.com/office/drawing/2014/main" id="{0156916B-3C40-48DE-00A3-8038957C7AC1}"/>
                  </a:ext>
                </a:extLst>
              </p:cNvPr>
              <p:cNvSpPr/>
              <p:nvPr/>
            </p:nvSpPr>
            <p:spPr>
              <a:xfrm>
                <a:off x="4936184" y="2283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1" name="Freeform 28060">
                <a:extLst>
                  <a:ext uri="{FF2B5EF4-FFF2-40B4-BE49-F238E27FC236}">
                    <a16:creationId xmlns:a16="http://schemas.microsoft.com/office/drawing/2014/main" id="{BF66C9C6-1AEE-C899-106D-F5DCF7635AC5}"/>
                  </a:ext>
                </a:extLst>
              </p:cNvPr>
              <p:cNvSpPr/>
              <p:nvPr/>
            </p:nvSpPr>
            <p:spPr>
              <a:xfrm>
                <a:off x="4936680" y="2278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2" name="Freeform 28061">
                <a:extLst>
                  <a:ext uri="{FF2B5EF4-FFF2-40B4-BE49-F238E27FC236}">
                    <a16:creationId xmlns:a16="http://schemas.microsoft.com/office/drawing/2014/main" id="{033C16B7-FDD2-EA31-A225-549C6A8E55A1}"/>
                  </a:ext>
                </a:extLst>
              </p:cNvPr>
              <p:cNvSpPr/>
              <p:nvPr/>
            </p:nvSpPr>
            <p:spPr>
              <a:xfrm>
                <a:off x="4937177" y="2272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3" name="Freeform 28062">
                <a:extLst>
                  <a:ext uri="{FF2B5EF4-FFF2-40B4-BE49-F238E27FC236}">
                    <a16:creationId xmlns:a16="http://schemas.microsoft.com/office/drawing/2014/main" id="{7072FA24-440E-C5AF-F0A1-022402E76720}"/>
                  </a:ext>
                </a:extLst>
              </p:cNvPr>
              <p:cNvSpPr/>
              <p:nvPr/>
            </p:nvSpPr>
            <p:spPr>
              <a:xfrm>
                <a:off x="4937772" y="2273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4" name="Freeform 28063">
                <a:extLst>
                  <a:ext uri="{FF2B5EF4-FFF2-40B4-BE49-F238E27FC236}">
                    <a16:creationId xmlns:a16="http://schemas.microsoft.com/office/drawing/2014/main" id="{67F016A7-37C9-1B97-D432-53836E6B9957}"/>
                  </a:ext>
                </a:extLst>
              </p:cNvPr>
              <p:cNvSpPr/>
              <p:nvPr/>
            </p:nvSpPr>
            <p:spPr>
              <a:xfrm>
                <a:off x="4938268" y="2271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5" name="Freeform 28064">
                <a:extLst>
                  <a:ext uri="{FF2B5EF4-FFF2-40B4-BE49-F238E27FC236}">
                    <a16:creationId xmlns:a16="http://schemas.microsoft.com/office/drawing/2014/main" id="{9C193F2B-EAE3-5B37-5E89-59C69A6C0665}"/>
                  </a:ext>
                </a:extLst>
              </p:cNvPr>
              <p:cNvSpPr/>
              <p:nvPr/>
            </p:nvSpPr>
            <p:spPr>
              <a:xfrm>
                <a:off x="4938764" y="2272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6" name="Freeform 28065">
                <a:extLst>
                  <a:ext uri="{FF2B5EF4-FFF2-40B4-BE49-F238E27FC236}">
                    <a16:creationId xmlns:a16="http://schemas.microsoft.com/office/drawing/2014/main" id="{5726B5F3-13ED-27C2-B534-CC1E80A62DB2}"/>
                  </a:ext>
                </a:extLst>
              </p:cNvPr>
              <p:cNvSpPr/>
              <p:nvPr/>
            </p:nvSpPr>
            <p:spPr>
              <a:xfrm>
                <a:off x="4939359" y="2318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7" name="Freeform 28066">
                <a:extLst>
                  <a:ext uri="{FF2B5EF4-FFF2-40B4-BE49-F238E27FC236}">
                    <a16:creationId xmlns:a16="http://schemas.microsoft.com/office/drawing/2014/main" id="{24FFC6D4-F2CF-85FC-EC3A-DBF51C70B86E}"/>
                  </a:ext>
                </a:extLst>
              </p:cNvPr>
              <p:cNvSpPr/>
              <p:nvPr/>
            </p:nvSpPr>
            <p:spPr>
              <a:xfrm>
                <a:off x="4939855" y="2375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8" name="Freeform 28067">
                <a:extLst>
                  <a:ext uri="{FF2B5EF4-FFF2-40B4-BE49-F238E27FC236}">
                    <a16:creationId xmlns:a16="http://schemas.microsoft.com/office/drawing/2014/main" id="{D848F2B8-4CC1-91D9-6355-6AF327029E99}"/>
                  </a:ext>
                </a:extLst>
              </p:cNvPr>
              <p:cNvSpPr/>
              <p:nvPr/>
            </p:nvSpPr>
            <p:spPr>
              <a:xfrm>
                <a:off x="4940352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9" name="Freeform 28068">
                <a:extLst>
                  <a:ext uri="{FF2B5EF4-FFF2-40B4-BE49-F238E27FC236}">
                    <a16:creationId xmlns:a16="http://schemas.microsoft.com/office/drawing/2014/main" id="{4118F619-B59E-7DF6-4EAB-9F732F9202B7}"/>
                  </a:ext>
                </a:extLst>
              </p:cNvPr>
              <p:cNvSpPr/>
              <p:nvPr/>
            </p:nvSpPr>
            <p:spPr>
              <a:xfrm>
                <a:off x="4940947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0" name="Freeform 28069">
                <a:extLst>
                  <a:ext uri="{FF2B5EF4-FFF2-40B4-BE49-F238E27FC236}">
                    <a16:creationId xmlns:a16="http://schemas.microsoft.com/office/drawing/2014/main" id="{55FE0E29-A4D8-CEE4-FC0B-A63AD48788DB}"/>
                  </a:ext>
                </a:extLst>
              </p:cNvPr>
              <p:cNvSpPr/>
              <p:nvPr/>
            </p:nvSpPr>
            <p:spPr>
              <a:xfrm>
                <a:off x="4941443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1" name="Freeform 28070">
                <a:extLst>
                  <a:ext uri="{FF2B5EF4-FFF2-40B4-BE49-F238E27FC236}">
                    <a16:creationId xmlns:a16="http://schemas.microsoft.com/office/drawing/2014/main" id="{E5299B52-0B31-259C-7CDC-55B2F972B0A3}"/>
                  </a:ext>
                </a:extLst>
              </p:cNvPr>
              <p:cNvSpPr/>
              <p:nvPr/>
            </p:nvSpPr>
            <p:spPr>
              <a:xfrm>
                <a:off x="4941939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2" name="Freeform 28071">
                <a:extLst>
                  <a:ext uri="{FF2B5EF4-FFF2-40B4-BE49-F238E27FC236}">
                    <a16:creationId xmlns:a16="http://schemas.microsoft.com/office/drawing/2014/main" id="{A4CD02BC-3BAC-0FDF-0290-C89495E1776A}"/>
                  </a:ext>
                </a:extLst>
              </p:cNvPr>
              <p:cNvSpPr/>
              <p:nvPr/>
            </p:nvSpPr>
            <p:spPr>
              <a:xfrm>
                <a:off x="4942435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3" name="Freeform 28072">
                <a:extLst>
                  <a:ext uri="{FF2B5EF4-FFF2-40B4-BE49-F238E27FC236}">
                    <a16:creationId xmlns:a16="http://schemas.microsoft.com/office/drawing/2014/main" id="{9180FB11-1111-04C4-41E3-A68AB9DDF4E3}"/>
                  </a:ext>
                </a:extLst>
              </p:cNvPr>
              <p:cNvSpPr/>
              <p:nvPr/>
            </p:nvSpPr>
            <p:spPr>
              <a:xfrm>
                <a:off x="4943030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4" name="Freeform 28073">
                <a:extLst>
                  <a:ext uri="{FF2B5EF4-FFF2-40B4-BE49-F238E27FC236}">
                    <a16:creationId xmlns:a16="http://schemas.microsoft.com/office/drawing/2014/main" id="{917202D7-9B16-3B68-D119-143CF3CBA341}"/>
                  </a:ext>
                </a:extLst>
              </p:cNvPr>
              <p:cNvSpPr/>
              <p:nvPr/>
            </p:nvSpPr>
            <p:spPr>
              <a:xfrm>
                <a:off x="4943527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5" name="Freeform 28074">
                <a:extLst>
                  <a:ext uri="{FF2B5EF4-FFF2-40B4-BE49-F238E27FC236}">
                    <a16:creationId xmlns:a16="http://schemas.microsoft.com/office/drawing/2014/main" id="{02602547-4A7E-59FF-3312-D79471F3E384}"/>
                  </a:ext>
                </a:extLst>
              </p:cNvPr>
              <p:cNvSpPr/>
              <p:nvPr/>
            </p:nvSpPr>
            <p:spPr>
              <a:xfrm>
                <a:off x="4944023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6" name="Freeform 28075">
                <a:extLst>
                  <a:ext uri="{FF2B5EF4-FFF2-40B4-BE49-F238E27FC236}">
                    <a16:creationId xmlns:a16="http://schemas.microsoft.com/office/drawing/2014/main" id="{2C2842B8-996D-5F2A-810C-4F58913C6A79}"/>
                  </a:ext>
                </a:extLst>
              </p:cNvPr>
              <p:cNvSpPr/>
              <p:nvPr/>
            </p:nvSpPr>
            <p:spPr>
              <a:xfrm>
                <a:off x="4944618" y="2172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7" name="Freeform 28076">
                <a:extLst>
                  <a:ext uri="{FF2B5EF4-FFF2-40B4-BE49-F238E27FC236}">
                    <a16:creationId xmlns:a16="http://schemas.microsoft.com/office/drawing/2014/main" id="{855F4CA1-AA4C-50F0-F63D-8CAF5E185740}"/>
                  </a:ext>
                </a:extLst>
              </p:cNvPr>
              <p:cNvSpPr/>
              <p:nvPr/>
            </p:nvSpPr>
            <p:spPr>
              <a:xfrm>
                <a:off x="4945114" y="2059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8" name="Freeform 28077">
                <a:extLst>
                  <a:ext uri="{FF2B5EF4-FFF2-40B4-BE49-F238E27FC236}">
                    <a16:creationId xmlns:a16="http://schemas.microsoft.com/office/drawing/2014/main" id="{EA9D28D4-2FEF-7D66-ECCC-2882C8B9E9C2}"/>
                  </a:ext>
                </a:extLst>
              </p:cNvPr>
              <p:cNvSpPr/>
              <p:nvPr/>
            </p:nvSpPr>
            <p:spPr>
              <a:xfrm>
                <a:off x="4945610" y="2000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9" name="Freeform 28078">
                <a:extLst>
                  <a:ext uri="{FF2B5EF4-FFF2-40B4-BE49-F238E27FC236}">
                    <a16:creationId xmlns:a16="http://schemas.microsoft.com/office/drawing/2014/main" id="{D5C2CB96-66B6-89F9-103A-D0DEAFBB3AAD}"/>
                  </a:ext>
                </a:extLst>
              </p:cNvPr>
              <p:cNvSpPr/>
              <p:nvPr/>
            </p:nvSpPr>
            <p:spPr>
              <a:xfrm>
                <a:off x="4946205" y="1889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0" name="Freeform 28079">
                <a:extLst>
                  <a:ext uri="{FF2B5EF4-FFF2-40B4-BE49-F238E27FC236}">
                    <a16:creationId xmlns:a16="http://schemas.microsoft.com/office/drawing/2014/main" id="{EB13544F-1266-72F2-B37A-D035AF4C6577}"/>
                  </a:ext>
                </a:extLst>
              </p:cNvPr>
              <p:cNvSpPr/>
              <p:nvPr/>
            </p:nvSpPr>
            <p:spPr>
              <a:xfrm>
                <a:off x="4946702" y="198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1" name="Freeform 28080">
                <a:extLst>
                  <a:ext uri="{FF2B5EF4-FFF2-40B4-BE49-F238E27FC236}">
                    <a16:creationId xmlns:a16="http://schemas.microsoft.com/office/drawing/2014/main" id="{003BB22B-221D-8FC6-1355-76D5373B9C29}"/>
                  </a:ext>
                </a:extLst>
              </p:cNvPr>
              <p:cNvSpPr/>
              <p:nvPr/>
            </p:nvSpPr>
            <p:spPr>
              <a:xfrm>
                <a:off x="4947198" y="1961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2" name="Freeform 28081">
                <a:extLst>
                  <a:ext uri="{FF2B5EF4-FFF2-40B4-BE49-F238E27FC236}">
                    <a16:creationId xmlns:a16="http://schemas.microsoft.com/office/drawing/2014/main" id="{65D295AC-17DD-FDF9-85C1-FED74E3548F8}"/>
                  </a:ext>
                </a:extLst>
              </p:cNvPr>
              <p:cNvSpPr/>
              <p:nvPr/>
            </p:nvSpPr>
            <p:spPr>
              <a:xfrm>
                <a:off x="4947793" y="1975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3" name="Freeform 28082">
                <a:extLst>
                  <a:ext uri="{FF2B5EF4-FFF2-40B4-BE49-F238E27FC236}">
                    <a16:creationId xmlns:a16="http://schemas.microsoft.com/office/drawing/2014/main" id="{9B933874-DACC-F51E-6577-E80598C4A27B}"/>
                  </a:ext>
                </a:extLst>
              </p:cNvPr>
              <p:cNvSpPr/>
              <p:nvPr/>
            </p:nvSpPr>
            <p:spPr>
              <a:xfrm>
                <a:off x="4948289" y="2040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4" name="Freeform 28083">
                <a:extLst>
                  <a:ext uri="{FF2B5EF4-FFF2-40B4-BE49-F238E27FC236}">
                    <a16:creationId xmlns:a16="http://schemas.microsoft.com/office/drawing/2014/main" id="{DEE8A33D-FD47-F638-B6E2-7341DFB4E879}"/>
                  </a:ext>
                </a:extLst>
              </p:cNvPr>
              <p:cNvSpPr/>
              <p:nvPr/>
            </p:nvSpPr>
            <p:spPr>
              <a:xfrm>
                <a:off x="4948785" y="201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5" name="Freeform 28084">
                <a:extLst>
                  <a:ext uri="{FF2B5EF4-FFF2-40B4-BE49-F238E27FC236}">
                    <a16:creationId xmlns:a16="http://schemas.microsoft.com/office/drawing/2014/main" id="{7B404F0F-29EB-72EC-70DE-E7B9C9ACA5CD}"/>
                  </a:ext>
                </a:extLst>
              </p:cNvPr>
              <p:cNvSpPr/>
              <p:nvPr/>
            </p:nvSpPr>
            <p:spPr>
              <a:xfrm>
                <a:off x="4949380" y="1997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6" name="Freeform 28085">
                <a:extLst>
                  <a:ext uri="{FF2B5EF4-FFF2-40B4-BE49-F238E27FC236}">
                    <a16:creationId xmlns:a16="http://schemas.microsoft.com/office/drawing/2014/main" id="{123D5E3E-46FB-2403-98D1-91220E4AAA03}"/>
                  </a:ext>
                </a:extLst>
              </p:cNvPr>
              <p:cNvSpPr/>
              <p:nvPr/>
            </p:nvSpPr>
            <p:spPr>
              <a:xfrm>
                <a:off x="4949877" y="1984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7" name="Freeform 28086">
                <a:extLst>
                  <a:ext uri="{FF2B5EF4-FFF2-40B4-BE49-F238E27FC236}">
                    <a16:creationId xmlns:a16="http://schemas.microsoft.com/office/drawing/2014/main" id="{328B47BC-8BF9-AD96-4364-66A2B4CEAA88}"/>
                  </a:ext>
                </a:extLst>
              </p:cNvPr>
              <p:cNvSpPr/>
              <p:nvPr/>
            </p:nvSpPr>
            <p:spPr>
              <a:xfrm>
                <a:off x="4950373" y="19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8" name="Freeform 28087">
                <a:extLst>
                  <a:ext uri="{FF2B5EF4-FFF2-40B4-BE49-F238E27FC236}">
                    <a16:creationId xmlns:a16="http://schemas.microsoft.com/office/drawing/2014/main" id="{18C454E1-706B-C464-7ED3-CB592959602B}"/>
                  </a:ext>
                </a:extLst>
              </p:cNvPr>
              <p:cNvSpPr/>
              <p:nvPr/>
            </p:nvSpPr>
            <p:spPr>
              <a:xfrm>
                <a:off x="4950968" y="199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9" name="Freeform 28088">
                <a:extLst>
                  <a:ext uri="{FF2B5EF4-FFF2-40B4-BE49-F238E27FC236}">
                    <a16:creationId xmlns:a16="http://schemas.microsoft.com/office/drawing/2014/main" id="{7DFE7747-7435-E9B6-6E5B-EA15033587AF}"/>
                  </a:ext>
                </a:extLst>
              </p:cNvPr>
              <p:cNvSpPr/>
              <p:nvPr/>
            </p:nvSpPr>
            <p:spPr>
              <a:xfrm>
                <a:off x="4951464" y="2026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0" name="Freeform 28089">
                <a:extLst>
                  <a:ext uri="{FF2B5EF4-FFF2-40B4-BE49-F238E27FC236}">
                    <a16:creationId xmlns:a16="http://schemas.microsoft.com/office/drawing/2014/main" id="{604BD590-BB04-8C80-3A0B-51265CF019D3}"/>
                  </a:ext>
                </a:extLst>
              </p:cNvPr>
              <p:cNvSpPr/>
              <p:nvPr/>
            </p:nvSpPr>
            <p:spPr>
              <a:xfrm>
                <a:off x="4951960" y="2314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1" name="Freeform 28090">
                <a:extLst>
                  <a:ext uri="{FF2B5EF4-FFF2-40B4-BE49-F238E27FC236}">
                    <a16:creationId xmlns:a16="http://schemas.microsoft.com/office/drawing/2014/main" id="{985CB662-0512-F628-DBF9-FD00BF744B83}"/>
                  </a:ext>
                </a:extLst>
              </p:cNvPr>
              <p:cNvSpPr/>
              <p:nvPr/>
            </p:nvSpPr>
            <p:spPr>
              <a:xfrm>
                <a:off x="4952555" y="2379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2" name="Freeform 28091">
                <a:extLst>
                  <a:ext uri="{FF2B5EF4-FFF2-40B4-BE49-F238E27FC236}">
                    <a16:creationId xmlns:a16="http://schemas.microsoft.com/office/drawing/2014/main" id="{00AF348D-A1F8-8026-3363-77417A5A4670}"/>
                  </a:ext>
                </a:extLst>
              </p:cNvPr>
              <p:cNvSpPr/>
              <p:nvPr/>
            </p:nvSpPr>
            <p:spPr>
              <a:xfrm>
                <a:off x="4953052" y="2381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3" name="Freeform 28092">
                <a:extLst>
                  <a:ext uri="{FF2B5EF4-FFF2-40B4-BE49-F238E27FC236}">
                    <a16:creationId xmlns:a16="http://schemas.microsoft.com/office/drawing/2014/main" id="{11689584-48A1-C705-403A-DCF4119573A2}"/>
                  </a:ext>
                </a:extLst>
              </p:cNvPr>
              <p:cNvSpPr/>
              <p:nvPr/>
            </p:nvSpPr>
            <p:spPr>
              <a:xfrm>
                <a:off x="4953548" y="2385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4" name="Freeform 28093">
                <a:extLst>
                  <a:ext uri="{FF2B5EF4-FFF2-40B4-BE49-F238E27FC236}">
                    <a16:creationId xmlns:a16="http://schemas.microsoft.com/office/drawing/2014/main" id="{79C722BA-909D-D6E9-CE0E-5CE70406BC7A}"/>
                  </a:ext>
                </a:extLst>
              </p:cNvPr>
              <p:cNvSpPr/>
              <p:nvPr/>
            </p:nvSpPr>
            <p:spPr>
              <a:xfrm>
                <a:off x="4954044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5" name="Freeform 28094">
                <a:extLst>
                  <a:ext uri="{FF2B5EF4-FFF2-40B4-BE49-F238E27FC236}">
                    <a16:creationId xmlns:a16="http://schemas.microsoft.com/office/drawing/2014/main" id="{B8618F43-3B3F-07A1-A012-D73E8668EE23}"/>
                  </a:ext>
                </a:extLst>
              </p:cNvPr>
              <p:cNvSpPr/>
              <p:nvPr/>
            </p:nvSpPr>
            <p:spPr>
              <a:xfrm>
                <a:off x="4954639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6" name="Freeform 28095">
                <a:extLst>
                  <a:ext uri="{FF2B5EF4-FFF2-40B4-BE49-F238E27FC236}">
                    <a16:creationId xmlns:a16="http://schemas.microsoft.com/office/drawing/2014/main" id="{5CF95434-4AF2-5F53-B905-AE0FC4C4D5C6}"/>
                  </a:ext>
                </a:extLst>
              </p:cNvPr>
              <p:cNvSpPr/>
              <p:nvPr/>
            </p:nvSpPr>
            <p:spPr>
              <a:xfrm>
                <a:off x="4955135" y="2393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7" name="Freeform 28096">
                <a:extLst>
                  <a:ext uri="{FF2B5EF4-FFF2-40B4-BE49-F238E27FC236}">
                    <a16:creationId xmlns:a16="http://schemas.microsoft.com/office/drawing/2014/main" id="{588BDFD9-3366-A89D-82C8-2318AB4F9776}"/>
                  </a:ext>
                </a:extLst>
              </p:cNvPr>
              <p:cNvSpPr/>
              <p:nvPr/>
            </p:nvSpPr>
            <p:spPr>
              <a:xfrm>
                <a:off x="4955631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8" name="Freeform 28097">
                <a:extLst>
                  <a:ext uri="{FF2B5EF4-FFF2-40B4-BE49-F238E27FC236}">
                    <a16:creationId xmlns:a16="http://schemas.microsoft.com/office/drawing/2014/main" id="{C673C97D-BE6F-BAAB-4A2C-FC3BF95A3C8D}"/>
                  </a:ext>
                </a:extLst>
              </p:cNvPr>
              <p:cNvSpPr/>
              <p:nvPr/>
            </p:nvSpPr>
            <p:spPr>
              <a:xfrm>
                <a:off x="4956227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9" name="Freeform 28098">
                <a:extLst>
                  <a:ext uri="{FF2B5EF4-FFF2-40B4-BE49-F238E27FC236}">
                    <a16:creationId xmlns:a16="http://schemas.microsoft.com/office/drawing/2014/main" id="{4F233722-17B6-5050-1DA1-3DD03E0D9451}"/>
                  </a:ext>
                </a:extLst>
              </p:cNvPr>
              <p:cNvSpPr/>
              <p:nvPr/>
            </p:nvSpPr>
            <p:spPr>
              <a:xfrm>
                <a:off x="4956723" y="2385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0" name="Freeform 28099">
                <a:extLst>
                  <a:ext uri="{FF2B5EF4-FFF2-40B4-BE49-F238E27FC236}">
                    <a16:creationId xmlns:a16="http://schemas.microsoft.com/office/drawing/2014/main" id="{F5C535F2-370A-9E31-5C08-C48B39F08069}"/>
                  </a:ext>
                </a:extLst>
              </p:cNvPr>
              <p:cNvSpPr/>
              <p:nvPr/>
            </p:nvSpPr>
            <p:spPr>
              <a:xfrm>
                <a:off x="4957219" y="2244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1" name="Freeform 28100">
                <a:extLst>
                  <a:ext uri="{FF2B5EF4-FFF2-40B4-BE49-F238E27FC236}">
                    <a16:creationId xmlns:a16="http://schemas.microsoft.com/office/drawing/2014/main" id="{89DC3A66-C9DD-E2D7-6692-CB7AD1D2D83A}"/>
                  </a:ext>
                </a:extLst>
              </p:cNvPr>
              <p:cNvSpPr/>
              <p:nvPr/>
            </p:nvSpPr>
            <p:spPr>
              <a:xfrm>
                <a:off x="4957814" y="2129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2" name="Freeform 28101">
                <a:extLst>
                  <a:ext uri="{FF2B5EF4-FFF2-40B4-BE49-F238E27FC236}">
                    <a16:creationId xmlns:a16="http://schemas.microsoft.com/office/drawing/2014/main" id="{CE1C7954-5732-CDBB-0937-338EA2EC5A19}"/>
                  </a:ext>
                </a:extLst>
              </p:cNvPr>
              <p:cNvSpPr/>
              <p:nvPr/>
            </p:nvSpPr>
            <p:spPr>
              <a:xfrm>
                <a:off x="4958310" y="20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3" name="Freeform 28102">
                <a:extLst>
                  <a:ext uri="{FF2B5EF4-FFF2-40B4-BE49-F238E27FC236}">
                    <a16:creationId xmlns:a16="http://schemas.microsoft.com/office/drawing/2014/main" id="{F2BAF8B6-637D-5B62-7482-D57A6EB27A1F}"/>
                  </a:ext>
                </a:extLst>
              </p:cNvPr>
              <p:cNvSpPr/>
              <p:nvPr/>
            </p:nvSpPr>
            <p:spPr>
              <a:xfrm>
                <a:off x="4958806" y="193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4" name="Freeform 28103">
                <a:extLst>
                  <a:ext uri="{FF2B5EF4-FFF2-40B4-BE49-F238E27FC236}">
                    <a16:creationId xmlns:a16="http://schemas.microsoft.com/office/drawing/2014/main" id="{CE0B395F-2EBA-AB37-F66C-4F3F28C0B11D}"/>
                  </a:ext>
                </a:extLst>
              </p:cNvPr>
              <p:cNvSpPr/>
              <p:nvPr/>
            </p:nvSpPr>
            <p:spPr>
              <a:xfrm>
                <a:off x="4959402" y="1974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5" name="Freeform 28104">
                <a:extLst>
                  <a:ext uri="{FF2B5EF4-FFF2-40B4-BE49-F238E27FC236}">
                    <a16:creationId xmlns:a16="http://schemas.microsoft.com/office/drawing/2014/main" id="{E63BD6C0-E649-452C-CD98-CA700CFE399C}"/>
                  </a:ext>
                </a:extLst>
              </p:cNvPr>
              <p:cNvSpPr/>
              <p:nvPr/>
            </p:nvSpPr>
            <p:spPr>
              <a:xfrm>
                <a:off x="4959898" y="195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6" name="Freeform 28105">
                <a:extLst>
                  <a:ext uri="{FF2B5EF4-FFF2-40B4-BE49-F238E27FC236}">
                    <a16:creationId xmlns:a16="http://schemas.microsoft.com/office/drawing/2014/main" id="{960AE672-A17C-205C-5EFE-662BF408D30E}"/>
                  </a:ext>
                </a:extLst>
              </p:cNvPr>
              <p:cNvSpPr/>
              <p:nvPr/>
            </p:nvSpPr>
            <p:spPr>
              <a:xfrm>
                <a:off x="4960394" y="2051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7" name="Freeform 28106">
                <a:extLst>
                  <a:ext uri="{FF2B5EF4-FFF2-40B4-BE49-F238E27FC236}">
                    <a16:creationId xmlns:a16="http://schemas.microsoft.com/office/drawing/2014/main" id="{58112142-2523-7D31-FC5F-95BD54B3E82A}"/>
                  </a:ext>
                </a:extLst>
              </p:cNvPr>
              <p:cNvSpPr/>
              <p:nvPr/>
            </p:nvSpPr>
            <p:spPr>
              <a:xfrm>
                <a:off x="4960989" y="2079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8" name="Freeform 28107">
                <a:extLst>
                  <a:ext uri="{FF2B5EF4-FFF2-40B4-BE49-F238E27FC236}">
                    <a16:creationId xmlns:a16="http://schemas.microsoft.com/office/drawing/2014/main" id="{0EC8D3A1-020E-DB7B-2BBD-A1CD16F9CF9F}"/>
                  </a:ext>
                </a:extLst>
              </p:cNvPr>
              <p:cNvSpPr/>
              <p:nvPr/>
            </p:nvSpPr>
            <p:spPr>
              <a:xfrm>
                <a:off x="4961485" y="2043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9" name="Freeform 28108">
                <a:extLst>
                  <a:ext uri="{FF2B5EF4-FFF2-40B4-BE49-F238E27FC236}">
                    <a16:creationId xmlns:a16="http://schemas.microsoft.com/office/drawing/2014/main" id="{C0A2B736-165A-69C3-43D0-91BE55181E91}"/>
                  </a:ext>
                </a:extLst>
              </p:cNvPr>
              <p:cNvSpPr/>
              <p:nvPr/>
            </p:nvSpPr>
            <p:spPr>
              <a:xfrm>
                <a:off x="4961981" y="2033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0" name="Freeform 28109">
                <a:extLst>
                  <a:ext uri="{FF2B5EF4-FFF2-40B4-BE49-F238E27FC236}">
                    <a16:creationId xmlns:a16="http://schemas.microsoft.com/office/drawing/2014/main" id="{474F9335-D1AE-CC6A-86B8-9E530D542251}"/>
                  </a:ext>
                </a:extLst>
              </p:cNvPr>
              <p:cNvSpPr/>
              <p:nvPr/>
            </p:nvSpPr>
            <p:spPr>
              <a:xfrm>
                <a:off x="4962577" y="2015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1" name="Freeform 28110">
                <a:extLst>
                  <a:ext uri="{FF2B5EF4-FFF2-40B4-BE49-F238E27FC236}">
                    <a16:creationId xmlns:a16="http://schemas.microsoft.com/office/drawing/2014/main" id="{8B2D39E7-B55B-6B1C-4101-B871AB1698A2}"/>
                  </a:ext>
                </a:extLst>
              </p:cNvPr>
              <p:cNvSpPr/>
              <p:nvPr/>
            </p:nvSpPr>
            <p:spPr>
              <a:xfrm>
                <a:off x="4963073" y="2030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2" name="Freeform 28111">
                <a:extLst>
                  <a:ext uri="{FF2B5EF4-FFF2-40B4-BE49-F238E27FC236}">
                    <a16:creationId xmlns:a16="http://schemas.microsoft.com/office/drawing/2014/main" id="{F6A54822-77EC-95A6-E0A3-854F17E458B0}"/>
                  </a:ext>
                </a:extLst>
              </p:cNvPr>
              <p:cNvSpPr/>
              <p:nvPr/>
            </p:nvSpPr>
            <p:spPr>
              <a:xfrm>
                <a:off x="4963569" y="2001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3" name="Freeform 28112">
                <a:extLst>
                  <a:ext uri="{FF2B5EF4-FFF2-40B4-BE49-F238E27FC236}">
                    <a16:creationId xmlns:a16="http://schemas.microsoft.com/office/drawing/2014/main" id="{461595EC-97C8-0087-A9E7-F78060B68AD0}"/>
                  </a:ext>
                </a:extLst>
              </p:cNvPr>
              <p:cNvSpPr/>
              <p:nvPr/>
            </p:nvSpPr>
            <p:spPr>
              <a:xfrm>
                <a:off x="4964164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4" name="Freeform 28113">
                <a:extLst>
                  <a:ext uri="{FF2B5EF4-FFF2-40B4-BE49-F238E27FC236}">
                    <a16:creationId xmlns:a16="http://schemas.microsoft.com/office/drawing/2014/main" id="{141628AB-67AD-76F8-C41D-60B265C9CEB9}"/>
                  </a:ext>
                </a:extLst>
              </p:cNvPr>
              <p:cNvSpPr/>
              <p:nvPr/>
            </p:nvSpPr>
            <p:spPr>
              <a:xfrm>
                <a:off x="4964660" y="219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5" name="Freeform 28114">
                <a:extLst>
                  <a:ext uri="{FF2B5EF4-FFF2-40B4-BE49-F238E27FC236}">
                    <a16:creationId xmlns:a16="http://schemas.microsoft.com/office/drawing/2014/main" id="{6989D20F-7E0F-FFAD-16C6-EDC9C6A86821}"/>
                  </a:ext>
                </a:extLst>
              </p:cNvPr>
              <p:cNvSpPr/>
              <p:nvPr/>
            </p:nvSpPr>
            <p:spPr>
              <a:xfrm>
                <a:off x="4965156" y="2289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6" name="Freeform 28115">
                <a:extLst>
                  <a:ext uri="{FF2B5EF4-FFF2-40B4-BE49-F238E27FC236}">
                    <a16:creationId xmlns:a16="http://schemas.microsoft.com/office/drawing/2014/main" id="{6E27785E-C3B8-6BEF-603E-A8880C949A49}"/>
                  </a:ext>
                </a:extLst>
              </p:cNvPr>
              <p:cNvSpPr/>
              <p:nvPr/>
            </p:nvSpPr>
            <p:spPr>
              <a:xfrm>
                <a:off x="4965652" y="2305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7" name="Freeform 28116">
                <a:extLst>
                  <a:ext uri="{FF2B5EF4-FFF2-40B4-BE49-F238E27FC236}">
                    <a16:creationId xmlns:a16="http://schemas.microsoft.com/office/drawing/2014/main" id="{5D518B15-3E30-1925-F367-982B7E62BFA6}"/>
                  </a:ext>
                </a:extLst>
              </p:cNvPr>
              <p:cNvSpPr/>
              <p:nvPr/>
            </p:nvSpPr>
            <p:spPr>
              <a:xfrm>
                <a:off x="4966248" y="2309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8" name="Freeform 28117">
                <a:extLst>
                  <a:ext uri="{FF2B5EF4-FFF2-40B4-BE49-F238E27FC236}">
                    <a16:creationId xmlns:a16="http://schemas.microsoft.com/office/drawing/2014/main" id="{913A7BBB-76D5-7222-E9C0-B00D8A062303}"/>
                  </a:ext>
                </a:extLst>
              </p:cNvPr>
              <p:cNvSpPr/>
              <p:nvPr/>
            </p:nvSpPr>
            <p:spPr>
              <a:xfrm>
                <a:off x="4966744" y="2312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9" name="Freeform 28118">
                <a:extLst>
                  <a:ext uri="{FF2B5EF4-FFF2-40B4-BE49-F238E27FC236}">
                    <a16:creationId xmlns:a16="http://schemas.microsoft.com/office/drawing/2014/main" id="{50C4FE48-94E7-BC30-A00D-332EC9E922A4}"/>
                  </a:ext>
                </a:extLst>
              </p:cNvPr>
              <p:cNvSpPr/>
              <p:nvPr/>
            </p:nvSpPr>
            <p:spPr>
              <a:xfrm>
                <a:off x="4967240" y="2306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0" name="Freeform 28119">
                <a:extLst>
                  <a:ext uri="{FF2B5EF4-FFF2-40B4-BE49-F238E27FC236}">
                    <a16:creationId xmlns:a16="http://schemas.microsoft.com/office/drawing/2014/main" id="{A9C86A7D-FBDC-6BB8-77D2-A1538B16D61D}"/>
                  </a:ext>
                </a:extLst>
              </p:cNvPr>
              <p:cNvSpPr/>
              <p:nvPr/>
            </p:nvSpPr>
            <p:spPr>
              <a:xfrm>
                <a:off x="4967835" y="2311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1" name="Freeform 28120">
                <a:extLst>
                  <a:ext uri="{FF2B5EF4-FFF2-40B4-BE49-F238E27FC236}">
                    <a16:creationId xmlns:a16="http://schemas.microsoft.com/office/drawing/2014/main" id="{CE86A9E2-1E2F-4D1E-9B7D-FFA488B0C305}"/>
                  </a:ext>
                </a:extLst>
              </p:cNvPr>
              <p:cNvSpPr/>
              <p:nvPr/>
            </p:nvSpPr>
            <p:spPr>
              <a:xfrm>
                <a:off x="4968331" y="2312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2" name="Freeform 28121">
                <a:extLst>
                  <a:ext uri="{FF2B5EF4-FFF2-40B4-BE49-F238E27FC236}">
                    <a16:creationId xmlns:a16="http://schemas.microsoft.com/office/drawing/2014/main" id="{F16FE579-0B0F-6952-3A8C-1C87862FD5CD}"/>
                  </a:ext>
                </a:extLst>
              </p:cNvPr>
              <p:cNvSpPr/>
              <p:nvPr/>
            </p:nvSpPr>
            <p:spPr>
              <a:xfrm>
                <a:off x="4968827" y="2309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3" name="Freeform 28122">
                <a:extLst>
                  <a:ext uri="{FF2B5EF4-FFF2-40B4-BE49-F238E27FC236}">
                    <a16:creationId xmlns:a16="http://schemas.microsoft.com/office/drawing/2014/main" id="{FFCC62EF-15FF-CD59-E876-BDC00BC976AA}"/>
                  </a:ext>
                </a:extLst>
              </p:cNvPr>
              <p:cNvSpPr/>
              <p:nvPr/>
            </p:nvSpPr>
            <p:spPr>
              <a:xfrm>
                <a:off x="4969423" y="2309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4" name="Freeform 28123">
                <a:extLst>
                  <a:ext uri="{FF2B5EF4-FFF2-40B4-BE49-F238E27FC236}">
                    <a16:creationId xmlns:a16="http://schemas.microsoft.com/office/drawing/2014/main" id="{6BD1A454-189C-269A-64D3-FC8D4AC22ACC}"/>
                  </a:ext>
                </a:extLst>
              </p:cNvPr>
              <p:cNvSpPr/>
              <p:nvPr/>
            </p:nvSpPr>
            <p:spPr>
              <a:xfrm>
                <a:off x="4969919" y="2218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5" name="Freeform 28124">
                <a:extLst>
                  <a:ext uri="{FF2B5EF4-FFF2-40B4-BE49-F238E27FC236}">
                    <a16:creationId xmlns:a16="http://schemas.microsoft.com/office/drawing/2014/main" id="{BCDA6145-0602-B515-5170-D24FF74004A8}"/>
                  </a:ext>
                </a:extLst>
              </p:cNvPr>
              <p:cNvSpPr/>
              <p:nvPr/>
            </p:nvSpPr>
            <p:spPr>
              <a:xfrm>
                <a:off x="4970415" y="2087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6" name="Freeform 28125">
                <a:extLst>
                  <a:ext uri="{FF2B5EF4-FFF2-40B4-BE49-F238E27FC236}">
                    <a16:creationId xmlns:a16="http://schemas.microsoft.com/office/drawing/2014/main" id="{4B0D2536-6641-66D6-255E-0BD87FF93DE6}"/>
                  </a:ext>
                </a:extLst>
              </p:cNvPr>
              <p:cNvSpPr/>
              <p:nvPr/>
            </p:nvSpPr>
            <p:spPr>
              <a:xfrm>
                <a:off x="4971010" y="2023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7" name="Freeform 28126">
                <a:extLst>
                  <a:ext uri="{FF2B5EF4-FFF2-40B4-BE49-F238E27FC236}">
                    <a16:creationId xmlns:a16="http://schemas.microsoft.com/office/drawing/2014/main" id="{4B51088E-E31C-AE78-78E6-35A97D3F7441}"/>
                  </a:ext>
                </a:extLst>
              </p:cNvPr>
              <p:cNvSpPr/>
              <p:nvPr/>
            </p:nvSpPr>
            <p:spPr>
              <a:xfrm>
                <a:off x="4971506" y="1917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8" name="Freeform 28127">
                <a:extLst>
                  <a:ext uri="{FF2B5EF4-FFF2-40B4-BE49-F238E27FC236}">
                    <a16:creationId xmlns:a16="http://schemas.microsoft.com/office/drawing/2014/main" id="{07AC17F7-740F-2620-E872-028BFA5AF4CB}"/>
                  </a:ext>
                </a:extLst>
              </p:cNvPr>
              <p:cNvSpPr/>
              <p:nvPr/>
            </p:nvSpPr>
            <p:spPr>
              <a:xfrm>
                <a:off x="4972002" y="19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9" name="Freeform 28128">
                <a:extLst>
                  <a:ext uri="{FF2B5EF4-FFF2-40B4-BE49-F238E27FC236}">
                    <a16:creationId xmlns:a16="http://schemas.microsoft.com/office/drawing/2014/main" id="{B839F770-1958-CD6A-9404-F34907B7AE7F}"/>
                  </a:ext>
                </a:extLst>
              </p:cNvPr>
              <p:cNvSpPr/>
              <p:nvPr/>
            </p:nvSpPr>
            <p:spPr>
              <a:xfrm>
                <a:off x="4972598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0" name="Freeform 28129">
                <a:extLst>
                  <a:ext uri="{FF2B5EF4-FFF2-40B4-BE49-F238E27FC236}">
                    <a16:creationId xmlns:a16="http://schemas.microsoft.com/office/drawing/2014/main" id="{16F81CE5-0AE4-C632-9185-A7CCC9542891}"/>
                  </a:ext>
                </a:extLst>
              </p:cNvPr>
              <p:cNvSpPr/>
              <p:nvPr/>
            </p:nvSpPr>
            <p:spPr>
              <a:xfrm>
                <a:off x="4973094" y="195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1" name="Freeform 28130">
                <a:extLst>
                  <a:ext uri="{FF2B5EF4-FFF2-40B4-BE49-F238E27FC236}">
                    <a16:creationId xmlns:a16="http://schemas.microsoft.com/office/drawing/2014/main" id="{93388BCE-FEF4-E1E5-38F9-4CACD93D4C3C}"/>
                  </a:ext>
                </a:extLst>
              </p:cNvPr>
              <p:cNvSpPr/>
              <p:nvPr/>
            </p:nvSpPr>
            <p:spPr>
              <a:xfrm>
                <a:off x="4973590" y="2007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2" name="Freeform 28131">
                <a:extLst>
                  <a:ext uri="{FF2B5EF4-FFF2-40B4-BE49-F238E27FC236}">
                    <a16:creationId xmlns:a16="http://schemas.microsoft.com/office/drawing/2014/main" id="{8B0D6187-8B7B-1935-096C-D72A4E6C4B43}"/>
                  </a:ext>
                </a:extLst>
              </p:cNvPr>
              <p:cNvSpPr/>
              <p:nvPr/>
            </p:nvSpPr>
            <p:spPr>
              <a:xfrm>
                <a:off x="4974185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3" name="Freeform 28132">
                <a:extLst>
                  <a:ext uri="{FF2B5EF4-FFF2-40B4-BE49-F238E27FC236}">
                    <a16:creationId xmlns:a16="http://schemas.microsoft.com/office/drawing/2014/main" id="{7CAB8811-80C6-570F-21BE-E56E9468F7A0}"/>
                  </a:ext>
                </a:extLst>
              </p:cNvPr>
              <p:cNvSpPr/>
              <p:nvPr/>
            </p:nvSpPr>
            <p:spPr>
              <a:xfrm>
                <a:off x="4974681" y="1909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4" name="Freeform 28133">
                <a:extLst>
                  <a:ext uri="{FF2B5EF4-FFF2-40B4-BE49-F238E27FC236}">
                    <a16:creationId xmlns:a16="http://schemas.microsoft.com/office/drawing/2014/main" id="{D5767690-4B25-12AE-C7CD-8423B1B9ACC8}"/>
                  </a:ext>
                </a:extLst>
              </p:cNvPr>
              <p:cNvSpPr/>
              <p:nvPr/>
            </p:nvSpPr>
            <p:spPr>
              <a:xfrm>
                <a:off x="4975177" y="1904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5" name="Freeform 28134">
                <a:extLst>
                  <a:ext uri="{FF2B5EF4-FFF2-40B4-BE49-F238E27FC236}">
                    <a16:creationId xmlns:a16="http://schemas.microsoft.com/office/drawing/2014/main" id="{A521F2D0-DBFD-3560-563F-90B442642EB8}"/>
                  </a:ext>
                </a:extLst>
              </p:cNvPr>
              <p:cNvSpPr/>
              <p:nvPr/>
            </p:nvSpPr>
            <p:spPr>
              <a:xfrm>
                <a:off x="4975773" y="189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6" name="Freeform 28135">
                <a:extLst>
                  <a:ext uri="{FF2B5EF4-FFF2-40B4-BE49-F238E27FC236}">
                    <a16:creationId xmlns:a16="http://schemas.microsoft.com/office/drawing/2014/main" id="{84D70283-2C44-5F19-601F-6E0520372A35}"/>
                  </a:ext>
                </a:extLst>
              </p:cNvPr>
              <p:cNvSpPr/>
              <p:nvPr/>
            </p:nvSpPr>
            <p:spPr>
              <a:xfrm>
                <a:off x="4976269" y="1896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7" name="Freeform 28136">
                <a:extLst>
                  <a:ext uri="{FF2B5EF4-FFF2-40B4-BE49-F238E27FC236}">
                    <a16:creationId xmlns:a16="http://schemas.microsoft.com/office/drawing/2014/main" id="{6CB64D5F-2E84-DB69-AA2D-E470F8E22D73}"/>
                  </a:ext>
                </a:extLst>
              </p:cNvPr>
              <p:cNvSpPr/>
              <p:nvPr/>
            </p:nvSpPr>
            <p:spPr>
              <a:xfrm>
                <a:off x="4976765" y="1947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8" name="Freeform 28137">
                <a:extLst>
                  <a:ext uri="{FF2B5EF4-FFF2-40B4-BE49-F238E27FC236}">
                    <a16:creationId xmlns:a16="http://schemas.microsoft.com/office/drawing/2014/main" id="{893FC1EC-E552-8474-B8DE-05A0ED2FFCB0}"/>
                  </a:ext>
                </a:extLst>
              </p:cNvPr>
              <p:cNvSpPr/>
              <p:nvPr/>
            </p:nvSpPr>
            <p:spPr>
              <a:xfrm>
                <a:off x="4977360" y="2271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39" name="Freeform 28138">
                <a:extLst>
                  <a:ext uri="{FF2B5EF4-FFF2-40B4-BE49-F238E27FC236}">
                    <a16:creationId xmlns:a16="http://schemas.microsoft.com/office/drawing/2014/main" id="{0C0BCD7B-58C8-F76A-6648-8A4590F39C3A}"/>
                  </a:ext>
                </a:extLst>
              </p:cNvPr>
              <p:cNvSpPr/>
              <p:nvPr/>
            </p:nvSpPr>
            <p:spPr>
              <a:xfrm>
                <a:off x="4977856" y="2350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0" name="Freeform 28139">
                <a:extLst>
                  <a:ext uri="{FF2B5EF4-FFF2-40B4-BE49-F238E27FC236}">
                    <a16:creationId xmlns:a16="http://schemas.microsoft.com/office/drawing/2014/main" id="{4BD6F1E9-39D7-C298-EC1E-59A676B19D48}"/>
                  </a:ext>
                </a:extLst>
              </p:cNvPr>
              <p:cNvSpPr/>
              <p:nvPr/>
            </p:nvSpPr>
            <p:spPr>
              <a:xfrm>
                <a:off x="4978352" y="2356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1" name="Freeform 28140">
                <a:extLst>
                  <a:ext uri="{FF2B5EF4-FFF2-40B4-BE49-F238E27FC236}">
                    <a16:creationId xmlns:a16="http://schemas.microsoft.com/office/drawing/2014/main" id="{3AA014C2-986C-32A8-300B-56F6BF1288CA}"/>
                  </a:ext>
                </a:extLst>
              </p:cNvPr>
              <p:cNvSpPr/>
              <p:nvPr/>
            </p:nvSpPr>
            <p:spPr>
              <a:xfrm>
                <a:off x="4978848" y="2361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2" name="Freeform 28141">
                <a:extLst>
                  <a:ext uri="{FF2B5EF4-FFF2-40B4-BE49-F238E27FC236}">
                    <a16:creationId xmlns:a16="http://schemas.microsoft.com/office/drawing/2014/main" id="{6C643606-7596-D73A-A674-D037FA3640CD}"/>
                  </a:ext>
                </a:extLst>
              </p:cNvPr>
              <p:cNvSpPr/>
              <p:nvPr/>
            </p:nvSpPr>
            <p:spPr>
              <a:xfrm>
                <a:off x="4979444" y="2362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3" name="Freeform 28142">
                <a:extLst>
                  <a:ext uri="{FF2B5EF4-FFF2-40B4-BE49-F238E27FC236}">
                    <a16:creationId xmlns:a16="http://schemas.microsoft.com/office/drawing/2014/main" id="{E86F2098-A5B2-DC04-DC5D-D1DC71CADF5E}"/>
                  </a:ext>
                </a:extLst>
              </p:cNvPr>
              <p:cNvSpPr/>
              <p:nvPr/>
            </p:nvSpPr>
            <p:spPr>
              <a:xfrm>
                <a:off x="4979940" y="2365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4" name="Freeform 28143">
                <a:extLst>
                  <a:ext uri="{FF2B5EF4-FFF2-40B4-BE49-F238E27FC236}">
                    <a16:creationId xmlns:a16="http://schemas.microsoft.com/office/drawing/2014/main" id="{F060B1E2-A517-475C-CF40-59A6C020D41A}"/>
                  </a:ext>
                </a:extLst>
              </p:cNvPr>
              <p:cNvSpPr/>
              <p:nvPr/>
            </p:nvSpPr>
            <p:spPr>
              <a:xfrm>
                <a:off x="4980436" y="2373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5" name="Freeform 28144">
                <a:extLst>
                  <a:ext uri="{FF2B5EF4-FFF2-40B4-BE49-F238E27FC236}">
                    <a16:creationId xmlns:a16="http://schemas.microsoft.com/office/drawing/2014/main" id="{F6CA04BD-AABA-555E-0D1D-48B512D27014}"/>
                  </a:ext>
                </a:extLst>
              </p:cNvPr>
              <p:cNvSpPr/>
              <p:nvPr/>
            </p:nvSpPr>
            <p:spPr>
              <a:xfrm>
                <a:off x="4981031" y="2377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6" name="Freeform 28145">
                <a:extLst>
                  <a:ext uri="{FF2B5EF4-FFF2-40B4-BE49-F238E27FC236}">
                    <a16:creationId xmlns:a16="http://schemas.microsoft.com/office/drawing/2014/main" id="{B8EF39A8-5906-F558-EC61-A5AFB6691893}"/>
                  </a:ext>
                </a:extLst>
              </p:cNvPr>
              <p:cNvSpPr/>
              <p:nvPr/>
            </p:nvSpPr>
            <p:spPr>
              <a:xfrm>
                <a:off x="4981527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7" name="Freeform 28146">
                <a:extLst>
                  <a:ext uri="{FF2B5EF4-FFF2-40B4-BE49-F238E27FC236}">
                    <a16:creationId xmlns:a16="http://schemas.microsoft.com/office/drawing/2014/main" id="{7178BC4B-18D7-93E0-F24B-FC26B5ABC16D}"/>
                  </a:ext>
                </a:extLst>
              </p:cNvPr>
              <p:cNvSpPr/>
              <p:nvPr/>
            </p:nvSpPr>
            <p:spPr>
              <a:xfrm>
                <a:off x="4982023" y="2378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8" name="Freeform 28147">
                <a:extLst>
                  <a:ext uri="{FF2B5EF4-FFF2-40B4-BE49-F238E27FC236}">
                    <a16:creationId xmlns:a16="http://schemas.microsoft.com/office/drawing/2014/main" id="{81521564-A403-CD3F-AAED-079FF0D2BB9E}"/>
                  </a:ext>
                </a:extLst>
              </p:cNvPr>
              <p:cNvSpPr/>
              <p:nvPr/>
            </p:nvSpPr>
            <p:spPr>
              <a:xfrm>
                <a:off x="4982619" y="217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49" name="Freeform 28148">
                <a:extLst>
                  <a:ext uri="{FF2B5EF4-FFF2-40B4-BE49-F238E27FC236}">
                    <a16:creationId xmlns:a16="http://schemas.microsoft.com/office/drawing/2014/main" id="{FFA11738-3B04-2C9F-3405-054F1BBD03F7}"/>
                  </a:ext>
                </a:extLst>
              </p:cNvPr>
              <p:cNvSpPr/>
              <p:nvPr/>
            </p:nvSpPr>
            <p:spPr>
              <a:xfrm>
                <a:off x="4983115" y="2109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0" name="Freeform 28149">
                <a:extLst>
                  <a:ext uri="{FF2B5EF4-FFF2-40B4-BE49-F238E27FC236}">
                    <a16:creationId xmlns:a16="http://schemas.microsoft.com/office/drawing/2014/main" id="{901A0D5B-7B49-E503-B702-C780D3571D9D}"/>
                  </a:ext>
                </a:extLst>
              </p:cNvPr>
              <p:cNvSpPr/>
              <p:nvPr/>
            </p:nvSpPr>
            <p:spPr>
              <a:xfrm>
                <a:off x="4983611" y="2040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1" name="Freeform 28150">
                <a:extLst>
                  <a:ext uri="{FF2B5EF4-FFF2-40B4-BE49-F238E27FC236}">
                    <a16:creationId xmlns:a16="http://schemas.microsoft.com/office/drawing/2014/main" id="{31E6B5FE-AF68-CC7E-C2A0-451209D6E8DA}"/>
                  </a:ext>
                </a:extLst>
              </p:cNvPr>
              <p:cNvSpPr/>
              <p:nvPr/>
            </p:nvSpPr>
            <p:spPr>
              <a:xfrm>
                <a:off x="4984206" y="1950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2" name="Freeform 28151">
                <a:extLst>
                  <a:ext uri="{FF2B5EF4-FFF2-40B4-BE49-F238E27FC236}">
                    <a16:creationId xmlns:a16="http://schemas.microsoft.com/office/drawing/2014/main" id="{A910C8A7-8D2F-3B08-1692-79558DF3CA0C}"/>
                  </a:ext>
                </a:extLst>
              </p:cNvPr>
              <p:cNvSpPr/>
              <p:nvPr/>
            </p:nvSpPr>
            <p:spPr>
              <a:xfrm>
                <a:off x="4984702" y="2022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3" name="Freeform 28152">
                <a:extLst>
                  <a:ext uri="{FF2B5EF4-FFF2-40B4-BE49-F238E27FC236}">
                    <a16:creationId xmlns:a16="http://schemas.microsoft.com/office/drawing/2014/main" id="{5EBD7A2F-98EF-2A18-AF16-F21A3CAF5D4B}"/>
                  </a:ext>
                </a:extLst>
              </p:cNvPr>
              <p:cNvSpPr/>
              <p:nvPr/>
            </p:nvSpPr>
            <p:spPr>
              <a:xfrm>
                <a:off x="4985198" y="1800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4" name="Freeform 28153">
                <a:extLst>
                  <a:ext uri="{FF2B5EF4-FFF2-40B4-BE49-F238E27FC236}">
                    <a16:creationId xmlns:a16="http://schemas.microsoft.com/office/drawing/2014/main" id="{F4ECD47A-8D19-7FBC-09A7-6627DB0242C8}"/>
                  </a:ext>
                </a:extLst>
              </p:cNvPr>
              <p:cNvSpPr/>
              <p:nvPr/>
            </p:nvSpPr>
            <p:spPr>
              <a:xfrm>
                <a:off x="4985794" y="1864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5" name="Freeform 28154">
                <a:extLst>
                  <a:ext uri="{FF2B5EF4-FFF2-40B4-BE49-F238E27FC236}">
                    <a16:creationId xmlns:a16="http://schemas.microsoft.com/office/drawing/2014/main" id="{5D283833-2CAB-ADD3-C214-D0B3076DAC5C}"/>
                  </a:ext>
                </a:extLst>
              </p:cNvPr>
              <p:cNvSpPr/>
              <p:nvPr/>
            </p:nvSpPr>
            <p:spPr>
              <a:xfrm>
                <a:off x="4986290" y="1906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6" name="Freeform 28155">
                <a:extLst>
                  <a:ext uri="{FF2B5EF4-FFF2-40B4-BE49-F238E27FC236}">
                    <a16:creationId xmlns:a16="http://schemas.microsoft.com/office/drawing/2014/main" id="{06EC9563-5284-A86B-B7B1-E12C1FD58AE1}"/>
                  </a:ext>
                </a:extLst>
              </p:cNvPr>
              <p:cNvSpPr/>
              <p:nvPr/>
            </p:nvSpPr>
            <p:spPr>
              <a:xfrm>
                <a:off x="4986786" y="192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7" name="Freeform 28156">
                <a:extLst>
                  <a:ext uri="{FF2B5EF4-FFF2-40B4-BE49-F238E27FC236}">
                    <a16:creationId xmlns:a16="http://schemas.microsoft.com/office/drawing/2014/main" id="{3A9D7639-DB60-6EA4-BBEF-FC921FDF417C}"/>
                  </a:ext>
                </a:extLst>
              </p:cNvPr>
              <p:cNvSpPr/>
              <p:nvPr/>
            </p:nvSpPr>
            <p:spPr>
              <a:xfrm>
                <a:off x="4987381" y="189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8" name="Freeform 28157">
                <a:extLst>
                  <a:ext uri="{FF2B5EF4-FFF2-40B4-BE49-F238E27FC236}">
                    <a16:creationId xmlns:a16="http://schemas.microsoft.com/office/drawing/2014/main" id="{709BED26-6237-DA25-9BFB-5D199B57A502}"/>
                  </a:ext>
                </a:extLst>
              </p:cNvPr>
              <p:cNvSpPr/>
              <p:nvPr/>
            </p:nvSpPr>
            <p:spPr>
              <a:xfrm>
                <a:off x="4987877" y="1861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59" name="Freeform 28158">
                <a:extLst>
                  <a:ext uri="{FF2B5EF4-FFF2-40B4-BE49-F238E27FC236}">
                    <a16:creationId xmlns:a16="http://schemas.microsoft.com/office/drawing/2014/main" id="{F893C501-6A36-B1D1-A718-4E4B9BE33EB9}"/>
                  </a:ext>
                </a:extLst>
              </p:cNvPr>
              <p:cNvSpPr/>
              <p:nvPr/>
            </p:nvSpPr>
            <p:spPr>
              <a:xfrm>
                <a:off x="4988373" y="1845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0" name="Freeform 28159">
                <a:extLst>
                  <a:ext uri="{FF2B5EF4-FFF2-40B4-BE49-F238E27FC236}">
                    <a16:creationId xmlns:a16="http://schemas.microsoft.com/office/drawing/2014/main" id="{140F2B0E-86A4-A265-4BA5-7853E60BA7EC}"/>
                  </a:ext>
                </a:extLst>
              </p:cNvPr>
              <p:cNvSpPr/>
              <p:nvPr/>
            </p:nvSpPr>
            <p:spPr>
              <a:xfrm>
                <a:off x="4988969" y="1846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1" name="Freeform 28160">
                <a:extLst>
                  <a:ext uri="{FF2B5EF4-FFF2-40B4-BE49-F238E27FC236}">
                    <a16:creationId xmlns:a16="http://schemas.microsoft.com/office/drawing/2014/main" id="{06BE5109-2FA2-B33E-0B4A-6B48DD243EFD}"/>
                  </a:ext>
                </a:extLst>
              </p:cNvPr>
              <p:cNvSpPr/>
              <p:nvPr/>
            </p:nvSpPr>
            <p:spPr>
              <a:xfrm>
                <a:off x="4989465" y="1875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2" name="Freeform 28161">
                <a:extLst>
                  <a:ext uri="{FF2B5EF4-FFF2-40B4-BE49-F238E27FC236}">
                    <a16:creationId xmlns:a16="http://schemas.microsoft.com/office/drawing/2014/main" id="{21855A62-1CE3-F44E-77A0-0F51E1DF1B76}"/>
                  </a:ext>
                </a:extLst>
              </p:cNvPr>
              <p:cNvSpPr/>
              <p:nvPr/>
            </p:nvSpPr>
            <p:spPr>
              <a:xfrm>
                <a:off x="4989961" y="2102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3" name="Freeform 28162">
                <a:extLst>
                  <a:ext uri="{FF2B5EF4-FFF2-40B4-BE49-F238E27FC236}">
                    <a16:creationId xmlns:a16="http://schemas.microsoft.com/office/drawing/2014/main" id="{36D5AEF5-708E-8271-2A3F-1B1C1E2C24EA}"/>
                  </a:ext>
                </a:extLst>
              </p:cNvPr>
              <p:cNvSpPr/>
              <p:nvPr/>
            </p:nvSpPr>
            <p:spPr>
              <a:xfrm>
                <a:off x="4990457" y="2203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4" name="Freeform 28163">
                <a:extLst>
                  <a:ext uri="{FF2B5EF4-FFF2-40B4-BE49-F238E27FC236}">
                    <a16:creationId xmlns:a16="http://schemas.microsoft.com/office/drawing/2014/main" id="{8C1CD136-25B8-34B1-54C2-9837A1FD309D}"/>
                  </a:ext>
                </a:extLst>
              </p:cNvPr>
              <p:cNvSpPr/>
              <p:nvPr/>
            </p:nvSpPr>
            <p:spPr>
              <a:xfrm>
                <a:off x="4991052" y="2210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5" name="Freeform 28164">
                <a:extLst>
                  <a:ext uri="{FF2B5EF4-FFF2-40B4-BE49-F238E27FC236}">
                    <a16:creationId xmlns:a16="http://schemas.microsoft.com/office/drawing/2014/main" id="{52E15A6F-E6E5-2703-2EFD-AAEFAD7AB551}"/>
                  </a:ext>
                </a:extLst>
              </p:cNvPr>
              <p:cNvSpPr/>
              <p:nvPr/>
            </p:nvSpPr>
            <p:spPr>
              <a:xfrm>
                <a:off x="4991548" y="221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6" name="Freeform 28165">
                <a:extLst>
                  <a:ext uri="{FF2B5EF4-FFF2-40B4-BE49-F238E27FC236}">
                    <a16:creationId xmlns:a16="http://schemas.microsoft.com/office/drawing/2014/main" id="{8924800C-00E7-C131-C3C6-4023F2DC250B}"/>
                  </a:ext>
                </a:extLst>
              </p:cNvPr>
              <p:cNvSpPr/>
              <p:nvPr/>
            </p:nvSpPr>
            <p:spPr>
              <a:xfrm>
                <a:off x="4992045" y="2208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7" name="Freeform 28166">
                <a:extLst>
                  <a:ext uri="{FF2B5EF4-FFF2-40B4-BE49-F238E27FC236}">
                    <a16:creationId xmlns:a16="http://schemas.microsoft.com/office/drawing/2014/main" id="{561F6535-7CF1-43BE-47A1-0B71B289FD77}"/>
                  </a:ext>
                </a:extLst>
              </p:cNvPr>
              <p:cNvSpPr/>
              <p:nvPr/>
            </p:nvSpPr>
            <p:spPr>
              <a:xfrm>
                <a:off x="4992640" y="2198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8" name="Freeform 28167">
                <a:extLst>
                  <a:ext uri="{FF2B5EF4-FFF2-40B4-BE49-F238E27FC236}">
                    <a16:creationId xmlns:a16="http://schemas.microsoft.com/office/drawing/2014/main" id="{D1655DC3-1C6F-FA59-2891-B75FD807B737}"/>
                  </a:ext>
                </a:extLst>
              </p:cNvPr>
              <p:cNvSpPr/>
              <p:nvPr/>
            </p:nvSpPr>
            <p:spPr>
              <a:xfrm>
                <a:off x="4993136" y="218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69" name="Freeform 28168">
                <a:extLst>
                  <a:ext uri="{FF2B5EF4-FFF2-40B4-BE49-F238E27FC236}">
                    <a16:creationId xmlns:a16="http://schemas.microsoft.com/office/drawing/2014/main" id="{BC7F3BD5-BE21-1BEA-FF9F-AA83CDB2AD84}"/>
                  </a:ext>
                </a:extLst>
              </p:cNvPr>
              <p:cNvSpPr/>
              <p:nvPr/>
            </p:nvSpPr>
            <p:spPr>
              <a:xfrm>
                <a:off x="4993632" y="2174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0" name="Freeform 28169">
                <a:extLst>
                  <a:ext uri="{FF2B5EF4-FFF2-40B4-BE49-F238E27FC236}">
                    <a16:creationId xmlns:a16="http://schemas.microsoft.com/office/drawing/2014/main" id="{59273A9F-8DE0-D3F9-7060-19007677B400}"/>
                  </a:ext>
                </a:extLst>
              </p:cNvPr>
              <p:cNvSpPr/>
              <p:nvPr/>
            </p:nvSpPr>
            <p:spPr>
              <a:xfrm>
                <a:off x="4994227" y="2177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1" name="Freeform 28170">
                <a:extLst>
                  <a:ext uri="{FF2B5EF4-FFF2-40B4-BE49-F238E27FC236}">
                    <a16:creationId xmlns:a16="http://schemas.microsoft.com/office/drawing/2014/main" id="{95AF821E-F66D-06B7-9F0B-99A5BC72739D}"/>
                  </a:ext>
                </a:extLst>
              </p:cNvPr>
              <p:cNvSpPr/>
              <p:nvPr/>
            </p:nvSpPr>
            <p:spPr>
              <a:xfrm>
                <a:off x="4994723" y="214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2" name="Freeform 28171">
                <a:extLst>
                  <a:ext uri="{FF2B5EF4-FFF2-40B4-BE49-F238E27FC236}">
                    <a16:creationId xmlns:a16="http://schemas.microsoft.com/office/drawing/2014/main" id="{F68750F6-AF93-4B60-70C1-C3C596B9374D}"/>
                  </a:ext>
                </a:extLst>
              </p:cNvPr>
              <p:cNvSpPr/>
              <p:nvPr/>
            </p:nvSpPr>
            <p:spPr>
              <a:xfrm>
                <a:off x="4995220" y="19183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3" name="Freeform 28172">
                <a:extLst>
                  <a:ext uri="{FF2B5EF4-FFF2-40B4-BE49-F238E27FC236}">
                    <a16:creationId xmlns:a16="http://schemas.microsoft.com/office/drawing/2014/main" id="{DFFAD55F-6B5D-A4E9-B1F3-50CFA599E17D}"/>
                  </a:ext>
                </a:extLst>
              </p:cNvPr>
              <p:cNvSpPr/>
              <p:nvPr/>
            </p:nvSpPr>
            <p:spPr>
              <a:xfrm>
                <a:off x="4995815" y="1963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4" name="Freeform 28173">
                <a:extLst>
                  <a:ext uri="{FF2B5EF4-FFF2-40B4-BE49-F238E27FC236}">
                    <a16:creationId xmlns:a16="http://schemas.microsoft.com/office/drawing/2014/main" id="{D82900E2-5E75-5347-DEE8-FFBFCD09510A}"/>
                  </a:ext>
                </a:extLst>
              </p:cNvPr>
              <p:cNvSpPr/>
              <p:nvPr/>
            </p:nvSpPr>
            <p:spPr>
              <a:xfrm>
                <a:off x="4996311" y="1996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5" name="Freeform 28174">
                <a:extLst>
                  <a:ext uri="{FF2B5EF4-FFF2-40B4-BE49-F238E27FC236}">
                    <a16:creationId xmlns:a16="http://schemas.microsoft.com/office/drawing/2014/main" id="{2095BD15-4794-6ADD-18FD-9EDDFE1F636C}"/>
                  </a:ext>
                </a:extLst>
              </p:cNvPr>
              <p:cNvSpPr/>
              <p:nvPr/>
            </p:nvSpPr>
            <p:spPr>
              <a:xfrm>
                <a:off x="4996807" y="200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6" name="Freeform 28175">
                <a:extLst>
                  <a:ext uri="{FF2B5EF4-FFF2-40B4-BE49-F238E27FC236}">
                    <a16:creationId xmlns:a16="http://schemas.microsoft.com/office/drawing/2014/main" id="{D5AAF7C5-10E6-4ACC-7035-5241659DEFE3}"/>
                  </a:ext>
                </a:extLst>
              </p:cNvPr>
              <p:cNvSpPr/>
              <p:nvPr/>
            </p:nvSpPr>
            <p:spPr>
              <a:xfrm>
                <a:off x="4997402" y="19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7" name="Freeform 28176">
                <a:extLst>
                  <a:ext uri="{FF2B5EF4-FFF2-40B4-BE49-F238E27FC236}">
                    <a16:creationId xmlns:a16="http://schemas.microsoft.com/office/drawing/2014/main" id="{FC42CB2F-C924-456B-D9D5-E1A916767665}"/>
                  </a:ext>
                </a:extLst>
              </p:cNvPr>
              <p:cNvSpPr/>
              <p:nvPr/>
            </p:nvSpPr>
            <p:spPr>
              <a:xfrm>
                <a:off x="4997898" y="1980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8" name="Freeform 28177">
                <a:extLst>
                  <a:ext uri="{FF2B5EF4-FFF2-40B4-BE49-F238E27FC236}">
                    <a16:creationId xmlns:a16="http://schemas.microsoft.com/office/drawing/2014/main" id="{557E8D69-155B-8DE0-8096-864D1FE8FFB6}"/>
                  </a:ext>
                </a:extLst>
              </p:cNvPr>
              <p:cNvSpPr/>
              <p:nvPr/>
            </p:nvSpPr>
            <p:spPr>
              <a:xfrm>
                <a:off x="4998395" y="194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79" name="Freeform 28178">
                <a:extLst>
                  <a:ext uri="{FF2B5EF4-FFF2-40B4-BE49-F238E27FC236}">
                    <a16:creationId xmlns:a16="http://schemas.microsoft.com/office/drawing/2014/main" id="{B20F401D-2D90-3C64-9199-A7D863CAEBA4}"/>
                  </a:ext>
                </a:extLst>
              </p:cNvPr>
              <p:cNvSpPr/>
              <p:nvPr/>
            </p:nvSpPr>
            <p:spPr>
              <a:xfrm>
                <a:off x="4998990" y="1884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0" name="Freeform 28179">
                <a:extLst>
                  <a:ext uri="{FF2B5EF4-FFF2-40B4-BE49-F238E27FC236}">
                    <a16:creationId xmlns:a16="http://schemas.microsoft.com/office/drawing/2014/main" id="{62CB24F6-48B4-034E-1B4E-C78372690639}"/>
                  </a:ext>
                </a:extLst>
              </p:cNvPr>
              <p:cNvSpPr/>
              <p:nvPr/>
            </p:nvSpPr>
            <p:spPr>
              <a:xfrm>
                <a:off x="4999486" y="1826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1" name="Freeform 28180">
                <a:extLst>
                  <a:ext uri="{FF2B5EF4-FFF2-40B4-BE49-F238E27FC236}">
                    <a16:creationId xmlns:a16="http://schemas.microsoft.com/office/drawing/2014/main" id="{CE77ADB9-5BBA-01A9-7A5C-FDEAC9184B58}"/>
                  </a:ext>
                </a:extLst>
              </p:cNvPr>
              <p:cNvSpPr/>
              <p:nvPr/>
            </p:nvSpPr>
            <p:spPr>
              <a:xfrm>
                <a:off x="4999982" y="1818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2" name="Freeform 28181">
                <a:extLst>
                  <a:ext uri="{FF2B5EF4-FFF2-40B4-BE49-F238E27FC236}">
                    <a16:creationId xmlns:a16="http://schemas.microsoft.com/office/drawing/2014/main" id="{8D86D21F-FC3F-78CC-3446-96A30D900D98}"/>
                  </a:ext>
                </a:extLst>
              </p:cNvPr>
              <p:cNvSpPr/>
              <p:nvPr/>
            </p:nvSpPr>
            <p:spPr>
              <a:xfrm>
                <a:off x="5000577" y="1855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3" name="Freeform 28182">
                <a:extLst>
                  <a:ext uri="{FF2B5EF4-FFF2-40B4-BE49-F238E27FC236}">
                    <a16:creationId xmlns:a16="http://schemas.microsoft.com/office/drawing/2014/main" id="{B8BC3E53-FD48-2BDC-D0EF-FCE14EF9FD0E}"/>
                  </a:ext>
                </a:extLst>
              </p:cNvPr>
              <p:cNvSpPr/>
              <p:nvPr/>
            </p:nvSpPr>
            <p:spPr>
              <a:xfrm>
                <a:off x="5001073" y="1846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4" name="Freeform 28183">
                <a:extLst>
                  <a:ext uri="{FF2B5EF4-FFF2-40B4-BE49-F238E27FC236}">
                    <a16:creationId xmlns:a16="http://schemas.microsoft.com/office/drawing/2014/main" id="{5BD40A0F-BD00-D8DD-7D7B-1E3770EA9645}"/>
                  </a:ext>
                </a:extLst>
              </p:cNvPr>
              <p:cNvSpPr/>
              <p:nvPr/>
            </p:nvSpPr>
            <p:spPr>
              <a:xfrm>
                <a:off x="5001570" y="1857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5" name="Freeform 28184">
                <a:extLst>
                  <a:ext uri="{FF2B5EF4-FFF2-40B4-BE49-F238E27FC236}">
                    <a16:creationId xmlns:a16="http://schemas.microsoft.com/office/drawing/2014/main" id="{6B15630E-8D67-9462-2DC1-57115FB373DF}"/>
                  </a:ext>
                </a:extLst>
              </p:cNvPr>
              <p:cNvSpPr/>
              <p:nvPr/>
            </p:nvSpPr>
            <p:spPr>
              <a:xfrm>
                <a:off x="5002066" y="190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6" name="Freeform 28185">
                <a:extLst>
                  <a:ext uri="{FF2B5EF4-FFF2-40B4-BE49-F238E27FC236}">
                    <a16:creationId xmlns:a16="http://schemas.microsoft.com/office/drawing/2014/main" id="{2AEF2E22-7200-B0E5-AFA4-FBB17FF649DD}"/>
                  </a:ext>
                </a:extLst>
              </p:cNvPr>
              <p:cNvSpPr/>
              <p:nvPr/>
            </p:nvSpPr>
            <p:spPr>
              <a:xfrm>
                <a:off x="5002661" y="2113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7" name="Freeform 28186">
                <a:extLst>
                  <a:ext uri="{FF2B5EF4-FFF2-40B4-BE49-F238E27FC236}">
                    <a16:creationId xmlns:a16="http://schemas.microsoft.com/office/drawing/2014/main" id="{567A7284-F1FA-D900-E105-1CA16AE9B764}"/>
                  </a:ext>
                </a:extLst>
              </p:cNvPr>
              <p:cNvSpPr/>
              <p:nvPr/>
            </p:nvSpPr>
            <p:spPr>
              <a:xfrm>
                <a:off x="5003157" y="2162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8" name="Freeform 28187">
                <a:extLst>
                  <a:ext uri="{FF2B5EF4-FFF2-40B4-BE49-F238E27FC236}">
                    <a16:creationId xmlns:a16="http://schemas.microsoft.com/office/drawing/2014/main" id="{146CDDF6-9839-0391-BF05-A8FA30F651C5}"/>
                  </a:ext>
                </a:extLst>
              </p:cNvPr>
              <p:cNvSpPr/>
              <p:nvPr/>
            </p:nvSpPr>
            <p:spPr>
              <a:xfrm>
                <a:off x="5003653" y="2180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89" name="Freeform 28188">
                <a:extLst>
                  <a:ext uri="{FF2B5EF4-FFF2-40B4-BE49-F238E27FC236}">
                    <a16:creationId xmlns:a16="http://schemas.microsoft.com/office/drawing/2014/main" id="{91A5ACF9-C20F-3AA9-8761-02ADC0B8A4E3}"/>
                  </a:ext>
                </a:extLst>
              </p:cNvPr>
              <p:cNvSpPr/>
              <p:nvPr/>
            </p:nvSpPr>
            <p:spPr>
              <a:xfrm>
                <a:off x="5004248" y="2185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0" name="Freeform 28189">
                <a:extLst>
                  <a:ext uri="{FF2B5EF4-FFF2-40B4-BE49-F238E27FC236}">
                    <a16:creationId xmlns:a16="http://schemas.microsoft.com/office/drawing/2014/main" id="{6BB084FC-A863-D715-6025-B80CE610328A}"/>
                  </a:ext>
                </a:extLst>
              </p:cNvPr>
              <p:cNvSpPr/>
              <p:nvPr/>
            </p:nvSpPr>
            <p:spPr>
              <a:xfrm>
                <a:off x="5004745" y="2197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1" name="Freeform 28190">
                <a:extLst>
                  <a:ext uri="{FF2B5EF4-FFF2-40B4-BE49-F238E27FC236}">
                    <a16:creationId xmlns:a16="http://schemas.microsoft.com/office/drawing/2014/main" id="{E8B83F0B-BCF5-F6E3-2540-BC5DE94EB4C5}"/>
                  </a:ext>
                </a:extLst>
              </p:cNvPr>
              <p:cNvSpPr/>
              <p:nvPr/>
            </p:nvSpPr>
            <p:spPr>
              <a:xfrm>
                <a:off x="5005241" y="218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2" name="Freeform 28191">
                <a:extLst>
                  <a:ext uri="{FF2B5EF4-FFF2-40B4-BE49-F238E27FC236}">
                    <a16:creationId xmlns:a16="http://schemas.microsoft.com/office/drawing/2014/main" id="{866D9A00-5220-A2FD-4DCE-3F06A536DF25}"/>
                  </a:ext>
                </a:extLst>
              </p:cNvPr>
              <p:cNvSpPr/>
              <p:nvPr/>
            </p:nvSpPr>
            <p:spPr>
              <a:xfrm>
                <a:off x="5005836" y="217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3" name="Freeform 28192">
                <a:extLst>
                  <a:ext uri="{FF2B5EF4-FFF2-40B4-BE49-F238E27FC236}">
                    <a16:creationId xmlns:a16="http://schemas.microsoft.com/office/drawing/2014/main" id="{88AEE082-4C6E-3B08-0675-8533A31C3E75}"/>
                  </a:ext>
                </a:extLst>
              </p:cNvPr>
              <p:cNvSpPr/>
              <p:nvPr/>
            </p:nvSpPr>
            <p:spPr>
              <a:xfrm>
                <a:off x="5006332" y="2185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4" name="Freeform 28193">
                <a:extLst>
                  <a:ext uri="{FF2B5EF4-FFF2-40B4-BE49-F238E27FC236}">
                    <a16:creationId xmlns:a16="http://schemas.microsoft.com/office/drawing/2014/main" id="{A5AE0320-0F74-A82C-5108-B90A98682EB9}"/>
                  </a:ext>
                </a:extLst>
              </p:cNvPr>
              <p:cNvSpPr/>
              <p:nvPr/>
            </p:nvSpPr>
            <p:spPr>
              <a:xfrm>
                <a:off x="5006828" y="218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5" name="Freeform 28194">
                <a:extLst>
                  <a:ext uri="{FF2B5EF4-FFF2-40B4-BE49-F238E27FC236}">
                    <a16:creationId xmlns:a16="http://schemas.microsoft.com/office/drawing/2014/main" id="{6549919B-7DE5-2FAB-9D4A-84606289F9C2}"/>
                  </a:ext>
                </a:extLst>
              </p:cNvPr>
              <p:cNvSpPr/>
              <p:nvPr/>
            </p:nvSpPr>
            <p:spPr>
              <a:xfrm>
                <a:off x="5007423" y="2193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6" name="Freeform 28195">
                <a:extLst>
                  <a:ext uri="{FF2B5EF4-FFF2-40B4-BE49-F238E27FC236}">
                    <a16:creationId xmlns:a16="http://schemas.microsoft.com/office/drawing/2014/main" id="{1F16A290-8373-7FDC-C64E-386B1BA4C6FA}"/>
                  </a:ext>
                </a:extLst>
              </p:cNvPr>
              <p:cNvSpPr/>
              <p:nvPr/>
            </p:nvSpPr>
            <p:spPr>
              <a:xfrm>
                <a:off x="5007920" y="208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7" name="Freeform 28196">
                <a:extLst>
                  <a:ext uri="{FF2B5EF4-FFF2-40B4-BE49-F238E27FC236}">
                    <a16:creationId xmlns:a16="http://schemas.microsoft.com/office/drawing/2014/main" id="{D3F91D88-6C41-784E-9853-07FA4FDA843E}"/>
                  </a:ext>
                </a:extLst>
              </p:cNvPr>
              <p:cNvSpPr/>
              <p:nvPr/>
            </p:nvSpPr>
            <p:spPr>
              <a:xfrm>
                <a:off x="5008416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8" name="Freeform 28197">
                <a:extLst>
                  <a:ext uri="{FF2B5EF4-FFF2-40B4-BE49-F238E27FC236}">
                    <a16:creationId xmlns:a16="http://schemas.microsoft.com/office/drawing/2014/main" id="{EEAA3CE9-D62A-5F53-19B7-9CC240335AA5}"/>
                  </a:ext>
                </a:extLst>
              </p:cNvPr>
              <p:cNvSpPr/>
              <p:nvPr/>
            </p:nvSpPr>
            <p:spPr>
              <a:xfrm>
                <a:off x="5009011" y="2012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99" name="Freeform 28198">
                <a:extLst>
                  <a:ext uri="{FF2B5EF4-FFF2-40B4-BE49-F238E27FC236}">
                    <a16:creationId xmlns:a16="http://schemas.microsoft.com/office/drawing/2014/main" id="{906BE76C-10B2-5A4B-DD19-9C6ADDC78D06}"/>
                  </a:ext>
                </a:extLst>
              </p:cNvPr>
              <p:cNvSpPr/>
              <p:nvPr/>
            </p:nvSpPr>
            <p:spPr>
              <a:xfrm>
                <a:off x="5009507" y="2023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0" name="Freeform 28199">
                <a:extLst>
                  <a:ext uri="{FF2B5EF4-FFF2-40B4-BE49-F238E27FC236}">
                    <a16:creationId xmlns:a16="http://schemas.microsoft.com/office/drawing/2014/main" id="{08F4CD10-063A-AED8-B585-8D948D88C80F}"/>
                  </a:ext>
                </a:extLst>
              </p:cNvPr>
              <p:cNvSpPr/>
              <p:nvPr/>
            </p:nvSpPr>
            <p:spPr>
              <a:xfrm>
                <a:off x="5010003" y="2031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1" name="Freeform 28200">
                <a:extLst>
                  <a:ext uri="{FF2B5EF4-FFF2-40B4-BE49-F238E27FC236}">
                    <a16:creationId xmlns:a16="http://schemas.microsoft.com/office/drawing/2014/main" id="{686D0653-3554-849D-E65E-B608C6DE58CF}"/>
                  </a:ext>
                </a:extLst>
              </p:cNvPr>
              <p:cNvSpPr/>
              <p:nvPr/>
            </p:nvSpPr>
            <p:spPr>
              <a:xfrm>
                <a:off x="5010598" y="2093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2" name="Freeform 28201">
                <a:extLst>
                  <a:ext uri="{FF2B5EF4-FFF2-40B4-BE49-F238E27FC236}">
                    <a16:creationId xmlns:a16="http://schemas.microsoft.com/office/drawing/2014/main" id="{DD892A91-5316-D8F2-F679-AE51649DB67A}"/>
                  </a:ext>
                </a:extLst>
              </p:cNvPr>
              <p:cNvSpPr/>
              <p:nvPr/>
            </p:nvSpPr>
            <p:spPr>
              <a:xfrm>
                <a:off x="5011095" y="2064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3" name="Freeform 28202">
                <a:extLst>
                  <a:ext uri="{FF2B5EF4-FFF2-40B4-BE49-F238E27FC236}">
                    <a16:creationId xmlns:a16="http://schemas.microsoft.com/office/drawing/2014/main" id="{5087A1DC-83E5-464F-D7D4-54466602AC89}"/>
                  </a:ext>
                </a:extLst>
              </p:cNvPr>
              <p:cNvSpPr/>
              <p:nvPr/>
            </p:nvSpPr>
            <p:spPr>
              <a:xfrm>
                <a:off x="5011591" y="2064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4" name="Freeform 28203">
                <a:extLst>
                  <a:ext uri="{FF2B5EF4-FFF2-40B4-BE49-F238E27FC236}">
                    <a16:creationId xmlns:a16="http://schemas.microsoft.com/office/drawing/2014/main" id="{60BC4459-C7EA-98D8-AB4D-2F4B30BACEE5}"/>
                  </a:ext>
                </a:extLst>
              </p:cNvPr>
              <p:cNvSpPr/>
              <p:nvPr/>
            </p:nvSpPr>
            <p:spPr>
              <a:xfrm>
                <a:off x="5012186" y="2040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5" name="Freeform 28204">
                <a:extLst>
                  <a:ext uri="{FF2B5EF4-FFF2-40B4-BE49-F238E27FC236}">
                    <a16:creationId xmlns:a16="http://schemas.microsoft.com/office/drawing/2014/main" id="{BB7670D8-C7D5-BD9D-C35D-B7F532AC16A2}"/>
                  </a:ext>
                </a:extLst>
              </p:cNvPr>
              <p:cNvSpPr/>
              <p:nvPr/>
            </p:nvSpPr>
            <p:spPr>
              <a:xfrm>
                <a:off x="5012682" y="201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6" name="Freeform 28205">
                <a:extLst>
                  <a:ext uri="{FF2B5EF4-FFF2-40B4-BE49-F238E27FC236}">
                    <a16:creationId xmlns:a16="http://schemas.microsoft.com/office/drawing/2014/main" id="{F6CE0CC5-BA9B-18AC-9279-64C65E44ED7F}"/>
                  </a:ext>
                </a:extLst>
              </p:cNvPr>
              <p:cNvSpPr/>
              <p:nvPr/>
            </p:nvSpPr>
            <p:spPr>
              <a:xfrm>
                <a:off x="5013178" y="200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7" name="Freeform 28206">
                <a:extLst>
                  <a:ext uri="{FF2B5EF4-FFF2-40B4-BE49-F238E27FC236}">
                    <a16:creationId xmlns:a16="http://schemas.microsoft.com/office/drawing/2014/main" id="{90B7868B-DAE3-2069-B513-FB1036AEA12B}"/>
                  </a:ext>
                </a:extLst>
              </p:cNvPr>
              <p:cNvSpPr/>
              <p:nvPr/>
            </p:nvSpPr>
            <p:spPr>
              <a:xfrm>
                <a:off x="5013773" y="1992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8" name="Freeform 28207">
                <a:extLst>
                  <a:ext uri="{FF2B5EF4-FFF2-40B4-BE49-F238E27FC236}">
                    <a16:creationId xmlns:a16="http://schemas.microsoft.com/office/drawing/2014/main" id="{F39CF749-806C-35A2-F40A-C2979BBC6683}"/>
                  </a:ext>
                </a:extLst>
              </p:cNvPr>
              <p:cNvSpPr/>
              <p:nvPr/>
            </p:nvSpPr>
            <p:spPr>
              <a:xfrm>
                <a:off x="5014270" y="2008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09" name="Freeform 28208">
                <a:extLst>
                  <a:ext uri="{FF2B5EF4-FFF2-40B4-BE49-F238E27FC236}">
                    <a16:creationId xmlns:a16="http://schemas.microsoft.com/office/drawing/2014/main" id="{E5737F7E-95C2-A953-43FF-641C1C29DD48}"/>
                  </a:ext>
                </a:extLst>
              </p:cNvPr>
              <p:cNvSpPr/>
              <p:nvPr/>
            </p:nvSpPr>
            <p:spPr>
              <a:xfrm>
                <a:off x="5014766" y="2024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0" name="Freeform 28209">
                <a:extLst>
                  <a:ext uri="{FF2B5EF4-FFF2-40B4-BE49-F238E27FC236}">
                    <a16:creationId xmlns:a16="http://schemas.microsoft.com/office/drawing/2014/main" id="{2A1BD0A5-278C-D97F-0FD4-047489E1D6B8}"/>
                  </a:ext>
                </a:extLst>
              </p:cNvPr>
              <p:cNvSpPr/>
              <p:nvPr/>
            </p:nvSpPr>
            <p:spPr>
              <a:xfrm>
                <a:off x="5015262" y="2262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1" name="Freeform 28210">
                <a:extLst>
                  <a:ext uri="{FF2B5EF4-FFF2-40B4-BE49-F238E27FC236}">
                    <a16:creationId xmlns:a16="http://schemas.microsoft.com/office/drawing/2014/main" id="{2C39CCD8-DD8D-88CB-9146-3B3A69F46D4D}"/>
                  </a:ext>
                </a:extLst>
              </p:cNvPr>
              <p:cNvSpPr/>
              <p:nvPr/>
            </p:nvSpPr>
            <p:spPr>
              <a:xfrm>
                <a:off x="5015857" y="2315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2" name="Freeform 28211">
                <a:extLst>
                  <a:ext uri="{FF2B5EF4-FFF2-40B4-BE49-F238E27FC236}">
                    <a16:creationId xmlns:a16="http://schemas.microsoft.com/office/drawing/2014/main" id="{DBD2DE1B-E208-F2F8-EB3A-976DD379A4C2}"/>
                  </a:ext>
                </a:extLst>
              </p:cNvPr>
              <p:cNvSpPr/>
              <p:nvPr/>
            </p:nvSpPr>
            <p:spPr>
              <a:xfrm>
                <a:off x="5016353" y="2331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3" name="Freeform 28212">
                <a:extLst>
                  <a:ext uri="{FF2B5EF4-FFF2-40B4-BE49-F238E27FC236}">
                    <a16:creationId xmlns:a16="http://schemas.microsoft.com/office/drawing/2014/main" id="{E2F98C81-50CE-0300-52B6-9CBE632F4B70}"/>
                  </a:ext>
                </a:extLst>
              </p:cNvPr>
              <p:cNvSpPr/>
              <p:nvPr/>
            </p:nvSpPr>
            <p:spPr>
              <a:xfrm>
                <a:off x="5016849" y="2332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4" name="Freeform 28213">
                <a:extLst>
                  <a:ext uri="{FF2B5EF4-FFF2-40B4-BE49-F238E27FC236}">
                    <a16:creationId xmlns:a16="http://schemas.microsoft.com/office/drawing/2014/main" id="{0CFDBF29-300B-A5E9-6003-2F96492D3522}"/>
                  </a:ext>
                </a:extLst>
              </p:cNvPr>
              <p:cNvSpPr/>
              <p:nvPr/>
            </p:nvSpPr>
            <p:spPr>
              <a:xfrm>
                <a:off x="5017445" y="2336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5" name="Freeform 28214">
                <a:extLst>
                  <a:ext uri="{FF2B5EF4-FFF2-40B4-BE49-F238E27FC236}">
                    <a16:creationId xmlns:a16="http://schemas.microsoft.com/office/drawing/2014/main" id="{19CEEF7E-C812-FC47-5603-2F0C6022023D}"/>
                  </a:ext>
                </a:extLst>
              </p:cNvPr>
              <p:cNvSpPr/>
              <p:nvPr/>
            </p:nvSpPr>
            <p:spPr>
              <a:xfrm>
                <a:off x="5017941" y="2326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6" name="Freeform 28215">
                <a:extLst>
                  <a:ext uri="{FF2B5EF4-FFF2-40B4-BE49-F238E27FC236}">
                    <a16:creationId xmlns:a16="http://schemas.microsoft.com/office/drawing/2014/main" id="{7E1805A4-88E8-2A45-1706-0F3B2B2742D3}"/>
                  </a:ext>
                </a:extLst>
              </p:cNvPr>
              <p:cNvSpPr/>
              <p:nvPr/>
            </p:nvSpPr>
            <p:spPr>
              <a:xfrm>
                <a:off x="5018437" y="2326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7" name="Freeform 28216">
                <a:extLst>
                  <a:ext uri="{FF2B5EF4-FFF2-40B4-BE49-F238E27FC236}">
                    <a16:creationId xmlns:a16="http://schemas.microsoft.com/office/drawing/2014/main" id="{0005808A-1578-8D3C-61A4-53ED2F0AAC2E}"/>
                  </a:ext>
                </a:extLst>
              </p:cNvPr>
              <p:cNvSpPr/>
              <p:nvPr/>
            </p:nvSpPr>
            <p:spPr>
              <a:xfrm>
                <a:off x="5019032" y="2341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8" name="Freeform 28217">
                <a:extLst>
                  <a:ext uri="{FF2B5EF4-FFF2-40B4-BE49-F238E27FC236}">
                    <a16:creationId xmlns:a16="http://schemas.microsoft.com/office/drawing/2014/main" id="{65A2B6D1-DA69-1C99-6100-3EA6D5D3F1D2}"/>
                  </a:ext>
                </a:extLst>
              </p:cNvPr>
              <p:cNvSpPr/>
              <p:nvPr/>
            </p:nvSpPr>
            <p:spPr>
              <a:xfrm>
                <a:off x="5019528" y="2331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9" name="Freeform 28218">
                <a:extLst>
                  <a:ext uri="{FF2B5EF4-FFF2-40B4-BE49-F238E27FC236}">
                    <a16:creationId xmlns:a16="http://schemas.microsoft.com/office/drawing/2014/main" id="{08C76EEC-9337-33B8-C86B-0F3FCC089454}"/>
                  </a:ext>
                </a:extLst>
              </p:cNvPr>
              <p:cNvSpPr/>
              <p:nvPr/>
            </p:nvSpPr>
            <p:spPr>
              <a:xfrm>
                <a:off x="5020024" y="2328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0" name="Freeform 28219">
                <a:extLst>
                  <a:ext uri="{FF2B5EF4-FFF2-40B4-BE49-F238E27FC236}">
                    <a16:creationId xmlns:a16="http://schemas.microsoft.com/office/drawing/2014/main" id="{828E9523-0A17-36A2-CCB4-187F45045E61}"/>
                  </a:ext>
                </a:extLst>
              </p:cNvPr>
              <p:cNvSpPr/>
              <p:nvPr/>
            </p:nvSpPr>
            <p:spPr>
              <a:xfrm>
                <a:off x="5020620" y="2289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1" name="Freeform 28220">
                <a:extLst>
                  <a:ext uri="{FF2B5EF4-FFF2-40B4-BE49-F238E27FC236}">
                    <a16:creationId xmlns:a16="http://schemas.microsoft.com/office/drawing/2014/main" id="{61D38CE0-1644-A494-B12B-059497C17A50}"/>
                  </a:ext>
                </a:extLst>
              </p:cNvPr>
              <p:cNvSpPr/>
              <p:nvPr/>
            </p:nvSpPr>
            <p:spPr>
              <a:xfrm>
                <a:off x="5021116" y="2194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2" name="Freeform 28221">
                <a:extLst>
                  <a:ext uri="{FF2B5EF4-FFF2-40B4-BE49-F238E27FC236}">
                    <a16:creationId xmlns:a16="http://schemas.microsoft.com/office/drawing/2014/main" id="{B856C6B7-1B6C-60CB-F4AB-C991E26E320D}"/>
                  </a:ext>
                </a:extLst>
              </p:cNvPr>
              <p:cNvSpPr/>
              <p:nvPr/>
            </p:nvSpPr>
            <p:spPr>
              <a:xfrm>
                <a:off x="5021612" y="2198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3" name="Freeform 28222">
                <a:extLst>
                  <a:ext uri="{FF2B5EF4-FFF2-40B4-BE49-F238E27FC236}">
                    <a16:creationId xmlns:a16="http://schemas.microsoft.com/office/drawing/2014/main" id="{B5D09725-93A2-64BD-E633-764C4532C6FF}"/>
                  </a:ext>
                </a:extLst>
              </p:cNvPr>
              <p:cNvSpPr/>
              <p:nvPr/>
            </p:nvSpPr>
            <p:spPr>
              <a:xfrm>
                <a:off x="5022207" y="2203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4" name="Freeform 28223">
                <a:extLst>
                  <a:ext uri="{FF2B5EF4-FFF2-40B4-BE49-F238E27FC236}">
                    <a16:creationId xmlns:a16="http://schemas.microsoft.com/office/drawing/2014/main" id="{53A61387-CABF-79D1-67BB-AEEBB21AFF16}"/>
                  </a:ext>
                </a:extLst>
              </p:cNvPr>
              <p:cNvSpPr/>
              <p:nvPr/>
            </p:nvSpPr>
            <p:spPr>
              <a:xfrm>
                <a:off x="5022703" y="220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5" name="Freeform 28224">
                <a:extLst>
                  <a:ext uri="{FF2B5EF4-FFF2-40B4-BE49-F238E27FC236}">
                    <a16:creationId xmlns:a16="http://schemas.microsoft.com/office/drawing/2014/main" id="{4390FEF9-068F-EA70-F44E-DA0E0A51493F}"/>
                  </a:ext>
                </a:extLst>
              </p:cNvPr>
              <p:cNvSpPr/>
              <p:nvPr/>
            </p:nvSpPr>
            <p:spPr>
              <a:xfrm>
                <a:off x="5023199" y="2190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6" name="Freeform 28225">
                <a:extLst>
                  <a:ext uri="{FF2B5EF4-FFF2-40B4-BE49-F238E27FC236}">
                    <a16:creationId xmlns:a16="http://schemas.microsoft.com/office/drawing/2014/main" id="{222938FE-B1E7-F049-D6CE-AA6605C6F52A}"/>
                  </a:ext>
                </a:extLst>
              </p:cNvPr>
              <p:cNvSpPr/>
              <p:nvPr/>
            </p:nvSpPr>
            <p:spPr>
              <a:xfrm>
                <a:off x="5023795" y="2166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7" name="Freeform 28226">
                <a:extLst>
                  <a:ext uri="{FF2B5EF4-FFF2-40B4-BE49-F238E27FC236}">
                    <a16:creationId xmlns:a16="http://schemas.microsoft.com/office/drawing/2014/main" id="{50675A69-9CFB-3319-EE8B-250BF93E2582}"/>
                  </a:ext>
                </a:extLst>
              </p:cNvPr>
              <p:cNvSpPr/>
              <p:nvPr/>
            </p:nvSpPr>
            <p:spPr>
              <a:xfrm>
                <a:off x="5024291" y="2152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8" name="Freeform 28227">
                <a:extLst>
                  <a:ext uri="{FF2B5EF4-FFF2-40B4-BE49-F238E27FC236}">
                    <a16:creationId xmlns:a16="http://schemas.microsoft.com/office/drawing/2014/main" id="{5AF438D2-FEAF-046C-64E9-21F49D72124C}"/>
                  </a:ext>
                </a:extLst>
              </p:cNvPr>
              <p:cNvSpPr/>
              <p:nvPr/>
            </p:nvSpPr>
            <p:spPr>
              <a:xfrm>
                <a:off x="5024787" y="2131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9" name="Freeform 28228">
                <a:extLst>
                  <a:ext uri="{FF2B5EF4-FFF2-40B4-BE49-F238E27FC236}">
                    <a16:creationId xmlns:a16="http://schemas.microsoft.com/office/drawing/2014/main" id="{D85DFCD6-EF11-162C-D04B-11836750CADD}"/>
                  </a:ext>
                </a:extLst>
              </p:cNvPr>
              <p:cNvSpPr/>
              <p:nvPr/>
            </p:nvSpPr>
            <p:spPr>
              <a:xfrm>
                <a:off x="5025382" y="2133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0" name="Freeform 28229">
                <a:extLst>
                  <a:ext uri="{FF2B5EF4-FFF2-40B4-BE49-F238E27FC236}">
                    <a16:creationId xmlns:a16="http://schemas.microsoft.com/office/drawing/2014/main" id="{31DE10BB-4761-49FF-4E70-D36FDB9C95F4}"/>
                  </a:ext>
                </a:extLst>
              </p:cNvPr>
              <p:cNvSpPr/>
              <p:nvPr/>
            </p:nvSpPr>
            <p:spPr>
              <a:xfrm>
                <a:off x="5025878" y="2135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1" name="Freeform 28230">
                <a:extLst>
                  <a:ext uri="{FF2B5EF4-FFF2-40B4-BE49-F238E27FC236}">
                    <a16:creationId xmlns:a16="http://schemas.microsoft.com/office/drawing/2014/main" id="{66D03E7D-1EF1-6E80-8604-672A0E1E44C7}"/>
                  </a:ext>
                </a:extLst>
              </p:cNvPr>
              <p:cNvSpPr/>
              <p:nvPr/>
            </p:nvSpPr>
            <p:spPr>
              <a:xfrm>
                <a:off x="5026374" y="213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2" name="Freeform 28231">
                <a:extLst>
                  <a:ext uri="{FF2B5EF4-FFF2-40B4-BE49-F238E27FC236}">
                    <a16:creationId xmlns:a16="http://schemas.microsoft.com/office/drawing/2014/main" id="{9B7C2B4F-8412-413F-BC23-33EDAD428DE0}"/>
                  </a:ext>
                </a:extLst>
              </p:cNvPr>
              <p:cNvSpPr/>
              <p:nvPr/>
            </p:nvSpPr>
            <p:spPr>
              <a:xfrm>
                <a:off x="5026870" y="2120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3" name="Freeform 28232">
                <a:extLst>
                  <a:ext uri="{FF2B5EF4-FFF2-40B4-BE49-F238E27FC236}">
                    <a16:creationId xmlns:a16="http://schemas.microsoft.com/office/drawing/2014/main" id="{D1475181-311A-9CE1-C1F8-D84194F84C4B}"/>
                  </a:ext>
                </a:extLst>
              </p:cNvPr>
              <p:cNvSpPr/>
              <p:nvPr/>
            </p:nvSpPr>
            <p:spPr>
              <a:xfrm>
                <a:off x="5027466" y="220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4" name="Freeform 28233">
                <a:extLst>
                  <a:ext uri="{FF2B5EF4-FFF2-40B4-BE49-F238E27FC236}">
                    <a16:creationId xmlns:a16="http://schemas.microsoft.com/office/drawing/2014/main" id="{331DA870-79CE-4638-4B39-9689E1E5E855}"/>
                  </a:ext>
                </a:extLst>
              </p:cNvPr>
              <p:cNvSpPr/>
              <p:nvPr/>
            </p:nvSpPr>
            <p:spPr>
              <a:xfrm>
                <a:off x="5027962" y="2357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5" name="Freeform 28234">
                <a:extLst>
                  <a:ext uri="{FF2B5EF4-FFF2-40B4-BE49-F238E27FC236}">
                    <a16:creationId xmlns:a16="http://schemas.microsoft.com/office/drawing/2014/main" id="{127557E8-BDC9-EBEE-AAFA-9765F0521EBC}"/>
                  </a:ext>
                </a:extLst>
              </p:cNvPr>
              <p:cNvSpPr/>
              <p:nvPr/>
            </p:nvSpPr>
            <p:spPr>
              <a:xfrm>
                <a:off x="5028458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6" name="Freeform 28235">
                <a:extLst>
                  <a:ext uri="{FF2B5EF4-FFF2-40B4-BE49-F238E27FC236}">
                    <a16:creationId xmlns:a16="http://schemas.microsoft.com/office/drawing/2014/main" id="{4C3460FE-1315-E47E-7D57-3872332B8C9E}"/>
                  </a:ext>
                </a:extLst>
              </p:cNvPr>
              <p:cNvSpPr/>
              <p:nvPr/>
            </p:nvSpPr>
            <p:spPr>
              <a:xfrm>
                <a:off x="5029053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7" name="Freeform 28236">
                <a:extLst>
                  <a:ext uri="{FF2B5EF4-FFF2-40B4-BE49-F238E27FC236}">
                    <a16:creationId xmlns:a16="http://schemas.microsoft.com/office/drawing/2014/main" id="{662C12A6-9F6C-EE80-B71E-7F77F9E3F648}"/>
                  </a:ext>
                </a:extLst>
              </p:cNvPr>
              <p:cNvSpPr/>
              <p:nvPr/>
            </p:nvSpPr>
            <p:spPr>
              <a:xfrm>
                <a:off x="5029549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8" name="Freeform 28237">
                <a:extLst>
                  <a:ext uri="{FF2B5EF4-FFF2-40B4-BE49-F238E27FC236}">
                    <a16:creationId xmlns:a16="http://schemas.microsoft.com/office/drawing/2014/main" id="{96F00D94-D3E3-7467-43CD-6B37F20FAC52}"/>
                  </a:ext>
                </a:extLst>
              </p:cNvPr>
              <p:cNvSpPr/>
              <p:nvPr/>
            </p:nvSpPr>
            <p:spPr>
              <a:xfrm>
                <a:off x="5030045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9" name="Freeform 28238">
                <a:extLst>
                  <a:ext uri="{FF2B5EF4-FFF2-40B4-BE49-F238E27FC236}">
                    <a16:creationId xmlns:a16="http://schemas.microsoft.com/office/drawing/2014/main" id="{905314A7-AF39-74A0-4388-4BF06455DC31}"/>
                  </a:ext>
                </a:extLst>
              </p:cNvPr>
              <p:cNvSpPr/>
              <p:nvPr/>
            </p:nvSpPr>
            <p:spPr>
              <a:xfrm>
                <a:off x="5030641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0" name="Freeform 28239">
                <a:extLst>
                  <a:ext uri="{FF2B5EF4-FFF2-40B4-BE49-F238E27FC236}">
                    <a16:creationId xmlns:a16="http://schemas.microsoft.com/office/drawing/2014/main" id="{DEC68E5D-0401-5FBF-45F9-5E3DAA603C9C}"/>
                  </a:ext>
                </a:extLst>
              </p:cNvPr>
              <p:cNvSpPr/>
              <p:nvPr/>
            </p:nvSpPr>
            <p:spPr>
              <a:xfrm>
                <a:off x="5031137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1" name="Freeform 28240">
                <a:extLst>
                  <a:ext uri="{FF2B5EF4-FFF2-40B4-BE49-F238E27FC236}">
                    <a16:creationId xmlns:a16="http://schemas.microsoft.com/office/drawing/2014/main" id="{9B1A9483-7F24-7E57-3914-CE20D724ADE1}"/>
                  </a:ext>
                </a:extLst>
              </p:cNvPr>
              <p:cNvSpPr/>
              <p:nvPr/>
            </p:nvSpPr>
            <p:spPr>
              <a:xfrm>
                <a:off x="5031633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2" name="Freeform 28241">
                <a:extLst>
                  <a:ext uri="{FF2B5EF4-FFF2-40B4-BE49-F238E27FC236}">
                    <a16:creationId xmlns:a16="http://schemas.microsoft.com/office/drawing/2014/main" id="{EC07A4DD-B27F-21D7-2ECA-31C2870BF2D7}"/>
                  </a:ext>
                </a:extLst>
              </p:cNvPr>
              <p:cNvSpPr/>
              <p:nvPr/>
            </p:nvSpPr>
            <p:spPr>
              <a:xfrm>
                <a:off x="5032228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3" name="Freeform 28242">
                <a:extLst>
                  <a:ext uri="{FF2B5EF4-FFF2-40B4-BE49-F238E27FC236}">
                    <a16:creationId xmlns:a16="http://schemas.microsoft.com/office/drawing/2014/main" id="{9ABC4A2B-B47F-EC54-17A0-3041D19917C6}"/>
                  </a:ext>
                </a:extLst>
              </p:cNvPr>
              <p:cNvSpPr/>
              <p:nvPr/>
            </p:nvSpPr>
            <p:spPr>
              <a:xfrm>
                <a:off x="5032724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4" name="Freeform 28243">
                <a:extLst>
                  <a:ext uri="{FF2B5EF4-FFF2-40B4-BE49-F238E27FC236}">
                    <a16:creationId xmlns:a16="http://schemas.microsoft.com/office/drawing/2014/main" id="{68A464E5-B307-764F-309C-2BADFBE18CAF}"/>
                  </a:ext>
                </a:extLst>
              </p:cNvPr>
              <p:cNvSpPr/>
              <p:nvPr/>
            </p:nvSpPr>
            <p:spPr>
              <a:xfrm>
                <a:off x="5033220" y="2333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5" name="Freeform 28244">
                <a:extLst>
                  <a:ext uri="{FF2B5EF4-FFF2-40B4-BE49-F238E27FC236}">
                    <a16:creationId xmlns:a16="http://schemas.microsoft.com/office/drawing/2014/main" id="{2AE57C4A-D92F-269D-D995-4C406F0A6497}"/>
                  </a:ext>
                </a:extLst>
              </p:cNvPr>
              <p:cNvSpPr/>
              <p:nvPr/>
            </p:nvSpPr>
            <p:spPr>
              <a:xfrm>
                <a:off x="5033816" y="2015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6" name="Freeform 28245">
                <a:extLst>
                  <a:ext uri="{FF2B5EF4-FFF2-40B4-BE49-F238E27FC236}">
                    <a16:creationId xmlns:a16="http://schemas.microsoft.com/office/drawing/2014/main" id="{106A8EC2-37AE-CD79-A456-791E1483BCF0}"/>
                  </a:ext>
                </a:extLst>
              </p:cNvPr>
              <p:cNvSpPr/>
              <p:nvPr/>
            </p:nvSpPr>
            <p:spPr>
              <a:xfrm>
                <a:off x="5034312" y="1973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7" name="Freeform 28246">
                <a:extLst>
                  <a:ext uri="{FF2B5EF4-FFF2-40B4-BE49-F238E27FC236}">
                    <a16:creationId xmlns:a16="http://schemas.microsoft.com/office/drawing/2014/main" id="{97C0D89A-6236-15AD-2811-4F33C1B96709}"/>
                  </a:ext>
                </a:extLst>
              </p:cNvPr>
              <p:cNvSpPr/>
              <p:nvPr/>
            </p:nvSpPr>
            <p:spPr>
              <a:xfrm>
                <a:off x="5034808" y="1839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8" name="Freeform 28247">
                <a:extLst>
                  <a:ext uri="{FF2B5EF4-FFF2-40B4-BE49-F238E27FC236}">
                    <a16:creationId xmlns:a16="http://schemas.microsoft.com/office/drawing/2014/main" id="{9280617C-FCA3-9360-095C-01B70C98E73B}"/>
                  </a:ext>
                </a:extLst>
              </p:cNvPr>
              <p:cNvSpPr/>
              <p:nvPr/>
            </p:nvSpPr>
            <p:spPr>
              <a:xfrm>
                <a:off x="5035403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9" name="Freeform 28248">
                <a:extLst>
                  <a:ext uri="{FF2B5EF4-FFF2-40B4-BE49-F238E27FC236}">
                    <a16:creationId xmlns:a16="http://schemas.microsoft.com/office/drawing/2014/main" id="{512050BB-65F3-43D7-3EB5-5F0686989949}"/>
                  </a:ext>
                </a:extLst>
              </p:cNvPr>
              <p:cNvSpPr/>
              <p:nvPr/>
            </p:nvSpPr>
            <p:spPr>
              <a:xfrm>
                <a:off x="5035899" y="1897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0" name="Freeform 28249">
                <a:extLst>
                  <a:ext uri="{FF2B5EF4-FFF2-40B4-BE49-F238E27FC236}">
                    <a16:creationId xmlns:a16="http://schemas.microsoft.com/office/drawing/2014/main" id="{9087F303-27FE-C7D5-FC07-976F1A7B28AC}"/>
                  </a:ext>
                </a:extLst>
              </p:cNvPr>
              <p:cNvSpPr/>
              <p:nvPr/>
            </p:nvSpPr>
            <p:spPr>
              <a:xfrm>
                <a:off x="5036395" y="1937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1" name="Freeform 28250">
                <a:extLst>
                  <a:ext uri="{FF2B5EF4-FFF2-40B4-BE49-F238E27FC236}">
                    <a16:creationId xmlns:a16="http://schemas.microsoft.com/office/drawing/2014/main" id="{3E29DDD3-13B1-9353-6FDE-0CFA285D4EC7}"/>
                  </a:ext>
                </a:extLst>
              </p:cNvPr>
              <p:cNvSpPr/>
              <p:nvPr/>
            </p:nvSpPr>
            <p:spPr>
              <a:xfrm>
                <a:off x="5036991" y="2066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2" name="Freeform 28251">
                <a:extLst>
                  <a:ext uri="{FF2B5EF4-FFF2-40B4-BE49-F238E27FC236}">
                    <a16:creationId xmlns:a16="http://schemas.microsoft.com/office/drawing/2014/main" id="{B7F1462D-6EA7-59FB-3D23-E91A0A87B8CD}"/>
                  </a:ext>
                </a:extLst>
              </p:cNvPr>
              <p:cNvSpPr/>
              <p:nvPr/>
            </p:nvSpPr>
            <p:spPr>
              <a:xfrm>
                <a:off x="5037487" y="2065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3" name="Freeform 28252">
                <a:extLst>
                  <a:ext uri="{FF2B5EF4-FFF2-40B4-BE49-F238E27FC236}">
                    <a16:creationId xmlns:a16="http://schemas.microsoft.com/office/drawing/2014/main" id="{75789A92-715F-0CF1-4137-023BE9B603E8}"/>
                  </a:ext>
                </a:extLst>
              </p:cNvPr>
              <p:cNvSpPr/>
              <p:nvPr/>
            </p:nvSpPr>
            <p:spPr>
              <a:xfrm>
                <a:off x="5037983" y="2061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4" name="Freeform 28253">
                <a:extLst>
                  <a:ext uri="{FF2B5EF4-FFF2-40B4-BE49-F238E27FC236}">
                    <a16:creationId xmlns:a16="http://schemas.microsoft.com/office/drawing/2014/main" id="{84608D0D-E1CC-C326-0223-30AE8FDB9893}"/>
                  </a:ext>
                </a:extLst>
              </p:cNvPr>
              <p:cNvSpPr/>
              <p:nvPr/>
            </p:nvSpPr>
            <p:spPr>
              <a:xfrm>
                <a:off x="5038479" y="2054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5" name="Freeform 28254">
                <a:extLst>
                  <a:ext uri="{FF2B5EF4-FFF2-40B4-BE49-F238E27FC236}">
                    <a16:creationId xmlns:a16="http://schemas.microsoft.com/office/drawing/2014/main" id="{8A605D09-C4E6-4BE2-62D5-0C4C45842548}"/>
                  </a:ext>
                </a:extLst>
              </p:cNvPr>
              <p:cNvSpPr/>
              <p:nvPr/>
            </p:nvSpPr>
            <p:spPr>
              <a:xfrm>
                <a:off x="5039074" y="2052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6" name="Freeform 28255">
                <a:extLst>
                  <a:ext uri="{FF2B5EF4-FFF2-40B4-BE49-F238E27FC236}">
                    <a16:creationId xmlns:a16="http://schemas.microsoft.com/office/drawing/2014/main" id="{9F2E2B77-CD03-25CC-C150-211A61FBC3E5}"/>
                  </a:ext>
                </a:extLst>
              </p:cNvPr>
              <p:cNvSpPr/>
              <p:nvPr/>
            </p:nvSpPr>
            <p:spPr>
              <a:xfrm>
                <a:off x="5039570" y="2033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7" name="Freeform 28256">
                <a:extLst>
                  <a:ext uri="{FF2B5EF4-FFF2-40B4-BE49-F238E27FC236}">
                    <a16:creationId xmlns:a16="http://schemas.microsoft.com/office/drawing/2014/main" id="{5C9359CB-4E76-1001-70E9-346009CB396E}"/>
                  </a:ext>
                </a:extLst>
              </p:cNvPr>
              <p:cNvSpPr/>
              <p:nvPr/>
            </p:nvSpPr>
            <p:spPr>
              <a:xfrm>
                <a:off x="5040066" y="2073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8" name="Freeform 28257">
                <a:extLst>
                  <a:ext uri="{FF2B5EF4-FFF2-40B4-BE49-F238E27FC236}">
                    <a16:creationId xmlns:a16="http://schemas.microsoft.com/office/drawing/2014/main" id="{4E26605D-F0E3-87EA-2EE7-6F6FD6FF04B0}"/>
                  </a:ext>
                </a:extLst>
              </p:cNvPr>
              <p:cNvSpPr/>
              <p:nvPr/>
            </p:nvSpPr>
            <p:spPr>
              <a:xfrm>
                <a:off x="5040662" y="2365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9" name="Freeform 28258">
                <a:extLst>
                  <a:ext uri="{FF2B5EF4-FFF2-40B4-BE49-F238E27FC236}">
                    <a16:creationId xmlns:a16="http://schemas.microsoft.com/office/drawing/2014/main" id="{DC95F1B5-29B5-39B4-924B-7EC42AD1177C}"/>
                  </a:ext>
                </a:extLst>
              </p:cNvPr>
              <p:cNvSpPr/>
              <p:nvPr/>
            </p:nvSpPr>
            <p:spPr>
              <a:xfrm>
                <a:off x="5041158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0" name="Freeform 28259">
                <a:extLst>
                  <a:ext uri="{FF2B5EF4-FFF2-40B4-BE49-F238E27FC236}">
                    <a16:creationId xmlns:a16="http://schemas.microsoft.com/office/drawing/2014/main" id="{180D8C49-4234-E909-C5BB-0136E28A121D}"/>
                  </a:ext>
                </a:extLst>
              </p:cNvPr>
              <p:cNvSpPr/>
              <p:nvPr/>
            </p:nvSpPr>
            <p:spPr>
              <a:xfrm>
                <a:off x="5041654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1" name="Freeform 28260">
                <a:extLst>
                  <a:ext uri="{FF2B5EF4-FFF2-40B4-BE49-F238E27FC236}">
                    <a16:creationId xmlns:a16="http://schemas.microsoft.com/office/drawing/2014/main" id="{09EB625B-2306-B562-AE7E-9C2CB41D286C}"/>
                  </a:ext>
                </a:extLst>
              </p:cNvPr>
              <p:cNvSpPr/>
              <p:nvPr/>
            </p:nvSpPr>
            <p:spPr>
              <a:xfrm>
                <a:off x="5042249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2" name="Freeform 28261">
                <a:extLst>
                  <a:ext uri="{FF2B5EF4-FFF2-40B4-BE49-F238E27FC236}">
                    <a16:creationId xmlns:a16="http://schemas.microsoft.com/office/drawing/2014/main" id="{5731D3A2-901C-BBDC-7A70-39FFE6F6C196}"/>
                  </a:ext>
                </a:extLst>
              </p:cNvPr>
              <p:cNvSpPr/>
              <p:nvPr/>
            </p:nvSpPr>
            <p:spPr>
              <a:xfrm>
                <a:off x="5042745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3" name="Freeform 28262">
                <a:extLst>
                  <a:ext uri="{FF2B5EF4-FFF2-40B4-BE49-F238E27FC236}">
                    <a16:creationId xmlns:a16="http://schemas.microsoft.com/office/drawing/2014/main" id="{B28F7E71-AC67-E0D3-E1C0-F33A0D54EC67}"/>
                  </a:ext>
                </a:extLst>
              </p:cNvPr>
              <p:cNvSpPr/>
              <p:nvPr/>
            </p:nvSpPr>
            <p:spPr>
              <a:xfrm>
                <a:off x="5043241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4" name="Freeform 28263">
                <a:extLst>
                  <a:ext uri="{FF2B5EF4-FFF2-40B4-BE49-F238E27FC236}">
                    <a16:creationId xmlns:a16="http://schemas.microsoft.com/office/drawing/2014/main" id="{549F1B40-05F4-CAF4-BC7C-CE2AD2300927}"/>
                  </a:ext>
                </a:extLst>
              </p:cNvPr>
              <p:cNvSpPr/>
              <p:nvPr/>
            </p:nvSpPr>
            <p:spPr>
              <a:xfrm>
                <a:off x="5043837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5" name="Freeform 28264">
                <a:extLst>
                  <a:ext uri="{FF2B5EF4-FFF2-40B4-BE49-F238E27FC236}">
                    <a16:creationId xmlns:a16="http://schemas.microsoft.com/office/drawing/2014/main" id="{4BB3ED15-3E49-5645-3519-E8797E126948}"/>
                  </a:ext>
                </a:extLst>
              </p:cNvPr>
              <p:cNvSpPr/>
              <p:nvPr/>
            </p:nvSpPr>
            <p:spPr>
              <a:xfrm>
                <a:off x="5044333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6" name="Freeform 28265">
                <a:extLst>
                  <a:ext uri="{FF2B5EF4-FFF2-40B4-BE49-F238E27FC236}">
                    <a16:creationId xmlns:a16="http://schemas.microsoft.com/office/drawing/2014/main" id="{69C97CAA-C367-0C7E-302D-86667D9F17E9}"/>
                  </a:ext>
                </a:extLst>
              </p:cNvPr>
              <p:cNvSpPr/>
              <p:nvPr/>
            </p:nvSpPr>
            <p:spPr>
              <a:xfrm>
                <a:off x="5044829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7" name="Freeform 28266">
                <a:extLst>
                  <a:ext uri="{FF2B5EF4-FFF2-40B4-BE49-F238E27FC236}">
                    <a16:creationId xmlns:a16="http://schemas.microsoft.com/office/drawing/2014/main" id="{ADFDDEE7-51C8-8112-A3EF-E8AEA5FA3705}"/>
                  </a:ext>
                </a:extLst>
              </p:cNvPr>
              <p:cNvSpPr/>
              <p:nvPr/>
            </p:nvSpPr>
            <p:spPr>
              <a:xfrm>
                <a:off x="5045424" y="2395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8" name="Freeform 28267">
                <a:extLst>
                  <a:ext uri="{FF2B5EF4-FFF2-40B4-BE49-F238E27FC236}">
                    <a16:creationId xmlns:a16="http://schemas.microsoft.com/office/drawing/2014/main" id="{605EE7E5-CB14-65B4-C492-396B741F6EA2}"/>
                  </a:ext>
                </a:extLst>
              </p:cNvPr>
              <p:cNvSpPr/>
              <p:nvPr/>
            </p:nvSpPr>
            <p:spPr>
              <a:xfrm>
                <a:off x="5045920" y="2360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9" name="Freeform 28268">
                <a:extLst>
                  <a:ext uri="{FF2B5EF4-FFF2-40B4-BE49-F238E27FC236}">
                    <a16:creationId xmlns:a16="http://schemas.microsoft.com/office/drawing/2014/main" id="{B1B89F25-6267-E079-4265-A7D2D8BA596B}"/>
                  </a:ext>
                </a:extLst>
              </p:cNvPr>
              <p:cNvSpPr/>
              <p:nvPr/>
            </p:nvSpPr>
            <p:spPr>
              <a:xfrm>
                <a:off x="5046416" y="214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0" name="Freeform 28269">
                <a:extLst>
                  <a:ext uri="{FF2B5EF4-FFF2-40B4-BE49-F238E27FC236}">
                    <a16:creationId xmlns:a16="http://schemas.microsoft.com/office/drawing/2014/main" id="{AA6D7D72-817F-E479-8344-0B2D2A261029}"/>
                  </a:ext>
                </a:extLst>
              </p:cNvPr>
              <p:cNvSpPr/>
              <p:nvPr/>
            </p:nvSpPr>
            <p:spPr>
              <a:xfrm>
                <a:off x="5047012" y="208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1" name="Freeform 28270">
                <a:extLst>
                  <a:ext uri="{FF2B5EF4-FFF2-40B4-BE49-F238E27FC236}">
                    <a16:creationId xmlns:a16="http://schemas.microsoft.com/office/drawing/2014/main" id="{880FE0DB-B1D8-D4CE-B4A0-7F1F4EA25B2C}"/>
                  </a:ext>
                </a:extLst>
              </p:cNvPr>
              <p:cNvSpPr/>
              <p:nvPr/>
            </p:nvSpPr>
            <p:spPr>
              <a:xfrm>
                <a:off x="5047508" y="1958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2" name="Freeform 28271">
                <a:extLst>
                  <a:ext uri="{FF2B5EF4-FFF2-40B4-BE49-F238E27FC236}">
                    <a16:creationId xmlns:a16="http://schemas.microsoft.com/office/drawing/2014/main" id="{A30BE18F-FF32-14A0-240F-A35F440643BA}"/>
                  </a:ext>
                </a:extLst>
              </p:cNvPr>
              <p:cNvSpPr/>
              <p:nvPr/>
            </p:nvSpPr>
            <p:spPr>
              <a:xfrm>
                <a:off x="5048004" y="2000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3" name="Freeform 28272">
                <a:extLst>
                  <a:ext uri="{FF2B5EF4-FFF2-40B4-BE49-F238E27FC236}">
                    <a16:creationId xmlns:a16="http://schemas.microsoft.com/office/drawing/2014/main" id="{65844A2A-CF35-4444-8D30-8DBBC1A9DE8B}"/>
                  </a:ext>
                </a:extLst>
              </p:cNvPr>
              <p:cNvSpPr/>
              <p:nvPr/>
            </p:nvSpPr>
            <p:spPr>
              <a:xfrm>
                <a:off x="5048599" y="2001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4" name="Freeform 28273">
                <a:extLst>
                  <a:ext uri="{FF2B5EF4-FFF2-40B4-BE49-F238E27FC236}">
                    <a16:creationId xmlns:a16="http://schemas.microsoft.com/office/drawing/2014/main" id="{1DAB7A6A-D27E-E254-2BC1-C395CD5A0BC8}"/>
                  </a:ext>
                </a:extLst>
              </p:cNvPr>
              <p:cNvSpPr/>
              <p:nvPr/>
            </p:nvSpPr>
            <p:spPr>
              <a:xfrm>
                <a:off x="5049095" y="2086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5" name="Freeform 28274">
                <a:extLst>
                  <a:ext uri="{FF2B5EF4-FFF2-40B4-BE49-F238E27FC236}">
                    <a16:creationId xmlns:a16="http://schemas.microsoft.com/office/drawing/2014/main" id="{CE973CF9-B4EF-5319-C233-FC15EB9457C8}"/>
                  </a:ext>
                </a:extLst>
              </p:cNvPr>
              <p:cNvSpPr/>
              <p:nvPr/>
            </p:nvSpPr>
            <p:spPr>
              <a:xfrm>
                <a:off x="5049591" y="214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6" name="Freeform 28275">
                <a:extLst>
                  <a:ext uri="{FF2B5EF4-FFF2-40B4-BE49-F238E27FC236}">
                    <a16:creationId xmlns:a16="http://schemas.microsoft.com/office/drawing/2014/main" id="{4BDCAA37-E7D1-9C72-6D4B-7FFCCD442825}"/>
                  </a:ext>
                </a:extLst>
              </p:cNvPr>
              <p:cNvSpPr/>
              <p:nvPr/>
            </p:nvSpPr>
            <p:spPr>
              <a:xfrm>
                <a:off x="5050187" y="2153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7" name="Freeform 28276">
                <a:extLst>
                  <a:ext uri="{FF2B5EF4-FFF2-40B4-BE49-F238E27FC236}">
                    <a16:creationId xmlns:a16="http://schemas.microsoft.com/office/drawing/2014/main" id="{D65CA458-C8DF-8D9C-90DF-A63DA4B23F29}"/>
                  </a:ext>
                </a:extLst>
              </p:cNvPr>
              <p:cNvSpPr/>
              <p:nvPr/>
            </p:nvSpPr>
            <p:spPr>
              <a:xfrm>
                <a:off x="5050683" y="2149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8" name="Freeform 28277">
                <a:extLst>
                  <a:ext uri="{FF2B5EF4-FFF2-40B4-BE49-F238E27FC236}">
                    <a16:creationId xmlns:a16="http://schemas.microsoft.com/office/drawing/2014/main" id="{AA5A5CB6-3C52-C14B-1C3D-D87DA8C93B89}"/>
                  </a:ext>
                </a:extLst>
              </p:cNvPr>
              <p:cNvSpPr/>
              <p:nvPr/>
            </p:nvSpPr>
            <p:spPr>
              <a:xfrm>
                <a:off x="5051179" y="2138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9" name="Freeform 28278">
                <a:extLst>
                  <a:ext uri="{FF2B5EF4-FFF2-40B4-BE49-F238E27FC236}">
                    <a16:creationId xmlns:a16="http://schemas.microsoft.com/office/drawing/2014/main" id="{D794D402-F492-9BB9-CEB1-B5BCE66933D4}"/>
                  </a:ext>
                </a:extLst>
              </p:cNvPr>
              <p:cNvSpPr/>
              <p:nvPr/>
            </p:nvSpPr>
            <p:spPr>
              <a:xfrm>
                <a:off x="5051675" y="214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0" name="Freeform 28279">
                <a:extLst>
                  <a:ext uri="{FF2B5EF4-FFF2-40B4-BE49-F238E27FC236}">
                    <a16:creationId xmlns:a16="http://schemas.microsoft.com/office/drawing/2014/main" id="{3EB20F7A-D233-9955-47E5-8E120C919AE1}"/>
                  </a:ext>
                </a:extLst>
              </p:cNvPr>
              <p:cNvSpPr/>
              <p:nvPr/>
            </p:nvSpPr>
            <p:spPr>
              <a:xfrm>
                <a:off x="5052270" y="2167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1" name="Freeform 28280">
                <a:extLst>
                  <a:ext uri="{FF2B5EF4-FFF2-40B4-BE49-F238E27FC236}">
                    <a16:creationId xmlns:a16="http://schemas.microsoft.com/office/drawing/2014/main" id="{7E3C2597-E74D-6D32-7828-7C44EC81C7EF}"/>
                  </a:ext>
                </a:extLst>
              </p:cNvPr>
              <p:cNvSpPr/>
              <p:nvPr/>
            </p:nvSpPr>
            <p:spPr>
              <a:xfrm>
                <a:off x="5052766" y="2176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2" name="Freeform 28281">
                <a:extLst>
                  <a:ext uri="{FF2B5EF4-FFF2-40B4-BE49-F238E27FC236}">
                    <a16:creationId xmlns:a16="http://schemas.microsoft.com/office/drawing/2014/main" id="{6BA265B8-80D3-F0EE-E65F-AD43D76D59F7}"/>
                  </a:ext>
                </a:extLst>
              </p:cNvPr>
              <p:cNvSpPr/>
              <p:nvPr/>
            </p:nvSpPr>
            <p:spPr>
              <a:xfrm>
                <a:off x="5053263" y="2358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3" name="Freeform 28282">
                <a:extLst>
                  <a:ext uri="{FF2B5EF4-FFF2-40B4-BE49-F238E27FC236}">
                    <a16:creationId xmlns:a16="http://schemas.microsoft.com/office/drawing/2014/main" id="{9B59976B-BCB0-90EF-22DD-1AC0A7C98723}"/>
                  </a:ext>
                </a:extLst>
              </p:cNvPr>
              <p:cNvSpPr/>
              <p:nvPr/>
            </p:nvSpPr>
            <p:spPr>
              <a:xfrm>
                <a:off x="5053858" y="2388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4" name="Freeform 28283">
                <a:extLst>
                  <a:ext uri="{FF2B5EF4-FFF2-40B4-BE49-F238E27FC236}">
                    <a16:creationId xmlns:a16="http://schemas.microsoft.com/office/drawing/2014/main" id="{1A06877A-6620-A8DC-6804-8C08B8B6A375}"/>
                  </a:ext>
                </a:extLst>
              </p:cNvPr>
              <p:cNvSpPr/>
              <p:nvPr/>
            </p:nvSpPr>
            <p:spPr>
              <a:xfrm>
                <a:off x="5054354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5" name="Freeform 28284">
                <a:extLst>
                  <a:ext uri="{FF2B5EF4-FFF2-40B4-BE49-F238E27FC236}">
                    <a16:creationId xmlns:a16="http://schemas.microsoft.com/office/drawing/2014/main" id="{224CC6C8-D5D2-BD13-1DB5-B92DA68FBC5B}"/>
                  </a:ext>
                </a:extLst>
              </p:cNvPr>
              <p:cNvSpPr/>
              <p:nvPr/>
            </p:nvSpPr>
            <p:spPr>
              <a:xfrm>
                <a:off x="5054850" y="2390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6" name="Freeform 28285">
                <a:extLst>
                  <a:ext uri="{FF2B5EF4-FFF2-40B4-BE49-F238E27FC236}">
                    <a16:creationId xmlns:a16="http://schemas.microsoft.com/office/drawing/2014/main" id="{9CD6871F-500D-2EC0-FA4D-3D1778E77742}"/>
                  </a:ext>
                </a:extLst>
              </p:cNvPr>
              <p:cNvSpPr/>
              <p:nvPr/>
            </p:nvSpPr>
            <p:spPr>
              <a:xfrm>
                <a:off x="5055445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7" name="Freeform 28286">
                <a:extLst>
                  <a:ext uri="{FF2B5EF4-FFF2-40B4-BE49-F238E27FC236}">
                    <a16:creationId xmlns:a16="http://schemas.microsoft.com/office/drawing/2014/main" id="{6E8BC64C-6F13-ECC7-7900-0CD8B6D07939}"/>
                  </a:ext>
                </a:extLst>
              </p:cNvPr>
              <p:cNvSpPr/>
              <p:nvPr/>
            </p:nvSpPr>
            <p:spPr>
              <a:xfrm>
                <a:off x="5055941" y="2386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8" name="Freeform 28287">
                <a:extLst>
                  <a:ext uri="{FF2B5EF4-FFF2-40B4-BE49-F238E27FC236}">
                    <a16:creationId xmlns:a16="http://schemas.microsoft.com/office/drawing/2014/main" id="{FA69A8AE-4C6D-DAF0-B759-115174E1990D}"/>
                  </a:ext>
                </a:extLst>
              </p:cNvPr>
              <p:cNvSpPr/>
              <p:nvPr/>
            </p:nvSpPr>
            <p:spPr>
              <a:xfrm>
                <a:off x="5056438" y="2388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9" name="Freeform 28288">
                <a:extLst>
                  <a:ext uri="{FF2B5EF4-FFF2-40B4-BE49-F238E27FC236}">
                    <a16:creationId xmlns:a16="http://schemas.microsoft.com/office/drawing/2014/main" id="{9C02349F-FA6F-0AA8-4AC6-3F565100C4EE}"/>
                  </a:ext>
                </a:extLst>
              </p:cNvPr>
              <p:cNvSpPr/>
              <p:nvPr/>
            </p:nvSpPr>
            <p:spPr>
              <a:xfrm>
                <a:off x="5057033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0" name="Freeform 28289">
                <a:extLst>
                  <a:ext uri="{FF2B5EF4-FFF2-40B4-BE49-F238E27FC236}">
                    <a16:creationId xmlns:a16="http://schemas.microsoft.com/office/drawing/2014/main" id="{DC6F5D80-3CFC-5DB3-53D3-04B5A9C0F86A}"/>
                  </a:ext>
                </a:extLst>
              </p:cNvPr>
              <p:cNvSpPr/>
              <p:nvPr/>
            </p:nvSpPr>
            <p:spPr>
              <a:xfrm>
                <a:off x="5057529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1" name="Freeform 28290">
                <a:extLst>
                  <a:ext uri="{FF2B5EF4-FFF2-40B4-BE49-F238E27FC236}">
                    <a16:creationId xmlns:a16="http://schemas.microsoft.com/office/drawing/2014/main" id="{2152F8C1-C4E9-38A7-BCAA-1DCD357F57A1}"/>
                  </a:ext>
                </a:extLst>
              </p:cNvPr>
              <p:cNvSpPr/>
              <p:nvPr/>
            </p:nvSpPr>
            <p:spPr>
              <a:xfrm>
                <a:off x="5058025" y="2388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2" name="Freeform 28291">
                <a:extLst>
                  <a:ext uri="{FF2B5EF4-FFF2-40B4-BE49-F238E27FC236}">
                    <a16:creationId xmlns:a16="http://schemas.microsoft.com/office/drawing/2014/main" id="{8DDE9B0A-588D-1BB9-411A-89818FF0128D}"/>
                  </a:ext>
                </a:extLst>
              </p:cNvPr>
              <p:cNvSpPr/>
              <p:nvPr/>
            </p:nvSpPr>
            <p:spPr>
              <a:xfrm>
                <a:off x="5058620" y="2298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3" name="Freeform 28292">
                <a:extLst>
                  <a:ext uri="{FF2B5EF4-FFF2-40B4-BE49-F238E27FC236}">
                    <a16:creationId xmlns:a16="http://schemas.microsoft.com/office/drawing/2014/main" id="{47390E91-0C93-3A5F-98A9-2526104C9754}"/>
                  </a:ext>
                </a:extLst>
              </p:cNvPr>
              <p:cNvSpPr/>
              <p:nvPr/>
            </p:nvSpPr>
            <p:spPr>
              <a:xfrm>
                <a:off x="5059116" y="2033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4" name="Freeform 28293">
                <a:extLst>
                  <a:ext uri="{FF2B5EF4-FFF2-40B4-BE49-F238E27FC236}">
                    <a16:creationId xmlns:a16="http://schemas.microsoft.com/office/drawing/2014/main" id="{EF804ED6-CA60-35A3-E0D2-BDDBC5489C32}"/>
                  </a:ext>
                </a:extLst>
              </p:cNvPr>
              <p:cNvSpPr/>
              <p:nvPr/>
            </p:nvSpPr>
            <p:spPr>
              <a:xfrm>
                <a:off x="5059613" y="1867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5" name="Freeform 28294">
                <a:extLst>
                  <a:ext uri="{FF2B5EF4-FFF2-40B4-BE49-F238E27FC236}">
                    <a16:creationId xmlns:a16="http://schemas.microsoft.com/office/drawing/2014/main" id="{274FB298-3942-D3EB-ACCF-7E92F8967A00}"/>
                  </a:ext>
                </a:extLst>
              </p:cNvPr>
              <p:cNvSpPr/>
              <p:nvPr/>
            </p:nvSpPr>
            <p:spPr>
              <a:xfrm>
                <a:off x="5060208" y="1762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6" name="Freeform 28295">
                <a:extLst>
                  <a:ext uri="{FF2B5EF4-FFF2-40B4-BE49-F238E27FC236}">
                    <a16:creationId xmlns:a16="http://schemas.microsoft.com/office/drawing/2014/main" id="{0B78F6C7-A3AA-4CBC-E7A9-064A8E3DF11D}"/>
                  </a:ext>
                </a:extLst>
              </p:cNvPr>
              <p:cNvSpPr/>
              <p:nvPr/>
            </p:nvSpPr>
            <p:spPr>
              <a:xfrm>
                <a:off x="5060704" y="1859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7" name="Freeform 28296">
                <a:extLst>
                  <a:ext uri="{FF2B5EF4-FFF2-40B4-BE49-F238E27FC236}">
                    <a16:creationId xmlns:a16="http://schemas.microsoft.com/office/drawing/2014/main" id="{F5E38606-000C-7FD1-EAB1-11F65E60E0F8}"/>
                  </a:ext>
                </a:extLst>
              </p:cNvPr>
              <p:cNvSpPr/>
              <p:nvPr/>
            </p:nvSpPr>
            <p:spPr>
              <a:xfrm>
                <a:off x="5061200" y="1623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8" name="Freeform 28297">
                <a:extLst>
                  <a:ext uri="{FF2B5EF4-FFF2-40B4-BE49-F238E27FC236}">
                    <a16:creationId xmlns:a16="http://schemas.microsoft.com/office/drawing/2014/main" id="{5DC4E871-BE18-52E1-C2C0-AE102F468CC9}"/>
                  </a:ext>
                </a:extLst>
              </p:cNvPr>
              <p:cNvSpPr/>
              <p:nvPr/>
            </p:nvSpPr>
            <p:spPr>
              <a:xfrm>
                <a:off x="5061795" y="1907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9" name="Freeform 28298">
                <a:extLst>
                  <a:ext uri="{FF2B5EF4-FFF2-40B4-BE49-F238E27FC236}">
                    <a16:creationId xmlns:a16="http://schemas.microsoft.com/office/drawing/2014/main" id="{8666FBAD-DA6F-57BC-DA90-22519E5FFC1F}"/>
                  </a:ext>
                </a:extLst>
              </p:cNvPr>
              <p:cNvSpPr/>
              <p:nvPr/>
            </p:nvSpPr>
            <p:spPr>
              <a:xfrm>
                <a:off x="5062291" y="19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0" name="Freeform 28299">
                <a:extLst>
                  <a:ext uri="{FF2B5EF4-FFF2-40B4-BE49-F238E27FC236}">
                    <a16:creationId xmlns:a16="http://schemas.microsoft.com/office/drawing/2014/main" id="{87F61A45-2BF2-5A19-DE83-9CF1CE3AB325}"/>
                  </a:ext>
                </a:extLst>
              </p:cNvPr>
              <p:cNvSpPr/>
              <p:nvPr/>
            </p:nvSpPr>
            <p:spPr>
              <a:xfrm>
                <a:off x="5062788" y="2066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1" name="Freeform 28300">
                <a:extLst>
                  <a:ext uri="{FF2B5EF4-FFF2-40B4-BE49-F238E27FC236}">
                    <a16:creationId xmlns:a16="http://schemas.microsoft.com/office/drawing/2014/main" id="{565F64F9-1742-9929-4FCD-F384A5FC0C14}"/>
                  </a:ext>
                </a:extLst>
              </p:cNvPr>
              <p:cNvSpPr/>
              <p:nvPr/>
            </p:nvSpPr>
            <p:spPr>
              <a:xfrm>
                <a:off x="5063284" y="206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2" name="Freeform 28301">
                <a:extLst>
                  <a:ext uri="{FF2B5EF4-FFF2-40B4-BE49-F238E27FC236}">
                    <a16:creationId xmlns:a16="http://schemas.microsoft.com/office/drawing/2014/main" id="{6AE6D15E-5C2E-8914-99E2-BBDBF9BD7A36}"/>
                  </a:ext>
                </a:extLst>
              </p:cNvPr>
              <p:cNvSpPr/>
              <p:nvPr/>
            </p:nvSpPr>
            <p:spPr>
              <a:xfrm>
                <a:off x="5063879" y="206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3" name="Freeform 28302">
                <a:extLst>
                  <a:ext uri="{FF2B5EF4-FFF2-40B4-BE49-F238E27FC236}">
                    <a16:creationId xmlns:a16="http://schemas.microsoft.com/office/drawing/2014/main" id="{46A5FEA5-8898-6D56-4703-C4A5C3C89996}"/>
                  </a:ext>
                </a:extLst>
              </p:cNvPr>
              <p:cNvSpPr/>
              <p:nvPr/>
            </p:nvSpPr>
            <p:spPr>
              <a:xfrm>
                <a:off x="5064375" y="2064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4" name="Freeform 28303">
                <a:extLst>
                  <a:ext uri="{FF2B5EF4-FFF2-40B4-BE49-F238E27FC236}">
                    <a16:creationId xmlns:a16="http://schemas.microsoft.com/office/drawing/2014/main" id="{9A67486F-7C47-9031-85B8-066969E06C7D}"/>
                  </a:ext>
                </a:extLst>
              </p:cNvPr>
              <p:cNvSpPr/>
              <p:nvPr/>
            </p:nvSpPr>
            <p:spPr>
              <a:xfrm>
                <a:off x="5064871" y="209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5" name="Freeform 28304">
                <a:extLst>
                  <a:ext uri="{FF2B5EF4-FFF2-40B4-BE49-F238E27FC236}">
                    <a16:creationId xmlns:a16="http://schemas.microsoft.com/office/drawing/2014/main" id="{7D8F24F3-3963-F9BB-E611-3FE9AD1236A7}"/>
                  </a:ext>
                </a:extLst>
              </p:cNvPr>
              <p:cNvSpPr/>
              <p:nvPr/>
            </p:nvSpPr>
            <p:spPr>
              <a:xfrm>
                <a:off x="5065466" y="2120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6" name="Freeform 28305">
                <a:extLst>
                  <a:ext uri="{FF2B5EF4-FFF2-40B4-BE49-F238E27FC236}">
                    <a16:creationId xmlns:a16="http://schemas.microsoft.com/office/drawing/2014/main" id="{1EEC23E6-BDF4-63E4-165E-A29C331D39BE}"/>
                  </a:ext>
                </a:extLst>
              </p:cNvPr>
              <p:cNvSpPr/>
              <p:nvPr/>
            </p:nvSpPr>
            <p:spPr>
              <a:xfrm>
                <a:off x="5065963" y="2361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7" name="Freeform 28306">
                <a:extLst>
                  <a:ext uri="{FF2B5EF4-FFF2-40B4-BE49-F238E27FC236}">
                    <a16:creationId xmlns:a16="http://schemas.microsoft.com/office/drawing/2014/main" id="{385E462C-F988-7163-7753-6265B710AAB3}"/>
                  </a:ext>
                </a:extLst>
              </p:cNvPr>
              <p:cNvSpPr/>
              <p:nvPr/>
            </p:nvSpPr>
            <p:spPr>
              <a:xfrm>
                <a:off x="5066459" y="2381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8" name="Freeform 28307">
                <a:extLst>
                  <a:ext uri="{FF2B5EF4-FFF2-40B4-BE49-F238E27FC236}">
                    <a16:creationId xmlns:a16="http://schemas.microsoft.com/office/drawing/2014/main" id="{DCD87E1D-56B8-3A7A-EAA8-9210DDEB61D0}"/>
                  </a:ext>
                </a:extLst>
              </p:cNvPr>
              <p:cNvSpPr/>
              <p:nvPr/>
            </p:nvSpPr>
            <p:spPr>
              <a:xfrm>
                <a:off x="5067054" y="2382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9" name="Freeform 28308">
                <a:extLst>
                  <a:ext uri="{FF2B5EF4-FFF2-40B4-BE49-F238E27FC236}">
                    <a16:creationId xmlns:a16="http://schemas.microsoft.com/office/drawing/2014/main" id="{4875A467-2F5F-E1DF-24CC-ABF8F817E814}"/>
                  </a:ext>
                </a:extLst>
              </p:cNvPr>
              <p:cNvSpPr/>
              <p:nvPr/>
            </p:nvSpPr>
            <p:spPr>
              <a:xfrm>
                <a:off x="5067550" y="2381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0" name="Freeform 28309">
                <a:extLst>
                  <a:ext uri="{FF2B5EF4-FFF2-40B4-BE49-F238E27FC236}">
                    <a16:creationId xmlns:a16="http://schemas.microsoft.com/office/drawing/2014/main" id="{550A700E-4C4B-BD92-A637-F9BA75B0F00B}"/>
                  </a:ext>
                </a:extLst>
              </p:cNvPr>
              <p:cNvSpPr/>
              <p:nvPr/>
            </p:nvSpPr>
            <p:spPr>
              <a:xfrm>
                <a:off x="5068046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1" name="Freeform 28310">
                <a:extLst>
                  <a:ext uri="{FF2B5EF4-FFF2-40B4-BE49-F238E27FC236}">
                    <a16:creationId xmlns:a16="http://schemas.microsoft.com/office/drawing/2014/main" id="{EDC515D0-F566-71C5-583A-1ABD00E9F705}"/>
                  </a:ext>
                </a:extLst>
              </p:cNvPr>
              <p:cNvSpPr/>
              <p:nvPr/>
            </p:nvSpPr>
            <p:spPr>
              <a:xfrm>
                <a:off x="5068641" y="2386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2" name="Freeform 28311">
                <a:extLst>
                  <a:ext uri="{FF2B5EF4-FFF2-40B4-BE49-F238E27FC236}">
                    <a16:creationId xmlns:a16="http://schemas.microsoft.com/office/drawing/2014/main" id="{73C30137-60CB-E6A8-D431-E2FF40A09A45}"/>
                  </a:ext>
                </a:extLst>
              </p:cNvPr>
              <p:cNvSpPr/>
              <p:nvPr/>
            </p:nvSpPr>
            <p:spPr>
              <a:xfrm>
                <a:off x="5069138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3" name="Freeform 28312">
                <a:extLst>
                  <a:ext uri="{FF2B5EF4-FFF2-40B4-BE49-F238E27FC236}">
                    <a16:creationId xmlns:a16="http://schemas.microsoft.com/office/drawing/2014/main" id="{3369F094-4589-9EC2-B32B-0A6A0DBD9F45}"/>
                  </a:ext>
                </a:extLst>
              </p:cNvPr>
              <p:cNvSpPr/>
              <p:nvPr/>
            </p:nvSpPr>
            <p:spPr>
              <a:xfrm>
                <a:off x="5069634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4" name="Freeform 28313">
                <a:extLst>
                  <a:ext uri="{FF2B5EF4-FFF2-40B4-BE49-F238E27FC236}">
                    <a16:creationId xmlns:a16="http://schemas.microsoft.com/office/drawing/2014/main" id="{A6EA55AA-3ED8-B376-FC50-36770A9EE053}"/>
                  </a:ext>
                </a:extLst>
              </p:cNvPr>
              <p:cNvSpPr/>
              <p:nvPr/>
            </p:nvSpPr>
            <p:spPr>
              <a:xfrm>
                <a:off x="5070229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5" name="Freeform 28314">
                <a:extLst>
                  <a:ext uri="{FF2B5EF4-FFF2-40B4-BE49-F238E27FC236}">
                    <a16:creationId xmlns:a16="http://schemas.microsoft.com/office/drawing/2014/main" id="{87CF39A2-6A53-5D27-2900-8A6256EEE20E}"/>
                  </a:ext>
                </a:extLst>
              </p:cNvPr>
              <p:cNvSpPr/>
              <p:nvPr/>
            </p:nvSpPr>
            <p:spPr>
              <a:xfrm>
                <a:off x="5070725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6" name="Freeform 28315">
                <a:extLst>
                  <a:ext uri="{FF2B5EF4-FFF2-40B4-BE49-F238E27FC236}">
                    <a16:creationId xmlns:a16="http://schemas.microsoft.com/office/drawing/2014/main" id="{9FEC8A15-AE1B-1958-BF35-59D65A4793EC}"/>
                  </a:ext>
                </a:extLst>
              </p:cNvPr>
              <p:cNvSpPr/>
              <p:nvPr/>
            </p:nvSpPr>
            <p:spPr>
              <a:xfrm>
                <a:off x="5071221" y="2295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7" name="Freeform 28316">
                <a:extLst>
                  <a:ext uri="{FF2B5EF4-FFF2-40B4-BE49-F238E27FC236}">
                    <a16:creationId xmlns:a16="http://schemas.microsoft.com/office/drawing/2014/main" id="{1D848BB2-90EB-918C-1DFC-715571708E4D}"/>
                  </a:ext>
                </a:extLst>
              </p:cNvPr>
              <p:cNvSpPr/>
              <p:nvPr/>
            </p:nvSpPr>
            <p:spPr>
              <a:xfrm>
                <a:off x="5071816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8" name="Freeform 28317">
                <a:extLst>
                  <a:ext uri="{FF2B5EF4-FFF2-40B4-BE49-F238E27FC236}">
                    <a16:creationId xmlns:a16="http://schemas.microsoft.com/office/drawing/2014/main" id="{64AD4375-B9C2-FDF7-8B54-7C5DC8DF58D5}"/>
                  </a:ext>
                </a:extLst>
              </p:cNvPr>
              <p:cNvSpPr/>
              <p:nvPr/>
            </p:nvSpPr>
            <p:spPr>
              <a:xfrm>
                <a:off x="5072313" y="1850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9" name="Freeform 28318">
                <a:extLst>
                  <a:ext uri="{FF2B5EF4-FFF2-40B4-BE49-F238E27FC236}">
                    <a16:creationId xmlns:a16="http://schemas.microsoft.com/office/drawing/2014/main" id="{B18E3295-4508-D258-56CC-E629F0732328}"/>
                  </a:ext>
                </a:extLst>
              </p:cNvPr>
              <p:cNvSpPr/>
              <p:nvPr/>
            </p:nvSpPr>
            <p:spPr>
              <a:xfrm>
                <a:off x="5072809" y="1732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0" name="Freeform 28319">
                <a:extLst>
                  <a:ext uri="{FF2B5EF4-FFF2-40B4-BE49-F238E27FC236}">
                    <a16:creationId xmlns:a16="http://schemas.microsoft.com/office/drawing/2014/main" id="{FED40700-86A2-DE42-B229-4B04BC2F3EB7}"/>
                  </a:ext>
                </a:extLst>
              </p:cNvPr>
              <p:cNvSpPr/>
              <p:nvPr/>
            </p:nvSpPr>
            <p:spPr>
              <a:xfrm>
                <a:off x="5073404" y="1807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1" name="Freeform 28320">
                <a:extLst>
                  <a:ext uri="{FF2B5EF4-FFF2-40B4-BE49-F238E27FC236}">
                    <a16:creationId xmlns:a16="http://schemas.microsoft.com/office/drawing/2014/main" id="{93A0527C-2820-1849-F81F-946D5767D78D}"/>
                  </a:ext>
                </a:extLst>
              </p:cNvPr>
              <p:cNvSpPr/>
              <p:nvPr/>
            </p:nvSpPr>
            <p:spPr>
              <a:xfrm>
                <a:off x="5073900" y="1524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2" name="Freeform 28321">
                <a:extLst>
                  <a:ext uri="{FF2B5EF4-FFF2-40B4-BE49-F238E27FC236}">
                    <a16:creationId xmlns:a16="http://schemas.microsoft.com/office/drawing/2014/main" id="{466359F4-E208-F37C-122E-C3FE1AA76E33}"/>
                  </a:ext>
                </a:extLst>
              </p:cNvPr>
              <p:cNvSpPr/>
              <p:nvPr/>
            </p:nvSpPr>
            <p:spPr>
              <a:xfrm>
                <a:off x="5074396" y="1769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3" name="Freeform 28322">
                <a:extLst>
                  <a:ext uri="{FF2B5EF4-FFF2-40B4-BE49-F238E27FC236}">
                    <a16:creationId xmlns:a16="http://schemas.microsoft.com/office/drawing/2014/main" id="{42D2CBA1-06FB-C150-B8E2-D518A2A99C4B}"/>
                  </a:ext>
                </a:extLst>
              </p:cNvPr>
              <p:cNvSpPr/>
              <p:nvPr/>
            </p:nvSpPr>
            <p:spPr>
              <a:xfrm>
                <a:off x="5074892" y="1963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4" name="Freeform 28323">
                <a:extLst>
                  <a:ext uri="{FF2B5EF4-FFF2-40B4-BE49-F238E27FC236}">
                    <a16:creationId xmlns:a16="http://schemas.microsoft.com/office/drawing/2014/main" id="{DC22D9E6-44F2-11D2-D79E-3448C2573E9A}"/>
                  </a:ext>
                </a:extLst>
              </p:cNvPr>
              <p:cNvSpPr/>
              <p:nvPr/>
            </p:nvSpPr>
            <p:spPr>
              <a:xfrm>
                <a:off x="5075488" y="1983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5" name="Freeform 28324">
                <a:extLst>
                  <a:ext uri="{FF2B5EF4-FFF2-40B4-BE49-F238E27FC236}">
                    <a16:creationId xmlns:a16="http://schemas.microsoft.com/office/drawing/2014/main" id="{846086B3-BCC4-F32C-79A2-8F11BEDB7AA4}"/>
                  </a:ext>
                </a:extLst>
              </p:cNvPr>
              <p:cNvSpPr/>
              <p:nvPr/>
            </p:nvSpPr>
            <p:spPr>
              <a:xfrm>
                <a:off x="5075984" y="1929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6" name="Freeform 28325">
                <a:extLst>
                  <a:ext uri="{FF2B5EF4-FFF2-40B4-BE49-F238E27FC236}">
                    <a16:creationId xmlns:a16="http://schemas.microsoft.com/office/drawing/2014/main" id="{66DCB266-8D5D-48AA-AEBA-151B541EF2F7}"/>
                  </a:ext>
                </a:extLst>
              </p:cNvPr>
              <p:cNvSpPr/>
              <p:nvPr/>
            </p:nvSpPr>
            <p:spPr>
              <a:xfrm>
                <a:off x="5076480" y="1912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7" name="Freeform 28326">
                <a:extLst>
                  <a:ext uri="{FF2B5EF4-FFF2-40B4-BE49-F238E27FC236}">
                    <a16:creationId xmlns:a16="http://schemas.microsoft.com/office/drawing/2014/main" id="{8436A4D1-2989-59D9-B417-B2C3BD470A13}"/>
                  </a:ext>
                </a:extLst>
              </p:cNvPr>
              <p:cNvSpPr/>
              <p:nvPr/>
            </p:nvSpPr>
            <p:spPr>
              <a:xfrm>
                <a:off x="5077075" y="1925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8" name="Freeform 28327">
                <a:extLst>
                  <a:ext uri="{FF2B5EF4-FFF2-40B4-BE49-F238E27FC236}">
                    <a16:creationId xmlns:a16="http://schemas.microsoft.com/office/drawing/2014/main" id="{6566D554-DF0F-F38C-3D7D-03A2FEC856B3}"/>
                  </a:ext>
                </a:extLst>
              </p:cNvPr>
              <p:cNvSpPr/>
              <p:nvPr/>
            </p:nvSpPr>
            <p:spPr>
              <a:xfrm>
                <a:off x="5077571" y="2055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9" name="Freeform 28328">
                <a:extLst>
                  <a:ext uri="{FF2B5EF4-FFF2-40B4-BE49-F238E27FC236}">
                    <a16:creationId xmlns:a16="http://schemas.microsoft.com/office/drawing/2014/main" id="{4E510384-C326-CCCC-D8A7-05735FC84FEE}"/>
                  </a:ext>
                </a:extLst>
              </p:cNvPr>
              <p:cNvSpPr/>
              <p:nvPr/>
            </p:nvSpPr>
            <p:spPr>
              <a:xfrm>
                <a:off x="5078067" y="2029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0" name="Freeform 28329">
                <a:extLst>
                  <a:ext uri="{FF2B5EF4-FFF2-40B4-BE49-F238E27FC236}">
                    <a16:creationId xmlns:a16="http://schemas.microsoft.com/office/drawing/2014/main" id="{E7AED9E3-1454-90AC-7346-0AFCC5F92CBE}"/>
                  </a:ext>
                </a:extLst>
              </p:cNvPr>
              <p:cNvSpPr/>
              <p:nvPr/>
            </p:nvSpPr>
            <p:spPr>
              <a:xfrm>
                <a:off x="5078663" y="2356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1" name="Freeform 28330">
                <a:extLst>
                  <a:ext uri="{FF2B5EF4-FFF2-40B4-BE49-F238E27FC236}">
                    <a16:creationId xmlns:a16="http://schemas.microsoft.com/office/drawing/2014/main" id="{E62B7399-34CF-A4F2-1E53-2EC754699945}"/>
                  </a:ext>
                </a:extLst>
              </p:cNvPr>
              <p:cNvSpPr/>
              <p:nvPr/>
            </p:nvSpPr>
            <p:spPr>
              <a:xfrm>
                <a:off x="5079159" y="2384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2" name="Freeform 28331">
                <a:extLst>
                  <a:ext uri="{FF2B5EF4-FFF2-40B4-BE49-F238E27FC236}">
                    <a16:creationId xmlns:a16="http://schemas.microsoft.com/office/drawing/2014/main" id="{88AD3811-303C-0E78-D83A-7FD5356AAE2C}"/>
                  </a:ext>
                </a:extLst>
              </p:cNvPr>
              <p:cNvSpPr/>
              <p:nvPr/>
            </p:nvSpPr>
            <p:spPr>
              <a:xfrm>
                <a:off x="5079655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3" name="Freeform 28332">
                <a:extLst>
                  <a:ext uri="{FF2B5EF4-FFF2-40B4-BE49-F238E27FC236}">
                    <a16:creationId xmlns:a16="http://schemas.microsoft.com/office/drawing/2014/main" id="{CF657FF1-833A-68F6-3A3A-FE7E9583A3CE}"/>
                  </a:ext>
                </a:extLst>
              </p:cNvPr>
              <p:cNvSpPr/>
              <p:nvPr/>
            </p:nvSpPr>
            <p:spPr>
              <a:xfrm>
                <a:off x="5080250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4" name="Freeform 28333">
                <a:extLst>
                  <a:ext uri="{FF2B5EF4-FFF2-40B4-BE49-F238E27FC236}">
                    <a16:creationId xmlns:a16="http://schemas.microsoft.com/office/drawing/2014/main" id="{30DE04D8-0225-6B67-3012-B4A26A47C594}"/>
                  </a:ext>
                </a:extLst>
              </p:cNvPr>
              <p:cNvSpPr/>
              <p:nvPr/>
            </p:nvSpPr>
            <p:spPr>
              <a:xfrm>
                <a:off x="5080746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5" name="Freeform 28334">
                <a:extLst>
                  <a:ext uri="{FF2B5EF4-FFF2-40B4-BE49-F238E27FC236}">
                    <a16:creationId xmlns:a16="http://schemas.microsoft.com/office/drawing/2014/main" id="{09A8A881-36B8-BBB4-ACDC-780913ECDDF0}"/>
                  </a:ext>
                </a:extLst>
              </p:cNvPr>
              <p:cNvSpPr/>
              <p:nvPr/>
            </p:nvSpPr>
            <p:spPr>
              <a:xfrm>
                <a:off x="5081242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6" name="Freeform 28335">
                <a:extLst>
                  <a:ext uri="{FF2B5EF4-FFF2-40B4-BE49-F238E27FC236}">
                    <a16:creationId xmlns:a16="http://schemas.microsoft.com/office/drawing/2014/main" id="{4F2FBD53-3AF8-74F4-E076-A55FCBED3EFD}"/>
                  </a:ext>
                </a:extLst>
              </p:cNvPr>
              <p:cNvSpPr/>
              <p:nvPr/>
            </p:nvSpPr>
            <p:spPr>
              <a:xfrm>
                <a:off x="5081838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7" name="Freeform 28336">
                <a:extLst>
                  <a:ext uri="{FF2B5EF4-FFF2-40B4-BE49-F238E27FC236}">
                    <a16:creationId xmlns:a16="http://schemas.microsoft.com/office/drawing/2014/main" id="{77D3F622-C786-C80C-015C-D07003421CD6}"/>
                  </a:ext>
                </a:extLst>
              </p:cNvPr>
              <p:cNvSpPr/>
              <p:nvPr/>
            </p:nvSpPr>
            <p:spPr>
              <a:xfrm>
                <a:off x="5082334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8" name="Freeform 28337">
                <a:extLst>
                  <a:ext uri="{FF2B5EF4-FFF2-40B4-BE49-F238E27FC236}">
                    <a16:creationId xmlns:a16="http://schemas.microsoft.com/office/drawing/2014/main" id="{B1F66E12-9C7D-B403-E61F-24F6FE20640F}"/>
                  </a:ext>
                </a:extLst>
              </p:cNvPr>
              <p:cNvSpPr/>
              <p:nvPr/>
            </p:nvSpPr>
            <p:spPr>
              <a:xfrm>
                <a:off x="5082830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9" name="Freeform 28338">
                <a:extLst>
                  <a:ext uri="{FF2B5EF4-FFF2-40B4-BE49-F238E27FC236}">
                    <a16:creationId xmlns:a16="http://schemas.microsoft.com/office/drawing/2014/main" id="{3BC401DB-F89F-F452-78F3-7EE69CF7BA75}"/>
                  </a:ext>
                </a:extLst>
              </p:cNvPr>
              <p:cNvSpPr/>
              <p:nvPr/>
            </p:nvSpPr>
            <p:spPr>
              <a:xfrm>
                <a:off x="5083425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0" name="Freeform 28339">
                <a:extLst>
                  <a:ext uri="{FF2B5EF4-FFF2-40B4-BE49-F238E27FC236}">
                    <a16:creationId xmlns:a16="http://schemas.microsoft.com/office/drawing/2014/main" id="{B413F6BC-0E92-8331-4C5B-032F6C75C086}"/>
                  </a:ext>
                </a:extLst>
              </p:cNvPr>
              <p:cNvSpPr/>
              <p:nvPr/>
            </p:nvSpPr>
            <p:spPr>
              <a:xfrm>
                <a:off x="5083921" y="2137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1" name="Freeform 28340">
                <a:extLst>
                  <a:ext uri="{FF2B5EF4-FFF2-40B4-BE49-F238E27FC236}">
                    <a16:creationId xmlns:a16="http://schemas.microsoft.com/office/drawing/2014/main" id="{9A2E6EF8-57ED-DAD7-D065-40CAA3389C29}"/>
                  </a:ext>
                </a:extLst>
              </p:cNvPr>
              <p:cNvSpPr/>
              <p:nvPr/>
            </p:nvSpPr>
            <p:spPr>
              <a:xfrm>
                <a:off x="5084417" y="2111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2" name="Freeform 28341">
                <a:extLst>
                  <a:ext uri="{FF2B5EF4-FFF2-40B4-BE49-F238E27FC236}">
                    <a16:creationId xmlns:a16="http://schemas.microsoft.com/office/drawing/2014/main" id="{19CEE02B-13F7-AF32-D9E7-488A85B26DAC}"/>
                  </a:ext>
                </a:extLst>
              </p:cNvPr>
              <p:cNvSpPr/>
              <p:nvPr/>
            </p:nvSpPr>
            <p:spPr>
              <a:xfrm>
                <a:off x="5085013" y="2080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3" name="Freeform 28342">
                <a:extLst>
                  <a:ext uri="{FF2B5EF4-FFF2-40B4-BE49-F238E27FC236}">
                    <a16:creationId xmlns:a16="http://schemas.microsoft.com/office/drawing/2014/main" id="{E5A92A3F-49FD-386B-7C9D-8A5C46B3C394}"/>
                  </a:ext>
                </a:extLst>
              </p:cNvPr>
              <p:cNvSpPr/>
              <p:nvPr/>
            </p:nvSpPr>
            <p:spPr>
              <a:xfrm>
                <a:off x="5085509" y="1957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4" name="Freeform 28343">
                <a:extLst>
                  <a:ext uri="{FF2B5EF4-FFF2-40B4-BE49-F238E27FC236}">
                    <a16:creationId xmlns:a16="http://schemas.microsoft.com/office/drawing/2014/main" id="{743B002C-900A-DABD-3AFC-26C9D2F5EB43}"/>
                  </a:ext>
                </a:extLst>
              </p:cNvPr>
              <p:cNvSpPr/>
              <p:nvPr/>
            </p:nvSpPr>
            <p:spPr>
              <a:xfrm>
                <a:off x="5086005" y="199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5" name="Freeform 28344">
                <a:extLst>
                  <a:ext uri="{FF2B5EF4-FFF2-40B4-BE49-F238E27FC236}">
                    <a16:creationId xmlns:a16="http://schemas.microsoft.com/office/drawing/2014/main" id="{B84EC68D-4A0B-29B0-F913-70B56CC2C87D}"/>
                  </a:ext>
                </a:extLst>
              </p:cNvPr>
              <p:cNvSpPr/>
              <p:nvPr/>
            </p:nvSpPr>
            <p:spPr>
              <a:xfrm>
                <a:off x="5086600" y="1909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6" name="Freeform 28345">
                <a:extLst>
                  <a:ext uri="{FF2B5EF4-FFF2-40B4-BE49-F238E27FC236}">
                    <a16:creationId xmlns:a16="http://schemas.microsoft.com/office/drawing/2014/main" id="{1AEF2993-5390-40B7-EFB2-AC7C9A1B9193}"/>
                  </a:ext>
                </a:extLst>
              </p:cNvPr>
              <p:cNvSpPr/>
              <p:nvPr/>
            </p:nvSpPr>
            <p:spPr>
              <a:xfrm>
                <a:off x="5087096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7" name="Freeform 28346">
                <a:extLst>
                  <a:ext uri="{FF2B5EF4-FFF2-40B4-BE49-F238E27FC236}">
                    <a16:creationId xmlns:a16="http://schemas.microsoft.com/office/drawing/2014/main" id="{CBD7D525-ABEB-D4CF-7F06-D5073E20D486}"/>
                  </a:ext>
                </a:extLst>
              </p:cNvPr>
              <p:cNvSpPr/>
              <p:nvPr/>
            </p:nvSpPr>
            <p:spPr>
              <a:xfrm>
                <a:off x="5087592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8" name="Freeform 28347">
                <a:extLst>
                  <a:ext uri="{FF2B5EF4-FFF2-40B4-BE49-F238E27FC236}">
                    <a16:creationId xmlns:a16="http://schemas.microsoft.com/office/drawing/2014/main" id="{D2AD118B-A15C-BD9B-616D-FF4276499F85}"/>
                  </a:ext>
                </a:extLst>
              </p:cNvPr>
              <p:cNvSpPr/>
              <p:nvPr/>
            </p:nvSpPr>
            <p:spPr>
              <a:xfrm>
                <a:off x="5088088" y="193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9" name="Freeform 28348">
                <a:extLst>
                  <a:ext uri="{FF2B5EF4-FFF2-40B4-BE49-F238E27FC236}">
                    <a16:creationId xmlns:a16="http://schemas.microsoft.com/office/drawing/2014/main" id="{6BA730B0-1912-E546-C201-D813BBD31C28}"/>
                  </a:ext>
                </a:extLst>
              </p:cNvPr>
              <p:cNvSpPr/>
              <p:nvPr/>
            </p:nvSpPr>
            <p:spPr>
              <a:xfrm>
                <a:off x="5088684" y="1882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0" name="Freeform 28349">
                <a:extLst>
                  <a:ext uri="{FF2B5EF4-FFF2-40B4-BE49-F238E27FC236}">
                    <a16:creationId xmlns:a16="http://schemas.microsoft.com/office/drawing/2014/main" id="{00CE553F-678A-EFB8-FA50-966F15931CA2}"/>
                  </a:ext>
                </a:extLst>
              </p:cNvPr>
              <p:cNvSpPr/>
              <p:nvPr/>
            </p:nvSpPr>
            <p:spPr>
              <a:xfrm>
                <a:off x="5089180" y="1850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1" name="Freeform 28350">
                <a:extLst>
                  <a:ext uri="{FF2B5EF4-FFF2-40B4-BE49-F238E27FC236}">
                    <a16:creationId xmlns:a16="http://schemas.microsoft.com/office/drawing/2014/main" id="{7F4B41EE-0370-D454-0E20-71BC3F475961}"/>
                  </a:ext>
                </a:extLst>
              </p:cNvPr>
              <p:cNvSpPr/>
              <p:nvPr/>
            </p:nvSpPr>
            <p:spPr>
              <a:xfrm>
                <a:off x="5089676" y="1835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2" name="Freeform 28351">
                <a:extLst>
                  <a:ext uri="{FF2B5EF4-FFF2-40B4-BE49-F238E27FC236}">
                    <a16:creationId xmlns:a16="http://schemas.microsoft.com/office/drawing/2014/main" id="{CC1BD49C-6AB6-8222-58A0-DE00E49D57D5}"/>
                  </a:ext>
                </a:extLst>
              </p:cNvPr>
              <p:cNvSpPr/>
              <p:nvPr/>
            </p:nvSpPr>
            <p:spPr>
              <a:xfrm>
                <a:off x="5090271" y="1850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3" name="Freeform 28352">
                <a:extLst>
                  <a:ext uri="{FF2B5EF4-FFF2-40B4-BE49-F238E27FC236}">
                    <a16:creationId xmlns:a16="http://schemas.microsoft.com/office/drawing/2014/main" id="{C2A73294-CA8D-B0B3-E699-3AC58BB88A5D}"/>
                  </a:ext>
                </a:extLst>
              </p:cNvPr>
              <p:cNvSpPr/>
              <p:nvPr/>
            </p:nvSpPr>
            <p:spPr>
              <a:xfrm>
                <a:off x="5090767" y="1924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4" name="Freeform 28353">
                <a:extLst>
                  <a:ext uri="{FF2B5EF4-FFF2-40B4-BE49-F238E27FC236}">
                    <a16:creationId xmlns:a16="http://schemas.microsoft.com/office/drawing/2014/main" id="{E7E63439-53A8-ED33-3F3B-BE3A160E2CEE}"/>
                  </a:ext>
                </a:extLst>
              </p:cNvPr>
              <p:cNvSpPr/>
              <p:nvPr/>
            </p:nvSpPr>
            <p:spPr>
              <a:xfrm>
                <a:off x="5091263" y="2325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5" name="Freeform 28354">
                <a:extLst>
                  <a:ext uri="{FF2B5EF4-FFF2-40B4-BE49-F238E27FC236}">
                    <a16:creationId xmlns:a16="http://schemas.microsoft.com/office/drawing/2014/main" id="{75F4441C-AB54-802D-D3F3-966924883644}"/>
                  </a:ext>
                </a:extLst>
              </p:cNvPr>
              <p:cNvSpPr/>
              <p:nvPr/>
            </p:nvSpPr>
            <p:spPr>
              <a:xfrm>
                <a:off x="5091859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6" name="Freeform 28355">
                <a:extLst>
                  <a:ext uri="{FF2B5EF4-FFF2-40B4-BE49-F238E27FC236}">
                    <a16:creationId xmlns:a16="http://schemas.microsoft.com/office/drawing/2014/main" id="{F9609FFD-4D9F-AC6E-FBB3-31D477390BD9}"/>
                  </a:ext>
                </a:extLst>
              </p:cNvPr>
              <p:cNvSpPr/>
              <p:nvPr/>
            </p:nvSpPr>
            <p:spPr>
              <a:xfrm>
                <a:off x="5092355" y="2391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7" name="Freeform 28356">
                <a:extLst>
                  <a:ext uri="{FF2B5EF4-FFF2-40B4-BE49-F238E27FC236}">
                    <a16:creationId xmlns:a16="http://schemas.microsoft.com/office/drawing/2014/main" id="{C765C1A1-E83D-9D78-28F7-BD0182A041EE}"/>
                  </a:ext>
                </a:extLst>
              </p:cNvPr>
              <p:cNvSpPr/>
              <p:nvPr/>
            </p:nvSpPr>
            <p:spPr>
              <a:xfrm>
                <a:off x="5092851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8" name="Freeform 28357">
                <a:extLst>
                  <a:ext uri="{FF2B5EF4-FFF2-40B4-BE49-F238E27FC236}">
                    <a16:creationId xmlns:a16="http://schemas.microsoft.com/office/drawing/2014/main" id="{EF9F235C-0DA5-4B4D-D97F-9BAF6DBA4861}"/>
                  </a:ext>
                </a:extLst>
              </p:cNvPr>
              <p:cNvSpPr/>
              <p:nvPr/>
            </p:nvSpPr>
            <p:spPr>
              <a:xfrm>
                <a:off x="5093446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9" name="Freeform 28358">
                <a:extLst>
                  <a:ext uri="{FF2B5EF4-FFF2-40B4-BE49-F238E27FC236}">
                    <a16:creationId xmlns:a16="http://schemas.microsoft.com/office/drawing/2014/main" id="{5E0F1310-AE67-B738-4D3B-201C4BCDC265}"/>
                  </a:ext>
                </a:extLst>
              </p:cNvPr>
              <p:cNvSpPr/>
              <p:nvPr/>
            </p:nvSpPr>
            <p:spPr>
              <a:xfrm>
                <a:off x="5093942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0" name="Freeform 28359">
                <a:extLst>
                  <a:ext uri="{FF2B5EF4-FFF2-40B4-BE49-F238E27FC236}">
                    <a16:creationId xmlns:a16="http://schemas.microsoft.com/office/drawing/2014/main" id="{C5C3E046-3877-23C3-DBA0-9F5991F3046E}"/>
                  </a:ext>
                </a:extLst>
              </p:cNvPr>
              <p:cNvSpPr/>
              <p:nvPr/>
            </p:nvSpPr>
            <p:spPr>
              <a:xfrm>
                <a:off x="5094438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1" name="Freeform 28360">
                <a:extLst>
                  <a:ext uri="{FF2B5EF4-FFF2-40B4-BE49-F238E27FC236}">
                    <a16:creationId xmlns:a16="http://schemas.microsoft.com/office/drawing/2014/main" id="{47B0F4B3-570C-BD24-2886-0EACF7A16994}"/>
                  </a:ext>
                </a:extLst>
              </p:cNvPr>
              <p:cNvSpPr/>
              <p:nvPr/>
            </p:nvSpPr>
            <p:spPr>
              <a:xfrm>
                <a:off x="5095034" y="2411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2" name="Freeform 28361">
                <a:extLst>
                  <a:ext uri="{FF2B5EF4-FFF2-40B4-BE49-F238E27FC236}">
                    <a16:creationId xmlns:a16="http://schemas.microsoft.com/office/drawing/2014/main" id="{90C3B9B1-C1AD-85E4-290A-C7D03DF4FC6B}"/>
                  </a:ext>
                </a:extLst>
              </p:cNvPr>
              <p:cNvSpPr/>
              <p:nvPr/>
            </p:nvSpPr>
            <p:spPr>
              <a:xfrm>
                <a:off x="5095530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3" name="Freeform 28362">
                <a:extLst>
                  <a:ext uri="{FF2B5EF4-FFF2-40B4-BE49-F238E27FC236}">
                    <a16:creationId xmlns:a16="http://schemas.microsoft.com/office/drawing/2014/main" id="{0D070FF5-0340-041A-12FC-842CA62670B5}"/>
                  </a:ext>
                </a:extLst>
              </p:cNvPr>
              <p:cNvSpPr/>
              <p:nvPr/>
            </p:nvSpPr>
            <p:spPr>
              <a:xfrm>
                <a:off x="5096026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4" name="Freeform 28363">
                <a:extLst>
                  <a:ext uri="{FF2B5EF4-FFF2-40B4-BE49-F238E27FC236}">
                    <a16:creationId xmlns:a16="http://schemas.microsoft.com/office/drawing/2014/main" id="{3DF6C5C2-7623-99D4-8753-BE60E2419B8D}"/>
                  </a:ext>
                </a:extLst>
              </p:cNvPr>
              <p:cNvSpPr/>
              <p:nvPr/>
            </p:nvSpPr>
            <p:spPr>
              <a:xfrm>
                <a:off x="5096621" y="2257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5" name="Freeform 28364">
                <a:extLst>
                  <a:ext uri="{FF2B5EF4-FFF2-40B4-BE49-F238E27FC236}">
                    <a16:creationId xmlns:a16="http://schemas.microsoft.com/office/drawing/2014/main" id="{17BA6F14-F87E-1329-2C2D-E498E78DC92D}"/>
                  </a:ext>
                </a:extLst>
              </p:cNvPr>
              <p:cNvSpPr/>
              <p:nvPr/>
            </p:nvSpPr>
            <p:spPr>
              <a:xfrm>
                <a:off x="5097117" y="2094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6" name="Freeform 28365">
                <a:extLst>
                  <a:ext uri="{FF2B5EF4-FFF2-40B4-BE49-F238E27FC236}">
                    <a16:creationId xmlns:a16="http://schemas.microsoft.com/office/drawing/2014/main" id="{02CBCE33-607E-D756-58D8-703234783276}"/>
                  </a:ext>
                </a:extLst>
              </p:cNvPr>
              <p:cNvSpPr/>
              <p:nvPr/>
            </p:nvSpPr>
            <p:spPr>
              <a:xfrm>
                <a:off x="5097613" y="2086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7" name="Freeform 28366">
                <a:extLst>
                  <a:ext uri="{FF2B5EF4-FFF2-40B4-BE49-F238E27FC236}">
                    <a16:creationId xmlns:a16="http://schemas.microsoft.com/office/drawing/2014/main" id="{16C4DABF-91A4-FA3F-B38D-1EEA3FD66CB0}"/>
                  </a:ext>
                </a:extLst>
              </p:cNvPr>
              <p:cNvSpPr/>
              <p:nvPr/>
            </p:nvSpPr>
            <p:spPr>
              <a:xfrm>
                <a:off x="5098209" y="21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8" name="Freeform 28367">
                <a:extLst>
                  <a:ext uri="{FF2B5EF4-FFF2-40B4-BE49-F238E27FC236}">
                    <a16:creationId xmlns:a16="http://schemas.microsoft.com/office/drawing/2014/main" id="{501A6F37-4CB4-81E2-4ACB-A3F4DF33AAFB}"/>
                  </a:ext>
                </a:extLst>
              </p:cNvPr>
              <p:cNvSpPr/>
              <p:nvPr/>
            </p:nvSpPr>
            <p:spPr>
              <a:xfrm>
                <a:off x="5098705" y="2095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9" name="Freeform 28368">
                <a:extLst>
                  <a:ext uri="{FF2B5EF4-FFF2-40B4-BE49-F238E27FC236}">
                    <a16:creationId xmlns:a16="http://schemas.microsoft.com/office/drawing/2014/main" id="{7D561A77-ECD5-F2D2-57DE-A262E09800FE}"/>
                  </a:ext>
                </a:extLst>
              </p:cNvPr>
              <p:cNvSpPr/>
              <p:nvPr/>
            </p:nvSpPr>
            <p:spPr>
              <a:xfrm>
                <a:off x="5099201" y="2060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0" name="Freeform 28369">
                <a:extLst>
                  <a:ext uri="{FF2B5EF4-FFF2-40B4-BE49-F238E27FC236}">
                    <a16:creationId xmlns:a16="http://schemas.microsoft.com/office/drawing/2014/main" id="{83505F84-76C6-4EEF-4BD0-1B42511BA621}"/>
                  </a:ext>
                </a:extLst>
              </p:cNvPr>
              <p:cNvSpPr/>
              <p:nvPr/>
            </p:nvSpPr>
            <p:spPr>
              <a:xfrm>
                <a:off x="5099697" y="2024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1" name="Freeform 28370">
                <a:extLst>
                  <a:ext uri="{FF2B5EF4-FFF2-40B4-BE49-F238E27FC236}">
                    <a16:creationId xmlns:a16="http://schemas.microsoft.com/office/drawing/2014/main" id="{DC6C5565-4E04-92BD-10D7-D4EE03925343}"/>
                  </a:ext>
                </a:extLst>
              </p:cNvPr>
              <p:cNvSpPr/>
              <p:nvPr/>
            </p:nvSpPr>
            <p:spPr>
              <a:xfrm>
                <a:off x="5100292" y="1983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2" name="Freeform 28371">
                <a:extLst>
                  <a:ext uri="{FF2B5EF4-FFF2-40B4-BE49-F238E27FC236}">
                    <a16:creationId xmlns:a16="http://schemas.microsoft.com/office/drawing/2014/main" id="{FDBB3B95-844B-4147-5602-9E307C73A2AF}"/>
                  </a:ext>
                </a:extLst>
              </p:cNvPr>
              <p:cNvSpPr/>
              <p:nvPr/>
            </p:nvSpPr>
            <p:spPr>
              <a:xfrm>
                <a:off x="5100788" y="1954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3" name="Freeform 28372">
                <a:extLst>
                  <a:ext uri="{FF2B5EF4-FFF2-40B4-BE49-F238E27FC236}">
                    <a16:creationId xmlns:a16="http://schemas.microsoft.com/office/drawing/2014/main" id="{56D5EA64-41CB-ADDC-E8E2-039991B63BAC}"/>
                  </a:ext>
                </a:extLst>
              </p:cNvPr>
              <p:cNvSpPr/>
              <p:nvPr/>
            </p:nvSpPr>
            <p:spPr>
              <a:xfrm>
                <a:off x="5101284" y="1937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4" name="Freeform 28373">
                <a:extLst>
                  <a:ext uri="{FF2B5EF4-FFF2-40B4-BE49-F238E27FC236}">
                    <a16:creationId xmlns:a16="http://schemas.microsoft.com/office/drawing/2014/main" id="{46D17A78-B392-A341-A18D-A57BC6CEF957}"/>
                  </a:ext>
                </a:extLst>
              </p:cNvPr>
              <p:cNvSpPr/>
              <p:nvPr/>
            </p:nvSpPr>
            <p:spPr>
              <a:xfrm>
                <a:off x="5101880" y="1942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5" name="Freeform 28374">
                <a:extLst>
                  <a:ext uri="{FF2B5EF4-FFF2-40B4-BE49-F238E27FC236}">
                    <a16:creationId xmlns:a16="http://schemas.microsoft.com/office/drawing/2014/main" id="{36F78B6D-81B3-3EDA-84E2-FD1A22C4D5D9}"/>
                  </a:ext>
                </a:extLst>
              </p:cNvPr>
              <p:cNvSpPr/>
              <p:nvPr/>
            </p:nvSpPr>
            <p:spPr>
              <a:xfrm>
                <a:off x="5102376" y="1925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6" name="Freeform 28375">
                <a:extLst>
                  <a:ext uri="{FF2B5EF4-FFF2-40B4-BE49-F238E27FC236}">
                    <a16:creationId xmlns:a16="http://schemas.microsoft.com/office/drawing/2014/main" id="{57485B5F-4ADB-C530-2480-1E14447C63BA}"/>
                  </a:ext>
                </a:extLst>
              </p:cNvPr>
              <p:cNvSpPr/>
              <p:nvPr/>
            </p:nvSpPr>
            <p:spPr>
              <a:xfrm>
                <a:off x="5102872" y="1886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7" name="Freeform 28376">
                <a:extLst>
                  <a:ext uri="{FF2B5EF4-FFF2-40B4-BE49-F238E27FC236}">
                    <a16:creationId xmlns:a16="http://schemas.microsoft.com/office/drawing/2014/main" id="{29F30FF9-35B7-1F0A-852D-1B0717239938}"/>
                  </a:ext>
                </a:extLst>
              </p:cNvPr>
              <p:cNvSpPr/>
              <p:nvPr/>
            </p:nvSpPr>
            <p:spPr>
              <a:xfrm>
                <a:off x="5103467" y="1913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8" name="Freeform 28377">
                <a:extLst>
                  <a:ext uri="{FF2B5EF4-FFF2-40B4-BE49-F238E27FC236}">
                    <a16:creationId xmlns:a16="http://schemas.microsoft.com/office/drawing/2014/main" id="{13F575C3-57B1-F50E-5FA0-3A4CE64A82F1}"/>
                  </a:ext>
                </a:extLst>
              </p:cNvPr>
              <p:cNvSpPr/>
              <p:nvPr/>
            </p:nvSpPr>
            <p:spPr>
              <a:xfrm>
                <a:off x="5103963" y="2249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9" name="Freeform 28378">
                <a:extLst>
                  <a:ext uri="{FF2B5EF4-FFF2-40B4-BE49-F238E27FC236}">
                    <a16:creationId xmlns:a16="http://schemas.microsoft.com/office/drawing/2014/main" id="{E9A2AB2A-989D-64FD-11CA-9592B7C9F42B}"/>
                  </a:ext>
                </a:extLst>
              </p:cNvPr>
              <p:cNvSpPr/>
              <p:nvPr/>
            </p:nvSpPr>
            <p:spPr>
              <a:xfrm>
                <a:off x="5104459" y="2284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0" name="Freeform 28379">
                <a:extLst>
                  <a:ext uri="{FF2B5EF4-FFF2-40B4-BE49-F238E27FC236}">
                    <a16:creationId xmlns:a16="http://schemas.microsoft.com/office/drawing/2014/main" id="{C952F5ED-94C8-E2C6-8FC3-21372B4BD03D}"/>
                  </a:ext>
                </a:extLst>
              </p:cNvPr>
              <p:cNvSpPr/>
              <p:nvPr/>
            </p:nvSpPr>
            <p:spPr>
              <a:xfrm>
                <a:off x="5105055" y="2304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1" name="Freeform 28380">
                <a:extLst>
                  <a:ext uri="{FF2B5EF4-FFF2-40B4-BE49-F238E27FC236}">
                    <a16:creationId xmlns:a16="http://schemas.microsoft.com/office/drawing/2014/main" id="{392D8FC3-6C46-24F2-961B-01B1AE3F18F7}"/>
                  </a:ext>
                </a:extLst>
              </p:cNvPr>
              <p:cNvSpPr/>
              <p:nvPr/>
            </p:nvSpPr>
            <p:spPr>
              <a:xfrm>
                <a:off x="5105551" y="2313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2" name="Freeform 28381">
                <a:extLst>
                  <a:ext uri="{FF2B5EF4-FFF2-40B4-BE49-F238E27FC236}">
                    <a16:creationId xmlns:a16="http://schemas.microsoft.com/office/drawing/2014/main" id="{6219540C-3BC9-1248-166B-CA9F65CD57F3}"/>
                  </a:ext>
                </a:extLst>
              </p:cNvPr>
              <p:cNvSpPr/>
              <p:nvPr/>
            </p:nvSpPr>
            <p:spPr>
              <a:xfrm>
                <a:off x="5106047" y="2318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3" name="Freeform 28382">
                <a:extLst>
                  <a:ext uri="{FF2B5EF4-FFF2-40B4-BE49-F238E27FC236}">
                    <a16:creationId xmlns:a16="http://schemas.microsoft.com/office/drawing/2014/main" id="{6B7305B0-C03C-A0D6-567D-7258E6421898}"/>
                  </a:ext>
                </a:extLst>
              </p:cNvPr>
              <p:cNvSpPr/>
              <p:nvPr/>
            </p:nvSpPr>
            <p:spPr>
              <a:xfrm>
                <a:off x="5106642" y="2318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4" name="Freeform 28383">
                <a:extLst>
                  <a:ext uri="{FF2B5EF4-FFF2-40B4-BE49-F238E27FC236}">
                    <a16:creationId xmlns:a16="http://schemas.microsoft.com/office/drawing/2014/main" id="{FB3A728C-1592-6242-6CDE-6682536F449A}"/>
                  </a:ext>
                </a:extLst>
              </p:cNvPr>
              <p:cNvSpPr/>
              <p:nvPr/>
            </p:nvSpPr>
            <p:spPr>
              <a:xfrm>
                <a:off x="5107138" y="2306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5" name="Freeform 28384">
                <a:extLst>
                  <a:ext uri="{FF2B5EF4-FFF2-40B4-BE49-F238E27FC236}">
                    <a16:creationId xmlns:a16="http://schemas.microsoft.com/office/drawing/2014/main" id="{B87368E0-40F9-8518-6367-7E4EAA2D81F8}"/>
                  </a:ext>
                </a:extLst>
              </p:cNvPr>
              <p:cNvSpPr/>
              <p:nvPr/>
            </p:nvSpPr>
            <p:spPr>
              <a:xfrm>
                <a:off x="5107634" y="2299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6" name="Freeform 28385">
                <a:extLst>
                  <a:ext uri="{FF2B5EF4-FFF2-40B4-BE49-F238E27FC236}">
                    <a16:creationId xmlns:a16="http://schemas.microsoft.com/office/drawing/2014/main" id="{D3D49B26-C5CF-5F08-9592-C6AF5D4139CD}"/>
                  </a:ext>
                </a:extLst>
              </p:cNvPr>
              <p:cNvSpPr/>
              <p:nvPr/>
            </p:nvSpPr>
            <p:spPr>
              <a:xfrm>
                <a:off x="5108230" y="2293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7" name="Freeform 28386">
                <a:extLst>
                  <a:ext uri="{FF2B5EF4-FFF2-40B4-BE49-F238E27FC236}">
                    <a16:creationId xmlns:a16="http://schemas.microsoft.com/office/drawing/2014/main" id="{ECFD592E-38D3-53ED-89AF-FB43E0BADF53}"/>
                  </a:ext>
                </a:extLst>
              </p:cNvPr>
              <p:cNvSpPr/>
              <p:nvPr/>
            </p:nvSpPr>
            <p:spPr>
              <a:xfrm>
                <a:off x="5108726" y="2282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8" name="Freeform 28387">
                <a:extLst>
                  <a:ext uri="{FF2B5EF4-FFF2-40B4-BE49-F238E27FC236}">
                    <a16:creationId xmlns:a16="http://schemas.microsoft.com/office/drawing/2014/main" id="{F1F9C1A3-617F-D245-EBF2-25C34DD7165C}"/>
                  </a:ext>
                </a:extLst>
              </p:cNvPr>
              <p:cNvSpPr/>
              <p:nvPr/>
            </p:nvSpPr>
            <p:spPr>
              <a:xfrm>
                <a:off x="5109222" y="2177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9" name="Freeform 28388">
                <a:extLst>
                  <a:ext uri="{FF2B5EF4-FFF2-40B4-BE49-F238E27FC236}">
                    <a16:creationId xmlns:a16="http://schemas.microsoft.com/office/drawing/2014/main" id="{28F75213-EEF7-0EAA-9601-39FB188303EC}"/>
                  </a:ext>
                </a:extLst>
              </p:cNvPr>
              <p:cNvSpPr/>
              <p:nvPr/>
            </p:nvSpPr>
            <p:spPr>
              <a:xfrm>
                <a:off x="5109817" y="2105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0" name="Freeform 28389">
                <a:extLst>
                  <a:ext uri="{FF2B5EF4-FFF2-40B4-BE49-F238E27FC236}">
                    <a16:creationId xmlns:a16="http://schemas.microsoft.com/office/drawing/2014/main" id="{7BC94371-E8AC-32AB-48CE-93C05EBE011A}"/>
                  </a:ext>
                </a:extLst>
              </p:cNvPr>
              <p:cNvSpPr/>
              <p:nvPr/>
            </p:nvSpPr>
            <p:spPr>
              <a:xfrm>
                <a:off x="5110313" y="2112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1" name="Freeform 28390">
                <a:extLst>
                  <a:ext uri="{FF2B5EF4-FFF2-40B4-BE49-F238E27FC236}">
                    <a16:creationId xmlns:a16="http://schemas.microsoft.com/office/drawing/2014/main" id="{3001A7F6-A89A-52B0-CD01-A9A43E55F48F}"/>
                  </a:ext>
                </a:extLst>
              </p:cNvPr>
              <p:cNvSpPr/>
              <p:nvPr/>
            </p:nvSpPr>
            <p:spPr>
              <a:xfrm>
                <a:off x="5110809" y="2129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2" name="Freeform 28391">
                <a:extLst>
                  <a:ext uri="{FF2B5EF4-FFF2-40B4-BE49-F238E27FC236}">
                    <a16:creationId xmlns:a16="http://schemas.microsoft.com/office/drawing/2014/main" id="{F6204179-F52A-1577-1A83-667A7539B5A8}"/>
                  </a:ext>
                </a:extLst>
              </p:cNvPr>
              <p:cNvSpPr/>
              <p:nvPr/>
            </p:nvSpPr>
            <p:spPr>
              <a:xfrm>
                <a:off x="5111405" y="2143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3" name="Freeform 28392">
                <a:extLst>
                  <a:ext uri="{FF2B5EF4-FFF2-40B4-BE49-F238E27FC236}">
                    <a16:creationId xmlns:a16="http://schemas.microsoft.com/office/drawing/2014/main" id="{8654890A-BEBF-A06E-4E85-33F2837A87DC}"/>
                  </a:ext>
                </a:extLst>
              </p:cNvPr>
              <p:cNvSpPr/>
              <p:nvPr/>
            </p:nvSpPr>
            <p:spPr>
              <a:xfrm>
                <a:off x="5111901" y="214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4" name="Freeform 28393">
                <a:extLst>
                  <a:ext uri="{FF2B5EF4-FFF2-40B4-BE49-F238E27FC236}">
                    <a16:creationId xmlns:a16="http://schemas.microsoft.com/office/drawing/2014/main" id="{4C5BAD20-B19C-3C76-BF2A-A03799ECB8CC}"/>
                  </a:ext>
                </a:extLst>
              </p:cNvPr>
              <p:cNvSpPr/>
              <p:nvPr/>
            </p:nvSpPr>
            <p:spPr>
              <a:xfrm>
                <a:off x="5112397" y="2115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5" name="Freeform 28394">
                <a:extLst>
                  <a:ext uri="{FF2B5EF4-FFF2-40B4-BE49-F238E27FC236}">
                    <a16:creationId xmlns:a16="http://schemas.microsoft.com/office/drawing/2014/main" id="{D19130F9-E167-8E59-F894-E24677438DE0}"/>
                  </a:ext>
                </a:extLst>
              </p:cNvPr>
              <p:cNvSpPr/>
              <p:nvPr/>
            </p:nvSpPr>
            <p:spPr>
              <a:xfrm>
                <a:off x="5112893" y="2084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6" name="Freeform 28395">
                <a:extLst>
                  <a:ext uri="{FF2B5EF4-FFF2-40B4-BE49-F238E27FC236}">
                    <a16:creationId xmlns:a16="http://schemas.microsoft.com/office/drawing/2014/main" id="{0AA04C33-14D3-D09F-4D6C-83288CB60022}"/>
                  </a:ext>
                </a:extLst>
              </p:cNvPr>
              <p:cNvSpPr/>
              <p:nvPr/>
            </p:nvSpPr>
            <p:spPr>
              <a:xfrm>
                <a:off x="5113488" y="2066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7" name="Freeform 28396">
                <a:extLst>
                  <a:ext uri="{FF2B5EF4-FFF2-40B4-BE49-F238E27FC236}">
                    <a16:creationId xmlns:a16="http://schemas.microsoft.com/office/drawing/2014/main" id="{30433B95-6A4F-92DE-7E7B-BC5C03D54D14}"/>
                  </a:ext>
                </a:extLst>
              </p:cNvPr>
              <p:cNvSpPr/>
              <p:nvPr/>
            </p:nvSpPr>
            <p:spPr>
              <a:xfrm>
                <a:off x="5113984" y="2057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8" name="Freeform 28397">
                <a:extLst>
                  <a:ext uri="{FF2B5EF4-FFF2-40B4-BE49-F238E27FC236}">
                    <a16:creationId xmlns:a16="http://schemas.microsoft.com/office/drawing/2014/main" id="{CB769715-EFBC-61B6-D392-3252D9DE8BF1}"/>
                  </a:ext>
                </a:extLst>
              </p:cNvPr>
              <p:cNvSpPr/>
              <p:nvPr/>
            </p:nvSpPr>
            <p:spPr>
              <a:xfrm>
                <a:off x="5114480" y="204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9" name="Freeform 28398">
                <a:extLst>
                  <a:ext uri="{FF2B5EF4-FFF2-40B4-BE49-F238E27FC236}">
                    <a16:creationId xmlns:a16="http://schemas.microsoft.com/office/drawing/2014/main" id="{CE383BF4-AD76-460F-B78D-3E2764F61E7C}"/>
                  </a:ext>
                </a:extLst>
              </p:cNvPr>
              <p:cNvSpPr/>
              <p:nvPr/>
            </p:nvSpPr>
            <p:spPr>
              <a:xfrm>
                <a:off x="5115076" y="2037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0" name="Freeform 28399">
                <a:extLst>
                  <a:ext uri="{FF2B5EF4-FFF2-40B4-BE49-F238E27FC236}">
                    <a16:creationId xmlns:a16="http://schemas.microsoft.com/office/drawing/2014/main" id="{386746BB-61A7-4E0A-854F-6E0CF8FE92CD}"/>
                  </a:ext>
                </a:extLst>
              </p:cNvPr>
              <p:cNvSpPr/>
              <p:nvPr/>
            </p:nvSpPr>
            <p:spPr>
              <a:xfrm>
                <a:off x="5115572" y="204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1" name="Freeform 28400">
                <a:extLst>
                  <a:ext uri="{FF2B5EF4-FFF2-40B4-BE49-F238E27FC236}">
                    <a16:creationId xmlns:a16="http://schemas.microsoft.com/office/drawing/2014/main" id="{C61B844B-0DCA-F423-B0B4-A1BED8BF7C3D}"/>
                  </a:ext>
                </a:extLst>
              </p:cNvPr>
              <p:cNvSpPr/>
              <p:nvPr/>
            </p:nvSpPr>
            <p:spPr>
              <a:xfrm>
                <a:off x="5116068" y="212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2" name="Freeform 28401">
                <a:extLst>
                  <a:ext uri="{FF2B5EF4-FFF2-40B4-BE49-F238E27FC236}">
                    <a16:creationId xmlns:a16="http://schemas.microsoft.com/office/drawing/2014/main" id="{BB4F550C-1CDF-8DF3-591B-E7A31B735A4F}"/>
                  </a:ext>
                </a:extLst>
              </p:cNvPr>
              <p:cNvSpPr/>
              <p:nvPr/>
            </p:nvSpPr>
            <p:spPr>
              <a:xfrm>
                <a:off x="5116663" y="2365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3" name="Freeform 28402">
                <a:extLst>
                  <a:ext uri="{FF2B5EF4-FFF2-40B4-BE49-F238E27FC236}">
                    <a16:creationId xmlns:a16="http://schemas.microsoft.com/office/drawing/2014/main" id="{3FD54E43-4784-C404-2744-252846C8E361}"/>
                  </a:ext>
                </a:extLst>
              </p:cNvPr>
              <p:cNvSpPr/>
              <p:nvPr/>
            </p:nvSpPr>
            <p:spPr>
              <a:xfrm>
                <a:off x="5117159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4" name="Freeform 28403">
                <a:extLst>
                  <a:ext uri="{FF2B5EF4-FFF2-40B4-BE49-F238E27FC236}">
                    <a16:creationId xmlns:a16="http://schemas.microsoft.com/office/drawing/2014/main" id="{C5D63682-154E-A8F7-117F-F60A311BFD69}"/>
                  </a:ext>
                </a:extLst>
              </p:cNvPr>
              <p:cNvSpPr/>
              <p:nvPr/>
            </p:nvSpPr>
            <p:spPr>
              <a:xfrm>
                <a:off x="5117655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5" name="Freeform 28404">
                <a:extLst>
                  <a:ext uri="{FF2B5EF4-FFF2-40B4-BE49-F238E27FC236}">
                    <a16:creationId xmlns:a16="http://schemas.microsoft.com/office/drawing/2014/main" id="{7B669864-921E-776B-A7F8-AE0700EDBD9A}"/>
                  </a:ext>
                </a:extLst>
              </p:cNvPr>
              <p:cNvSpPr/>
              <p:nvPr/>
            </p:nvSpPr>
            <p:spPr>
              <a:xfrm>
                <a:off x="5118251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6" name="Freeform 28405">
                <a:extLst>
                  <a:ext uri="{FF2B5EF4-FFF2-40B4-BE49-F238E27FC236}">
                    <a16:creationId xmlns:a16="http://schemas.microsoft.com/office/drawing/2014/main" id="{445FDE7B-7121-4CE8-3E54-5DA0010EB4AC}"/>
                  </a:ext>
                </a:extLst>
              </p:cNvPr>
              <p:cNvSpPr/>
              <p:nvPr/>
            </p:nvSpPr>
            <p:spPr>
              <a:xfrm>
                <a:off x="5118747" y="2401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7" name="Freeform 28406">
                <a:extLst>
                  <a:ext uri="{FF2B5EF4-FFF2-40B4-BE49-F238E27FC236}">
                    <a16:creationId xmlns:a16="http://schemas.microsoft.com/office/drawing/2014/main" id="{854F6AC6-606B-90B9-96D5-B788DB015B3C}"/>
                  </a:ext>
                </a:extLst>
              </p:cNvPr>
              <p:cNvSpPr/>
              <p:nvPr/>
            </p:nvSpPr>
            <p:spPr>
              <a:xfrm>
                <a:off x="5119243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8" name="Freeform 28407">
                <a:extLst>
                  <a:ext uri="{FF2B5EF4-FFF2-40B4-BE49-F238E27FC236}">
                    <a16:creationId xmlns:a16="http://schemas.microsoft.com/office/drawing/2014/main" id="{13ABE8D2-D7A8-2762-D0D1-B76DA94CA5DE}"/>
                  </a:ext>
                </a:extLst>
              </p:cNvPr>
              <p:cNvSpPr/>
              <p:nvPr/>
            </p:nvSpPr>
            <p:spPr>
              <a:xfrm>
                <a:off x="5119838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9" name="Freeform 28408">
                <a:extLst>
                  <a:ext uri="{FF2B5EF4-FFF2-40B4-BE49-F238E27FC236}">
                    <a16:creationId xmlns:a16="http://schemas.microsoft.com/office/drawing/2014/main" id="{92F10BDF-7832-0F88-037B-088F140D906F}"/>
                  </a:ext>
                </a:extLst>
              </p:cNvPr>
              <p:cNvSpPr/>
              <p:nvPr/>
            </p:nvSpPr>
            <p:spPr>
              <a:xfrm>
                <a:off x="5120334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0" name="Freeform 28409">
                <a:extLst>
                  <a:ext uri="{FF2B5EF4-FFF2-40B4-BE49-F238E27FC236}">
                    <a16:creationId xmlns:a16="http://schemas.microsoft.com/office/drawing/2014/main" id="{06B84027-C2FC-3EBE-E74E-33F67020F408}"/>
                  </a:ext>
                </a:extLst>
              </p:cNvPr>
              <p:cNvSpPr/>
              <p:nvPr/>
            </p:nvSpPr>
            <p:spPr>
              <a:xfrm>
                <a:off x="5120830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1" name="Freeform 28410">
                <a:extLst>
                  <a:ext uri="{FF2B5EF4-FFF2-40B4-BE49-F238E27FC236}">
                    <a16:creationId xmlns:a16="http://schemas.microsoft.com/office/drawing/2014/main" id="{1FECAB1C-C897-E3CB-B42B-4ED2E34FE36C}"/>
                  </a:ext>
                </a:extLst>
              </p:cNvPr>
              <p:cNvSpPr/>
              <p:nvPr/>
            </p:nvSpPr>
            <p:spPr>
              <a:xfrm>
                <a:off x="5121426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2" name="Freeform 28411">
                <a:extLst>
                  <a:ext uri="{FF2B5EF4-FFF2-40B4-BE49-F238E27FC236}">
                    <a16:creationId xmlns:a16="http://schemas.microsoft.com/office/drawing/2014/main" id="{9DB22EE8-B9C3-A2F5-6EFB-DF3C9F9984E9}"/>
                  </a:ext>
                </a:extLst>
              </p:cNvPr>
              <p:cNvSpPr/>
              <p:nvPr/>
            </p:nvSpPr>
            <p:spPr>
              <a:xfrm>
                <a:off x="5121922" y="2310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3" name="Freeform 28412">
                <a:extLst>
                  <a:ext uri="{FF2B5EF4-FFF2-40B4-BE49-F238E27FC236}">
                    <a16:creationId xmlns:a16="http://schemas.microsoft.com/office/drawing/2014/main" id="{87F75C55-8FEF-B28D-6F40-0D6F7FF1D110}"/>
                  </a:ext>
                </a:extLst>
              </p:cNvPr>
              <p:cNvSpPr/>
              <p:nvPr/>
            </p:nvSpPr>
            <p:spPr>
              <a:xfrm>
                <a:off x="5122418" y="2065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4" name="Freeform 28413">
                <a:extLst>
                  <a:ext uri="{FF2B5EF4-FFF2-40B4-BE49-F238E27FC236}">
                    <a16:creationId xmlns:a16="http://schemas.microsoft.com/office/drawing/2014/main" id="{ACDD549C-A703-55AB-00F1-97335655C39D}"/>
                  </a:ext>
                </a:extLst>
              </p:cNvPr>
              <p:cNvSpPr/>
              <p:nvPr/>
            </p:nvSpPr>
            <p:spPr>
              <a:xfrm>
                <a:off x="5123013" y="2077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5" name="Freeform 28414">
                <a:extLst>
                  <a:ext uri="{FF2B5EF4-FFF2-40B4-BE49-F238E27FC236}">
                    <a16:creationId xmlns:a16="http://schemas.microsoft.com/office/drawing/2014/main" id="{4EC6FAB0-772C-B26E-78D1-A7654F7FDEEB}"/>
                  </a:ext>
                </a:extLst>
              </p:cNvPr>
              <p:cNvSpPr/>
              <p:nvPr/>
            </p:nvSpPr>
            <p:spPr>
              <a:xfrm>
                <a:off x="5123509" y="2050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6" name="Freeform 28415">
                <a:extLst>
                  <a:ext uri="{FF2B5EF4-FFF2-40B4-BE49-F238E27FC236}">
                    <a16:creationId xmlns:a16="http://schemas.microsoft.com/office/drawing/2014/main" id="{E6B27428-EE29-2DFA-10AA-3D503A3B9643}"/>
                  </a:ext>
                </a:extLst>
              </p:cNvPr>
              <p:cNvSpPr/>
              <p:nvPr/>
            </p:nvSpPr>
            <p:spPr>
              <a:xfrm>
                <a:off x="5124005" y="2090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7" name="Freeform 28416">
                <a:extLst>
                  <a:ext uri="{FF2B5EF4-FFF2-40B4-BE49-F238E27FC236}">
                    <a16:creationId xmlns:a16="http://schemas.microsoft.com/office/drawing/2014/main" id="{FE85BBEC-183A-94AE-5D68-634B7951DC2D}"/>
                  </a:ext>
                </a:extLst>
              </p:cNvPr>
              <p:cNvSpPr/>
              <p:nvPr/>
            </p:nvSpPr>
            <p:spPr>
              <a:xfrm>
                <a:off x="5124502" y="208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8" name="Freeform 28417">
                <a:extLst>
                  <a:ext uri="{FF2B5EF4-FFF2-40B4-BE49-F238E27FC236}">
                    <a16:creationId xmlns:a16="http://schemas.microsoft.com/office/drawing/2014/main" id="{1B4F462F-2815-F4A2-319A-C58CA1CB2DDA}"/>
                  </a:ext>
                </a:extLst>
              </p:cNvPr>
              <p:cNvSpPr/>
              <p:nvPr/>
            </p:nvSpPr>
            <p:spPr>
              <a:xfrm>
                <a:off x="5125097" y="2068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9" name="Freeform 28418">
                <a:extLst>
                  <a:ext uri="{FF2B5EF4-FFF2-40B4-BE49-F238E27FC236}">
                    <a16:creationId xmlns:a16="http://schemas.microsoft.com/office/drawing/2014/main" id="{EA8F89C4-555D-E823-8121-E04CB6DB6209}"/>
                  </a:ext>
                </a:extLst>
              </p:cNvPr>
              <p:cNvSpPr/>
              <p:nvPr/>
            </p:nvSpPr>
            <p:spPr>
              <a:xfrm>
                <a:off x="5125593" y="2047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0" name="Freeform 28419">
                <a:extLst>
                  <a:ext uri="{FF2B5EF4-FFF2-40B4-BE49-F238E27FC236}">
                    <a16:creationId xmlns:a16="http://schemas.microsoft.com/office/drawing/2014/main" id="{5D65232A-EF45-67CA-9E8A-B0D9C77533A6}"/>
                  </a:ext>
                </a:extLst>
              </p:cNvPr>
              <p:cNvSpPr/>
              <p:nvPr/>
            </p:nvSpPr>
            <p:spPr>
              <a:xfrm>
                <a:off x="5126089" y="201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1" name="Freeform 28420">
                <a:extLst>
                  <a:ext uri="{FF2B5EF4-FFF2-40B4-BE49-F238E27FC236}">
                    <a16:creationId xmlns:a16="http://schemas.microsoft.com/office/drawing/2014/main" id="{AD5DE72F-ADA5-9A1D-FD0A-1E7F81243E1C}"/>
                  </a:ext>
                </a:extLst>
              </p:cNvPr>
              <p:cNvSpPr/>
              <p:nvPr/>
            </p:nvSpPr>
            <p:spPr>
              <a:xfrm>
                <a:off x="5126684" y="198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2" name="Freeform 28421">
                <a:extLst>
                  <a:ext uri="{FF2B5EF4-FFF2-40B4-BE49-F238E27FC236}">
                    <a16:creationId xmlns:a16="http://schemas.microsoft.com/office/drawing/2014/main" id="{3C6E9426-6E72-0147-7754-03C9A5D0E52D}"/>
                  </a:ext>
                </a:extLst>
              </p:cNvPr>
              <p:cNvSpPr/>
              <p:nvPr/>
            </p:nvSpPr>
            <p:spPr>
              <a:xfrm>
                <a:off x="5127180" y="1969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3" name="Freeform 28422">
                <a:extLst>
                  <a:ext uri="{FF2B5EF4-FFF2-40B4-BE49-F238E27FC236}">
                    <a16:creationId xmlns:a16="http://schemas.microsoft.com/office/drawing/2014/main" id="{B4DBF3DE-4D60-7A1C-E0D8-90B3A7F8142E}"/>
                  </a:ext>
                </a:extLst>
              </p:cNvPr>
              <p:cNvSpPr/>
              <p:nvPr/>
            </p:nvSpPr>
            <p:spPr>
              <a:xfrm>
                <a:off x="5127677" y="1955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4" name="Freeform 28423">
                <a:extLst>
                  <a:ext uri="{FF2B5EF4-FFF2-40B4-BE49-F238E27FC236}">
                    <a16:creationId xmlns:a16="http://schemas.microsoft.com/office/drawing/2014/main" id="{823CFAA6-32DF-773F-1A10-4814757BC9E9}"/>
                  </a:ext>
                </a:extLst>
              </p:cNvPr>
              <p:cNvSpPr/>
              <p:nvPr/>
            </p:nvSpPr>
            <p:spPr>
              <a:xfrm>
                <a:off x="5128272" y="1946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5" name="Freeform 28424">
                <a:extLst>
                  <a:ext uri="{FF2B5EF4-FFF2-40B4-BE49-F238E27FC236}">
                    <a16:creationId xmlns:a16="http://schemas.microsoft.com/office/drawing/2014/main" id="{D394F92C-3131-FB03-C1FB-D7C47EAF8D70}"/>
                  </a:ext>
                </a:extLst>
              </p:cNvPr>
              <p:cNvSpPr/>
              <p:nvPr/>
            </p:nvSpPr>
            <p:spPr>
              <a:xfrm>
                <a:off x="5128768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6" name="Freeform 28425">
                <a:extLst>
                  <a:ext uri="{FF2B5EF4-FFF2-40B4-BE49-F238E27FC236}">
                    <a16:creationId xmlns:a16="http://schemas.microsoft.com/office/drawing/2014/main" id="{2DA0833D-4B22-C958-E591-2327A005D278}"/>
                  </a:ext>
                </a:extLst>
              </p:cNvPr>
              <p:cNvSpPr/>
              <p:nvPr/>
            </p:nvSpPr>
            <p:spPr>
              <a:xfrm>
                <a:off x="5129264" y="2208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7" name="Freeform 28426">
                <a:extLst>
                  <a:ext uri="{FF2B5EF4-FFF2-40B4-BE49-F238E27FC236}">
                    <a16:creationId xmlns:a16="http://schemas.microsoft.com/office/drawing/2014/main" id="{FAA9F185-972D-8EBD-EC6E-26AFE41B2EAA}"/>
                  </a:ext>
                </a:extLst>
              </p:cNvPr>
              <p:cNvSpPr/>
              <p:nvPr/>
            </p:nvSpPr>
            <p:spPr>
              <a:xfrm>
                <a:off x="5129859" y="2280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8" name="Freeform 28427">
                <a:extLst>
                  <a:ext uri="{FF2B5EF4-FFF2-40B4-BE49-F238E27FC236}">
                    <a16:creationId xmlns:a16="http://schemas.microsoft.com/office/drawing/2014/main" id="{2B45C820-0D07-B54C-E79B-87F01A41960E}"/>
                  </a:ext>
                </a:extLst>
              </p:cNvPr>
              <p:cNvSpPr/>
              <p:nvPr/>
            </p:nvSpPr>
            <p:spPr>
              <a:xfrm>
                <a:off x="5130355" y="2286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9" name="Freeform 28428">
                <a:extLst>
                  <a:ext uri="{FF2B5EF4-FFF2-40B4-BE49-F238E27FC236}">
                    <a16:creationId xmlns:a16="http://schemas.microsoft.com/office/drawing/2014/main" id="{E4DE1D47-E2B1-4C4D-E8F6-CDB7B57137C0}"/>
                  </a:ext>
                </a:extLst>
              </p:cNvPr>
              <p:cNvSpPr/>
              <p:nvPr/>
            </p:nvSpPr>
            <p:spPr>
              <a:xfrm>
                <a:off x="5130852" y="2294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0" name="Freeform 28429">
                <a:extLst>
                  <a:ext uri="{FF2B5EF4-FFF2-40B4-BE49-F238E27FC236}">
                    <a16:creationId xmlns:a16="http://schemas.microsoft.com/office/drawing/2014/main" id="{AE26BABC-B631-889C-F40C-7554B920B1F3}"/>
                  </a:ext>
                </a:extLst>
              </p:cNvPr>
              <p:cNvSpPr/>
              <p:nvPr/>
            </p:nvSpPr>
            <p:spPr>
              <a:xfrm>
                <a:off x="5131447" y="2297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1" name="Freeform 28430">
                <a:extLst>
                  <a:ext uri="{FF2B5EF4-FFF2-40B4-BE49-F238E27FC236}">
                    <a16:creationId xmlns:a16="http://schemas.microsoft.com/office/drawing/2014/main" id="{62B137AC-5388-D188-11B5-5A37249CBA3E}"/>
                  </a:ext>
                </a:extLst>
              </p:cNvPr>
              <p:cNvSpPr/>
              <p:nvPr/>
            </p:nvSpPr>
            <p:spPr>
              <a:xfrm>
                <a:off x="5131943" y="22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2" name="Freeform 28431">
                <a:extLst>
                  <a:ext uri="{FF2B5EF4-FFF2-40B4-BE49-F238E27FC236}">
                    <a16:creationId xmlns:a16="http://schemas.microsoft.com/office/drawing/2014/main" id="{174FC583-EA59-51B8-9FFF-F7D5C8146DF2}"/>
                  </a:ext>
                </a:extLst>
              </p:cNvPr>
              <p:cNvSpPr/>
              <p:nvPr/>
            </p:nvSpPr>
            <p:spPr>
              <a:xfrm>
                <a:off x="5132439" y="2296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3" name="Freeform 28432">
                <a:extLst>
                  <a:ext uri="{FF2B5EF4-FFF2-40B4-BE49-F238E27FC236}">
                    <a16:creationId xmlns:a16="http://schemas.microsoft.com/office/drawing/2014/main" id="{75BD8CB2-C69F-A326-8B37-5244CDE3EAE3}"/>
                  </a:ext>
                </a:extLst>
              </p:cNvPr>
              <p:cNvSpPr/>
              <p:nvPr/>
            </p:nvSpPr>
            <p:spPr>
              <a:xfrm>
                <a:off x="5133034" y="2296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4" name="Freeform 28433">
                <a:extLst>
                  <a:ext uri="{FF2B5EF4-FFF2-40B4-BE49-F238E27FC236}">
                    <a16:creationId xmlns:a16="http://schemas.microsoft.com/office/drawing/2014/main" id="{E91B7B46-039A-17F6-71BA-94992CD7764A}"/>
                  </a:ext>
                </a:extLst>
              </p:cNvPr>
              <p:cNvSpPr/>
              <p:nvPr/>
            </p:nvSpPr>
            <p:spPr>
              <a:xfrm>
                <a:off x="5133530" y="2299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5" name="Freeform 28434">
                <a:extLst>
                  <a:ext uri="{FF2B5EF4-FFF2-40B4-BE49-F238E27FC236}">
                    <a16:creationId xmlns:a16="http://schemas.microsoft.com/office/drawing/2014/main" id="{03F3824B-8CB8-4040-5425-ACE5DCD1B582}"/>
                  </a:ext>
                </a:extLst>
              </p:cNvPr>
              <p:cNvSpPr/>
              <p:nvPr/>
            </p:nvSpPr>
            <p:spPr>
              <a:xfrm>
                <a:off x="5134027" y="2299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6" name="Freeform 28435">
                <a:extLst>
                  <a:ext uri="{FF2B5EF4-FFF2-40B4-BE49-F238E27FC236}">
                    <a16:creationId xmlns:a16="http://schemas.microsoft.com/office/drawing/2014/main" id="{9E8EE5EC-85D4-4425-4E04-F9426A6DC443}"/>
                  </a:ext>
                </a:extLst>
              </p:cNvPr>
              <p:cNvSpPr/>
              <p:nvPr/>
            </p:nvSpPr>
            <p:spPr>
              <a:xfrm>
                <a:off x="5134622" y="2122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7" name="Freeform 28436">
                <a:extLst>
                  <a:ext uri="{FF2B5EF4-FFF2-40B4-BE49-F238E27FC236}">
                    <a16:creationId xmlns:a16="http://schemas.microsoft.com/office/drawing/2014/main" id="{F5351EE3-3738-7FB9-AE16-8547C95FBE1A}"/>
                  </a:ext>
                </a:extLst>
              </p:cNvPr>
              <p:cNvSpPr/>
              <p:nvPr/>
            </p:nvSpPr>
            <p:spPr>
              <a:xfrm>
                <a:off x="5135118" y="2038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8" name="Freeform 28437">
                <a:extLst>
                  <a:ext uri="{FF2B5EF4-FFF2-40B4-BE49-F238E27FC236}">
                    <a16:creationId xmlns:a16="http://schemas.microsoft.com/office/drawing/2014/main" id="{F351DB93-5F88-130D-EED7-EBB1638DB236}"/>
                  </a:ext>
                </a:extLst>
              </p:cNvPr>
              <p:cNvSpPr/>
              <p:nvPr/>
            </p:nvSpPr>
            <p:spPr>
              <a:xfrm>
                <a:off x="5135614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9" name="Freeform 28438">
                <a:extLst>
                  <a:ext uri="{FF2B5EF4-FFF2-40B4-BE49-F238E27FC236}">
                    <a16:creationId xmlns:a16="http://schemas.microsoft.com/office/drawing/2014/main" id="{4DC25434-1017-23D3-E4BE-42FDB4876F1D}"/>
                  </a:ext>
                </a:extLst>
              </p:cNvPr>
              <p:cNvSpPr/>
              <p:nvPr/>
            </p:nvSpPr>
            <p:spPr>
              <a:xfrm>
                <a:off x="5136110" y="189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0" name="Freeform 28439">
                <a:extLst>
                  <a:ext uri="{FF2B5EF4-FFF2-40B4-BE49-F238E27FC236}">
                    <a16:creationId xmlns:a16="http://schemas.microsoft.com/office/drawing/2014/main" id="{A39E80D2-98C5-90F2-8338-A62A265E26CC}"/>
                  </a:ext>
                </a:extLst>
              </p:cNvPr>
              <p:cNvSpPr/>
              <p:nvPr/>
            </p:nvSpPr>
            <p:spPr>
              <a:xfrm>
                <a:off x="5136705" y="1910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1" name="Freeform 28440">
                <a:extLst>
                  <a:ext uri="{FF2B5EF4-FFF2-40B4-BE49-F238E27FC236}">
                    <a16:creationId xmlns:a16="http://schemas.microsoft.com/office/drawing/2014/main" id="{BCC15A6A-A7BA-DEE1-99EF-3A0BB9ABFAAB}"/>
                  </a:ext>
                </a:extLst>
              </p:cNvPr>
              <p:cNvSpPr/>
              <p:nvPr/>
            </p:nvSpPr>
            <p:spPr>
              <a:xfrm>
                <a:off x="5137202" y="1925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2" name="Freeform 28441">
                <a:extLst>
                  <a:ext uri="{FF2B5EF4-FFF2-40B4-BE49-F238E27FC236}">
                    <a16:creationId xmlns:a16="http://schemas.microsoft.com/office/drawing/2014/main" id="{26713F28-8E1E-96B5-BF42-A91E983B7219}"/>
                  </a:ext>
                </a:extLst>
              </p:cNvPr>
              <p:cNvSpPr/>
              <p:nvPr/>
            </p:nvSpPr>
            <p:spPr>
              <a:xfrm>
                <a:off x="5137698" y="1937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3" name="Freeform 28442">
                <a:extLst>
                  <a:ext uri="{FF2B5EF4-FFF2-40B4-BE49-F238E27FC236}">
                    <a16:creationId xmlns:a16="http://schemas.microsoft.com/office/drawing/2014/main" id="{6C745D37-965D-7DB9-876E-9B8EB9DFACEA}"/>
                  </a:ext>
                </a:extLst>
              </p:cNvPr>
              <p:cNvSpPr/>
              <p:nvPr/>
            </p:nvSpPr>
            <p:spPr>
              <a:xfrm>
                <a:off x="5138293" y="2037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4" name="Freeform 28443">
                <a:extLst>
                  <a:ext uri="{FF2B5EF4-FFF2-40B4-BE49-F238E27FC236}">
                    <a16:creationId xmlns:a16="http://schemas.microsoft.com/office/drawing/2014/main" id="{2CB3CD1B-786A-2330-95F0-60717EB3C7C0}"/>
                  </a:ext>
                </a:extLst>
              </p:cNvPr>
              <p:cNvSpPr/>
              <p:nvPr/>
            </p:nvSpPr>
            <p:spPr>
              <a:xfrm>
                <a:off x="5138789" y="203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5" name="Freeform 28444">
                <a:extLst>
                  <a:ext uri="{FF2B5EF4-FFF2-40B4-BE49-F238E27FC236}">
                    <a16:creationId xmlns:a16="http://schemas.microsoft.com/office/drawing/2014/main" id="{0B9C3200-3C29-BFF2-29A5-B0EE750FAD9D}"/>
                  </a:ext>
                </a:extLst>
              </p:cNvPr>
              <p:cNvSpPr/>
              <p:nvPr/>
            </p:nvSpPr>
            <p:spPr>
              <a:xfrm>
                <a:off x="5139285" y="1996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6" name="Freeform 28445">
                <a:extLst>
                  <a:ext uri="{FF2B5EF4-FFF2-40B4-BE49-F238E27FC236}">
                    <a16:creationId xmlns:a16="http://schemas.microsoft.com/office/drawing/2014/main" id="{60197AFF-B407-BDF3-0EB8-C1BCB74C4B7C}"/>
                  </a:ext>
                </a:extLst>
              </p:cNvPr>
              <p:cNvSpPr/>
              <p:nvPr/>
            </p:nvSpPr>
            <p:spPr>
              <a:xfrm>
                <a:off x="5139880" y="1968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7" name="Freeform 28446">
                <a:extLst>
                  <a:ext uri="{FF2B5EF4-FFF2-40B4-BE49-F238E27FC236}">
                    <a16:creationId xmlns:a16="http://schemas.microsoft.com/office/drawing/2014/main" id="{95EDE785-7B72-0BDB-B8AC-295399D23ECA}"/>
                  </a:ext>
                </a:extLst>
              </p:cNvPr>
              <p:cNvSpPr/>
              <p:nvPr/>
            </p:nvSpPr>
            <p:spPr>
              <a:xfrm>
                <a:off x="5140377" y="1936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8" name="Freeform 28447">
                <a:extLst>
                  <a:ext uri="{FF2B5EF4-FFF2-40B4-BE49-F238E27FC236}">
                    <a16:creationId xmlns:a16="http://schemas.microsoft.com/office/drawing/2014/main" id="{2405B0A2-A28A-D509-A9DA-8A39BAAF4D4E}"/>
                  </a:ext>
                </a:extLst>
              </p:cNvPr>
              <p:cNvSpPr/>
              <p:nvPr/>
            </p:nvSpPr>
            <p:spPr>
              <a:xfrm>
                <a:off x="5140873" y="1961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9" name="Freeform 28448">
                <a:extLst>
                  <a:ext uri="{FF2B5EF4-FFF2-40B4-BE49-F238E27FC236}">
                    <a16:creationId xmlns:a16="http://schemas.microsoft.com/office/drawing/2014/main" id="{D09195FE-74C4-D095-DFAD-D671000C697B}"/>
                  </a:ext>
                </a:extLst>
              </p:cNvPr>
              <p:cNvSpPr/>
              <p:nvPr/>
            </p:nvSpPr>
            <p:spPr>
              <a:xfrm>
                <a:off x="5141468" y="2012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0" name="Freeform 28449">
                <a:extLst>
                  <a:ext uri="{FF2B5EF4-FFF2-40B4-BE49-F238E27FC236}">
                    <a16:creationId xmlns:a16="http://schemas.microsoft.com/office/drawing/2014/main" id="{83B74FC8-7B4A-CF0C-C944-FD6C57CBCA7B}"/>
                  </a:ext>
                </a:extLst>
              </p:cNvPr>
              <p:cNvSpPr/>
              <p:nvPr/>
            </p:nvSpPr>
            <p:spPr>
              <a:xfrm>
                <a:off x="5141964" y="2334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1" name="Freeform 28450">
                <a:extLst>
                  <a:ext uri="{FF2B5EF4-FFF2-40B4-BE49-F238E27FC236}">
                    <a16:creationId xmlns:a16="http://schemas.microsoft.com/office/drawing/2014/main" id="{F6DEB0DE-FADE-B5A9-A653-565DA1516573}"/>
                  </a:ext>
                </a:extLst>
              </p:cNvPr>
              <p:cNvSpPr/>
              <p:nvPr/>
            </p:nvSpPr>
            <p:spPr>
              <a:xfrm>
                <a:off x="5142460" y="2388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2" name="Freeform 28451">
                <a:extLst>
                  <a:ext uri="{FF2B5EF4-FFF2-40B4-BE49-F238E27FC236}">
                    <a16:creationId xmlns:a16="http://schemas.microsoft.com/office/drawing/2014/main" id="{D02944EA-EC25-3759-F373-78439E42C653}"/>
                  </a:ext>
                </a:extLst>
              </p:cNvPr>
              <p:cNvSpPr/>
              <p:nvPr/>
            </p:nvSpPr>
            <p:spPr>
              <a:xfrm>
                <a:off x="5143055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3" name="Freeform 28452">
                <a:extLst>
                  <a:ext uri="{FF2B5EF4-FFF2-40B4-BE49-F238E27FC236}">
                    <a16:creationId xmlns:a16="http://schemas.microsoft.com/office/drawing/2014/main" id="{660D1551-72FE-5DB8-A33E-23E8E8568A46}"/>
                  </a:ext>
                </a:extLst>
              </p:cNvPr>
              <p:cNvSpPr/>
              <p:nvPr/>
            </p:nvSpPr>
            <p:spPr>
              <a:xfrm>
                <a:off x="5143552" y="2391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4" name="Freeform 28453">
                <a:extLst>
                  <a:ext uri="{FF2B5EF4-FFF2-40B4-BE49-F238E27FC236}">
                    <a16:creationId xmlns:a16="http://schemas.microsoft.com/office/drawing/2014/main" id="{0E995B87-28E4-4F83-CDA1-24F91267778B}"/>
                  </a:ext>
                </a:extLst>
              </p:cNvPr>
              <p:cNvSpPr/>
              <p:nvPr/>
            </p:nvSpPr>
            <p:spPr>
              <a:xfrm>
                <a:off x="5144048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5" name="Freeform 28454">
                <a:extLst>
                  <a:ext uri="{FF2B5EF4-FFF2-40B4-BE49-F238E27FC236}">
                    <a16:creationId xmlns:a16="http://schemas.microsoft.com/office/drawing/2014/main" id="{6E787AEC-E81D-DE9C-B3CF-C315440848AC}"/>
                  </a:ext>
                </a:extLst>
              </p:cNvPr>
              <p:cNvSpPr/>
              <p:nvPr/>
            </p:nvSpPr>
            <p:spPr>
              <a:xfrm>
                <a:off x="5144643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6" name="Freeform 28455">
                <a:extLst>
                  <a:ext uri="{FF2B5EF4-FFF2-40B4-BE49-F238E27FC236}">
                    <a16:creationId xmlns:a16="http://schemas.microsoft.com/office/drawing/2014/main" id="{34C9EB80-EAA3-1471-FF4A-260ADB7C1D16}"/>
                  </a:ext>
                </a:extLst>
              </p:cNvPr>
              <p:cNvSpPr/>
              <p:nvPr/>
            </p:nvSpPr>
            <p:spPr>
              <a:xfrm>
                <a:off x="5145139" y="2395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7" name="Freeform 28456">
                <a:extLst>
                  <a:ext uri="{FF2B5EF4-FFF2-40B4-BE49-F238E27FC236}">
                    <a16:creationId xmlns:a16="http://schemas.microsoft.com/office/drawing/2014/main" id="{A6CB4335-1C28-968E-B006-D7AA7A26DA7E}"/>
                  </a:ext>
                </a:extLst>
              </p:cNvPr>
              <p:cNvSpPr/>
              <p:nvPr/>
            </p:nvSpPr>
            <p:spPr>
              <a:xfrm>
                <a:off x="5145635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8" name="Freeform 28457">
                <a:extLst>
                  <a:ext uri="{FF2B5EF4-FFF2-40B4-BE49-F238E27FC236}">
                    <a16:creationId xmlns:a16="http://schemas.microsoft.com/office/drawing/2014/main" id="{49C19A1F-3EFA-A9FC-E0A4-1306AEC8FB5B}"/>
                  </a:ext>
                </a:extLst>
              </p:cNvPr>
              <p:cNvSpPr/>
              <p:nvPr/>
            </p:nvSpPr>
            <p:spPr>
              <a:xfrm>
                <a:off x="5146230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9" name="Freeform 28458">
                <a:extLst>
                  <a:ext uri="{FF2B5EF4-FFF2-40B4-BE49-F238E27FC236}">
                    <a16:creationId xmlns:a16="http://schemas.microsoft.com/office/drawing/2014/main" id="{512564E6-0AA7-35A1-E849-C59EB86F6FD2}"/>
                  </a:ext>
                </a:extLst>
              </p:cNvPr>
              <p:cNvSpPr/>
              <p:nvPr/>
            </p:nvSpPr>
            <p:spPr>
              <a:xfrm>
                <a:off x="5146727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0" name="Freeform 28459">
                <a:extLst>
                  <a:ext uri="{FF2B5EF4-FFF2-40B4-BE49-F238E27FC236}">
                    <a16:creationId xmlns:a16="http://schemas.microsoft.com/office/drawing/2014/main" id="{3D7DCFF7-7367-6FBA-0496-D1752C42CCD6}"/>
                  </a:ext>
                </a:extLst>
              </p:cNvPr>
              <p:cNvSpPr/>
              <p:nvPr/>
            </p:nvSpPr>
            <p:spPr>
              <a:xfrm>
                <a:off x="5147223" y="2139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1" name="Freeform 28460">
                <a:extLst>
                  <a:ext uri="{FF2B5EF4-FFF2-40B4-BE49-F238E27FC236}">
                    <a16:creationId xmlns:a16="http://schemas.microsoft.com/office/drawing/2014/main" id="{E97DB45E-6E72-282C-7B49-367A041C85AF}"/>
                  </a:ext>
                </a:extLst>
              </p:cNvPr>
              <p:cNvSpPr/>
              <p:nvPr/>
            </p:nvSpPr>
            <p:spPr>
              <a:xfrm>
                <a:off x="5147818" y="2130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2" name="Freeform 28461">
                <a:extLst>
                  <a:ext uri="{FF2B5EF4-FFF2-40B4-BE49-F238E27FC236}">
                    <a16:creationId xmlns:a16="http://schemas.microsoft.com/office/drawing/2014/main" id="{213F53CC-DC75-2CB9-2C04-2F78A10C86FA}"/>
                  </a:ext>
                </a:extLst>
              </p:cNvPr>
              <p:cNvSpPr/>
              <p:nvPr/>
            </p:nvSpPr>
            <p:spPr>
              <a:xfrm>
                <a:off x="5148314" y="2042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3" name="Freeform 28462">
                <a:extLst>
                  <a:ext uri="{FF2B5EF4-FFF2-40B4-BE49-F238E27FC236}">
                    <a16:creationId xmlns:a16="http://schemas.microsoft.com/office/drawing/2014/main" id="{3BBA8324-BC63-FC8A-25F7-85F35FFAC7BD}"/>
                  </a:ext>
                </a:extLst>
              </p:cNvPr>
              <p:cNvSpPr/>
              <p:nvPr/>
            </p:nvSpPr>
            <p:spPr>
              <a:xfrm>
                <a:off x="5148810" y="19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4" name="Freeform 28463">
                <a:extLst>
                  <a:ext uri="{FF2B5EF4-FFF2-40B4-BE49-F238E27FC236}">
                    <a16:creationId xmlns:a16="http://schemas.microsoft.com/office/drawing/2014/main" id="{06CD2CDE-3E19-C158-7943-1FB143CF79AF}"/>
                  </a:ext>
                </a:extLst>
              </p:cNvPr>
              <p:cNvSpPr/>
              <p:nvPr/>
            </p:nvSpPr>
            <p:spPr>
              <a:xfrm>
                <a:off x="5149306" y="2004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5" name="Freeform 28464">
                <a:extLst>
                  <a:ext uri="{FF2B5EF4-FFF2-40B4-BE49-F238E27FC236}">
                    <a16:creationId xmlns:a16="http://schemas.microsoft.com/office/drawing/2014/main" id="{2FA9A325-2539-CE25-311B-E5DBEF42A589}"/>
                  </a:ext>
                </a:extLst>
              </p:cNvPr>
              <p:cNvSpPr/>
              <p:nvPr/>
            </p:nvSpPr>
            <p:spPr>
              <a:xfrm>
                <a:off x="5149902" y="1922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6" name="Freeform 28465">
                <a:extLst>
                  <a:ext uri="{FF2B5EF4-FFF2-40B4-BE49-F238E27FC236}">
                    <a16:creationId xmlns:a16="http://schemas.microsoft.com/office/drawing/2014/main" id="{5C968C17-F514-286D-FEE0-E743CC8DBBA6}"/>
                  </a:ext>
                </a:extLst>
              </p:cNvPr>
              <p:cNvSpPr/>
              <p:nvPr/>
            </p:nvSpPr>
            <p:spPr>
              <a:xfrm>
                <a:off x="5150398" y="207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7" name="Freeform 28466">
                <a:extLst>
                  <a:ext uri="{FF2B5EF4-FFF2-40B4-BE49-F238E27FC236}">
                    <a16:creationId xmlns:a16="http://schemas.microsoft.com/office/drawing/2014/main" id="{40C00164-D166-A9B2-4DD4-DB9F8159EBD5}"/>
                  </a:ext>
                </a:extLst>
              </p:cNvPr>
              <p:cNvSpPr/>
              <p:nvPr/>
            </p:nvSpPr>
            <p:spPr>
              <a:xfrm>
                <a:off x="5150894" y="2111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8" name="Freeform 28467">
                <a:extLst>
                  <a:ext uri="{FF2B5EF4-FFF2-40B4-BE49-F238E27FC236}">
                    <a16:creationId xmlns:a16="http://schemas.microsoft.com/office/drawing/2014/main" id="{EABDB336-1A79-0B4B-E021-C2443384FB8B}"/>
                  </a:ext>
                </a:extLst>
              </p:cNvPr>
              <p:cNvSpPr/>
              <p:nvPr/>
            </p:nvSpPr>
            <p:spPr>
              <a:xfrm>
                <a:off x="5151489" y="2075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9" name="Freeform 28468">
                <a:extLst>
                  <a:ext uri="{FF2B5EF4-FFF2-40B4-BE49-F238E27FC236}">
                    <a16:creationId xmlns:a16="http://schemas.microsoft.com/office/drawing/2014/main" id="{6D089AFA-4BF8-311D-ECED-C45AE1F5C1F2}"/>
                  </a:ext>
                </a:extLst>
              </p:cNvPr>
              <p:cNvSpPr/>
              <p:nvPr/>
            </p:nvSpPr>
            <p:spPr>
              <a:xfrm>
                <a:off x="5151985" y="2057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0" name="Freeform 28469">
                <a:extLst>
                  <a:ext uri="{FF2B5EF4-FFF2-40B4-BE49-F238E27FC236}">
                    <a16:creationId xmlns:a16="http://schemas.microsoft.com/office/drawing/2014/main" id="{810637C3-F597-5341-EA4E-BCF4D21B433B}"/>
                  </a:ext>
                </a:extLst>
              </p:cNvPr>
              <p:cNvSpPr/>
              <p:nvPr/>
            </p:nvSpPr>
            <p:spPr>
              <a:xfrm>
                <a:off x="5152481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1" name="Freeform 28470">
                <a:extLst>
                  <a:ext uri="{FF2B5EF4-FFF2-40B4-BE49-F238E27FC236}">
                    <a16:creationId xmlns:a16="http://schemas.microsoft.com/office/drawing/2014/main" id="{C63D7D29-93C8-9B21-9C38-76097E2CA148}"/>
                  </a:ext>
                </a:extLst>
              </p:cNvPr>
              <p:cNvSpPr/>
              <p:nvPr/>
            </p:nvSpPr>
            <p:spPr>
              <a:xfrm>
                <a:off x="5153077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2" name="Freeform 28471">
                <a:extLst>
                  <a:ext uri="{FF2B5EF4-FFF2-40B4-BE49-F238E27FC236}">
                    <a16:creationId xmlns:a16="http://schemas.microsoft.com/office/drawing/2014/main" id="{12306426-325D-9E40-63E5-C2964C805900}"/>
                  </a:ext>
                </a:extLst>
              </p:cNvPr>
              <p:cNvSpPr/>
              <p:nvPr/>
            </p:nvSpPr>
            <p:spPr>
              <a:xfrm>
                <a:off x="5153573" y="2054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3" name="Freeform 28472">
                <a:extLst>
                  <a:ext uri="{FF2B5EF4-FFF2-40B4-BE49-F238E27FC236}">
                    <a16:creationId xmlns:a16="http://schemas.microsoft.com/office/drawing/2014/main" id="{341D51AD-7FB3-6E5C-D679-60905D106B40}"/>
                  </a:ext>
                </a:extLst>
              </p:cNvPr>
              <p:cNvSpPr/>
              <p:nvPr/>
            </p:nvSpPr>
            <p:spPr>
              <a:xfrm>
                <a:off x="5154069" y="2077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4" name="Freeform 28473">
                <a:extLst>
                  <a:ext uri="{FF2B5EF4-FFF2-40B4-BE49-F238E27FC236}">
                    <a16:creationId xmlns:a16="http://schemas.microsoft.com/office/drawing/2014/main" id="{3D4B8CFA-76CE-791D-1D25-DF0D202091A6}"/>
                  </a:ext>
                </a:extLst>
              </p:cNvPr>
              <p:cNvSpPr/>
              <p:nvPr/>
            </p:nvSpPr>
            <p:spPr>
              <a:xfrm>
                <a:off x="5154664" y="2306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5" name="Freeform 28474">
                <a:extLst>
                  <a:ext uri="{FF2B5EF4-FFF2-40B4-BE49-F238E27FC236}">
                    <a16:creationId xmlns:a16="http://schemas.microsoft.com/office/drawing/2014/main" id="{C2403E03-D4E8-D0E2-21DB-2D9ADFF48AD1}"/>
                  </a:ext>
                </a:extLst>
              </p:cNvPr>
              <p:cNvSpPr/>
              <p:nvPr/>
            </p:nvSpPr>
            <p:spPr>
              <a:xfrm>
                <a:off x="5155160" y="2364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6" name="Freeform 28475">
                <a:extLst>
                  <a:ext uri="{FF2B5EF4-FFF2-40B4-BE49-F238E27FC236}">
                    <a16:creationId xmlns:a16="http://schemas.microsoft.com/office/drawing/2014/main" id="{3112F75D-E533-C6F2-AB75-B382BDF34028}"/>
                  </a:ext>
                </a:extLst>
              </p:cNvPr>
              <p:cNvSpPr/>
              <p:nvPr/>
            </p:nvSpPr>
            <p:spPr>
              <a:xfrm>
                <a:off x="5155656" y="2368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7" name="Freeform 28476">
                <a:extLst>
                  <a:ext uri="{FF2B5EF4-FFF2-40B4-BE49-F238E27FC236}">
                    <a16:creationId xmlns:a16="http://schemas.microsoft.com/office/drawing/2014/main" id="{99E7F112-1DC8-57CA-4751-2C1E05F09E2A}"/>
                  </a:ext>
                </a:extLst>
              </p:cNvPr>
              <p:cNvSpPr/>
              <p:nvPr/>
            </p:nvSpPr>
            <p:spPr>
              <a:xfrm>
                <a:off x="5156252" y="2371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8" name="Freeform 28477">
                <a:extLst>
                  <a:ext uri="{FF2B5EF4-FFF2-40B4-BE49-F238E27FC236}">
                    <a16:creationId xmlns:a16="http://schemas.microsoft.com/office/drawing/2014/main" id="{7A3EFC4D-9451-D678-F41F-1FD6F3BA2659}"/>
                  </a:ext>
                </a:extLst>
              </p:cNvPr>
              <p:cNvSpPr/>
              <p:nvPr/>
            </p:nvSpPr>
            <p:spPr>
              <a:xfrm>
                <a:off x="5156748" y="2377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9" name="Freeform 28478">
                <a:extLst>
                  <a:ext uri="{FF2B5EF4-FFF2-40B4-BE49-F238E27FC236}">
                    <a16:creationId xmlns:a16="http://schemas.microsoft.com/office/drawing/2014/main" id="{97F72ACD-21FE-B304-8499-36F422C97FC7}"/>
                  </a:ext>
                </a:extLst>
              </p:cNvPr>
              <p:cNvSpPr/>
              <p:nvPr/>
            </p:nvSpPr>
            <p:spPr>
              <a:xfrm>
                <a:off x="5157244" y="2379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0" name="Freeform 28479">
                <a:extLst>
                  <a:ext uri="{FF2B5EF4-FFF2-40B4-BE49-F238E27FC236}">
                    <a16:creationId xmlns:a16="http://schemas.microsoft.com/office/drawing/2014/main" id="{3298B8EF-A79C-2162-DACB-425262378935}"/>
                  </a:ext>
                </a:extLst>
              </p:cNvPr>
              <p:cNvSpPr/>
              <p:nvPr/>
            </p:nvSpPr>
            <p:spPr>
              <a:xfrm>
                <a:off x="5157839" y="2381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1" name="Freeform 28480">
                <a:extLst>
                  <a:ext uri="{FF2B5EF4-FFF2-40B4-BE49-F238E27FC236}">
                    <a16:creationId xmlns:a16="http://schemas.microsoft.com/office/drawing/2014/main" id="{09B59885-CC7B-7674-C437-051582D72338}"/>
                  </a:ext>
                </a:extLst>
              </p:cNvPr>
              <p:cNvSpPr/>
              <p:nvPr/>
            </p:nvSpPr>
            <p:spPr>
              <a:xfrm>
                <a:off x="5158335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2" name="Freeform 28481">
                <a:extLst>
                  <a:ext uri="{FF2B5EF4-FFF2-40B4-BE49-F238E27FC236}">
                    <a16:creationId xmlns:a16="http://schemas.microsoft.com/office/drawing/2014/main" id="{8C99F83A-3EA9-DB64-485D-67A4B6C04A70}"/>
                  </a:ext>
                </a:extLst>
              </p:cNvPr>
              <p:cNvSpPr/>
              <p:nvPr/>
            </p:nvSpPr>
            <p:spPr>
              <a:xfrm>
                <a:off x="5158831" y="2388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3" name="Freeform 28482">
                <a:extLst>
                  <a:ext uri="{FF2B5EF4-FFF2-40B4-BE49-F238E27FC236}">
                    <a16:creationId xmlns:a16="http://schemas.microsoft.com/office/drawing/2014/main" id="{20F91721-EDFD-699E-60A1-51615A27351B}"/>
                  </a:ext>
                </a:extLst>
              </p:cNvPr>
              <p:cNvSpPr/>
              <p:nvPr/>
            </p:nvSpPr>
            <p:spPr>
              <a:xfrm>
                <a:off x="5159427" y="2390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4" name="Freeform 28483">
                <a:extLst>
                  <a:ext uri="{FF2B5EF4-FFF2-40B4-BE49-F238E27FC236}">
                    <a16:creationId xmlns:a16="http://schemas.microsoft.com/office/drawing/2014/main" id="{AD15F99C-18ED-9178-D307-E21BC54CA1DF}"/>
                  </a:ext>
                </a:extLst>
              </p:cNvPr>
              <p:cNvSpPr/>
              <p:nvPr/>
            </p:nvSpPr>
            <p:spPr>
              <a:xfrm>
                <a:off x="5159923" y="217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5" name="Freeform 28484">
                <a:extLst>
                  <a:ext uri="{FF2B5EF4-FFF2-40B4-BE49-F238E27FC236}">
                    <a16:creationId xmlns:a16="http://schemas.microsoft.com/office/drawing/2014/main" id="{4394856A-66F8-3351-DF82-2161FD522CD1}"/>
                  </a:ext>
                </a:extLst>
              </p:cNvPr>
              <p:cNvSpPr/>
              <p:nvPr/>
            </p:nvSpPr>
            <p:spPr>
              <a:xfrm>
                <a:off x="5160419" y="209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6" name="Freeform 28485">
                <a:extLst>
                  <a:ext uri="{FF2B5EF4-FFF2-40B4-BE49-F238E27FC236}">
                    <a16:creationId xmlns:a16="http://schemas.microsoft.com/office/drawing/2014/main" id="{CEEC6B41-0901-9B83-06B7-FCB420D4E050}"/>
                  </a:ext>
                </a:extLst>
              </p:cNvPr>
              <p:cNvSpPr/>
              <p:nvPr/>
            </p:nvSpPr>
            <p:spPr>
              <a:xfrm>
                <a:off x="5160915" y="2051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7" name="Freeform 28486">
                <a:extLst>
                  <a:ext uri="{FF2B5EF4-FFF2-40B4-BE49-F238E27FC236}">
                    <a16:creationId xmlns:a16="http://schemas.microsoft.com/office/drawing/2014/main" id="{0E0423B3-AB9E-BD7B-0D16-3895C4578D40}"/>
                  </a:ext>
                </a:extLst>
              </p:cNvPr>
              <p:cNvSpPr/>
              <p:nvPr/>
            </p:nvSpPr>
            <p:spPr>
              <a:xfrm>
                <a:off x="5161510" y="2008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8" name="Freeform 28487">
                <a:extLst>
                  <a:ext uri="{FF2B5EF4-FFF2-40B4-BE49-F238E27FC236}">
                    <a16:creationId xmlns:a16="http://schemas.microsoft.com/office/drawing/2014/main" id="{1A275E3F-C84C-8017-49E6-202A367FDD5F}"/>
                  </a:ext>
                </a:extLst>
              </p:cNvPr>
              <p:cNvSpPr/>
              <p:nvPr/>
            </p:nvSpPr>
            <p:spPr>
              <a:xfrm>
                <a:off x="5162006" y="2108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9" name="Freeform 28488">
                <a:extLst>
                  <a:ext uri="{FF2B5EF4-FFF2-40B4-BE49-F238E27FC236}">
                    <a16:creationId xmlns:a16="http://schemas.microsoft.com/office/drawing/2014/main" id="{A2B97D16-55E2-25A0-6008-9D30A9A1F364}"/>
                  </a:ext>
                </a:extLst>
              </p:cNvPr>
              <p:cNvSpPr/>
              <p:nvPr/>
            </p:nvSpPr>
            <p:spPr>
              <a:xfrm>
                <a:off x="5162502" y="2041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0" name="Freeform 28489">
                <a:extLst>
                  <a:ext uri="{FF2B5EF4-FFF2-40B4-BE49-F238E27FC236}">
                    <a16:creationId xmlns:a16="http://schemas.microsoft.com/office/drawing/2014/main" id="{4F97B9C0-328B-3597-6C56-181FBD456824}"/>
                  </a:ext>
                </a:extLst>
              </p:cNvPr>
              <p:cNvSpPr/>
              <p:nvPr/>
            </p:nvSpPr>
            <p:spPr>
              <a:xfrm>
                <a:off x="5163098" y="2111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1" name="Freeform 28490">
                <a:extLst>
                  <a:ext uri="{FF2B5EF4-FFF2-40B4-BE49-F238E27FC236}">
                    <a16:creationId xmlns:a16="http://schemas.microsoft.com/office/drawing/2014/main" id="{CEF05F14-B90A-A0BE-9092-DD801D0EC1DD}"/>
                  </a:ext>
                </a:extLst>
              </p:cNvPr>
              <p:cNvSpPr/>
              <p:nvPr/>
            </p:nvSpPr>
            <p:spPr>
              <a:xfrm>
                <a:off x="5163594" y="2087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2" name="Freeform 28491">
                <a:extLst>
                  <a:ext uri="{FF2B5EF4-FFF2-40B4-BE49-F238E27FC236}">
                    <a16:creationId xmlns:a16="http://schemas.microsoft.com/office/drawing/2014/main" id="{D6A835B0-691B-151D-3272-CD61C373E54F}"/>
                  </a:ext>
                </a:extLst>
              </p:cNvPr>
              <p:cNvSpPr/>
              <p:nvPr/>
            </p:nvSpPr>
            <p:spPr>
              <a:xfrm>
                <a:off x="5164090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3" name="Freeform 28492">
                <a:extLst>
                  <a:ext uri="{FF2B5EF4-FFF2-40B4-BE49-F238E27FC236}">
                    <a16:creationId xmlns:a16="http://schemas.microsoft.com/office/drawing/2014/main" id="{79B88287-4C6F-E112-B805-5614F0496152}"/>
                  </a:ext>
                </a:extLst>
              </p:cNvPr>
              <p:cNvSpPr/>
              <p:nvPr/>
            </p:nvSpPr>
            <p:spPr>
              <a:xfrm>
                <a:off x="5164685" y="1972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4" name="Freeform 28493">
                <a:extLst>
                  <a:ext uri="{FF2B5EF4-FFF2-40B4-BE49-F238E27FC236}">
                    <a16:creationId xmlns:a16="http://schemas.microsoft.com/office/drawing/2014/main" id="{280F3A8B-072A-6DDC-F3FE-ECC53E253761}"/>
                  </a:ext>
                </a:extLst>
              </p:cNvPr>
              <p:cNvSpPr/>
              <p:nvPr/>
            </p:nvSpPr>
            <p:spPr>
              <a:xfrm>
                <a:off x="5165181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5" name="Freeform 28494">
                <a:extLst>
                  <a:ext uri="{FF2B5EF4-FFF2-40B4-BE49-F238E27FC236}">
                    <a16:creationId xmlns:a16="http://schemas.microsoft.com/office/drawing/2014/main" id="{17611454-C4C3-D1DA-A68D-88989B4A7555}"/>
                  </a:ext>
                </a:extLst>
              </p:cNvPr>
              <p:cNvSpPr/>
              <p:nvPr/>
            </p:nvSpPr>
            <p:spPr>
              <a:xfrm>
                <a:off x="5165677" y="1964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6" name="Freeform 28495">
                <a:extLst>
                  <a:ext uri="{FF2B5EF4-FFF2-40B4-BE49-F238E27FC236}">
                    <a16:creationId xmlns:a16="http://schemas.microsoft.com/office/drawing/2014/main" id="{7746618C-4AD8-A0DC-DB74-6AEE44FBCF3E}"/>
                  </a:ext>
                </a:extLst>
              </p:cNvPr>
              <p:cNvSpPr/>
              <p:nvPr/>
            </p:nvSpPr>
            <p:spPr>
              <a:xfrm>
                <a:off x="5166273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7" name="Freeform 28496">
                <a:extLst>
                  <a:ext uri="{FF2B5EF4-FFF2-40B4-BE49-F238E27FC236}">
                    <a16:creationId xmlns:a16="http://schemas.microsoft.com/office/drawing/2014/main" id="{77CC190F-A5EE-932C-6044-15BDDCBF4BEC}"/>
                  </a:ext>
                </a:extLst>
              </p:cNvPr>
              <p:cNvSpPr/>
              <p:nvPr/>
            </p:nvSpPr>
            <p:spPr>
              <a:xfrm>
                <a:off x="5166769" y="2008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8" name="Freeform 28497">
                <a:extLst>
                  <a:ext uri="{FF2B5EF4-FFF2-40B4-BE49-F238E27FC236}">
                    <a16:creationId xmlns:a16="http://schemas.microsoft.com/office/drawing/2014/main" id="{67067681-4C21-14F7-6D64-D7A28951B4DE}"/>
                  </a:ext>
                </a:extLst>
              </p:cNvPr>
              <p:cNvSpPr/>
              <p:nvPr/>
            </p:nvSpPr>
            <p:spPr>
              <a:xfrm>
                <a:off x="5167265" y="2379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9" name="Freeform 28498">
                <a:extLst>
                  <a:ext uri="{FF2B5EF4-FFF2-40B4-BE49-F238E27FC236}">
                    <a16:creationId xmlns:a16="http://schemas.microsoft.com/office/drawing/2014/main" id="{ACE398D2-7B6F-ACB7-0A5A-6171AB8D65F8}"/>
                  </a:ext>
                </a:extLst>
              </p:cNvPr>
              <p:cNvSpPr/>
              <p:nvPr/>
            </p:nvSpPr>
            <p:spPr>
              <a:xfrm>
                <a:off x="5167860" y="2385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0" name="Freeform 28499">
                <a:extLst>
                  <a:ext uri="{FF2B5EF4-FFF2-40B4-BE49-F238E27FC236}">
                    <a16:creationId xmlns:a16="http://schemas.microsoft.com/office/drawing/2014/main" id="{69995A22-BA0B-5D0F-4CEF-73A6010ADC5E}"/>
                  </a:ext>
                </a:extLst>
              </p:cNvPr>
              <p:cNvSpPr/>
              <p:nvPr/>
            </p:nvSpPr>
            <p:spPr>
              <a:xfrm>
                <a:off x="5168356" y="2388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1" name="Freeform 28500">
                <a:extLst>
                  <a:ext uri="{FF2B5EF4-FFF2-40B4-BE49-F238E27FC236}">
                    <a16:creationId xmlns:a16="http://schemas.microsoft.com/office/drawing/2014/main" id="{7EFD7FDA-9342-35B8-7718-A4B2835A67AE}"/>
                  </a:ext>
                </a:extLst>
              </p:cNvPr>
              <p:cNvSpPr/>
              <p:nvPr/>
            </p:nvSpPr>
            <p:spPr>
              <a:xfrm>
                <a:off x="5168852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2" name="Freeform 28501">
                <a:extLst>
                  <a:ext uri="{FF2B5EF4-FFF2-40B4-BE49-F238E27FC236}">
                    <a16:creationId xmlns:a16="http://schemas.microsoft.com/office/drawing/2014/main" id="{D2E6FBAC-CF0E-7FDF-94D4-71988772FBC5}"/>
                  </a:ext>
                </a:extLst>
              </p:cNvPr>
              <p:cNvSpPr/>
              <p:nvPr/>
            </p:nvSpPr>
            <p:spPr>
              <a:xfrm>
                <a:off x="5169448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3" name="Freeform 28502">
                <a:extLst>
                  <a:ext uri="{FF2B5EF4-FFF2-40B4-BE49-F238E27FC236}">
                    <a16:creationId xmlns:a16="http://schemas.microsoft.com/office/drawing/2014/main" id="{54046F29-6D2E-1CBC-2FE1-537BE2DC4807}"/>
                  </a:ext>
                </a:extLst>
              </p:cNvPr>
              <p:cNvSpPr/>
              <p:nvPr/>
            </p:nvSpPr>
            <p:spPr>
              <a:xfrm>
                <a:off x="5169944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4" name="Freeform 28503">
                <a:extLst>
                  <a:ext uri="{FF2B5EF4-FFF2-40B4-BE49-F238E27FC236}">
                    <a16:creationId xmlns:a16="http://schemas.microsoft.com/office/drawing/2014/main" id="{BEE2E5B9-7C80-C4DF-27F0-85F580667727}"/>
                  </a:ext>
                </a:extLst>
              </p:cNvPr>
              <p:cNvSpPr/>
              <p:nvPr/>
            </p:nvSpPr>
            <p:spPr>
              <a:xfrm>
                <a:off x="5170440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5" name="Freeform 28504">
                <a:extLst>
                  <a:ext uri="{FF2B5EF4-FFF2-40B4-BE49-F238E27FC236}">
                    <a16:creationId xmlns:a16="http://schemas.microsoft.com/office/drawing/2014/main" id="{2D4372B4-9E43-E72C-D14B-CAB0D60D4E00}"/>
                  </a:ext>
                </a:extLst>
              </p:cNvPr>
              <p:cNvSpPr/>
              <p:nvPr/>
            </p:nvSpPr>
            <p:spPr>
              <a:xfrm>
                <a:off x="5171035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6" name="Freeform 28505">
                <a:extLst>
                  <a:ext uri="{FF2B5EF4-FFF2-40B4-BE49-F238E27FC236}">
                    <a16:creationId xmlns:a16="http://schemas.microsoft.com/office/drawing/2014/main" id="{7C885158-AB6E-F881-870F-F686B5A56636}"/>
                  </a:ext>
                </a:extLst>
              </p:cNvPr>
              <p:cNvSpPr/>
              <p:nvPr/>
            </p:nvSpPr>
            <p:spPr>
              <a:xfrm>
                <a:off x="5171531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7" name="Freeform 28506">
                <a:extLst>
                  <a:ext uri="{FF2B5EF4-FFF2-40B4-BE49-F238E27FC236}">
                    <a16:creationId xmlns:a16="http://schemas.microsoft.com/office/drawing/2014/main" id="{8A53F0DB-90B8-BAF2-1494-B0E00EF4CBD6}"/>
                  </a:ext>
                </a:extLst>
              </p:cNvPr>
              <p:cNvSpPr/>
              <p:nvPr/>
            </p:nvSpPr>
            <p:spPr>
              <a:xfrm>
                <a:off x="5172027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8" name="Freeform 28507">
                <a:extLst>
                  <a:ext uri="{FF2B5EF4-FFF2-40B4-BE49-F238E27FC236}">
                    <a16:creationId xmlns:a16="http://schemas.microsoft.com/office/drawing/2014/main" id="{64F4332B-0A2B-AF23-D220-9522EF8548EA}"/>
                  </a:ext>
                </a:extLst>
              </p:cNvPr>
              <p:cNvSpPr/>
              <p:nvPr/>
            </p:nvSpPr>
            <p:spPr>
              <a:xfrm>
                <a:off x="5172523" y="2182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9" name="Freeform 28508">
                <a:extLst>
                  <a:ext uri="{FF2B5EF4-FFF2-40B4-BE49-F238E27FC236}">
                    <a16:creationId xmlns:a16="http://schemas.microsoft.com/office/drawing/2014/main" id="{AF36253F-7DB6-4667-B52D-9F6FDAFCE9A7}"/>
                  </a:ext>
                </a:extLst>
              </p:cNvPr>
              <p:cNvSpPr/>
              <p:nvPr/>
            </p:nvSpPr>
            <p:spPr>
              <a:xfrm>
                <a:off x="5173119" y="2163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0" name="Freeform 28509">
                <a:extLst>
                  <a:ext uri="{FF2B5EF4-FFF2-40B4-BE49-F238E27FC236}">
                    <a16:creationId xmlns:a16="http://schemas.microsoft.com/office/drawing/2014/main" id="{156C3E5B-A507-F83D-E455-923582923309}"/>
                  </a:ext>
                </a:extLst>
              </p:cNvPr>
              <p:cNvSpPr/>
              <p:nvPr/>
            </p:nvSpPr>
            <p:spPr>
              <a:xfrm>
                <a:off x="5173615" y="2061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1" name="Freeform 28510">
                <a:extLst>
                  <a:ext uri="{FF2B5EF4-FFF2-40B4-BE49-F238E27FC236}">
                    <a16:creationId xmlns:a16="http://schemas.microsoft.com/office/drawing/2014/main" id="{C7ABC285-9830-20E4-AB79-B3A7B84C69A5}"/>
                  </a:ext>
                </a:extLst>
              </p:cNvPr>
              <p:cNvSpPr/>
              <p:nvPr/>
            </p:nvSpPr>
            <p:spPr>
              <a:xfrm>
                <a:off x="5174111" y="203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2" name="Freeform 28511">
                <a:extLst>
                  <a:ext uri="{FF2B5EF4-FFF2-40B4-BE49-F238E27FC236}">
                    <a16:creationId xmlns:a16="http://schemas.microsoft.com/office/drawing/2014/main" id="{68C13FDC-2B80-3ED8-6CC4-D44914305907}"/>
                  </a:ext>
                </a:extLst>
              </p:cNvPr>
              <p:cNvSpPr/>
              <p:nvPr/>
            </p:nvSpPr>
            <p:spPr>
              <a:xfrm>
                <a:off x="5174706" y="205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3" name="Freeform 28512">
                <a:extLst>
                  <a:ext uri="{FF2B5EF4-FFF2-40B4-BE49-F238E27FC236}">
                    <a16:creationId xmlns:a16="http://schemas.microsoft.com/office/drawing/2014/main" id="{94D6DF99-BFCA-F8FE-9300-A0EEA1A14DC7}"/>
                  </a:ext>
                </a:extLst>
              </p:cNvPr>
              <p:cNvSpPr/>
              <p:nvPr/>
            </p:nvSpPr>
            <p:spPr>
              <a:xfrm>
                <a:off x="5175202" y="1965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4" name="Freeform 28513">
                <a:extLst>
                  <a:ext uri="{FF2B5EF4-FFF2-40B4-BE49-F238E27FC236}">
                    <a16:creationId xmlns:a16="http://schemas.microsoft.com/office/drawing/2014/main" id="{96F67F31-BE53-137C-C2A9-3D3BD8CFD12C}"/>
                  </a:ext>
                </a:extLst>
              </p:cNvPr>
              <p:cNvSpPr/>
              <p:nvPr/>
            </p:nvSpPr>
            <p:spPr>
              <a:xfrm>
                <a:off x="5175698" y="206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5" name="Freeform 28514">
                <a:extLst>
                  <a:ext uri="{FF2B5EF4-FFF2-40B4-BE49-F238E27FC236}">
                    <a16:creationId xmlns:a16="http://schemas.microsoft.com/office/drawing/2014/main" id="{23BB0988-B10A-652D-33FE-FDF90ADEA55E}"/>
                  </a:ext>
                </a:extLst>
              </p:cNvPr>
              <p:cNvSpPr/>
              <p:nvPr/>
            </p:nvSpPr>
            <p:spPr>
              <a:xfrm>
                <a:off x="5176294" y="2089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6" name="Freeform 28515">
                <a:extLst>
                  <a:ext uri="{FF2B5EF4-FFF2-40B4-BE49-F238E27FC236}">
                    <a16:creationId xmlns:a16="http://schemas.microsoft.com/office/drawing/2014/main" id="{9CCADD4C-BFBB-E31F-690C-366273D6D4AC}"/>
                  </a:ext>
                </a:extLst>
              </p:cNvPr>
              <p:cNvSpPr/>
              <p:nvPr/>
            </p:nvSpPr>
            <p:spPr>
              <a:xfrm>
                <a:off x="5176790" y="2063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7" name="Freeform 28516">
                <a:extLst>
                  <a:ext uri="{FF2B5EF4-FFF2-40B4-BE49-F238E27FC236}">
                    <a16:creationId xmlns:a16="http://schemas.microsoft.com/office/drawing/2014/main" id="{1458DC86-1808-A338-DC39-12AD8877AB3D}"/>
                  </a:ext>
                </a:extLst>
              </p:cNvPr>
              <p:cNvSpPr/>
              <p:nvPr/>
            </p:nvSpPr>
            <p:spPr>
              <a:xfrm>
                <a:off x="5177286" y="2046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8" name="Freeform 28517">
                <a:extLst>
                  <a:ext uri="{FF2B5EF4-FFF2-40B4-BE49-F238E27FC236}">
                    <a16:creationId xmlns:a16="http://schemas.microsoft.com/office/drawing/2014/main" id="{8DD8C9FB-EA6C-930C-D0C5-46BED1158BDE}"/>
                  </a:ext>
                </a:extLst>
              </p:cNvPr>
              <p:cNvSpPr/>
              <p:nvPr/>
            </p:nvSpPr>
            <p:spPr>
              <a:xfrm>
                <a:off x="5177881" y="203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9" name="Freeform 28518">
                <a:extLst>
                  <a:ext uri="{FF2B5EF4-FFF2-40B4-BE49-F238E27FC236}">
                    <a16:creationId xmlns:a16="http://schemas.microsoft.com/office/drawing/2014/main" id="{D3E63E1F-3E86-12FE-0CE7-CD052C5CACFE}"/>
                  </a:ext>
                </a:extLst>
              </p:cNvPr>
              <p:cNvSpPr/>
              <p:nvPr/>
            </p:nvSpPr>
            <p:spPr>
              <a:xfrm>
                <a:off x="5178377" y="2014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0" name="Freeform 28519">
                <a:extLst>
                  <a:ext uri="{FF2B5EF4-FFF2-40B4-BE49-F238E27FC236}">
                    <a16:creationId xmlns:a16="http://schemas.microsoft.com/office/drawing/2014/main" id="{58FABB63-DA0F-166B-139E-D9565BE74EC0}"/>
                  </a:ext>
                </a:extLst>
              </p:cNvPr>
              <p:cNvSpPr/>
              <p:nvPr/>
            </p:nvSpPr>
            <p:spPr>
              <a:xfrm>
                <a:off x="5178873" y="1996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1" name="Freeform 28520">
                <a:extLst>
                  <a:ext uri="{FF2B5EF4-FFF2-40B4-BE49-F238E27FC236}">
                    <a16:creationId xmlns:a16="http://schemas.microsoft.com/office/drawing/2014/main" id="{F30D6621-9184-E3C6-A8BE-5845BC7935D5}"/>
                  </a:ext>
                </a:extLst>
              </p:cNvPr>
              <p:cNvSpPr/>
              <p:nvPr/>
            </p:nvSpPr>
            <p:spPr>
              <a:xfrm>
                <a:off x="5179469" y="2245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2" name="Freeform 28521">
                <a:extLst>
                  <a:ext uri="{FF2B5EF4-FFF2-40B4-BE49-F238E27FC236}">
                    <a16:creationId xmlns:a16="http://schemas.microsoft.com/office/drawing/2014/main" id="{B17E10AC-82B0-FC15-3394-CB82075472C0}"/>
                  </a:ext>
                </a:extLst>
              </p:cNvPr>
              <p:cNvSpPr/>
              <p:nvPr/>
            </p:nvSpPr>
            <p:spPr>
              <a:xfrm>
                <a:off x="5179965" y="2388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3" name="Freeform 28522">
                <a:extLst>
                  <a:ext uri="{FF2B5EF4-FFF2-40B4-BE49-F238E27FC236}">
                    <a16:creationId xmlns:a16="http://schemas.microsoft.com/office/drawing/2014/main" id="{02BAFA1F-513D-02B4-FE42-C4E69947D8CB}"/>
                  </a:ext>
                </a:extLst>
              </p:cNvPr>
              <p:cNvSpPr/>
              <p:nvPr/>
            </p:nvSpPr>
            <p:spPr>
              <a:xfrm>
                <a:off x="5180461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4" name="Freeform 28523">
                <a:extLst>
                  <a:ext uri="{FF2B5EF4-FFF2-40B4-BE49-F238E27FC236}">
                    <a16:creationId xmlns:a16="http://schemas.microsoft.com/office/drawing/2014/main" id="{FE501202-6704-FF05-BB38-2D7BDE5D7F89}"/>
                  </a:ext>
                </a:extLst>
              </p:cNvPr>
              <p:cNvSpPr/>
              <p:nvPr/>
            </p:nvSpPr>
            <p:spPr>
              <a:xfrm>
                <a:off x="5181056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5" name="Freeform 28524">
                <a:extLst>
                  <a:ext uri="{FF2B5EF4-FFF2-40B4-BE49-F238E27FC236}">
                    <a16:creationId xmlns:a16="http://schemas.microsoft.com/office/drawing/2014/main" id="{AB2DF64A-12EE-D79E-12D0-2061E2F0534F}"/>
                  </a:ext>
                </a:extLst>
              </p:cNvPr>
              <p:cNvSpPr/>
              <p:nvPr/>
            </p:nvSpPr>
            <p:spPr>
              <a:xfrm>
                <a:off x="5181552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6" name="Freeform 28525">
                <a:extLst>
                  <a:ext uri="{FF2B5EF4-FFF2-40B4-BE49-F238E27FC236}">
                    <a16:creationId xmlns:a16="http://schemas.microsoft.com/office/drawing/2014/main" id="{7C0160DC-6B35-5475-B264-82F5727544C8}"/>
                  </a:ext>
                </a:extLst>
              </p:cNvPr>
              <p:cNvSpPr/>
              <p:nvPr/>
            </p:nvSpPr>
            <p:spPr>
              <a:xfrm>
                <a:off x="5182048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7" name="Freeform 28526">
                <a:extLst>
                  <a:ext uri="{FF2B5EF4-FFF2-40B4-BE49-F238E27FC236}">
                    <a16:creationId xmlns:a16="http://schemas.microsoft.com/office/drawing/2014/main" id="{2EE5E5B3-FB34-B691-DA85-3C84EBD72E7A}"/>
                  </a:ext>
                </a:extLst>
              </p:cNvPr>
              <p:cNvSpPr/>
              <p:nvPr/>
            </p:nvSpPr>
            <p:spPr>
              <a:xfrm>
                <a:off x="5182644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8" name="Freeform 28527">
                <a:extLst>
                  <a:ext uri="{FF2B5EF4-FFF2-40B4-BE49-F238E27FC236}">
                    <a16:creationId xmlns:a16="http://schemas.microsoft.com/office/drawing/2014/main" id="{8E79138B-743A-BFD2-BD55-B96CC0194AA3}"/>
                  </a:ext>
                </a:extLst>
              </p:cNvPr>
              <p:cNvSpPr/>
              <p:nvPr/>
            </p:nvSpPr>
            <p:spPr>
              <a:xfrm>
                <a:off x="5183140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9" name="Freeform 28528">
                <a:extLst>
                  <a:ext uri="{FF2B5EF4-FFF2-40B4-BE49-F238E27FC236}">
                    <a16:creationId xmlns:a16="http://schemas.microsoft.com/office/drawing/2014/main" id="{C81D7DE4-4915-D18C-3FD5-43A63149C04A}"/>
                  </a:ext>
                </a:extLst>
              </p:cNvPr>
              <p:cNvSpPr/>
              <p:nvPr/>
            </p:nvSpPr>
            <p:spPr>
              <a:xfrm>
                <a:off x="5183636" y="24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0" name="Freeform 28529">
                <a:extLst>
                  <a:ext uri="{FF2B5EF4-FFF2-40B4-BE49-F238E27FC236}">
                    <a16:creationId xmlns:a16="http://schemas.microsoft.com/office/drawing/2014/main" id="{B4EFAAD4-8E90-6C84-5689-7D1A51B75ED7}"/>
                  </a:ext>
                </a:extLst>
              </p:cNvPr>
              <p:cNvSpPr/>
              <p:nvPr/>
            </p:nvSpPr>
            <p:spPr>
              <a:xfrm>
                <a:off x="5184231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1" name="Freeform 28530">
                <a:extLst>
                  <a:ext uri="{FF2B5EF4-FFF2-40B4-BE49-F238E27FC236}">
                    <a16:creationId xmlns:a16="http://schemas.microsoft.com/office/drawing/2014/main" id="{83602268-D7BD-D5A2-07D7-6CC1927F2AC1}"/>
                  </a:ext>
                </a:extLst>
              </p:cNvPr>
              <p:cNvSpPr/>
              <p:nvPr/>
            </p:nvSpPr>
            <p:spPr>
              <a:xfrm>
                <a:off x="5184727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2" name="Freeform 28531">
                <a:extLst>
                  <a:ext uri="{FF2B5EF4-FFF2-40B4-BE49-F238E27FC236}">
                    <a16:creationId xmlns:a16="http://schemas.microsoft.com/office/drawing/2014/main" id="{01B86610-A45C-C4FC-DCF4-9C1AD88DB77C}"/>
                  </a:ext>
                </a:extLst>
              </p:cNvPr>
              <p:cNvSpPr/>
              <p:nvPr/>
            </p:nvSpPr>
            <p:spPr>
              <a:xfrm>
                <a:off x="5185223" y="2383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3" name="Freeform 28532">
                <a:extLst>
                  <a:ext uri="{FF2B5EF4-FFF2-40B4-BE49-F238E27FC236}">
                    <a16:creationId xmlns:a16="http://schemas.microsoft.com/office/drawing/2014/main" id="{37F74570-C02F-0DDC-C431-DC13C7B83CF4}"/>
                  </a:ext>
                </a:extLst>
              </p:cNvPr>
              <p:cNvSpPr/>
              <p:nvPr/>
            </p:nvSpPr>
            <p:spPr>
              <a:xfrm>
                <a:off x="5185720" y="2210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4" name="Freeform 28533">
                <a:extLst>
                  <a:ext uri="{FF2B5EF4-FFF2-40B4-BE49-F238E27FC236}">
                    <a16:creationId xmlns:a16="http://schemas.microsoft.com/office/drawing/2014/main" id="{69E40672-25B5-ED01-CE7D-BFE26FAA1CB6}"/>
                  </a:ext>
                </a:extLst>
              </p:cNvPr>
              <p:cNvSpPr/>
              <p:nvPr/>
            </p:nvSpPr>
            <p:spPr>
              <a:xfrm>
                <a:off x="5186315" y="2217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5" name="Freeform 28534">
                <a:extLst>
                  <a:ext uri="{FF2B5EF4-FFF2-40B4-BE49-F238E27FC236}">
                    <a16:creationId xmlns:a16="http://schemas.microsoft.com/office/drawing/2014/main" id="{08C67F12-3043-C8B8-C697-FCBC11E4D17C}"/>
                  </a:ext>
                </a:extLst>
              </p:cNvPr>
              <p:cNvSpPr/>
              <p:nvPr/>
            </p:nvSpPr>
            <p:spPr>
              <a:xfrm>
                <a:off x="5186811" y="2222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6" name="Freeform 28535">
                <a:extLst>
                  <a:ext uri="{FF2B5EF4-FFF2-40B4-BE49-F238E27FC236}">
                    <a16:creationId xmlns:a16="http://schemas.microsoft.com/office/drawing/2014/main" id="{2FC522F0-FDD5-C944-B2C3-7FF3AF1CA4D0}"/>
                  </a:ext>
                </a:extLst>
              </p:cNvPr>
              <p:cNvSpPr/>
              <p:nvPr/>
            </p:nvSpPr>
            <p:spPr>
              <a:xfrm>
                <a:off x="5187307" y="2220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7" name="Freeform 28536">
                <a:extLst>
                  <a:ext uri="{FF2B5EF4-FFF2-40B4-BE49-F238E27FC236}">
                    <a16:creationId xmlns:a16="http://schemas.microsoft.com/office/drawing/2014/main" id="{9A5C7959-F00A-61DB-2428-F584D5B06A4D}"/>
                  </a:ext>
                </a:extLst>
              </p:cNvPr>
              <p:cNvSpPr/>
              <p:nvPr/>
            </p:nvSpPr>
            <p:spPr>
              <a:xfrm>
                <a:off x="5187902" y="2274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8" name="Freeform 28537">
                <a:extLst>
                  <a:ext uri="{FF2B5EF4-FFF2-40B4-BE49-F238E27FC236}">
                    <a16:creationId xmlns:a16="http://schemas.microsoft.com/office/drawing/2014/main" id="{D1D47810-25E3-B300-06ED-6352C39A76EA}"/>
                  </a:ext>
                </a:extLst>
              </p:cNvPr>
              <p:cNvSpPr/>
              <p:nvPr/>
            </p:nvSpPr>
            <p:spPr>
              <a:xfrm>
                <a:off x="5188398" y="2260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9" name="Freeform 28538">
                <a:extLst>
                  <a:ext uri="{FF2B5EF4-FFF2-40B4-BE49-F238E27FC236}">
                    <a16:creationId xmlns:a16="http://schemas.microsoft.com/office/drawing/2014/main" id="{A2DB8334-7CF3-A288-158A-62108D9B235E}"/>
                  </a:ext>
                </a:extLst>
              </p:cNvPr>
              <p:cNvSpPr/>
              <p:nvPr/>
            </p:nvSpPr>
            <p:spPr>
              <a:xfrm>
                <a:off x="5188895" y="2334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0" name="Freeform 28539">
                <a:extLst>
                  <a:ext uri="{FF2B5EF4-FFF2-40B4-BE49-F238E27FC236}">
                    <a16:creationId xmlns:a16="http://schemas.microsoft.com/office/drawing/2014/main" id="{5924772E-2AF1-7E35-0A4C-A2A6674CADB3}"/>
                  </a:ext>
                </a:extLst>
              </p:cNvPr>
              <p:cNvSpPr/>
              <p:nvPr/>
            </p:nvSpPr>
            <p:spPr>
              <a:xfrm>
                <a:off x="5189490" y="2315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1" name="Freeform 28540">
                <a:extLst>
                  <a:ext uri="{FF2B5EF4-FFF2-40B4-BE49-F238E27FC236}">
                    <a16:creationId xmlns:a16="http://schemas.microsoft.com/office/drawing/2014/main" id="{3D06FBC3-1DC0-BFC5-A7B2-F050979C51FD}"/>
                  </a:ext>
                </a:extLst>
              </p:cNvPr>
              <p:cNvSpPr/>
              <p:nvPr/>
            </p:nvSpPr>
            <p:spPr>
              <a:xfrm>
                <a:off x="5189986" y="2299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2" name="Freeform 28541">
                <a:extLst>
                  <a:ext uri="{FF2B5EF4-FFF2-40B4-BE49-F238E27FC236}">
                    <a16:creationId xmlns:a16="http://schemas.microsoft.com/office/drawing/2014/main" id="{E1FBE834-4B14-CC97-6680-72A07A76D334}"/>
                  </a:ext>
                </a:extLst>
              </p:cNvPr>
              <p:cNvSpPr/>
              <p:nvPr/>
            </p:nvSpPr>
            <p:spPr>
              <a:xfrm>
                <a:off x="5190482" y="2286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3" name="Freeform 28542">
                <a:extLst>
                  <a:ext uri="{FF2B5EF4-FFF2-40B4-BE49-F238E27FC236}">
                    <a16:creationId xmlns:a16="http://schemas.microsoft.com/office/drawing/2014/main" id="{3001E7D5-0EB5-0226-AD3A-7D51C88A15FA}"/>
                  </a:ext>
                </a:extLst>
              </p:cNvPr>
              <p:cNvSpPr/>
              <p:nvPr/>
            </p:nvSpPr>
            <p:spPr>
              <a:xfrm>
                <a:off x="5191077" y="2273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4" name="Freeform 28543">
                <a:extLst>
                  <a:ext uri="{FF2B5EF4-FFF2-40B4-BE49-F238E27FC236}">
                    <a16:creationId xmlns:a16="http://schemas.microsoft.com/office/drawing/2014/main" id="{F1FE7ED4-F15E-8C76-D053-870E9FBFFC3F}"/>
                  </a:ext>
                </a:extLst>
              </p:cNvPr>
              <p:cNvSpPr/>
              <p:nvPr/>
            </p:nvSpPr>
            <p:spPr>
              <a:xfrm>
                <a:off x="5191573" y="2265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5" name="Freeform 28544">
                <a:extLst>
                  <a:ext uri="{FF2B5EF4-FFF2-40B4-BE49-F238E27FC236}">
                    <a16:creationId xmlns:a16="http://schemas.microsoft.com/office/drawing/2014/main" id="{386E78F3-1D2F-E0EC-EE87-DDE20AC9D99C}"/>
                  </a:ext>
                </a:extLst>
              </p:cNvPr>
              <p:cNvSpPr/>
              <p:nvPr/>
            </p:nvSpPr>
            <p:spPr>
              <a:xfrm>
                <a:off x="5192070" y="2334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6" name="Freeform 28545">
                <a:extLst>
                  <a:ext uri="{FF2B5EF4-FFF2-40B4-BE49-F238E27FC236}">
                    <a16:creationId xmlns:a16="http://schemas.microsoft.com/office/drawing/2014/main" id="{CF2CD6C2-627B-707F-D0C8-874E5D3D1DDA}"/>
                  </a:ext>
                </a:extLst>
              </p:cNvPr>
              <p:cNvSpPr/>
              <p:nvPr/>
            </p:nvSpPr>
            <p:spPr>
              <a:xfrm>
                <a:off x="5192665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7" name="Freeform 28546">
                <a:extLst>
                  <a:ext uri="{FF2B5EF4-FFF2-40B4-BE49-F238E27FC236}">
                    <a16:creationId xmlns:a16="http://schemas.microsoft.com/office/drawing/2014/main" id="{484212DD-C2D0-7AFB-CD29-AB3428A0EDDE}"/>
                  </a:ext>
                </a:extLst>
              </p:cNvPr>
              <p:cNvSpPr/>
              <p:nvPr/>
            </p:nvSpPr>
            <p:spPr>
              <a:xfrm>
                <a:off x="5193161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8" name="Freeform 28547">
                <a:extLst>
                  <a:ext uri="{FF2B5EF4-FFF2-40B4-BE49-F238E27FC236}">
                    <a16:creationId xmlns:a16="http://schemas.microsoft.com/office/drawing/2014/main" id="{75665601-0672-1D69-980C-E0D48B66265E}"/>
                  </a:ext>
                </a:extLst>
              </p:cNvPr>
              <p:cNvSpPr/>
              <p:nvPr/>
            </p:nvSpPr>
            <p:spPr>
              <a:xfrm>
                <a:off x="5193657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9" name="Freeform 28548">
                <a:extLst>
                  <a:ext uri="{FF2B5EF4-FFF2-40B4-BE49-F238E27FC236}">
                    <a16:creationId xmlns:a16="http://schemas.microsoft.com/office/drawing/2014/main" id="{6EED3539-0D5C-97BD-88C6-8E89BA56A97E}"/>
                  </a:ext>
                </a:extLst>
              </p:cNvPr>
              <p:cNvSpPr/>
              <p:nvPr/>
            </p:nvSpPr>
            <p:spPr>
              <a:xfrm>
                <a:off x="5194252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0" name="Freeform 28549">
                <a:extLst>
                  <a:ext uri="{FF2B5EF4-FFF2-40B4-BE49-F238E27FC236}">
                    <a16:creationId xmlns:a16="http://schemas.microsoft.com/office/drawing/2014/main" id="{32A369D2-9B29-CC91-45D4-F7CB7B36134F}"/>
                  </a:ext>
                </a:extLst>
              </p:cNvPr>
              <p:cNvSpPr/>
              <p:nvPr/>
            </p:nvSpPr>
            <p:spPr>
              <a:xfrm>
                <a:off x="5194748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1" name="Freeform 28550">
                <a:extLst>
                  <a:ext uri="{FF2B5EF4-FFF2-40B4-BE49-F238E27FC236}">
                    <a16:creationId xmlns:a16="http://schemas.microsoft.com/office/drawing/2014/main" id="{AA900DAD-2332-AA46-C4B0-BA8CECFF90FB}"/>
                  </a:ext>
                </a:extLst>
              </p:cNvPr>
              <p:cNvSpPr/>
              <p:nvPr/>
            </p:nvSpPr>
            <p:spPr>
              <a:xfrm>
                <a:off x="5195245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2" name="Freeform 28551">
                <a:extLst>
                  <a:ext uri="{FF2B5EF4-FFF2-40B4-BE49-F238E27FC236}">
                    <a16:creationId xmlns:a16="http://schemas.microsoft.com/office/drawing/2014/main" id="{A0AF736B-6EF3-33A9-9D60-1AB16AB7A1F1}"/>
                  </a:ext>
                </a:extLst>
              </p:cNvPr>
              <p:cNvSpPr/>
              <p:nvPr/>
            </p:nvSpPr>
            <p:spPr>
              <a:xfrm>
                <a:off x="5195840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3" name="Freeform 28552">
                <a:extLst>
                  <a:ext uri="{FF2B5EF4-FFF2-40B4-BE49-F238E27FC236}">
                    <a16:creationId xmlns:a16="http://schemas.microsoft.com/office/drawing/2014/main" id="{9E6C212D-DE48-6BAD-4011-731728F14B6B}"/>
                  </a:ext>
                </a:extLst>
              </p:cNvPr>
              <p:cNvSpPr/>
              <p:nvPr/>
            </p:nvSpPr>
            <p:spPr>
              <a:xfrm>
                <a:off x="5196336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4" name="Freeform 28553">
                <a:extLst>
                  <a:ext uri="{FF2B5EF4-FFF2-40B4-BE49-F238E27FC236}">
                    <a16:creationId xmlns:a16="http://schemas.microsoft.com/office/drawing/2014/main" id="{3530E08F-5923-D699-B691-A0286E23CBE9}"/>
                  </a:ext>
                </a:extLst>
              </p:cNvPr>
              <p:cNvSpPr/>
              <p:nvPr/>
            </p:nvSpPr>
            <p:spPr>
              <a:xfrm>
                <a:off x="5196832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5" name="Freeform 28554">
                <a:extLst>
                  <a:ext uri="{FF2B5EF4-FFF2-40B4-BE49-F238E27FC236}">
                    <a16:creationId xmlns:a16="http://schemas.microsoft.com/office/drawing/2014/main" id="{587DD431-3B85-60A8-D94E-9128665C21CA}"/>
                  </a:ext>
                </a:extLst>
              </p:cNvPr>
              <p:cNvSpPr/>
              <p:nvPr/>
            </p:nvSpPr>
            <p:spPr>
              <a:xfrm>
                <a:off x="519732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6" name="Freeform 28555">
                <a:extLst>
                  <a:ext uri="{FF2B5EF4-FFF2-40B4-BE49-F238E27FC236}">
                    <a16:creationId xmlns:a16="http://schemas.microsoft.com/office/drawing/2014/main" id="{2BB57D1E-1C71-AC41-C5A0-74CDDE10D28C}"/>
                  </a:ext>
                </a:extLst>
              </p:cNvPr>
              <p:cNvSpPr/>
              <p:nvPr/>
            </p:nvSpPr>
            <p:spPr>
              <a:xfrm>
                <a:off x="5197923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7" name="Freeform 28556">
                <a:extLst>
                  <a:ext uri="{FF2B5EF4-FFF2-40B4-BE49-F238E27FC236}">
                    <a16:creationId xmlns:a16="http://schemas.microsoft.com/office/drawing/2014/main" id="{58D67898-04B0-56AA-432C-2AB79F03A81A}"/>
                  </a:ext>
                </a:extLst>
              </p:cNvPr>
              <p:cNvSpPr/>
              <p:nvPr/>
            </p:nvSpPr>
            <p:spPr>
              <a:xfrm>
                <a:off x="5198420" y="2327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8" name="Freeform 28557">
                <a:extLst>
                  <a:ext uri="{FF2B5EF4-FFF2-40B4-BE49-F238E27FC236}">
                    <a16:creationId xmlns:a16="http://schemas.microsoft.com/office/drawing/2014/main" id="{79A9D90F-3641-6B39-8EFE-7629A3522909}"/>
                  </a:ext>
                </a:extLst>
              </p:cNvPr>
              <p:cNvSpPr/>
              <p:nvPr/>
            </p:nvSpPr>
            <p:spPr>
              <a:xfrm>
                <a:off x="5198916" y="2323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9" name="Freeform 28558">
                <a:extLst>
                  <a:ext uri="{FF2B5EF4-FFF2-40B4-BE49-F238E27FC236}">
                    <a16:creationId xmlns:a16="http://schemas.microsoft.com/office/drawing/2014/main" id="{03DD6074-6195-EB34-2F25-CEB5477F89F9}"/>
                  </a:ext>
                </a:extLst>
              </p:cNvPr>
              <p:cNvSpPr/>
              <p:nvPr/>
            </p:nvSpPr>
            <p:spPr>
              <a:xfrm>
                <a:off x="5199511" y="2293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0" name="Freeform 28559">
                <a:extLst>
                  <a:ext uri="{FF2B5EF4-FFF2-40B4-BE49-F238E27FC236}">
                    <a16:creationId xmlns:a16="http://schemas.microsoft.com/office/drawing/2014/main" id="{721E755A-739D-F181-8D6D-63AB7CFCBBCB}"/>
                  </a:ext>
                </a:extLst>
              </p:cNvPr>
              <p:cNvSpPr/>
              <p:nvPr/>
            </p:nvSpPr>
            <p:spPr>
              <a:xfrm>
                <a:off x="5200007" y="2324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1" name="Freeform 28560">
                <a:extLst>
                  <a:ext uri="{FF2B5EF4-FFF2-40B4-BE49-F238E27FC236}">
                    <a16:creationId xmlns:a16="http://schemas.microsoft.com/office/drawing/2014/main" id="{5694B900-3127-3281-DA9A-D2CE336B047C}"/>
                  </a:ext>
                </a:extLst>
              </p:cNvPr>
              <p:cNvSpPr/>
              <p:nvPr/>
            </p:nvSpPr>
            <p:spPr>
              <a:xfrm>
                <a:off x="5200503" y="2315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2" name="Freeform 28561">
                <a:extLst>
                  <a:ext uri="{FF2B5EF4-FFF2-40B4-BE49-F238E27FC236}">
                    <a16:creationId xmlns:a16="http://schemas.microsoft.com/office/drawing/2014/main" id="{6AEC7F64-D239-B797-ABA7-48F6C1C728BC}"/>
                  </a:ext>
                </a:extLst>
              </p:cNvPr>
              <p:cNvSpPr/>
              <p:nvPr/>
            </p:nvSpPr>
            <p:spPr>
              <a:xfrm>
                <a:off x="5201098" y="2315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3" name="Freeform 28562">
                <a:extLst>
                  <a:ext uri="{FF2B5EF4-FFF2-40B4-BE49-F238E27FC236}">
                    <a16:creationId xmlns:a16="http://schemas.microsoft.com/office/drawing/2014/main" id="{A6CCDBC4-3F60-A193-4495-7108B6752C9C}"/>
                  </a:ext>
                </a:extLst>
              </p:cNvPr>
              <p:cNvSpPr/>
              <p:nvPr/>
            </p:nvSpPr>
            <p:spPr>
              <a:xfrm>
                <a:off x="5201595" y="2302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4" name="Freeform 28563">
                <a:extLst>
                  <a:ext uri="{FF2B5EF4-FFF2-40B4-BE49-F238E27FC236}">
                    <a16:creationId xmlns:a16="http://schemas.microsoft.com/office/drawing/2014/main" id="{FAEFB6C1-C4CD-AB14-E5EC-68D5FED06745}"/>
                  </a:ext>
                </a:extLst>
              </p:cNvPr>
              <p:cNvSpPr/>
              <p:nvPr/>
            </p:nvSpPr>
            <p:spPr>
              <a:xfrm>
                <a:off x="5202091" y="2304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5" name="Freeform 28564">
                <a:extLst>
                  <a:ext uri="{FF2B5EF4-FFF2-40B4-BE49-F238E27FC236}">
                    <a16:creationId xmlns:a16="http://schemas.microsoft.com/office/drawing/2014/main" id="{A2074A0C-0F6E-FE0A-75C9-78190D43E487}"/>
                  </a:ext>
                </a:extLst>
              </p:cNvPr>
              <p:cNvSpPr/>
              <p:nvPr/>
            </p:nvSpPr>
            <p:spPr>
              <a:xfrm>
                <a:off x="5202686" y="2291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6" name="Freeform 28565">
                <a:extLst>
                  <a:ext uri="{FF2B5EF4-FFF2-40B4-BE49-F238E27FC236}">
                    <a16:creationId xmlns:a16="http://schemas.microsoft.com/office/drawing/2014/main" id="{B874EAED-C367-0466-9A09-F8803CB500BE}"/>
                  </a:ext>
                </a:extLst>
              </p:cNvPr>
              <p:cNvSpPr/>
              <p:nvPr/>
            </p:nvSpPr>
            <p:spPr>
              <a:xfrm>
                <a:off x="5203182" y="2286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7" name="Freeform 28566">
                <a:extLst>
                  <a:ext uri="{FF2B5EF4-FFF2-40B4-BE49-F238E27FC236}">
                    <a16:creationId xmlns:a16="http://schemas.microsoft.com/office/drawing/2014/main" id="{3961DA4D-5DB7-47A8-309C-72BB19CFA18B}"/>
                  </a:ext>
                </a:extLst>
              </p:cNvPr>
              <p:cNvSpPr/>
              <p:nvPr/>
            </p:nvSpPr>
            <p:spPr>
              <a:xfrm>
                <a:off x="5203678" y="2282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8" name="Freeform 28567">
                <a:extLst>
                  <a:ext uri="{FF2B5EF4-FFF2-40B4-BE49-F238E27FC236}">
                    <a16:creationId xmlns:a16="http://schemas.microsoft.com/office/drawing/2014/main" id="{A9091C34-E001-8AAD-5108-EAA19B9FB23A}"/>
                  </a:ext>
                </a:extLst>
              </p:cNvPr>
              <p:cNvSpPr/>
              <p:nvPr/>
            </p:nvSpPr>
            <p:spPr>
              <a:xfrm>
                <a:off x="5204273" y="2286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9" name="Freeform 28568">
                <a:extLst>
                  <a:ext uri="{FF2B5EF4-FFF2-40B4-BE49-F238E27FC236}">
                    <a16:creationId xmlns:a16="http://schemas.microsoft.com/office/drawing/2014/main" id="{3A4F25E8-0537-E31B-93FE-04748ED0742F}"/>
                  </a:ext>
                </a:extLst>
              </p:cNvPr>
              <p:cNvSpPr/>
              <p:nvPr/>
            </p:nvSpPr>
            <p:spPr>
              <a:xfrm>
                <a:off x="5204770" y="2292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0" name="Freeform 28569">
                <a:extLst>
                  <a:ext uri="{FF2B5EF4-FFF2-40B4-BE49-F238E27FC236}">
                    <a16:creationId xmlns:a16="http://schemas.microsoft.com/office/drawing/2014/main" id="{7CE1CF35-790F-F612-CE5F-834B9744BC75}"/>
                  </a:ext>
                </a:extLst>
              </p:cNvPr>
              <p:cNvSpPr/>
              <p:nvPr/>
            </p:nvSpPr>
            <p:spPr>
              <a:xfrm>
                <a:off x="5205266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1" name="Freeform 28570">
                <a:extLst>
                  <a:ext uri="{FF2B5EF4-FFF2-40B4-BE49-F238E27FC236}">
                    <a16:creationId xmlns:a16="http://schemas.microsoft.com/office/drawing/2014/main" id="{A7726C66-8DD0-FE09-CC83-0FA7218C65CB}"/>
                  </a:ext>
                </a:extLst>
              </p:cNvPr>
              <p:cNvSpPr/>
              <p:nvPr/>
            </p:nvSpPr>
            <p:spPr>
              <a:xfrm>
                <a:off x="5205861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2" name="Freeform 28571">
                <a:extLst>
                  <a:ext uri="{FF2B5EF4-FFF2-40B4-BE49-F238E27FC236}">
                    <a16:creationId xmlns:a16="http://schemas.microsoft.com/office/drawing/2014/main" id="{3FBEC2F6-6A05-179F-24C0-CC6E728D635D}"/>
                  </a:ext>
                </a:extLst>
              </p:cNvPr>
              <p:cNvSpPr/>
              <p:nvPr/>
            </p:nvSpPr>
            <p:spPr>
              <a:xfrm>
                <a:off x="5206357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3" name="Freeform 28572">
                <a:extLst>
                  <a:ext uri="{FF2B5EF4-FFF2-40B4-BE49-F238E27FC236}">
                    <a16:creationId xmlns:a16="http://schemas.microsoft.com/office/drawing/2014/main" id="{118F7124-9EC0-C0DA-737C-4015EB528EA4}"/>
                  </a:ext>
                </a:extLst>
              </p:cNvPr>
              <p:cNvSpPr/>
              <p:nvPr/>
            </p:nvSpPr>
            <p:spPr>
              <a:xfrm>
                <a:off x="5206853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4" name="Freeform 28573">
                <a:extLst>
                  <a:ext uri="{FF2B5EF4-FFF2-40B4-BE49-F238E27FC236}">
                    <a16:creationId xmlns:a16="http://schemas.microsoft.com/office/drawing/2014/main" id="{7065691D-E4A0-025B-29F9-2446FFBCF1A9}"/>
                  </a:ext>
                </a:extLst>
              </p:cNvPr>
              <p:cNvSpPr/>
              <p:nvPr/>
            </p:nvSpPr>
            <p:spPr>
              <a:xfrm>
                <a:off x="5207448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5" name="Freeform 28574">
                <a:extLst>
                  <a:ext uri="{FF2B5EF4-FFF2-40B4-BE49-F238E27FC236}">
                    <a16:creationId xmlns:a16="http://schemas.microsoft.com/office/drawing/2014/main" id="{DF54A93B-D2E8-DFFD-F44E-9B6B27F6B463}"/>
                  </a:ext>
                </a:extLst>
              </p:cNvPr>
              <p:cNvSpPr/>
              <p:nvPr/>
            </p:nvSpPr>
            <p:spPr>
              <a:xfrm>
                <a:off x="520794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6" name="Freeform 28575">
                <a:extLst>
                  <a:ext uri="{FF2B5EF4-FFF2-40B4-BE49-F238E27FC236}">
                    <a16:creationId xmlns:a16="http://schemas.microsoft.com/office/drawing/2014/main" id="{2F3BADD6-8444-5143-CEC9-B41487119941}"/>
                  </a:ext>
                </a:extLst>
              </p:cNvPr>
              <p:cNvSpPr/>
              <p:nvPr/>
            </p:nvSpPr>
            <p:spPr>
              <a:xfrm>
                <a:off x="5208441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7" name="Freeform 28576">
                <a:extLst>
                  <a:ext uri="{FF2B5EF4-FFF2-40B4-BE49-F238E27FC236}">
                    <a16:creationId xmlns:a16="http://schemas.microsoft.com/office/drawing/2014/main" id="{1A1A4069-D114-B1F0-A837-CBC75F1304F0}"/>
                  </a:ext>
                </a:extLst>
              </p:cNvPr>
              <p:cNvSpPr/>
              <p:nvPr/>
            </p:nvSpPr>
            <p:spPr>
              <a:xfrm>
                <a:off x="5208937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8" name="Freeform 28577">
                <a:extLst>
                  <a:ext uri="{FF2B5EF4-FFF2-40B4-BE49-F238E27FC236}">
                    <a16:creationId xmlns:a16="http://schemas.microsoft.com/office/drawing/2014/main" id="{497E98E8-5439-1CBD-A078-7A4CBD36E15C}"/>
                  </a:ext>
                </a:extLst>
              </p:cNvPr>
              <p:cNvSpPr/>
              <p:nvPr/>
            </p:nvSpPr>
            <p:spPr>
              <a:xfrm>
                <a:off x="5209532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9" name="Freeform 28578">
                <a:extLst>
                  <a:ext uri="{FF2B5EF4-FFF2-40B4-BE49-F238E27FC236}">
                    <a16:creationId xmlns:a16="http://schemas.microsoft.com/office/drawing/2014/main" id="{90FD24B8-E2CD-6AEF-F1AD-16D3C4B444DC}"/>
                  </a:ext>
                </a:extLst>
              </p:cNvPr>
              <p:cNvSpPr/>
              <p:nvPr/>
            </p:nvSpPr>
            <p:spPr>
              <a:xfrm>
                <a:off x="5210028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0" name="Freeform 28579">
                <a:extLst>
                  <a:ext uri="{FF2B5EF4-FFF2-40B4-BE49-F238E27FC236}">
                    <a16:creationId xmlns:a16="http://schemas.microsoft.com/office/drawing/2014/main" id="{F78B42A0-4F56-A63C-F873-C9CDC9071911}"/>
                  </a:ext>
                </a:extLst>
              </p:cNvPr>
              <p:cNvSpPr/>
              <p:nvPr/>
            </p:nvSpPr>
            <p:spPr>
              <a:xfrm>
                <a:off x="5210524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1" name="Freeform 28580">
                <a:extLst>
                  <a:ext uri="{FF2B5EF4-FFF2-40B4-BE49-F238E27FC236}">
                    <a16:creationId xmlns:a16="http://schemas.microsoft.com/office/drawing/2014/main" id="{37C0DB5B-A4A0-8A64-AE20-DE8E94D229F0}"/>
                  </a:ext>
                </a:extLst>
              </p:cNvPr>
              <p:cNvSpPr/>
              <p:nvPr/>
            </p:nvSpPr>
            <p:spPr>
              <a:xfrm>
                <a:off x="5211120" y="2162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2" name="Freeform 28581">
                <a:extLst>
                  <a:ext uri="{FF2B5EF4-FFF2-40B4-BE49-F238E27FC236}">
                    <a16:creationId xmlns:a16="http://schemas.microsoft.com/office/drawing/2014/main" id="{07F3268F-CC24-D712-1C90-66100513BC7E}"/>
                  </a:ext>
                </a:extLst>
              </p:cNvPr>
              <p:cNvSpPr/>
              <p:nvPr/>
            </p:nvSpPr>
            <p:spPr>
              <a:xfrm>
                <a:off x="5211616" y="2102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3" name="Freeform 28582">
                <a:extLst>
                  <a:ext uri="{FF2B5EF4-FFF2-40B4-BE49-F238E27FC236}">
                    <a16:creationId xmlns:a16="http://schemas.microsoft.com/office/drawing/2014/main" id="{E415DB75-7D11-1ACB-9A4C-A50D29DE6FCB}"/>
                  </a:ext>
                </a:extLst>
              </p:cNvPr>
              <p:cNvSpPr/>
              <p:nvPr/>
            </p:nvSpPr>
            <p:spPr>
              <a:xfrm>
                <a:off x="5212112" y="200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4" name="Freeform 28583">
                <a:extLst>
                  <a:ext uri="{FF2B5EF4-FFF2-40B4-BE49-F238E27FC236}">
                    <a16:creationId xmlns:a16="http://schemas.microsoft.com/office/drawing/2014/main" id="{665ACA6B-4CD4-349C-9BFD-DB505E9DF465}"/>
                  </a:ext>
                </a:extLst>
              </p:cNvPr>
              <p:cNvSpPr/>
              <p:nvPr/>
            </p:nvSpPr>
            <p:spPr>
              <a:xfrm>
                <a:off x="5212707" y="1975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5" name="Freeform 28584">
                <a:extLst>
                  <a:ext uri="{FF2B5EF4-FFF2-40B4-BE49-F238E27FC236}">
                    <a16:creationId xmlns:a16="http://schemas.microsoft.com/office/drawing/2014/main" id="{9F73FC40-07BD-0034-646C-E54929AB3026}"/>
                  </a:ext>
                </a:extLst>
              </p:cNvPr>
              <p:cNvSpPr/>
              <p:nvPr/>
            </p:nvSpPr>
            <p:spPr>
              <a:xfrm>
                <a:off x="5213203" y="2061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6" name="Freeform 28585">
                <a:extLst>
                  <a:ext uri="{FF2B5EF4-FFF2-40B4-BE49-F238E27FC236}">
                    <a16:creationId xmlns:a16="http://schemas.microsoft.com/office/drawing/2014/main" id="{8B03BB8D-F70A-8FC4-0A19-2C36DC564A92}"/>
                  </a:ext>
                </a:extLst>
              </p:cNvPr>
              <p:cNvSpPr/>
              <p:nvPr/>
            </p:nvSpPr>
            <p:spPr>
              <a:xfrm>
                <a:off x="5213699" y="2137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7" name="Freeform 28586">
                <a:extLst>
                  <a:ext uri="{FF2B5EF4-FFF2-40B4-BE49-F238E27FC236}">
                    <a16:creationId xmlns:a16="http://schemas.microsoft.com/office/drawing/2014/main" id="{8BF4CEFC-ACC9-3556-A04B-7D18711CD1AA}"/>
                  </a:ext>
                </a:extLst>
              </p:cNvPr>
              <p:cNvSpPr/>
              <p:nvPr/>
            </p:nvSpPr>
            <p:spPr>
              <a:xfrm>
                <a:off x="5214295" y="218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8" name="Freeform 28587">
                <a:extLst>
                  <a:ext uri="{FF2B5EF4-FFF2-40B4-BE49-F238E27FC236}">
                    <a16:creationId xmlns:a16="http://schemas.microsoft.com/office/drawing/2014/main" id="{E9CEE31F-E500-F102-7C7C-E7951A7D3147}"/>
                  </a:ext>
                </a:extLst>
              </p:cNvPr>
              <p:cNvSpPr/>
              <p:nvPr/>
            </p:nvSpPr>
            <p:spPr>
              <a:xfrm>
                <a:off x="5214791" y="2207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9" name="Freeform 28588">
                <a:extLst>
                  <a:ext uri="{FF2B5EF4-FFF2-40B4-BE49-F238E27FC236}">
                    <a16:creationId xmlns:a16="http://schemas.microsoft.com/office/drawing/2014/main" id="{51FA2560-CE9D-99F8-2490-527E2665C43D}"/>
                  </a:ext>
                </a:extLst>
              </p:cNvPr>
              <p:cNvSpPr/>
              <p:nvPr/>
            </p:nvSpPr>
            <p:spPr>
              <a:xfrm>
                <a:off x="5215287" y="219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0" name="Freeform 28589">
                <a:extLst>
                  <a:ext uri="{FF2B5EF4-FFF2-40B4-BE49-F238E27FC236}">
                    <a16:creationId xmlns:a16="http://schemas.microsoft.com/office/drawing/2014/main" id="{49F634F0-FF9C-51F6-5965-5505B8BD0A96}"/>
                  </a:ext>
                </a:extLst>
              </p:cNvPr>
              <p:cNvSpPr/>
              <p:nvPr/>
            </p:nvSpPr>
            <p:spPr>
              <a:xfrm>
                <a:off x="5215882" y="2198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1" name="Freeform 28590">
                <a:extLst>
                  <a:ext uri="{FF2B5EF4-FFF2-40B4-BE49-F238E27FC236}">
                    <a16:creationId xmlns:a16="http://schemas.microsoft.com/office/drawing/2014/main" id="{D7D17FF7-2515-C495-B790-EFD3DDFB736B}"/>
                  </a:ext>
                </a:extLst>
              </p:cNvPr>
              <p:cNvSpPr/>
              <p:nvPr/>
            </p:nvSpPr>
            <p:spPr>
              <a:xfrm>
                <a:off x="5216378" y="218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2" name="Freeform 28591">
                <a:extLst>
                  <a:ext uri="{FF2B5EF4-FFF2-40B4-BE49-F238E27FC236}">
                    <a16:creationId xmlns:a16="http://schemas.microsoft.com/office/drawing/2014/main" id="{84FA988D-2562-50AC-47BE-9BBAFE51F265}"/>
                  </a:ext>
                </a:extLst>
              </p:cNvPr>
              <p:cNvSpPr/>
              <p:nvPr/>
            </p:nvSpPr>
            <p:spPr>
              <a:xfrm>
                <a:off x="5216874" y="2158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3" name="Freeform 28592">
                <a:extLst>
                  <a:ext uri="{FF2B5EF4-FFF2-40B4-BE49-F238E27FC236}">
                    <a16:creationId xmlns:a16="http://schemas.microsoft.com/office/drawing/2014/main" id="{798ECE26-B93B-9B43-89EE-A851ECA31B07}"/>
                  </a:ext>
                </a:extLst>
              </p:cNvPr>
              <p:cNvSpPr/>
              <p:nvPr/>
            </p:nvSpPr>
            <p:spPr>
              <a:xfrm>
                <a:off x="5217470" y="2185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4" name="Freeform 28593">
                <a:extLst>
                  <a:ext uri="{FF2B5EF4-FFF2-40B4-BE49-F238E27FC236}">
                    <a16:creationId xmlns:a16="http://schemas.microsoft.com/office/drawing/2014/main" id="{FD1B43D0-84DB-4842-0ABA-43D201ECE5B3}"/>
                  </a:ext>
                </a:extLst>
              </p:cNvPr>
              <p:cNvSpPr/>
              <p:nvPr/>
            </p:nvSpPr>
            <p:spPr>
              <a:xfrm>
                <a:off x="5217966" y="2359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5" name="Freeform 28594">
                <a:extLst>
                  <a:ext uri="{FF2B5EF4-FFF2-40B4-BE49-F238E27FC236}">
                    <a16:creationId xmlns:a16="http://schemas.microsoft.com/office/drawing/2014/main" id="{0E469624-5066-2965-F111-72C703BDA893}"/>
                  </a:ext>
                </a:extLst>
              </p:cNvPr>
              <p:cNvSpPr/>
              <p:nvPr/>
            </p:nvSpPr>
            <p:spPr>
              <a:xfrm>
                <a:off x="5218462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6" name="Freeform 28595">
                <a:extLst>
                  <a:ext uri="{FF2B5EF4-FFF2-40B4-BE49-F238E27FC236}">
                    <a16:creationId xmlns:a16="http://schemas.microsoft.com/office/drawing/2014/main" id="{18244305-77A9-32D5-2C9C-22466F18A952}"/>
                  </a:ext>
                </a:extLst>
              </p:cNvPr>
              <p:cNvSpPr/>
              <p:nvPr/>
            </p:nvSpPr>
            <p:spPr>
              <a:xfrm>
                <a:off x="5219057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7" name="Freeform 28596">
                <a:extLst>
                  <a:ext uri="{FF2B5EF4-FFF2-40B4-BE49-F238E27FC236}">
                    <a16:creationId xmlns:a16="http://schemas.microsoft.com/office/drawing/2014/main" id="{A1241E03-F0B8-642D-E7FB-D9306958D34B}"/>
                  </a:ext>
                </a:extLst>
              </p:cNvPr>
              <p:cNvSpPr/>
              <p:nvPr/>
            </p:nvSpPr>
            <p:spPr>
              <a:xfrm>
                <a:off x="5219553" y="24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8" name="Freeform 28597">
                <a:extLst>
                  <a:ext uri="{FF2B5EF4-FFF2-40B4-BE49-F238E27FC236}">
                    <a16:creationId xmlns:a16="http://schemas.microsoft.com/office/drawing/2014/main" id="{B7B7E521-764D-788D-943B-C65882AFC2EC}"/>
                  </a:ext>
                </a:extLst>
              </p:cNvPr>
              <p:cNvSpPr/>
              <p:nvPr/>
            </p:nvSpPr>
            <p:spPr>
              <a:xfrm>
                <a:off x="5220049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9" name="Freeform 28598">
                <a:extLst>
                  <a:ext uri="{FF2B5EF4-FFF2-40B4-BE49-F238E27FC236}">
                    <a16:creationId xmlns:a16="http://schemas.microsoft.com/office/drawing/2014/main" id="{914781D1-2B0E-677D-2A0E-F5F716BFD1A1}"/>
                  </a:ext>
                </a:extLst>
              </p:cNvPr>
              <p:cNvSpPr/>
              <p:nvPr/>
            </p:nvSpPr>
            <p:spPr>
              <a:xfrm>
                <a:off x="5220645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0" name="Freeform 28599">
                <a:extLst>
                  <a:ext uri="{FF2B5EF4-FFF2-40B4-BE49-F238E27FC236}">
                    <a16:creationId xmlns:a16="http://schemas.microsoft.com/office/drawing/2014/main" id="{BECFC5D2-143A-7EE3-0825-283E3BA3BF84}"/>
                  </a:ext>
                </a:extLst>
              </p:cNvPr>
              <p:cNvSpPr/>
              <p:nvPr/>
            </p:nvSpPr>
            <p:spPr>
              <a:xfrm>
                <a:off x="5221141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1" name="Freeform 28600">
                <a:extLst>
                  <a:ext uri="{FF2B5EF4-FFF2-40B4-BE49-F238E27FC236}">
                    <a16:creationId xmlns:a16="http://schemas.microsoft.com/office/drawing/2014/main" id="{236E5394-97EA-05EA-8EF5-296170D1887F}"/>
                  </a:ext>
                </a:extLst>
              </p:cNvPr>
              <p:cNvSpPr/>
              <p:nvPr/>
            </p:nvSpPr>
            <p:spPr>
              <a:xfrm>
                <a:off x="5221637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2" name="Freeform 28601">
                <a:extLst>
                  <a:ext uri="{FF2B5EF4-FFF2-40B4-BE49-F238E27FC236}">
                    <a16:creationId xmlns:a16="http://schemas.microsoft.com/office/drawing/2014/main" id="{AD2E9C8C-25D9-D577-DF9D-506B0B11B2F6}"/>
                  </a:ext>
                </a:extLst>
              </p:cNvPr>
              <p:cNvSpPr/>
              <p:nvPr/>
            </p:nvSpPr>
            <p:spPr>
              <a:xfrm>
                <a:off x="5222133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3" name="Freeform 28602">
                <a:extLst>
                  <a:ext uri="{FF2B5EF4-FFF2-40B4-BE49-F238E27FC236}">
                    <a16:creationId xmlns:a16="http://schemas.microsoft.com/office/drawing/2014/main" id="{71032FEA-EEA1-8C48-6D40-DF8B255B238A}"/>
                  </a:ext>
                </a:extLst>
              </p:cNvPr>
              <p:cNvSpPr/>
              <p:nvPr/>
            </p:nvSpPr>
            <p:spPr>
              <a:xfrm>
                <a:off x="5222728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4" name="Freeform 28603">
                <a:extLst>
                  <a:ext uri="{FF2B5EF4-FFF2-40B4-BE49-F238E27FC236}">
                    <a16:creationId xmlns:a16="http://schemas.microsoft.com/office/drawing/2014/main" id="{3DAFACC3-B7C1-B395-9045-32DAC1DBC11A}"/>
                  </a:ext>
                </a:extLst>
              </p:cNvPr>
              <p:cNvSpPr/>
              <p:nvPr/>
            </p:nvSpPr>
            <p:spPr>
              <a:xfrm>
                <a:off x="5223224" y="2336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5" name="Freeform 28604">
                <a:extLst>
                  <a:ext uri="{FF2B5EF4-FFF2-40B4-BE49-F238E27FC236}">
                    <a16:creationId xmlns:a16="http://schemas.microsoft.com/office/drawing/2014/main" id="{12F7861C-87F1-B12B-C779-39904C88AFC5}"/>
                  </a:ext>
                </a:extLst>
              </p:cNvPr>
              <p:cNvSpPr/>
              <p:nvPr/>
            </p:nvSpPr>
            <p:spPr>
              <a:xfrm>
                <a:off x="5223720" y="2119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6" name="Freeform 28605">
                <a:extLst>
                  <a:ext uri="{FF2B5EF4-FFF2-40B4-BE49-F238E27FC236}">
                    <a16:creationId xmlns:a16="http://schemas.microsoft.com/office/drawing/2014/main" id="{92C0307D-4DB0-A8BA-5E29-9553DD58C74A}"/>
                  </a:ext>
                </a:extLst>
              </p:cNvPr>
              <p:cNvSpPr/>
              <p:nvPr/>
            </p:nvSpPr>
            <p:spPr>
              <a:xfrm>
                <a:off x="5224316" y="2015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7" name="Freeform 28606">
                <a:extLst>
                  <a:ext uri="{FF2B5EF4-FFF2-40B4-BE49-F238E27FC236}">
                    <a16:creationId xmlns:a16="http://schemas.microsoft.com/office/drawing/2014/main" id="{D8B18915-32BB-8817-E5B3-9C01D2263042}"/>
                  </a:ext>
                </a:extLst>
              </p:cNvPr>
              <p:cNvSpPr/>
              <p:nvPr/>
            </p:nvSpPr>
            <p:spPr>
              <a:xfrm>
                <a:off x="5224812" y="193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8" name="Freeform 28607">
                <a:extLst>
                  <a:ext uri="{FF2B5EF4-FFF2-40B4-BE49-F238E27FC236}">
                    <a16:creationId xmlns:a16="http://schemas.microsoft.com/office/drawing/2014/main" id="{6C2A49AF-A266-0372-69E9-1564CA78793C}"/>
                  </a:ext>
                </a:extLst>
              </p:cNvPr>
              <p:cNvSpPr/>
              <p:nvPr/>
            </p:nvSpPr>
            <p:spPr>
              <a:xfrm>
                <a:off x="5225308" y="192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9" name="Freeform 28608">
                <a:extLst>
                  <a:ext uri="{FF2B5EF4-FFF2-40B4-BE49-F238E27FC236}">
                    <a16:creationId xmlns:a16="http://schemas.microsoft.com/office/drawing/2014/main" id="{8701F8F6-3146-52EB-C28D-419261930D7C}"/>
                  </a:ext>
                </a:extLst>
              </p:cNvPr>
              <p:cNvSpPr/>
              <p:nvPr/>
            </p:nvSpPr>
            <p:spPr>
              <a:xfrm>
                <a:off x="5225903" y="1865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0" name="Freeform 28609">
                <a:extLst>
                  <a:ext uri="{FF2B5EF4-FFF2-40B4-BE49-F238E27FC236}">
                    <a16:creationId xmlns:a16="http://schemas.microsoft.com/office/drawing/2014/main" id="{3C2055B6-6118-49CA-B91B-6EF900F52A0E}"/>
                  </a:ext>
                </a:extLst>
              </p:cNvPr>
              <p:cNvSpPr/>
              <p:nvPr/>
            </p:nvSpPr>
            <p:spPr>
              <a:xfrm>
                <a:off x="5226399" y="1915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1" name="Freeform 28610">
                <a:extLst>
                  <a:ext uri="{FF2B5EF4-FFF2-40B4-BE49-F238E27FC236}">
                    <a16:creationId xmlns:a16="http://schemas.microsoft.com/office/drawing/2014/main" id="{71992ACA-1DF2-43D6-D0E1-80DC94A62A70}"/>
                  </a:ext>
                </a:extLst>
              </p:cNvPr>
              <p:cNvSpPr/>
              <p:nvPr/>
            </p:nvSpPr>
            <p:spPr>
              <a:xfrm>
                <a:off x="5226895" y="19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2" name="Freeform 28611">
                <a:extLst>
                  <a:ext uri="{FF2B5EF4-FFF2-40B4-BE49-F238E27FC236}">
                    <a16:creationId xmlns:a16="http://schemas.microsoft.com/office/drawing/2014/main" id="{D58B475B-84B6-6592-6CFD-BC5F2543E17F}"/>
                  </a:ext>
                </a:extLst>
              </p:cNvPr>
              <p:cNvSpPr/>
              <p:nvPr/>
            </p:nvSpPr>
            <p:spPr>
              <a:xfrm>
                <a:off x="5227491" y="2040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3" name="Freeform 28612">
                <a:extLst>
                  <a:ext uri="{FF2B5EF4-FFF2-40B4-BE49-F238E27FC236}">
                    <a16:creationId xmlns:a16="http://schemas.microsoft.com/office/drawing/2014/main" id="{87B24933-763A-70D8-A27F-87506D61E5BA}"/>
                  </a:ext>
                </a:extLst>
              </p:cNvPr>
              <p:cNvSpPr/>
              <p:nvPr/>
            </p:nvSpPr>
            <p:spPr>
              <a:xfrm>
                <a:off x="5227987" y="2090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4" name="Freeform 28613">
                <a:extLst>
                  <a:ext uri="{FF2B5EF4-FFF2-40B4-BE49-F238E27FC236}">
                    <a16:creationId xmlns:a16="http://schemas.microsoft.com/office/drawing/2014/main" id="{FF678581-AAAE-2F34-C827-0627B767E97B}"/>
                  </a:ext>
                </a:extLst>
              </p:cNvPr>
              <p:cNvSpPr/>
              <p:nvPr/>
            </p:nvSpPr>
            <p:spPr>
              <a:xfrm>
                <a:off x="5228483" y="2073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5" name="Freeform 28614">
                <a:extLst>
                  <a:ext uri="{FF2B5EF4-FFF2-40B4-BE49-F238E27FC236}">
                    <a16:creationId xmlns:a16="http://schemas.microsoft.com/office/drawing/2014/main" id="{207BF0F2-D609-8AAF-BCA0-3DCDB1109A24}"/>
                  </a:ext>
                </a:extLst>
              </p:cNvPr>
              <p:cNvSpPr/>
              <p:nvPr/>
            </p:nvSpPr>
            <p:spPr>
              <a:xfrm>
                <a:off x="5229078" y="2050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6" name="Freeform 28615">
                <a:extLst>
                  <a:ext uri="{FF2B5EF4-FFF2-40B4-BE49-F238E27FC236}">
                    <a16:creationId xmlns:a16="http://schemas.microsoft.com/office/drawing/2014/main" id="{484C474B-8C6D-3EEC-75B7-F6AB52DAECBA}"/>
                  </a:ext>
                </a:extLst>
              </p:cNvPr>
              <p:cNvSpPr/>
              <p:nvPr/>
            </p:nvSpPr>
            <p:spPr>
              <a:xfrm>
                <a:off x="5229574" y="2080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7" name="Freeform 28616">
                <a:extLst>
                  <a:ext uri="{FF2B5EF4-FFF2-40B4-BE49-F238E27FC236}">
                    <a16:creationId xmlns:a16="http://schemas.microsoft.com/office/drawing/2014/main" id="{728E9A89-0D84-A6EC-18E5-AB1466CDBF08}"/>
                  </a:ext>
                </a:extLst>
              </p:cNvPr>
              <p:cNvSpPr/>
              <p:nvPr/>
            </p:nvSpPr>
            <p:spPr>
              <a:xfrm>
                <a:off x="5230070" y="2250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8" name="Freeform 28617">
                <a:extLst>
                  <a:ext uri="{FF2B5EF4-FFF2-40B4-BE49-F238E27FC236}">
                    <a16:creationId xmlns:a16="http://schemas.microsoft.com/office/drawing/2014/main" id="{6E2E31A2-53AC-4FF4-49E0-AE9AB90A2500}"/>
                  </a:ext>
                </a:extLst>
              </p:cNvPr>
              <p:cNvSpPr/>
              <p:nvPr/>
            </p:nvSpPr>
            <p:spPr>
              <a:xfrm>
                <a:off x="5230666" y="2338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9" name="Freeform 28618">
                <a:extLst>
                  <a:ext uri="{FF2B5EF4-FFF2-40B4-BE49-F238E27FC236}">
                    <a16:creationId xmlns:a16="http://schemas.microsoft.com/office/drawing/2014/main" id="{F85606C8-E829-A282-37C5-EEB21A92CAB6}"/>
                  </a:ext>
                </a:extLst>
              </p:cNvPr>
              <p:cNvSpPr/>
              <p:nvPr/>
            </p:nvSpPr>
            <p:spPr>
              <a:xfrm>
                <a:off x="5231162" y="2377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0" name="Freeform 28619">
                <a:extLst>
                  <a:ext uri="{FF2B5EF4-FFF2-40B4-BE49-F238E27FC236}">
                    <a16:creationId xmlns:a16="http://schemas.microsoft.com/office/drawing/2014/main" id="{0DE351E9-B61F-5327-0433-8EFF9A071037}"/>
                  </a:ext>
                </a:extLst>
              </p:cNvPr>
              <p:cNvSpPr/>
              <p:nvPr/>
            </p:nvSpPr>
            <p:spPr>
              <a:xfrm>
                <a:off x="5231658" y="2380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1" name="Freeform 28620">
                <a:extLst>
                  <a:ext uri="{FF2B5EF4-FFF2-40B4-BE49-F238E27FC236}">
                    <a16:creationId xmlns:a16="http://schemas.microsoft.com/office/drawing/2014/main" id="{032EA264-46BF-8C9B-CF35-EC57F845369E}"/>
                  </a:ext>
                </a:extLst>
              </p:cNvPr>
              <p:cNvSpPr/>
              <p:nvPr/>
            </p:nvSpPr>
            <p:spPr>
              <a:xfrm>
                <a:off x="5232253" y="2379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2" name="Freeform 28621">
                <a:extLst>
                  <a:ext uri="{FF2B5EF4-FFF2-40B4-BE49-F238E27FC236}">
                    <a16:creationId xmlns:a16="http://schemas.microsoft.com/office/drawing/2014/main" id="{C1E478FB-9A3F-191C-CC87-0AD1994FB7A2}"/>
                  </a:ext>
                </a:extLst>
              </p:cNvPr>
              <p:cNvSpPr/>
              <p:nvPr/>
            </p:nvSpPr>
            <p:spPr>
              <a:xfrm>
                <a:off x="5232749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3" name="Freeform 28622">
                <a:extLst>
                  <a:ext uri="{FF2B5EF4-FFF2-40B4-BE49-F238E27FC236}">
                    <a16:creationId xmlns:a16="http://schemas.microsoft.com/office/drawing/2014/main" id="{E4AB517E-6A0F-E18D-DCA6-C2C79064E119}"/>
                  </a:ext>
                </a:extLst>
              </p:cNvPr>
              <p:cNvSpPr/>
              <p:nvPr/>
            </p:nvSpPr>
            <p:spPr>
              <a:xfrm>
                <a:off x="5233245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4" name="Freeform 28623">
                <a:extLst>
                  <a:ext uri="{FF2B5EF4-FFF2-40B4-BE49-F238E27FC236}">
                    <a16:creationId xmlns:a16="http://schemas.microsoft.com/office/drawing/2014/main" id="{4E494ED0-97D6-230F-3B95-F689788FD133}"/>
                  </a:ext>
                </a:extLst>
              </p:cNvPr>
              <p:cNvSpPr/>
              <p:nvPr/>
            </p:nvSpPr>
            <p:spPr>
              <a:xfrm>
                <a:off x="5233741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5" name="Freeform 28624">
                <a:extLst>
                  <a:ext uri="{FF2B5EF4-FFF2-40B4-BE49-F238E27FC236}">
                    <a16:creationId xmlns:a16="http://schemas.microsoft.com/office/drawing/2014/main" id="{A2882B5F-10E7-8979-D6F7-14A72A494DE6}"/>
                  </a:ext>
                </a:extLst>
              </p:cNvPr>
              <p:cNvSpPr/>
              <p:nvPr/>
            </p:nvSpPr>
            <p:spPr>
              <a:xfrm>
                <a:off x="5234337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6" name="Freeform 28625">
                <a:extLst>
                  <a:ext uri="{FF2B5EF4-FFF2-40B4-BE49-F238E27FC236}">
                    <a16:creationId xmlns:a16="http://schemas.microsoft.com/office/drawing/2014/main" id="{53B84B24-6958-C90F-E0AC-08AD9EE51962}"/>
                  </a:ext>
                </a:extLst>
              </p:cNvPr>
              <p:cNvSpPr/>
              <p:nvPr/>
            </p:nvSpPr>
            <p:spPr>
              <a:xfrm>
                <a:off x="5234833" y="2411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7" name="Freeform 28626">
                <a:extLst>
                  <a:ext uri="{FF2B5EF4-FFF2-40B4-BE49-F238E27FC236}">
                    <a16:creationId xmlns:a16="http://schemas.microsoft.com/office/drawing/2014/main" id="{591F0E37-AC3D-CBE4-03DA-D16E021E7427}"/>
                  </a:ext>
                </a:extLst>
              </p:cNvPr>
              <p:cNvSpPr/>
              <p:nvPr/>
            </p:nvSpPr>
            <p:spPr>
              <a:xfrm>
                <a:off x="523532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8" name="Freeform 28627">
                <a:extLst>
                  <a:ext uri="{FF2B5EF4-FFF2-40B4-BE49-F238E27FC236}">
                    <a16:creationId xmlns:a16="http://schemas.microsoft.com/office/drawing/2014/main" id="{7E4A087E-8980-643D-696B-F4795C7F2514}"/>
                  </a:ext>
                </a:extLst>
              </p:cNvPr>
              <p:cNvSpPr/>
              <p:nvPr/>
            </p:nvSpPr>
            <p:spPr>
              <a:xfrm>
                <a:off x="5235924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9" name="Freeform 28628">
                <a:extLst>
                  <a:ext uri="{FF2B5EF4-FFF2-40B4-BE49-F238E27FC236}">
                    <a16:creationId xmlns:a16="http://schemas.microsoft.com/office/drawing/2014/main" id="{CD67EBF3-4892-E2DB-EA12-4B7D18361980}"/>
                  </a:ext>
                </a:extLst>
              </p:cNvPr>
              <p:cNvSpPr/>
              <p:nvPr/>
            </p:nvSpPr>
            <p:spPr>
              <a:xfrm>
                <a:off x="5236420" y="2204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0" name="Freeform 28629">
                <a:extLst>
                  <a:ext uri="{FF2B5EF4-FFF2-40B4-BE49-F238E27FC236}">
                    <a16:creationId xmlns:a16="http://schemas.microsoft.com/office/drawing/2014/main" id="{89C829C2-9B8C-9E8C-6D51-A7E4F537510E}"/>
                  </a:ext>
                </a:extLst>
              </p:cNvPr>
              <p:cNvSpPr/>
              <p:nvPr/>
            </p:nvSpPr>
            <p:spPr>
              <a:xfrm>
                <a:off x="5236916" y="207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1" name="Freeform 28630">
                <a:extLst>
                  <a:ext uri="{FF2B5EF4-FFF2-40B4-BE49-F238E27FC236}">
                    <a16:creationId xmlns:a16="http://schemas.microsoft.com/office/drawing/2014/main" id="{683E1F52-1428-DEE7-DFEE-AFBBF17DC6AB}"/>
                  </a:ext>
                </a:extLst>
              </p:cNvPr>
              <p:cNvSpPr/>
              <p:nvPr/>
            </p:nvSpPr>
            <p:spPr>
              <a:xfrm>
                <a:off x="5237512" y="2000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2" name="Freeform 28631">
                <a:extLst>
                  <a:ext uri="{FF2B5EF4-FFF2-40B4-BE49-F238E27FC236}">
                    <a16:creationId xmlns:a16="http://schemas.microsoft.com/office/drawing/2014/main" id="{51C01973-64F8-4D6B-23C6-3D526F56D4D7}"/>
                  </a:ext>
                </a:extLst>
              </p:cNvPr>
              <p:cNvSpPr/>
              <p:nvPr/>
            </p:nvSpPr>
            <p:spPr>
              <a:xfrm>
                <a:off x="5238008" y="199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3" name="Freeform 28632">
                <a:extLst>
                  <a:ext uri="{FF2B5EF4-FFF2-40B4-BE49-F238E27FC236}">
                    <a16:creationId xmlns:a16="http://schemas.microsoft.com/office/drawing/2014/main" id="{07E4117F-5252-CE80-B528-867C686BDB1B}"/>
                  </a:ext>
                </a:extLst>
              </p:cNvPr>
              <p:cNvSpPr/>
              <p:nvPr/>
            </p:nvSpPr>
            <p:spPr>
              <a:xfrm>
                <a:off x="5238504" y="1897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4" name="Freeform 28633">
                <a:extLst>
                  <a:ext uri="{FF2B5EF4-FFF2-40B4-BE49-F238E27FC236}">
                    <a16:creationId xmlns:a16="http://schemas.microsoft.com/office/drawing/2014/main" id="{2941681F-8008-5A31-2C88-A8FA07F5C83B}"/>
                  </a:ext>
                </a:extLst>
              </p:cNvPr>
              <p:cNvSpPr/>
              <p:nvPr/>
            </p:nvSpPr>
            <p:spPr>
              <a:xfrm>
                <a:off x="5239099" y="201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5" name="Freeform 28634">
                <a:extLst>
                  <a:ext uri="{FF2B5EF4-FFF2-40B4-BE49-F238E27FC236}">
                    <a16:creationId xmlns:a16="http://schemas.microsoft.com/office/drawing/2014/main" id="{4D9D9BBA-9232-D364-513E-FA2684F6DC4D}"/>
                  </a:ext>
                </a:extLst>
              </p:cNvPr>
              <p:cNvSpPr/>
              <p:nvPr/>
            </p:nvSpPr>
            <p:spPr>
              <a:xfrm>
                <a:off x="5239595" y="2040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6" name="Freeform 28635">
                <a:extLst>
                  <a:ext uri="{FF2B5EF4-FFF2-40B4-BE49-F238E27FC236}">
                    <a16:creationId xmlns:a16="http://schemas.microsoft.com/office/drawing/2014/main" id="{6AB1A5FA-B400-39BB-1AD2-3F7E7C935D07}"/>
                  </a:ext>
                </a:extLst>
              </p:cNvPr>
              <p:cNvSpPr/>
              <p:nvPr/>
            </p:nvSpPr>
            <p:spPr>
              <a:xfrm>
                <a:off x="5240091" y="2008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7" name="Freeform 28636">
                <a:extLst>
                  <a:ext uri="{FF2B5EF4-FFF2-40B4-BE49-F238E27FC236}">
                    <a16:creationId xmlns:a16="http://schemas.microsoft.com/office/drawing/2014/main" id="{37F5E0D7-C2D0-0AE4-840F-CE66B1149619}"/>
                  </a:ext>
                </a:extLst>
              </p:cNvPr>
              <p:cNvSpPr/>
              <p:nvPr/>
            </p:nvSpPr>
            <p:spPr>
              <a:xfrm>
                <a:off x="5240687" y="1991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8" name="Freeform 28637">
                <a:extLst>
                  <a:ext uri="{FF2B5EF4-FFF2-40B4-BE49-F238E27FC236}">
                    <a16:creationId xmlns:a16="http://schemas.microsoft.com/office/drawing/2014/main" id="{0B985CDA-58A8-434A-3E6A-25A18ED65D95}"/>
                  </a:ext>
                </a:extLst>
              </p:cNvPr>
              <p:cNvSpPr/>
              <p:nvPr/>
            </p:nvSpPr>
            <p:spPr>
              <a:xfrm>
                <a:off x="5241183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9" name="Freeform 28638">
                <a:extLst>
                  <a:ext uri="{FF2B5EF4-FFF2-40B4-BE49-F238E27FC236}">
                    <a16:creationId xmlns:a16="http://schemas.microsoft.com/office/drawing/2014/main" id="{B69A0862-423E-D540-643F-2C8F01328E7C}"/>
                  </a:ext>
                </a:extLst>
              </p:cNvPr>
              <p:cNvSpPr/>
              <p:nvPr/>
            </p:nvSpPr>
            <p:spPr>
              <a:xfrm>
                <a:off x="5241679" y="198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0" name="Freeform 28639">
                <a:extLst>
                  <a:ext uri="{FF2B5EF4-FFF2-40B4-BE49-F238E27FC236}">
                    <a16:creationId xmlns:a16="http://schemas.microsoft.com/office/drawing/2014/main" id="{C2FA6FBA-FF38-D387-DAB3-1B56EB2652E8}"/>
                  </a:ext>
                </a:extLst>
              </p:cNvPr>
              <p:cNvSpPr/>
              <p:nvPr/>
            </p:nvSpPr>
            <p:spPr>
              <a:xfrm>
                <a:off x="5242274" y="201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1" name="Freeform 28640">
                <a:extLst>
                  <a:ext uri="{FF2B5EF4-FFF2-40B4-BE49-F238E27FC236}">
                    <a16:creationId xmlns:a16="http://schemas.microsoft.com/office/drawing/2014/main" id="{3C5936DC-BB20-C258-FD16-077E3E946B6D}"/>
                  </a:ext>
                </a:extLst>
              </p:cNvPr>
              <p:cNvSpPr/>
              <p:nvPr/>
            </p:nvSpPr>
            <p:spPr>
              <a:xfrm>
                <a:off x="5242770" y="209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2" name="Freeform 28641">
                <a:extLst>
                  <a:ext uri="{FF2B5EF4-FFF2-40B4-BE49-F238E27FC236}">
                    <a16:creationId xmlns:a16="http://schemas.microsoft.com/office/drawing/2014/main" id="{1ED9EA78-90E6-739A-6FEC-03662F7740B5}"/>
                  </a:ext>
                </a:extLst>
              </p:cNvPr>
              <p:cNvSpPr/>
              <p:nvPr/>
            </p:nvSpPr>
            <p:spPr>
              <a:xfrm>
                <a:off x="5243266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3" name="Freeform 28642">
                <a:extLst>
                  <a:ext uri="{FF2B5EF4-FFF2-40B4-BE49-F238E27FC236}">
                    <a16:creationId xmlns:a16="http://schemas.microsoft.com/office/drawing/2014/main" id="{1524EA22-2AD4-204A-D16F-F838CACCF561}"/>
                  </a:ext>
                </a:extLst>
              </p:cNvPr>
              <p:cNvSpPr/>
              <p:nvPr/>
            </p:nvSpPr>
            <p:spPr>
              <a:xfrm>
                <a:off x="5243862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4" name="Freeform 28643">
                <a:extLst>
                  <a:ext uri="{FF2B5EF4-FFF2-40B4-BE49-F238E27FC236}">
                    <a16:creationId xmlns:a16="http://schemas.microsoft.com/office/drawing/2014/main" id="{93C5E24F-07B6-9BA0-49B1-64B32171F937}"/>
                  </a:ext>
                </a:extLst>
              </p:cNvPr>
              <p:cNvSpPr/>
              <p:nvPr/>
            </p:nvSpPr>
            <p:spPr>
              <a:xfrm>
                <a:off x="5244358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5" name="Freeform 28644">
                <a:extLst>
                  <a:ext uri="{FF2B5EF4-FFF2-40B4-BE49-F238E27FC236}">
                    <a16:creationId xmlns:a16="http://schemas.microsoft.com/office/drawing/2014/main" id="{D9349BE1-3F45-1A76-CF6E-B48B0DDAB1B5}"/>
                  </a:ext>
                </a:extLst>
              </p:cNvPr>
              <p:cNvSpPr/>
              <p:nvPr/>
            </p:nvSpPr>
            <p:spPr>
              <a:xfrm>
                <a:off x="524485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6" name="Freeform 28645">
                <a:extLst>
                  <a:ext uri="{FF2B5EF4-FFF2-40B4-BE49-F238E27FC236}">
                    <a16:creationId xmlns:a16="http://schemas.microsoft.com/office/drawing/2014/main" id="{B1FD2C30-548A-0AA4-5520-2721CB716D24}"/>
                  </a:ext>
                </a:extLst>
              </p:cNvPr>
              <p:cNvSpPr/>
              <p:nvPr/>
            </p:nvSpPr>
            <p:spPr>
              <a:xfrm>
                <a:off x="5245350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7" name="Freeform 28646">
                <a:extLst>
                  <a:ext uri="{FF2B5EF4-FFF2-40B4-BE49-F238E27FC236}">
                    <a16:creationId xmlns:a16="http://schemas.microsoft.com/office/drawing/2014/main" id="{52AFBD04-2B69-CB94-498F-96072F9B6568}"/>
                  </a:ext>
                </a:extLst>
              </p:cNvPr>
              <p:cNvSpPr/>
              <p:nvPr/>
            </p:nvSpPr>
            <p:spPr>
              <a:xfrm>
                <a:off x="524594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8" name="Freeform 28647">
                <a:extLst>
                  <a:ext uri="{FF2B5EF4-FFF2-40B4-BE49-F238E27FC236}">
                    <a16:creationId xmlns:a16="http://schemas.microsoft.com/office/drawing/2014/main" id="{37DF0D33-54CB-B5EC-B13C-272E4907013C}"/>
                  </a:ext>
                </a:extLst>
              </p:cNvPr>
              <p:cNvSpPr/>
              <p:nvPr/>
            </p:nvSpPr>
            <p:spPr>
              <a:xfrm>
                <a:off x="5246441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9" name="Freeform 28648">
                <a:extLst>
                  <a:ext uri="{FF2B5EF4-FFF2-40B4-BE49-F238E27FC236}">
                    <a16:creationId xmlns:a16="http://schemas.microsoft.com/office/drawing/2014/main" id="{583628CE-8573-92E0-B7EA-E7DF6290CCE2}"/>
                  </a:ext>
                </a:extLst>
              </p:cNvPr>
              <p:cNvSpPr/>
              <p:nvPr/>
            </p:nvSpPr>
            <p:spPr>
              <a:xfrm>
                <a:off x="524693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0" name="Freeform 28649">
                <a:extLst>
                  <a:ext uri="{FF2B5EF4-FFF2-40B4-BE49-F238E27FC236}">
                    <a16:creationId xmlns:a16="http://schemas.microsoft.com/office/drawing/2014/main" id="{5BE3B6A4-3406-CEA7-E0D1-7C22036234A2}"/>
                  </a:ext>
                </a:extLst>
              </p:cNvPr>
              <p:cNvSpPr/>
              <p:nvPr/>
            </p:nvSpPr>
            <p:spPr>
              <a:xfrm>
                <a:off x="5247533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1" name="Freeform 28650">
                <a:extLst>
                  <a:ext uri="{FF2B5EF4-FFF2-40B4-BE49-F238E27FC236}">
                    <a16:creationId xmlns:a16="http://schemas.microsoft.com/office/drawing/2014/main" id="{D4DB16C1-B3C8-C7C7-E706-B9FC31EF1D45}"/>
                  </a:ext>
                </a:extLst>
              </p:cNvPr>
              <p:cNvSpPr/>
              <p:nvPr/>
            </p:nvSpPr>
            <p:spPr>
              <a:xfrm>
                <a:off x="524802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2" name="Freeform 28651">
                <a:extLst>
                  <a:ext uri="{FF2B5EF4-FFF2-40B4-BE49-F238E27FC236}">
                    <a16:creationId xmlns:a16="http://schemas.microsoft.com/office/drawing/2014/main" id="{D8A1B3D9-C6AC-170D-0407-641B4D5F0D16}"/>
                  </a:ext>
                </a:extLst>
              </p:cNvPr>
              <p:cNvSpPr/>
              <p:nvPr/>
            </p:nvSpPr>
            <p:spPr>
              <a:xfrm>
                <a:off x="524852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3" name="Freeform 28652">
                <a:extLst>
                  <a:ext uri="{FF2B5EF4-FFF2-40B4-BE49-F238E27FC236}">
                    <a16:creationId xmlns:a16="http://schemas.microsoft.com/office/drawing/2014/main" id="{BBE8CA41-ADB1-D504-7932-CC6100007C07}"/>
                  </a:ext>
                </a:extLst>
              </p:cNvPr>
              <p:cNvSpPr/>
              <p:nvPr/>
            </p:nvSpPr>
            <p:spPr>
              <a:xfrm>
                <a:off x="5249120" y="2095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4" name="Freeform 28653">
                <a:extLst>
                  <a:ext uri="{FF2B5EF4-FFF2-40B4-BE49-F238E27FC236}">
                    <a16:creationId xmlns:a16="http://schemas.microsoft.com/office/drawing/2014/main" id="{F36EC611-D1C6-7E38-0A9E-CD5E6D4A1FD0}"/>
                  </a:ext>
                </a:extLst>
              </p:cNvPr>
              <p:cNvSpPr/>
              <p:nvPr/>
            </p:nvSpPr>
            <p:spPr>
              <a:xfrm>
                <a:off x="5249616" y="2082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5" name="Freeform 28654">
                <a:extLst>
                  <a:ext uri="{FF2B5EF4-FFF2-40B4-BE49-F238E27FC236}">
                    <a16:creationId xmlns:a16="http://schemas.microsoft.com/office/drawing/2014/main" id="{129CA333-3E02-7DFD-D846-9983F67BB80C}"/>
                  </a:ext>
                </a:extLst>
              </p:cNvPr>
              <p:cNvSpPr/>
              <p:nvPr/>
            </p:nvSpPr>
            <p:spPr>
              <a:xfrm>
                <a:off x="5250113" y="2055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6" name="Freeform 28655">
                <a:extLst>
                  <a:ext uri="{FF2B5EF4-FFF2-40B4-BE49-F238E27FC236}">
                    <a16:creationId xmlns:a16="http://schemas.microsoft.com/office/drawing/2014/main" id="{41445DA7-154D-42C2-5733-8C6052CA3C8F}"/>
                  </a:ext>
                </a:extLst>
              </p:cNvPr>
              <p:cNvSpPr/>
              <p:nvPr/>
            </p:nvSpPr>
            <p:spPr>
              <a:xfrm>
                <a:off x="5250708" y="2092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7" name="Freeform 28656">
                <a:extLst>
                  <a:ext uri="{FF2B5EF4-FFF2-40B4-BE49-F238E27FC236}">
                    <a16:creationId xmlns:a16="http://schemas.microsoft.com/office/drawing/2014/main" id="{53B2831F-D852-4451-E6EA-88DB635F5FCB}"/>
                  </a:ext>
                </a:extLst>
              </p:cNvPr>
              <p:cNvSpPr/>
              <p:nvPr/>
            </p:nvSpPr>
            <p:spPr>
              <a:xfrm>
                <a:off x="5251204" y="212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8" name="Freeform 28657">
                <a:extLst>
                  <a:ext uri="{FF2B5EF4-FFF2-40B4-BE49-F238E27FC236}">
                    <a16:creationId xmlns:a16="http://schemas.microsoft.com/office/drawing/2014/main" id="{4639C634-8787-4CC6-CECD-DB9A6570D8BB}"/>
                  </a:ext>
                </a:extLst>
              </p:cNvPr>
              <p:cNvSpPr/>
              <p:nvPr/>
            </p:nvSpPr>
            <p:spPr>
              <a:xfrm>
                <a:off x="5251700" y="2048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9" name="Freeform 28658">
                <a:extLst>
                  <a:ext uri="{FF2B5EF4-FFF2-40B4-BE49-F238E27FC236}">
                    <a16:creationId xmlns:a16="http://schemas.microsoft.com/office/drawing/2014/main" id="{2B7AB8DC-6E14-D515-5262-C81FCD3CBD3F}"/>
                  </a:ext>
                </a:extLst>
              </p:cNvPr>
              <p:cNvSpPr/>
              <p:nvPr/>
            </p:nvSpPr>
            <p:spPr>
              <a:xfrm>
                <a:off x="5252295" y="20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0" name="Freeform 28659">
                <a:extLst>
                  <a:ext uri="{FF2B5EF4-FFF2-40B4-BE49-F238E27FC236}">
                    <a16:creationId xmlns:a16="http://schemas.microsoft.com/office/drawing/2014/main" id="{7A8ACC7B-C15A-8E41-FD66-62251A2F35D3}"/>
                  </a:ext>
                </a:extLst>
              </p:cNvPr>
              <p:cNvSpPr/>
              <p:nvPr/>
            </p:nvSpPr>
            <p:spPr>
              <a:xfrm>
                <a:off x="5252791" y="1997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1" name="Freeform 28660">
                <a:extLst>
                  <a:ext uri="{FF2B5EF4-FFF2-40B4-BE49-F238E27FC236}">
                    <a16:creationId xmlns:a16="http://schemas.microsoft.com/office/drawing/2014/main" id="{9C5C07F3-5C94-5720-0843-961F98AA0C93}"/>
                  </a:ext>
                </a:extLst>
              </p:cNvPr>
              <p:cNvSpPr/>
              <p:nvPr/>
            </p:nvSpPr>
            <p:spPr>
              <a:xfrm>
                <a:off x="5253288" y="19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2" name="Freeform 28661">
                <a:extLst>
                  <a:ext uri="{FF2B5EF4-FFF2-40B4-BE49-F238E27FC236}">
                    <a16:creationId xmlns:a16="http://schemas.microsoft.com/office/drawing/2014/main" id="{BF628701-7761-F5F2-D0D2-06F151E119E6}"/>
                  </a:ext>
                </a:extLst>
              </p:cNvPr>
              <p:cNvSpPr/>
              <p:nvPr/>
            </p:nvSpPr>
            <p:spPr>
              <a:xfrm>
                <a:off x="5253883" y="1946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3" name="Freeform 28662">
                <a:extLst>
                  <a:ext uri="{FF2B5EF4-FFF2-40B4-BE49-F238E27FC236}">
                    <a16:creationId xmlns:a16="http://schemas.microsoft.com/office/drawing/2014/main" id="{B79B374C-FDF0-702A-A86E-2E9F3BB56C25}"/>
                  </a:ext>
                </a:extLst>
              </p:cNvPr>
              <p:cNvSpPr/>
              <p:nvPr/>
            </p:nvSpPr>
            <p:spPr>
              <a:xfrm>
                <a:off x="5254379" y="193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4" name="Freeform 28663">
                <a:extLst>
                  <a:ext uri="{FF2B5EF4-FFF2-40B4-BE49-F238E27FC236}">
                    <a16:creationId xmlns:a16="http://schemas.microsoft.com/office/drawing/2014/main" id="{8D437484-24E4-9C4A-B958-BDBF22623F6A}"/>
                  </a:ext>
                </a:extLst>
              </p:cNvPr>
              <p:cNvSpPr/>
              <p:nvPr/>
            </p:nvSpPr>
            <p:spPr>
              <a:xfrm>
                <a:off x="5254875" y="1930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5" name="Freeform 28664">
                <a:extLst>
                  <a:ext uri="{FF2B5EF4-FFF2-40B4-BE49-F238E27FC236}">
                    <a16:creationId xmlns:a16="http://schemas.microsoft.com/office/drawing/2014/main" id="{2B251297-1572-125F-07AF-0E9F203ED829}"/>
                  </a:ext>
                </a:extLst>
              </p:cNvPr>
              <p:cNvSpPr/>
              <p:nvPr/>
            </p:nvSpPr>
            <p:spPr>
              <a:xfrm>
                <a:off x="5255470" y="2087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6" name="Freeform 28665">
                <a:extLst>
                  <a:ext uri="{FF2B5EF4-FFF2-40B4-BE49-F238E27FC236}">
                    <a16:creationId xmlns:a16="http://schemas.microsoft.com/office/drawing/2014/main" id="{E29F5533-6FD4-9F13-8AE4-691200292CAE}"/>
                  </a:ext>
                </a:extLst>
              </p:cNvPr>
              <p:cNvSpPr/>
              <p:nvPr/>
            </p:nvSpPr>
            <p:spPr>
              <a:xfrm>
                <a:off x="5255966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7" name="Freeform 28666">
                <a:extLst>
                  <a:ext uri="{FF2B5EF4-FFF2-40B4-BE49-F238E27FC236}">
                    <a16:creationId xmlns:a16="http://schemas.microsoft.com/office/drawing/2014/main" id="{45355435-A3E5-5C8D-E448-CE3138CD5149}"/>
                  </a:ext>
                </a:extLst>
              </p:cNvPr>
              <p:cNvSpPr/>
              <p:nvPr/>
            </p:nvSpPr>
            <p:spPr>
              <a:xfrm>
                <a:off x="5256463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8" name="Freeform 28667">
                <a:extLst>
                  <a:ext uri="{FF2B5EF4-FFF2-40B4-BE49-F238E27FC236}">
                    <a16:creationId xmlns:a16="http://schemas.microsoft.com/office/drawing/2014/main" id="{7815DDB3-A505-51F1-72A0-299D1F1CE7CF}"/>
                  </a:ext>
                </a:extLst>
              </p:cNvPr>
              <p:cNvSpPr/>
              <p:nvPr/>
            </p:nvSpPr>
            <p:spPr>
              <a:xfrm>
                <a:off x="5257058" y="24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9" name="Freeform 28668">
                <a:extLst>
                  <a:ext uri="{FF2B5EF4-FFF2-40B4-BE49-F238E27FC236}">
                    <a16:creationId xmlns:a16="http://schemas.microsoft.com/office/drawing/2014/main" id="{94D476E5-41AA-A75F-0BF5-037B616542AF}"/>
                  </a:ext>
                </a:extLst>
              </p:cNvPr>
              <p:cNvSpPr/>
              <p:nvPr/>
            </p:nvSpPr>
            <p:spPr>
              <a:xfrm>
                <a:off x="5257554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0" name="Freeform 28669">
                <a:extLst>
                  <a:ext uri="{FF2B5EF4-FFF2-40B4-BE49-F238E27FC236}">
                    <a16:creationId xmlns:a16="http://schemas.microsoft.com/office/drawing/2014/main" id="{59EB9C4F-7E40-E4A0-7DB9-ECCE2BFA2CE0}"/>
                  </a:ext>
                </a:extLst>
              </p:cNvPr>
              <p:cNvSpPr/>
              <p:nvPr/>
            </p:nvSpPr>
            <p:spPr>
              <a:xfrm>
                <a:off x="5258050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1" name="Freeform 28670">
                <a:extLst>
                  <a:ext uri="{FF2B5EF4-FFF2-40B4-BE49-F238E27FC236}">
                    <a16:creationId xmlns:a16="http://schemas.microsoft.com/office/drawing/2014/main" id="{3E2F08D2-007F-A0CA-F6FF-AD7AF851912F}"/>
                  </a:ext>
                </a:extLst>
              </p:cNvPr>
              <p:cNvSpPr/>
              <p:nvPr/>
            </p:nvSpPr>
            <p:spPr>
              <a:xfrm>
                <a:off x="5258546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2" name="Freeform 28671">
                <a:extLst>
                  <a:ext uri="{FF2B5EF4-FFF2-40B4-BE49-F238E27FC236}">
                    <a16:creationId xmlns:a16="http://schemas.microsoft.com/office/drawing/2014/main" id="{11AD9F4F-EDED-3CFF-FEDD-6206A4E24B18}"/>
                  </a:ext>
                </a:extLst>
              </p:cNvPr>
              <p:cNvSpPr/>
              <p:nvPr/>
            </p:nvSpPr>
            <p:spPr>
              <a:xfrm>
                <a:off x="5259141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3" name="Freeform 28672">
                <a:extLst>
                  <a:ext uri="{FF2B5EF4-FFF2-40B4-BE49-F238E27FC236}">
                    <a16:creationId xmlns:a16="http://schemas.microsoft.com/office/drawing/2014/main" id="{91F262D1-58B2-C5EC-B62B-DC893ACB1EA7}"/>
                  </a:ext>
                </a:extLst>
              </p:cNvPr>
              <p:cNvSpPr/>
              <p:nvPr/>
            </p:nvSpPr>
            <p:spPr>
              <a:xfrm>
                <a:off x="525963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4" name="Freeform 28673">
                <a:extLst>
                  <a:ext uri="{FF2B5EF4-FFF2-40B4-BE49-F238E27FC236}">
                    <a16:creationId xmlns:a16="http://schemas.microsoft.com/office/drawing/2014/main" id="{8B3A25C0-86AE-3D7C-42DE-471FD59EF060}"/>
                  </a:ext>
                </a:extLst>
              </p:cNvPr>
              <p:cNvSpPr/>
              <p:nvPr/>
            </p:nvSpPr>
            <p:spPr>
              <a:xfrm>
                <a:off x="526013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5" name="Freeform 28674">
                <a:extLst>
                  <a:ext uri="{FF2B5EF4-FFF2-40B4-BE49-F238E27FC236}">
                    <a16:creationId xmlns:a16="http://schemas.microsoft.com/office/drawing/2014/main" id="{FD912296-FA30-35A0-0790-3EF78A684146}"/>
                  </a:ext>
                </a:extLst>
              </p:cNvPr>
              <p:cNvSpPr/>
              <p:nvPr/>
            </p:nvSpPr>
            <p:spPr>
              <a:xfrm>
                <a:off x="526072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6" name="Freeform 28675">
                <a:extLst>
                  <a:ext uri="{FF2B5EF4-FFF2-40B4-BE49-F238E27FC236}">
                    <a16:creationId xmlns:a16="http://schemas.microsoft.com/office/drawing/2014/main" id="{5DB5E0AC-DDD9-1A29-C730-86088116BBCC}"/>
                  </a:ext>
                </a:extLst>
              </p:cNvPr>
              <p:cNvSpPr/>
              <p:nvPr/>
            </p:nvSpPr>
            <p:spPr>
              <a:xfrm>
                <a:off x="5261225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7" name="Freeform 28676">
                <a:extLst>
                  <a:ext uri="{FF2B5EF4-FFF2-40B4-BE49-F238E27FC236}">
                    <a16:creationId xmlns:a16="http://schemas.microsoft.com/office/drawing/2014/main" id="{A70B9B6E-F563-1D8E-B1C6-7675043D89A3}"/>
                  </a:ext>
                </a:extLst>
              </p:cNvPr>
              <p:cNvSpPr/>
              <p:nvPr/>
            </p:nvSpPr>
            <p:spPr>
              <a:xfrm>
                <a:off x="5261721" y="2036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8" name="Freeform 28677">
                <a:extLst>
                  <a:ext uri="{FF2B5EF4-FFF2-40B4-BE49-F238E27FC236}">
                    <a16:creationId xmlns:a16="http://schemas.microsoft.com/office/drawing/2014/main" id="{7F6A44BF-9BFC-72E1-94FC-7C448C809CCA}"/>
                  </a:ext>
                </a:extLst>
              </p:cNvPr>
              <p:cNvSpPr/>
              <p:nvPr/>
            </p:nvSpPr>
            <p:spPr>
              <a:xfrm>
                <a:off x="5262316" y="2034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9" name="Freeform 28678">
                <a:extLst>
                  <a:ext uri="{FF2B5EF4-FFF2-40B4-BE49-F238E27FC236}">
                    <a16:creationId xmlns:a16="http://schemas.microsoft.com/office/drawing/2014/main" id="{05DF3EDB-5454-5F83-9794-539377FC9827}"/>
                  </a:ext>
                </a:extLst>
              </p:cNvPr>
              <p:cNvSpPr/>
              <p:nvPr/>
            </p:nvSpPr>
            <p:spPr>
              <a:xfrm>
                <a:off x="5262813" y="193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0" name="Freeform 28679">
                <a:extLst>
                  <a:ext uri="{FF2B5EF4-FFF2-40B4-BE49-F238E27FC236}">
                    <a16:creationId xmlns:a16="http://schemas.microsoft.com/office/drawing/2014/main" id="{6E867996-2DD3-FEFE-243A-22197E573E6B}"/>
                  </a:ext>
                </a:extLst>
              </p:cNvPr>
              <p:cNvSpPr/>
              <p:nvPr/>
            </p:nvSpPr>
            <p:spPr>
              <a:xfrm>
                <a:off x="5263309" y="191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1" name="Freeform 28680">
                <a:extLst>
                  <a:ext uri="{FF2B5EF4-FFF2-40B4-BE49-F238E27FC236}">
                    <a16:creationId xmlns:a16="http://schemas.microsoft.com/office/drawing/2014/main" id="{20AF82DE-F50A-69F0-D05E-94C9551810BF}"/>
                  </a:ext>
                </a:extLst>
              </p:cNvPr>
              <p:cNvSpPr/>
              <p:nvPr/>
            </p:nvSpPr>
            <p:spPr>
              <a:xfrm>
                <a:off x="5263904" y="198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2" name="Freeform 28681">
                <a:extLst>
                  <a:ext uri="{FF2B5EF4-FFF2-40B4-BE49-F238E27FC236}">
                    <a16:creationId xmlns:a16="http://schemas.microsoft.com/office/drawing/2014/main" id="{C9C9FA1F-5FD9-6A2D-96C9-8C3257CF3C72}"/>
                  </a:ext>
                </a:extLst>
              </p:cNvPr>
              <p:cNvSpPr/>
              <p:nvPr/>
            </p:nvSpPr>
            <p:spPr>
              <a:xfrm>
                <a:off x="5264400" y="1924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3" name="Freeform 28682">
                <a:extLst>
                  <a:ext uri="{FF2B5EF4-FFF2-40B4-BE49-F238E27FC236}">
                    <a16:creationId xmlns:a16="http://schemas.microsoft.com/office/drawing/2014/main" id="{4633E1FF-A0F5-DDA4-7477-F7719E43539B}"/>
                  </a:ext>
                </a:extLst>
              </p:cNvPr>
              <p:cNvSpPr/>
              <p:nvPr/>
            </p:nvSpPr>
            <p:spPr>
              <a:xfrm>
                <a:off x="5264896" y="1890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4" name="Freeform 28683">
                <a:extLst>
                  <a:ext uri="{FF2B5EF4-FFF2-40B4-BE49-F238E27FC236}">
                    <a16:creationId xmlns:a16="http://schemas.microsoft.com/office/drawing/2014/main" id="{B235F308-A900-C86D-22D8-54F6DFC744FC}"/>
                  </a:ext>
                </a:extLst>
              </p:cNvPr>
              <p:cNvSpPr/>
              <p:nvPr/>
            </p:nvSpPr>
            <p:spPr>
              <a:xfrm>
                <a:off x="5265491" y="1879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5" name="Freeform 28684">
                <a:extLst>
                  <a:ext uri="{FF2B5EF4-FFF2-40B4-BE49-F238E27FC236}">
                    <a16:creationId xmlns:a16="http://schemas.microsoft.com/office/drawing/2014/main" id="{57AF0DE4-EA77-02FE-B9EF-2CB729A731A8}"/>
                  </a:ext>
                </a:extLst>
              </p:cNvPr>
              <p:cNvSpPr/>
              <p:nvPr/>
            </p:nvSpPr>
            <p:spPr>
              <a:xfrm>
                <a:off x="5265988" y="1895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6" name="Freeform 28685">
                <a:extLst>
                  <a:ext uri="{FF2B5EF4-FFF2-40B4-BE49-F238E27FC236}">
                    <a16:creationId xmlns:a16="http://schemas.microsoft.com/office/drawing/2014/main" id="{E4D162A3-3CEA-411C-4FF6-CB2DA48A89A1}"/>
                  </a:ext>
                </a:extLst>
              </p:cNvPr>
              <p:cNvSpPr/>
              <p:nvPr/>
            </p:nvSpPr>
            <p:spPr>
              <a:xfrm>
                <a:off x="5266484" y="188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7" name="Freeform 28686">
                <a:extLst>
                  <a:ext uri="{FF2B5EF4-FFF2-40B4-BE49-F238E27FC236}">
                    <a16:creationId xmlns:a16="http://schemas.microsoft.com/office/drawing/2014/main" id="{4F66D6D8-83B6-3FD2-84A5-3E2E44B34BDB}"/>
                  </a:ext>
                </a:extLst>
              </p:cNvPr>
              <p:cNvSpPr/>
              <p:nvPr/>
            </p:nvSpPr>
            <p:spPr>
              <a:xfrm>
                <a:off x="5267079" y="1884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8" name="Freeform 28687">
                <a:extLst>
                  <a:ext uri="{FF2B5EF4-FFF2-40B4-BE49-F238E27FC236}">
                    <a16:creationId xmlns:a16="http://schemas.microsoft.com/office/drawing/2014/main" id="{717DAA08-DFF0-49F6-155D-89FBD8548640}"/>
                  </a:ext>
                </a:extLst>
              </p:cNvPr>
              <p:cNvSpPr/>
              <p:nvPr/>
            </p:nvSpPr>
            <p:spPr>
              <a:xfrm>
                <a:off x="5267575" y="1882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9" name="Freeform 28688">
                <a:extLst>
                  <a:ext uri="{FF2B5EF4-FFF2-40B4-BE49-F238E27FC236}">
                    <a16:creationId xmlns:a16="http://schemas.microsoft.com/office/drawing/2014/main" id="{7A053099-33F5-B6B0-2F5B-2086BA965D15}"/>
                  </a:ext>
                </a:extLst>
              </p:cNvPr>
              <p:cNvSpPr/>
              <p:nvPr/>
            </p:nvSpPr>
            <p:spPr>
              <a:xfrm>
                <a:off x="5268071" y="2272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0" name="Freeform 28689">
                <a:extLst>
                  <a:ext uri="{FF2B5EF4-FFF2-40B4-BE49-F238E27FC236}">
                    <a16:creationId xmlns:a16="http://schemas.microsoft.com/office/drawing/2014/main" id="{EC513CA8-D337-6B60-D16E-E8D2DD683749}"/>
                  </a:ext>
                </a:extLst>
              </p:cNvPr>
              <p:cNvSpPr/>
              <p:nvPr/>
            </p:nvSpPr>
            <p:spPr>
              <a:xfrm>
                <a:off x="5268666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1" name="Freeform 28690">
                <a:extLst>
                  <a:ext uri="{FF2B5EF4-FFF2-40B4-BE49-F238E27FC236}">
                    <a16:creationId xmlns:a16="http://schemas.microsoft.com/office/drawing/2014/main" id="{4643FC15-CCA3-E254-4D43-12ADE2F4194A}"/>
                  </a:ext>
                </a:extLst>
              </p:cNvPr>
              <p:cNvSpPr/>
              <p:nvPr/>
            </p:nvSpPr>
            <p:spPr>
              <a:xfrm>
                <a:off x="5269163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2" name="Freeform 28691">
                <a:extLst>
                  <a:ext uri="{FF2B5EF4-FFF2-40B4-BE49-F238E27FC236}">
                    <a16:creationId xmlns:a16="http://schemas.microsoft.com/office/drawing/2014/main" id="{4FFA585A-CD03-9EA5-A847-65E613A47D49}"/>
                  </a:ext>
                </a:extLst>
              </p:cNvPr>
              <p:cNvSpPr/>
              <p:nvPr/>
            </p:nvSpPr>
            <p:spPr>
              <a:xfrm>
                <a:off x="5269659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3" name="Freeform 28692">
                <a:extLst>
                  <a:ext uri="{FF2B5EF4-FFF2-40B4-BE49-F238E27FC236}">
                    <a16:creationId xmlns:a16="http://schemas.microsoft.com/office/drawing/2014/main" id="{9EDD3F7F-A648-FD83-C5F5-4DFA3FEEE616}"/>
                  </a:ext>
                </a:extLst>
              </p:cNvPr>
              <p:cNvSpPr/>
              <p:nvPr/>
            </p:nvSpPr>
            <p:spPr>
              <a:xfrm>
                <a:off x="5270155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4" name="Freeform 28693">
                <a:extLst>
                  <a:ext uri="{FF2B5EF4-FFF2-40B4-BE49-F238E27FC236}">
                    <a16:creationId xmlns:a16="http://schemas.microsoft.com/office/drawing/2014/main" id="{4D2395D0-40F1-67CA-7AFD-064E5EBA872F}"/>
                  </a:ext>
                </a:extLst>
              </p:cNvPr>
              <p:cNvSpPr/>
              <p:nvPr/>
            </p:nvSpPr>
            <p:spPr>
              <a:xfrm>
                <a:off x="5270750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5" name="Freeform 28694">
                <a:extLst>
                  <a:ext uri="{FF2B5EF4-FFF2-40B4-BE49-F238E27FC236}">
                    <a16:creationId xmlns:a16="http://schemas.microsoft.com/office/drawing/2014/main" id="{D01D793B-4310-4978-B44D-49EFF18AC8F9}"/>
                  </a:ext>
                </a:extLst>
              </p:cNvPr>
              <p:cNvSpPr/>
              <p:nvPr/>
            </p:nvSpPr>
            <p:spPr>
              <a:xfrm>
                <a:off x="5271246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6" name="Freeform 28695">
                <a:extLst>
                  <a:ext uri="{FF2B5EF4-FFF2-40B4-BE49-F238E27FC236}">
                    <a16:creationId xmlns:a16="http://schemas.microsoft.com/office/drawing/2014/main" id="{C9C2B742-E759-2FB7-7628-EDBC0D8EC609}"/>
                  </a:ext>
                </a:extLst>
              </p:cNvPr>
              <p:cNvSpPr/>
              <p:nvPr/>
            </p:nvSpPr>
            <p:spPr>
              <a:xfrm>
                <a:off x="5271742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7" name="Freeform 28696">
                <a:extLst>
                  <a:ext uri="{FF2B5EF4-FFF2-40B4-BE49-F238E27FC236}">
                    <a16:creationId xmlns:a16="http://schemas.microsoft.com/office/drawing/2014/main" id="{A3F8881E-3AC5-8AF9-BEA5-5F204F61742D}"/>
                  </a:ext>
                </a:extLst>
              </p:cNvPr>
              <p:cNvSpPr/>
              <p:nvPr/>
            </p:nvSpPr>
            <p:spPr>
              <a:xfrm>
                <a:off x="5272338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8" name="Freeform 28697">
                <a:extLst>
                  <a:ext uri="{FF2B5EF4-FFF2-40B4-BE49-F238E27FC236}">
                    <a16:creationId xmlns:a16="http://schemas.microsoft.com/office/drawing/2014/main" id="{9EAF3232-8C25-A50A-1BB5-BE3E66A41C2E}"/>
                  </a:ext>
                </a:extLst>
              </p:cNvPr>
              <p:cNvSpPr/>
              <p:nvPr/>
            </p:nvSpPr>
            <p:spPr>
              <a:xfrm>
                <a:off x="527283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9" name="Freeform 28698">
                <a:extLst>
                  <a:ext uri="{FF2B5EF4-FFF2-40B4-BE49-F238E27FC236}">
                    <a16:creationId xmlns:a16="http://schemas.microsoft.com/office/drawing/2014/main" id="{9739AE38-3D24-6CF7-0AC9-ABE65A399558}"/>
                  </a:ext>
                </a:extLst>
              </p:cNvPr>
              <p:cNvSpPr/>
              <p:nvPr/>
            </p:nvSpPr>
            <p:spPr>
              <a:xfrm>
                <a:off x="5273330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0" name="Freeform 28699">
                <a:extLst>
                  <a:ext uri="{FF2B5EF4-FFF2-40B4-BE49-F238E27FC236}">
                    <a16:creationId xmlns:a16="http://schemas.microsoft.com/office/drawing/2014/main" id="{A080C637-F8D5-1E74-BCBF-2109AC3AB927}"/>
                  </a:ext>
                </a:extLst>
              </p:cNvPr>
              <p:cNvSpPr/>
              <p:nvPr/>
            </p:nvSpPr>
            <p:spPr>
              <a:xfrm>
                <a:off x="5273925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1" name="Freeform 28700">
                <a:extLst>
                  <a:ext uri="{FF2B5EF4-FFF2-40B4-BE49-F238E27FC236}">
                    <a16:creationId xmlns:a16="http://schemas.microsoft.com/office/drawing/2014/main" id="{9C12A9C8-8D54-399A-AF07-61F029077B17}"/>
                  </a:ext>
                </a:extLst>
              </p:cNvPr>
              <p:cNvSpPr/>
              <p:nvPr/>
            </p:nvSpPr>
            <p:spPr>
              <a:xfrm>
                <a:off x="5274421" y="205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2" name="Freeform 28701">
                <a:extLst>
                  <a:ext uri="{FF2B5EF4-FFF2-40B4-BE49-F238E27FC236}">
                    <a16:creationId xmlns:a16="http://schemas.microsoft.com/office/drawing/2014/main" id="{0495F5E4-C44E-9DBA-3B52-6D617C5218A7}"/>
                  </a:ext>
                </a:extLst>
              </p:cNvPr>
              <p:cNvSpPr/>
              <p:nvPr/>
            </p:nvSpPr>
            <p:spPr>
              <a:xfrm>
                <a:off x="5274917" y="2012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3" name="Freeform 28702">
                <a:extLst>
                  <a:ext uri="{FF2B5EF4-FFF2-40B4-BE49-F238E27FC236}">
                    <a16:creationId xmlns:a16="http://schemas.microsoft.com/office/drawing/2014/main" id="{377A831B-CFF5-476C-B40E-43BABC1A29ED}"/>
                  </a:ext>
                </a:extLst>
              </p:cNvPr>
              <p:cNvSpPr/>
              <p:nvPr/>
            </p:nvSpPr>
            <p:spPr>
              <a:xfrm>
                <a:off x="5275513" y="201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4" name="Freeform 28703">
                <a:extLst>
                  <a:ext uri="{FF2B5EF4-FFF2-40B4-BE49-F238E27FC236}">
                    <a16:creationId xmlns:a16="http://schemas.microsoft.com/office/drawing/2014/main" id="{2ED12C8B-93DA-6CF1-BFFC-193844DF1797}"/>
                  </a:ext>
                </a:extLst>
              </p:cNvPr>
              <p:cNvSpPr/>
              <p:nvPr/>
            </p:nvSpPr>
            <p:spPr>
              <a:xfrm>
                <a:off x="5276009" y="199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5" name="Freeform 28704">
                <a:extLst>
                  <a:ext uri="{FF2B5EF4-FFF2-40B4-BE49-F238E27FC236}">
                    <a16:creationId xmlns:a16="http://schemas.microsoft.com/office/drawing/2014/main" id="{D1A3B919-3A89-2BE6-1B38-BCD1017988EE}"/>
                  </a:ext>
                </a:extLst>
              </p:cNvPr>
              <p:cNvSpPr/>
              <p:nvPr/>
            </p:nvSpPr>
            <p:spPr>
              <a:xfrm>
                <a:off x="5276505" y="1975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6" name="Freeform 28705">
                <a:extLst>
                  <a:ext uri="{FF2B5EF4-FFF2-40B4-BE49-F238E27FC236}">
                    <a16:creationId xmlns:a16="http://schemas.microsoft.com/office/drawing/2014/main" id="{3D655A30-FFF7-6946-8615-7D8A23DE1101}"/>
                  </a:ext>
                </a:extLst>
              </p:cNvPr>
              <p:cNvSpPr/>
              <p:nvPr/>
            </p:nvSpPr>
            <p:spPr>
              <a:xfrm>
                <a:off x="5277100" y="1957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7" name="Freeform 28706">
                <a:extLst>
                  <a:ext uri="{FF2B5EF4-FFF2-40B4-BE49-F238E27FC236}">
                    <a16:creationId xmlns:a16="http://schemas.microsoft.com/office/drawing/2014/main" id="{571FB99A-2543-81DA-0EA5-6543BE01A44B}"/>
                  </a:ext>
                </a:extLst>
              </p:cNvPr>
              <p:cNvSpPr/>
              <p:nvPr/>
            </p:nvSpPr>
            <p:spPr>
              <a:xfrm>
                <a:off x="5277596" y="1933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8" name="Freeform 28707">
                <a:extLst>
                  <a:ext uri="{FF2B5EF4-FFF2-40B4-BE49-F238E27FC236}">
                    <a16:creationId xmlns:a16="http://schemas.microsoft.com/office/drawing/2014/main" id="{830EE147-F678-BF59-6938-6AE3F2218EF9}"/>
                  </a:ext>
                </a:extLst>
              </p:cNvPr>
              <p:cNvSpPr/>
              <p:nvPr/>
            </p:nvSpPr>
            <p:spPr>
              <a:xfrm>
                <a:off x="5278092" y="1878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9" name="Freeform 28708">
                <a:extLst>
                  <a:ext uri="{FF2B5EF4-FFF2-40B4-BE49-F238E27FC236}">
                    <a16:creationId xmlns:a16="http://schemas.microsoft.com/office/drawing/2014/main" id="{A54B5C2A-5E97-8AEE-0828-BE4B90049E3E}"/>
                  </a:ext>
                </a:extLst>
              </p:cNvPr>
              <p:cNvSpPr/>
              <p:nvPr/>
            </p:nvSpPr>
            <p:spPr>
              <a:xfrm>
                <a:off x="5278688" y="1857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0" name="Freeform 28709">
                <a:extLst>
                  <a:ext uri="{FF2B5EF4-FFF2-40B4-BE49-F238E27FC236}">
                    <a16:creationId xmlns:a16="http://schemas.microsoft.com/office/drawing/2014/main" id="{23789E9A-7714-A2CE-7D05-94E9D40A9131}"/>
                  </a:ext>
                </a:extLst>
              </p:cNvPr>
              <p:cNvSpPr/>
              <p:nvPr/>
            </p:nvSpPr>
            <p:spPr>
              <a:xfrm>
                <a:off x="5279184" y="1851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1" name="Freeform 28710">
                <a:extLst>
                  <a:ext uri="{FF2B5EF4-FFF2-40B4-BE49-F238E27FC236}">
                    <a16:creationId xmlns:a16="http://schemas.microsoft.com/office/drawing/2014/main" id="{BCC3D12C-AE09-CAA1-4E8C-A5700CFD11F1}"/>
                  </a:ext>
                </a:extLst>
              </p:cNvPr>
              <p:cNvSpPr/>
              <p:nvPr/>
            </p:nvSpPr>
            <p:spPr>
              <a:xfrm>
                <a:off x="5279680" y="1843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2" name="Freeform 28711">
                <a:extLst>
                  <a:ext uri="{FF2B5EF4-FFF2-40B4-BE49-F238E27FC236}">
                    <a16:creationId xmlns:a16="http://schemas.microsoft.com/office/drawing/2014/main" id="{199EA648-F164-D769-572C-D35488ABB0C8}"/>
                  </a:ext>
                </a:extLst>
              </p:cNvPr>
              <p:cNvSpPr/>
              <p:nvPr/>
            </p:nvSpPr>
            <p:spPr>
              <a:xfrm>
                <a:off x="5280275" y="1823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3" name="Freeform 28712">
                <a:extLst>
                  <a:ext uri="{FF2B5EF4-FFF2-40B4-BE49-F238E27FC236}">
                    <a16:creationId xmlns:a16="http://schemas.microsoft.com/office/drawing/2014/main" id="{3F51426A-08FC-1935-78E9-7F3D8E49F753}"/>
                  </a:ext>
                </a:extLst>
              </p:cNvPr>
              <p:cNvSpPr/>
              <p:nvPr/>
            </p:nvSpPr>
            <p:spPr>
              <a:xfrm>
                <a:off x="5280771" y="2329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4" name="Freeform 28713">
                <a:extLst>
                  <a:ext uri="{FF2B5EF4-FFF2-40B4-BE49-F238E27FC236}">
                    <a16:creationId xmlns:a16="http://schemas.microsoft.com/office/drawing/2014/main" id="{E6BEB56C-6B4E-E4F5-85A5-E65B53780839}"/>
                  </a:ext>
                </a:extLst>
              </p:cNvPr>
              <p:cNvSpPr/>
              <p:nvPr/>
            </p:nvSpPr>
            <p:spPr>
              <a:xfrm>
                <a:off x="5281267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5" name="Freeform 28714">
                <a:extLst>
                  <a:ext uri="{FF2B5EF4-FFF2-40B4-BE49-F238E27FC236}">
                    <a16:creationId xmlns:a16="http://schemas.microsoft.com/office/drawing/2014/main" id="{470745AA-F12F-D345-234E-0832B996810C}"/>
                  </a:ext>
                </a:extLst>
              </p:cNvPr>
              <p:cNvSpPr/>
              <p:nvPr/>
            </p:nvSpPr>
            <p:spPr>
              <a:xfrm>
                <a:off x="5281763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6" name="Freeform 28715">
                <a:extLst>
                  <a:ext uri="{FF2B5EF4-FFF2-40B4-BE49-F238E27FC236}">
                    <a16:creationId xmlns:a16="http://schemas.microsoft.com/office/drawing/2014/main" id="{39A4F905-8ACA-3303-2F83-380A71289DE8}"/>
                  </a:ext>
                </a:extLst>
              </p:cNvPr>
              <p:cNvSpPr/>
              <p:nvPr/>
            </p:nvSpPr>
            <p:spPr>
              <a:xfrm>
                <a:off x="5282359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7" name="Freeform 28716">
                <a:extLst>
                  <a:ext uri="{FF2B5EF4-FFF2-40B4-BE49-F238E27FC236}">
                    <a16:creationId xmlns:a16="http://schemas.microsoft.com/office/drawing/2014/main" id="{C9A7407E-71CA-3559-F93A-EB1799909E55}"/>
                  </a:ext>
                </a:extLst>
              </p:cNvPr>
              <p:cNvSpPr/>
              <p:nvPr/>
            </p:nvSpPr>
            <p:spPr>
              <a:xfrm>
                <a:off x="5282855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8" name="Freeform 28717">
                <a:extLst>
                  <a:ext uri="{FF2B5EF4-FFF2-40B4-BE49-F238E27FC236}">
                    <a16:creationId xmlns:a16="http://schemas.microsoft.com/office/drawing/2014/main" id="{F7E191C6-D901-87FA-F1B2-60BBA00901F3}"/>
                  </a:ext>
                </a:extLst>
              </p:cNvPr>
              <p:cNvSpPr/>
              <p:nvPr/>
            </p:nvSpPr>
            <p:spPr>
              <a:xfrm>
                <a:off x="5283351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9" name="Freeform 28718">
                <a:extLst>
                  <a:ext uri="{FF2B5EF4-FFF2-40B4-BE49-F238E27FC236}">
                    <a16:creationId xmlns:a16="http://schemas.microsoft.com/office/drawing/2014/main" id="{F4C46C4A-BEC0-99FB-5558-BE93921C36A0}"/>
                  </a:ext>
                </a:extLst>
              </p:cNvPr>
              <p:cNvSpPr/>
              <p:nvPr/>
            </p:nvSpPr>
            <p:spPr>
              <a:xfrm>
                <a:off x="5283946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0" name="Freeform 28719">
                <a:extLst>
                  <a:ext uri="{FF2B5EF4-FFF2-40B4-BE49-F238E27FC236}">
                    <a16:creationId xmlns:a16="http://schemas.microsoft.com/office/drawing/2014/main" id="{B8BFFF53-74D0-5429-9F88-19701E4311CC}"/>
                  </a:ext>
                </a:extLst>
              </p:cNvPr>
              <p:cNvSpPr/>
              <p:nvPr/>
            </p:nvSpPr>
            <p:spPr>
              <a:xfrm>
                <a:off x="5284442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1" name="Freeform 28720">
                <a:extLst>
                  <a:ext uri="{FF2B5EF4-FFF2-40B4-BE49-F238E27FC236}">
                    <a16:creationId xmlns:a16="http://schemas.microsoft.com/office/drawing/2014/main" id="{92AECAA9-09CC-CE54-80F3-34F219CEB6B9}"/>
                  </a:ext>
                </a:extLst>
              </p:cNvPr>
              <p:cNvSpPr/>
              <p:nvPr/>
            </p:nvSpPr>
            <p:spPr>
              <a:xfrm>
                <a:off x="5284938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2" name="Freeform 28721">
                <a:extLst>
                  <a:ext uri="{FF2B5EF4-FFF2-40B4-BE49-F238E27FC236}">
                    <a16:creationId xmlns:a16="http://schemas.microsoft.com/office/drawing/2014/main" id="{2223A8B2-138C-74B5-7EC0-7AC5567CDB99}"/>
                  </a:ext>
                </a:extLst>
              </p:cNvPr>
              <p:cNvSpPr/>
              <p:nvPr/>
            </p:nvSpPr>
            <p:spPr>
              <a:xfrm>
                <a:off x="528553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3" name="Freeform 28722">
                <a:extLst>
                  <a:ext uri="{FF2B5EF4-FFF2-40B4-BE49-F238E27FC236}">
                    <a16:creationId xmlns:a16="http://schemas.microsoft.com/office/drawing/2014/main" id="{0BEA07A9-F4E5-ED34-4EE1-4ED7C785440B}"/>
                  </a:ext>
                </a:extLst>
              </p:cNvPr>
              <p:cNvSpPr/>
              <p:nvPr/>
            </p:nvSpPr>
            <p:spPr>
              <a:xfrm>
                <a:off x="5286030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4" name="Freeform 28723">
                <a:extLst>
                  <a:ext uri="{FF2B5EF4-FFF2-40B4-BE49-F238E27FC236}">
                    <a16:creationId xmlns:a16="http://schemas.microsoft.com/office/drawing/2014/main" id="{DEAE722F-7508-CEF0-3AEB-DA6C703F2A6A}"/>
                  </a:ext>
                </a:extLst>
              </p:cNvPr>
              <p:cNvSpPr/>
              <p:nvPr/>
            </p:nvSpPr>
            <p:spPr>
              <a:xfrm>
                <a:off x="5286526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5" name="Freeform 28724">
                <a:extLst>
                  <a:ext uri="{FF2B5EF4-FFF2-40B4-BE49-F238E27FC236}">
                    <a16:creationId xmlns:a16="http://schemas.microsoft.com/office/drawing/2014/main" id="{E0950C96-9342-0CAD-AD38-7CA5BD9067F9}"/>
                  </a:ext>
                </a:extLst>
              </p:cNvPr>
              <p:cNvSpPr/>
              <p:nvPr/>
            </p:nvSpPr>
            <p:spPr>
              <a:xfrm>
                <a:off x="5287121" y="2187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6" name="Freeform 28725">
                <a:extLst>
                  <a:ext uri="{FF2B5EF4-FFF2-40B4-BE49-F238E27FC236}">
                    <a16:creationId xmlns:a16="http://schemas.microsoft.com/office/drawing/2014/main" id="{B6A99A66-BF15-DB79-4080-86181D36D25A}"/>
                  </a:ext>
                </a:extLst>
              </p:cNvPr>
              <p:cNvSpPr/>
              <p:nvPr/>
            </p:nvSpPr>
            <p:spPr>
              <a:xfrm>
                <a:off x="5287617" y="2148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7" name="Freeform 28726">
                <a:extLst>
                  <a:ext uri="{FF2B5EF4-FFF2-40B4-BE49-F238E27FC236}">
                    <a16:creationId xmlns:a16="http://schemas.microsoft.com/office/drawing/2014/main" id="{083D6500-169E-F97C-1762-E5EEA42DD0BB}"/>
                  </a:ext>
                </a:extLst>
              </p:cNvPr>
              <p:cNvSpPr/>
              <p:nvPr/>
            </p:nvSpPr>
            <p:spPr>
              <a:xfrm>
                <a:off x="5288113" y="2117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8" name="Freeform 28727">
                <a:extLst>
                  <a:ext uri="{FF2B5EF4-FFF2-40B4-BE49-F238E27FC236}">
                    <a16:creationId xmlns:a16="http://schemas.microsoft.com/office/drawing/2014/main" id="{3825B188-6A8D-6C77-FEE5-30D0D15CC654}"/>
                  </a:ext>
                </a:extLst>
              </p:cNvPr>
              <p:cNvSpPr/>
              <p:nvPr/>
            </p:nvSpPr>
            <p:spPr>
              <a:xfrm>
                <a:off x="5288709" y="2055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9" name="Freeform 28728">
                <a:extLst>
                  <a:ext uri="{FF2B5EF4-FFF2-40B4-BE49-F238E27FC236}">
                    <a16:creationId xmlns:a16="http://schemas.microsoft.com/office/drawing/2014/main" id="{DECD2839-6349-E1C6-9F24-3C17CC4C00AF}"/>
                  </a:ext>
                </a:extLst>
              </p:cNvPr>
              <p:cNvSpPr/>
              <p:nvPr/>
            </p:nvSpPr>
            <p:spPr>
              <a:xfrm>
                <a:off x="5289205" y="2012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0" name="Freeform 28729">
                <a:extLst>
                  <a:ext uri="{FF2B5EF4-FFF2-40B4-BE49-F238E27FC236}">
                    <a16:creationId xmlns:a16="http://schemas.microsoft.com/office/drawing/2014/main" id="{C74C8D4E-5BC3-23B5-99A2-37C5F19FAB25}"/>
                  </a:ext>
                </a:extLst>
              </p:cNvPr>
              <p:cNvSpPr/>
              <p:nvPr/>
            </p:nvSpPr>
            <p:spPr>
              <a:xfrm>
                <a:off x="5289701" y="2021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1" name="Freeform 28730">
                <a:extLst>
                  <a:ext uri="{FF2B5EF4-FFF2-40B4-BE49-F238E27FC236}">
                    <a16:creationId xmlns:a16="http://schemas.microsoft.com/office/drawing/2014/main" id="{D1B9200F-A4D2-4C21-0267-CAA59411EA3E}"/>
                  </a:ext>
                </a:extLst>
              </p:cNvPr>
              <p:cNvSpPr/>
              <p:nvPr/>
            </p:nvSpPr>
            <p:spPr>
              <a:xfrm>
                <a:off x="5290296" y="199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2" name="Freeform 28731">
                <a:extLst>
                  <a:ext uri="{FF2B5EF4-FFF2-40B4-BE49-F238E27FC236}">
                    <a16:creationId xmlns:a16="http://schemas.microsoft.com/office/drawing/2014/main" id="{D6A9D92F-F630-DE10-7ABA-FE9FF0EA2627}"/>
                  </a:ext>
                </a:extLst>
              </p:cNvPr>
              <p:cNvSpPr/>
              <p:nvPr/>
            </p:nvSpPr>
            <p:spPr>
              <a:xfrm>
                <a:off x="5290792" y="1952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3" name="Freeform 28732">
                <a:extLst>
                  <a:ext uri="{FF2B5EF4-FFF2-40B4-BE49-F238E27FC236}">
                    <a16:creationId xmlns:a16="http://schemas.microsoft.com/office/drawing/2014/main" id="{D073D1E5-E732-C433-B54A-372758CBFE07}"/>
                  </a:ext>
                </a:extLst>
              </p:cNvPr>
              <p:cNvSpPr/>
              <p:nvPr/>
            </p:nvSpPr>
            <p:spPr>
              <a:xfrm>
                <a:off x="5291288" y="1901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4" name="Freeform 28733">
                <a:extLst>
                  <a:ext uri="{FF2B5EF4-FFF2-40B4-BE49-F238E27FC236}">
                    <a16:creationId xmlns:a16="http://schemas.microsoft.com/office/drawing/2014/main" id="{7524948E-9835-20B2-BEBC-BA6DEBFDAF57}"/>
                  </a:ext>
                </a:extLst>
              </p:cNvPr>
              <p:cNvSpPr/>
              <p:nvPr/>
            </p:nvSpPr>
            <p:spPr>
              <a:xfrm>
                <a:off x="5291884" y="1873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5" name="Freeform 28734">
                <a:extLst>
                  <a:ext uri="{FF2B5EF4-FFF2-40B4-BE49-F238E27FC236}">
                    <a16:creationId xmlns:a16="http://schemas.microsoft.com/office/drawing/2014/main" id="{8560D080-AF68-22FD-C891-8DF0A8F03124}"/>
                  </a:ext>
                </a:extLst>
              </p:cNvPr>
              <p:cNvSpPr/>
              <p:nvPr/>
            </p:nvSpPr>
            <p:spPr>
              <a:xfrm>
                <a:off x="5292380" y="1900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6" name="Freeform 28735">
                <a:extLst>
                  <a:ext uri="{FF2B5EF4-FFF2-40B4-BE49-F238E27FC236}">
                    <a16:creationId xmlns:a16="http://schemas.microsoft.com/office/drawing/2014/main" id="{4D685FC4-130F-592D-BC57-777BD8AD12ED}"/>
                  </a:ext>
                </a:extLst>
              </p:cNvPr>
              <p:cNvSpPr/>
              <p:nvPr/>
            </p:nvSpPr>
            <p:spPr>
              <a:xfrm>
                <a:off x="5292876" y="1944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7" name="Freeform 28736">
                <a:extLst>
                  <a:ext uri="{FF2B5EF4-FFF2-40B4-BE49-F238E27FC236}">
                    <a16:creationId xmlns:a16="http://schemas.microsoft.com/office/drawing/2014/main" id="{4EE1A6B9-E74F-5F82-9E40-6B3EB254E826}"/>
                  </a:ext>
                </a:extLst>
              </p:cNvPr>
              <p:cNvSpPr/>
              <p:nvPr/>
            </p:nvSpPr>
            <p:spPr>
              <a:xfrm>
                <a:off x="5293471" y="2099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8" name="Freeform 28737">
                <a:extLst>
                  <a:ext uri="{FF2B5EF4-FFF2-40B4-BE49-F238E27FC236}">
                    <a16:creationId xmlns:a16="http://schemas.microsoft.com/office/drawing/2014/main" id="{FF440740-5279-A0F0-CE16-9668E3ADE214}"/>
                  </a:ext>
                </a:extLst>
              </p:cNvPr>
              <p:cNvSpPr/>
              <p:nvPr/>
            </p:nvSpPr>
            <p:spPr>
              <a:xfrm>
                <a:off x="5293967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9" name="Freeform 28738">
                <a:extLst>
                  <a:ext uri="{FF2B5EF4-FFF2-40B4-BE49-F238E27FC236}">
                    <a16:creationId xmlns:a16="http://schemas.microsoft.com/office/drawing/2014/main" id="{23E97361-4C6E-7BEF-998E-97142202A5C5}"/>
                  </a:ext>
                </a:extLst>
              </p:cNvPr>
              <p:cNvSpPr/>
              <p:nvPr/>
            </p:nvSpPr>
            <p:spPr>
              <a:xfrm>
                <a:off x="5294463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0" name="Freeform 28739">
                <a:extLst>
                  <a:ext uri="{FF2B5EF4-FFF2-40B4-BE49-F238E27FC236}">
                    <a16:creationId xmlns:a16="http://schemas.microsoft.com/office/drawing/2014/main" id="{A49100E3-C071-3B32-6F77-1FB0480F383A}"/>
                  </a:ext>
                </a:extLst>
              </p:cNvPr>
              <p:cNvSpPr/>
              <p:nvPr/>
            </p:nvSpPr>
            <p:spPr>
              <a:xfrm>
                <a:off x="5294959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1" name="Freeform 28740">
                <a:extLst>
                  <a:ext uri="{FF2B5EF4-FFF2-40B4-BE49-F238E27FC236}">
                    <a16:creationId xmlns:a16="http://schemas.microsoft.com/office/drawing/2014/main" id="{658AE153-7994-81C8-E4D1-A3D7CC674264}"/>
                  </a:ext>
                </a:extLst>
              </p:cNvPr>
              <p:cNvSpPr/>
              <p:nvPr/>
            </p:nvSpPr>
            <p:spPr>
              <a:xfrm>
                <a:off x="5295555" y="24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2" name="Freeform 28741">
                <a:extLst>
                  <a:ext uri="{FF2B5EF4-FFF2-40B4-BE49-F238E27FC236}">
                    <a16:creationId xmlns:a16="http://schemas.microsoft.com/office/drawing/2014/main" id="{85CD2C3B-1CCE-B9B7-2D66-783609C8B773}"/>
                  </a:ext>
                </a:extLst>
              </p:cNvPr>
              <p:cNvSpPr/>
              <p:nvPr/>
            </p:nvSpPr>
            <p:spPr>
              <a:xfrm>
                <a:off x="5296051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3" name="Freeform 28742">
                <a:extLst>
                  <a:ext uri="{FF2B5EF4-FFF2-40B4-BE49-F238E27FC236}">
                    <a16:creationId xmlns:a16="http://schemas.microsoft.com/office/drawing/2014/main" id="{2CC3A5BC-952B-5974-A54A-D916BE7FBDFD}"/>
                  </a:ext>
                </a:extLst>
              </p:cNvPr>
              <p:cNvSpPr/>
              <p:nvPr/>
            </p:nvSpPr>
            <p:spPr>
              <a:xfrm>
                <a:off x="5296547" y="2411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4" name="Freeform 28743">
                <a:extLst>
                  <a:ext uri="{FF2B5EF4-FFF2-40B4-BE49-F238E27FC236}">
                    <a16:creationId xmlns:a16="http://schemas.microsoft.com/office/drawing/2014/main" id="{C84543EB-1369-852C-6079-8A1E0BC055EC}"/>
                  </a:ext>
                </a:extLst>
              </p:cNvPr>
              <p:cNvSpPr/>
              <p:nvPr/>
            </p:nvSpPr>
            <p:spPr>
              <a:xfrm>
                <a:off x="529714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5" name="Freeform 28744">
                <a:extLst>
                  <a:ext uri="{FF2B5EF4-FFF2-40B4-BE49-F238E27FC236}">
                    <a16:creationId xmlns:a16="http://schemas.microsoft.com/office/drawing/2014/main" id="{29F9B516-7259-06ED-5DC2-7659CF0047A1}"/>
                  </a:ext>
                </a:extLst>
              </p:cNvPr>
              <p:cNvSpPr/>
              <p:nvPr/>
            </p:nvSpPr>
            <p:spPr>
              <a:xfrm>
                <a:off x="529763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6" name="Freeform 28745">
                <a:extLst>
                  <a:ext uri="{FF2B5EF4-FFF2-40B4-BE49-F238E27FC236}">
                    <a16:creationId xmlns:a16="http://schemas.microsoft.com/office/drawing/2014/main" id="{332EAEE6-04FC-FBFD-C12E-415C7C284BC6}"/>
                  </a:ext>
                </a:extLst>
              </p:cNvPr>
              <p:cNvSpPr/>
              <p:nvPr/>
            </p:nvSpPr>
            <p:spPr>
              <a:xfrm>
                <a:off x="529813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7" name="Freeform 28746">
                <a:extLst>
                  <a:ext uri="{FF2B5EF4-FFF2-40B4-BE49-F238E27FC236}">
                    <a16:creationId xmlns:a16="http://schemas.microsoft.com/office/drawing/2014/main" id="{CB0043CE-775F-9FBF-0DA9-21B659D0BDD7}"/>
                  </a:ext>
                </a:extLst>
              </p:cNvPr>
              <p:cNvSpPr/>
              <p:nvPr/>
            </p:nvSpPr>
            <p:spPr>
              <a:xfrm>
                <a:off x="5298730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8" name="Freeform 28747">
                <a:extLst>
                  <a:ext uri="{FF2B5EF4-FFF2-40B4-BE49-F238E27FC236}">
                    <a16:creationId xmlns:a16="http://schemas.microsoft.com/office/drawing/2014/main" id="{7907FC6D-D45C-54C2-AF3D-7D2B62526DBE}"/>
                  </a:ext>
                </a:extLst>
              </p:cNvPr>
              <p:cNvSpPr/>
              <p:nvPr/>
            </p:nvSpPr>
            <p:spPr>
              <a:xfrm>
                <a:off x="5299226" y="2335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9" name="Freeform 28748">
                <a:extLst>
                  <a:ext uri="{FF2B5EF4-FFF2-40B4-BE49-F238E27FC236}">
                    <a16:creationId xmlns:a16="http://schemas.microsoft.com/office/drawing/2014/main" id="{BCAC28A5-DC06-3945-6976-7F0C83E71DB3}"/>
                  </a:ext>
                </a:extLst>
              </p:cNvPr>
              <p:cNvSpPr/>
              <p:nvPr/>
            </p:nvSpPr>
            <p:spPr>
              <a:xfrm>
                <a:off x="5299722" y="2044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0" name="Freeform 28749">
                <a:extLst>
                  <a:ext uri="{FF2B5EF4-FFF2-40B4-BE49-F238E27FC236}">
                    <a16:creationId xmlns:a16="http://schemas.microsoft.com/office/drawing/2014/main" id="{1EC8B011-A936-B481-A8AE-E77EF6BD2770}"/>
                  </a:ext>
                </a:extLst>
              </p:cNvPr>
              <p:cNvSpPr/>
              <p:nvPr/>
            </p:nvSpPr>
            <p:spPr>
              <a:xfrm>
                <a:off x="5300317" y="1961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1" name="Freeform 28750">
                <a:extLst>
                  <a:ext uri="{FF2B5EF4-FFF2-40B4-BE49-F238E27FC236}">
                    <a16:creationId xmlns:a16="http://schemas.microsoft.com/office/drawing/2014/main" id="{FFB3E54B-5769-6503-33D7-94A10B54EA34}"/>
                  </a:ext>
                </a:extLst>
              </p:cNvPr>
              <p:cNvSpPr/>
              <p:nvPr/>
            </p:nvSpPr>
            <p:spPr>
              <a:xfrm>
                <a:off x="5300813" y="1860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2" name="Freeform 28751">
                <a:extLst>
                  <a:ext uri="{FF2B5EF4-FFF2-40B4-BE49-F238E27FC236}">
                    <a16:creationId xmlns:a16="http://schemas.microsoft.com/office/drawing/2014/main" id="{65F488FE-F617-8C4F-DAD2-57D046E79224}"/>
                  </a:ext>
                </a:extLst>
              </p:cNvPr>
              <p:cNvSpPr/>
              <p:nvPr/>
            </p:nvSpPr>
            <p:spPr>
              <a:xfrm>
                <a:off x="5301309" y="1873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3" name="Freeform 28752">
                <a:extLst>
                  <a:ext uri="{FF2B5EF4-FFF2-40B4-BE49-F238E27FC236}">
                    <a16:creationId xmlns:a16="http://schemas.microsoft.com/office/drawing/2014/main" id="{77C2451F-0738-D7FC-1D38-836194DF25DF}"/>
                  </a:ext>
                </a:extLst>
              </p:cNvPr>
              <p:cNvSpPr/>
              <p:nvPr/>
            </p:nvSpPr>
            <p:spPr>
              <a:xfrm>
                <a:off x="5301905" y="1708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4" name="Freeform 28753">
                <a:extLst>
                  <a:ext uri="{FF2B5EF4-FFF2-40B4-BE49-F238E27FC236}">
                    <a16:creationId xmlns:a16="http://schemas.microsoft.com/office/drawing/2014/main" id="{49E4E231-031E-5383-A506-345A0B03B213}"/>
                  </a:ext>
                </a:extLst>
              </p:cNvPr>
              <p:cNvSpPr/>
              <p:nvPr/>
            </p:nvSpPr>
            <p:spPr>
              <a:xfrm>
                <a:off x="5302401" y="1825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5" name="Freeform 28754">
                <a:extLst>
                  <a:ext uri="{FF2B5EF4-FFF2-40B4-BE49-F238E27FC236}">
                    <a16:creationId xmlns:a16="http://schemas.microsoft.com/office/drawing/2014/main" id="{775E0538-F96A-55AB-CD6B-FFFF28184927}"/>
                  </a:ext>
                </a:extLst>
              </p:cNvPr>
              <p:cNvSpPr/>
              <p:nvPr/>
            </p:nvSpPr>
            <p:spPr>
              <a:xfrm>
                <a:off x="5302897" y="193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6" name="Freeform 28755">
                <a:extLst>
                  <a:ext uri="{FF2B5EF4-FFF2-40B4-BE49-F238E27FC236}">
                    <a16:creationId xmlns:a16="http://schemas.microsoft.com/office/drawing/2014/main" id="{106F68E9-9ACC-0CF1-89AA-BC3C9FC1BC0A}"/>
                  </a:ext>
                </a:extLst>
              </p:cNvPr>
              <p:cNvSpPr/>
              <p:nvPr/>
            </p:nvSpPr>
            <p:spPr>
              <a:xfrm>
                <a:off x="5303492" y="190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7" name="Freeform 28756">
                <a:extLst>
                  <a:ext uri="{FF2B5EF4-FFF2-40B4-BE49-F238E27FC236}">
                    <a16:creationId xmlns:a16="http://schemas.microsoft.com/office/drawing/2014/main" id="{F05A169D-E245-AAD2-D822-0FBB5CE94B3B}"/>
                  </a:ext>
                </a:extLst>
              </p:cNvPr>
              <p:cNvSpPr/>
              <p:nvPr/>
            </p:nvSpPr>
            <p:spPr>
              <a:xfrm>
                <a:off x="5303988" y="1884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8" name="Freeform 28757">
                <a:extLst>
                  <a:ext uri="{FF2B5EF4-FFF2-40B4-BE49-F238E27FC236}">
                    <a16:creationId xmlns:a16="http://schemas.microsoft.com/office/drawing/2014/main" id="{12E04432-5D71-44CA-BAFD-7044DF4DE422}"/>
                  </a:ext>
                </a:extLst>
              </p:cNvPr>
              <p:cNvSpPr/>
              <p:nvPr/>
            </p:nvSpPr>
            <p:spPr>
              <a:xfrm>
                <a:off x="5304484" y="190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9" name="Freeform 28758">
                <a:extLst>
                  <a:ext uri="{FF2B5EF4-FFF2-40B4-BE49-F238E27FC236}">
                    <a16:creationId xmlns:a16="http://schemas.microsoft.com/office/drawing/2014/main" id="{737F9313-2DA8-4EEC-EEA2-DC755C247A17}"/>
                  </a:ext>
                </a:extLst>
              </p:cNvPr>
              <p:cNvSpPr/>
              <p:nvPr/>
            </p:nvSpPr>
            <p:spPr>
              <a:xfrm>
                <a:off x="5305080" y="1919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0" name="Freeform 28759">
                <a:extLst>
                  <a:ext uri="{FF2B5EF4-FFF2-40B4-BE49-F238E27FC236}">
                    <a16:creationId xmlns:a16="http://schemas.microsoft.com/office/drawing/2014/main" id="{8C4E607A-3391-540E-7671-55C4B78C7C01}"/>
                  </a:ext>
                </a:extLst>
              </p:cNvPr>
              <p:cNvSpPr/>
              <p:nvPr/>
            </p:nvSpPr>
            <p:spPr>
              <a:xfrm>
                <a:off x="5305576" y="1936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1" name="Freeform 28760">
                <a:extLst>
                  <a:ext uri="{FF2B5EF4-FFF2-40B4-BE49-F238E27FC236}">
                    <a16:creationId xmlns:a16="http://schemas.microsoft.com/office/drawing/2014/main" id="{C6FAF3CC-E6F7-FB32-E59B-16781E38F0C9}"/>
                  </a:ext>
                </a:extLst>
              </p:cNvPr>
              <p:cNvSpPr/>
              <p:nvPr/>
            </p:nvSpPr>
            <p:spPr>
              <a:xfrm>
                <a:off x="5306072" y="1989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2" name="Freeform 28761">
                <a:extLst>
                  <a:ext uri="{FF2B5EF4-FFF2-40B4-BE49-F238E27FC236}">
                    <a16:creationId xmlns:a16="http://schemas.microsoft.com/office/drawing/2014/main" id="{C35745D8-B324-53C6-B076-22654AC168D6}"/>
                  </a:ext>
                </a:extLst>
              </p:cNvPr>
              <p:cNvSpPr/>
              <p:nvPr/>
            </p:nvSpPr>
            <p:spPr>
              <a:xfrm>
                <a:off x="5306568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3" name="Freeform 28762">
                <a:extLst>
                  <a:ext uri="{FF2B5EF4-FFF2-40B4-BE49-F238E27FC236}">
                    <a16:creationId xmlns:a16="http://schemas.microsoft.com/office/drawing/2014/main" id="{2213E9EA-C27A-19D8-57B4-87450D84BDCF}"/>
                  </a:ext>
                </a:extLst>
              </p:cNvPr>
              <p:cNvSpPr/>
              <p:nvPr/>
            </p:nvSpPr>
            <p:spPr>
              <a:xfrm>
                <a:off x="5307163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4" name="Freeform 28763">
                <a:extLst>
                  <a:ext uri="{FF2B5EF4-FFF2-40B4-BE49-F238E27FC236}">
                    <a16:creationId xmlns:a16="http://schemas.microsoft.com/office/drawing/2014/main" id="{9F746F7C-2A64-4C5E-73F1-4ADF99ABB76E}"/>
                  </a:ext>
                </a:extLst>
              </p:cNvPr>
              <p:cNvSpPr/>
              <p:nvPr/>
            </p:nvSpPr>
            <p:spPr>
              <a:xfrm>
                <a:off x="5307659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5" name="Freeform 28764">
                <a:extLst>
                  <a:ext uri="{FF2B5EF4-FFF2-40B4-BE49-F238E27FC236}">
                    <a16:creationId xmlns:a16="http://schemas.microsoft.com/office/drawing/2014/main" id="{C06366C7-614C-0F8B-9872-9D55C2100550}"/>
                  </a:ext>
                </a:extLst>
              </p:cNvPr>
              <p:cNvSpPr/>
              <p:nvPr/>
            </p:nvSpPr>
            <p:spPr>
              <a:xfrm>
                <a:off x="5308155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6" name="Freeform 28765">
                <a:extLst>
                  <a:ext uri="{FF2B5EF4-FFF2-40B4-BE49-F238E27FC236}">
                    <a16:creationId xmlns:a16="http://schemas.microsoft.com/office/drawing/2014/main" id="{FDD8ACFC-E461-0AD2-14CE-27282BE6F418}"/>
                  </a:ext>
                </a:extLst>
              </p:cNvPr>
              <p:cNvSpPr/>
              <p:nvPr/>
            </p:nvSpPr>
            <p:spPr>
              <a:xfrm>
                <a:off x="5308751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7" name="Freeform 28766">
                <a:extLst>
                  <a:ext uri="{FF2B5EF4-FFF2-40B4-BE49-F238E27FC236}">
                    <a16:creationId xmlns:a16="http://schemas.microsoft.com/office/drawing/2014/main" id="{80D89C38-3FDD-B215-9F00-467D0A6F29D3}"/>
                  </a:ext>
                </a:extLst>
              </p:cNvPr>
              <p:cNvSpPr/>
              <p:nvPr/>
            </p:nvSpPr>
            <p:spPr>
              <a:xfrm>
                <a:off x="5309247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8" name="Freeform 28767">
                <a:extLst>
                  <a:ext uri="{FF2B5EF4-FFF2-40B4-BE49-F238E27FC236}">
                    <a16:creationId xmlns:a16="http://schemas.microsoft.com/office/drawing/2014/main" id="{14C40B1E-80C5-87A5-C349-EBBC4FCEEB14}"/>
                  </a:ext>
                </a:extLst>
              </p:cNvPr>
              <p:cNvSpPr/>
              <p:nvPr/>
            </p:nvSpPr>
            <p:spPr>
              <a:xfrm>
                <a:off x="5309743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9" name="Freeform 28768">
                <a:extLst>
                  <a:ext uri="{FF2B5EF4-FFF2-40B4-BE49-F238E27FC236}">
                    <a16:creationId xmlns:a16="http://schemas.microsoft.com/office/drawing/2014/main" id="{6A1C786E-9960-672E-6C78-95F3F36FEC82}"/>
                  </a:ext>
                </a:extLst>
              </p:cNvPr>
              <p:cNvSpPr/>
              <p:nvPr/>
            </p:nvSpPr>
            <p:spPr>
              <a:xfrm>
                <a:off x="5310338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0" name="Freeform 28769">
                <a:extLst>
                  <a:ext uri="{FF2B5EF4-FFF2-40B4-BE49-F238E27FC236}">
                    <a16:creationId xmlns:a16="http://schemas.microsoft.com/office/drawing/2014/main" id="{85D98F74-C31E-6F15-9996-3DCA371B5DFC}"/>
                  </a:ext>
                </a:extLst>
              </p:cNvPr>
              <p:cNvSpPr/>
              <p:nvPr/>
            </p:nvSpPr>
            <p:spPr>
              <a:xfrm>
                <a:off x="5310834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1" name="Freeform 28770">
                <a:extLst>
                  <a:ext uri="{FF2B5EF4-FFF2-40B4-BE49-F238E27FC236}">
                    <a16:creationId xmlns:a16="http://schemas.microsoft.com/office/drawing/2014/main" id="{079A9AF4-F284-EBBF-9F91-AE0FB459CBF0}"/>
                  </a:ext>
                </a:extLst>
              </p:cNvPr>
              <p:cNvSpPr/>
              <p:nvPr/>
            </p:nvSpPr>
            <p:spPr>
              <a:xfrm>
                <a:off x="5311330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2" name="Freeform 28771">
                <a:extLst>
                  <a:ext uri="{FF2B5EF4-FFF2-40B4-BE49-F238E27FC236}">
                    <a16:creationId xmlns:a16="http://schemas.microsoft.com/office/drawing/2014/main" id="{814D14F8-200A-5F91-B93D-012AABA05E1C}"/>
                  </a:ext>
                </a:extLst>
              </p:cNvPr>
              <p:cNvSpPr/>
              <p:nvPr/>
            </p:nvSpPr>
            <p:spPr>
              <a:xfrm>
                <a:off x="5311926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3" name="Freeform 28772">
                <a:extLst>
                  <a:ext uri="{FF2B5EF4-FFF2-40B4-BE49-F238E27FC236}">
                    <a16:creationId xmlns:a16="http://schemas.microsoft.com/office/drawing/2014/main" id="{FD196518-A89E-B512-3E86-1A5345B24CE3}"/>
                  </a:ext>
                </a:extLst>
              </p:cNvPr>
              <p:cNvSpPr/>
              <p:nvPr/>
            </p:nvSpPr>
            <p:spPr>
              <a:xfrm>
                <a:off x="5312422" y="2043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4" name="Freeform 28773">
                <a:extLst>
                  <a:ext uri="{FF2B5EF4-FFF2-40B4-BE49-F238E27FC236}">
                    <a16:creationId xmlns:a16="http://schemas.microsoft.com/office/drawing/2014/main" id="{A19BAD75-7C1A-19B6-291D-BD1CDB4CF81A}"/>
                  </a:ext>
                </a:extLst>
              </p:cNvPr>
              <p:cNvSpPr/>
              <p:nvPr/>
            </p:nvSpPr>
            <p:spPr>
              <a:xfrm>
                <a:off x="5312918" y="1936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5" name="Freeform 28774">
                <a:extLst>
                  <a:ext uri="{FF2B5EF4-FFF2-40B4-BE49-F238E27FC236}">
                    <a16:creationId xmlns:a16="http://schemas.microsoft.com/office/drawing/2014/main" id="{ED9C8B37-C48F-5CBE-78DE-A3458FAAF444}"/>
                  </a:ext>
                </a:extLst>
              </p:cNvPr>
              <p:cNvSpPr/>
              <p:nvPr/>
            </p:nvSpPr>
            <p:spPr>
              <a:xfrm>
                <a:off x="5313513" y="1861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6" name="Freeform 28775">
                <a:extLst>
                  <a:ext uri="{FF2B5EF4-FFF2-40B4-BE49-F238E27FC236}">
                    <a16:creationId xmlns:a16="http://schemas.microsoft.com/office/drawing/2014/main" id="{F01F6AE2-E5D8-7543-872E-6CC437713B29}"/>
                  </a:ext>
                </a:extLst>
              </p:cNvPr>
              <p:cNvSpPr/>
              <p:nvPr/>
            </p:nvSpPr>
            <p:spPr>
              <a:xfrm>
                <a:off x="5314009" y="1882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7" name="Freeform 28776">
                <a:extLst>
                  <a:ext uri="{FF2B5EF4-FFF2-40B4-BE49-F238E27FC236}">
                    <a16:creationId xmlns:a16="http://schemas.microsoft.com/office/drawing/2014/main" id="{5EF6C6C7-2A73-7FB3-20D7-9E2DE0D648F7}"/>
                  </a:ext>
                </a:extLst>
              </p:cNvPr>
              <p:cNvSpPr/>
              <p:nvPr/>
            </p:nvSpPr>
            <p:spPr>
              <a:xfrm>
                <a:off x="5314505" y="1760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8" name="Freeform 28777">
                <a:extLst>
                  <a:ext uri="{FF2B5EF4-FFF2-40B4-BE49-F238E27FC236}">
                    <a16:creationId xmlns:a16="http://schemas.microsoft.com/office/drawing/2014/main" id="{272E2ED2-79D9-8C37-32B7-3AE20FE9AD06}"/>
                  </a:ext>
                </a:extLst>
              </p:cNvPr>
              <p:cNvSpPr/>
              <p:nvPr/>
            </p:nvSpPr>
            <p:spPr>
              <a:xfrm>
                <a:off x="5315101" y="1889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9" name="Freeform 28778">
                <a:extLst>
                  <a:ext uri="{FF2B5EF4-FFF2-40B4-BE49-F238E27FC236}">
                    <a16:creationId xmlns:a16="http://schemas.microsoft.com/office/drawing/2014/main" id="{F075A382-92E4-8A4B-F037-985DACF38498}"/>
                  </a:ext>
                </a:extLst>
              </p:cNvPr>
              <p:cNvSpPr/>
              <p:nvPr/>
            </p:nvSpPr>
            <p:spPr>
              <a:xfrm>
                <a:off x="5315597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0" name="Freeform 28779">
                <a:extLst>
                  <a:ext uri="{FF2B5EF4-FFF2-40B4-BE49-F238E27FC236}">
                    <a16:creationId xmlns:a16="http://schemas.microsoft.com/office/drawing/2014/main" id="{9536E300-B872-C952-00D6-99B834C90757}"/>
                  </a:ext>
                </a:extLst>
              </p:cNvPr>
              <p:cNvSpPr/>
              <p:nvPr/>
            </p:nvSpPr>
            <p:spPr>
              <a:xfrm>
                <a:off x="5316093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1" name="Freeform 28780">
                <a:extLst>
                  <a:ext uri="{FF2B5EF4-FFF2-40B4-BE49-F238E27FC236}">
                    <a16:creationId xmlns:a16="http://schemas.microsoft.com/office/drawing/2014/main" id="{1D2C4CC0-457B-25EB-8EE3-C72B9CE08EAB}"/>
                  </a:ext>
                </a:extLst>
              </p:cNvPr>
              <p:cNvSpPr/>
              <p:nvPr/>
            </p:nvSpPr>
            <p:spPr>
              <a:xfrm>
                <a:off x="5316688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2" name="Freeform 28781">
                <a:extLst>
                  <a:ext uri="{FF2B5EF4-FFF2-40B4-BE49-F238E27FC236}">
                    <a16:creationId xmlns:a16="http://schemas.microsoft.com/office/drawing/2014/main" id="{DC9FDB6F-4B3E-9F88-A2D6-4A72C3C5349E}"/>
                  </a:ext>
                </a:extLst>
              </p:cNvPr>
              <p:cNvSpPr/>
              <p:nvPr/>
            </p:nvSpPr>
            <p:spPr>
              <a:xfrm>
                <a:off x="5317184" y="1914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3" name="Freeform 28782">
                <a:extLst>
                  <a:ext uri="{FF2B5EF4-FFF2-40B4-BE49-F238E27FC236}">
                    <a16:creationId xmlns:a16="http://schemas.microsoft.com/office/drawing/2014/main" id="{C2B6FCAA-A597-9546-2BB5-D020F0825B4C}"/>
                  </a:ext>
                </a:extLst>
              </p:cNvPr>
              <p:cNvSpPr/>
              <p:nvPr/>
            </p:nvSpPr>
            <p:spPr>
              <a:xfrm>
                <a:off x="5317680" y="1897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4" name="Freeform 28783">
                <a:extLst>
                  <a:ext uri="{FF2B5EF4-FFF2-40B4-BE49-F238E27FC236}">
                    <a16:creationId xmlns:a16="http://schemas.microsoft.com/office/drawing/2014/main" id="{C3381202-1C0B-2DE8-0577-496D2327099D}"/>
                  </a:ext>
                </a:extLst>
              </p:cNvPr>
              <p:cNvSpPr/>
              <p:nvPr/>
            </p:nvSpPr>
            <p:spPr>
              <a:xfrm>
                <a:off x="5318276" y="1884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5" name="Freeform 28784">
                <a:extLst>
                  <a:ext uri="{FF2B5EF4-FFF2-40B4-BE49-F238E27FC236}">
                    <a16:creationId xmlns:a16="http://schemas.microsoft.com/office/drawing/2014/main" id="{F58199A3-C3BD-FB07-98E2-12838FA3B4CD}"/>
                  </a:ext>
                </a:extLst>
              </p:cNvPr>
              <p:cNvSpPr/>
              <p:nvPr/>
            </p:nvSpPr>
            <p:spPr>
              <a:xfrm>
                <a:off x="5318772" y="212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6" name="Freeform 28785">
                <a:extLst>
                  <a:ext uri="{FF2B5EF4-FFF2-40B4-BE49-F238E27FC236}">
                    <a16:creationId xmlns:a16="http://schemas.microsoft.com/office/drawing/2014/main" id="{635FFD78-49E2-A51D-9F77-3514514A4ED0}"/>
                  </a:ext>
                </a:extLst>
              </p:cNvPr>
              <p:cNvSpPr/>
              <p:nvPr/>
            </p:nvSpPr>
            <p:spPr>
              <a:xfrm>
                <a:off x="5319268" y="2341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7" name="Freeform 28786">
                <a:extLst>
                  <a:ext uri="{FF2B5EF4-FFF2-40B4-BE49-F238E27FC236}">
                    <a16:creationId xmlns:a16="http://schemas.microsoft.com/office/drawing/2014/main" id="{0B23FDD5-E62B-5A5D-6136-37129042603F}"/>
                  </a:ext>
                </a:extLst>
              </p:cNvPr>
              <p:cNvSpPr/>
              <p:nvPr/>
            </p:nvSpPr>
            <p:spPr>
              <a:xfrm>
                <a:off x="5319764" y="2352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8" name="Freeform 28787">
                <a:extLst>
                  <a:ext uri="{FF2B5EF4-FFF2-40B4-BE49-F238E27FC236}">
                    <a16:creationId xmlns:a16="http://schemas.microsoft.com/office/drawing/2014/main" id="{30E10C67-55AE-7445-09E9-C72B652A8494}"/>
                  </a:ext>
                </a:extLst>
              </p:cNvPr>
              <p:cNvSpPr/>
              <p:nvPr/>
            </p:nvSpPr>
            <p:spPr>
              <a:xfrm>
                <a:off x="5320359" y="2347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9" name="Freeform 28788">
                <a:extLst>
                  <a:ext uri="{FF2B5EF4-FFF2-40B4-BE49-F238E27FC236}">
                    <a16:creationId xmlns:a16="http://schemas.microsoft.com/office/drawing/2014/main" id="{E0668785-29AD-A550-586D-1ADBCD17F76C}"/>
                  </a:ext>
                </a:extLst>
              </p:cNvPr>
              <p:cNvSpPr/>
              <p:nvPr/>
            </p:nvSpPr>
            <p:spPr>
              <a:xfrm>
                <a:off x="5320855" y="2334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0" name="Freeform 28789">
                <a:extLst>
                  <a:ext uri="{FF2B5EF4-FFF2-40B4-BE49-F238E27FC236}">
                    <a16:creationId xmlns:a16="http://schemas.microsoft.com/office/drawing/2014/main" id="{763AFBD6-F3F2-C280-6C02-E613C2E9F516}"/>
                  </a:ext>
                </a:extLst>
              </p:cNvPr>
              <p:cNvSpPr/>
              <p:nvPr/>
            </p:nvSpPr>
            <p:spPr>
              <a:xfrm>
                <a:off x="5321352" y="2329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1" name="Freeform 28790">
                <a:extLst>
                  <a:ext uri="{FF2B5EF4-FFF2-40B4-BE49-F238E27FC236}">
                    <a16:creationId xmlns:a16="http://schemas.microsoft.com/office/drawing/2014/main" id="{45A9B531-C325-8D5A-67DC-2248FDEA3D32}"/>
                  </a:ext>
                </a:extLst>
              </p:cNvPr>
              <p:cNvSpPr/>
              <p:nvPr/>
            </p:nvSpPr>
            <p:spPr>
              <a:xfrm>
                <a:off x="5321947" y="2327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2" name="Freeform 28791">
                <a:extLst>
                  <a:ext uri="{FF2B5EF4-FFF2-40B4-BE49-F238E27FC236}">
                    <a16:creationId xmlns:a16="http://schemas.microsoft.com/office/drawing/2014/main" id="{78859EE4-490A-BE92-1597-5F2436858EDC}"/>
                  </a:ext>
                </a:extLst>
              </p:cNvPr>
              <p:cNvSpPr/>
              <p:nvPr/>
            </p:nvSpPr>
            <p:spPr>
              <a:xfrm>
                <a:off x="5322443" y="2335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3" name="Freeform 28792">
                <a:extLst>
                  <a:ext uri="{FF2B5EF4-FFF2-40B4-BE49-F238E27FC236}">
                    <a16:creationId xmlns:a16="http://schemas.microsoft.com/office/drawing/2014/main" id="{11D2711E-D037-357E-8F96-7130B405680F}"/>
                  </a:ext>
                </a:extLst>
              </p:cNvPr>
              <p:cNvSpPr/>
              <p:nvPr/>
            </p:nvSpPr>
            <p:spPr>
              <a:xfrm>
                <a:off x="5322939" y="2360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4" name="Freeform 28793">
                <a:extLst>
                  <a:ext uri="{FF2B5EF4-FFF2-40B4-BE49-F238E27FC236}">
                    <a16:creationId xmlns:a16="http://schemas.microsoft.com/office/drawing/2014/main" id="{5E1FF4B2-EFFF-1F44-8A7E-2387D2FBD529}"/>
                  </a:ext>
                </a:extLst>
              </p:cNvPr>
              <p:cNvSpPr/>
              <p:nvPr/>
            </p:nvSpPr>
            <p:spPr>
              <a:xfrm>
                <a:off x="5323534" y="2377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5" name="Freeform 28794">
                <a:extLst>
                  <a:ext uri="{FF2B5EF4-FFF2-40B4-BE49-F238E27FC236}">
                    <a16:creationId xmlns:a16="http://schemas.microsoft.com/office/drawing/2014/main" id="{6FFA0E5B-41B5-35E5-D893-A47BA9855317}"/>
                  </a:ext>
                </a:extLst>
              </p:cNvPr>
              <p:cNvSpPr/>
              <p:nvPr/>
            </p:nvSpPr>
            <p:spPr>
              <a:xfrm>
                <a:off x="5324030" y="2371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6" name="Freeform 28795">
                <a:extLst>
                  <a:ext uri="{FF2B5EF4-FFF2-40B4-BE49-F238E27FC236}">
                    <a16:creationId xmlns:a16="http://schemas.microsoft.com/office/drawing/2014/main" id="{FE736475-302B-CEC8-FDB1-BD1A978121BE}"/>
                  </a:ext>
                </a:extLst>
              </p:cNvPr>
              <p:cNvSpPr/>
              <p:nvPr/>
            </p:nvSpPr>
            <p:spPr>
              <a:xfrm>
                <a:off x="5324527" y="224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7" name="Freeform 28796">
                <a:extLst>
                  <a:ext uri="{FF2B5EF4-FFF2-40B4-BE49-F238E27FC236}">
                    <a16:creationId xmlns:a16="http://schemas.microsoft.com/office/drawing/2014/main" id="{A929A832-2830-ABFC-EA57-AA4227EDA06D}"/>
                  </a:ext>
                </a:extLst>
              </p:cNvPr>
              <p:cNvSpPr/>
              <p:nvPr/>
            </p:nvSpPr>
            <p:spPr>
              <a:xfrm>
                <a:off x="5325122" y="2094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8" name="Freeform 28797">
                <a:extLst>
                  <a:ext uri="{FF2B5EF4-FFF2-40B4-BE49-F238E27FC236}">
                    <a16:creationId xmlns:a16="http://schemas.microsoft.com/office/drawing/2014/main" id="{B54E7ADB-151A-A6C7-76ED-749712B99108}"/>
                  </a:ext>
                </a:extLst>
              </p:cNvPr>
              <p:cNvSpPr/>
              <p:nvPr/>
            </p:nvSpPr>
            <p:spPr>
              <a:xfrm>
                <a:off x="5325618" y="212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9" name="Freeform 28798">
                <a:extLst>
                  <a:ext uri="{FF2B5EF4-FFF2-40B4-BE49-F238E27FC236}">
                    <a16:creationId xmlns:a16="http://schemas.microsoft.com/office/drawing/2014/main" id="{EA02F357-37B9-7858-ED9B-F31B805E18A1}"/>
                  </a:ext>
                </a:extLst>
              </p:cNvPr>
              <p:cNvSpPr/>
              <p:nvPr/>
            </p:nvSpPr>
            <p:spPr>
              <a:xfrm>
                <a:off x="5326114" y="2064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0" name="Freeform 28799">
                <a:extLst>
                  <a:ext uri="{FF2B5EF4-FFF2-40B4-BE49-F238E27FC236}">
                    <a16:creationId xmlns:a16="http://schemas.microsoft.com/office/drawing/2014/main" id="{9D5F4935-EB98-296B-218A-66AF52773576}"/>
                  </a:ext>
                </a:extLst>
              </p:cNvPr>
              <p:cNvSpPr/>
              <p:nvPr/>
            </p:nvSpPr>
            <p:spPr>
              <a:xfrm>
                <a:off x="5326709" y="2084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1" name="Freeform 28800">
                <a:extLst>
                  <a:ext uri="{FF2B5EF4-FFF2-40B4-BE49-F238E27FC236}">
                    <a16:creationId xmlns:a16="http://schemas.microsoft.com/office/drawing/2014/main" id="{0509E077-9DE0-2967-9975-91D254C0D3F4}"/>
                  </a:ext>
                </a:extLst>
              </p:cNvPr>
              <p:cNvSpPr/>
              <p:nvPr/>
            </p:nvSpPr>
            <p:spPr>
              <a:xfrm>
                <a:off x="5327205" y="2169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2" name="Freeform 28801">
                <a:extLst>
                  <a:ext uri="{FF2B5EF4-FFF2-40B4-BE49-F238E27FC236}">
                    <a16:creationId xmlns:a16="http://schemas.microsoft.com/office/drawing/2014/main" id="{FB176B44-B6CF-89AD-616B-67817892F059}"/>
                  </a:ext>
                </a:extLst>
              </p:cNvPr>
              <p:cNvSpPr/>
              <p:nvPr/>
            </p:nvSpPr>
            <p:spPr>
              <a:xfrm>
                <a:off x="5327702" y="215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3" name="Freeform 28802">
                <a:extLst>
                  <a:ext uri="{FF2B5EF4-FFF2-40B4-BE49-F238E27FC236}">
                    <a16:creationId xmlns:a16="http://schemas.microsoft.com/office/drawing/2014/main" id="{EF4B0057-8E0D-9887-9E84-D064EC1AE568}"/>
                  </a:ext>
                </a:extLst>
              </p:cNvPr>
              <p:cNvSpPr/>
              <p:nvPr/>
            </p:nvSpPr>
            <p:spPr>
              <a:xfrm>
                <a:off x="5328297" y="212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4" name="Freeform 28803">
                <a:extLst>
                  <a:ext uri="{FF2B5EF4-FFF2-40B4-BE49-F238E27FC236}">
                    <a16:creationId xmlns:a16="http://schemas.microsoft.com/office/drawing/2014/main" id="{0C1E6B1A-7671-797C-385E-0BAA69AC8929}"/>
                  </a:ext>
                </a:extLst>
              </p:cNvPr>
              <p:cNvSpPr/>
              <p:nvPr/>
            </p:nvSpPr>
            <p:spPr>
              <a:xfrm>
                <a:off x="5328793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5" name="Freeform 28804">
                <a:extLst>
                  <a:ext uri="{FF2B5EF4-FFF2-40B4-BE49-F238E27FC236}">
                    <a16:creationId xmlns:a16="http://schemas.microsoft.com/office/drawing/2014/main" id="{00F4ADCF-6439-AA9C-7B6E-13E2F865A725}"/>
                  </a:ext>
                </a:extLst>
              </p:cNvPr>
              <p:cNvSpPr/>
              <p:nvPr/>
            </p:nvSpPr>
            <p:spPr>
              <a:xfrm>
                <a:off x="5329289" y="208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6" name="Freeform 28805">
                <a:extLst>
                  <a:ext uri="{FF2B5EF4-FFF2-40B4-BE49-F238E27FC236}">
                    <a16:creationId xmlns:a16="http://schemas.microsoft.com/office/drawing/2014/main" id="{78D3534D-2410-D39D-733C-8406BA55E7CE}"/>
                  </a:ext>
                </a:extLst>
              </p:cNvPr>
              <p:cNvSpPr/>
              <p:nvPr/>
            </p:nvSpPr>
            <p:spPr>
              <a:xfrm>
                <a:off x="5329884" y="2095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7" name="Freeform 28806">
                <a:extLst>
                  <a:ext uri="{FF2B5EF4-FFF2-40B4-BE49-F238E27FC236}">
                    <a16:creationId xmlns:a16="http://schemas.microsoft.com/office/drawing/2014/main" id="{FE848B06-BC71-14F7-394C-86C9F73C65CC}"/>
                  </a:ext>
                </a:extLst>
              </p:cNvPr>
              <p:cNvSpPr/>
              <p:nvPr/>
            </p:nvSpPr>
            <p:spPr>
              <a:xfrm>
                <a:off x="5330380" y="2094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8" name="Freeform 28807">
                <a:extLst>
                  <a:ext uri="{FF2B5EF4-FFF2-40B4-BE49-F238E27FC236}">
                    <a16:creationId xmlns:a16="http://schemas.microsoft.com/office/drawing/2014/main" id="{134F471A-4916-0482-71A3-8C02F75C589F}"/>
                  </a:ext>
                </a:extLst>
              </p:cNvPr>
              <p:cNvSpPr/>
              <p:nvPr/>
            </p:nvSpPr>
            <p:spPr>
              <a:xfrm>
                <a:off x="5330877" y="2094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9" name="Freeform 28808">
                <a:extLst>
                  <a:ext uri="{FF2B5EF4-FFF2-40B4-BE49-F238E27FC236}">
                    <a16:creationId xmlns:a16="http://schemas.microsoft.com/office/drawing/2014/main" id="{898CC850-1ADD-4FF0-10A0-CFD8702956A5}"/>
                  </a:ext>
                </a:extLst>
              </p:cNvPr>
              <p:cNvSpPr/>
              <p:nvPr/>
            </p:nvSpPr>
            <p:spPr>
              <a:xfrm>
                <a:off x="5331373" y="2303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0" name="Freeform 28809">
                <a:extLst>
                  <a:ext uri="{FF2B5EF4-FFF2-40B4-BE49-F238E27FC236}">
                    <a16:creationId xmlns:a16="http://schemas.microsoft.com/office/drawing/2014/main" id="{DBB1C990-A48F-C8CB-D40E-A54BF26787DC}"/>
                  </a:ext>
                </a:extLst>
              </p:cNvPr>
              <p:cNvSpPr/>
              <p:nvPr/>
            </p:nvSpPr>
            <p:spPr>
              <a:xfrm>
                <a:off x="5331968" y="2386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1" name="Freeform 28810">
                <a:extLst>
                  <a:ext uri="{FF2B5EF4-FFF2-40B4-BE49-F238E27FC236}">
                    <a16:creationId xmlns:a16="http://schemas.microsoft.com/office/drawing/2014/main" id="{B3527082-0210-8593-4E7F-9F9E2B14B8B5}"/>
                  </a:ext>
                </a:extLst>
              </p:cNvPr>
              <p:cNvSpPr/>
              <p:nvPr/>
            </p:nvSpPr>
            <p:spPr>
              <a:xfrm>
                <a:off x="5332464" y="2391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2" name="Freeform 28811">
                <a:extLst>
                  <a:ext uri="{FF2B5EF4-FFF2-40B4-BE49-F238E27FC236}">
                    <a16:creationId xmlns:a16="http://schemas.microsoft.com/office/drawing/2014/main" id="{75AB359E-EC80-4F23-74C1-787ACE67C0F8}"/>
                  </a:ext>
                </a:extLst>
              </p:cNvPr>
              <p:cNvSpPr/>
              <p:nvPr/>
            </p:nvSpPr>
            <p:spPr>
              <a:xfrm>
                <a:off x="5332960" y="2393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3" name="Freeform 28812">
                <a:extLst>
                  <a:ext uri="{FF2B5EF4-FFF2-40B4-BE49-F238E27FC236}">
                    <a16:creationId xmlns:a16="http://schemas.microsoft.com/office/drawing/2014/main" id="{29B714FA-E09B-80F1-79FE-EDD4DD10113B}"/>
                  </a:ext>
                </a:extLst>
              </p:cNvPr>
              <p:cNvSpPr/>
              <p:nvPr/>
            </p:nvSpPr>
            <p:spPr>
              <a:xfrm>
                <a:off x="5333555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4" name="Freeform 28813">
                <a:extLst>
                  <a:ext uri="{FF2B5EF4-FFF2-40B4-BE49-F238E27FC236}">
                    <a16:creationId xmlns:a16="http://schemas.microsoft.com/office/drawing/2014/main" id="{07699DF0-E2DF-5C6F-D1A2-5F7877707C20}"/>
                  </a:ext>
                </a:extLst>
              </p:cNvPr>
              <p:cNvSpPr/>
              <p:nvPr/>
            </p:nvSpPr>
            <p:spPr>
              <a:xfrm>
                <a:off x="5334052" y="2388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5" name="Freeform 28814">
                <a:extLst>
                  <a:ext uri="{FF2B5EF4-FFF2-40B4-BE49-F238E27FC236}">
                    <a16:creationId xmlns:a16="http://schemas.microsoft.com/office/drawing/2014/main" id="{733922AD-7061-3868-0645-54966CD9A94D}"/>
                  </a:ext>
                </a:extLst>
              </p:cNvPr>
              <p:cNvSpPr/>
              <p:nvPr/>
            </p:nvSpPr>
            <p:spPr>
              <a:xfrm>
                <a:off x="5334548" y="2384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6" name="Freeform 28815">
                <a:extLst>
                  <a:ext uri="{FF2B5EF4-FFF2-40B4-BE49-F238E27FC236}">
                    <a16:creationId xmlns:a16="http://schemas.microsoft.com/office/drawing/2014/main" id="{8CBBE01D-0CA1-9093-CE0B-CA0C9E878801}"/>
                  </a:ext>
                </a:extLst>
              </p:cNvPr>
              <p:cNvSpPr/>
              <p:nvPr/>
            </p:nvSpPr>
            <p:spPr>
              <a:xfrm>
                <a:off x="5335143" y="2386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7" name="Freeform 28816">
                <a:extLst>
                  <a:ext uri="{FF2B5EF4-FFF2-40B4-BE49-F238E27FC236}">
                    <a16:creationId xmlns:a16="http://schemas.microsoft.com/office/drawing/2014/main" id="{36796321-65F6-BD7D-E3B5-8FA4DF2C5304}"/>
                  </a:ext>
                </a:extLst>
              </p:cNvPr>
              <p:cNvSpPr/>
              <p:nvPr/>
            </p:nvSpPr>
            <p:spPr>
              <a:xfrm>
                <a:off x="5335639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8" name="Freeform 28817">
                <a:extLst>
                  <a:ext uri="{FF2B5EF4-FFF2-40B4-BE49-F238E27FC236}">
                    <a16:creationId xmlns:a16="http://schemas.microsoft.com/office/drawing/2014/main" id="{B0BBB5F7-B4BC-0AAA-4A84-FF5DBEF2F62C}"/>
                  </a:ext>
                </a:extLst>
              </p:cNvPr>
              <p:cNvSpPr/>
              <p:nvPr/>
            </p:nvSpPr>
            <p:spPr>
              <a:xfrm>
                <a:off x="5336135" y="2383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9" name="Freeform 28818">
                <a:extLst>
                  <a:ext uri="{FF2B5EF4-FFF2-40B4-BE49-F238E27FC236}">
                    <a16:creationId xmlns:a16="http://schemas.microsoft.com/office/drawing/2014/main" id="{FFB0C31A-0DEE-9D45-A097-AE1376978520}"/>
                  </a:ext>
                </a:extLst>
              </p:cNvPr>
              <p:cNvSpPr/>
              <p:nvPr/>
            </p:nvSpPr>
            <p:spPr>
              <a:xfrm>
                <a:off x="5336730" y="2380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0" name="Freeform 28819">
                <a:extLst>
                  <a:ext uri="{FF2B5EF4-FFF2-40B4-BE49-F238E27FC236}">
                    <a16:creationId xmlns:a16="http://schemas.microsoft.com/office/drawing/2014/main" id="{1C6CAB35-DB4C-0527-2854-85571813F01B}"/>
                  </a:ext>
                </a:extLst>
              </p:cNvPr>
              <p:cNvSpPr/>
              <p:nvPr/>
            </p:nvSpPr>
            <p:spPr>
              <a:xfrm>
                <a:off x="5337227" y="223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1" name="Freeform 28820">
                <a:extLst>
                  <a:ext uri="{FF2B5EF4-FFF2-40B4-BE49-F238E27FC236}">
                    <a16:creationId xmlns:a16="http://schemas.microsoft.com/office/drawing/2014/main" id="{552EA0B4-345F-AF9A-620F-7B407367B2B0}"/>
                  </a:ext>
                </a:extLst>
              </p:cNvPr>
              <p:cNvSpPr/>
              <p:nvPr/>
            </p:nvSpPr>
            <p:spPr>
              <a:xfrm>
                <a:off x="5337723" y="2158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2" name="Freeform 28821">
                <a:extLst>
                  <a:ext uri="{FF2B5EF4-FFF2-40B4-BE49-F238E27FC236}">
                    <a16:creationId xmlns:a16="http://schemas.microsoft.com/office/drawing/2014/main" id="{828B4E4C-9FD0-BEA0-C92D-1FC1507469E7}"/>
                  </a:ext>
                </a:extLst>
              </p:cNvPr>
              <p:cNvSpPr/>
              <p:nvPr/>
            </p:nvSpPr>
            <p:spPr>
              <a:xfrm>
                <a:off x="5338318" y="216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3" name="Freeform 28822">
                <a:extLst>
                  <a:ext uri="{FF2B5EF4-FFF2-40B4-BE49-F238E27FC236}">
                    <a16:creationId xmlns:a16="http://schemas.microsoft.com/office/drawing/2014/main" id="{62FF4B65-D9F4-D873-23A4-C3A85D6DC830}"/>
                  </a:ext>
                </a:extLst>
              </p:cNvPr>
              <p:cNvSpPr/>
              <p:nvPr/>
            </p:nvSpPr>
            <p:spPr>
              <a:xfrm>
                <a:off x="5338814" y="2105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4" name="Freeform 28823">
                <a:extLst>
                  <a:ext uri="{FF2B5EF4-FFF2-40B4-BE49-F238E27FC236}">
                    <a16:creationId xmlns:a16="http://schemas.microsoft.com/office/drawing/2014/main" id="{24D4583C-D6BA-CE9C-C7B2-42143178F330}"/>
                  </a:ext>
                </a:extLst>
              </p:cNvPr>
              <p:cNvSpPr/>
              <p:nvPr/>
            </p:nvSpPr>
            <p:spPr>
              <a:xfrm>
                <a:off x="5339310" y="2099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5" name="Freeform 28824">
                <a:extLst>
                  <a:ext uri="{FF2B5EF4-FFF2-40B4-BE49-F238E27FC236}">
                    <a16:creationId xmlns:a16="http://schemas.microsoft.com/office/drawing/2014/main" id="{611F3526-CF55-3DFB-15CF-3BAD48476738}"/>
                  </a:ext>
                </a:extLst>
              </p:cNvPr>
              <p:cNvSpPr/>
              <p:nvPr/>
            </p:nvSpPr>
            <p:spPr>
              <a:xfrm>
                <a:off x="5339905" y="2097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6" name="Freeform 28825">
                <a:extLst>
                  <a:ext uri="{FF2B5EF4-FFF2-40B4-BE49-F238E27FC236}">
                    <a16:creationId xmlns:a16="http://schemas.microsoft.com/office/drawing/2014/main" id="{AD546041-7AF7-F9BE-94F2-CDC5573BCAC6}"/>
                  </a:ext>
                </a:extLst>
              </p:cNvPr>
              <p:cNvSpPr/>
              <p:nvPr/>
            </p:nvSpPr>
            <p:spPr>
              <a:xfrm>
                <a:off x="5340402" y="2062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7" name="Freeform 28826">
                <a:extLst>
                  <a:ext uri="{FF2B5EF4-FFF2-40B4-BE49-F238E27FC236}">
                    <a16:creationId xmlns:a16="http://schemas.microsoft.com/office/drawing/2014/main" id="{D9252D53-3EFD-D590-BE09-0FE04A5B8A75}"/>
                  </a:ext>
                </a:extLst>
              </p:cNvPr>
              <p:cNvSpPr/>
              <p:nvPr/>
            </p:nvSpPr>
            <p:spPr>
              <a:xfrm>
                <a:off x="5340898" y="2019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8" name="Freeform 28827">
                <a:extLst>
                  <a:ext uri="{FF2B5EF4-FFF2-40B4-BE49-F238E27FC236}">
                    <a16:creationId xmlns:a16="http://schemas.microsoft.com/office/drawing/2014/main" id="{8A6B4582-B3BC-8C4D-FA00-3B613A2366C3}"/>
                  </a:ext>
                </a:extLst>
              </p:cNvPr>
              <p:cNvSpPr/>
              <p:nvPr/>
            </p:nvSpPr>
            <p:spPr>
              <a:xfrm>
                <a:off x="5341493" y="20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9" name="Freeform 28828">
                <a:extLst>
                  <a:ext uri="{FF2B5EF4-FFF2-40B4-BE49-F238E27FC236}">
                    <a16:creationId xmlns:a16="http://schemas.microsoft.com/office/drawing/2014/main" id="{CAE5362B-639D-69D3-F3B6-5AF4A9DF6D6A}"/>
                  </a:ext>
                </a:extLst>
              </p:cNvPr>
              <p:cNvSpPr/>
              <p:nvPr/>
            </p:nvSpPr>
            <p:spPr>
              <a:xfrm>
                <a:off x="5341989" y="200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0" name="Freeform 28829">
                <a:extLst>
                  <a:ext uri="{FF2B5EF4-FFF2-40B4-BE49-F238E27FC236}">
                    <a16:creationId xmlns:a16="http://schemas.microsoft.com/office/drawing/2014/main" id="{56BA4239-95B4-B841-455A-BA509535985E}"/>
                  </a:ext>
                </a:extLst>
              </p:cNvPr>
              <p:cNvSpPr/>
              <p:nvPr/>
            </p:nvSpPr>
            <p:spPr>
              <a:xfrm>
                <a:off x="5342485" y="1997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1" name="Freeform 28830">
                <a:extLst>
                  <a:ext uri="{FF2B5EF4-FFF2-40B4-BE49-F238E27FC236}">
                    <a16:creationId xmlns:a16="http://schemas.microsoft.com/office/drawing/2014/main" id="{359D7298-CCC5-B159-D4A4-2CD1EDEAAE1F}"/>
                  </a:ext>
                </a:extLst>
              </p:cNvPr>
              <p:cNvSpPr/>
              <p:nvPr/>
            </p:nvSpPr>
            <p:spPr>
              <a:xfrm>
                <a:off x="5342981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2" name="Freeform 28831">
                <a:extLst>
                  <a:ext uri="{FF2B5EF4-FFF2-40B4-BE49-F238E27FC236}">
                    <a16:creationId xmlns:a16="http://schemas.microsoft.com/office/drawing/2014/main" id="{484B301F-3759-02D3-416A-9319F319C5EC}"/>
                  </a:ext>
                </a:extLst>
              </p:cNvPr>
              <p:cNvSpPr/>
              <p:nvPr/>
            </p:nvSpPr>
            <p:spPr>
              <a:xfrm>
                <a:off x="5343577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3" name="Freeform 28832">
                <a:extLst>
                  <a:ext uri="{FF2B5EF4-FFF2-40B4-BE49-F238E27FC236}">
                    <a16:creationId xmlns:a16="http://schemas.microsoft.com/office/drawing/2014/main" id="{1FC486CA-C465-7C61-377E-F9A1F8C85CB0}"/>
                  </a:ext>
                </a:extLst>
              </p:cNvPr>
              <p:cNvSpPr/>
              <p:nvPr/>
            </p:nvSpPr>
            <p:spPr>
              <a:xfrm>
                <a:off x="5344073" y="2012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4" name="Freeform 28833">
                <a:extLst>
                  <a:ext uri="{FF2B5EF4-FFF2-40B4-BE49-F238E27FC236}">
                    <a16:creationId xmlns:a16="http://schemas.microsoft.com/office/drawing/2014/main" id="{F0F9156C-F82C-6B09-1260-E62D4BB67644}"/>
                  </a:ext>
                </a:extLst>
              </p:cNvPr>
              <p:cNvSpPr/>
              <p:nvPr/>
            </p:nvSpPr>
            <p:spPr>
              <a:xfrm>
                <a:off x="5344569" y="217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5" name="Freeform 28834">
                <a:extLst>
                  <a:ext uri="{FF2B5EF4-FFF2-40B4-BE49-F238E27FC236}">
                    <a16:creationId xmlns:a16="http://schemas.microsoft.com/office/drawing/2014/main" id="{3929FADB-B618-15E4-E560-DDA203BD10C4}"/>
                  </a:ext>
                </a:extLst>
              </p:cNvPr>
              <p:cNvSpPr/>
              <p:nvPr/>
            </p:nvSpPr>
            <p:spPr>
              <a:xfrm>
                <a:off x="5345164" y="2209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6" name="Freeform 28835">
                <a:extLst>
                  <a:ext uri="{FF2B5EF4-FFF2-40B4-BE49-F238E27FC236}">
                    <a16:creationId xmlns:a16="http://schemas.microsoft.com/office/drawing/2014/main" id="{A043A80A-B7ED-DF44-F900-480B048989FE}"/>
                  </a:ext>
                </a:extLst>
              </p:cNvPr>
              <p:cNvSpPr/>
              <p:nvPr/>
            </p:nvSpPr>
            <p:spPr>
              <a:xfrm>
                <a:off x="5345660" y="2220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7" name="Freeform 28836">
                <a:extLst>
                  <a:ext uri="{FF2B5EF4-FFF2-40B4-BE49-F238E27FC236}">
                    <a16:creationId xmlns:a16="http://schemas.microsoft.com/office/drawing/2014/main" id="{FDD328F3-AB97-467F-4FB4-5877A5901140}"/>
                  </a:ext>
                </a:extLst>
              </p:cNvPr>
              <p:cNvSpPr/>
              <p:nvPr/>
            </p:nvSpPr>
            <p:spPr>
              <a:xfrm>
                <a:off x="5346156" y="2229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8" name="Freeform 28837">
                <a:extLst>
                  <a:ext uri="{FF2B5EF4-FFF2-40B4-BE49-F238E27FC236}">
                    <a16:creationId xmlns:a16="http://schemas.microsoft.com/office/drawing/2014/main" id="{9C710287-A1CA-9D53-FC0F-723077235B3A}"/>
                  </a:ext>
                </a:extLst>
              </p:cNvPr>
              <p:cNvSpPr/>
              <p:nvPr/>
            </p:nvSpPr>
            <p:spPr>
              <a:xfrm>
                <a:off x="5346752" y="2241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9" name="Freeform 28838">
                <a:extLst>
                  <a:ext uri="{FF2B5EF4-FFF2-40B4-BE49-F238E27FC236}">
                    <a16:creationId xmlns:a16="http://schemas.microsoft.com/office/drawing/2014/main" id="{FDCEB43D-CB63-9FA6-16C7-BBEA41D2EBC9}"/>
                  </a:ext>
                </a:extLst>
              </p:cNvPr>
              <p:cNvSpPr/>
              <p:nvPr/>
            </p:nvSpPr>
            <p:spPr>
              <a:xfrm>
                <a:off x="5347248" y="2235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0" name="Freeform 28839">
                <a:extLst>
                  <a:ext uri="{FF2B5EF4-FFF2-40B4-BE49-F238E27FC236}">
                    <a16:creationId xmlns:a16="http://schemas.microsoft.com/office/drawing/2014/main" id="{90F3EB48-AE8B-2483-9480-5B2479C7079E}"/>
                  </a:ext>
                </a:extLst>
              </p:cNvPr>
              <p:cNvSpPr/>
              <p:nvPr/>
            </p:nvSpPr>
            <p:spPr>
              <a:xfrm>
                <a:off x="5347744" y="2237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1" name="Freeform 28840">
                <a:extLst>
                  <a:ext uri="{FF2B5EF4-FFF2-40B4-BE49-F238E27FC236}">
                    <a16:creationId xmlns:a16="http://schemas.microsoft.com/office/drawing/2014/main" id="{15E9D6F5-ECC2-D4AF-3089-1CEC75168C3C}"/>
                  </a:ext>
                </a:extLst>
              </p:cNvPr>
              <p:cNvSpPr/>
              <p:nvPr/>
            </p:nvSpPr>
            <p:spPr>
              <a:xfrm>
                <a:off x="5348339" y="2228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2" name="Freeform 28841">
                <a:extLst>
                  <a:ext uri="{FF2B5EF4-FFF2-40B4-BE49-F238E27FC236}">
                    <a16:creationId xmlns:a16="http://schemas.microsoft.com/office/drawing/2014/main" id="{677DD8CC-E3AB-73EF-805F-84A1F93A1CF8}"/>
                  </a:ext>
                </a:extLst>
              </p:cNvPr>
              <p:cNvSpPr/>
              <p:nvPr/>
            </p:nvSpPr>
            <p:spPr>
              <a:xfrm>
                <a:off x="5348835" y="2220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3" name="Freeform 28842">
                <a:extLst>
                  <a:ext uri="{FF2B5EF4-FFF2-40B4-BE49-F238E27FC236}">
                    <a16:creationId xmlns:a16="http://schemas.microsoft.com/office/drawing/2014/main" id="{898493A9-5776-4770-5E70-B8DCFB9165B2}"/>
                  </a:ext>
                </a:extLst>
              </p:cNvPr>
              <p:cNvSpPr/>
              <p:nvPr/>
            </p:nvSpPr>
            <p:spPr>
              <a:xfrm>
                <a:off x="5349331" y="2205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4" name="Freeform 28843">
                <a:extLst>
                  <a:ext uri="{FF2B5EF4-FFF2-40B4-BE49-F238E27FC236}">
                    <a16:creationId xmlns:a16="http://schemas.microsoft.com/office/drawing/2014/main" id="{0BDFD741-527F-505F-B565-8565191CF724}"/>
                  </a:ext>
                </a:extLst>
              </p:cNvPr>
              <p:cNvSpPr/>
              <p:nvPr/>
            </p:nvSpPr>
            <p:spPr>
              <a:xfrm>
                <a:off x="5349927" y="2094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5" name="Freeform 28844">
                <a:extLst>
                  <a:ext uri="{FF2B5EF4-FFF2-40B4-BE49-F238E27FC236}">
                    <a16:creationId xmlns:a16="http://schemas.microsoft.com/office/drawing/2014/main" id="{65F8699E-00A5-4BFD-79E4-3D201A7EBEA7}"/>
                  </a:ext>
                </a:extLst>
              </p:cNvPr>
              <p:cNvSpPr/>
              <p:nvPr/>
            </p:nvSpPr>
            <p:spPr>
              <a:xfrm>
                <a:off x="5350423" y="2052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6" name="Freeform 28845">
                <a:extLst>
                  <a:ext uri="{FF2B5EF4-FFF2-40B4-BE49-F238E27FC236}">
                    <a16:creationId xmlns:a16="http://schemas.microsoft.com/office/drawing/2014/main" id="{D0373AB2-C552-2608-A148-BB5B806FA35F}"/>
                  </a:ext>
                </a:extLst>
              </p:cNvPr>
              <p:cNvSpPr/>
              <p:nvPr/>
            </p:nvSpPr>
            <p:spPr>
              <a:xfrm>
                <a:off x="5350919" y="2096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7" name="Freeform 28846">
                <a:extLst>
                  <a:ext uri="{FF2B5EF4-FFF2-40B4-BE49-F238E27FC236}">
                    <a16:creationId xmlns:a16="http://schemas.microsoft.com/office/drawing/2014/main" id="{9F2B2232-A10D-E496-3E19-7E870755247F}"/>
                  </a:ext>
                </a:extLst>
              </p:cNvPr>
              <p:cNvSpPr/>
              <p:nvPr/>
            </p:nvSpPr>
            <p:spPr>
              <a:xfrm>
                <a:off x="5351514" y="1996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8" name="Freeform 28847">
                <a:extLst>
                  <a:ext uri="{FF2B5EF4-FFF2-40B4-BE49-F238E27FC236}">
                    <a16:creationId xmlns:a16="http://schemas.microsoft.com/office/drawing/2014/main" id="{E9C0EB4B-67C2-E0FE-2E74-A2FB345C9C41}"/>
                  </a:ext>
                </a:extLst>
              </p:cNvPr>
              <p:cNvSpPr/>
              <p:nvPr/>
            </p:nvSpPr>
            <p:spPr>
              <a:xfrm>
                <a:off x="5352010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9" name="Freeform 28848">
                <a:extLst>
                  <a:ext uri="{FF2B5EF4-FFF2-40B4-BE49-F238E27FC236}">
                    <a16:creationId xmlns:a16="http://schemas.microsoft.com/office/drawing/2014/main" id="{95C1AF07-5E77-C038-134C-C602726E2970}"/>
                  </a:ext>
                </a:extLst>
              </p:cNvPr>
              <p:cNvSpPr/>
              <p:nvPr/>
            </p:nvSpPr>
            <p:spPr>
              <a:xfrm>
                <a:off x="5352506" y="2002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0" name="Freeform 28849">
                <a:extLst>
                  <a:ext uri="{FF2B5EF4-FFF2-40B4-BE49-F238E27FC236}">
                    <a16:creationId xmlns:a16="http://schemas.microsoft.com/office/drawing/2014/main" id="{94E0BD3A-35C4-F58A-9178-A4B9ED71D8D9}"/>
                  </a:ext>
                </a:extLst>
              </p:cNvPr>
              <p:cNvSpPr/>
              <p:nvPr/>
            </p:nvSpPr>
            <p:spPr>
              <a:xfrm>
                <a:off x="5353102" y="197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1" name="Freeform 28850">
                <a:extLst>
                  <a:ext uri="{FF2B5EF4-FFF2-40B4-BE49-F238E27FC236}">
                    <a16:creationId xmlns:a16="http://schemas.microsoft.com/office/drawing/2014/main" id="{9D0D647F-F6FD-00D4-2106-DC6FE87E346E}"/>
                  </a:ext>
                </a:extLst>
              </p:cNvPr>
              <p:cNvSpPr/>
              <p:nvPr/>
            </p:nvSpPr>
            <p:spPr>
              <a:xfrm>
                <a:off x="5353598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2" name="Freeform 28851">
                <a:extLst>
                  <a:ext uri="{FF2B5EF4-FFF2-40B4-BE49-F238E27FC236}">
                    <a16:creationId xmlns:a16="http://schemas.microsoft.com/office/drawing/2014/main" id="{7957DAD3-E34B-5C73-A076-A51957F3D2E0}"/>
                  </a:ext>
                </a:extLst>
              </p:cNvPr>
              <p:cNvSpPr/>
              <p:nvPr/>
            </p:nvSpPr>
            <p:spPr>
              <a:xfrm>
                <a:off x="5354094" y="1936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3" name="Freeform 28852">
                <a:extLst>
                  <a:ext uri="{FF2B5EF4-FFF2-40B4-BE49-F238E27FC236}">
                    <a16:creationId xmlns:a16="http://schemas.microsoft.com/office/drawing/2014/main" id="{E1BF36D1-41E0-EBCF-259A-F8C8511DD79E}"/>
                  </a:ext>
                </a:extLst>
              </p:cNvPr>
              <p:cNvSpPr/>
              <p:nvPr/>
            </p:nvSpPr>
            <p:spPr>
              <a:xfrm>
                <a:off x="5354689" y="1909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4" name="Freeform 28853">
                <a:extLst>
                  <a:ext uri="{FF2B5EF4-FFF2-40B4-BE49-F238E27FC236}">
                    <a16:creationId xmlns:a16="http://schemas.microsoft.com/office/drawing/2014/main" id="{1578EADC-C842-137E-D37E-5DAAFFFE5013}"/>
                  </a:ext>
                </a:extLst>
              </p:cNvPr>
              <p:cNvSpPr/>
              <p:nvPr/>
            </p:nvSpPr>
            <p:spPr>
              <a:xfrm>
                <a:off x="5355185" y="1882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5" name="Freeform 28854">
                <a:extLst>
                  <a:ext uri="{FF2B5EF4-FFF2-40B4-BE49-F238E27FC236}">
                    <a16:creationId xmlns:a16="http://schemas.microsoft.com/office/drawing/2014/main" id="{B4F2C6C9-8067-BAAD-019B-1FBBCA67FC8E}"/>
                  </a:ext>
                </a:extLst>
              </p:cNvPr>
              <p:cNvSpPr/>
              <p:nvPr/>
            </p:nvSpPr>
            <p:spPr>
              <a:xfrm>
                <a:off x="5355681" y="1873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6" name="Freeform 28855">
                <a:extLst>
                  <a:ext uri="{FF2B5EF4-FFF2-40B4-BE49-F238E27FC236}">
                    <a16:creationId xmlns:a16="http://schemas.microsoft.com/office/drawing/2014/main" id="{96B02537-B8FC-7C7D-56FF-CB073EF502EF}"/>
                  </a:ext>
                </a:extLst>
              </p:cNvPr>
              <p:cNvSpPr/>
              <p:nvPr/>
            </p:nvSpPr>
            <p:spPr>
              <a:xfrm>
                <a:off x="5356177" y="1884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7" name="Freeform 28856">
                <a:extLst>
                  <a:ext uri="{FF2B5EF4-FFF2-40B4-BE49-F238E27FC236}">
                    <a16:creationId xmlns:a16="http://schemas.microsoft.com/office/drawing/2014/main" id="{A97B518C-B79A-992E-23CD-3505BA596ACB}"/>
                  </a:ext>
                </a:extLst>
              </p:cNvPr>
              <p:cNvSpPr/>
              <p:nvPr/>
            </p:nvSpPr>
            <p:spPr>
              <a:xfrm>
                <a:off x="5356773" y="2119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8" name="Freeform 28857">
                <a:extLst>
                  <a:ext uri="{FF2B5EF4-FFF2-40B4-BE49-F238E27FC236}">
                    <a16:creationId xmlns:a16="http://schemas.microsoft.com/office/drawing/2014/main" id="{EE5D2F66-6636-F201-4FCB-A0979897382B}"/>
                  </a:ext>
                </a:extLst>
              </p:cNvPr>
              <p:cNvSpPr/>
              <p:nvPr/>
            </p:nvSpPr>
            <p:spPr>
              <a:xfrm>
                <a:off x="5357269" y="2385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9" name="Freeform 28858">
                <a:extLst>
                  <a:ext uri="{FF2B5EF4-FFF2-40B4-BE49-F238E27FC236}">
                    <a16:creationId xmlns:a16="http://schemas.microsoft.com/office/drawing/2014/main" id="{1CF0881C-D212-C161-6DD9-C1DEDD565793}"/>
                  </a:ext>
                </a:extLst>
              </p:cNvPr>
              <p:cNvSpPr/>
              <p:nvPr/>
            </p:nvSpPr>
            <p:spPr>
              <a:xfrm>
                <a:off x="5357765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0" name="Freeform 28859">
                <a:extLst>
                  <a:ext uri="{FF2B5EF4-FFF2-40B4-BE49-F238E27FC236}">
                    <a16:creationId xmlns:a16="http://schemas.microsoft.com/office/drawing/2014/main" id="{53FFEFB5-1B24-6E02-806A-73B76AF1C4C7}"/>
                  </a:ext>
                </a:extLst>
              </p:cNvPr>
              <p:cNvSpPr/>
              <p:nvPr/>
            </p:nvSpPr>
            <p:spPr>
              <a:xfrm>
                <a:off x="5358360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1" name="Freeform 28860">
                <a:extLst>
                  <a:ext uri="{FF2B5EF4-FFF2-40B4-BE49-F238E27FC236}">
                    <a16:creationId xmlns:a16="http://schemas.microsoft.com/office/drawing/2014/main" id="{BA648C4D-C169-1C17-025D-3929622DFB30}"/>
                  </a:ext>
                </a:extLst>
              </p:cNvPr>
              <p:cNvSpPr/>
              <p:nvPr/>
            </p:nvSpPr>
            <p:spPr>
              <a:xfrm>
                <a:off x="5358856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2" name="Freeform 28861">
                <a:extLst>
                  <a:ext uri="{FF2B5EF4-FFF2-40B4-BE49-F238E27FC236}">
                    <a16:creationId xmlns:a16="http://schemas.microsoft.com/office/drawing/2014/main" id="{695E294C-4FDD-29C7-04DC-354C445A2B16}"/>
                  </a:ext>
                </a:extLst>
              </p:cNvPr>
              <p:cNvSpPr/>
              <p:nvPr/>
            </p:nvSpPr>
            <p:spPr>
              <a:xfrm>
                <a:off x="5359352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3" name="Freeform 28862">
                <a:extLst>
                  <a:ext uri="{FF2B5EF4-FFF2-40B4-BE49-F238E27FC236}">
                    <a16:creationId xmlns:a16="http://schemas.microsoft.com/office/drawing/2014/main" id="{E61EBA7F-A0E8-0B9D-22E8-22F39D814F8F}"/>
                  </a:ext>
                </a:extLst>
              </p:cNvPr>
              <p:cNvSpPr/>
              <p:nvPr/>
            </p:nvSpPr>
            <p:spPr>
              <a:xfrm>
                <a:off x="5359948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4" name="Freeform 28863">
                <a:extLst>
                  <a:ext uri="{FF2B5EF4-FFF2-40B4-BE49-F238E27FC236}">
                    <a16:creationId xmlns:a16="http://schemas.microsoft.com/office/drawing/2014/main" id="{99E0D1EF-6C25-2ACF-B0A4-01F7447B4D6A}"/>
                  </a:ext>
                </a:extLst>
              </p:cNvPr>
              <p:cNvSpPr/>
              <p:nvPr/>
            </p:nvSpPr>
            <p:spPr>
              <a:xfrm>
                <a:off x="5360444" y="2401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5" name="Freeform 28864">
                <a:extLst>
                  <a:ext uri="{FF2B5EF4-FFF2-40B4-BE49-F238E27FC236}">
                    <a16:creationId xmlns:a16="http://schemas.microsoft.com/office/drawing/2014/main" id="{D4D9D954-9F9B-8F28-96F8-AFCB4281D900}"/>
                  </a:ext>
                </a:extLst>
              </p:cNvPr>
              <p:cNvSpPr/>
              <p:nvPr/>
            </p:nvSpPr>
            <p:spPr>
              <a:xfrm>
                <a:off x="5360940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6" name="Freeform 28865">
                <a:extLst>
                  <a:ext uri="{FF2B5EF4-FFF2-40B4-BE49-F238E27FC236}">
                    <a16:creationId xmlns:a16="http://schemas.microsoft.com/office/drawing/2014/main" id="{D539196D-BE75-753A-A1BA-6ECE19D683D8}"/>
                  </a:ext>
                </a:extLst>
              </p:cNvPr>
              <p:cNvSpPr/>
              <p:nvPr/>
            </p:nvSpPr>
            <p:spPr>
              <a:xfrm>
                <a:off x="5361535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7" name="Freeform 28866">
                <a:extLst>
                  <a:ext uri="{FF2B5EF4-FFF2-40B4-BE49-F238E27FC236}">
                    <a16:creationId xmlns:a16="http://schemas.microsoft.com/office/drawing/2014/main" id="{DD3A0D05-270C-3A50-FC44-CAE431911CA3}"/>
                  </a:ext>
                </a:extLst>
              </p:cNvPr>
              <p:cNvSpPr/>
              <p:nvPr/>
            </p:nvSpPr>
            <p:spPr>
              <a:xfrm>
                <a:off x="5362031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8" name="Freeform 28867">
                <a:extLst>
                  <a:ext uri="{FF2B5EF4-FFF2-40B4-BE49-F238E27FC236}">
                    <a16:creationId xmlns:a16="http://schemas.microsoft.com/office/drawing/2014/main" id="{73D10CE2-C28F-CA97-35B7-9A0B8AAD083E}"/>
                  </a:ext>
                </a:extLst>
              </p:cNvPr>
              <p:cNvSpPr/>
              <p:nvPr/>
            </p:nvSpPr>
            <p:spPr>
              <a:xfrm>
                <a:off x="5362527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9" name="Freeform 28868">
                <a:extLst>
                  <a:ext uri="{FF2B5EF4-FFF2-40B4-BE49-F238E27FC236}">
                    <a16:creationId xmlns:a16="http://schemas.microsoft.com/office/drawing/2014/main" id="{19D47520-4978-CD18-6127-F92B7429DF20}"/>
                  </a:ext>
                </a:extLst>
              </p:cNvPr>
              <p:cNvSpPr/>
              <p:nvPr/>
            </p:nvSpPr>
            <p:spPr>
              <a:xfrm>
                <a:off x="5363123" y="2180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0" name="Freeform 28869">
                <a:extLst>
                  <a:ext uri="{FF2B5EF4-FFF2-40B4-BE49-F238E27FC236}">
                    <a16:creationId xmlns:a16="http://schemas.microsoft.com/office/drawing/2014/main" id="{285F6BBB-B7F1-5FE8-D24F-DA0D91544386}"/>
                  </a:ext>
                </a:extLst>
              </p:cNvPr>
              <p:cNvSpPr/>
              <p:nvPr/>
            </p:nvSpPr>
            <p:spPr>
              <a:xfrm>
                <a:off x="5363619" y="2192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1" name="Freeform 28870">
                <a:extLst>
                  <a:ext uri="{FF2B5EF4-FFF2-40B4-BE49-F238E27FC236}">
                    <a16:creationId xmlns:a16="http://schemas.microsoft.com/office/drawing/2014/main" id="{A607FB40-9C8E-ACEB-D61F-3BB4581CBD7A}"/>
                  </a:ext>
                </a:extLst>
              </p:cNvPr>
              <p:cNvSpPr/>
              <p:nvPr/>
            </p:nvSpPr>
            <p:spPr>
              <a:xfrm>
                <a:off x="5364115" y="2194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2" name="Freeform 28871">
                <a:extLst>
                  <a:ext uri="{FF2B5EF4-FFF2-40B4-BE49-F238E27FC236}">
                    <a16:creationId xmlns:a16="http://schemas.microsoft.com/office/drawing/2014/main" id="{9C20D5D5-3B4F-C601-320C-50781E8404FF}"/>
                  </a:ext>
                </a:extLst>
              </p:cNvPr>
              <p:cNvSpPr/>
              <p:nvPr/>
            </p:nvSpPr>
            <p:spPr>
              <a:xfrm>
                <a:off x="5364710" y="2196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3" name="Freeform 28872">
                <a:extLst>
                  <a:ext uri="{FF2B5EF4-FFF2-40B4-BE49-F238E27FC236}">
                    <a16:creationId xmlns:a16="http://schemas.microsoft.com/office/drawing/2014/main" id="{B00FFCDC-D43C-82A8-BD41-45FF95C69506}"/>
                  </a:ext>
                </a:extLst>
              </p:cNvPr>
              <p:cNvSpPr/>
              <p:nvPr/>
            </p:nvSpPr>
            <p:spPr>
              <a:xfrm>
                <a:off x="5365206" y="2197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4" name="Freeform 28873">
                <a:extLst>
                  <a:ext uri="{FF2B5EF4-FFF2-40B4-BE49-F238E27FC236}">
                    <a16:creationId xmlns:a16="http://schemas.microsoft.com/office/drawing/2014/main" id="{533A02F2-AD3B-7CE3-1589-BFCDA9997E78}"/>
                  </a:ext>
                </a:extLst>
              </p:cNvPr>
              <p:cNvSpPr/>
              <p:nvPr/>
            </p:nvSpPr>
            <p:spPr>
              <a:xfrm>
                <a:off x="5365702" y="2180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5" name="Freeform 28874">
                <a:extLst>
                  <a:ext uri="{FF2B5EF4-FFF2-40B4-BE49-F238E27FC236}">
                    <a16:creationId xmlns:a16="http://schemas.microsoft.com/office/drawing/2014/main" id="{D6CEB895-AAEF-390B-05E1-8386277228C1}"/>
                  </a:ext>
                </a:extLst>
              </p:cNvPr>
              <p:cNvSpPr/>
              <p:nvPr/>
            </p:nvSpPr>
            <p:spPr>
              <a:xfrm>
                <a:off x="5366298" y="216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6" name="Freeform 28875">
                <a:extLst>
                  <a:ext uri="{FF2B5EF4-FFF2-40B4-BE49-F238E27FC236}">
                    <a16:creationId xmlns:a16="http://schemas.microsoft.com/office/drawing/2014/main" id="{634321CE-E9B9-4842-1DB5-92C0B1186F96}"/>
                  </a:ext>
                </a:extLst>
              </p:cNvPr>
              <p:cNvSpPr/>
              <p:nvPr/>
            </p:nvSpPr>
            <p:spPr>
              <a:xfrm>
                <a:off x="5366794" y="2155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7" name="Freeform 28876">
                <a:extLst>
                  <a:ext uri="{FF2B5EF4-FFF2-40B4-BE49-F238E27FC236}">
                    <a16:creationId xmlns:a16="http://schemas.microsoft.com/office/drawing/2014/main" id="{265DD960-AF12-B74A-BD02-F3ECBBC5CA26}"/>
                  </a:ext>
                </a:extLst>
              </p:cNvPr>
              <p:cNvSpPr/>
              <p:nvPr/>
            </p:nvSpPr>
            <p:spPr>
              <a:xfrm>
                <a:off x="5367290" y="214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8" name="Freeform 28877">
                <a:extLst>
                  <a:ext uri="{FF2B5EF4-FFF2-40B4-BE49-F238E27FC236}">
                    <a16:creationId xmlns:a16="http://schemas.microsoft.com/office/drawing/2014/main" id="{6CA51654-262D-B8F8-083A-399986430229}"/>
                  </a:ext>
                </a:extLst>
              </p:cNvPr>
              <p:cNvSpPr/>
              <p:nvPr/>
            </p:nvSpPr>
            <p:spPr>
              <a:xfrm>
                <a:off x="5367786" y="2131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9" name="Freeform 28878">
                <a:extLst>
                  <a:ext uri="{FF2B5EF4-FFF2-40B4-BE49-F238E27FC236}">
                    <a16:creationId xmlns:a16="http://schemas.microsoft.com/office/drawing/2014/main" id="{F568658D-73DC-C166-B5CF-0DD90A32C493}"/>
                  </a:ext>
                </a:extLst>
              </p:cNvPr>
              <p:cNvSpPr/>
              <p:nvPr/>
            </p:nvSpPr>
            <p:spPr>
              <a:xfrm>
                <a:off x="5368381" y="211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0" name="Freeform 28879">
                <a:extLst>
                  <a:ext uri="{FF2B5EF4-FFF2-40B4-BE49-F238E27FC236}">
                    <a16:creationId xmlns:a16="http://schemas.microsoft.com/office/drawing/2014/main" id="{DCF95C9D-3DED-155C-2D84-04C7BCF17A75}"/>
                  </a:ext>
                </a:extLst>
              </p:cNvPr>
              <p:cNvSpPr/>
              <p:nvPr/>
            </p:nvSpPr>
            <p:spPr>
              <a:xfrm>
                <a:off x="5368877" y="209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1" name="Freeform 28880">
                <a:extLst>
                  <a:ext uri="{FF2B5EF4-FFF2-40B4-BE49-F238E27FC236}">
                    <a16:creationId xmlns:a16="http://schemas.microsoft.com/office/drawing/2014/main" id="{9AC2612C-2AEC-120F-F351-4166DB3E7145}"/>
                  </a:ext>
                </a:extLst>
              </p:cNvPr>
              <p:cNvSpPr/>
              <p:nvPr/>
            </p:nvSpPr>
            <p:spPr>
              <a:xfrm>
                <a:off x="5369373" y="2339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2" name="Freeform 28881">
                <a:extLst>
                  <a:ext uri="{FF2B5EF4-FFF2-40B4-BE49-F238E27FC236}">
                    <a16:creationId xmlns:a16="http://schemas.microsoft.com/office/drawing/2014/main" id="{4F8E28D9-38C7-CB0B-D32D-32DA185DEC8F}"/>
                  </a:ext>
                </a:extLst>
              </p:cNvPr>
              <p:cNvSpPr/>
              <p:nvPr/>
            </p:nvSpPr>
            <p:spPr>
              <a:xfrm>
                <a:off x="5369969" y="2395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3" name="Freeform 28882">
                <a:extLst>
                  <a:ext uri="{FF2B5EF4-FFF2-40B4-BE49-F238E27FC236}">
                    <a16:creationId xmlns:a16="http://schemas.microsoft.com/office/drawing/2014/main" id="{BA739529-EA1E-4C5B-7F2F-0C255DAFA14E}"/>
                  </a:ext>
                </a:extLst>
              </p:cNvPr>
              <p:cNvSpPr/>
              <p:nvPr/>
            </p:nvSpPr>
            <p:spPr>
              <a:xfrm>
                <a:off x="5370465" y="2401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4" name="Freeform 28883">
                <a:extLst>
                  <a:ext uri="{FF2B5EF4-FFF2-40B4-BE49-F238E27FC236}">
                    <a16:creationId xmlns:a16="http://schemas.microsoft.com/office/drawing/2014/main" id="{8FA64B20-D95D-F9EF-A7E9-BF133D54FC5B}"/>
                  </a:ext>
                </a:extLst>
              </p:cNvPr>
              <p:cNvSpPr/>
              <p:nvPr/>
            </p:nvSpPr>
            <p:spPr>
              <a:xfrm>
                <a:off x="5370961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5" name="Freeform 28884">
                <a:extLst>
                  <a:ext uri="{FF2B5EF4-FFF2-40B4-BE49-F238E27FC236}">
                    <a16:creationId xmlns:a16="http://schemas.microsoft.com/office/drawing/2014/main" id="{9E95043D-38F9-4E3E-15D6-058188DDD25E}"/>
                  </a:ext>
                </a:extLst>
              </p:cNvPr>
              <p:cNvSpPr/>
              <p:nvPr/>
            </p:nvSpPr>
            <p:spPr>
              <a:xfrm>
                <a:off x="5371556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6" name="Freeform 28885">
                <a:extLst>
                  <a:ext uri="{FF2B5EF4-FFF2-40B4-BE49-F238E27FC236}">
                    <a16:creationId xmlns:a16="http://schemas.microsoft.com/office/drawing/2014/main" id="{B3FC8289-0728-DE30-3A81-C44FCFEE41B4}"/>
                  </a:ext>
                </a:extLst>
              </p:cNvPr>
              <p:cNvSpPr/>
              <p:nvPr/>
            </p:nvSpPr>
            <p:spPr>
              <a:xfrm>
                <a:off x="5372052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7" name="Freeform 28886">
                <a:extLst>
                  <a:ext uri="{FF2B5EF4-FFF2-40B4-BE49-F238E27FC236}">
                    <a16:creationId xmlns:a16="http://schemas.microsoft.com/office/drawing/2014/main" id="{5940803F-1004-9DA9-B579-22CEBBBE9E9B}"/>
                  </a:ext>
                </a:extLst>
              </p:cNvPr>
              <p:cNvSpPr/>
              <p:nvPr/>
            </p:nvSpPr>
            <p:spPr>
              <a:xfrm>
                <a:off x="5372548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8" name="Freeform 28887">
                <a:extLst>
                  <a:ext uri="{FF2B5EF4-FFF2-40B4-BE49-F238E27FC236}">
                    <a16:creationId xmlns:a16="http://schemas.microsoft.com/office/drawing/2014/main" id="{AE2C4CE5-6DD2-AF20-F3CE-8514F222DDEA}"/>
                  </a:ext>
                </a:extLst>
              </p:cNvPr>
              <p:cNvSpPr/>
              <p:nvPr/>
            </p:nvSpPr>
            <p:spPr>
              <a:xfrm>
                <a:off x="5373144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9" name="Freeform 28888">
                <a:extLst>
                  <a:ext uri="{FF2B5EF4-FFF2-40B4-BE49-F238E27FC236}">
                    <a16:creationId xmlns:a16="http://schemas.microsoft.com/office/drawing/2014/main" id="{539075E3-8FE8-03FD-BF09-CBA5996A6B06}"/>
                  </a:ext>
                </a:extLst>
              </p:cNvPr>
              <p:cNvSpPr/>
              <p:nvPr/>
            </p:nvSpPr>
            <p:spPr>
              <a:xfrm>
                <a:off x="5373640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0" name="Freeform 28889">
                <a:extLst>
                  <a:ext uri="{FF2B5EF4-FFF2-40B4-BE49-F238E27FC236}">
                    <a16:creationId xmlns:a16="http://schemas.microsoft.com/office/drawing/2014/main" id="{3662E8D2-3826-7C4F-8836-C09E764CFCA6}"/>
                  </a:ext>
                </a:extLst>
              </p:cNvPr>
              <p:cNvSpPr/>
              <p:nvPr/>
            </p:nvSpPr>
            <p:spPr>
              <a:xfrm>
                <a:off x="5374136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1" name="Freeform 28890">
                <a:extLst>
                  <a:ext uri="{FF2B5EF4-FFF2-40B4-BE49-F238E27FC236}">
                    <a16:creationId xmlns:a16="http://schemas.microsoft.com/office/drawing/2014/main" id="{A8ADA715-EC9D-8593-7D0F-B41A39B1AEDD}"/>
                  </a:ext>
                </a:extLst>
              </p:cNvPr>
              <p:cNvSpPr/>
              <p:nvPr/>
            </p:nvSpPr>
            <p:spPr>
              <a:xfrm>
                <a:off x="537473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2" name="Freeform 28891">
                <a:extLst>
                  <a:ext uri="{FF2B5EF4-FFF2-40B4-BE49-F238E27FC236}">
                    <a16:creationId xmlns:a16="http://schemas.microsoft.com/office/drawing/2014/main" id="{3CDFB708-4A72-76A7-E914-E3CF25186FF2}"/>
                  </a:ext>
                </a:extLst>
              </p:cNvPr>
              <p:cNvSpPr/>
              <p:nvPr/>
            </p:nvSpPr>
            <p:spPr>
              <a:xfrm>
                <a:off x="5375227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3" name="Freeform 28892">
                <a:extLst>
                  <a:ext uri="{FF2B5EF4-FFF2-40B4-BE49-F238E27FC236}">
                    <a16:creationId xmlns:a16="http://schemas.microsoft.com/office/drawing/2014/main" id="{D813119F-9DB7-2AE6-FBF6-4B050F0FADF3}"/>
                  </a:ext>
                </a:extLst>
              </p:cNvPr>
              <p:cNvSpPr/>
              <p:nvPr/>
            </p:nvSpPr>
            <p:spPr>
              <a:xfrm>
                <a:off x="5375723" y="2045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4" name="Freeform 28893">
                <a:extLst>
                  <a:ext uri="{FF2B5EF4-FFF2-40B4-BE49-F238E27FC236}">
                    <a16:creationId xmlns:a16="http://schemas.microsoft.com/office/drawing/2014/main" id="{A60ECCF6-1067-7A08-C907-F92D8D71A513}"/>
                  </a:ext>
                </a:extLst>
              </p:cNvPr>
              <p:cNvSpPr/>
              <p:nvPr/>
            </p:nvSpPr>
            <p:spPr>
              <a:xfrm>
                <a:off x="5376319" y="2096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5" name="Freeform 28894">
                <a:extLst>
                  <a:ext uri="{FF2B5EF4-FFF2-40B4-BE49-F238E27FC236}">
                    <a16:creationId xmlns:a16="http://schemas.microsoft.com/office/drawing/2014/main" id="{A23032F0-FCA5-84B9-BC9A-D50D56F0C0BC}"/>
                  </a:ext>
                </a:extLst>
              </p:cNvPr>
              <p:cNvSpPr/>
              <p:nvPr/>
            </p:nvSpPr>
            <p:spPr>
              <a:xfrm>
                <a:off x="5376815" y="2119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6" name="Freeform 28895">
                <a:extLst>
                  <a:ext uri="{FF2B5EF4-FFF2-40B4-BE49-F238E27FC236}">
                    <a16:creationId xmlns:a16="http://schemas.microsoft.com/office/drawing/2014/main" id="{F91D43CD-749C-CF7A-4E7B-B18363E0FD02}"/>
                  </a:ext>
                </a:extLst>
              </p:cNvPr>
              <p:cNvSpPr/>
              <p:nvPr/>
            </p:nvSpPr>
            <p:spPr>
              <a:xfrm>
                <a:off x="5377311" y="195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7" name="Freeform 28896">
                <a:extLst>
                  <a:ext uri="{FF2B5EF4-FFF2-40B4-BE49-F238E27FC236}">
                    <a16:creationId xmlns:a16="http://schemas.microsoft.com/office/drawing/2014/main" id="{67218467-67F0-0CFB-B23B-CC404501F485}"/>
                  </a:ext>
                </a:extLst>
              </p:cNvPr>
              <p:cNvSpPr/>
              <p:nvPr/>
            </p:nvSpPr>
            <p:spPr>
              <a:xfrm>
                <a:off x="5377906" y="2102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8" name="Freeform 28897">
                <a:extLst>
                  <a:ext uri="{FF2B5EF4-FFF2-40B4-BE49-F238E27FC236}">
                    <a16:creationId xmlns:a16="http://schemas.microsoft.com/office/drawing/2014/main" id="{AC3146F0-76DC-2A12-16ED-2414A5BD4A74}"/>
                  </a:ext>
                </a:extLst>
              </p:cNvPr>
              <p:cNvSpPr/>
              <p:nvPr/>
            </p:nvSpPr>
            <p:spPr>
              <a:xfrm>
                <a:off x="5378402" y="2095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9" name="Freeform 28898">
                <a:extLst>
                  <a:ext uri="{FF2B5EF4-FFF2-40B4-BE49-F238E27FC236}">
                    <a16:creationId xmlns:a16="http://schemas.microsoft.com/office/drawing/2014/main" id="{C946CA33-9C05-EBA3-9F35-416463BAA89D}"/>
                  </a:ext>
                </a:extLst>
              </p:cNvPr>
              <p:cNvSpPr/>
              <p:nvPr/>
            </p:nvSpPr>
            <p:spPr>
              <a:xfrm>
                <a:off x="5378898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0" name="Freeform 28899">
                <a:extLst>
                  <a:ext uri="{FF2B5EF4-FFF2-40B4-BE49-F238E27FC236}">
                    <a16:creationId xmlns:a16="http://schemas.microsoft.com/office/drawing/2014/main" id="{A69135E3-24D8-4EE1-D91C-F2DDF8E06D71}"/>
                  </a:ext>
                </a:extLst>
              </p:cNvPr>
              <p:cNvSpPr/>
              <p:nvPr/>
            </p:nvSpPr>
            <p:spPr>
              <a:xfrm>
                <a:off x="5379395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1" name="Freeform 28900">
                <a:extLst>
                  <a:ext uri="{FF2B5EF4-FFF2-40B4-BE49-F238E27FC236}">
                    <a16:creationId xmlns:a16="http://schemas.microsoft.com/office/drawing/2014/main" id="{68B060A0-5C3B-EA9B-7F00-F28F6D406B7B}"/>
                  </a:ext>
                </a:extLst>
              </p:cNvPr>
              <p:cNvSpPr/>
              <p:nvPr/>
            </p:nvSpPr>
            <p:spPr>
              <a:xfrm>
                <a:off x="5379990" y="2026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2" name="Freeform 28901">
                <a:extLst>
                  <a:ext uri="{FF2B5EF4-FFF2-40B4-BE49-F238E27FC236}">
                    <a16:creationId xmlns:a16="http://schemas.microsoft.com/office/drawing/2014/main" id="{61157396-4521-14AA-E961-2A30716C3D30}"/>
                  </a:ext>
                </a:extLst>
              </p:cNvPr>
              <p:cNvSpPr/>
              <p:nvPr/>
            </p:nvSpPr>
            <p:spPr>
              <a:xfrm>
                <a:off x="5380486" y="204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3" name="Freeform 28902">
                <a:extLst>
                  <a:ext uri="{FF2B5EF4-FFF2-40B4-BE49-F238E27FC236}">
                    <a16:creationId xmlns:a16="http://schemas.microsoft.com/office/drawing/2014/main" id="{7369C9E5-BA32-81F0-77CB-B1FFC3959928}"/>
                  </a:ext>
                </a:extLst>
              </p:cNvPr>
              <p:cNvSpPr/>
              <p:nvPr/>
            </p:nvSpPr>
            <p:spPr>
              <a:xfrm>
                <a:off x="5380982" y="2090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4" name="Freeform 28903">
                <a:extLst>
                  <a:ext uri="{FF2B5EF4-FFF2-40B4-BE49-F238E27FC236}">
                    <a16:creationId xmlns:a16="http://schemas.microsoft.com/office/drawing/2014/main" id="{832C6FFC-56A4-E3F6-6A94-4E420DE8A471}"/>
                  </a:ext>
                </a:extLst>
              </p:cNvPr>
              <p:cNvSpPr/>
              <p:nvPr/>
            </p:nvSpPr>
            <p:spPr>
              <a:xfrm>
                <a:off x="5381577" y="2057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5" name="Freeform 28904">
                <a:extLst>
                  <a:ext uri="{FF2B5EF4-FFF2-40B4-BE49-F238E27FC236}">
                    <a16:creationId xmlns:a16="http://schemas.microsoft.com/office/drawing/2014/main" id="{A5C0F09A-407A-CED2-3BA4-E042095980C2}"/>
                  </a:ext>
                </a:extLst>
              </p:cNvPr>
              <p:cNvSpPr/>
              <p:nvPr/>
            </p:nvSpPr>
            <p:spPr>
              <a:xfrm>
                <a:off x="5382073" y="22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6" name="Freeform 28905">
                <a:extLst>
                  <a:ext uri="{FF2B5EF4-FFF2-40B4-BE49-F238E27FC236}">
                    <a16:creationId xmlns:a16="http://schemas.microsoft.com/office/drawing/2014/main" id="{820E6243-0E13-30F2-46D1-2EDD8956F9A6}"/>
                  </a:ext>
                </a:extLst>
              </p:cNvPr>
              <p:cNvSpPr/>
              <p:nvPr/>
            </p:nvSpPr>
            <p:spPr>
              <a:xfrm>
                <a:off x="5382570" y="2395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7" name="Freeform 28906">
                <a:extLst>
                  <a:ext uri="{FF2B5EF4-FFF2-40B4-BE49-F238E27FC236}">
                    <a16:creationId xmlns:a16="http://schemas.microsoft.com/office/drawing/2014/main" id="{3F907E40-EFBF-4B00-C7ED-AAA68F34C15E}"/>
                  </a:ext>
                </a:extLst>
              </p:cNvPr>
              <p:cNvSpPr/>
              <p:nvPr/>
            </p:nvSpPr>
            <p:spPr>
              <a:xfrm>
                <a:off x="5383165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8" name="Freeform 28907">
                <a:extLst>
                  <a:ext uri="{FF2B5EF4-FFF2-40B4-BE49-F238E27FC236}">
                    <a16:creationId xmlns:a16="http://schemas.microsoft.com/office/drawing/2014/main" id="{0BD04E14-2057-2468-1826-AC6C9BD94DF4}"/>
                  </a:ext>
                </a:extLst>
              </p:cNvPr>
              <p:cNvSpPr/>
              <p:nvPr/>
            </p:nvSpPr>
            <p:spPr>
              <a:xfrm>
                <a:off x="5383661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9" name="Freeform 28908">
                <a:extLst>
                  <a:ext uri="{FF2B5EF4-FFF2-40B4-BE49-F238E27FC236}">
                    <a16:creationId xmlns:a16="http://schemas.microsoft.com/office/drawing/2014/main" id="{9DA5311D-F84A-AA2C-D6AF-42199FCBE84F}"/>
                  </a:ext>
                </a:extLst>
              </p:cNvPr>
              <p:cNvSpPr/>
              <p:nvPr/>
            </p:nvSpPr>
            <p:spPr>
              <a:xfrm>
                <a:off x="5384157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0" name="Freeform 28909">
                <a:extLst>
                  <a:ext uri="{FF2B5EF4-FFF2-40B4-BE49-F238E27FC236}">
                    <a16:creationId xmlns:a16="http://schemas.microsoft.com/office/drawing/2014/main" id="{66412F99-CA70-0E32-3160-756A4B1EAAFA}"/>
                  </a:ext>
                </a:extLst>
              </p:cNvPr>
              <p:cNvSpPr/>
              <p:nvPr/>
            </p:nvSpPr>
            <p:spPr>
              <a:xfrm>
                <a:off x="5384752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1" name="Freeform 28910">
                <a:extLst>
                  <a:ext uri="{FF2B5EF4-FFF2-40B4-BE49-F238E27FC236}">
                    <a16:creationId xmlns:a16="http://schemas.microsoft.com/office/drawing/2014/main" id="{3EC00DC9-84CC-232E-937C-36985525DCB4}"/>
                  </a:ext>
                </a:extLst>
              </p:cNvPr>
              <p:cNvSpPr/>
              <p:nvPr/>
            </p:nvSpPr>
            <p:spPr>
              <a:xfrm>
                <a:off x="5385248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2" name="Freeform 28911">
                <a:extLst>
                  <a:ext uri="{FF2B5EF4-FFF2-40B4-BE49-F238E27FC236}">
                    <a16:creationId xmlns:a16="http://schemas.microsoft.com/office/drawing/2014/main" id="{B6764B86-B4DF-0AFD-074E-F90F1A3B1D5C}"/>
                  </a:ext>
                </a:extLst>
              </p:cNvPr>
              <p:cNvSpPr/>
              <p:nvPr/>
            </p:nvSpPr>
            <p:spPr>
              <a:xfrm>
                <a:off x="5385745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3" name="Freeform 28912">
                <a:extLst>
                  <a:ext uri="{FF2B5EF4-FFF2-40B4-BE49-F238E27FC236}">
                    <a16:creationId xmlns:a16="http://schemas.microsoft.com/office/drawing/2014/main" id="{FD378009-3E6A-8266-CB69-D7328CB800B3}"/>
                  </a:ext>
                </a:extLst>
              </p:cNvPr>
              <p:cNvSpPr/>
              <p:nvPr/>
            </p:nvSpPr>
            <p:spPr>
              <a:xfrm>
                <a:off x="5386340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4" name="Freeform 28913">
                <a:extLst>
                  <a:ext uri="{FF2B5EF4-FFF2-40B4-BE49-F238E27FC236}">
                    <a16:creationId xmlns:a16="http://schemas.microsoft.com/office/drawing/2014/main" id="{1C7C1386-3425-7139-CD80-E31872EE57BD}"/>
                  </a:ext>
                </a:extLst>
              </p:cNvPr>
              <p:cNvSpPr/>
              <p:nvPr/>
            </p:nvSpPr>
            <p:spPr>
              <a:xfrm>
                <a:off x="5386836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5" name="Freeform 28914">
                <a:extLst>
                  <a:ext uri="{FF2B5EF4-FFF2-40B4-BE49-F238E27FC236}">
                    <a16:creationId xmlns:a16="http://schemas.microsoft.com/office/drawing/2014/main" id="{B874B0E9-2B1D-52BC-D630-35576CB25A39}"/>
                  </a:ext>
                </a:extLst>
              </p:cNvPr>
              <p:cNvSpPr/>
              <p:nvPr/>
            </p:nvSpPr>
            <p:spPr>
              <a:xfrm>
                <a:off x="5387332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6" name="Freeform 28915">
                <a:extLst>
                  <a:ext uri="{FF2B5EF4-FFF2-40B4-BE49-F238E27FC236}">
                    <a16:creationId xmlns:a16="http://schemas.microsoft.com/office/drawing/2014/main" id="{5E706C06-B6E4-DBD6-6BEA-E73011523E1C}"/>
                  </a:ext>
                </a:extLst>
              </p:cNvPr>
              <p:cNvSpPr/>
              <p:nvPr/>
            </p:nvSpPr>
            <p:spPr>
              <a:xfrm>
                <a:off x="5387927" y="2274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7" name="Freeform 28916">
                <a:extLst>
                  <a:ext uri="{FF2B5EF4-FFF2-40B4-BE49-F238E27FC236}">
                    <a16:creationId xmlns:a16="http://schemas.microsoft.com/office/drawing/2014/main" id="{EB0447C0-0001-174F-2A22-ECEB20B0BDBD}"/>
                  </a:ext>
                </a:extLst>
              </p:cNvPr>
              <p:cNvSpPr/>
              <p:nvPr/>
            </p:nvSpPr>
            <p:spPr>
              <a:xfrm>
                <a:off x="5388423" y="2079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8" name="Freeform 28917">
                <a:extLst>
                  <a:ext uri="{FF2B5EF4-FFF2-40B4-BE49-F238E27FC236}">
                    <a16:creationId xmlns:a16="http://schemas.microsoft.com/office/drawing/2014/main" id="{F32ACC0A-61BF-C1EE-C2F3-1E61D77245D3}"/>
                  </a:ext>
                </a:extLst>
              </p:cNvPr>
              <p:cNvSpPr/>
              <p:nvPr/>
            </p:nvSpPr>
            <p:spPr>
              <a:xfrm>
                <a:off x="5388920" y="1946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9" name="Freeform 28918">
                <a:extLst>
                  <a:ext uri="{FF2B5EF4-FFF2-40B4-BE49-F238E27FC236}">
                    <a16:creationId xmlns:a16="http://schemas.microsoft.com/office/drawing/2014/main" id="{FE4897A0-7AD0-2550-4056-AE391B821583}"/>
                  </a:ext>
                </a:extLst>
              </p:cNvPr>
              <p:cNvSpPr/>
              <p:nvPr/>
            </p:nvSpPr>
            <p:spPr>
              <a:xfrm>
                <a:off x="5389515" y="1903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0" name="Freeform 28919">
                <a:extLst>
                  <a:ext uri="{FF2B5EF4-FFF2-40B4-BE49-F238E27FC236}">
                    <a16:creationId xmlns:a16="http://schemas.microsoft.com/office/drawing/2014/main" id="{A9A3FCBD-111E-2A05-8588-FD0487CA340F}"/>
                  </a:ext>
                </a:extLst>
              </p:cNvPr>
              <p:cNvSpPr/>
              <p:nvPr/>
            </p:nvSpPr>
            <p:spPr>
              <a:xfrm>
                <a:off x="5390011" y="189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1" name="Freeform 28920">
                <a:extLst>
                  <a:ext uri="{FF2B5EF4-FFF2-40B4-BE49-F238E27FC236}">
                    <a16:creationId xmlns:a16="http://schemas.microsoft.com/office/drawing/2014/main" id="{F30173FB-9557-933A-E7BF-C0A0530C4AC9}"/>
                  </a:ext>
                </a:extLst>
              </p:cNvPr>
              <p:cNvSpPr/>
              <p:nvPr/>
            </p:nvSpPr>
            <p:spPr>
              <a:xfrm>
                <a:off x="5390507" y="1676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2" name="Freeform 28921">
                <a:extLst>
                  <a:ext uri="{FF2B5EF4-FFF2-40B4-BE49-F238E27FC236}">
                    <a16:creationId xmlns:a16="http://schemas.microsoft.com/office/drawing/2014/main" id="{FC34E146-18E1-3853-8CB7-2B5705E66EB8}"/>
                  </a:ext>
                </a:extLst>
              </p:cNvPr>
              <p:cNvSpPr/>
              <p:nvPr/>
            </p:nvSpPr>
            <p:spPr>
              <a:xfrm>
                <a:off x="5391102" y="1838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3" name="Freeform 28922">
                <a:extLst>
                  <a:ext uri="{FF2B5EF4-FFF2-40B4-BE49-F238E27FC236}">
                    <a16:creationId xmlns:a16="http://schemas.microsoft.com/office/drawing/2014/main" id="{EE465C45-0837-F2CB-6E61-A81AF6074BB3}"/>
                  </a:ext>
                </a:extLst>
              </p:cNvPr>
              <p:cNvSpPr/>
              <p:nvPr/>
            </p:nvSpPr>
            <p:spPr>
              <a:xfrm>
                <a:off x="5391598" y="1985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4" name="Freeform 28923">
                <a:extLst>
                  <a:ext uri="{FF2B5EF4-FFF2-40B4-BE49-F238E27FC236}">
                    <a16:creationId xmlns:a16="http://schemas.microsoft.com/office/drawing/2014/main" id="{7B6F53F3-EC7D-4D60-813A-0944332BF038}"/>
                  </a:ext>
                </a:extLst>
              </p:cNvPr>
              <p:cNvSpPr/>
              <p:nvPr/>
            </p:nvSpPr>
            <p:spPr>
              <a:xfrm>
                <a:off x="5392095" y="199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5" name="Freeform 28924">
                <a:extLst>
                  <a:ext uri="{FF2B5EF4-FFF2-40B4-BE49-F238E27FC236}">
                    <a16:creationId xmlns:a16="http://schemas.microsoft.com/office/drawing/2014/main" id="{B3CE6810-A419-CAAF-565A-60A0E425530F}"/>
                  </a:ext>
                </a:extLst>
              </p:cNvPr>
              <p:cNvSpPr/>
              <p:nvPr/>
            </p:nvSpPr>
            <p:spPr>
              <a:xfrm>
                <a:off x="5392591" y="198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6" name="Freeform 28925">
                <a:extLst>
                  <a:ext uri="{FF2B5EF4-FFF2-40B4-BE49-F238E27FC236}">
                    <a16:creationId xmlns:a16="http://schemas.microsoft.com/office/drawing/2014/main" id="{622699CC-1308-09D1-09C4-325C67AB27FE}"/>
                  </a:ext>
                </a:extLst>
              </p:cNvPr>
              <p:cNvSpPr/>
              <p:nvPr/>
            </p:nvSpPr>
            <p:spPr>
              <a:xfrm>
                <a:off x="5393186" y="1950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7" name="Freeform 28926">
                <a:extLst>
                  <a:ext uri="{FF2B5EF4-FFF2-40B4-BE49-F238E27FC236}">
                    <a16:creationId xmlns:a16="http://schemas.microsoft.com/office/drawing/2014/main" id="{F98B9CFA-6DD9-CC29-DC80-C47DCE0FF70A}"/>
                  </a:ext>
                </a:extLst>
              </p:cNvPr>
              <p:cNvSpPr/>
              <p:nvPr/>
            </p:nvSpPr>
            <p:spPr>
              <a:xfrm>
                <a:off x="5393682" y="197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8" name="Freeform 28927">
                <a:extLst>
                  <a:ext uri="{FF2B5EF4-FFF2-40B4-BE49-F238E27FC236}">
                    <a16:creationId xmlns:a16="http://schemas.microsoft.com/office/drawing/2014/main" id="{4C3A5AC7-3F07-C650-EEFB-D40D880D8B86}"/>
                  </a:ext>
                </a:extLst>
              </p:cNvPr>
              <p:cNvSpPr/>
              <p:nvPr/>
            </p:nvSpPr>
            <p:spPr>
              <a:xfrm>
                <a:off x="5394178" y="19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9" name="Freeform 28928">
                <a:extLst>
                  <a:ext uri="{FF2B5EF4-FFF2-40B4-BE49-F238E27FC236}">
                    <a16:creationId xmlns:a16="http://schemas.microsoft.com/office/drawing/2014/main" id="{7DDCC90B-1D2E-7F8B-3868-8AC75D25367D}"/>
                  </a:ext>
                </a:extLst>
              </p:cNvPr>
              <p:cNvSpPr/>
              <p:nvPr/>
            </p:nvSpPr>
            <p:spPr>
              <a:xfrm>
                <a:off x="5394773" y="2308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0" name="Freeform 28929">
                <a:extLst>
                  <a:ext uri="{FF2B5EF4-FFF2-40B4-BE49-F238E27FC236}">
                    <a16:creationId xmlns:a16="http://schemas.microsoft.com/office/drawing/2014/main" id="{9E9B42BA-5C0C-9D41-0CAB-3D73E9D6EC2C}"/>
                  </a:ext>
                </a:extLst>
              </p:cNvPr>
              <p:cNvSpPr/>
              <p:nvPr/>
            </p:nvSpPr>
            <p:spPr>
              <a:xfrm>
                <a:off x="5395270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1" name="Freeform 28930">
                <a:extLst>
                  <a:ext uri="{FF2B5EF4-FFF2-40B4-BE49-F238E27FC236}">
                    <a16:creationId xmlns:a16="http://schemas.microsoft.com/office/drawing/2014/main" id="{91FF35BF-60D9-A161-25E3-59C68913CE38}"/>
                  </a:ext>
                </a:extLst>
              </p:cNvPr>
              <p:cNvSpPr/>
              <p:nvPr/>
            </p:nvSpPr>
            <p:spPr>
              <a:xfrm>
                <a:off x="5395766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2" name="Freeform 28931">
                <a:extLst>
                  <a:ext uri="{FF2B5EF4-FFF2-40B4-BE49-F238E27FC236}">
                    <a16:creationId xmlns:a16="http://schemas.microsoft.com/office/drawing/2014/main" id="{A61992AB-D99D-1457-1048-7D037D3AED2A}"/>
                  </a:ext>
                </a:extLst>
              </p:cNvPr>
              <p:cNvSpPr/>
              <p:nvPr/>
            </p:nvSpPr>
            <p:spPr>
              <a:xfrm>
                <a:off x="5396361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3" name="Freeform 28932">
                <a:extLst>
                  <a:ext uri="{FF2B5EF4-FFF2-40B4-BE49-F238E27FC236}">
                    <a16:creationId xmlns:a16="http://schemas.microsoft.com/office/drawing/2014/main" id="{8CD3B8B4-00F8-A5E5-B3DD-59A466D9603D}"/>
                  </a:ext>
                </a:extLst>
              </p:cNvPr>
              <p:cNvSpPr/>
              <p:nvPr/>
            </p:nvSpPr>
            <p:spPr>
              <a:xfrm>
                <a:off x="5396857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4" name="Freeform 28933">
                <a:extLst>
                  <a:ext uri="{FF2B5EF4-FFF2-40B4-BE49-F238E27FC236}">
                    <a16:creationId xmlns:a16="http://schemas.microsoft.com/office/drawing/2014/main" id="{DD6B1F8C-D35F-FC27-75D3-4591BDDFC7AE}"/>
                  </a:ext>
                </a:extLst>
              </p:cNvPr>
              <p:cNvSpPr/>
              <p:nvPr/>
            </p:nvSpPr>
            <p:spPr>
              <a:xfrm>
                <a:off x="5397353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5" name="Freeform 28934">
                <a:extLst>
                  <a:ext uri="{FF2B5EF4-FFF2-40B4-BE49-F238E27FC236}">
                    <a16:creationId xmlns:a16="http://schemas.microsoft.com/office/drawing/2014/main" id="{46D975FF-949E-9AF2-5BC2-6C9C94822B39}"/>
                  </a:ext>
                </a:extLst>
              </p:cNvPr>
              <p:cNvSpPr/>
              <p:nvPr/>
            </p:nvSpPr>
            <p:spPr>
              <a:xfrm>
                <a:off x="5397948" y="2395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6" name="Freeform 28935">
                <a:extLst>
                  <a:ext uri="{FF2B5EF4-FFF2-40B4-BE49-F238E27FC236}">
                    <a16:creationId xmlns:a16="http://schemas.microsoft.com/office/drawing/2014/main" id="{AE0AFED4-1BFE-5712-6613-77EF67118242}"/>
                  </a:ext>
                </a:extLst>
              </p:cNvPr>
              <p:cNvSpPr/>
              <p:nvPr/>
            </p:nvSpPr>
            <p:spPr>
              <a:xfrm>
                <a:off x="5398445" y="2395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7" name="Freeform 28936">
                <a:extLst>
                  <a:ext uri="{FF2B5EF4-FFF2-40B4-BE49-F238E27FC236}">
                    <a16:creationId xmlns:a16="http://schemas.microsoft.com/office/drawing/2014/main" id="{0BD507A0-0CFA-3145-EEDF-02CF6DF60F93}"/>
                  </a:ext>
                </a:extLst>
              </p:cNvPr>
              <p:cNvSpPr/>
              <p:nvPr/>
            </p:nvSpPr>
            <p:spPr>
              <a:xfrm>
                <a:off x="5398941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8" name="Freeform 28937">
                <a:extLst>
                  <a:ext uri="{FF2B5EF4-FFF2-40B4-BE49-F238E27FC236}">
                    <a16:creationId xmlns:a16="http://schemas.microsoft.com/office/drawing/2014/main" id="{A1D5CA7C-D63F-8F50-2159-3D22CC6777BE}"/>
                  </a:ext>
                </a:extLst>
              </p:cNvPr>
              <p:cNvSpPr/>
              <p:nvPr/>
            </p:nvSpPr>
            <p:spPr>
              <a:xfrm>
                <a:off x="5399536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9" name="Freeform 28938">
                <a:extLst>
                  <a:ext uri="{FF2B5EF4-FFF2-40B4-BE49-F238E27FC236}">
                    <a16:creationId xmlns:a16="http://schemas.microsoft.com/office/drawing/2014/main" id="{D48DEEB6-B0C5-C075-201E-2C0F710B8092}"/>
                  </a:ext>
                </a:extLst>
              </p:cNvPr>
              <p:cNvSpPr/>
              <p:nvPr/>
            </p:nvSpPr>
            <p:spPr>
              <a:xfrm>
                <a:off x="5400032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0" name="Freeform 28939">
                <a:extLst>
                  <a:ext uri="{FF2B5EF4-FFF2-40B4-BE49-F238E27FC236}">
                    <a16:creationId xmlns:a16="http://schemas.microsoft.com/office/drawing/2014/main" id="{5EE92A1F-7E57-F79E-7D55-8CB92D09AEEA}"/>
                  </a:ext>
                </a:extLst>
              </p:cNvPr>
              <p:cNvSpPr/>
              <p:nvPr/>
            </p:nvSpPr>
            <p:spPr>
              <a:xfrm>
                <a:off x="5400528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1" name="Freeform 28940">
                <a:extLst>
                  <a:ext uri="{FF2B5EF4-FFF2-40B4-BE49-F238E27FC236}">
                    <a16:creationId xmlns:a16="http://schemas.microsoft.com/office/drawing/2014/main" id="{009F88C2-A846-26D9-1DE1-5331575652B5}"/>
                  </a:ext>
                </a:extLst>
              </p:cNvPr>
              <p:cNvSpPr/>
              <p:nvPr/>
            </p:nvSpPr>
            <p:spPr>
              <a:xfrm>
                <a:off x="5401123" y="2089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2" name="Freeform 28941">
                <a:extLst>
                  <a:ext uri="{FF2B5EF4-FFF2-40B4-BE49-F238E27FC236}">
                    <a16:creationId xmlns:a16="http://schemas.microsoft.com/office/drawing/2014/main" id="{F44DC6F1-E85F-6679-80F9-215FAB387BD1}"/>
                  </a:ext>
                </a:extLst>
              </p:cNvPr>
              <p:cNvSpPr/>
              <p:nvPr/>
            </p:nvSpPr>
            <p:spPr>
              <a:xfrm>
                <a:off x="5401620" y="1947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3" name="Freeform 28942">
                <a:extLst>
                  <a:ext uri="{FF2B5EF4-FFF2-40B4-BE49-F238E27FC236}">
                    <a16:creationId xmlns:a16="http://schemas.microsoft.com/office/drawing/2014/main" id="{A8B9E79A-F5BF-0D37-842D-083C913332AB}"/>
                  </a:ext>
                </a:extLst>
              </p:cNvPr>
              <p:cNvSpPr/>
              <p:nvPr/>
            </p:nvSpPr>
            <p:spPr>
              <a:xfrm>
                <a:off x="5402116" y="190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4" name="Freeform 28943">
                <a:extLst>
                  <a:ext uri="{FF2B5EF4-FFF2-40B4-BE49-F238E27FC236}">
                    <a16:creationId xmlns:a16="http://schemas.microsoft.com/office/drawing/2014/main" id="{A811A41B-ECCC-30C9-2AD4-EEE1F89E3202}"/>
                  </a:ext>
                </a:extLst>
              </p:cNvPr>
              <p:cNvSpPr/>
              <p:nvPr/>
            </p:nvSpPr>
            <p:spPr>
              <a:xfrm>
                <a:off x="5402711" y="1910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5" name="Freeform 28944">
                <a:extLst>
                  <a:ext uri="{FF2B5EF4-FFF2-40B4-BE49-F238E27FC236}">
                    <a16:creationId xmlns:a16="http://schemas.microsoft.com/office/drawing/2014/main" id="{12D5858F-8591-DBBD-BF7A-4290D109C54B}"/>
                  </a:ext>
                </a:extLst>
              </p:cNvPr>
              <p:cNvSpPr/>
              <p:nvPr/>
            </p:nvSpPr>
            <p:spPr>
              <a:xfrm>
                <a:off x="5403207" y="1793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6" name="Freeform 28945">
                <a:extLst>
                  <a:ext uri="{FF2B5EF4-FFF2-40B4-BE49-F238E27FC236}">
                    <a16:creationId xmlns:a16="http://schemas.microsoft.com/office/drawing/2014/main" id="{11CCFA98-CFDA-69B5-3E15-B9478AEF15D0}"/>
                  </a:ext>
                </a:extLst>
              </p:cNvPr>
              <p:cNvSpPr/>
              <p:nvPr/>
            </p:nvSpPr>
            <p:spPr>
              <a:xfrm>
                <a:off x="5403703" y="1973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7" name="Freeform 28946">
                <a:extLst>
                  <a:ext uri="{FF2B5EF4-FFF2-40B4-BE49-F238E27FC236}">
                    <a16:creationId xmlns:a16="http://schemas.microsoft.com/office/drawing/2014/main" id="{5315132F-A391-5CDF-1302-C1AD6F1B6EC6}"/>
                  </a:ext>
                </a:extLst>
              </p:cNvPr>
              <p:cNvSpPr/>
              <p:nvPr/>
            </p:nvSpPr>
            <p:spPr>
              <a:xfrm>
                <a:off x="5404199" y="2078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8" name="Freeform 28947">
                <a:extLst>
                  <a:ext uri="{FF2B5EF4-FFF2-40B4-BE49-F238E27FC236}">
                    <a16:creationId xmlns:a16="http://schemas.microsoft.com/office/drawing/2014/main" id="{8AD7C24A-C223-026D-CFBD-9C6A67A36C36}"/>
                  </a:ext>
                </a:extLst>
              </p:cNvPr>
              <p:cNvSpPr/>
              <p:nvPr/>
            </p:nvSpPr>
            <p:spPr>
              <a:xfrm>
                <a:off x="5404795" y="2066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9" name="Freeform 28948">
                <a:extLst>
                  <a:ext uri="{FF2B5EF4-FFF2-40B4-BE49-F238E27FC236}">
                    <a16:creationId xmlns:a16="http://schemas.microsoft.com/office/drawing/2014/main" id="{1F018176-A578-4353-ECEC-4F12977885D0}"/>
                  </a:ext>
                </a:extLst>
              </p:cNvPr>
              <p:cNvSpPr/>
              <p:nvPr/>
            </p:nvSpPr>
            <p:spPr>
              <a:xfrm>
                <a:off x="5405291" y="2019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0" name="Freeform 28949">
                <a:extLst>
                  <a:ext uri="{FF2B5EF4-FFF2-40B4-BE49-F238E27FC236}">
                    <a16:creationId xmlns:a16="http://schemas.microsoft.com/office/drawing/2014/main" id="{30A0FAF5-2326-258D-E222-8447A2733ECF}"/>
                  </a:ext>
                </a:extLst>
              </p:cNvPr>
              <p:cNvSpPr/>
              <p:nvPr/>
            </p:nvSpPr>
            <p:spPr>
              <a:xfrm>
                <a:off x="5405787" y="1971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1" name="Freeform 28950">
                <a:extLst>
                  <a:ext uri="{FF2B5EF4-FFF2-40B4-BE49-F238E27FC236}">
                    <a16:creationId xmlns:a16="http://schemas.microsoft.com/office/drawing/2014/main" id="{0A196721-44A3-8A59-FB35-23767514D661}"/>
                  </a:ext>
                </a:extLst>
              </p:cNvPr>
              <p:cNvSpPr/>
              <p:nvPr/>
            </p:nvSpPr>
            <p:spPr>
              <a:xfrm>
                <a:off x="5406382" y="1964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2" name="Freeform 28951">
                <a:extLst>
                  <a:ext uri="{FF2B5EF4-FFF2-40B4-BE49-F238E27FC236}">
                    <a16:creationId xmlns:a16="http://schemas.microsoft.com/office/drawing/2014/main" id="{797FE1A9-5D0A-35ED-1A50-99DB4904E70C}"/>
                  </a:ext>
                </a:extLst>
              </p:cNvPr>
              <p:cNvSpPr/>
              <p:nvPr/>
            </p:nvSpPr>
            <p:spPr>
              <a:xfrm>
                <a:off x="5406878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3" name="Freeform 28952">
                <a:extLst>
                  <a:ext uri="{FF2B5EF4-FFF2-40B4-BE49-F238E27FC236}">
                    <a16:creationId xmlns:a16="http://schemas.microsoft.com/office/drawing/2014/main" id="{83BC9E69-C497-44C7-B74D-12976FEFA758}"/>
                  </a:ext>
                </a:extLst>
              </p:cNvPr>
              <p:cNvSpPr/>
              <p:nvPr/>
            </p:nvSpPr>
            <p:spPr>
              <a:xfrm>
                <a:off x="5407374" y="2261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4" name="Freeform 28953">
                <a:extLst>
                  <a:ext uri="{FF2B5EF4-FFF2-40B4-BE49-F238E27FC236}">
                    <a16:creationId xmlns:a16="http://schemas.microsoft.com/office/drawing/2014/main" id="{8DAB5502-597F-5768-36D2-1DA4F6561339}"/>
                  </a:ext>
                </a:extLst>
              </p:cNvPr>
              <p:cNvSpPr/>
              <p:nvPr/>
            </p:nvSpPr>
            <p:spPr>
              <a:xfrm>
                <a:off x="5407970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5" name="Freeform 28954">
                <a:extLst>
                  <a:ext uri="{FF2B5EF4-FFF2-40B4-BE49-F238E27FC236}">
                    <a16:creationId xmlns:a16="http://schemas.microsoft.com/office/drawing/2014/main" id="{6074F648-1B96-7B00-2272-13738A4DE51B}"/>
                  </a:ext>
                </a:extLst>
              </p:cNvPr>
              <p:cNvSpPr/>
              <p:nvPr/>
            </p:nvSpPr>
            <p:spPr>
              <a:xfrm>
                <a:off x="5408466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6" name="Freeform 28955">
                <a:extLst>
                  <a:ext uri="{FF2B5EF4-FFF2-40B4-BE49-F238E27FC236}">
                    <a16:creationId xmlns:a16="http://schemas.microsoft.com/office/drawing/2014/main" id="{EBD5E3A6-80BE-B4B4-9584-9CEF0AA07CDB}"/>
                  </a:ext>
                </a:extLst>
              </p:cNvPr>
              <p:cNvSpPr/>
              <p:nvPr/>
            </p:nvSpPr>
            <p:spPr>
              <a:xfrm>
                <a:off x="5408962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7" name="Freeform 28956">
                <a:extLst>
                  <a:ext uri="{FF2B5EF4-FFF2-40B4-BE49-F238E27FC236}">
                    <a16:creationId xmlns:a16="http://schemas.microsoft.com/office/drawing/2014/main" id="{37AAA20A-187B-75C5-FA28-A16562FB4F1F}"/>
                  </a:ext>
                </a:extLst>
              </p:cNvPr>
              <p:cNvSpPr/>
              <p:nvPr/>
            </p:nvSpPr>
            <p:spPr>
              <a:xfrm>
                <a:off x="5409557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8" name="Freeform 28957">
                <a:extLst>
                  <a:ext uri="{FF2B5EF4-FFF2-40B4-BE49-F238E27FC236}">
                    <a16:creationId xmlns:a16="http://schemas.microsoft.com/office/drawing/2014/main" id="{CAB555ED-5748-A075-81D1-C96ECED96446}"/>
                  </a:ext>
                </a:extLst>
              </p:cNvPr>
              <p:cNvSpPr/>
              <p:nvPr/>
            </p:nvSpPr>
            <p:spPr>
              <a:xfrm>
                <a:off x="5410053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9" name="Freeform 28958">
                <a:extLst>
                  <a:ext uri="{FF2B5EF4-FFF2-40B4-BE49-F238E27FC236}">
                    <a16:creationId xmlns:a16="http://schemas.microsoft.com/office/drawing/2014/main" id="{A1B0CEBD-392F-025E-775C-1CAD0FECE620}"/>
                  </a:ext>
                </a:extLst>
              </p:cNvPr>
              <p:cNvSpPr/>
              <p:nvPr/>
            </p:nvSpPr>
            <p:spPr>
              <a:xfrm>
                <a:off x="5410549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0" name="Freeform 28959">
                <a:extLst>
                  <a:ext uri="{FF2B5EF4-FFF2-40B4-BE49-F238E27FC236}">
                    <a16:creationId xmlns:a16="http://schemas.microsoft.com/office/drawing/2014/main" id="{CA816D49-656C-1C1A-5496-70111F0AA223}"/>
                  </a:ext>
                </a:extLst>
              </p:cNvPr>
              <p:cNvSpPr/>
              <p:nvPr/>
            </p:nvSpPr>
            <p:spPr>
              <a:xfrm>
                <a:off x="5411145" y="24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1" name="Freeform 28960">
                <a:extLst>
                  <a:ext uri="{FF2B5EF4-FFF2-40B4-BE49-F238E27FC236}">
                    <a16:creationId xmlns:a16="http://schemas.microsoft.com/office/drawing/2014/main" id="{0548CAB0-904A-4D6A-B1D8-D34935433ACC}"/>
                  </a:ext>
                </a:extLst>
              </p:cNvPr>
              <p:cNvSpPr/>
              <p:nvPr/>
            </p:nvSpPr>
            <p:spPr>
              <a:xfrm>
                <a:off x="5411641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2" name="Freeform 28961">
                <a:extLst>
                  <a:ext uri="{FF2B5EF4-FFF2-40B4-BE49-F238E27FC236}">
                    <a16:creationId xmlns:a16="http://schemas.microsoft.com/office/drawing/2014/main" id="{58B2404A-E3BA-2E8B-2537-1C0B9A879F9E}"/>
                  </a:ext>
                </a:extLst>
              </p:cNvPr>
              <p:cNvSpPr/>
              <p:nvPr/>
            </p:nvSpPr>
            <p:spPr>
              <a:xfrm>
                <a:off x="5412137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3" name="Freeform 28962">
                <a:extLst>
                  <a:ext uri="{FF2B5EF4-FFF2-40B4-BE49-F238E27FC236}">
                    <a16:creationId xmlns:a16="http://schemas.microsoft.com/office/drawing/2014/main" id="{453DD3B4-B0E4-139D-196F-D436E4756CEC}"/>
                  </a:ext>
                </a:extLst>
              </p:cNvPr>
              <p:cNvSpPr/>
              <p:nvPr/>
            </p:nvSpPr>
            <p:spPr>
              <a:xfrm>
                <a:off x="5412732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4" name="Freeform 28963">
                <a:extLst>
                  <a:ext uri="{FF2B5EF4-FFF2-40B4-BE49-F238E27FC236}">
                    <a16:creationId xmlns:a16="http://schemas.microsoft.com/office/drawing/2014/main" id="{130CC5FB-8ACC-9CC8-3EE7-C71FB10CABC0}"/>
                  </a:ext>
                </a:extLst>
              </p:cNvPr>
              <p:cNvSpPr/>
              <p:nvPr/>
            </p:nvSpPr>
            <p:spPr>
              <a:xfrm>
                <a:off x="5413228" y="22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5" name="Freeform 28964">
                <a:extLst>
                  <a:ext uri="{FF2B5EF4-FFF2-40B4-BE49-F238E27FC236}">
                    <a16:creationId xmlns:a16="http://schemas.microsoft.com/office/drawing/2014/main" id="{825E7B25-4D35-EF38-2847-FD9B7B49F972}"/>
                  </a:ext>
                </a:extLst>
              </p:cNvPr>
              <p:cNvSpPr/>
              <p:nvPr/>
            </p:nvSpPr>
            <p:spPr>
              <a:xfrm>
                <a:off x="5413724" y="2088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6" name="Freeform 28965">
                <a:extLst>
                  <a:ext uri="{FF2B5EF4-FFF2-40B4-BE49-F238E27FC236}">
                    <a16:creationId xmlns:a16="http://schemas.microsoft.com/office/drawing/2014/main" id="{CF02368C-6F33-8393-8079-7F4E04B017CE}"/>
                  </a:ext>
                </a:extLst>
              </p:cNvPr>
              <p:cNvSpPr/>
              <p:nvPr/>
            </p:nvSpPr>
            <p:spPr>
              <a:xfrm>
                <a:off x="5414320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7" name="Freeform 28966">
                <a:extLst>
                  <a:ext uri="{FF2B5EF4-FFF2-40B4-BE49-F238E27FC236}">
                    <a16:creationId xmlns:a16="http://schemas.microsoft.com/office/drawing/2014/main" id="{07EC4132-A906-0798-E05D-696B02A64182}"/>
                  </a:ext>
                </a:extLst>
              </p:cNvPr>
              <p:cNvSpPr/>
              <p:nvPr/>
            </p:nvSpPr>
            <p:spPr>
              <a:xfrm>
                <a:off x="5414816" y="193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8" name="Freeform 28967">
                <a:extLst>
                  <a:ext uri="{FF2B5EF4-FFF2-40B4-BE49-F238E27FC236}">
                    <a16:creationId xmlns:a16="http://schemas.microsoft.com/office/drawing/2014/main" id="{4BA18253-5ACC-27E5-08CE-0AE1CF586EA3}"/>
                  </a:ext>
                </a:extLst>
              </p:cNvPr>
              <p:cNvSpPr/>
              <p:nvPr/>
            </p:nvSpPr>
            <p:spPr>
              <a:xfrm>
                <a:off x="5415312" y="1953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9" name="Freeform 28968">
                <a:extLst>
                  <a:ext uri="{FF2B5EF4-FFF2-40B4-BE49-F238E27FC236}">
                    <a16:creationId xmlns:a16="http://schemas.microsoft.com/office/drawing/2014/main" id="{81B4CCA4-A840-1E43-4368-48140AB66F9D}"/>
                  </a:ext>
                </a:extLst>
              </p:cNvPr>
              <p:cNvSpPr/>
              <p:nvPr/>
            </p:nvSpPr>
            <p:spPr>
              <a:xfrm>
                <a:off x="5415808" y="206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0" name="Freeform 28969">
                <a:extLst>
                  <a:ext uri="{FF2B5EF4-FFF2-40B4-BE49-F238E27FC236}">
                    <a16:creationId xmlns:a16="http://schemas.microsoft.com/office/drawing/2014/main" id="{53E4F816-8BBC-A688-AB80-2027E067B394}"/>
                  </a:ext>
                </a:extLst>
              </p:cNvPr>
              <p:cNvSpPr/>
              <p:nvPr/>
            </p:nvSpPr>
            <p:spPr>
              <a:xfrm>
                <a:off x="5416403" y="2058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1" name="Freeform 28970">
                <a:extLst>
                  <a:ext uri="{FF2B5EF4-FFF2-40B4-BE49-F238E27FC236}">
                    <a16:creationId xmlns:a16="http://schemas.microsoft.com/office/drawing/2014/main" id="{0EAF149B-5AD9-F6DE-0BA0-8D9E84DBA9F7}"/>
                  </a:ext>
                </a:extLst>
              </p:cNvPr>
              <p:cNvSpPr/>
              <p:nvPr/>
            </p:nvSpPr>
            <p:spPr>
              <a:xfrm>
                <a:off x="5416899" y="2057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2" name="Freeform 28971">
                <a:extLst>
                  <a:ext uri="{FF2B5EF4-FFF2-40B4-BE49-F238E27FC236}">
                    <a16:creationId xmlns:a16="http://schemas.microsoft.com/office/drawing/2014/main" id="{E6E68B6D-CAA2-9C4A-AEE0-167BD192EE90}"/>
                  </a:ext>
                </a:extLst>
              </p:cNvPr>
              <p:cNvSpPr/>
              <p:nvPr/>
            </p:nvSpPr>
            <p:spPr>
              <a:xfrm>
                <a:off x="5417395" y="2035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3" name="Freeform 28972">
                <a:extLst>
                  <a:ext uri="{FF2B5EF4-FFF2-40B4-BE49-F238E27FC236}">
                    <a16:creationId xmlns:a16="http://schemas.microsoft.com/office/drawing/2014/main" id="{749C63BD-8167-2A58-B222-48A9E176CC7D}"/>
                  </a:ext>
                </a:extLst>
              </p:cNvPr>
              <p:cNvSpPr/>
              <p:nvPr/>
            </p:nvSpPr>
            <p:spPr>
              <a:xfrm>
                <a:off x="5417991" y="2014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4" name="Freeform 28973">
                <a:extLst>
                  <a:ext uri="{FF2B5EF4-FFF2-40B4-BE49-F238E27FC236}">
                    <a16:creationId xmlns:a16="http://schemas.microsoft.com/office/drawing/2014/main" id="{E7830134-DDFF-A75E-BBE5-BE536A628E7B}"/>
                  </a:ext>
                </a:extLst>
              </p:cNvPr>
              <p:cNvSpPr/>
              <p:nvPr/>
            </p:nvSpPr>
            <p:spPr>
              <a:xfrm>
                <a:off x="5418487" y="1996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5" name="Freeform 28974">
                <a:extLst>
                  <a:ext uri="{FF2B5EF4-FFF2-40B4-BE49-F238E27FC236}">
                    <a16:creationId xmlns:a16="http://schemas.microsoft.com/office/drawing/2014/main" id="{A7E6DB1C-0F4D-D404-EF09-EFA5939BC8DD}"/>
                  </a:ext>
                </a:extLst>
              </p:cNvPr>
              <p:cNvSpPr/>
              <p:nvPr/>
            </p:nvSpPr>
            <p:spPr>
              <a:xfrm>
                <a:off x="5418983" y="1978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6" name="Freeform 28975">
                <a:extLst>
                  <a:ext uri="{FF2B5EF4-FFF2-40B4-BE49-F238E27FC236}">
                    <a16:creationId xmlns:a16="http://schemas.microsoft.com/office/drawing/2014/main" id="{492A4799-4869-BAFA-0DBD-21470E7A0BB9}"/>
                  </a:ext>
                </a:extLst>
              </p:cNvPr>
              <p:cNvSpPr/>
              <p:nvPr/>
            </p:nvSpPr>
            <p:spPr>
              <a:xfrm>
                <a:off x="5419578" y="19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7" name="Freeform 28976">
                <a:extLst>
                  <a:ext uri="{FF2B5EF4-FFF2-40B4-BE49-F238E27FC236}">
                    <a16:creationId xmlns:a16="http://schemas.microsoft.com/office/drawing/2014/main" id="{0E99BE85-4B61-096D-7228-886712C284FC}"/>
                  </a:ext>
                </a:extLst>
              </p:cNvPr>
              <p:cNvSpPr/>
              <p:nvPr/>
            </p:nvSpPr>
            <p:spPr>
              <a:xfrm>
                <a:off x="5420074" y="2341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8" name="Freeform 28977">
                <a:extLst>
                  <a:ext uri="{FF2B5EF4-FFF2-40B4-BE49-F238E27FC236}">
                    <a16:creationId xmlns:a16="http://schemas.microsoft.com/office/drawing/2014/main" id="{247FAED9-0A7F-647E-E3F7-16A35ECF5A32}"/>
                  </a:ext>
                </a:extLst>
              </p:cNvPr>
              <p:cNvSpPr/>
              <p:nvPr/>
            </p:nvSpPr>
            <p:spPr>
              <a:xfrm>
                <a:off x="5420570" y="2371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9" name="Freeform 28978">
                <a:extLst>
                  <a:ext uri="{FF2B5EF4-FFF2-40B4-BE49-F238E27FC236}">
                    <a16:creationId xmlns:a16="http://schemas.microsoft.com/office/drawing/2014/main" id="{C963B170-F8D9-88AD-0B12-4F5ACF3634B0}"/>
                  </a:ext>
                </a:extLst>
              </p:cNvPr>
              <p:cNvSpPr/>
              <p:nvPr/>
            </p:nvSpPr>
            <p:spPr>
              <a:xfrm>
                <a:off x="5421166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0" name="Freeform 28979">
                <a:extLst>
                  <a:ext uri="{FF2B5EF4-FFF2-40B4-BE49-F238E27FC236}">
                    <a16:creationId xmlns:a16="http://schemas.microsoft.com/office/drawing/2014/main" id="{C9C77863-6DC8-0130-BECE-3F34D889A377}"/>
                  </a:ext>
                </a:extLst>
              </p:cNvPr>
              <p:cNvSpPr/>
              <p:nvPr/>
            </p:nvSpPr>
            <p:spPr>
              <a:xfrm>
                <a:off x="5421662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1" name="Freeform 28980">
                <a:extLst>
                  <a:ext uri="{FF2B5EF4-FFF2-40B4-BE49-F238E27FC236}">
                    <a16:creationId xmlns:a16="http://schemas.microsoft.com/office/drawing/2014/main" id="{CAF8B8A5-0DC8-9896-BA02-70FC2B715A77}"/>
                  </a:ext>
                </a:extLst>
              </p:cNvPr>
              <p:cNvSpPr/>
              <p:nvPr/>
            </p:nvSpPr>
            <p:spPr>
              <a:xfrm>
                <a:off x="5422158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2" name="Freeform 28981">
                <a:extLst>
                  <a:ext uri="{FF2B5EF4-FFF2-40B4-BE49-F238E27FC236}">
                    <a16:creationId xmlns:a16="http://schemas.microsoft.com/office/drawing/2014/main" id="{90085D8B-8ED6-6767-053B-BD22177A91E3}"/>
                  </a:ext>
                </a:extLst>
              </p:cNvPr>
              <p:cNvSpPr/>
              <p:nvPr/>
            </p:nvSpPr>
            <p:spPr>
              <a:xfrm>
                <a:off x="5422753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3" name="Freeform 28982">
                <a:extLst>
                  <a:ext uri="{FF2B5EF4-FFF2-40B4-BE49-F238E27FC236}">
                    <a16:creationId xmlns:a16="http://schemas.microsoft.com/office/drawing/2014/main" id="{FFE4342F-531B-0C2B-639F-D52FAAD94369}"/>
                  </a:ext>
                </a:extLst>
              </p:cNvPr>
              <p:cNvSpPr/>
              <p:nvPr/>
            </p:nvSpPr>
            <p:spPr>
              <a:xfrm>
                <a:off x="5423249" y="2395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4" name="Freeform 28983">
                <a:extLst>
                  <a:ext uri="{FF2B5EF4-FFF2-40B4-BE49-F238E27FC236}">
                    <a16:creationId xmlns:a16="http://schemas.microsoft.com/office/drawing/2014/main" id="{BA1B4414-EA43-5839-4C58-02C5C4E1D5BF}"/>
                  </a:ext>
                </a:extLst>
              </p:cNvPr>
              <p:cNvSpPr/>
              <p:nvPr/>
            </p:nvSpPr>
            <p:spPr>
              <a:xfrm>
                <a:off x="5423745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5" name="Freeform 28984">
                <a:extLst>
                  <a:ext uri="{FF2B5EF4-FFF2-40B4-BE49-F238E27FC236}">
                    <a16:creationId xmlns:a16="http://schemas.microsoft.com/office/drawing/2014/main" id="{200861C4-EE67-16CB-CAEE-FFC84CD116D4}"/>
                  </a:ext>
                </a:extLst>
              </p:cNvPr>
              <p:cNvSpPr/>
              <p:nvPr/>
            </p:nvSpPr>
            <p:spPr>
              <a:xfrm>
                <a:off x="5424341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6" name="Freeform 28985">
                <a:extLst>
                  <a:ext uri="{FF2B5EF4-FFF2-40B4-BE49-F238E27FC236}">
                    <a16:creationId xmlns:a16="http://schemas.microsoft.com/office/drawing/2014/main" id="{7E85C2E2-5C87-4558-DEB9-9CF603F187C2}"/>
                  </a:ext>
                </a:extLst>
              </p:cNvPr>
              <p:cNvSpPr/>
              <p:nvPr/>
            </p:nvSpPr>
            <p:spPr>
              <a:xfrm>
                <a:off x="5424837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7" name="Freeform 28986">
                <a:extLst>
                  <a:ext uri="{FF2B5EF4-FFF2-40B4-BE49-F238E27FC236}">
                    <a16:creationId xmlns:a16="http://schemas.microsoft.com/office/drawing/2014/main" id="{32CAE0A1-3C6B-0D20-A5BA-07786896D85D}"/>
                  </a:ext>
                </a:extLst>
              </p:cNvPr>
              <p:cNvSpPr/>
              <p:nvPr/>
            </p:nvSpPr>
            <p:spPr>
              <a:xfrm>
                <a:off x="5425333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8" name="Freeform 28987">
                <a:extLst>
                  <a:ext uri="{FF2B5EF4-FFF2-40B4-BE49-F238E27FC236}">
                    <a16:creationId xmlns:a16="http://schemas.microsoft.com/office/drawing/2014/main" id="{60470324-78AE-E999-F383-8DA0A0419D87}"/>
                  </a:ext>
                </a:extLst>
              </p:cNvPr>
              <p:cNvSpPr/>
              <p:nvPr/>
            </p:nvSpPr>
            <p:spPr>
              <a:xfrm>
                <a:off x="5425928" y="2281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9" name="Freeform 28988">
                <a:extLst>
                  <a:ext uri="{FF2B5EF4-FFF2-40B4-BE49-F238E27FC236}">
                    <a16:creationId xmlns:a16="http://schemas.microsoft.com/office/drawing/2014/main" id="{7D8CF7D5-E201-3C6F-FA63-11AD55E23F31}"/>
                  </a:ext>
                </a:extLst>
              </p:cNvPr>
              <p:cNvSpPr/>
              <p:nvPr/>
            </p:nvSpPr>
            <p:spPr>
              <a:xfrm>
                <a:off x="5426424" y="1957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0" name="Freeform 28989">
                <a:extLst>
                  <a:ext uri="{FF2B5EF4-FFF2-40B4-BE49-F238E27FC236}">
                    <a16:creationId xmlns:a16="http://schemas.microsoft.com/office/drawing/2014/main" id="{5DE4C3AA-DCCC-AB2E-AA15-C4943173984D}"/>
                  </a:ext>
                </a:extLst>
              </p:cNvPr>
              <p:cNvSpPr/>
              <p:nvPr/>
            </p:nvSpPr>
            <p:spPr>
              <a:xfrm>
                <a:off x="5426920" y="1779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1" name="Freeform 28990">
                <a:extLst>
                  <a:ext uri="{FF2B5EF4-FFF2-40B4-BE49-F238E27FC236}">
                    <a16:creationId xmlns:a16="http://schemas.microsoft.com/office/drawing/2014/main" id="{082726DE-6310-F195-1C55-56539A16EC9F}"/>
                  </a:ext>
                </a:extLst>
              </p:cNvPr>
              <p:cNvSpPr/>
              <p:nvPr/>
            </p:nvSpPr>
            <p:spPr>
              <a:xfrm>
                <a:off x="5427516" y="1763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2" name="Freeform 28991">
                <a:extLst>
                  <a:ext uri="{FF2B5EF4-FFF2-40B4-BE49-F238E27FC236}">
                    <a16:creationId xmlns:a16="http://schemas.microsoft.com/office/drawing/2014/main" id="{C3AB7287-69FA-D653-3F1C-E7DD476C11B1}"/>
                  </a:ext>
                </a:extLst>
              </p:cNvPr>
              <p:cNvSpPr/>
              <p:nvPr/>
            </p:nvSpPr>
            <p:spPr>
              <a:xfrm>
                <a:off x="5428012" y="1738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3" name="Freeform 28992">
                <a:extLst>
                  <a:ext uri="{FF2B5EF4-FFF2-40B4-BE49-F238E27FC236}">
                    <a16:creationId xmlns:a16="http://schemas.microsoft.com/office/drawing/2014/main" id="{689D67B2-9AF1-426E-76EE-F480A99EF581}"/>
                  </a:ext>
                </a:extLst>
              </p:cNvPr>
              <p:cNvSpPr/>
              <p:nvPr/>
            </p:nvSpPr>
            <p:spPr>
              <a:xfrm>
                <a:off x="5428508" y="1724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4" name="Freeform 28993">
                <a:extLst>
                  <a:ext uri="{FF2B5EF4-FFF2-40B4-BE49-F238E27FC236}">
                    <a16:creationId xmlns:a16="http://schemas.microsoft.com/office/drawing/2014/main" id="{55D36A1E-BFA9-234C-FB60-55D50B346AE3}"/>
                  </a:ext>
                </a:extLst>
              </p:cNvPr>
              <p:cNvSpPr/>
              <p:nvPr/>
            </p:nvSpPr>
            <p:spPr>
              <a:xfrm>
                <a:off x="5429004" y="1739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5" name="Freeform 28994">
                <a:extLst>
                  <a:ext uri="{FF2B5EF4-FFF2-40B4-BE49-F238E27FC236}">
                    <a16:creationId xmlns:a16="http://schemas.microsoft.com/office/drawing/2014/main" id="{E43023EE-2885-48FD-6330-D2EDFC50DC27}"/>
                  </a:ext>
                </a:extLst>
              </p:cNvPr>
              <p:cNvSpPr/>
              <p:nvPr/>
            </p:nvSpPr>
            <p:spPr>
              <a:xfrm>
                <a:off x="5429599" y="1851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6" name="Freeform 28995">
                <a:extLst>
                  <a:ext uri="{FF2B5EF4-FFF2-40B4-BE49-F238E27FC236}">
                    <a16:creationId xmlns:a16="http://schemas.microsoft.com/office/drawing/2014/main" id="{42E1F733-FCF1-5E99-7F1F-C6DB3CA48CA5}"/>
                  </a:ext>
                </a:extLst>
              </p:cNvPr>
              <p:cNvSpPr/>
              <p:nvPr/>
            </p:nvSpPr>
            <p:spPr>
              <a:xfrm>
                <a:off x="5430095" y="189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7" name="Freeform 28996">
                <a:extLst>
                  <a:ext uri="{FF2B5EF4-FFF2-40B4-BE49-F238E27FC236}">
                    <a16:creationId xmlns:a16="http://schemas.microsoft.com/office/drawing/2014/main" id="{36FAF185-5F13-437F-EFD9-2ECDE2A64B8F}"/>
                  </a:ext>
                </a:extLst>
              </p:cNvPr>
              <p:cNvSpPr/>
              <p:nvPr/>
            </p:nvSpPr>
            <p:spPr>
              <a:xfrm>
                <a:off x="5430591" y="1849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8" name="Freeform 28997">
                <a:extLst>
                  <a:ext uri="{FF2B5EF4-FFF2-40B4-BE49-F238E27FC236}">
                    <a16:creationId xmlns:a16="http://schemas.microsoft.com/office/drawing/2014/main" id="{DC83AC1A-C9AB-098E-A46B-46C9725F105C}"/>
                  </a:ext>
                </a:extLst>
              </p:cNvPr>
              <p:cNvSpPr/>
              <p:nvPr/>
            </p:nvSpPr>
            <p:spPr>
              <a:xfrm>
                <a:off x="5431187" y="1805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9" name="Freeform 28998">
                <a:extLst>
                  <a:ext uri="{FF2B5EF4-FFF2-40B4-BE49-F238E27FC236}">
                    <a16:creationId xmlns:a16="http://schemas.microsoft.com/office/drawing/2014/main" id="{63E7A914-8537-1301-DA4B-971B905E5D9F}"/>
                  </a:ext>
                </a:extLst>
              </p:cNvPr>
              <p:cNvSpPr/>
              <p:nvPr/>
            </p:nvSpPr>
            <p:spPr>
              <a:xfrm>
                <a:off x="5431683" y="180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0" name="Freeform 28999">
                <a:extLst>
                  <a:ext uri="{FF2B5EF4-FFF2-40B4-BE49-F238E27FC236}">
                    <a16:creationId xmlns:a16="http://schemas.microsoft.com/office/drawing/2014/main" id="{744C08F0-BF18-9669-237B-B6B881DBB0ED}"/>
                  </a:ext>
                </a:extLst>
              </p:cNvPr>
              <p:cNvSpPr/>
              <p:nvPr/>
            </p:nvSpPr>
            <p:spPr>
              <a:xfrm>
                <a:off x="5432179" y="1840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1" name="Freeform 29000">
                <a:extLst>
                  <a:ext uri="{FF2B5EF4-FFF2-40B4-BE49-F238E27FC236}">
                    <a16:creationId xmlns:a16="http://schemas.microsoft.com/office/drawing/2014/main" id="{01292A1F-300A-8D14-59C6-8D5513C42C90}"/>
                  </a:ext>
                </a:extLst>
              </p:cNvPr>
              <p:cNvSpPr/>
              <p:nvPr/>
            </p:nvSpPr>
            <p:spPr>
              <a:xfrm>
                <a:off x="5432774" y="2376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2" name="Freeform 29001">
                <a:extLst>
                  <a:ext uri="{FF2B5EF4-FFF2-40B4-BE49-F238E27FC236}">
                    <a16:creationId xmlns:a16="http://schemas.microsoft.com/office/drawing/2014/main" id="{6535468B-4D0D-2272-898E-AA0A03D8705D}"/>
                  </a:ext>
                </a:extLst>
              </p:cNvPr>
              <p:cNvSpPr/>
              <p:nvPr/>
            </p:nvSpPr>
            <p:spPr>
              <a:xfrm>
                <a:off x="5433270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3" name="Freeform 29002">
                <a:extLst>
                  <a:ext uri="{FF2B5EF4-FFF2-40B4-BE49-F238E27FC236}">
                    <a16:creationId xmlns:a16="http://schemas.microsoft.com/office/drawing/2014/main" id="{1581E83C-0E97-1905-B838-8FAA890E2FDB}"/>
                  </a:ext>
                </a:extLst>
              </p:cNvPr>
              <p:cNvSpPr/>
              <p:nvPr/>
            </p:nvSpPr>
            <p:spPr>
              <a:xfrm>
                <a:off x="5433766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4" name="Freeform 29003">
                <a:extLst>
                  <a:ext uri="{FF2B5EF4-FFF2-40B4-BE49-F238E27FC236}">
                    <a16:creationId xmlns:a16="http://schemas.microsoft.com/office/drawing/2014/main" id="{1AF668DF-57E9-E692-C884-A2D67117C893}"/>
                  </a:ext>
                </a:extLst>
              </p:cNvPr>
              <p:cNvSpPr/>
              <p:nvPr/>
            </p:nvSpPr>
            <p:spPr>
              <a:xfrm>
                <a:off x="5434362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5" name="Freeform 29004">
                <a:extLst>
                  <a:ext uri="{FF2B5EF4-FFF2-40B4-BE49-F238E27FC236}">
                    <a16:creationId xmlns:a16="http://schemas.microsoft.com/office/drawing/2014/main" id="{AB267D2A-B6E5-FE82-9436-39CC2B6BF069}"/>
                  </a:ext>
                </a:extLst>
              </p:cNvPr>
              <p:cNvSpPr/>
              <p:nvPr/>
            </p:nvSpPr>
            <p:spPr>
              <a:xfrm>
                <a:off x="5434858" y="2390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6" name="Freeform 29005">
                <a:extLst>
                  <a:ext uri="{FF2B5EF4-FFF2-40B4-BE49-F238E27FC236}">
                    <a16:creationId xmlns:a16="http://schemas.microsoft.com/office/drawing/2014/main" id="{6B9823DE-C0D6-7DD8-06C0-FBEFC0EBF568}"/>
                  </a:ext>
                </a:extLst>
              </p:cNvPr>
              <p:cNvSpPr/>
              <p:nvPr/>
            </p:nvSpPr>
            <p:spPr>
              <a:xfrm>
                <a:off x="5435354" y="2391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7" name="Freeform 29006">
                <a:extLst>
                  <a:ext uri="{FF2B5EF4-FFF2-40B4-BE49-F238E27FC236}">
                    <a16:creationId xmlns:a16="http://schemas.microsoft.com/office/drawing/2014/main" id="{25AC6E29-5FA7-029B-D7EE-F1D1F48C59AA}"/>
                  </a:ext>
                </a:extLst>
              </p:cNvPr>
              <p:cNvSpPr/>
              <p:nvPr/>
            </p:nvSpPr>
            <p:spPr>
              <a:xfrm>
                <a:off x="5435949" y="2388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8" name="Freeform 29007">
                <a:extLst>
                  <a:ext uri="{FF2B5EF4-FFF2-40B4-BE49-F238E27FC236}">
                    <a16:creationId xmlns:a16="http://schemas.microsoft.com/office/drawing/2014/main" id="{2FA56BCA-D318-1712-B3FC-E3AF4C57BD73}"/>
                  </a:ext>
                </a:extLst>
              </p:cNvPr>
              <p:cNvSpPr/>
              <p:nvPr/>
            </p:nvSpPr>
            <p:spPr>
              <a:xfrm>
                <a:off x="5436445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9" name="Freeform 29008">
                <a:extLst>
                  <a:ext uri="{FF2B5EF4-FFF2-40B4-BE49-F238E27FC236}">
                    <a16:creationId xmlns:a16="http://schemas.microsoft.com/office/drawing/2014/main" id="{EC077344-3D04-74BE-59D6-2B1203A53CCA}"/>
                  </a:ext>
                </a:extLst>
              </p:cNvPr>
              <p:cNvSpPr/>
              <p:nvPr/>
            </p:nvSpPr>
            <p:spPr>
              <a:xfrm>
                <a:off x="5436941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0" name="Freeform 29009">
                <a:extLst>
                  <a:ext uri="{FF2B5EF4-FFF2-40B4-BE49-F238E27FC236}">
                    <a16:creationId xmlns:a16="http://schemas.microsoft.com/office/drawing/2014/main" id="{C48271E9-0070-5A45-52B8-3A5C5CFA43D6}"/>
                  </a:ext>
                </a:extLst>
              </p:cNvPr>
              <p:cNvSpPr/>
              <p:nvPr/>
            </p:nvSpPr>
            <p:spPr>
              <a:xfrm>
                <a:off x="5437537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1" name="Freeform 29010">
                <a:extLst>
                  <a:ext uri="{FF2B5EF4-FFF2-40B4-BE49-F238E27FC236}">
                    <a16:creationId xmlns:a16="http://schemas.microsoft.com/office/drawing/2014/main" id="{A0805A4A-EB03-B65B-AB16-75D297A2DC94}"/>
                  </a:ext>
                </a:extLst>
              </p:cNvPr>
              <p:cNvSpPr/>
              <p:nvPr/>
            </p:nvSpPr>
            <p:spPr>
              <a:xfrm>
                <a:off x="5438033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2" name="Freeform 29011">
                <a:extLst>
                  <a:ext uri="{FF2B5EF4-FFF2-40B4-BE49-F238E27FC236}">
                    <a16:creationId xmlns:a16="http://schemas.microsoft.com/office/drawing/2014/main" id="{1F22D72C-D4CE-6943-E2D9-BF4625AA7CD0}"/>
                  </a:ext>
                </a:extLst>
              </p:cNvPr>
              <p:cNvSpPr/>
              <p:nvPr/>
            </p:nvSpPr>
            <p:spPr>
              <a:xfrm>
                <a:off x="5438529" y="2207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3" name="Freeform 29012">
                <a:extLst>
                  <a:ext uri="{FF2B5EF4-FFF2-40B4-BE49-F238E27FC236}">
                    <a16:creationId xmlns:a16="http://schemas.microsoft.com/office/drawing/2014/main" id="{5BC17D2F-BA8C-D916-A6D1-1C1D771EB6CE}"/>
                  </a:ext>
                </a:extLst>
              </p:cNvPr>
              <p:cNvSpPr/>
              <p:nvPr/>
            </p:nvSpPr>
            <p:spPr>
              <a:xfrm>
                <a:off x="5439124" y="1907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4" name="Freeform 29013">
                <a:extLst>
                  <a:ext uri="{FF2B5EF4-FFF2-40B4-BE49-F238E27FC236}">
                    <a16:creationId xmlns:a16="http://schemas.microsoft.com/office/drawing/2014/main" id="{05B7A25D-6293-67F5-392E-9B0077069FBE}"/>
                  </a:ext>
                </a:extLst>
              </p:cNvPr>
              <p:cNvSpPr/>
              <p:nvPr/>
            </p:nvSpPr>
            <p:spPr>
              <a:xfrm>
                <a:off x="5439620" y="1682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5" name="Freeform 29014">
                <a:extLst>
                  <a:ext uri="{FF2B5EF4-FFF2-40B4-BE49-F238E27FC236}">
                    <a16:creationId xmlns:a16="http://schemas.microsoft.com/office/drawing/2014/main" id="{2F17279B-232E-C37A-3B37-8794F306BF65}"/>
                  </a:ext>
                </a:extLst>
              </p:cNvPr>
              <p:cNvSpPr/>
              <p:nvPr/>
            </p:nvSpPr>
            <p:spPr>
              <a:xfrm>
                <a:off x="5440116" y="1696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6" name="Freeform 29015">
                <a:extLst>
                  <a:ext uri="{FF2B5EF4-FFF2-40B4-BE49-F238E27FC236}">
                    <a16:creationId xmlns:a16="http://schemas.microsoft.com/office/drawing/2014/main" id="{E3DAB821-DD66-4534-79F5-9DE53FCEA92A}"/>
                  </a:ext>
                </a:extLst>
              </p:cNvPr>
              <p:cNvSpPr/>
              <p:nvPr/>
            </p:nvSpPr>
            <p:spPr>
              <a:xfrm>
                <a:off x="5440613" y="1722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7" name="Freeform 29016">
                <a:extLst>
                  <a:ext uri="{FF2B5EF4-FFF2-40B4-BE49-F238E27FC236}">
                    <a16:creationId xmlns:a16="http://schemas.microsoft.com/office/drawing/2014/main" id="{8CA172E3-3933-DCC5-2BAD-D88292C78CDA}"/>
                  </a:ext>
                </a:extLst>
              </p:cNvPr>
              <p:cNvSpPr/>
              <p:nvPr/>
            </p:nvSpPr>
            <p:spPr>
              <a:xfrm>
                <a:off x="5441208" y="1488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8" name="Freeform 29017">
                <a:extLst>
                  <a:ext uri="{FF2B5EF4-FFF2-40B4-BE49-F238E27FC236}">
                    <a16:creationId xmlns:a16="http://schemas.microsoft.com/office/drawing/2014/main" id="{EC293468-15D6-3F72-7073-38F145C8813E}"/>
                  </a:ext>
                </a:extLst>
              </p:cNvPr>
              <p:cNvSpPr/>
              <p:nvPr/>
            </p:nvSpPr>
            <p:spPr>
              <a:xfrm>
                <a:off x="5441704" y="1715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9" name="Freeform 29018">
                <a:extLst>
                  <a:ext uri="{FF2B5EF4-FFF2-40B4-BE49-F238E27FC236}">
                    <a16:creationId xmlns:a16="http://schemas.microsoft.com/office/drawing/2014/main" id="{98A32093-27A4-071C-DBA5-E3B33C9624F8}"/>
                  </a:ext>
                </a:extLst>
              </p:cNvPr>
              <p:cNvSpPr/>
              <p:nvPr/>
            </p:nvSpPr>
            <p:spPr>
              <a:xfrm>
                <a:off x="5442200" y="1861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0" name="Freeform 29019">
                <a:extLst>
                  <a:ext uri="{FF2B5EF4-FFF2-40B4-BE49-F238E27FC236}">
                    <a16:creationId xmlns:a16="http://schemas.microsoft.com/office/drawing/2014/main" id="{A40F7845-E85E-D816-2F8D-C7DD4B2430C6}"/>
                  </a:ext>
                </a:extLst>
              </p:cNvPr>
              <p:cNvSpPr/>
              <p:nvPr/>
            </p:nvSpPr>
            <p:spPr>
              <a:xfrm>
                <a:off x="5442795" y="1914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1" name="Freeform 29020">
                <a:extLst>
                  <a:ext uri="{FF2B5EF4-FFF2-40B4-BE49-F238E27FC236}">
                    <a16:creationId xmlns:a16="http://schemas.microsoft.com/office/drawing/2014/main" id="{78932C72-6B6B-3764-6AB7-B4368E379078}"/>
                  </a:ext>
                </a:extLst>
              </p:cNvPr>
              <p:cNvSpPr/>
              <p:nvPr/>
            </p:nvSpPr>
            <p:spPr>
              <a:xfrm>
                <a:off x="5443291" y="195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2" name="Freeform 29021">
                <a:extLst>
                  <a:ext uri="{FF2B5EF4-FFF2-40B4-BE49-F238E27FC236}">
                    <a16:creationId xmlns:a16="http://schemas.microsoft.com/office/drawing/2014/main" id="{F7524D32-EA7B-A8A0-44E1-21DD430C8953}"/>
                  </a:ext>
                </a:extLst>
              </p:cNvPr>
              <p:cNvSpPr/>
              <p:nvPr/>
            </p:nvSpPr>
            <p:spPr>
              <a:xfrm>
                <a:off x="5443788" y="1933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3" name="Freeform 29022">
                <a:extLst>
                  <a:ext uri="{FF2B5EF4-FFF2-40B4-BE49-F238E27FC236}">
                    <a16:creationId xmlns:a16="http://schemas.microsoft.com/office/drawing/2014/main" id="{07B07E7A-CCDD-1085-725F-0FAF16A2ECE6}"/>
                  </a:ext>
                </a:extLst>
              </p:cNvPr>
              <p:cNvSpPr/>
              <p:nvPr/>
            </p:nvSpPr>
            <p:spPr>
              <a:xfrm>
                <a:off x="5444383" y="1920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4" name="Freeform 29023">
                <a:extLst>
                  <a:ext uri="{FF2B5EF4-FFF2-40B4-BE49-F238E27FC236}">
                    <a16:creationId xmlns:a16="http://schemas.microsoft.com/office/drawing/2014/main" id="{78EE7210-C6C2-2A55-5756-E2688552D43F}"/>
                  </a:ext>
                </a:extLst>
              </p:cNvPr>
              <p:cNvSpPr/>
              <p:nvPr/>
            </p:nvSpPr>
            <p:spPr>
              <a:xfrm>
                <a:off x="5444879" y="1903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5" name="Freeform 29024">
                <a:extLst>
                  <a:ext uri="{FF2B5EF4-FFF2-40B4-BE49-F238E27FC236}">
                    <a16:creationId xmlns:a16="http://schemas.microsoft.com/office/drawing/2014/main" id="{6BBE4B2E-9A7C-7519-3859-FE1529F5A4D4}"/>
                  </a:ext>
                </a:extLst>
              </p:cNvPr>
              <p:cNvSpPr/>
              <p:nvPr/>
            </p:nvSpPr>
            <p:spPr>
              <a:xfrm>
                <a:off x="5445375" y="2301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6" name="Freeform 29025">
                <a:extLst>
                  <a:ext uri="{FF2B5EF4-FFF2-40B4-BE49-F238E27FC236}">
                    <a16:creationId xmlns:a16="http://schemas.microsoft.com/office/drawing/2014/main" id="{16EEFC76-4C93-BC29-1640-261EFAA5B8E4}"/>
                  </a:ext>
                </a:extLst>
              </p:cNvPr>
              <p:cNvSpPr/>
              <p:nvPr/>
            </p:nvSpPr>
            <p:spPr>
              <a:xfrm>
                <a:off x="5445970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7" name="Freeform 29026">
                <a:extLst>
                  <a:ext uri="{FF2B5EF4-FFF2-40B4-BE49-F238E27FC236}">
                    <a16:creationId xmlns:a16="http://schemas.microsoft.com/office/drawing/2014/main" id="{48C4E073-A010-EFD2-8117-18D3A389BDC8}"/>
                  </a:ext>
                </a:extLst>
              </p:cNvPr>
              <p:cNvSpPr/>
              <p:nvPr/>
            </p:nvSpPr>
            <p:spPr>
              <a:xfrm>
                <a:off x="5446466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8" name="Freeform 29027">
                <a:extLst>
                  <a:ext uri="{FF2B5EF4-FFF2-40B4-BE49-F238E27FC236}">
                    <a16:creationId xmlns:a16="http://schemas.microsoft.com/office/drawing/2014/main" id="{66245ADF-AF8E-ABA5-2CFA-D026DDD8FB8E}"/>
                  </a:ext>
                </a:extLst>
              </p:cNvPr>
              <p:cNvSpPr/>
              <p:nvPr/>
            </p:nvSpPr>
            <p:spPr>
              <a:xfrm>
                <a:off x="5446963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9" name="Freeform 29028">
                <a:extLst>
                  <a:ext uri="{FF2B5EF4-FFF2-40B4-BE49-F238E27FC236}">
                    <a16:creationId xmlns:a16="http://schemas.microsoft.com/office/drawing/2014/main" id="{B9C86A11-3AF9-1E9E-D12B-463273E8566E}"/>
                  </a:ext>
                </a:extLst>
              </p:cNvPr>
              <p:cNvSpPr/>
              <p:nvPr/>
            </p:nvSpPr>
            <p:spPr>
              <a:xfrm>
                <a:off x="5447558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0" name="Freeform 29029">
                <a:extLst>
                  <a:ext uri="{FF2B5EF4-FFF2-40B4-BE49-F238E27FC236}">
                    <a16:creationId xmlns:a16="http://schemas.microsoft.com/office/drawing/2014/main" id="{D81EA649-B490-AD75-566F-49E4BDE6348A}"/>
                  </a:ext>
                </a:extLst>
              </p:cNvPr>
              <p:cNvSpPr/>
              <p:nvPr/>
            </p:nvSpPr>
            <p:spPr>
              <a:xfrm>
                <a:off x="5448054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1" name="Freeform 29030">
                <a:extLst>
                  <a:ext uri="{FF2B5EF4-FFF2-40B4-BE49-F238E27FC236}">
                    <a16:creationId xmlns:a16="http://schemas.microsoft.com/office/drawing/2014/main" id="{6CA62200-B507-6E2D-EDB8-B91D31FFF0E5}"/>
                  </a:ext>
                </a:extLst>
              </p:cNvPr>
              <p:cNvSpPr/>
              <p:nvPr/>
            </p:nvSpPr>
            <p:spPr>
              <a:xfrm>
                <a:off x="5448550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2" name="Freeform 29031">
                <a:extLst>
                  <a:ext uri="{FF2B5EF4-FFF2-40B4-BE49-F238E27FC236}">
                    <a16:creationId xmlns:a16="http://schemas.microsoft.com/office/drawing/2014/main" id="{FE913D04-C92A-FBE1-23D8-FF2C5B617B7A}"/>
                  </a:ext>
                </a:extLst>
              </p:cNvPr>
              <p:cNvSpPr/>
              <p:nvPr/>
            </p:nvSpPr>
            <p:spPr>
              <a:xfrm>
                <a:off x="544914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3" name="Freeform 29032">
                <a:extLst>
                  <a:ext uri="{FF2B5EF4-FFF2-40B4-BE49-F238E27FC236}">
                    <a16:creationId xmlns:a16="http://schemas.microsoft.com/office/drawing/2014/main" id="{39C5D4E6-F19C-69B0-1195-26611C664B46}"/>
                  </a:ext>
                </a:extLst>
              </p:cNvPr>
              <p:cNvSpPr/>
              <p:nvPr/>
            </p:nvSpPr>
            <p:spPr>
              <a:xfrm>
                <a:off x="5449641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4" name="Freeform 29033">
                <a:extLst>
                  <a:ext uri="{FF2B5EF4-FFF2-40B4-BE49-F238E27FC236}">
                    <a16:creationId xmlns:a16="http://schemas.microsoft.com/office/drawing/2014/main" id="{B771928F-2948-176B-9B5F-709F5A05DF24}"/>
                  </a:ext>
                </a:extLst>
              </p:cNvPr>
              <p:cNvSpPr/>
              <p:nvPr/>
            </p:nvSpPr>
            <p:spPr>
              <a:xfrm>
                <a:off x="545013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5" name="Freeform 29034">
                <a:extLst>
                  <a:ext uri="{FF2B5EF4-FFF2-40B4-BE49-F238E27FC236}">
                    <a16:creationId xmlns:a16="http://schemas.microsoft.com/office/drawing/2014/main" id="{678E9D2C-60B3-339A-85FC-C9CDBBBAFAA9}"/>
                  </a:ext>
                </a:extLst>
              </p:cNvPr>
              <p:cNvSpPr/>
              <p:nvPr/>
            </p:nvSpPr>
            <p:spPr>
              <a:xfrm>
                <a:off x="5450733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6" name="Freeform 29035">
                <a:extLst>
                  <a:ext uri="{FF2B5EF4-FFF2-40B4-BE49-F238E27FC236}">
                    <a16:creationId xmlns:a16="http://schemas.microsoft.com/office/drawing/2014/main" id="{7A1F8EF8-81DC-E213-4504-9412985D4608}"/>
                  </a:ext>
                </a:extLst>
              </p:cNvPr>
              <p:cNvSpPr/>
              <p:nvPr/>
            </p:nvSpPr>
            <p:spPr>
              <a:xfrm>
                <a:off x="5451229" y="2365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7" name="Freeform 29036">
                <a:extLst>
                  <a:ext uri="{FF2B5EF4-FFF2-40B4-BE49-F238E27FC236}">
                    <a16:creationId xmlns:a16="http://schemas.microsoft.com/office/drawing/2014/main" id="{85E22A8E-ABAB-B41F-A173-261B7CDC4714}"/>
                  </a:ext>
                </a:extLst>
              </p:cNvPr>
              <p:cNvSpPr/>
              <p:nvPr/>
            </p:nvSpPr>
            <p:spPr>
              <a:xfrm>
                <a:off x="5451725" y="1991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8" name="Freeform 29037">
                <a:extLst>
                  <a:ext uri="{FF2B5EF4-FFF2-40B4-BE49-F238E27FC236}">
                    <a16:creationId xmlns:a16="http://schemas.microsoft.com/office/drawing/2014/main" id="{FEC6F2AF-C4E9-5687-1E0B-45E225446ECB}"/>
                  </a:ext>
                </a:extLst>
              </p:cNvPr>
              <p:cNvSpPr/>
              <p:nvPr/>
            </p:nvSpPr>
            <p:spPr>
              <a:xfrm>
                <a:off x="5452221" y="1737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9" name="Freeform 29038">
                <a:extLst>
                  <a:ext uri="{FF2B5EF4-FFF2-40B4-BE49-F238E27FC236}">
                    <a16:creationId xmlns:a16="http://schemas.microsoft.com/office/drawing/2014/main" id="{166A5E50-DA23-0D24-5D59-BCE711AFDD53}"/>
                  </a:ext>
                </a:extLst>
              </p:cNvPr>
              <p:cNvSpPr/>
              <p:nvPr/>
            </p:nvSpPr>
            <p:spPr>
              <a:xfrm>
                <a:off x="5452816" y="174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0" name="Freeform 29039">
                <a:extLst>
                  <a:ext uri="{FF2B5EF4-FFF2-40B4-BE49-F238E27FC236}">
                    <a16:creationId xmlns:a16="http://schemas.microsoft.com/office/drawing/2014/main" id="{0FF10806-9E4F-3D70-7FCA-3830D1B4D57A}"/>
                  </a:ext>
                </a:extLst>
              </p:cNvPr>
              <p:cNvSpPr/>
              <p:nvPr/>
            </p:nvSpPr>
            <p:spPr>
              <a:xfrm>
                <a:off x="5453313" y="1741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1" name="Freeform 29040">
                <a:extLst>
                  <a:ext uri="{FF2B5EF4-FFF2-40B4-BE49-F238E27FC236}">
                    <a16:creationId xmlns:a16="http://schemas.microsoft.com/office/drawing/2014/main" id="{1944DD25-7970-0C48-DC70-733B54B5ADCD}"/>
                  </a:ext>
                </a:extLst>
              </p:cNvPr>
              <p:cNvSpPr/>
              <p:nvPr/>
            </p:nvSpPr>
            <p:spPr>
              <a:xfrm>
                <a:off x="5453809" y="1583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2" name="Freeform 29041">
                <a:extLst>
                  <a:ext uri="{FF2B5EF4-FFF2-40B4-BE49-F238E27FC236}">
                    <a16:creationId xmlns:a16="http://schemas.microsoft.com/office/drawing/2014/main" id="{97CD36DA-43D3-E571-5869-4ABE8BC7DE25}"/>
                  </a:ext>
                </a:extLst>
              </p:cNvPr>
              <p:cNvSpPr/>
              <p:nvPr/>
            </p:nvSpPr>
            <p:spPr>
              <a:xfrm>
                <a:off x="5454404" y="1740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3" name="Freeform 29042">
                <a:extLst>
                  <a:ext uri="{FF2B5EF4-FFF2-40B4-BE49-F238E27FC236}">
                    <a16:creationId xmlns:a16="http://schemas.microsoft.com/office/drawing/2014/main" id="{3C1593BE-7F39-A5CE-6ACF-307AD37F4D93}"/>
                  </a:ext>
                </a:extLst>
              </p:cNvPr>
              <p:cNvSpPr/>
              <p:nvPr/>
            </p:nvSpPr>
            <p:spPr>
              <a:xfrm>
                <a:off x="5454900" y="1812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4" name="Freeform 29043">
                <a:extLst>
                  <a:ext uri="{FF2B5EF4-FFF2-40B4-BE49-F238E27FC236}">
                    <a16:creationId xmlns:a16="http://schemas.microsoft.com/office/drawing/2014/main" id="{AF23F2A7-58E0-969A-A342-5115D3450807}"/>
                  </a:ext>
                </a:extLst>
              </p:cNvPr>
              <p:cNvSpPr/>
              <p:nvPr/>
            </p:nvSpPr>
            <p:spPr>
              <a:xfrm>
                <a:off x="5455396" y="1864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5" name="Freeform 29044">
                <a:extLst>
                  <a:ext uri="{FF2B5EF4-FFF2-40B4-BE49-F238E27FC236}">
                    <a16:creationId xmlns:a16="http://schemas.microsoft.com/office/drawing/2014/main" id="{032C27B2-DCB8-72D3-D95D-B3433984FC82}"/>
                  </a:ext>
                </a:extLst>
              </p:cNvPr>
              <p:cNvSpPr/>
              <p:nvPr/>
            </p:nvSpPr>
            <p:spPr>
              <a:xfrm>
                <a:off x="5455991" y="1857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6" name="Freeform 29045">
                <a:extLst>
                  <a:ext uri="{FF2B5EF4-FFF2-40B4-BE49-F238E27FC236}">
                    <a16:creationId xmlns:a16="http://schemas.microsoft.com/office/drawing/2014/main" id="{72A4E9A3-6010-9898-6800-239E6A4FE786}"/>
                  </a:ext>
                </a:extLst>
              </p:cNvPr>
              <p:cNvSpPr/>
              <p:nvPr/>
            </p:nvSpPr>
            <p:spPr>
              <a:xfrm>
                <a:off x="5456488" y="1813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7" name="Freeform 29046">
                <a:extLst>
                  <a:ext uri="{FF2B5EF4-FFF2-40B4-BE49-F238E27FC236}">
                    <a16:creationId xmlns:a16="http://schemas.microsoft.com/office/drawing/2014/main" id="{AE3CA592-F984-0AEF-7B8B-9E449A6354F0}"/>
                  </a:ext>
                </a:extLst>
              </p:cNvPr>
              <p:cNvSpPr/>
              <p:nvPr/>
            </p:nvSpPr>
            <p:spPr>
              <a:xfrm>
                <a:off x="5456984" y="1772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8" name="Freeform 29047">
                <a:extLst>
                  <a:ext uri="{FF2B5EF4-FFF2-40B4-BE49-F238E27FC236}">
                    <a16:creationId xmlns:a16="http://schemas.microsoft.com/office/drawing/2014/main" id="{E3A87170-5842-ADAA-54CC-B60B5888FFA6}"/>
                  </a:ext>
                </a:extLst>
              </p:cNvPr>
              <p:cNvSpPr/>
              <p:nvPr/>
            </p:nvSpPr>
            <p:spPr>
              <a:xfrm>
                <a:off x="5457579" y="1766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9" name="Freeform 29048">
                <a:extLst>
                  <a:ext uri="{FF2B5EF4-FFF2-40B4-BE49-F238E27FC236}">
                    <a16:creationId xmlns:a16="http://schemas.microsoft.com/office/drawing/2014/main" id="{38AA5D92-53FA-6530-C863-7B8D05C3153F}"/>
                  </a:ext>
                </a:extLst>
              </p:cNvPr>
              <p:cNvSpPr/>
              <p:nvPr/>
            </p:nvSpPr>
            <p:spPr>
              <a:xfrm>
                <a:off x="5458075" y="2325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0" name="Freeform 29049">
                <a:extLst>
                  <a:ext uri="{FF2B5EF4-FFF2-40B4-BE49-F238E27FC236}">
                    <a16:creationId xmlns:a16="http://schemas.microsoft.com/office/drawing/2014/main" id="{026A5BD6-417F-894D-DF4A-A43D8319B45D}"/>
                  </a:ext>
                </a:extLst>
              </p:cNvPr>
              <p:cNvSpPr/>
              <p:nvPr/>
            </p:nvSpPr>
            <p:spPr>
              <a:xfrm>
                <a:off x="5458571" y="2379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1" name="Freeform 29050">
                <a:extLst>
                  <a:ext uri="{FF2B5EF4-FFF2-40B4-BE49-F238E27FC236}">
                    <a16:creationId xmlns:a16="http://schemas.microsoft.com/office/drawing/2014/main" id="{EE19B8E8-4214-9A90-5C0D-3CB1B6C0C8F2}"/>
                  </a:ext>
                </a:extLst>
              </p:cNvPr>
              <p:cNvSpPr/>
              <p:nvPr/>
            </p:nvSpPr>
            <p:spPr>
              <a:xfrm>
                <a:off x="5459166" y="2388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2" name="Freeform 29051">
                <a:extLst>
                  <a:ext uri="{FF2B5EF4-FFF2-40B4-BE49-F238E27FC236}">
                    <a16:creationId xmlns:a16="http://schemas.microsoft.com/office/drawing/2014/main" id="{9A672EC6-D150-0319-81EF-84A98582E6B3}"/>
                  </a:ext>
                </a:extLst>
              </p:cNvPr>
              <p:cNvSpPr/>
              <p:nvPr/>
            </p:nvSpPr>
            <p:spPr>
              <a:xfrm>
                <a:off x="5459663" y="2393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3" name="Freeform 29052">
                <a:extLst>
                  <a:ext uri="{FF2B5EF4-FFF2-40B4-BE49-F238E27FC236}">
                    <a16:creationId xmlns:a16="http://schemas.microsoft.com/office/drawing/2014/main" id="{5F8E2C8A-4B10-3490-7E91-D6F411423676}"/>
                  </a:ext>
                </a:extLst>
              </p:cNvPr>
              <p:cNvSpPr/>
              <p:nvPr/>
            </p:nvSpPr>
            <p:spPr>
              <a:xfrm>
                <a:off x="5460159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4" name="Freeform 29053">
                <a:extLst>
                  <a:ext uri="{FF2B5EF4-FFF2-40B4-BE49-F238E27FC236}">
                    <a16:creationId xmlns:a16="http://schemas.microsoft.com/office/drawing/2014/main" id="{3005A9F7-30D7-21F3-1109-C858161E55A3}"/>
                  </a:ext>
                </a:extLst>
              </p:cNvPr>
              <p:cNvSpPr/>
              <p:nvPr/>
            </p:nvSpPr>
            <p:spPr>
              <a:xfrm>
                <a:off x="5460754" y="2401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5" name="Freeform 29054">
                <a:extLst>
                  <a:ext uri="{FF2B5EF4-FFF2-40B4-BE49-F238E27FC236}">
                    <a16:creationId xmlns:a16="http://schemas.microsoft.com/office/drawing/2014/main" id="{0B549D28-125D-8525-D2A3-835D40F5FD48}"/>
                  </a:ext>
                </a:extLst>
              </p:cNvPr>
              <p:cNvSpPr/>
              <p:nvPr/>
            </p:nvSpPr>
            <p:spPr>
              <a:xfrm>
                <a:off x="5461250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6" name="Freeform 29055">
                <a:extLst>
                  <a:ext uri="{FF2B5EF4-FFF2-40B4-BE49-F238E27FC236}">
                    <a16:creationId xmlns:a16="http://schemas.microsoft.com/office/drawing/2014/main" id="{F268396C-AB3A-4054-F47C-D1A0B2DE319B}"/>
                  </a:ext>
                </a:extLst>
              </p:cNvPr>
              <p:cNvSpPr/>
              <p:nvPr/>
            </p:nvSpPr>
            <p:spPr>
              <a:xfrm>
                <a:off x="5461746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7" name="Freeform 29056">
                <a:extLst>
                  <a:ext uri="{FF2B5EF4-FFF2-40B4-BE49-F238E27FC236}">
                    <a16:creationId xmlns:a16="http://schemas.microsoft.com/office/drawing/2014/main" id="{045E513F-3445-DF2D-00C2-AF38FEBF5EDC}"/>
                  </a:ext>
                </a:extLst>
              </p:cNvPr>
              <p:cNvSpPr/>
              <p:nvPr/>
            </p:nvSpPr>
            <p:spPr>
              <a:xfrm>
                <a:off x="5462341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8" name="Freeform 29057">
                <a:extLst>
                  <a:ext uri="{FF2B5EF4-FFF2-40B4-BE49-F238E27FC236}">
                    <a16:creationId xmlns:a16="http://schemas.microsoft.com/office/drawing/2014/main" id="{A4C9CFDE-0697-2C79-6982-80A056A0FA6C}"/>
                  </a:ext>
                </a:extLst>
              </p:cNvPr>
              <p:cNvSpPr/>
              <p:nvPr/>
            </p:nvSpPr>
            <p:spPr>
              <a:xfrm>
                <a:off x="5462838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9" name="Freeform 29058">
                <a:extLst>
                  <a:ext uri="{FF2B5EF4-FFF2-40B4-BE49-F238E27FC236}">
                    <a16:creationId xmlns:a16="http://schemas.microsoft.com/office/drawing/2014/main" id="{79CF698A-9E72-2E4E-D720-1FCC1EC01713}"/>
                  </a:ext>
                </a:extLst>
              </p:cNvPr>
              <p:cNvSpPr/>
              <p:nvPr/>
            </p:nvSpPr>
            <p:spPr>
              <a:xfrm>
                <a:off x="5463334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0" name="Freeform 29059">
                <a:extLst>
                  <a:ext uri="{FF2B5EF4-FFF2-40B4-BE49-F238E27FC236}">
                    <a16:creationId xmlns:a16="http://schemas.microsoft.com/office/drawing/2014/main" id="{D6428B55-8829-C085-F50E-8799DD4A20C0}"/>
                  </a:ext>
                </a:extLst>
              </p:cNvPr>
              <p:cNvSpPr/>
              <p:nvPr/>
            </p:nvSpPr>
            <p:spPr>
              <a:xfrm>
                <a:off x="5463929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1" name="Freeform 29060">
                <a:extLst>
                  <a:ext uri="{FF2B5EF4-FFF2-40B4-BE49-F238E27FC236}">
                    <a16:creationId xmlns:a16="http://schemas.microsoft.com/office/drawing/2014/main" id="{1D751E2A-8A87-A943-0088-F80760841394}"/>
                  </a:ext>
                </a:extLst>
              </p:cNvPr>
              <p:cNvSpPr/>
              <p:nvPr/>
            </p:nvSpPr>
            <p:spPr>
              <a:xfrm>
                <a:off x="5464425" y="206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2" name="Freeform 29061">
                <a:extLst>
                  <a:ext uri="{FF2B5EF4-FFF2-40B4-BE49-F238E27FC236}">
                    <a16:creationId xmlns:a16="http://schemas.microsoft.com/office/drawing/2014/main" id="{045C023E-FE50-30AD-6AAE-4CCD61344F40}"/>
                  </a:ext>
                </a:extLst>
              </p:cNvPr>
              <p:cNvSpPr/>
              <p:nvPr/>
            </p:nvSpPr>
            <p:spPr>
              <a:xfrm>
                <a:off x="5464921" y="1714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3" name="Freeform 29062">
                <a:extLst>
                  <a:ext uri="{FF2B5EF4-FFF2-40B4-BE49-F238E27FC236}">
                    <a16:creationId xmlns:a16="http://schemas.microsoft.com/office/drawing/2014/main" id="{4DE25349-B529-C0FA-9F9E-11D8A9CF3154}"/>
                  </a:ext>
                </a:extLst>
              </p:cNvPr>
              <p:cNvSpPr/>
              <p:nvPr/>
            </p:nvSpPr>
            <p:spPr>
              <a:xfrm>
                <a:off x="5465417" y="1724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4" name="Freeform 29063">
                <a:extLst>
                  <a:ext uri="{FF2B5EF4-FFF2-40B4-BE49-F238E27FC236}">
                    <a16:creationId xmlns:a16="http://schemas.microsoft.com/office/drawing/2014/main" id="{9A8919D0-072E-DB05-DB55-8BCACD8A5886}"/>
                  </a:ext>
                </a:extLst>
              </p:cNvPr>
              <p:cNvSpPr/>
              <p:nvPr/>
            </p:nvSpPr>
            <p:spPr>
              <a:xfrm>
                <a:off x="5466013" y="1750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5" name="Freeform 29064">
                <a:extLst>
                  <a:ext uri="{FF2B5EF4-FFF2-40B4-BE49-F238E27FC236}">
                    <a16:creationId xmlns:a16="http://schemas.microsoft.com/office/drawing/2014/main" id="{DB6A3DAF-7DB0-6544-0A73-41B36111AE9D}"/>
                  </a:ext>
                </a:extLst>
              </p:cNvPr>
              <p:cNvSpPr/>
              <p:nvPr/>
            </p:nvSpPr>
            <p:spPr>
              <a:xfrm>
                <a:off x="5466509" y="1513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6" name="Freeform 29065">
                <a:extLst>
                  <a:ext uri="{FF2B5EF4-FFF2-40B4-BE49-F238E27FC236}">
                    <a16:creationId xmlns:a16="http://schemas.microsoft.com/office/drawing/2014/main" id="{E6480A9D-8E53-C5C3-6C64-7CAB6DD43AF0}"/>
                  </a:ext>
                </a:extLst>
              </p:cNvPr>
              <p:cNvSpPr/>
              <p:nvPr/>
            </p:nvSpPr>
            <p:spPr>
              <a:xfrm>
                <a:off x="5467005" y="1788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7" name="Freeform 29066">
                <a:extLst>
                  <a:ext uri="{FF2B5EF4-FFF2-40B4-BE49-F238E27FC236}">
                    <a16:creationId xmlns:a16="http://schemas.microsoft.com/office/drawing/2014/main" id="{75260434-2321-0703-CA97-BECFA54E6552}"/>
                  </a:ext>
                </a:extLst>
              </p:cNvPr>
              <p:cNvSpPr/>
              <p:nvPr/>
            </p:nvSpPr>
            <p:spPr>
              <a:xfrm>
                <a:off x="5467600" y="1866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8" name="Freeform 29067">
                <a:extLst>
                  <a:ext uri="{FF2B5EF4-FFF2-40B4-BE49-F238E27FC236}">
                    <a16:creationId xmlns:a16="http://schemas.microsoft.com/office/drawing/2014/main" id="{4ECDC5B0-C6BF-ED4E-D791-0CF104005082}"/>
                  </a:ext>
                </a:extLst>
              </p:cNvPr>
              <p:cNvSpPr/>
              <p:nvPr/>
            </p:nvSpPr>
            <p:spPr>
              <a:xfrm>
                <a:off x="5468096" y="19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9" name="Freeform 29068">
                <a:extLst>
                  <a:ext uri="{FF2B5EF4-FFF2-40B4-BE49-F238E27FC236}">
                    <a16:creationId xmlns:a16="http://schemas.microsoft.com/office/drawing/2014/main" id="{07FEFB96-493E-4DB4-5BC6-6C6104F4290E}"/>
                  </a:ext>
                </a:extLst>
              </p:cNvPr>
              <p:cNvSpPr/>
              <p:nvPr/>
            </p:nvSpPr>
            <p:spPr>
              <a:xfrm>
                <a:off x="5468592" y="183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0" name="Freeform 29069">
                <a:extLst>
                  <a:ext uri="{FF2B5EF4-FFF2-40B4-BE49-F238E27FC236}">
                    <a16:creationId xmlns:a16="http://schemas.microsoft.com/office/drawing/2014/main" id="{C9BEF6CE-4CC5-3A6A-2146-F7F333715F04}"/>
                  </a:ext>
                </a:extLst>
              </p:cNvPr>
              <p:cNvSpPr/>
              <p:nvPr/>
            </p:nvSpPr>
            <p:spPr>
              <a:xfrm>
                <a:off x="5469188" y="1846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1" name="Freeform 29070">
                <a:extLst>
                  <a:ext uri="{FF2B5EF4-FFF2-40B4-BE49-F238E27FC236}">
                    <a16:creationId xmlns:a16="http://schemas.microsoft.com/office/drawing/2014/main" id="{00F3A3C2-9B36-5618-27FE-0F4E85511F53}"/>
                  </a:ext>
                </a:extLst>
              </p:cNvPr>
              <p:cNvSpPr/>
              <p:nvPr/>
            </p:nvSpPr>
            <p:spPr>
              <a:xfrm>
                <a:off x="5469684" y="1777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2" name="Freeform 29071">
                <a:extLst>
                  <a:ext uri="{FF2B5EF4-FFF2-40B4-BE49-F238E27FC236}">
                    <a16:creationId xmlns:a16="http://schemas.microsoft.com/office/drawing/2014/main" id="{57F6C497-7317-04C0-B6D0-9FBD29406C4F}"/>
                  </a:ext>
                </a:extLst>
              </p:cNvPr>
              <p:cNvSpPr/>
              <p:nvPr/>
            </p:nvSpPr>
            <p:spPr>
              <a:xfrm>
                <a:off x="5470180" y="1808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3" name="Freeform 29072">
                <a:extLst>
                  <a:ext uri="{FF2B5EF4-FFF2-40B4-BE49-F238E27FC236}">
                    <a16:creationId xmlns:a16="http://schemas.microsoft.com/office/drawing/2014/main" id="{A768ADC9-12FB-4526-76D9-346EF5AD0743}"/>
                  </a:ext>
                </a:extLst>
              </p:cNvPr>
              <p:cNvSpPr/>
              <p:nvPr/>
            </p:nvSpPr>
            <p:spPr>
              <a:xfrm>
                <a:off x="5470775" y="2310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4" name="Freeform 29073">
                <a:extLst>
                  <a:ext uri="{FF2B5EF4-FFF2-40B4-BE49-F238E27FC236}">
                    <a16:creationId xmlns:a16="http://schemas.microsoft.com/office/drawing/2014/main" id="{82918A30-0495-9598-F8F7-8B4253F05547}"/>
                  </a:ext>
                </a:extLst>
              </p:cNvPr>
              <p:cNvSpPr/>
              <p:nvPr/>
            </p:nvSpPr>
            <p:spPr>
              <a:xfrm>
                <a:off x="5471271" y="2366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5" name="Freeform 29074">
                <a:extLst>
                  <a:ext uri="{FF2B5EF4-FFF2-40B4-BE49-F238E27FC236}">
                    <a16:creationId xmlns:a16="http://schemas.microsoft.com/office/drawing/2014/main" id="{EF224513-1F75-4589-C310-FCB238503DCF}"/>
                  </a:ext>
                </a:extLst>
              </p:cNvPr>
              <p:cNvSpPr/>
              <p:nvPr/>
            </p:nvSpPr>
            <p:spPr>
              <a:xfrm>
                <a:off x="5471767" y="2376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6" name="Freeform 29075">
                <a:extLst>
                  <a:ext uri="{FF2B5EF4-FFF2-40B4-BE49-F238E27FC236}">
                    <a16:creationId xmlns:a16="http://schemas.microsoft.com/office/drawing/2014/main" id="{E6260B7D-4A01-3342-09F4-430222E9F3DC}"/>
                  </a:ext>
                </a:extLst>
              </p:cNvPr>
              <p:cNvSpPr/>
              <p:nvPr/>
            </p:nvSpPr>
            <p:spPr>
              <a:xfrm>
                <a:off x="5472363" y="2382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7" name="Freeform 29076">
                <a:extLst>
                  <a:ext uri="{FF2B5EF4-FFF2-40B4-BE49-F238E27FC236}">
                    <a16:creationId xmlns:a16="http://schemas.microsoft.com/office/drawing/2014/main" id="{2E0FAAF0-BDEF-A02E-0D4F-346DF4FDBE98}"/>
                  </a:ext>
                </a:extLst>
              </p:cNvPr>
              <p:cNvSpPr/>
              <p:nvPr/>
            </p:nvSpPr>
            <p:spPr>
              <a:xfrm>
                <a:off x="5472859" y="2386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8" name="Freeform 29077">
                <a:extLst>
                  <a:ext uri="{FF2B5EF4-FFF2-40B4-BE49-F238E27FC236}">
                    <a16:creationId xmlns:a16="http://schemas.microsoft.com/office/drawing/2014/main" id="{85021612-3D71-0A6C-1A55-409BBCC694BA}"/>
                  </a:ext>
                </a:extLst>
              </p:cNvPr>
              <p:cNvSpPr/>
              <p:nvPr/>
            </p:nvSpPr>
            <p:spPr>
              <a:xfrm>
                <a:off x="5473355" y="2390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9" name="Freeform 29078">
                <a:extLst>
                  <a:ext uri="{FF2B5EF4-FFF2-40B4-BE49-F238E27FC236}">
                    <a16:creationId xmlns:a16="http://schemas.microsoft.com/office/drawing/2014/main" id="{35120D56-2C21-9FB1-A973-0956C21E6D34}"/>
                  </a:ext>
                </a:extLst>
              </p:cNvPr>
              <p:cNvSpPr/>
              <p:nvPr/>
            </p:nvSpPr>
            <p:spPr>
              <a:xfrm>
                <a:off x="5473950" y="2390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0" name="Freeform 29079">
                <a:extLst>
                  <a:ext uri="{FF2B5EF4-FFF2-40B4-BE49-F238E27FC236}">
                    <a16:creationId xmlns:a16="http://schemas.microsoft.com/office/drawing/2014/main" id="{E4D1A517-C346-BCB2-B20A-8C753D6CFD8C}"/>
                  </a:ext>
                </a:extLst>
              </p:cNvPr>
              <p:cNvSpPr/>
              <p:nvPr/>
            </p:nvSpPr>
            <p:spPr>
              <a:xfrm>
                <a:off x="5474446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1" name="Freeform 29080">
                <a:extLst>
                  <a:ext uri="{FF2B5EF4-FFF2-40B4-BE49-F238E27FC236}">
                    <a16:creationId xmlns:a16="http://schemas.microsoft.com/office/drawing/2014/main" id="{7676F8C7-168D-0ECD-0CE5-1CEEB0833512}"/>
                  </a:ext>
                </a:extLst>
              </p:cNvPr>
              <p:cNvSpPr/>
              <p:nvPr/>
            </p:nvSpPr>
            <p:spPr>
              <a:xfrm>
                <a:off x="5474942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2" name="Freeform 29081">
                <a:extLst>
                  <a:ext uri="{FF2B5EF4-FFF2-40B4-BE49-F238E27FC236}">
                    <a16:creationId xmlns:a16="http://schemas.microsoft.com/office/drawing/2014/main" id="{109C95D2-75D5-F694-8DEF-339FFE07A6A9}"/>
                  </a:ext>
                </a:extLst>
              </p:cNvPr>
              <p:cNvSpPr/>
              <p:nvPr/>
            </p:nvSpPr>
            <p:spPr>
              <a:xfrm>
                <a:off x="5475538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3" name="Freeform 29082">
                <a:extLst>
                  <a:ext uri="{FF2B5EF4-FFF2-40B4-BE49-F238E27FC236}">
                    <a16:creationId xmlns:a16="http://schemas.microsoft.com/office/drawing/2014/main" id="{3B43FDCE-552A-DC1B-AC3C-A04AF51E0033}"/>
                  </a:ext>
                </a:extLst>
              </p:cNvPr>
              <p:cNvSpPr/>
              <p:nvPr/>
            </p:nvSpPr>
            <p:spPr>
              <a:xfrm>
                <a:off x="5476034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4" name="Freeform 29083">
                <a:extLst>
                  <a:ext uri="{FF2B5EF4-FFF2-40B4-BE49-F238E27FC236}">
                    <a16:creationId xmlns:a16="http://schemas.microsoft.com/office/drawing/2014/main" id="{8AE18E0D-230E-BE5D-536C-A2BC4AAD6806}"/>
                  </a:ext>
                </a:extLst>
              </p:cNvPr>
              <p:cNvSpPr/>
              <p:nvPr/>
            </p:nvSpPr>
            <p:spPr>
              <a:xfrm>
                <a:off x="5476530" y="2228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5" name="Freeform 29084">
                <a:extLst>
                  <a:ext uri="{FF2B5EF4-FFF2-40B4-BE49-F238E27FC236}">
                    <a16:creationId xmlns:a16="http://schemas.microsoft.com/office/drawing/2014/main" id="{1070809D-3E13-5848-E617-2CDA461C5390}"/>
                  </a:ext>
                </a:extLst>
              </p:cNvPr>
              <p:cNvSpPr/>
              <p:nvPr/>
            </p:nvSpPr>
            <p:spPr>
              <a:xfrm>
                <a:off x="5477026" y="2023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6" name="Freeform 29085">
                <a:extLst>
                  <a:ext uri="{FF2B5EF4-FFF2-40B4-BE49-F238E27FC236}">
                    <a16:creationId xmlns:a16="http://schemas.microsoft.com/office/drawing/2014/main" id="{DBDE0E04-68A1-CDEF-DCA3-F1B3CE8D3D1A}"/>
                  </a:ext>
                </a:extLst>
              </p:cNvPr>
              <p:cNvSpPr/>
              <p:nvPr/>
            </p:nvSpPr>
            <p:spPr>
              <a:xfrm>
                <a:off x="5477621" y="1874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7" name="Freeform 29086">
                <a:extLst>
                  <a:ext uri="{FF2B5EF4-FFF2-40B4-BE49-F238E27FC236}">
                    <a16:creationId xmlns:a16="http://schemas.microsoft.com/office/drawing/2014/main" id="{4BDDBA61-D6E8-B358-ACC0-03B156C3F734}"/>
                  </a:ext>
                </a:extLst>
              </p:cNvPr>
              <p:cNvSpPr/>
              <p:nvPr/>
            </p:nvSpPr>
            <p:spPr>
              <a:xfrm>
                <a:off x="5478117" y="1862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8" name="Freeform 29087">
                <a:extLst>
                  <a:ext uri="{FF2B5EF4-FFF2-40B4-BE49-F238E27FC236}">
                    <a16:creationId xmlns:a16="http://schemas.microsoft.com/office/drawing/2014/main" id="{EA68241D-383F-76A8-A304-37069999E27B}"/>
                  </a:ext>
                </a:extLst>
              </p:cNvPr>
              <p:cNvSpPr/>
              <p:nvPr/>
            </p:nvSpPr>
            <p:spPr>
              <a:xfrm>
                <a:off x="5478613" y="1864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9" name="Freeform 29088">
                <a:extLst>
                  <a:ext uri="{FF2B5EF4-FFF2-40B4-BE49-F238E27FC236}">
                    <a16:creationId xmlns:a16="http://schemas.microsoft.com/office/drawing/2014/main" id="{04610A5D-9566-899C-0B2C-62CAF81FA4FA}"/>
                  </a:ext>
                </a:extLst>
              </p:cNvPr>
              <p:cNvSpPr/>
              <p:nvPr/>
            </p:nvSpPr>
            <p:spPr>
              <a:xfrm>
                <a:off x="5479209" y="1633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0" name="Freeform 29089">
                <a:extLst>
                  <a:ext uri="{FF2B5EF4-FFF2-40B4-BE49-F238E27FC236}">
                    <a16:creationId xmlns:a16="http://schemas.microsoft.com/office/drawing/2014/main" id="{4383C7BF-0B35-F622-A655-5F92271F3FC1}"/>
                  </a:ext>
                </a:extLst>
              </p:cNvPr>
              <p:cNvSpPr/>
              <p:nvPr/>
            </p:nvSpPr>
            <p:spPr>
              <a:xfrm>
                <a:off x="5479705" y="1824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1" name="Freeform 29090">
                <a:extLst>
                  <a:ext uri="{FF2B5EF4-FFF2-40B4-BE49-F238E27FC236}">
                    <a16:creationId xmlns:a16="http://schemas.microsoft.com/office/drawing/2014/main" id="{CB1583E8-D832-AC64-2A37-24C04598554E}"/>
                  </a:ext>
                </a:extLst>
              </p:cNvPr>
              <p:cNvSpPr/>
              <p:nvPr/>
            </p:nvSpPr>
            <p:spPr>
              <a:xfrm>
                <a:off x="5480201" y="1924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2" name="Freeform 29091">
                <a:extLst>
                  <a:ext uri="{FF2B5EF4-FFF2-40B4-BE49-F238E27FC236}">
                    <a16:creationId xmlns:a16="http://schemas.microsoft.com/office/drawing/2014/main" id="{CB08CAE2-F2C0-0AD9-EF20-617ACE010F9E}"/>
                  </a:ext>
                </a:extLst>
              </p:cNvPr>
              <p:cNvSpPr/>
              <p:nvPr/>
            </p:nvSpPr>
            <p:spPr>
              <a:xfrm>
                <a:off x="5480796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3" name="Freeform 29092">
                <a:extLst>
                  <a:ext uri="{FF2B5EF4-FFF2-40B4-BE49-F238E27FC236}">
                    <a16:creationId xmlns:a16="http://schemas.microsoft.com/office/drawing/2014/main" id="{8817C61E-E385-F290-8936-AEA677B4322B}"/>
                  </a:ext>
                </a:extLst>
              </p:cNvPr>
              <p:cNvSpPr/>
              <p:nvPr/>
            </p:nvSpPr>
            <p:spPr>
              <a:xfrm>
                <a:off x="5481292" y="191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4" name="Freeform 29093">
                <a:extLst>
                  <a:ext uri="{FF2B5EF4-FFF2-40B4-BE49-F238E27FC236}">
                    <a16:creationId xmlns:a16="http://schemas.microsoft.com/office/drawing/2014/main" id="{FC4354C1-AD20-5A74-34CE-8661F38200F7}"/>
                  </a:ext>
                </a:extLst>
              </p:cNvPr>
              <p:cNvSpPr/>
              <p:nvPr/>
            </p:nvSpPr>
            <p:spPr>
              <a:xfrm>
                <a:off x="5481788" y="1886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5" name="Freeform 29094">
                <a:extLst>
                  <a:ext uri="{FF2B5EF4-FFF2-40B4-BE49-F238E27FC236}">
                    <a16:creationId xmlns:a16="http://schemas.microsoft.com/office/drawing/2014/main" id="{7BC37BDF-7E9C-540A-6AC0-C3CD6BB98025}"/>
                  </a:ext>
                </a:extLst>
              </p:cNvPr>
              <p:cNvSpPr/>
              <p:nvPr/>
            </p:nvSpPr>
            <p:spPr>
              <a:xfrm>
                <a:off x="5482384" y="1877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6" name="Freeform 29095">
                <a:extLst>
                  <a:ext uri="{FF2B5EF4-FFF2-40B4-BE49-F238E27FC236}">
                    <a16:creationId xmlns:a16="http://schemas.microsoft.com/office/drawing/2014/main" id="{33A9AC78-C077-CA5D-83B0-FB59458A5858}"/>
                  </a:ext>
                </a:extLst>
              </p:cNvPr>
              <p:cNvSpPr/>
              <p:nvPr/>
            </p:nvSpPr>
            <p:spPr>
              <a:xfrm>
                <a:off x="5482880" y="189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7" name="Freeform 29096">
                <a:extLst>
                  <a:ext uri="{FF2B5EF4-FFF2-40B4-BE49-F238E27FC236}">
                    <a16:creationId xmlns:a16="http://schemas.microsoft.com/office/drawing/2014/main" id="{09D37CB3-B472-FFE6-C8DF-D4D36632EF6E}"/>
                  </a:ext>
                </a:extLst>
              </p:cNvPr>
              <p:cNvSpPr/>
              <p:nvPr/>
            </p:nvSpPr>
            <p:spPr>
              <a:xfrm>
                <a:off x="5483376" y="2259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8" name="Freeform 29097">
                <a:extLst>
                  <a:ext uri="{FF2B5EF4-FFF2-40B4-BE49-F238E27FC236}">
                    <a16:creationId xmlns:a16="http://schemas.microsoft.com/office/drawing/2014/main" id="{7CF460D1-0B06-B1E4-7C35-13E6E363ED04}"/>
                  </a:ext>
                </a:extLst>
              </p:cNvPr>
              <p:cNvSpPr/>
              <p:nvPr/>
            </p:nvSpPr>
            <p:spPr>
              <a:xfrm>
                <a:off x="5483971" y="2355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9" name="Freeform 29098">
                <a:extLst>
                  <a:ext uri="{FF2B5EF4-FFF2-40B4-BE49-F238E27FC236}">
                    <a16:creationId xmlns:a16="http://schemas.microsoft.com/office/drawing/2014/main" id="{1C59AB90-609E-89E6-F77C-4990A93CA207}"/>
                  </a:ext>
                </a:extLst>
              </p:cNvPr>
              <p:cNvSpPr/>
              <p:nvPr/>
            </p:nvSpPr>
            <p:spPr>
              <a:xfrm>
                <a:off x="5484467" y="2373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0" name="Freeform 29099">
                <a:extLst>
                  <a:ext uri="{FF2B5EF4-FFF2-40B4-BE49-F238E27FC236}">
                    <a16:creationId xmlns:a16="http://schemas.microsoft.com/office/drawing/2014/main" id="{FBEDA247-747C-FDAC-234F-EB553E7079EF}"/>
                  </a:ext>
                </a:extLst>
              </p:cNvPr>
              <p:cNvSpPr/>
              <p:nvPr/>
            </p:nvSpPr>
            <p:spPr>
              <a:xfrm>
                <a:off x="5484963" y="2382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1" name="Freeform 29100">
                <a:extLst>
                  <a:ext uri="{FF2B5EF4-FFF2-40B4-BE49-F238E27FC236}">
                    <a16:creationId xmlns:a16="http://schemas.microsoft.com/office/drawing/2014/main" id="{971AB12B-D771-EBF0-CF47-249E0A73B6C3}"/>
                  </a:ext>
                </a:extLst>
              </p:cNvPr>
              <p:cNvSpPr/>
              <p:nvPr/>
            </p:nvSpPr>
            <p:spPr>
              <a:xfrm>
                <a:off x="5485559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2" name="Freeform 29101">
                <a:extLst>
                  <a:ext uri="{FF2B5EF4-FFF2-40B4-BE49-F238E27FC236}">
                    <a16:creationId xmlns:a16="http://schemas.microsoft.com/office/drawing/2014/main" id="{03FEBA28-B5C3-7C1C-D2D6-677DC2F40829}"/>
                  </a:ext>
                </a:extLst>
              </p:cNvPr>
              <p:cNvSpPr/>
              <p:nvPr/>
            </p:nvSpPr>
            <p:spPr>
              <a:xfrm>
                <a:off x="5486055" y="2383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3" name="Freeform 29102">
                <a:extLst>
                  <a:ext uri="{FF2B5EF4-FFF2-40B4-BE49-F238E27FC236}">
                    <a16:creationId xmlns:a16="http://schemas.microsoft.com/office/drawing/2014/main" id="{D993E74B-EEE8-BC05-14FE-940ECB9F13B5}"/>
                  </a:ext>
                </a:extLst>
              </p:cNvPr>
              <p:cNvSpPr/>
              <p:nvPr/>
            </p:nvSpPr>
            <p:spPr>
              <a:xfrm>
                <a:off x="5486551" y="2388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4" name="Freeform 29103">
                <a:extLst>
                  <a:ext uri="{FF2B5EF4-FFF2-40B4-BE49-F238E27FC236}">
                    <a16:creationId xmlns:a16="http://schemas.microsoft.com/office/drawing/2014/main" id="{A1B0D8A6-DB02-B9EA-CFFB-A69BD8E53E8E}"/>
                  </a:ext>
                </a:extLst>
              </p:cNvPr>
              <p:cNvSpPr/>
              <p:nvPr/>
            </p:nvSpPr>
            <p:spPr>
              <a:xfrm>
                <a:off x="5487146" y="2380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5" name="Freeform 29104">
                <a:extLst>
                  <a:ext uri="{FF2B5EF4-FFF2-40B4-BE49-F238E27FC236}">
                    <a16:creationId xmlns:a16="http://schemas.microsoft.com/office/drawing/2014/main" id="{F02F15A2-6F79-272B-CD67-53FCAD0A400D}"/>
                  </a:ext>
                </a:extLst>
              </p:cNvPr>
              <p:cNvSpPr/>
              <p:nvPr/>
            </p:nvSpPr>
            <p:spPr>
              <a:xfrm>
                <a:off x="5487642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6" name="Freeform 29105">
                <a:extLst>
                  <a:ext uri="{FF2B5EF4-FFF2-40B4-BE49-F238E27FC236}">
                    <a16:creationId xmlns:a16="http://schemas.microsoft.com/office/drawing/2014/main" id="{8860A22A-E780-13E8-E7AA-6FDC3156545C}"/>
                  </a:ext>
                </a:extLst>
              </p:cNvPr>
              <p:cNvSpPr/>
              <p:nvPr/>
            </p:nvSpPr>
            <p:spPr>
              <a:xfrm>
                <a:off x="5488138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7" name="Freeform 29106">
                <a:extLst>
                  <a:ext uri="{FF2B5EF4-FFF2-40B4-BE49-F238E27FC236}">
                    <a16:creationId xmlns:a16="http://schemas.microsoft.com/office/drawing/2014/main" id="{C7EE1A47-470B-9E98-9F7C-21B4278B76DD}"/>
                  </a:ext>
                </a:extLst>
              </p:cNvPr>
              <p:cNvSpPr/>
              <p:nvPr/>
            </p:nvSpPr>
            <p:spPr>
              <a:xfrm>
                <a:off x="5488734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8" name="Freeform 29107">
                <a:extLst>
                  <a:ext uri="{FF2B5EF4-FFF2-40B4-BE49-F238E27FC236}">
                    <a16:creationId xmlns:a16="http://schemas.microsoft.com/office/drawing/2014/main" id="{D687F867-6385-858C-57FF-D72ACB61F1BB}"/>
                  </a:ext>
                </a:extLst>
              </p:cNvPr>
              <p:cNvSpPr/>
              <p:nvPr/>
            </p:nvSpPr>
            <p:spPr>
              <a:xfrm>
                <a:off x="5489230" y="2091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9" name="Freeform 29108">
                <a:extLst>
                  <a:ext uri="{FF2B5EF4-FFF2-40B4-BE49-F238E27FC236}">
                    <a16:creationId xmlns:a16="http://schemas.microsoft.com/office/drawing/2014/main" id="{CB122977-83F8-63E0-7073-B8B11A50ADDB}"/>
                  </a:ext>
                </a:extLst>
              </p:cNvPr>
              <p:cNvSpPr/>
              <p:nvPr/>
            </p:nvSpPr>
            <p:spPr>
              <a:xfrm>
                <a:off x="5489726" y="199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0" name="Freeform 29109">
                <a:extLst>
                  <a:ext uri="{FF2B5EF4-FFF2-40B4-BE49-F238E27FC236}">
                    <a16:creationId xmlns:a16="http://schemas.microsoft.com/office/drawing/2014/main" id="{93D470C7-571A-DBA5-7FF6-D873CD4F66A6}"/>
                  </a:ext>
                </a:extLst>
              </p:cNvPr>
              <p:cNvSpPr/>
              <p:nvPr/>
            </p:nvSpPr>
            <p:spPr>
              <a:xfrm>
                <a:off x="5490222" y="1910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1" name="Freeform 29110">
                <a:extLst>
                  <a:ext uri="{FF2B5EF4-FFF2-40B4-BE49-F238E27FC236}">
                    <a16:creationId xmlns:a16="http://schemas.microsoft.com/office/drawing/2014/main" id="{5E0FBFBC-399D-D355-2556-0AEB66D45FA7}"/>
                  </a:ext>
                </a:extLst>
              </p:cNvPr>
              <p:cNvSpPr/>
              <p:nvPr/>
            </p:nvSpPr>
            <p:spPr>
              <a:xfrm>
                <a:off x="5490817" y="1822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2" name="Freeform 29111">
                <a:extLst>
                  <a:ext uri="{FF2B5EF4-FFF2-40B4-BE49-F238E27FC236}">
                    <a16:creationId xmlns:a16="http://schemas.microsoft.com/office/drawing/2014/main" id="{B8598C65-CFEE-3916-6786-B9AABA047AEF}"/>
                  </a:ext>
                </a:extLst>
              </p:cNvPr>
              <p:cNvSpPr/>
              <p:nvPr/>
            </p:nvSpPr>
            <p:spPr>
              <a:xfrm>
                <a:off x="5491313" y="187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3" name="Freeform 29112">
                <a:extLst>
                  <a:ext uri="{FF2B5EF4-FFF2-40B4-BE49-F238E27FC236}">
                    <a16:creationId xmlns:a16="http://schemas.microsoft.com/office/drawing/2014/main" id="{4374617B-7C7F-A7D8-AEBD-6DC6549066B6}"/>
                  </a:ext>
                </a:extLst>
              </p:cNvPr>
              <p:cNvSpPr/>
              <p:nvPr/>
            </p:nvSpPr>
            <p:spPr>
              <a:xfrm>
                <a:off x="5491809" y="1654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4" name="Freeform 29113">
                <a:extLst>
                  <a:ext uri="{FF2B5EF4-FFF2-40B4-BE49-F238E27FC236}">
                    <a16:creationId xmlns:a16="http://schemas.microsoft.com/office/drawing/2014/main" id="{7201F3DF-57E0-0F4B-8496-1E2DF46906D3}"/>
                  </a:ext>
                </a:extLst>
              </p:cNvPr>
              <p:cNvSpPr/>
              <p:nvPr/>
            </p:nvSpPr>
            <p:spPr>
              <a:xfrm>
                <a:off x="5492405" y="1702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5" name="Freeform 29114">
                <a:extLst>
                  <a:ext uri="{FF2B5EF4-FFF2-40B4-BE49-F238E27FC236}">
                    <a16:creationId xmlns:a16="http://schemas.microsoft.com/office/drawing/2014/main" id="{BA0EED3B-0C3A-4D7E-0844-2C0E1E2FE5E5}"/>
                  </a:ext>
                </a:extLst>
              </p:cNvPr>
              <p:cNvSpPr/>
              <p:nvPr/>
            </p:nvSpPr>
            <p:spPr>
              <a:xfrm>
                <a:off x="5492901" y="177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6" name="Freeform 29115">
                <a:extLst>
                  <a:ext uri="{FF2B5EF4-FFF2-40B4-BE49-F238E27FC236}">
                    <a16:creationId xmlns:a16="http://schemas.microsoft.com/office/drawing/2014/main" id="{BC7CF4FE-819C-3825-7FC2-48852D63655A}"/>
                  </a:ext>
                </a:extLst>
              </p:cNvPr>
              <p:cNvSpPr/>
              <p:nvPr/>
            </p:nvSpPr>
            <p:spPr>
              <a:xfrm>
                <a:off x="5493397" y="1757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7" name="Freeform 29116">
                <a:extLst>
                  <a:ext uri="{FF2B5EF4-FFF2-40B4-BE49-F238E27FC236}">
                    <a16:creationId xmlns:a16="http://schemas.microsoft.com/office/drawing/2014/main" id="{D9797B33-3FDE-A029-166D-517067B82BA4}"/>
                  </a:ext>
                </a:extLst>
              </p:cNvPr>
              <p:cNvSpPr/>
              <p:nvPr/>
            </p:nvSpPr>
            <p:spPr>
              <a:xfrm>
                <a:off x="5493992" y="174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8" name="Freeform 29117">
                <a:extLst>
                  <a:ext uri="{FF2B5EF4-FFF2-40B4-BE49-F238E27FC236}">
                    <a16:creationId xmlns:a16="http://schemas.microsoft.com/office/drawing/2014/main" id="{F80DC0B6-E432-441F-9EB3-F6BEC5E5A26A}"/>
                  </a:ext>
                </a:extLst>
              </p:cNvPr>
              <p:cNvSpPr/>
              <p:nvPr/>
            </p:nvSpPr>
            <p:spPr>
              <a:xfrm>
                <a:off x="5494488" y="1732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9" name="Freeform 29118">
                <a:extLst>
                  <a:ext uri="{FF2B5EF4-FFF2-40B4-BE49-F238E27FC236}">
                    <a16:creationId xmlns:a16="http://schemas.microsoft.com/office/drawing/2014/main" id="{543E5EC8-1A37-0754-4899-D2B5E963D426}"/>
                  </a:ext>
                </a:extLst>
              </p:cNvPr>
              <p:cNvSpPr/>
              <p:nvPr/>
            </p:nvSpPr>
            <p:spPr>
              <a:xfrm>
                <a:off x="5494984" y="1736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0" name="Freeform 29119">
                <a:extLst>
                  <a:ext uri="{FF2B5EF4-FFF2-40B4-BE49-F238E27FC236}">
                    <a16:creationId xmlns:a16="http://schemas.microsoft.com/office/drawing/2014/main" id="{3761C8A7-C7BD-B7C2-633B-C1E25B51C0DC}"/>
                  </a:ext>
                </a:extLst>
              </p:cNvPr>
              <p:cNvSpPr/>
              <p:nvPr/>
            </p:nvSpPr>
            <p:spPr>
              <a:xfrm>
                <a:off x="5495580" y="16930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1" name="Freeform 29120">
                <a:extLst>
                  <a:ext uri="{FF2B5EF4-FFF2-40B4-BE49-F238E27FC236}">
                    <a16:creationId xmlns:a16="http://schemas.microsoft.com/office/drawing/2014/main" id="{52A58510-8643-F754-C122-0BF7815AC07B}"/>
                  </a:ext>
                </a:extLst>
              </p:cNvPr>
              <p:cNvSpPr/>
              <p:nvPr/>
            </p:nvSpPr>
            <p:spPr>
              <a:xfrm>
                <a:off x="5496076" y="1749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2" name="Freeform 29121">
                <a:extLst>
                  <a:ext uri="{FF2B5EF4-FFF2-40B4-BE49-F238E27FC236}">
                    <a16:creationId xmlns:a16="http://schemas.microsoft.com/office/drawing/2014/main" id="{9630C7A6-43AC-1A4B-7C9D-BC9B009C4C4B}"/>
                  </a:ext>
                </a:extLst>
              </p:cNvPr>
              <p:cNvSpPr/>
              <p:nvPr/>
            </p:nvSpPr>
            <p:spPr>
              <a:xfrm>
                <a:off x="5496572" y="1880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3" name="Freeform 29122">
                <a:extLst>
                  <a:ext uri="{FF2B5EF4-FFF2-40B4-BE49-F238E27FC236}">
                    <a16:creationId xmlns:a16="http://schemas.microsoft.com/office/drawing/2014/main" id="{4DA2C8A7-CE92-04CE-C72D-34473A5F01B2}"/>
                  </a:ext>
                </a:extLst>
              </p:cNvPr>
              <p:cNvSpPr/>
              <p:nvPr/>
            </p:nvSpPr>
            <p:spPr>
              <a:xfrm>
                <a:off x="5497167" y="195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4" name="Freeform 29123">
                <a:extLst>
                  <a:ext uri="{FF2B5EF4-FFF2-40B4-BE49-F238E27FC236}">
                    <a16:creationId xmlns:a16="http://schemas.microsoft.com/office/drawing/2014/main" id="{D686690A-7852-FADC-F2B4-8005C55E0AD6}"/>
                  </a:ext>
                </a:extLst>
              </p:cNvPr>
              <p:cNvSpPr/>
              <p:nvPr/>
            </p:nvSpPr>
            <p:spPr>
              <a:xfrm>
                <a:off x="5497663" y="20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5" name="Freeform 29124">
                <a:extLst>
                  <a:ext uri="{FF2B5EF4-FFF2-40B4-BE49-F238E27FC236}">
                    <a16:creationId xmlns:a16="http://schemas.microsoft.com/office/drawing/2014/main" id="{BFE77893-4AAE-65AE-A91D-95FBF8581EC2}"/>
                  </a:ext>
                </a:extLst>
              </p:cNvPr>
              <p:cNvSpPr/>
              <p:nvPr/>
            </p:nvSpPr>
            <p:spPr>
              <a:xfrm>
                <a:off x="5498159" y="2064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6" name="Freeform 29125">
                <a:extLst>
                  <a:ext uri="{FF2B5EF4-FFF2-40B4-BE49-F238E27FC236}">
                    <a16:creationId xmlns:a16="http://schemas.microsoft.com/office/drawing/2014/main" id="{5BC4F6AD-DBA7-39C1-9708-186EAF540D8F}"/>
                  </a:ext>
                </a:extLst>
              </p:cNvPr>
              <p:cNvSpPr/>
              <p:nvPr/>
            </p:nvSpPr>
            <p:spPr>
              <a:xfrm>
                <a:off x="5498755" y="2083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7" name="Freeform 29126">
                <a:extLst>
                  <a:ext uri="{FF2B5EF4-FFF2-40B4-BE49-F238E27FC236}">
                    <a16:creationId xmlns:a16="http://schemas.microsoft.com/office/drawing/2014/main" id="{02360CB5-845D-18A9-49E0-CA7237F7D52B}"/>
                  </a:ext>
                </a:extLst>
              </p:cNvPr>
              <p:cNvSpPr/>
              <p:nvPr/>
            </p:nvSpPr>
            <p:spPr>
              <a:xfrm>
                <a:off x="5499251" y="2062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8" name="Freeform 29127">
                <a:extLst>
                  <a:ext uri="{FF2B5EF4-FFF2-40B4-BE49-F238E27FC236}">
                    <a16:creationId xmlns:a16="http://schemas.microsoft.com/office/drawing/2014/main" id="{8DB98F13-6399-A4E8-6305-67072C8D426A}"/>
                  </a:ext>
                </a:extLst>
              </p:cNvPr>
              <p:cNvSpPr/>
              <p:nvPr/>
            </p:nvSpPr>
            <p:spPr>
              <a:xfrm>
                <a:off x="5499747" y="2029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9" name="Freeform 29128">
                <a:extLst>
                  <a:ext uri="{FF2B5EF4-FFF2-40B4-BE49-F238E27FC236}">
                    <a16:creationId xmlns:a16="http://schemas.microsoft.com/office/drawing/2014/main" id="{C5D82B84-46A7-74F0-EE82-A92A84080CDF}"/>
                  </a:ext>
                </a:extLst>
              </p:cNvPr>
              <p:cNvSpPr/>
              <p:nvPr/>
            </p:nvSpPr>
            <p:spPr>
              <a:xfrm>
                <a:off x="5500342" y="2027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0" name="Freeform 29129">
                <a:extLst>
                  <a:ext uri="{FF2B5EF4-FFF2-40B4-BE49-F238E27FC236}">
                    <a16:creationId xmlns:a16="http://schemas.microsoft.com/office/drawing/2014/main" id="{54CBF387-54E5-C12A-E8BD-032FA0028F3C}"/>
                  </a:ext>
                </a:extLst>
              </p:cNvPr>
              <p:cNvSpPr/>
              <p:nvPr/>
            </p:nvSpPr>
            <p:spPr>
              <a:xfrm>
                <a:off x="5500838" y="1983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1" name="Freeform 29130">
                <a:extLst>
                  <a:ext uri="{FF2B5EF4-FFF2-40B4-BE49-F238E27FC236}">
                    <a16:creationId xmlns:a16="http://schemas.microsoft.com/office/drawing/2014/main" id="{0598013F-8932-65E3-1858-A8328C426A7D}"/>
                  </a:ext>
                </a:extLst>
              </p:cNvPr>
              <p:cNvSpPr/>
              <p:nvPr/>
            </p:nvSpPr>
            <p:spPr>
              <a:xfrm>
                <a:off x="5501334" y="1958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2" name="Freeform 29131">
                <a:extLst>
                  <a:ext uri="{FF2B5EF4-FFF2-40B4-BE49-F238E27FC236}">
                    <a16:creationId xmlns:a16="http://schemas.microsoft.com/office/drawing/2014/main" id="{58AE985C-41FA-C6A4-40E0-2F187108F67B}"/>
                  </a:ext>
                </a:extLst>
              </p:cNvPr>
              <p:cNvSpPr/>
              <p:nvPr/>
            </p:nvSpPr>
            <p:spPr>
              <a:xfrm>
                <a:off x="5501830" y="1879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3" name="Freeform 29132">
                <a:extLst>
                  <a:ext uri="{FF2B5EF4-FFF2-40B4-BE49-F238E27FC236}">
                    <a16:creationId xmlns:a16="http://schemas.microsoft.com/office/drawing/2014/main" id="{346EE692-EB82-E88A-B47B-827F92670B0B}"/>
                  </a:ext>
                </a:extLst>
              </p:cNvPr>
              <p:cNvSpPr/>
              <p:nvPr/>
            </p:nvSpPr>
            <p:spPr>
              <a:xfrm>
                <a:off x="5502426" y="1915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4" name="Freeform 29133">
                <a:extLst>
                  <a:ext uri="{FF2B5EF4-FFF2-40B4-BE49-F238E27FC236}">
                    <a16:creationId xmlns:a16="http://schemas.microsoft.com/office/drawing/2014/main" id="{99F491A0-6A66-79B0-30DF-52353E4C52D9}"/>
                  </a:ext>
                </a:extLst>
              </p:cNvPr>
              <p:cNvSpPr/>
              <p:nvPr/>
            </p:nvSpPr>
            <p:spPr>
              <a:xfrm>
                <a:off x="5502922" y="1882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5" name="Freeform 29134">
                <a:extLst>
                  <a:ext uri="{FF2B5EF4-FFF2-40B4-BE49-F238E27FC236}">
                    <a16:creationId xmlns:a16="http://schemas.microsoft.com/office/drawing/2014/main" id="{ED1CF1D8-B451-ABD4-B614-746BFB9E0D40}"/>
                  </a:ext>
                </a:extLst>
              </p:cNvPr>
              <p:cNvSpPr/>
              <p:nvPr/>
            </p:nvSpPr>
            <p:spPr>
              <a:xfrm>
                <a:off x="5503418" y="1856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6" name="Freeform 29135">
                <a:extLst>
                  <a:ext uri="{FF2B5EF4-FFF2-40B4-BE49-F238E27FC236}">
                    <a16:creationId xmlns:a16="http://schemas.microsoft.com/office/drawing/2014/main" id="{9C61FB08-697F-81C7-B3F7-71807FD1B686}"/>
                  </a:ext>
                </a:extLst>
              </p:cNvPr>
              <p:cNvSpPr/>
              <p:nvPr/>
            </p:nvSpPr>
            <p:spPr>
              <a:xfrm>
                <a:off x="5504013" y="1846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7" name="Freeform 29136">
                <a:extLst>
                  <a:ext uri="{FF2B5EF4-FFF2-40B4-BE49-F238E27FC236}">
                    <a16:creationId xmlns:a16="http://schemas.microsoft.com/office/drawing/2014/main" id="{3B47A956-98B2-6FF2-281C-C4A94D0F0B4C}"/>
                  </a:ext>
                </a:extLst>
              </p:cNvPr>
              <p:cNvSpPr/>
              <p:nvPr/>
            </p:nvSpPr>
            <p:spPr>
              <a:xfrm>
                <a:off x="5504509" y="1790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8" name="Freeform 29137">
                <a:extLst>
                  <a:ext uri="{FF2B5EF4-FFF2-40B4-BE49-F238E27FC236}">
                    <a16:creationId xmlns:a16="http://schemas.microsoft.com/office/drawing/2014/main" id="{EEAFBDE4-69B1-D23E-D7CC-B41696AF1341}"/>
                  </a:ext>
                </a:extLst>
              </p:cNvPr>
              <p:cNvSpPr/>
              <p:nvPr/>
            </p:nvSpPr>
            <p:spPr>
              <a:xfrm>
                <a:off x="5505005" y="1843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9" name="Freeform 29138">
                <a:extLst>
                  <a:ext uri="{FF2B5EF4-FFF2-40B4-BE49-F238E27FC236}">
                    <a16:creationId xmlns:a16="http://schemas.microsoft.com/office/drawing/2014/main" id="{7231DAE7-0EB9-0B56-3255-41515AF47046}"/>
                  </a:ext>
                </a:extLst>
              </p:cNvPr>
              <p:cNvSpPr/>
              <p:nvPr/>
            </p:nvSpPr>
            <p:spPr>
              <a:xfrm>
                <a:off x="5505601" y="18167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0" name="Freeform 29139">
                <a:extLst>
                  <a:ext uri="{FF2B5EF4-FFF2-40B4-BE49-F238E27FC236}">
                    <a16:creationId xmlns:a16="http://schemas.microsoft.com/office/drawing/2014/main" id="{1DC95455-27FD-9A33-3969-7FE04EC38AA5}"/>
                  </a:ext>
                </a:extLst>
              </p:cNvPr>
              <p:cNvSpPr/>
              <p:nvPr/>
            </p:nvSpPr>
            <p:spPr>
              <a:xfrm>
                <a:off x="5506097" y="1804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1" name="Freeform 29140">
                <a:extLst>
                  <a:ext uri="{FF2B5EF4-FFF2-40B4-BE49-F238E27FC236}">
                    <a16:creationId xmlns:a16="http://schemas.microsoft.com/office/drawing/2014/main" id="{BD9CEC22-E63C-5A84-B9FE-F7B4AA349EF0}"/>
                  </a:ext>
                </a:extLst>
              </p:cNvPr>
              <p:cNvSpPr/>
              <p:nvPr/>
            </p:nvSpPr>
            <p:spPr>
              <a:xfrm>
                <a:off x="5506593" y="1846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2" name="Freeform 29141">
                <a:extLst>
                  <a:ext uri="{FF2B5EF4-FFF2-40B4-BE49-F238E27FC236}">
                    <a16:creationId xmlns:a16="http://schemas.microsoft.com/office/drawing/2014/main" id="{3480D65F-5A1E-041B-3CB3-1A13EB8F7D73}"/>
                  </a:ext>
                </a:extLst>
              </p:cNvPr>
              <p:cNvSpPr/>
              <p:nvPr/>
            </p:nvSpPr>
            <p:spPr>
              <a:xfrm>
                <a:off x="5507188" y="1802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3" name="Freeform 29142">
                <a:extLst>
                  <a:ext uri="{FF2B5EF4-FFF2-40B4-BE49-F238E27FC236}">
                    <a16:creationId xmlns:a16="http://schemas.microsoft.com/office/drawing/2014/main" id="{D8771583-B95A-86A4-0F1E-926A024E2BD4}"/>
                  </a:ext>
                </a:extLst>
              </p:cNvPr>
              <p:cNvSpPr/>
              <p:nvPr/>
            </p:nvSpPr>
            <p:spPr>
              <a:xfrm>
                <a:off x="5507684" y="1809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4" name="Freeform 29143">
                <a:extLst>
                  <a:ext uri="{FF2B5EF4-FFF2-40B4-BE49-F238E27FC236}">
                    <a16:creationId xmlns:a16="http://schemas.microsoft.com/office/drawing/2014/main" id="{BA67D169-2EA2-F5D4-9F4C-934C97C915D3}"/>
                  </a:ext>
                </a:extLst>
              </p:cNvPr>
              <p:cNvSpPr/>
              <p:nvPr/>
            </p:nvSpPr>
            <p:spPr>
              <a:xfrm>
                <a:off x="5508180" y="1873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5" name="Freeform 29144">
                <a:extLst>
                  <a:ext uri="{FF2B5EF4-FFF2-40B4-BE49-F238E27FC236}">
                    <a16:creationId xmlns:a16="http://schemas.microsoft.com/office/drawing/2014/main" id="{0C2F9694-1DB6-F1F0-5DEE-068EA0C45CF1}"/>
                  </a:ext>
                </a:extLst>
              </p:cNvPr>
              <p:cNvSpPr/>
              <p:nvPr/>
            </p:nvSpPr>
            <p:spPr>
              <a:xfrm>
                <a:off x="5508776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6" name="Freeform 29145">
                <a:extLst>
                  <a:ext uri="{FF2B5EF4-FFF2-40B4-BE49-F238E27FC236}">
                    <a16:creationId xmlns:a16="http://schemas.microsoft.com/office/drawing/2014/main" id="{490F65A9-E1BD-1330-E6AC-17FF2CAD3FCC}"/>
                  </a:ext>
                </a:extLst>
              </p:cNvPr>
              <p:cNvSpPr/>
              <p:nvPr/>
            </p:nvSpPr>
            <p:spPr>
              <a:xfrm>
                <a:off x="5509272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7" name="Freeform 29146">
                <a:extLst>
                  <a:ext uri="{FF2B5EF4-FFF2-40B4-BE49-F238E27FC236}">
                    <a16:creationId xmlns:a16="http://schemas.microsoft.com/office/drawing/2014/main" id="{7882F243-C1F3-C9F4-D329-965673523C0D}"/>
                  </a:ext>
                </a:extLst>
              </p:cNvPr>
              <p:cNvSpPr/>
              <p:nvPr/>
            </p:nvSpPr>
            <p:spPr>
              <a:xfrm>
                <a:off x="5509768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8" name="Freeform 29147">
                <a:extLst>
                  <a:ext uri="{FF2B5EF4-FFF2-40B4-BE49-F238E27FC236}">
                    <a16:creationId xmlns:a16="http://schemas.microsoft.com/office/drawing/2014/main" id="{BB44916F-9EDA-9EBC-34B5-0481393A8F14}"/>
                  </a:ext>
                </a:extLst>
              </p:cNvPr>
              <p:cNvSpPr/>
              <p:nvPr/>
            </p:nvSpPr>
            <p:spPr>
              <a:xfrm>
                <a:off x="5510363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9" name="Freeform 29148">
                <a:extLst>
                  <a:ext uri="{FF2B5EF4-FFF2-40B4-BE49-F238E27FC236}">
                    <a16:creationId xmlns:a16="http://schemas.microsoft.com/office/drawing/2014/main" id="{C3C0AD41-2A60-C4E0-A156-C68FD60A12BD}"/>
                  </a:ext>
                </a:extLst>
              </p:cNvPr>
              <p:cNvSpPr/>
              <p:nvPr/>
            </p:nvSpPr>
            <p:spPr>
              <a:xfrm>
                <a:off x="5510859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0" name="Freeform 29149">
                <a:extLst>
                  <a:ext uri="{FF2B5EF4-FFF2-40B4-BE49-F238E27FC236}">
                    <a16:creationId xmlns:a16="http://schemas.microsoft.com/office/drawing/2014/main" id="{8CBB98F4-6914-6EE8-1796-7C9CDF71856A}"/>
                  </a:ext>
                </a:extLst>
              </p:cNvPr>
              <p:cNvSpPr/>
              <p:nvPr/>
            </p:nvSpPr>
            <p:spPr>
              <a:xfrm>
                <a:off x="5511355" y="2373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1" name="Freeform 29150">
                <a:extLst>
                  <a:ext uri="{FF2B5EF4-FFF2-40B4-BE49-F238E27FC236}">
                    <a16:creationId xmlns:a16="http://schemas.microsoft.com/office/drawing/2014/main" id="{7CC2B663-96C1-7AE0-4D07-558947E4969D}"/>
                  </a:ext>
                </a:extLst>
              </p:cNvPr>
              <p:cNvSpPr/>
              <p:nvPr/>
            </p:nvSpPr>
            <p:spPr>
              <a:xfrm>
                <a:off x="5511951" y="2370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2" name="Freeform 29151">
                <a:extLst>
                  <a:ext uri="{FF2B5EF4-FFF2-40B4-BE49-F238E27FC236}">
                    <a16:creationId xmlns:a16="http://schemas.microsoft.com/office/drawing/2014/main" id="{4D161030-9CF1-1F6F-4B7E-ECE71CFF99E1}"/>
                  </a:ext>
                </a:extLst>
              </p:cNvPr>
              <p:cNvSpPr/>
              <p:nvPr/>
            </p:nvSpPr>
            <p:spPr>
              <a:xfrm>
                <a:off x="5512447" y="2363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3" name="Freeform 29152">
                <a:extLst>
                  <a:ext uri="{FF2B5EF4-FFF2-40B4-BE49-F238E27FC236}">
                    <a16:creationId xmlns:a16="http://schemas.microsoft.com/office/drawing/2014/main" id="{894EE059-BABB-EA89-5926-6A5C515DBA4D}"/>
                  </a:ext>
                </a:extLst>
              </p:cNvPr>
              <p:cNvSpPr/>
              <p:nvPr/>
            </p:nvSpPr>
            <p:spPr>
              <a:xfrm>
                <a:off x="5512943" y="2367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4" name="Freeform 29153">
                <a:extLst>
                  <a:ext uri="{FF2B5EF4-FFF2-40B4-BE49-F238E27FC236}">
                    <a16:creationId xmlns:a16="http://schemas.microsoft.com/office/drawing/2014/main" id="{C704E5DE-C967-D39E-6C35-0B27E71CCA24}"/>
                  </a:ext>
                </a:extLst>
              </p:cNvPr>
              <p:cNvSpPr/>
              <p:nvPr/>
            </p:nvSpPr>
            <p:spPr>
              <a:xfrm>
                <a:off x="5513439" y="2382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5" name="Freeform 29154">
                <a:extLst>
                  <a:ext uri="{FF2B5EF4-FFF2-40B4-BE49-F238E27FC236}">
                    <a16:creationId xmlns:a16="http://schemas.microsoft.com/office/drawing/2014/main" id="{55D952AF-D5F1-D7BE-C265-E9E9E3AA6DF0}"/>
                  </a:ext>
                </a:extLst>
              </p:cNvPr>
              <p:cNvSpPr/>
              <p:nvPr/>
            </p:nvSpPr>
            <p:spPr>
              <a:xfrm>
                <a:off x="5514034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6" name="Freeform 29155">
                <a:extLst>
                  <a:ext uri="{FF2B5EF4-FFF2-40B4-BE49-F238E27FC236}">
                    <a16:creationId xmlns:a16="http://schemas.microsoft.com/office/drawing/2014/main" id="{52FD7644-6664-4841-BFAD-00EE89C7ADDF}"/>
                  </a:ext>
                </a:extLst>
              </p:cNvPr>
              <p:cNvSpPr/>
              <p:nvPr/>
            </p:nvSpPr>
            <p:spPr>
              <a:xfrm>
                <a:off x="5514530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7" name="Freeform 29156">
                <a:extLst>
                  <a:ext uri="{FF2B5EF4-FFF2-40B4-BE49-F238E27FC236}">
                    <a16:creationId xmlns:a16="http://schemas.microsoft.com/office/drawing/2014/main" id="{E1537E23-6288-9207-EBDE-2C48266FE7CC}"/>
                  </a:ext>
                </a:extLst>
              </p:cNvPr>
              <p:cNvSpPr/>
              <p:nvPr/>
            </p:nvSpPr>
            <p:spPr>
              <a:xfrm>
                <a:off x="5515027" y="212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8" name="Freeform 29157">
                <a:extLst>
                  <a:ext uri="{FF2B5EF4-FFF2-40B4-BE49-F238E27FC236}">
                    <a16:creationId xmlns:a16="http://schemas.microsoft.com/office/drawing/2014/main" id="{987C295C-36A0-605A-7DFB-5CA405D5D52A}"/>
                  </a:ext>
                </a:extLst>
              </p:cNvPr>
              <p:cNvSpPr/>
              <p:nvPr/>
            </p:nvSpPr>
            <p:spPr>
              <a:xfrm>
                <a:off x="5515622" y="2100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9" name="Freeform 29158">
                <a:extLst>
                  <a:ext uri="{FF2B5EF4-FFF2-40B4-BE49-F238E27FC236}">
                    <a16:creationId xmlns:a16="http://schemas.microsoft.com/office/drawing/2014/main" id="{BCA29378-27CA-C0D0-0CCD-6360A0F07E89}"/>
                  </a:ext>
                </a:extLst>
              </p:cNvPr>
              <p:cNvSpPr/>
              <p:nvPr/>
            </p:nvSpPr>
            <p:spPr>
              <a:xfrm>
                <a:off x="5516118" y="2062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0" name="Freeform 29159">
                <a:extLst>
                  <a:ext uri="{FF2B5EF4-FFF2-40B4-BE49-F238E27FC236}">
                    <a16:creationId xmlns:a16="http://schemas.microsoft.com/office/drawing/2014/main" id="{08BE52D2-2AC7-F89A-C418-7341B4AE2127}"/>
                  </a:ext>
                </a:extLst>
              </p:cNvPr>
              <p:cNvSpPr/>
              <p:nvPr/>
            </p:nvSpPr>
            <p:spPr>
              <a:xfrm>
                <a:off x="5516614" y="20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1" name="Freeform 29160">
                <a:extLst>
                  <a:ext uri="{FF2B5EF4-FFF2-40B4-BE49-F238E27FC236}">
                    <a16:creationId xmlns:a16="http://schemas.microsoft.com/office/drawing/2014/main" id="{900ED5FD-A995-5778-F3F5-9F29C019A0AA}"/>
                  </a:ext>
                </a:extLst>
              </p:cNvPr>
              <p:cNvSpPr/>
              <p:nvPr/>
            </p:nvSpPr>
            <p:spPr>
              <a:xfrm>
                <a:off x="5517209" y="213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2" name="Freeform 29161">
                <a:extLst>
                  <a:ext uri="{FF2B5EF4-FFF2-40B4-BE49-F238E27FC236}">
                    <a16:creationId xmlns:a16="http://schemas.microsoft.com/office/drawing/2014/main" id="{E4B4D4C3-8676-7646-0D06-2EEA2411E84F}"/>
                  </a:ext>
                </a:extLst>
              </p:cNvPr>
              <p:cNvSpPr/>
              <p:nvPr/>
            </p:nvSpPr>
            <p:spPr>
              <a:xfrm>
                <a:off x="5517705" y="2107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3" name="Freeform 29162">
                <a:extLst>
                  <a:ext uri="{FF2B5EF4-FFF2-40B4-BE49-F238E27FC236}">
                    <a16:creationId xmlns:a16="http://schemas.microsoft.com/office/drawing/2014/main" id="{569ECAEC-AE4C-C95E-E491-851DC8F23CDA}"/>
                  </a:ext>
                </a:extLst>
              </p:cNvPr>
              <p:cNvSpPr/>
              <p:nvPr/>
            </p:nvSpPr>
            <p:spPr>
              <a:xfrm>
                <a:off x="5518202" y="2075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4" name="Freeform 29163">
                <a:extLst>
                  <a:ext uri="{FF2B5EF4-FFF2-40B4-BE49-F238E27FC236}">
                    <a16:creationId xmlns:a16="http://schemas.microsoft.com/office/drawing/2014/main" id="{62069506-501A-313D-AE4E-0306820985F2}"/>
                  </a:ext>
                </a:extLst>
              </p:cNvPr>
              <p:cNvSpPr/>
              <p:nvPr/>
            </p:nvSpPr>
            <p:spPr>
              <a:xfrm>
                <a:off x="5518797" y="2058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5" name="Freeform 29164">
                <a:extLst>
                  <a:ext uri="{FF2B5EF4-FFF2-40B4-BE49-F238E27FC236}">
                    <a16:creationId xmlns:a16="http://schemas.microsoft.com/office/drawing/2014/main" id="{5987DD2F-131C-448E-9183-DF9B2325CAD2}"/>
                  </a:ext>
                </a:extLst>
              </p:cNvPr>
              <p:cNvSpPr/>
              <p:nvPr/>
            </p:nvSpPr>
            <p:spPr>
              <a:xfrm>
                <a:off x="5519293" y="2041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6" name="Freeform 29165">
                <a:extLst>
                  <a:ext uri="{FF2B5EF4-FFF2-40B4-BE49-F238E27FC236}">
                    <a16:creationId xmlns:a16="http://schemas.microsoft.com/office/drawing/2014/main" id="{712073D7-3A78-F30C-E97B-38474882E5CA}"/>
                  </a:ext>
                </a:extLst>
              </p:cNvPr>
              <p:cNvSpPr/>
              <p:nvPr/>
            </p:nvSpPr>
            <p:spPr>
              <a:xfrm>
                <a:off x="5519789" y="2024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7" name="Freeform 29166">
                <a:extLst>
                  <a:ext uri="{FF2B5EF4-FFF2-40B4-BE49-F238E27FC236}">
                    <a16:creationId xmlns:a16="http://schemas.microsoft.com/office/drawing/2014/main" id="{7987FDF8-DC67-3974-E31F-CB503AB30903}"/>
                  </a:ext>
                </a:extLst>
              </p:cNvPr>
              <p:cNvSpPr/>
              <p:nvPr/>
            </p:nvSpPr>
            <p:spPr>
              <a:xfrm>
                <a:off x="5520384" y="2007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8" name="Freeform 29167">
                <a:extLst>
                  <a:ext uri="{FF2B5EF4-FFF2-40B4-BE49-F238E27FC236}">
                    <a16:creationId xmlns:a16="http://schemas.microsoft.com/office/drawing/2014/main" id="{9A6A0D2B-D443-AE74-77A2-556847A7D0AC}"/>
                  </a:ext>
                </a:extLst>
              </p:cNvPr>
              <p:cNvSpPr/>
              <p:nvPr/>
            </p:nvSpPr>
            <p:spPr>
              <a:xfrm>
                <a:off x="5520880" y="20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9" name="Freeform 29168">
                <a:extLst>
                  <a:ext uri="{FF2B5EF4-FFF2-40B4-BE49-F238E27FC236}">
                    <a16:creationId xmlns:a16="http://schemas.microsoft.com/office/drawing/2014/main" id="{66F937A4-52E5-8A8D-0637-58DA02118BCC}"/>
                  </a:ext>
                </a:extLst>
              </p:cNvPr>
              <p:cNvSpPr/>
              <p:nvPr/>
            </p:nvSpPr>
            <p:spPr>
              <a:xfrm>
                <a:off x="5521377" y="2318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0" name="Freeform 29169">
                <a:extLst>
                  <a:ext uri="{FF2B5EF4-FFF2-40B4-BE49-F238E27FC236}">
                    <a16:creationId xmlns:a16="http://schemas.microsoft.com/office/drawing/2014/main" id="{7FCADA8E-434D-3216-2091-9A0A725B6908}"/>
                  </a:ext>
                </a:extLst>
              </p:cNvPr>
              <p:cNvSpPr/>
              <p:nvPr/>
            </p:nvSpPr>
            <p:spPr>
              <a:xfrm>
                <a:off x="5521972" y="2391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1" name="Freeform 29170">
                <a:extLst>
                  <a:ext uri="{FF2B5EF4-FFF2-40B4-BE49-F238E27FC236}">
                    <a16:creationId xmlns:a16="http://schemas.microsoft.com/office/drawing/2014/main" id="{C95F7ECF-8556-A2B2-DDC6-1D6DA90D53C5}"/>
                  </a:ext>
                </a:extLst>
              </p:cNvPr>
              <p:cNvSpPr/>
              <p:nvPr/>
            </p:nvSpPr>
            <p:spPr>
              <a:xfrm>
                <a:off x="5522468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2" name="Freeform 29171">
                <a:extLst>
                  <a:ext uri="{FF2B5EF4-FFF2-40B4-BE49-F238E27FC236}">
                    <a16:creationId xmlns:a16="http://schemas.microsoft.com/office/drawing/2014/main" id="{96DA5F1E-E9AD-B459-7CF9-F41B475DA07F}"/>
                  </a:ext>
                </a:extLst>
              </p:cNvPr>
              <p:cNvSpPr/>
              <p:nvPr/>
            </p:nvSpPr>
            <p:spPr>
              <a:xfrm>
                <a:off x="5522964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3" name="Freeform 29172">
                <a:extLst>
                  <a:ext uri="{FF2B5EF4-FFF2-40B4-BE49-F238E27FC236}">
                    <a16:creationId xmlns:a16="http://schemas.microsoft.com/office/drawing/2014/main" id="{9F8CAEA9-A163-3630-6C86-592F0144EA26}"/>
                  </a:ext>
                </a:extLst>
              </p:cNvPr>
              <p:cNvSpPr/>
              <p:nvPr/>
            </p:nvSpPr>
            <p:spPr>
              <a:xfrm>
                <a:off x="5523559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4" name="Freeform 29173">
                <a:extLst>
                  <a:ext uri="{FF2B5EF4-FFF2-40B4-BE49-F238E27FC236}">
                    <a16:creationId xmlns:a16="http://schemas.microsoft.com/office/drawing/2014/main" id="{2F94275D-9960-37C6-14D3-F33DF5C06C13}"/>
                  </a:ext>
                </a:extLst>
              </p:cNvPr>
              <p:cNvSpPr/>
              <p:nvPr/>
            </p:nvSpPr>
            <p:spPr>
              <a:xfrm>
                <a:off x="5524055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5" name="Freeform 29174">
                <a:extLst>
                  <a:ext uri="{FF2B5EF4-FFF2-40B4-BE49-F238E27FC236}">
                    <a16:creationId xmlns:a16="http://schemas.microsoft.com/office/drawing/2014/main" id="{6A870DA5-9CD1-1E9D-1EA3-AE56F940230A}"/>
                  </a:ext>
                </a:extLst>
              </p:cNvPr>
              <p:cNvSpPr/>
              <p:nvPr/>
            </p:nvSpPr>
            <p:spPr>
              <a:xfrm>
                <a:off x="5524552" y="24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6" name="Freeform 29175">
                <a:extLst>
                  <a:ext uri="{FF2B5EF4-FFF2-40B4-BE49-F238E27FC236}">
                    <a16:creationId xmlns:a16="http://schemas.microsoft.com/office/drawing/2014/main" id="{A7246892-311D-1A28-1AE4-67D891F675A9}"/>
                  </a:ext>
                </a:extLst>
              </p:cNvPr>
              <p:cNvSpPr/>
              <p:nvPr/>
            </p:nvSpPr>
            <p:spPr>
              <a:xfrm>
                <a:off x="5525147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7" name="Freeform 29176">
                <a:extLst>
                  <a:ext uri="{FF2B5EF4-FFF2-40B4-BE49-F238E27FC236}">
                    <a16:creationId xmlns:a16="http://schemas.microsoft.com/office/drawing/2014/main" id="{B3A4FB03-F5EF-B939-B4B9-D0941FFD7102}"/>
                  </a:ext>
                </a:extLst>
              </p:cNvPr>
              <p:cNvSpPr/>
              <p:nvPr/>
            </p:nvSpPr>
            <p:spPr>
              <a:xfrm>
                <a:off x="5525643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8" name="Freeform 29177">
                <a:extLst>
                  <a:ext uri="{FF2B5EF4-FFF2-40B4-BE49-F238E27FC236}">
                    <a16:creationId xmlns:a16="http://schemas.microsoft.com/office/drawing/2014/main" id="{6F4C5FF5-BFA0-86C3-3F77-8A102FD702FB}"/>
                  </a:ext>
                </a:extLst>
              </p:cNvPr>
              <p:cNvSpPr/>
              <p:nvPr/>
            </p:nvSpPr>
            <p:spPr>
              <a:xfrm>
                <a:off x="5526139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9" name="Freeform 29178">
                <a:extLst>
                  <a:ext uri="{FF2B5EF4-FFF2-40B4-BE49-F238E27FC236}">
                    <a16:creationId xmlns:a16="http://schemas.microsoft.com/office/drawing/2014/main" id="{9F8AFDCB-F4C3-4C41-D7FE-A6FF30241FDC}"/>
                  </a:ext>
                </a:extLst>
              </p:cNvPr>
              <p:cNvSpPr/>
              <p:nvPr/>
            </p:nvSpPr>
            <p:spPr>
              <a:xfrm>
                <a:off x="5526635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0" name="Freeform 29179">
                <a:extLst>
                  <a:ext uri="{FF2B5EF4-FFF2-40B4-BE49-F238E27FC236}">
                    <a16:creationId xmlns:a16="http://schemas.microsoft.com/office/drawing/2014/main" id="{B873201F-55CC-0815-1DE6-2E259341260A}"/>
                  </a:ext>
                </a:extLst>
              </p:cNvPr>
              <p:cNvSpPr/>
              <p:nvPr/>
            </p:nvSpPr>
            <p:spPr>
              <a:xfrm>
                <a:off x="5527230" y="2364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1" name="Freeform 29180">
                <a:extLst>
                  <a:ext uri="{FF2B5EF4-FFF2-40B4-BE49-F238E27FC236}">
                    <a16:creationId xmlns:a16="http://schemas.microsoft.com/office/drawing/2014/main" id="{ED5AEC4E-8AC9-A1A9-DFF3-A96F03D5CCE1}"/>
                  </a:ext>
                </a:extLst>
              </p:cNvPr>
              <p:cNvSpPr/>
              <p:nvPr/>
            </p:nvSpPr>
            <p:spPr>
              <a:xfrm>
                <a:off x="5527727" y="212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2" name="Freeform 29181">
                <a:extLst>
                  <a:ext uri="{FF2B5EF4-FFF2-40B4-BE49-F238E27FC236}">
                    <a16:creationId xmlns:a16="http://schemas.microsoft.com/office/drawing/2014/main" id="{727CFBED-CFC2-E843-0567-87AF798DBD77}"/>
                  </a:ext>
                </a:extLst>
              </p:cNvPr>
              <p:cNvSpPr/>
              <p:nvPr/>
            </p:nvSpPr>
            <p:spPr>
              <a:xfrm>
                <a:off x="5528223" y="2084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3" name="Freeform 29182">
                <a:extLst>
                  <a:ext uri="{FF2B5EF4-FFF2-40B4-BE49-F238E27FC236}">
                    <a16:creationId xmlns:a16="http://schemas.microsoft.com/office/drawing/2014/main" id="{E1150A0A-A442-5F36-DA3A-C1B06BDFC1A9}"/>
                  </a:ext>
                </a:extLst>
              </p:cNvPr>
              <p:cNvSpPr/>
              <p:nvPr/>
            </p:nvSpPr>
            <p:spPr>
              <a:xfrm>
                <a:off x="5528818" y="20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4" name="Freeform 29183">
                <a:extLst>
                  <a:ext uri="{FF2B5EF4-FFF2-40B4-BE49-F238E27FC236}">
                    <a16:creationId xmlns:a16="http://schemas.microsoft.com/office/drawing/2014/main" id="{426D5DC2-DACF-7F48-1731-15881FC8FCF5}"/>
                  </a:ext>
                </a:extLst>
              </p:cNvPr>
              <p:cNvSpPr/>
              <p:nvPr/>
            </p:nvSpPr>
            <p:spPr>
              <a:xfrm>
                <a:off x="5529314" y="195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5" name="Freeform 29184">
                <a:extLst>
                  <a:ext uri="{FF2B5EF4-FFF2-40B4-BE49-F238E27FC236}">
                    <a16:creationId xmlns:a16="http://schemas.microsoft.com/office/drawing/2014/main" id="{5D53504B-2053-72CE-AB2C-92BC2FBBAF8C}"/>
                  </a:ext>
                </a:extLst>
              </p:cNvPr>
              <p:cNvSpPr/>
              <p:nvPr/>
            </p:nvSpPr>
            <p:spPr>
              <a:xfrm>
                <a:off x="5529810" y="2083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6" name="Freeform 29185">
                <a:extLst>
                  <a:ext uri="{FF2B5EF4-FFF2-40B4-BE49-F238E27FC236}">
                    <a16:creationId xmlns:a16="http://schemas.microsoft.com/office/drawing/2014/main" id="{2839BDCD-EE03-1FF1-F69E-5F6224E20D57}"/>
                  </a:ext>
                </a:extLst>
              </p:cNvPr>
              <p:cNvSpPr/>
              <p:nvPr/>
            </p:nvSpPr>
            <p:spPr>
              <a:xfrm>
                <a:off x="5530405" y="2116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7" name="Freeform 29186">
                <a:extLst>
                  <a:ext uri="{FF2B5EF4-FFF2-40B4-BE49-F238E27FC236}">
                    <a16:creationId xmlns:a16="http://schemas.microsoft.com/office/drawing/2014/main" id="{915B97C0-28E7-EA44-470D-AB52A4C8A766}"/>
                  </a:ext>
                </a:extLst>
              </p:cNvPr>
              <p:cNvSpPr/>
              <p:nvPr/>
            </p:nvSpPr>
            <p:spPr>
              <a:xfrm>
                <a:off x="5530902" y="214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8" name="Freeform 29187">
                <a:extLst>
                  <a:ext uri="{FF2B5EF4-FFF2-40B4-BE49-F238E27FC236}">
                    <a16:creationId xmlns:a16="http://schemas.microsoft.com/office/drawing/2014/main" id="{49A6D610-515B-2A97-60A5-47251A3C227B}"/>
                  </a:ext>
                </a:extLst>
              </p:cNvPr>
              <p:cNvSpPr/>
              <p:nvPr/>
            </p:nvSpPr>
            <p:spPr>
              <a:xfrm>
                <a:off x="5531398" y="2111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9" name="Freeform 29188">
                <a:extLst>
                  <a:ext uri="{FF2B5EF4-FFF2-40B4-BE49-F238E27FC236}">
                    <a16:creationId xmlns:a16="http://schemas.microsoft.com/office/drawing/2014/main" id="{62412378-9DC9-C91D-D42B-C5B0ECA04ED1}"/>
                  </a:ext>
                </a:extLst>
              </p:cNvPr>
              <p:cNvSpPr/>
              <p:nvPr/>
            </p:nvSpPr>
            <p:spPr>
              <a:xfrm>
                <a:off x="5531993" y="2081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0" name="Freeform 29189">
                <a:extLst>
                  <a:ext uri="{FF2B5EF4-FFF2-40B4-BE49-F238E27FC236}">
                    <a16:creationId xmlns:a16="http://schemas.microsoft.com/office/drawing/2014/main" id="{42E58024-4ABC-5BEC-C841-94AB40E65734}"/>
                  </a:ext>
                </a:extLst>
              </p:cNvPr>
              <p:cNvSpPr/>
              <p:nvPr/>
            </p:nvSpPr>
            <p:spPr>
              <a:xfrm>
                <a:off x="5532489" y="2069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1" name="Freeform 29190">
                <a:extLst>
                  <a:ext uri="{FF2B5EF4-FFF2-40B4-BE49-F238E27FC236}">
                    <a16:creationId xmlns:a16="http://schemas.microsoft.com/office/drawing/2014/main" id="{9C9BD55B-310E-4734-0A80-D794BFD3F4F2}"/>
                  </a:ext>
                </a:extLst>
              </p:cNvPr>
              <p:cNvSpPr/>
              <p:nvPr/>
            </p:nvSpPr>
            <p:spPr>
              <a:xfrm>
                <a:off x="5532985" y="2057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2" name="Freeform 29191">
                <a:extLst>
                  <a:ext uri="{FF2B5EF4-FFF2-40B4-BE49-F238E27FC236}">
                    <a16:creationId xmlns:a16="http://schemas.microsoft.com/office/drawing/2014/main" id="{DD90A932-802B-0228-5A0D-62A5F683972A}"/>
                  </a:ext>
                </a:extLst>
              </p:cNvPr>
              <p:cNvSpPr/>
              <p:nvPr/>
            </p:nvSpPr>
            <p:spPr>
              <a:xfrm>
                <a:off x="5533580" y="2057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3" name="Freeform 29192">
                <a:extLst>
                  <a:ext uri="{FF2B5EF4-FFF2-40B4-BE49-F238E27FC236}">
                    <a16:creationId xmlns:a16="http://schemas.microsoft.com/office/drawing/2014/main" id="{56021BFA-D9AF-DA51-7C65-E67A8D4C0161}"/>
                  </a:ext>
                </a:extLst>
              </p:cNvPr>
              <p:cNvSpPr/>
              <p:nvPr/>
            </p:nvSpPr>
            <p:spPr>
              <a:xfrm>
                <a:off x="5534077" y="2336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4" name="Freeform 29193">
                <a:extLst>
                  <a:ext uri="{FF2B5EF4-FFF2-40B4-BE49-F238E27FC236}">
                    <a16:creationId xmlns:a16="http://schemas.microsoft.com/office/drawing/2014/main" id="{6B8A67D2-3129-1549-FA07-3F190BCBE7EA}"/>
                  </a:ext>
                </a:extLst>
              </p:cNvPr>
              <p:cNvSpPr/>
              <p:nvPr/>
            </p:nvSpPr>
            <p:spPr>
              <a:xfrm>
                <a:off x="5534573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5" name="Freeform 29194">
                <a:extLst>
                  <a:ext uri="{FF2B5EF4-FFF2-40B4-BE49-F238E27FC236}">
                    <a16:creationId xmlns:a16="http://schemas.microsoft.com/office/drawing/2014/main" id="{ECED7C9C-8959-EB79-06C5-A5F3E3D14D0E}"/>
                  </a:ext>
                </a:extLst>
              </p:cNvPr>
              <p:cNvSpPr/>
              <p:nvPr/>
            </p:nvSpPr>
            <p:spPr>
              <a:xfrm>
                <a:off x="5535168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6" name="Freeform 29195">
                <a:extLst>
                  <a:ext uri="{FF2B5EF4-FFF2-40B4-BE49-F238E27FC236}">
                    <a16:creationId xmlns:a16="http://schemas.microsoft.com/office/drawing/2014/main" id="{59CB2C9D-E370-7587-5110-82BB4BD1BFAC}"/>
                  </a:ext>
                </a:extLst>
              </p:cNvPr>
              <p:cNvSpPr/>
              <p:nvPr/>
            </p:nvSpPr>
            <p:spPr>
              <a:xfrm>
                <a:off x="5535664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7" name="Freeform 29196">
                <a:extLst>
                  <a:ext uri="{FF2B5EF4-FFF2-40B4-BE49-F238E27FC236}">
                    <a16:creationId xmlns:a16="http://schemas.microsoft.com/office/drawing/2014/main" id="{0E601FDA-3529-DFC8-D654-9C624AC3FC7E}"/>
                  </a:ext>
                </a:extLst>
              </p:cNvPr>
              <p:cNvSpPr/>
              <p:nvPr/>
            </p:nvSpPr>
            <p:spPr>
              <a:xfrm>
                <a:off x="5536160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8" name="Freeform 29197">
                <a:extLst>
                  <a:ext uri="{FF2B5EF4-FFF2-40B4-BE49-F238E27FC236}">
                    <a16:creationId xmlns:a16="http://schemas.microsoft.com/office/drawing/2014/main" id="{3E718388-D68A-0189-1062-665CC5C14793}"/>
                  </a:ext>
                </a:extLst>
              </p:cNvPr>
              <p:cNvSpPr/>
              <p:nvPr/>
            </p:nvSpPr>
            <p:spPr>
              <a:xfrm>
                <a:off x="5536755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9" name="Freeform 29198">
                <a:extLst>
                  <a:ext uri="{FF2B5EF4-FFF2-40B4-BE49-F238E27FC236}">
                    <a16:creationId xmlns:a16="http://schemas.microsoft.com/office/drawing/2014/main" id="{02AD6200-8067-83EB-932E-A7019BFCCB62}"/>
                  </a:ext>
                </a:extLst>
              </p:cNvPr>
              <p:cNvSpPr/>
              <p:nvPr/>
            </p:nvSpPr>
            <p:spPr>
              <a:xfrm>
                <a:off x="553725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0" name="Freeform 29199">
                <a:extLst>
                  <a:ext uri="{FF2B5EF4-FFF2-40B4-BE49-F238E27FC236}">
                    <a16:creationId xmlns:a16="http://schemas.microsoft.com/office/drawing/2014/main" id="{F25F9363-7C77-F5BD-F514-352D52894A49}"/>
                  </a:ext>
                </a:extLst>
              </p:cNvPr>
              <p:cNvSpPr/>
              <p:nvPr/>
            </p:nvSpPr>
            <p:spPr>
              <a:xfrm>
                <a:off x="553774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1" name="Freeform 29200">
                <a:extLst>
                  <a:ext uri="{FF2B5EF4-FFF2-40B4-BE49-F238E27FC236}">
                    <a16:creationId xmlns:a16="http://schemas.microsoft.com/office/drawing/2014/main" id="{8B3A52E9-1ABF-1561-7F81-9628486A9334}"/>
                  </a:ext>
                </a:extLst>
              </p:cNvPr>
              <p:cNvSpPr/>
              <p:nvPr/>
            </p:nvSpPr>
            <p:spPr>
              <a:xfrm>
                <a:off x="553824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2" name="Freeform 29201">
                <a:extLst>
                  <a:ext uri="{FF2B5EF4-FFF2-40B4-BE49-F238E27FC236}">
                    <a16:creationId xmlns:a16="http://schemas.microsoft.com/office/drawing/2014/main" id="{081C07AA-ECA0-2A34-EA30-68CC637C56A5}"/>
                  </a:ext>
                </a:extLst>
              </p:cNvPr>
              <p:cNvSpPr/>
              <p:nvPr/>
            </p:nvSpPr>
            <p:spPr>
              <a:xfrm>
                <a:off x="553883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3" name="Freeform 29202">
                <a:extLst>
                  <a:ext uri="{FF2B5EF4-FFF2-40B4-BE49-F238E27FC236}">
                    <a16:creationId xmlns:a16="http://schemas.microsoft.com/office/drawing/2014/main" id="{570654DE-DD1B-71E4-B4CB-357E243546AA}"/>
                  </a:ext>
                </a:extLst>
              </p:cNvPr>
              <p:cNvSpPr/>
              <p:nvPr/>
            </p:nvSpPr>
            <p:spPr>
              <a:xfrm>
                <a:off x="5539335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4" name="Freeform 29203">
                <a:extLst>
                  <a:ext uri="{FF2B5EF4-FFF2-40B4-BE49-F238E27FC236}">
                    <a16:creationId xmlns:a16="http://schemas.microsoft.com/office/drawing/2014/main" id="{63496E4B-7BE9-9862-E142-6F2C126D36FB}"/>
                  </a:ext>
                </a:extLst>
              </p:cNvPr>
              <p:cNvSpPr/>
              <p:nvPr/>
            </p:nvSpPr>
            <p:spPr>
              <a:xfrm>
                <a:off x="553983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5" name="Freeform 29204">
                <a:extLst>
                  <a:ext uri="{FF2B5EF4-FFF2-40B4-BE49-F238E27FC236}">
                    <a16:creationId xmlns:a16="http://schemas.microsoft.com/office/drawing/2014/main" id="{16AB9672-B4DE-6611-912D-7704888487AD}"/>
                  </a:ext>
                </a:extLst>
              </p:cNvPr>
              <p:cNvSpPr/>
              <p:nvPr/>
            </p:nvSpPr>
            <p:spPr>
              <a:xfrm>
                <a:off x="5540427" y="2201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6" name="Freeform 29205">
                <a:extLst>
                  <a:ext uri="{FF2B5EF4-FFF2-40B4-BE49-F238E27FC236}">
                    <a16:creationId xmlns:a16="http://schemas.microsoft.com/office/drawing/2014/main" id="{4C16CAC9-80F0-4770-A288-6976DEA9B415}"/>
                  </a:ext>
                </a:extLst>
              </p:cNvPr>
              <p:cNvSpPr/>
              <p:nvPr/>
            </p:nvSpPr>
            <p:spPr>
              <a:xfrm>
                <a:off x="5540923" y="2022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7" name="Freeform 29206">
                <a:extLst>
                  <a:ext uri="{FF2B5EF4-FFF2-40B4-BE49-F238E27FC236}">
                    <a16:creationId xmlns:a16="http://schemas.microsoft.com/office/drawing/2014/main" id="{19074FB1-3385-CC50-E6A8-4B5BD829B9CF}"/>
                  </a:ext>
                </a:extLst>
              </p:cNvPr>
              <p:cNvSpPr/>
              <p:nvPr/>
            </p:nvSpPr>
            <p:spPr>
              <a:xfrm>
                <a:off x="5541419" y="1998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8" name="Freeform 29207">
                <a:extLst>
                  <a:ext uri="{FF2B5EF4-FFF2-40B4-BE49-F238E27FC236}">
                    <a16:creationId xmlns:a16="http://schemas.microsoft.com/office/drawing/2014/main" id="{477DF5D6-3333-2554-125D-CB03F41AD2B6}"/>
                  </a:ext>
                </a:extLst>
              </p:cNvPr>
              <p:cNvSpPr/>
              <p:nvPr/>
            </p:nvSpPr>
            <p:spPr>
              <a:xfrm>
                <a:off x="5542014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9" name="Freeform 29208">
                <a:extLst>
                  <a:ext uri="{FF2B5EF4-FFF2-40B4-BE49-F238E27FC236}">
                    <a16:creationId xmlns:a16="http://schemas.microsoft.com/office/drawing/2014/main" id="{6356BCE6-EBD8-6464-882C-83ADBCF64B85}"/>
                  </a:ext>
                </a:extLst>
              </p:cNvPr>
              <p:cNvSpPr/>
              <p:nvPr/>
            </p:nvSpPr>
            <p:spPr>
              <a:xfrm>
                <a:off x="5542510" y="1973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0" name="Freeform 29209">
                <a:extLst>
                  <a:ext uri="{FF2B5EF4-FFF2-40B4-BE49-F238E27FC236}">
                    <a16:creationId xmlns:a16="http://schemas.microsoft.com/office/drawing/2014/main" id="{B3B8D51C-5878-DD2C-41D7-D7865FA9E4F1}"/>
                  </a:ext>
                </a:extLst>
              </p:cNvPr>
              <p:cNvSpPr/>
              <p:nvPr/>
            </p:nvSpPr>
            <p:spPr>
              <a:xfrm>
                <a:off x="5543006" y="20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1" name="Freeform 29210">
                <a:extLst>
                  <a:ext uri="{FF2B5EF4-FFF2-40B4-BE49-F238E27FC236}">
                    <a16:creationId xmlns:a16="http://schemas.microsoft.com/office/drawing/2014/main" id="{A1F4BC89-8F2F-9C7B-03B8-066DF9B823E5}"/>
                  </a:ext>
                </a:extLst>
              </p:cNvPr>
              <p:cNvSpPr/>
              <p:nvPr/>
            </p:nvSpPr>
            <p:spPr>
              <a:xfrm>
                <a:off x="5543602" y="2025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2" name="Freeform 29211">
                <a:extLst>
                  <a:ext uri="{FF2B5EF4-FFF2-40B4-BE49-F238E27FC236}">
                    <a16:creationId xmlns:a16="http://schemas.microsoft.com/office/drawing/2014/main" id="{DD15EC68-C048-E668-D7FC-D93AC443B7BE}"/>
                  </a:ext>
                </a:extLst>
              </p:cNvPr>
              <p:cNvSpPr/>
              <p:nvPr/>
            </p:nvSpPr>
            <p:spPr>
              <a:xfrm>
                <a:off x="5544098" y="2030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3" name="Freeform 29212">
                <a:extLst>
                  <a:ext uri="{FF2B5EF4-FFF2-40B4-BE49-F238E27FC236}">
                    <a16:creationId xmlns:a16="http://schemas.microsoft.com/office/drawing/2014/main" id="{89B5F990-9FA0-1A25-72D6-3E2F2142AC64}"/>
                  </a:ext>
                </a:extLst>
              </p:cNvPr>
              <p:cNvSpPr/>
              <p:nvPr/>
            </p:nvSpPr>
            <p:spPr>
              <a:xfrm>
                <a:off x="5544594" y="1998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4" name="Freeform 29213">
                <a:extLst>
                  <a:ext uri="{FF2B5EF4-FFF2-40B4-BE49-F238E27FC236}">
                    <a16:creationId xmlns:a16="http://schemas.microsoft.com/office/drawing/2014/main" id="{983156EC-0858-8226-00BC-179C79F196DB}"/>
                  </a:ext>
                </a:extLst>
              </p:cNvPr>
              <p:cNvSpPr/>
              <p:nvPr/>
            </p:nvSpPr>
            <p:spPr>
              <a:xfrm>
                <a:off x="5545189" y="197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5" name="Freeform 29214">
                <a:extLst>
                  <a:ext uri="{FF2B5EF4-FFF2-40B4-BE49-F238E27FC236}">
                    <a16:creationId xmlns:a16="http://schemas.microsoft.com/office/drawing/2014/main" id="{287CDD8C-8C72-7242-0C77-845C3037DA9A}"/>
                  </a:ext>
                </a:extLst>
              </p:cNvPr>
              <p:cNvSpPr/>
              <p:nvPr/>
            </p:nvSpPr>
            <p:spPr>
              <a:xfrm>
                <a:off x="5545685" y="1954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6" name="Freeform 29215">
                <a:extLst>
                  <a:ext uri="{FF2B5EF4-FFF2-40B4-BE49-F238E27FC236}">
                    <a16:creationId xmlns:a16="http://schemas.microsoft.com/office/drawing/2014/main" id="{59C7BE86-B620-3D33-D0D1-A5A6B067EC15}"/>
                  </a:ext>
                </a:extLst>
              </p:cNvPr>
              <p:cNvSpPr/>
              <p:nvPr/>
            </p:nvSpPr>
            <p:spPr>
              <a:xfrm>
                <a:off x="5546181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7" name="Freeform 29216">
                <a:extLst>
                  <a:ext uri="{FF2B5EF4-FFF2-40B4-BE49-F238E27FC236}">
                    <a16:creationId xmlns:a16="http://schemas.microsoft.com/office/drawing/2014/main" id="{776FBDA9-8E1B-B294-71F1-93EDA52A02B5}"/>
                  </a:ext>
                </a:extLst>
              </p:cNvPr>
              <p:cNvSpPr/>
              <p:nvPr/>
            </p:nvSpPr>
            <p:spPr>
              <a:xfrm>
                <a:off x="5546777" y="2359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8" name="Freeform 29217">
                <a:extLst>
                  <a:ext uri="{FF2B5EF4-FFF2-40B4-BE49-F238E27FC236}">
                    <a16:creationId xmlns:a16="http://schemas.microsoft.com/office/drawing/2014/main" id="{B0F8B9B9-3040-EE7A-B2E2-6535C2C79211}"/>
                  </a:ext>
                </a:extLst>
              </p:cNvPr>
              <p:cNvSpPr/>
              <p:nvPr/>
            </p:nvSpPr>
            <p:spPr>
              <a:xfrm>
                <a:off x="5547273" y="2383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9" name="Freeform 29218">
                <a:extLst>
                  <a:ext uri="{FF2B5EF4-FFF2-40B4-BE49-F238E27FC236}">
                    <a16:creationId xmlns:a16="http://schemas.microsoft.com/office/drawing/2014/main" id="{BDE20BDC-15D0-45AD-CB4B-0E3608EE6F8D}"/>
                  </a:ext>
                </a:extLst>
              </p:cNvPr>
              <p:cNvSpPr/>
              <p:nvPr/>
            </p:nvSpPr>
            <p:spPr>
              <a:xfrm>
                <a:off x="5547769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0" name="Freeform 29219">
                <a:extLst>
                  <a:ext uri="{FF2B5EF4-FFF2-40B4-BE49-F238E27FC236}">
                    <a16:creationId xmlns:a16="http://schemas.microsoft.com/office/drawing/2014/main" id="{E7BE2BA8-315D-C9E8-3E4E-ADEF7F33C8BA}"/>
                  </a:ext>
                </a:extLst>
              </p:cNvPr>
              <p:cNvSpPr/>
              <p:nvPr/>
            </p:nvSpPr>
            <p:spPr>
              <a:xfrm>
                <a:off x="5548364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1" name="Freeform 29220">
                <a:extLst>
                  <a:ext uri="{FF2B5EF4-FFF2-40B4-BE49-F238E27FC236}">
                    <a16:creationId xmlns:a16="http://schemas.microsoft.com/office/drawing/2014/main" id="{83A9B34F-01CA-C357-EF94-F95720133C08}"/>
                  </a:ext>
                </a:extLst>
              </p:cNvPr>
              <p:cNvSpPr/>
              <p:nvPr/>
            </p:nvSpPr>
            <p:spPr>
              <a:xfrm>
                <a:off x="5548860" y="2401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2" name="Freeform 29221">
                <a:extLst>
                  <a:ext uri="{FF2B5EF4-FFF2-40B4-BE49-F238E27FC236}">
                    <a16:creationId xmlns:a16="http://schemas.microsoft.com/office/drawing/2014/main" id="{037DC25F-AC5E-E723-8E90-89C27EE18F1B}"/>
                  </a:ext>
                </a:extLst>
              </p:cNvPr>
              <p:cNvSpPr/>
              <p:nvPr/>
            </p:nvSpPr>
            <p:spPr>
              <a:xfrm>
                <a:off x="5549356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3" name="Freeform 29222">
                <a:extLst>
                  <a:ext uri="{FF2B5EF4-FFF2-40B4-BE49-F238E27FC236}">
                    <a16:creationId xmlns:a16="http://schemas.microsoft.com/office/drawing/2014/main" id="{7366E505-BEFC-B467-584C-948EECF4CA24}"/>
                  </a:ext>
                </a:extLst>
              </p:cNvPr>
              <p:cNvSpPr/>
              <p:nvPr/>
            </p:nvSpPr>
            <p:spPr>
              <a:xfrm>
                <a:off x="5549852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4" name="Freeform 29223">
                <a:extLst>
                  <a:ext uri="{FF2B5EF4-FFF2-40B4-BE49-F238E27FC236}">
                    <a16:creationId xmlns:a16="http://schemas.microsoft.com/office/drawing/2014/main" id="{AD8A7D03-258C-7C6C-90AC-FE4747F7E9B4}"/>
                  </a:ext>
                </a:extLst>
              </p:cNvPr>
              <p:cNvSpPr/>
              <p:nvPr/>
            </p:nvSpPr>
            <p:spPr>
              <a:xfrm>
                <a:off x="5550448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5" name="Freeform 29224">
                <a:extLst>
                  <a:ext uri="{FF2B5EF4-FFF2-40B4-BE49-F238E27FC236}">
                    <a16:creationId xmlns:a16="http://schemas.microsoft.com/office/drawing/2014/main" id="{43BCC337-2A48-FCCE-F45F-69FB440D3093}"/>
                  </a:ext>
                </a:extLst>
              </p:cNvPr>
              <p:cNvSpPr/>
              <p:nvPr/>
            </p:nvSpPr>
            <p:spPr>
              <a:xfrm>
                <a:off x="555094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6" name="Freeform 29225">
                <a:extLst>
                  <a:ext uri="{FF2B5EF4-FFF2-40B4-BE49-F238E27FC236}">
                    <a16:creationId xmlns:a16="http://schemas.microsoft.com/office/drawing/2014/main" id="{20DFC8D0-BD53-E45C-2C5B-6461E4843920}"/>
                  </a:ext>
                </a:extLst>
              </p:cNvPr>
              <p:cNvSpPr/>
              <p:nvPr/>
            </p:nvSpPr>
            <p:spPr>
              <a:xfrm>
                <a:off x="5551440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7" name="Freeform 29226">
                <a:extLst>
                  <a:ext uri="{FF2B5EF4-FFF2-40B4-BE49-F238E27FC236}">
                    <a16:creationId xmlns:a16="http://schemas.microsoft.com/office/drawing/2014/main" id="{738225E2-7E0E-8042-30F9-ACA00FE37F7C}"/>
                  </a:ext>
                </a:extLst>
              </p:cNvPr>
              <p:cNvSpPr/>
              <p:nvPr/>
            </p:nvSpPr>
            <p:spPr>
              <a:xfrm>
                <a:off x="5552035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8" name="Freeform 29227">
                <a:extLst>
                  <a:ext uri="{FF2B5EF4-FFF2-40B4-BE49-F238E27FC236}">
                    <a16:creationId xmlns:a16="http://schemas.microsoft.com/office/drawing/2014/main" id="{41A3D1B4-3095-0639-99D4-6BE7F86237D2}"/>
                  </a:ext>
                </a:extLst>
              </p:cNvPr>
              <p:cNvSpPr/>
              <p:nvPr/>
            </p:nvSpPr>
            <p:spPr>
              <a:xfrm>
                <a:off x="5552531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9" name="Freeform 29228">
                <a:extLst>
                  <a:ext uri="{FF2B5EF4-FFF2-40B4-BE49-F238E27FC236}">
                    <a16:creationId xmlns:a16="http://schemas.microsoft.com/office/drawing/2014/main" id="{42B9DD50-FFD8-08E7-ECFF-832B104BC42C}"/>
                  </a:ext>
                </a:extLst>
              </p:cNvPr>
              <p:cNvSpPr/>
              <p:nvPr/>
            </p:nvSpPr>
            <p:spPr>
              <a:xfrm>
                <a:off x="5553027" y="2129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0" name="Freeform 29229">
                <a:extLst>
                  <a:ext uri="{FF2B5EF4-FFF2-40B4-BE49-F238E27FC236}">
                    <a16:creationId xmlns:a16="http://schemas.microsoft.com/office/drawing/2014/main" id="{03321B21-DCA9-A923-88AB-29094EADB090}"/>
                  </a:ext>
                </a:extLst>
              </p:cNvPr>
              <p:cNvSpPr/>
              <p:nvPr/>
            </p:nvSpPr>
            <p:spPr>
              <a:xfrm>
                <a:off x="5553623" y="1913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1" name="Freeform 29230">
                <a:extLst>
                  <a:ext uri="{FF2B5EF4-FFF2-40B4-BE49-F238E27FC236}">
                    <a16:creationId xmlns:a16="http://schemas.microsoft.com/office/drawing/2014/main" id="{2D346B8D-0666-EED3-72E3-5F8D4EF55107}"/>
                  </a:ext>
                </a:extLst>
              </p:cNvPr>
              <p:cNvSpPr/>
              <p:nvPr/>
            </p:nvSpPr>
            <p:spPr>
              <a:xfrm>
                <a:off x="5554119" y="1897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2" name="Freeform 29231">
                <a:extLst>
                  <a:ext uri="{FF2B5EF4-FFF2-40B4-BE49-F238E27FC236}">
                    <a16:creationId xmlns:a16="http://schemas.microsoft.com/office/drawing/2014/main" id="{BDF2CB0B-5A97-4175-5680-4A89E7B9F9BE}"/>
                  </a:ext>
                </a:extLst>
              </p:cNvPr>
              <p:cNvSpPr/>
              <p:nvPr/>
            </p:nvSpPr>
            <p:spPr>
              <a:xfrm>
                <a:off x="5554615" y="1882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3" name="Freeform 29232">
                <a:extLst>
                  <a:ext uri="{FF2B5EF4-FFF2-40B4-BE49-F238E27FC236}">
                    <a16:creationId xmlns:a16="http://schemas.microsoft.com/office/drawing/2014/main" id="{CA37A1DA-080C-BA8D-1280-4FBB853E0A48}"/>
                  </a:ext>
                </a:extLst>
              </p:cNvPr>
              <p:cNvSpPr/>
              <p:nvPr/>
            </p:nvSpPr>
            <p:spPr>
              <a:xfrm>
                <a:off x="5555210" y="1800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4" name="Freeform 29233">
                <a:extLst>
                  <a:ext uri="{FF2B5EF4-FFF2-40B4-BE49-F238E27FC236}">
                    <a16:creationId xmlns:a16="http://schemas.microsoft.com/office/drawing/2014/main" id="{4E61F8C3-0086-168C-AC93-4ABEF6E21F6B}"/>
                  </a:ext>
                </a:extLst>
              </p:cNvPr>
              <p:cNvSpPr/>
              <p:nvPr/>
            </p:nvSpPr>
            <p:spPr>
              <a:xfrm>
                <a:off x="5555706" y="1819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5" name="Freeform 29234">
                <a:extLst>
                  <a:ext uri="{FF2B5EF4-FFF2-40B4-BE49-F238E27FC236}">
                    <a16:creationId xmlns:a16="http://schemas.microsoft.com/office/drawing/2014/main" id="{33A84A81-6DF1-416D-29F6-993E45F01BB0}"/>
                  </a:ext>
                </a:extLst>
              </p:cNvPr>
              <p:cNvSpPr/>
              <p:nvPr/>
            </p:nvSpPr>
            <p:spPr>
              <a:xfrm>
                <a:off x="5556202" y="1942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6" name="Freeform 29235">
                <a:extLst>
                  <a:ext uri="{FF2B5EF4-FFF2-40B4-BE49-F238E27FC236}">
                    <a16:creationId xmlns:a16="http://schemas.microsoft.com/office/drawing/2014/main" id="{01F6D26C-6627-FB96-B11D-35D8082A1B83}"/>
                  </a:ext>
                </a:extLst>
              </p:cNvPr>
              <p:cNvSpPr/>
              <p:nvPr/>
            </p:nvSpPr>
            <p:spPr>
              <a:xfrm>
                <a:off x="5556798" y="1973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7" name="Freeform 29236">
                <a:extLst>
                  <a:ext uri="{FF2B5EF4-FFF2-40B4-BE49-F238E27FC236}">
                    <a16:creationId xmlns:a16="http://schemas.microsoft.com/office/drawing/2014/main" id="{964A129B-E1E6-96FA-B987-41203CFE68CC}"/>
                  </a:ext>
                </a:extLst>
              </p:cNvPr>
              <p:cNvSpPr/>
              <p:nvPr/>
            </p:nvSpPr>
            <p:spPr>
              <a:xfrm>
                <a:off x="5557294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8" name="Freeform 29237">
                <a:extLst>
                  <a:ext uri="{FF2B5EF4-FFF2-40B4-BE49-F238E27FC236}">
                    <a16:creationId xmlns:a16="http://schemas.microsoft.com/office/drawing/2014/main" id="{DE5CDBA4-9D7D-4747-9C34-2A38317F6115}"/>
                  </a:ext>
                </a:extLst>
              </p:cNvPr>
              <p:cNvSpPr/>
              <p:nvPr/>
            </p:nvSpPr>
            <p:spPr>
              <a:xfrm>
                <a:off x="5557790" y="1945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9" name="Freeform 29238">
                <a:extLst>
                  <a:ext uri="{FF2B5EF4-FFF2-40B4-BE49-F238E27FC236}">
                    <a16:creationId xmlns:a16="http://schemas.microsoft.com/office/drawing/2014/main" id="{D8B4336A-5CCD-E7B3-FC81-5B402762BE4B}"/>
                  </a:ext>
                </a:extLst>
              </p:cNvPr>
              <p:cNvSpPr/>
              <p:nvPr/>
            </p:nvSpPr>
            <p:spPr>
              <a:xfrm>
                <a:off x="5558385" y="194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0" name="Freeform 29239">
                <a:extLst>
                  <a:ext uri="{FF2B5EF4-FFF2-40B4-BE49-F238E27FC236}">
                    <a16:creationId xmlns:a16="http://schemas.microsoft.com/office/drawing/2014/main" id="{2C6EB8BB-36FD-A0FE-F6F9-A7BAA333D877}"/>
                  </a:ext>
                </a:extLst>
              </p:cNvPr>
              <p:cNvSpPr/>
              <p:nvPr/>
            </p:nvSpPr>
            <p:spPr>
              <a:xfrm>
                <a:off x="5558881" y="19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1" name="Freeform 29240">
                <a:extLst>
                  <a:ext uri="{FF2B5EF4-FFF2-40B4-BE49-F238E27FC236}">
                    <a16:creationId xmlns:a16="http://schemas.microsoft.com/office/drawing/2014/main" id="{91BC0B92-E706-6F9E-7641-AEBF53DC6F7E}"/>
                  </a:ext>
                </a:extLst>
              </p:cNvPr>
              <p:cNvSpPr/>
              <p:nvPr/>
            </p:nvSpPr>
            <p:spPr>
              <a:xfrm>
                <a:off x="5559377" y="2317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2" name="Freeform 29241">
                <a:extLst>
                  <a:ext uri="{FF2B5EF4-FFF2-40B4-BE49-F238E27FC236}">
                    <a16:creationId xmlns:a16="http://schemas.microsoft.com/office/drawing/2014/main" id="{03615F70-FD63-63C1-FCB7-41585DE8A5D9}"/>
                  </a:ext>
                </a:extLst>
              </p:cNvPr>
              <p:cNvSpPr/>
              <p:nvPr/>
            </p:nvSpPr>
            <p:spPr>
              <a:xfrm>
                <a:off x="5559973" y="2377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3" name="Freeform 29242">
                <a:extLst>
                  <a:ext uri="{FF2B5EF4-FFF2-40B4-BE49-F238E27FC236}">
                    <a16:creationId xmlns:a16="http://schemas.microsoft.com/office/drawing/2014/main" id="{A99FEEDD-42B8-74F9-04D0-433CD05DF69D}"/>
                  </a:ext>
                </a:extLst>
              </p:cNvPr>
              <p:cNvSpPr/>
              <p:nvPr/>
            </p:nvSpPr>
            <p:spPr>
              <a:xfrm>
                <a:off x="5560469" y="2383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4" name="Freeform 29243">
                <a:extLst>
                  <a:ext uri="{FF2B5EF4-FFF2-40B4-BE49-F238E27FC236}">
                    <a16:creationId xmlns:a16="http://schemas.microsoft.com/office/drawing/2014/main" id="{8F43C9A3-04C0-503D-F83A-32D506F9A9E1}"/>
                  </a:ext>
                </a:extLst>
              </p:cNvPr>
              <p:cNvSpPr/>
              <p:nvPr/>
            </p:nvSpPr>
            <p:spPr>
              <a:xfrm>
                <a:off x="5560965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5" name="Freeform 29244">
                <a:extLst>
                  <a:ext uri="{FF2B5EF4-FFF2-40B4-BE49-F238E27FC236}">
                    <a16:creationId xmlns:a16="http://schemas.microsoft.com/office/drawing/2014/main" id="{2CD4C3AA-ACF0-0590-2FD1-C6C1DE700EAE}"/>
                  </a:ext>
                </a:extLst>
              </p:cNvPr>
              <p:cNvSpPr/>
              <p:nvPr/>
            </p:nvSpPr>
            <p:spPr>
              <a:xfrm>
                <a:off x="5561560" y="2386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6" name="Freeform 29245">
                <a:extLst>
                  <a:ext uri="{FF2B5EF4-FFF2-40B4-BE49-F238E27FC236}">
                    <a16:creationId xmlns:a16="http://schemas.microsoft.com/office/drawing/2014/main" id="{ACFDBA5B-BCF0-3E57-E5CF-50125A835C21}"/>
                  </a:ext>
                </a:extLst>
              </p:cNvPr>
              <p:cNvSpPr/>
              <p:nvPr/>
            </p:nvSpPr>
            <p:spPr>
              <a:xfrm>
                <a:off x="5562056" y="2385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7" name="Freeform 29246">
                <a:extLst>
                  <a:ext uri="{FF2B5EF4-FFF2-40B4-BE49-F238E27FC236}">
                    <a16:creationId xmlns:a16="http://schemas.microsoft.com/office/drawing/2014/main" id="{8878C7A8-2171-25B0-7851-AB60047C5E3B}"/>
                  </a:ext>
                </a:extLst>
              </p:cNvPr>
              <p:cNvSpPr/>
              <p:nvPr/>
            </p:nvSpPr>
            <p:spPr>
              <a:xfrm>
                <a:off x="5562552" y="2383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8" name="Freeform 29247">
                <a:extLst>
                  <a:ext uri="{FF2B5EF4-FFF2-40B4-BE49-F238E27FC236}">
                    <a16:creationId xmlns:a16="http://schemas.microsoft.com/office/drawing/2014/main" id="{18657018-E15D-4464-0E33-672FBE6B089E}"/>
                  </a:ext>
                </a:extLst>
              </p:cNvPr>
              <p:cNvSpPr/>
              <p:nvPr/>
            </p:nvSpPr>
            <p:spPr>
              <a:xfrm>
                <a:off x="5563048" y="2383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9" name="Freeform 29248">
                <a:extLst>
                  <a:ext uri="{FF2B5EF4-FFF2-40B4-BE49-F238E27FC236}">
                    <a16:creationId xmlns:a16="http://schemas.microsoft.com/office/drawing/2014/main" id="{211F16B6-B4D5-C2D4-46DE-7ECA7392E75F}"/>
                  </a:ext>
                </a:extLst>
              </p:cNvPr>
              <p:cNvSpPr/>
              <p:nvPr/>
            </p:nvSpPr>
            <p:spPr>
              <a:xfrm>
                <a:off x="5563644" y="2385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0" name="Freeform 29249">
                <a:extLst>
                  <a:ext uri="{FF2B5EF4-FFF2-40B4-BE49-F238E27FC236}">
                    <a16:creationId xmlns:a16="http://schemas.microsoft.com/office/drawing/2014/main" id="{F813B8A5-687D-55AF-F0DE-FDEA3F6E8CDC}"/>
                  </a:ext>
                </a:extLst>
              </p:cNvPr>
              <p:cNvSpPr/>
              <p:nvPr/>
            </p:nvSpPr>
            <p:spPr>
              <a:xfrm>
                <a:off x="5564140" y="2388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1" name="Freeform 29250">
                <a:extLst>
                  <a:ext uri="{FF2B5EF4-FFF2-40B4-BE49-F238E27FC236}">
                    <a16:creationId xmlns:a16="http://schemas.microsoft.com/office/drawing/2014/main" id="{FB540BDD-8DCE-AFFB-393D-260F66B73F6A}"/>
                  </a:ext>
                </a:extLst>
              </p:cNvPr>
              <p:cNvSpPr/>
              <p:nvPr/>
            </p:nvSpPr>
            <p:spPr>
              <a:xfrm>
                <a:off x="5564636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2" name="Freeform 29251">
                <a:extLst>
                  <a:ext uri="{FF2B5EF4-FFF2-40B4-BE49-F238E27FC236}">
                    <a16:creationId xmlns:a16="http://schemas.microsoft.com/office/drawing/2014/main" id="{6FCE7B97-631A-A725-13ED-8F4F88C2E334}"/>
                  </a:ext>
                </a:extLst>
              </p:cNvPr>
              <p:cNvSpPr/>
              <p:nvPr/>
            </p:nvSpPr>
            <p:spPr>
              <a:xfrm>
                <a:off x="5565231" y="2343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3" name="Freeform 29252">
                <a:extLst>
                  <a:ext uri="{FF2B5EF4-FFF2-40B4-BE49-F238E27FC236}">
                    <a16:creationId xmlns:a16="http://schemas.microsoft.com/office/drawing/2014/main" id="{A9917121-6081-AF78-8FA1-82B3F73EE2F4}"/>
                  </a:ext>
                </a:extLst>
              </p:cNvPr>
              <p:cNvSpPr/>
              <p:nvPr/>
            </p:nvSpPr>
            <p:spPr>
              <a:xfrm>
                <a:off x="5565727" y="2094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4" name="Freeform 29253">
                <a:extLst>
                  <a:ext uri="{FF2B5EF4-FFF2-40B4-BE49-F238E27FC236}">
                    <a16:creationId xmlns:a16="http://schemas.microsoft.com/office/drawing/2014/main" id="{D140F678-D2C1-BF29-4D5D-9CD5723C8F70}"/>
                  </a:ext>
                </a:extLst>
              </p:cNvPr>
              <p:cNvSpPr/>
              <p:nvPr/>
            </p:nvSpPr>
            <p:spPr>
              <a:xfrm>
                <a:off x="5566223" y="1903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5" name="Freeform 29254">
                <a:extLst>
                  <a:ext uri="{FF2B5EF4-FFF2-40B4-BE49-F238E27FC236}">
                    <a16:creationId xmlns:a16="http://schemas.microsoft.com/office/drawing/2014/main" id="{63DD482E-EDC5-4B90-DBB3-A087F952CCC9}"/>
                  </a:ext>
                </a:extLst>
              </p:cNvPr>
              <p:cNvSpPr/>
              <p:nvPr/>
            </p:nvSpPr>
            <p:spPr>
              <a:xfrm>
                <a:off x="5566819" y="1891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6" name="Freeform 29255">
                <a:extLst>
                  <a:ext uri="{FF2B5EF4-FFF2-40B4-BE49-F238E27FC236}">
                    <a16:creationId xmlns:a16="http://schemas.microsoft.com/office/drawing/2014/main" id="{9CF40570-4C78-380E-D914-4AFE0F2263AD}"/>
                  </a:ext>
                </a:extLst>
              </p:cNvPr>
              <p:cNvSpPr/>
              <p:nvPr/>
            </p:nvSpPr>
            <p:spPr>
              <a:xfrm>
                <a:off x="5567315" y="1895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7" name="Freeform 29256">
                <a:extLst>
                  <a:ext uri="{FF2B5EF4-FFF2-40B4-BE49-F238E27FC236}">
                    <a16:creationId xmlns:a16="http://schemas.microsoft.com/office/drawing/2014/main" id="{6A864081-AAB7-4952-C104-89AADA66FC50}"/>
                  </a:ext>
                </a:extLst>
              </p:cNvPr>
              <p:cNvSpPr/>
              <p:nvPr/>
            </p:nvSpPr>
            <p:spPr>
              <a:xfrm>
                <a:off x="5567811" y="1937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8" name="Freeform 29257">
                <a:extLst>
                  <a:ext uri="{FF2B5EF4-FFF2-40B4-BE49-F238E27FC236}">
                    <a16:creationId xmlns:a16="http://schemas.microsoft.com/office/drawing/2014/main" id="{E992D5F3-E8E0-49A3-3437-6B010560E019}"/>
                  </a:ext>
                </a:extLst>
              </p:cNvPr>
              <p:cNvSpPr/>
              <p:nvPr/>
            </p:nvSpPr>
            <p:spPr>
              <a:xfrm>
                <a:off x="5568406" y="2004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9" name="Freeform 29258">
                <a:extLst>
                  <a:ext uri="{FF2B5EF4-FFF2-40B4-BE49-F238E27FC236}">
                    <a16:creationId xmlns:a16="http://schemas.microsoft.com/office/drawing/2014/main" id="{69787AF7-8944-FE92-F97B-2EA39767A5B0}"/>
                  </a:ext>
                </a:extLst>
              </p:cNvPr>
              <p:cNvSpPr/>
              <p:nvPr/>
            </p:nvSpPr>
            <p:spPr>
              <a:xfrm>
                <a:off x="5568902" y="2041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0" name="Freeform 29259">
                <a:extLst>
                  <a:ext uri="{FF2B5EF4-FFF2-40B4-BE49-F238E27FC236}">
                    <a16:creationId xmlns:a16="http://schemas.microsoft.com/office/drawing/2014/main" id="{EB2AA8EE-F1BB-A180-9B0E-CFABA27DD269}"/>
                  </a:ext>
                </a:extLst>
              </p:cNvPr>
              <p:cNvSpPr/>
              <p:nvPr/>
            </p:nvSpPr>
            <p:spPr>
              <a:xfrm>
                <a:off x="5569398" y="2033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1" name="Freeform 29260">
                <a:extLst>
                  <a:ext uri="{FF2B5EF4-FFF2-40B4-BE49-F238E27FC236}">
                    <a16:creationId xmlns:a16="http://schemas.microsoft.com/office/drawing/2014/main" id="{8A1E4365-DCEC-B9BD-30E3-044A4A94942C}"/>
                  </a:ext>
                </a:extLst>
              </p:cNvPr>
              <p:cNvSpPr/>
              <p:nvPr/>
            </p:nvSpPr>
            <p:spPr>
              <a:xfrm>
                <a:off x="5569994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2" name="Freeform 29261">
                <a:extLst>
                  <a:ext uri="{FF2B5EF4-FFF2-40B4-BE49-F238E27FC236}">
                    <a16:creationId xmlns:a16="http://schemas.microsoft.com/office/drawing/2014/main" id="{78DA31A9-C4A8-F400-8F9A-4EA00DEB10C0}"/>
                  </a:ext>
                </a:extLst>
              </p:cNvPr>
              <p:cNvSpPr/>
              <p:nvPr/>
            </p:nvSpPr>
            <p:spPr>
              <a:xfrm>
                <a:off x="5570490" y="2019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3" name="Freeform 29262">
                <a:extLst>
                  <a:ext uri="{FF2B5EF4-FFF2-40B4-BE49-F238E27FC236}">
                    <a16:creationId xmlns:a16="http://schemas.microsoft.com/office/drawing/2014/main" id="{4450A528-59A9-05FF-4AAC-668331152FB1}"/>
                  </a:ext>
                </a:extLst>
              </p:cNvPr>
              <p:cNvSpPr/>
              <p:nvPr/>
            </p:nvSpPr>
            <p:spPr>
              <a:xfrm>
                <a:off x="5570986" y="2008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4" name="Freeform 29263">
                <a:extLst>
                  <a:ext uri="{FF2B5EF4-FFF2-40B4-BE49-F238E27FC236}">
                    <a16:creationId xmlns:a16="http://schemas.microsoft.com/office/drawing/2014/main" id="{B6CEA0F5-430C-D58E-5F05-ED1FE28945D1}"/>
                  </a:ext>
                </a:extLst>
              </p:cNvPr>
              <p:cNvSpPr/>
              <p:nvPr/>
            </p:nvSpPr>
            <p:spPr>
              <a:xfrm>
                <a:off x="5571581" y="20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5" name="Freeform 29264">
                <a:extLst>
                  <a:ext uri="{FF2B5EF4-FFF2-40B4-BE49-F238E27FC236}">
                    <a16:creationId xmlns:a16="http://schemas.microsoft.com/office/drawing/2014/main" id="{431D359D-BFC1-1CEF-4FB0-C19867180CE6}"/>
                  </a:ext>
                </a:extLst>
              </p:cNvPr>
              <p:cNvSpPr/>
              <p:nvPr/>
            </p:nvSpPr>
            <p:spPr>
              <a:xfrm>
                <a:off x="5572077" y="2291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6" name="Freeform 29265">
                <a:extLst>
                  <a:ext uri="{FF2B5EF4-FFF2-40B4-BE49-F238E27FC236}">
                    <a16:creationId xmlns:a16="http://schemas.microsoft.com/office/drawing/2014/main" id="{49444C48-D90F-D8EF-DAF5-4A22C9B8FEEB}"/>
                  </a:ext>
                </a:extLst>
              </p:cNvPr>
              <p:cNvSpPr/>
              <p:nvPr/>
            </p:nvSpPr>
            <p:spPr>
              <a:xfrm>
                <a:off x="5572573" y="2374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7" name="Freeform 29266">
                <a:extLst>
                  <a:ext uri="{FF2B5EF4-FFF2-40B4-BE49-F238E27FC236}">
                    <a16:creationId xmlns:a16="http://schemas.microsoft.com/office/drawing/2014/main" id="{E0176473-CB30-5E47-D68A-C50AA5231AF1}"/>
                  </a:ext>
                </a:extLst>
              </p:cNvPr>
              <p:cNvSpPr/>
              <p:nvPr/>
            </p:nvSpPr>
            <p:spPr>
              <a:xfrm>
                <a:off x="5573169" y="2381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8" name="Freeform 29267">
                <a:extLst>
                  <a:ext uri="{FF2B5EF4-FFF2-40B4-BE49-F238E27FC236}">
                    <a16:creationId xmlns:a16="http://schemas.microsoft.com/office/drawing/2014/main" id="{0155BBA8-BDD4-E088-9BE9-0872AE5521E5}"/>
                  </a:ext>
                </a:extLst>
              </p:cNvPr>
              <p:cNvSpPr/>
              <p:nvPr/>
            </p:nvSpPr>
            <p:spPr>
              <a:xfrm>
                <a:off x="5573665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9" name="Freeform 29268">
                <a:extLst>
                  <a:ext uri="{FF2B5EF4-FFF2-40B4-BE49-F238E27FC236}">
                    <a16:creationId xmlns:a16="http://schemas.microsoft.com/office/drawing/2014/main" id="{255B7794-F9BA-015E-F97A-CB8BD260F4F0}"/>
                  </a:ext>
                </a:extLst>
              </p:cNvPr>
              <p:cNvSpPr/>
              <p:nvPr/>
            </p:nvSpPr>
            <p:spPr>
              <a:xfrm>
                <a:off x="5574161" y="2388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0" name="Freeform 29269">
                <a:extLst>
                  <a:ext uri="{FF2B5EF4-FFF2-40B4-BE49-F238E27FC236}">
                    <a16:creationId xmlns:a16="http://schemas.microsoft.com/office/drawing/2014/main" id="{AD66CFC5-A7F4-A318-3943-D52BA7834B3C}"/>
                  </a:ext>
                </a:extLst>
              </p:cNvPr>
              <p:cNvSpPr/>
              <p:nvPr/>
            </p:nvSpPr>
            <p:spPr>
              <a:xfrm>
                <a:off x="5574657" y="2392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1" name="Freeform 29270">
                <a:extLst>
                  <a:ext uri="{FF2B5EF4-FFF2-40B4-BE49-F238E27FC236}">
                    <a16:creationId xmlns:a16="http://schemas.microsoft.com/office/drawing/2014/main" id="{FB4ABA9C-FBE1-3572-A05E-BD144A8387A0}"/>
                  </a:ext>
                </a:extLst>
              </p:cNvPr>
              <p:cNvSpPr/>
              <p:nvPr/>
            </p:nvSpPr>
            <p:spPr>
              <a:xfrm>
                <a:off x="5575252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2" name="Freeform 29271">
                <a:extLst>
                  <a:ext uri="{FF2B5EF4-FFF2-40B4-BE49-F238E27FC236}">
                    <a16:creationId xmlns:a16="http://schemas.microsoft.com/office/drawing/2014/main" id="{65254559-E12B-7E44-3426-C7491ACBDAEE}"/>
                  </a:ext>
                </a:extLst>
              </p:cNvPr>
              <p:cNvSpPr/>
              <p:nvPr/>
            </p:nvSpPr>
            <p:spPr>
              <a:xfrm>
                <a:off x="5575748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3" name="Freeform 29272">
                <a:extLst>
                  <a:ext uri="{FF2B5EF4-FFF2-40B4-BE49-F238E27FC236}">
                    <a16:creationId xmlns:a16="http://schemas.microsoft.com/office/drawing/2014/main" id="{FD41ED85-4027-97B9-EF74-E961835CE48E}"/>
                  </a:ext>
                </a:extLst>
              </p:cNvPr>
              <p:cNvSpPr/>
              <p:nvPr/>
            </p:nvSpPr>
            <p:spPr>
              <a:xfrm>
                <a:off x="5576245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4" name="Freeform 29273">
                <a:extLst>
                  <a:ext uri="{FF2B5EF4-FFF2-40B4-BE49-F238E27FC236}">
                    <a16:creationId xmlns:a16="http://schemas.microsoft.com/office/drawing/2014/main" id="{AE0CC82A-5751-A190-CC8A-8847EB61BDA9}"/>
                  </a:ext>
                </a:extLst>
              </p:cNvPr>
              <p:cNvSpPr/>
              <p:nvPr/>
            </p:nvSpPr>
            <p:spPr>
              <a:xfrm>
                <a:off x="5576840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5" name="Freeform 29274">
                <a:extLst>
                  <a:ext uri="{FF2B5EF4-FFF2-40B4-BE49-F238E27FC236}">
                    <a16:creationId xmlns:a16="http://schemas.microsoft.com/office/drawing/2014/main" id="{0C0F9EF9-30CA-280E-D557-5C1AA6740990}"/>
                  </a:ext>
                </a:extLst>
              </p:cNvPr>
              <p:cNvSpPr/>
              <p:nvPr/>
            </p:nvSpPr>
            <p:spPr>
              <a:xfrm>
                <a:off x="5577336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6" name="Freeform 29275">
                <a:extLst>
                  <a:ext uri="{FF2B5EF4-FFF2-40B4-BE49-F238E27FC236}">
                    <a16:creationId xmlns:a16="http://schemas.microsoft.com/office/drawing/2014/main" id="{6380CB0F-7DC9-7179-C612-4938C1995EA9}"/>
                  </a:ext>
                </a:extLst>
              </p:cNvPr>
              <p:cNvSpPr/>
              <p:nvPr/>
            </p:nvSpPr>
            <p:spPr>
              <a:xfrm>
                <a:off x="5577832" y="2390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7" name="Freeform 29276">
                <a:extLst>
                  <a:ext uri="{FF2B5EF4-FFF2-40B4-BE49-F238E27FC236}">
                    <a16:creationId xmlns:a16="http://schemas.microsoft.com/office/drawing/2014/main" id="{291F35AD-7C5F-24B9-EF83-D1B0AC4B4638}"/>
                  </a:ext>
                </a:extLst>
              </p:cNvPr>
              <p:cNvSpPr/>
              <p:nvPr/>
            </p:nvSpPr>
            <p:spPr>
              <a:xfrm>
                <a:off x="5578427" y="2158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8" name="Freeform 29277">
                <a:extLst>
                  <a:ext uri="{FF2B5EF4-FFF2-40B4-BE49-F238E27FC236}">
                    <a16:creationId xmlns:a16="http://schemas.microsoft.com/office/drawing/2014/main" id="{C67FC726-C68C-49FA-5C8A-9861E7E5B943}"/>
                  </a:ext>
                </a:extLst>
              </p:cNvPr>
              <p:cNvSpPr/>
              <p:nvPr/>
            </p:nvSpPr>
            <p:spPr>
              <a:xfrm>
                <a:off x="5578923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9" name="Freeform 29278">
                <a:extLst>
                  <a:ext uri="{FF2B5EF4-FFF2-40B4-BE49-F238E27FC236}">
                    <a16:creationId xmlns:a16="http://schemas.microsoft.com/office/drawing/2014/main" id="{CB341C31-0F3A-8B28-6E15-A2EEED986513}"/>
                  </a:ext>
                </a:extLst>
              </p:cNvPr>
              <p:cNvSpPr/>
              <p:nvPr/>
            </p:nvSpPr>
            <p:spPr>
              <a:xfrm>
                <a:off x="5579420" y="1946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0" name="Freeform 29279">
                <a:extLst>
                  <a:ext uri="{FF2B5EF4-FFF2-40B4-BE49-F238E27FC236}">
                    <a16:creationId xmlns:a16="http://schemas.microsoft.com/office/drawing/2014/main" id="{097B7C24-0407-E00B-DE83-EA7E553EDA49}"/>
                  </a:ext>
                </a:extLst>
              </p:cNvPr>
              <p:cNvSpPr/>
              <p:nvPr/>
            </p:nvSpPr>
            <p:spPr>
              <a:xfrm>
                <a:off x="5580015" y="1915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1" name="Freeform 29280">
                <a:extLst>
                  <a:ext uri="{FF2B5EF4-FFF2-40B4-BE49-F238E27FC236}">
                    <a16:creationId xmlns:a16="http://schemas.microsoft.com/office/drawing/2014/main" id="{3EF5A89C-2345-314D-5B97-37069690D593}"/>
                  </a:ext>
                </a:extLst>
              </p:cNvPr>
              <p:cNvSpPr/>
              <p:nvPr/>
            </p:nvSpPr>
            <p:spPr>
              <a:xfrm>
                <a:off x="5580511" y="2000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2" name="Freeform 29281">
                <a:extLst>
                  <a:ext uri="{FF2B5EF4-FFF2-40B4-BE49-F238E27FC236}">
                    <a16:creationId xmlns:a16="http://schemas.microsoft.com/office/drawing/2014/main" id="{0C70F51B-AD59-187F-2D14-67BCE8221C54}"/>
                  </a:ext>
                </a:extLst>
              </p:cNvPr>
              <p:cNvSpPr/>
              <p:nvPr/>
            </p:nvSpPr>
            <p:spPr>
              <a:xfrm>
                <a:off x="5581007" y="207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3" name="Freeform 29282">
                <a:extLst>
                  <a:ext uri="{FF2B5EF4-FFF2-40B4-BE49-F238E27FC236}">
                    <a16:creationId xmlns:a16="http://schemas.microsoft.com/office/drawing/2014/main" id="{8BA3C19F-2323-9402-5C78-81BD27EF71B1}"/>
                  </a:ext>
                </a:extLst>
              </p:cNvPr>
              <p:cNvSpPr/>
              <p:nvPr/>
            </p:nvSpPr>
            <p:spPr>
              <a:xfrm>
                <a:off x="5581602" y="2056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4" name="Freeform 29283">
                <a:extLst>
                  <a:ext uri="{FF2B5EF4-FFF2-40B4-BE49-F238E27FC236}">
                    <a16:creationId xmlns:a16="http://schemas.microsoft.com/office/drawing/2014/main" id="{637954F4-C2ED-C5C2-97B4-C37E76933303}"/>
                  </a:ext>
                </a:extLst>
              </p:cNvPr>
              <p:cNvSpPr/>
              <p:nvPr/>
            </p:nvSpPr>
            <p:spPr>
              <a:xfrm>
                <a:off x="5582098" y="2030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5" name="Freeform 29284">
                <a:extLst>
                  <a:ext uri="{FF2B5EF4-FFF2-40B4-BE49-F238E27FC236}">
                    <a16:creationId xmlns:a16="http://schemas.microsoft.com/office/drawing/2014/main" id="{BDDC948A-B558-A370-2646-25D316C66A46}"/>
                  </a:ext>
                </a:extLst>
              </p:cNvPr>
              <p:cNvSpPr/>
              <p:nvPr/>
            </p:nvSpPr>
            <p:spPr>
              <a:xfrm>
                <a:off x="5582595" y="2004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6" name="Freeform 29285">
                <a:extLst>
                  <a:ext uri="{FF2B5EF4-FFF2-40B4-BE49-F238E27FC236}">
                    <a16:creationId xmlns:a16="http://schemas.microsoft.com/office/drawing/2014/main" id="{5EEDE23A-6226-EE0A-DA4E-F2ABBB065556}"/>
                  </a:ext>
                </a:extLst>
              </p:cNvPr>
              <p:cNvSpPr/>
              <p:nvPr/>
            </p:nvSpPr>
            <p:spPr>
              <a:xfrm>
                <a:off x="5583190" y="1993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7" name="Freeform 29286">
                <a:extLst>
                  <a:ext uri="{FF2B5EF4-FFF2-40B4-BE49-F238E27FC236}">
                    <a16:creationId xmlns:a16="http://schemas.microsoft.com/office/drawing/2014/main" id="{E0C41DA1-786F-9459-8629-8EF8789D39ED}"/>
                  </a:ext>
                </a:extLst>
              </p:cNvPr>
              <p:cNvSpPr/>
              <p:nvPr/>
            </p:nvSpPr>
            <p:spPr>
              <a:xfrm>
                <a:off x="5583686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8" name="Freeform 29287">
                <a:extLst>
                  <a:ext uri="{FF2B5EF4-FFF2-40B4-BE49-F238E27FC236}">
                    <a16:creationId xmlns:a16="http://schemas.microsoft.com/office/drawing/2014/main" id="{AE686095-EE3D-05F9-01CA-9DCF78126E3A}"/>
                  </a:ext>
                </a:extLst>
              </p:cNvPr>
              <p:cNvSpPr/>
              <p:nvPr/>
            </p:nvSpPr>
            <p:spPr>
              <a:xfrm>
                <a:off x="5584182" y="200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9" name="Freeform 29288">
                <a:extLst>
                  <a:ext uri="{FF2B5EF4-FFF2-40B4-BE49-F238E27FC236}">
                    <a16:creationId xmlns:a16="http://schemas.microsoft.com/office/drawing/2014/main" id="{2DAF51A3-E2DD-DEE0-B214-231C0BBB9DD7}"/>
                  </a:ext>
                </a:extLst>
              </p:cNvPr>
              <p:cNvSpPr/>
              <p:nvPr/>
            </p:nvSpPr>
            <p:spPr>
              <a:xfrm>
                <a:off x="5584777" y="2343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0" name="Freeform 29289">
                <a:extLst>
                  <a:ext uri="{FF2B5EF4-FFF2-40B4-BE49-F238E27FC236}">
                    <a16:creationId xmlns:a16="http://schemas.microsoft.com/office/drawing/2014/main" id="{945406BF-7060-CFED-CAC8-5FD76285A799}"/>
                  </a:ext>
                </a:extLst>
              </p:cNvPr>
              <p:cNvSpPr/>
              <p:nvPr/>
            </p:nvSpPr>
            <p:spPr>
              <a:xfrm>
                <a:off x="5585273" y="2377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1" name="Freeform 29290">
                <a:extLst>
                  <a:ext uri="{FF2B5EF4-FFF2-40B4-BE49-F238E27FC236}">
                    <a16:creationId xmlns:a16="http://schemas.microsoft.com/office/drawing/2014/main" id="{25539E45-5AE5-8E2F-8B8E-03E0DC19ADD0}"/>
                  </a:ext>
                </a:extLst>
              </p:cNvPr>
              <p:cNvSpPr/>
              <p:nvPr/>
            </p:nvSpPr>
            <p:spPr>
              <a:xfrm>
                <a:off x="5585770" y="2384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2" name="Freeform 29291">
                <a:extLst>
                  <a:ext uri="{FF2B5EF4-FFF2-40B4-BE49-F238E27FC236}">
                    <a16:creationId xmlns:a16="http://schemas.microsoft.com/office/drawing/2014/main" id="{F0D5E753-D29E-7E72-3E50-48BE2528723F}"/>
                  </a:ext>
                </a:extLst>
              </p:cNvPr>
              <p:cNvSpPr/>
              <p:nvPr/>
            </p:nvSpPr>
            <p:spPr>
              <a:xfrm>
                <a:off x="5586266" y="2388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3" name="Freeform 29292">
                <a:extLst>
                  <a:ext uri="{FF2B5EF4-FFF2-40B4-BE49-F238E27FC236}">
                    <a16:creationId xmlns:a16="http://schemas.microsoft.com/office/drawing/2014/main" id="{B07F459D-F6F6-9783-DF4A-0CC26F16316D}"/>
                  </a:ext>
                </a:extLst>
              </p:cNvPr>
              <p:cNvSpPr/>
              <p:nvPr/>
            </p:nvSpPr>
            <p:spPr>
              <a:xfrm>
                <a:off x="5586861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4" name="Freeform 29293">
                <a:extLst>
                  <a:ext uri="{FF2B5EF4-FFF2-40B4-BE49-F238E27FC236}">
                    <a16:creationId xmlns:a16="http://schemas.microsoft.com/office/drawing/2014/main" id="{DFBD68F6-7A69-2001-3934-87DE3293C170}"/>
                  </a:ext>
                </a:extLst>
              </p:cNvPr>
              <p:cNvSpPr/>
              <p:nvPr/>
            </p:nvSpPr>
            <p:spPr>
              <a:xfrm>
                <a:off x="5587357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5" name="Freeform 29294">
                <a:extLst>
                  <a:ext uri="{FF2B5EF4-FFF2-40B4-BE49-F238E27FC236}">
                    <a16:creationId xmlns:a16="http://schemas.microsoft.com/office/drawing/2014/main" id="{BE86C1DA-428F-CC86-D48A-D6AC5DEE6EF6}"/>
                  </a:ext>
                </a:extLst>
              </p:cNvPr>
              <p:cNvSpPr/>
              <p:nvPr/>
            </p:nvSpPr>
            <p:spPr>
              <a:xfrm>
                <a:off x="5587853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6" name="Freeform 29295">
                <a:extLst>
                  <a:ext uri="{FF2B5EF4-FFF2-40B4-BE49-F238E27FC236}">
                    <a16:creationId xmlns:a16="http://schemas.microsoft.com/office/drawing/2014/main" id="{BB437D42-FAE6-64D9-C920-A0CB8C1E0043}"/>
                  </a:ext>
                </a:extLst>
              </p:cNvPr>
              <p:cNvSpPr/>
              <p:nvPr/>
            </p:nvSpPr>
            <p:spPr>
              <a:xfrm>
                <a:off x="5588448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7" name="Freeform 29296">
                <a:extLst>
                  <a:ext uri="{FF2B5EF4-FFF2-40B4-BE49-F238E27FC236}">
                    <a16:creationId xmlns:a16="http://schemas.microsoft.com/office/drawing/2014/main" id="{6E60ECEA-2CB3-2FD0-21A5-BFAE3222295D}"/>
                  </a:ext>
                </a:extLst>
              </p:cNvPr>
              <p:cNvSpPr/>
              <p:nvPr/>
            </p:nvSpPr>
            <p:spPr>
              <a:xfrm>
                <a:off x="5588945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8" name="Freeform 29297">
                <a:extLst>
                  <a:ext uri="{FF2B5EF4-FFF2-40B4-BE49-F238E27FC236}">
                    <a16:creationId xmlns:a16="http://schemas.microsoft.com/office/drawing/2014/main" id="{1C2638EC-07A2-E418-A2E6-E7E0DD77E90D}"/>
                  </a:ext>
                </a:extLst>
              </p:cNvPr>
              <p:cNvSpPr/>
              <p:nvPr/>
            </p:nvSpPr>
            <p:spPr>
              <a:xfrm>
                <a:off x="5589441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9" name="Freeform 29298">
                <a:extLst>
                  <a:ext uri="{FF2B5EF4-FFF2-40B4-BE49-F238E27FC236}">
                    <a16:creationId xmlns:a16="http://schemas.microsoft.com/office/drawing/2014/main" id="{301DBA5E-C4CF-36DA-EA32-2F61E8BE5214}"/>
                  </a:ext>
                </a:extLst>
              </p:cNvPr>
              <p:cNvSpPr/>
              <p:nvPr/>
            </p:nvSpPr>
            <p:spPr>
              <a:xfrm>
                <a:off x="5590036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0" name="Freeform 29299">
                <a:extLst>
                  <a:ext uri="{FF2B5EF4-FFF2-40B4-BE49-F238E27FC236}">
                    <a16:creationId xmlns:a16="http://schemas.microsoft.com/office/drawing/2014/main" id="{EDB670C5-FBBB-D2C4-356D-E7EDF75D7FDD}"/>
                  </a:ext>
                </a:extLst>
              </p:cNvPr>
              <p:cNvSpPr/>
              <p:nvPr/>
            </p:nvSpPr>
            <p:spPr>
              <a:xfrm>
                <a:off x="5590532" y="2379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1" name="Freeform 29300">
                <a:extLst>
                  <a:ext uri="{FF2B5EF4-FFF2-40B4-BE49-F238E27FC236}">
                    <a16:creationId xmlns:a16="http://schemas.microsoft.com/office/drawing/2014/main" id="{E51FA929-FF0E-B3AC-A4C4-95BF95EAC805}"/>
                  </a:ext>
                </a:extLst>
              </p:cNvPr>
              <p:cNvSpPr/>
              <p:nvPr/>
            </p:nvSpPr>
            <p:spPr>
              <a:xfrm>
                <a:off x="5591028" y="2170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2" name="Freeform 29301">
                <a:extLst>
                  <a:ext uri="{FF2B5EF4-FFF2-40B4-BE49-F238E27FC236}">
                    <a16:creationId xmlns:a16="http://schemas.microsoft.com/office/drawing/2014/main" id="{2B9AC5F5-D01B-D289-D0A9-F623DFC486C1}"/>
                  </a:ext>
                </a:extLst>
              </p:cNvPr>
              <p:cNvSpPr/>
              <p:nvPr/>
            </p:nvSpPr>
            <p:spPr>
              <a:xfrm>
                <a:off x="5591623" y="1936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3" name="Freeform 29302">
                <a:extLst>
                  <a:ext uri="{FF2B5EF4-FFF2-40B4-BE49-F238E27FC236}">
                    <a16:creationId xmlns:a16="http://schemas.microsoft.com/office/drawing/2014/main" id="{90C4B03D-4E30-CA4E-1A7B-DD1613A2ACCA}"/>
                  </a:ext>
                </a:extLst>
              </p:cNvPr>
              <p:cNvSpPr/>
              <p:nvPr/>
            </p:nvSpPr>
            <p:spPr>
              <a:xfrm>
                <a:off x="5592120" y="193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4" name="Freeform 29303">
                <a:extLst>
                  <a:ext uri="{FF2B5EF4-FFF2-40B4-BE49-F238E27FC236}">
                    <a16:creationId xmlns:a16="http://schemas.microsoft.com/office/drawing/2014/main" id="{927EF212-019B-9AE3-594B-9C45BC112807}"/>
                  </a:ext>
                </a:extLst>
              </p:cNvPr>
              <p:cNvSpPr/>
              <p:nvPr/>
            </p:nvSpPr>
            <p:spPr>
              <a:xfrm>
                <a:off x="5592616" y="1912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5" name="Freeform 29304">
                <a:extLst>
                  <a:ext uri="{FF2B5EF4-FFF2-40B4-BE49-F238E27FC236}">
                    <a16:creationId xmlns:a16="http://schemas.microsoft.com/office/drawing/2014/main" id="{53C922AA-BD91-B9D3-6F26-FFFC39177CCB}"/>
                  </a:ext>
                </a:extLst>
              </p:cNvPr>
              <p:cNvSpPr/>
              <p:nvPr/>
            </p:nvSpPr>
            <p:spPr>
              <a:xfrm>
                <a:off x="5593211" y="1828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6" name="Freeform 29305">
                <a:extLst>
                  <a:ext uri="{FF2B5EF4-FFF2-40B4-BE49-F238E27FC236}">
                    <a16:creationId xmlns:a16="http://schemas.microsoft.com/office/drawing/2014/main" id="{F4684807-067D-99DF-EF36-2B019E99AB8A}"/>
                  </a:ext>
                </a:extLst>
              </p:cNvPr>
              <p:cNvSpPr/>
              <p:nvPr/>
            </p:nvSpPr>
            <p:spPr>
              <a:xfrm>
                <a:off x="5593707" y="20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7" name="Freeform 29306">
                <a:extLst>
                  <a:ext uri="{FF2B5EF4-FFF2-40B4-BE49-F238E27FC236}">
                    <a16:creationId xmlns:a16="http://schemas.microsoft.com/office/drawing/2014/main" id="{D90E0917-97B5-4095-B6B7-D235246CC37F}"/>
                  </a:ext>
                </a:extLst>
              </p:cNvPr>
              <p:cNvSpPr/>
              <p:nvPr/>
            </p:nvSpPr>
            <p:spPr>
              <a:xfrm>
                <a:off x="5594203" y="2080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8" name="Freeform 29307">
                <a:extLst>
                  <a:ext uri="{FF2B5EF4-FFF2-40B4-BE49-F238E27FC236}">
                    <a16:creationId xmlns:a16="http://schemas.microsoft.com/office/drawing/2014/main" id="{0DF7E637-CF4C-4A43-04EF-AF4FD26A28C2}"/>
                  </a:ext>
                </a:extLst>
              </p:cNvPr>
              <p:cNvSpPr/>
              <p:nvPr/>
            </p:nvSpPr>
            <p:spPr>
              <a:xfrm>
                <a:off x="5594798" y="2058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9" name="Freeform 29308">
                <a:extLst>
                  <a:ext uri="{FF2B5EF4-FFF2-40B4-BE49-F238E27FC236}">
                    <a16:creationId xmlns:a16="http://schemas.microsoft.com/office/drawing/2014/main" id="{EB51001D-0737-1EEA-9245-9C823285C396}"/>
                  </a:ext>
                </a:extLst>
              </p:cNvPr>
              <p:cNvSpPr/>
              <p:nvPr/>
            </p:nvSpPr>
            <p:spPr>
              <a:xfrm>
                <a:off x="5595295" y="2048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0" name="Freeform 29309">
                <a:extLst>
                  <a:ext uri="{FF2B5EF4-FFF2-40B4-BE49-F238E27FC236}">
                    <a16:creationId xmlns:a16="http://schemas.microsoft.com/office/drawing/2014/main" id="{E727B461-EF10-315E-2AFF-61490A70640B}"/>
                  </a:ext>
                </a:extLst>
              </p:cNvPr>
              <p:cNvSpPr/>
              <p:nvPr/>
            </p:nvSpPr>
            <p:spPr>
              <a:xfrm>
                <a:off x="5595791" y="2033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1" name="Freeform 29310">
                <a:extLst>
                  <a:ext uri="{FF2B5EF4-FFF2-40B4-BE49-F238E27FC236}">
                    <a16:creationId xmlns:a16="http://schemas.microsoft.com/office/drawing/2014/main" id="{2D896F2F-CBB4-9262-497F-1798A06C52DC}"/>
                  </a:ext>
                </a:extLst>
              </p:cNvPr>
              <p:cNvSpPr/>
              <p:nvPr/>
            </p:nvSpPr>
            <p:spPr>
              <a:xfrm>
                <a:off x="5596386" y="2008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2" name="Freeform 29311">
                <a:extLst>
                  <a:ext uri="{FF2B5EF4-FFF2-40B4-BE49-F238E27FC236}">
                    <a16:creationId xmlns:a16="http://schemas.microsoft.com/office/drawing/2014/main" id="{9B69841B-474B-2489-905D-71AB88637A09}"/>
                  </a:ext>
                </a:extLst>
              </p:cNvPr>
              <p:cNvSpPr/>
              <p:nvPr/>
            </p:nvSpPr>
            <p:spPr>
              <a:xfrm>
                <a:off x="5596882" y="204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3" name="Freeform 29312">
                <a:extLst>
                  <a:ext uri="{FF2B5EF4-FFF2-40B4-BE49-F238E27FC236}">
                    <a16:creationId xmlns:a16="http://schemas.microsoft.com/office/drawing/2014/main" id="{60ABC466-441A-576C-9080-16F902E82C1A}"/>
                  </a:ext>
                </a:extLst>
              </p:cNvPr>
              <p:cNvSpPr/>
              <p:nvPr/>
            </p:nvSpPr>
            <p:spPr>
              <a:xfrm>
                <a:off x="5597378" y="2380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4" name="Freeform 29313">
                <a:extLst>
                  <a:ext uri="{FF2B5EF4-FFF2-40B4-BE49-F238E27FC236}">
                    <a16:creationId xmlns:a16="http://schemas.microsoft.com/office/drawing/2014/main" id="{7F3EFAA0-449B-2AD1-7503-487F1C7FBD8F}"/>
                  </a:ext>
                </a:extLst>
              </p:cNvPr>
              <p:cNvSpPr/>
              <p:nvPr/>
            </p:nvSpPr>
            <p:spPr>
              <a:xfrm>
                <a:off x="5597973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5" name="Freeform 29314">
                <a:extLst>
                  <a:ext uri="{FF2B5EF4-FFF2-40B4-BE49-F238E27FC236}">
                    <a16:creationId xmlns:a16="http://schemas.microsoft.com/office/drawing/2014/main" id="{9AE27AA7-35D5-AF46-F54E-E7E6E084A748}"/>
                  </a:ext>
                </a:extLst>
              </p:cNvPr>
              <p:cNvSpPr/>
              <p:nvPr/>
            </p:nvSpPr>
            <p:spPr>
              <a:xfrm>
                <a:off x="5598470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6" name="Freeform 29315">
                <a:extLst>
                  <a:ext uri="{FF2B5EF4-FFF2-40B4-BE49-F238E27FC236}">
                    <a16:creationId xmlns:a16="http://schemas.microsoft.com/office/drawing/2014/main" id="{9E58E188-1487-4436-9645-18876D29FBA5}"/>
                  </a:ext>
                </a:extLst>
              </p:cNvPr>
              <p:cNvSpPr/>
              <p:nvPr/>
            </p:nvSpPr>
            <p:spPr>
              <a:xfrm>
                <a:off x="5598966" y="24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7" name="Freeform 29316">
                <a:extLst>
                  <a:ext uri="{FF2B5EF4-FFF2-40B4-BE49-F238E27FC236}">
                    <a16:creationId xmlns:a16="http://schemas.microsoft.com/office/drawing/2014/main" id="{23E28300-A88A-84EE-0D47-86B22378A1BD}"/>
                  </a:ext>
                </a:extLst>
              </p:cNvPr>
              <p:cNvSpPr/>
              <p:nvPr/>
            </p:nvSpPr>
            <p:spPr>
              <a:xfrm>
                <a:off x="5599462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8" name="Freeform 29317">
                <a:extLst>
                  <a:ext uri="{FF2B5EF4-FFF2-40B4-BE49-F238E27FC236}">
                    <a16:creationId xmlns:a16="http://schemas.microsoft.com/office/drawing/2014/main" id="{FF49575B-DC64-9C68-FA2A-2802EBD7D2FD}"/>
                  </a:ext>
                </a:extLst>
              </p:cNvPr>
              <p:cNvSpPr/>
              <p:nvPr/>
            </p:nvSpPr>
            <p:spPr>
              <a:xfrm>
                <a:off x="5600057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9" name="Freeform 29318">
                <a:extLst>
                  <a:ext uri="{FF2B5EF4-FFF2-40B4-BE49-F238E27FC236}">
                    <a16:creationId xmlns:a16="http://schemas.microsoft.com/office/drawing/2014/main" id="{FE2323F1-E7D6-8C1C-1C5D-CA8E0389297A}"/>
                  </a:ext>
                </a:extLst>
              </p:cNvPr>
              <p:cNvSpPr/>
              <p:nvPr/>
            </p:nvSpPr>
            <p:spPr>
              <a:xfrm>
                <a:off x="5600553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0" name="Freeform 29319">
                <a:extLst>
                  <a:ext uri="{FF2B5EF4-FFF2-40B4-BE49-F238E27FC236}">
                    <a16:creationId xmlns:a16="http://schemas.microsoft.com/office/drawing/2014/main" id="{2E0684E9-02BC-6288-706C-C4AC75C717B4}"/>
                  </a:ext>
                </a:extLst>
              </p:cNvPr>
              <p:cNvSpPr/>
              <p:nvPr/>
            </p:nvSpPr>
            <p:spPr>
              <a:xfrm>
                <a:off x="5601049" y="2410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1" name="Freeform 29320">
                <a:extLst>
                  <a:ext uri="{FF2B5EF4-FFF2-40B4-BE49-F238E27FC236}">
                    <a16:creationId xmlns:a16="http://schemas.microsoft.com/office/drawing/2014/main" id="{54A9DD87-A142-B8DB-4673-B4ED4CBF8844}"/>
                  </a:ext>
                </a:extLst>
              </p:cNvPr>
              <p:cNvSpPr/>
              <p:nvPr/>
            </p:nvSpPr>
            <p:spPr>
              <a:xfrm>
                <a:off x="5601645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2" name="Freeform 29321">
                <a:extLst>
                  <a:ext uri="{FF2B5EF4-FFF2-40B4-BE49-F238E27FC236}">
                    <a16:creationId xmlns:a16="http://schemas.microsoft.com/office/drawing/2014/main" id="{0B359CFF-418B-D43B-CF88-1E20769A5522}"/>
                  </a:ext>
                </a:extLst>
              </p:cNvPr>
              <p:cNvSpPr/>
              <p:nvPr/>
            </p:nvSpPr>
            <p:spPr>
              <a:xfrm>
                <a:off x="5602141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3" name="Freeform 29322">
                <a:extLst>
                  <a:ext uri="{FF2B5EF4-FFF2-40B4-BE49-F238E27FC236}">
                    <a16:creationId xmlns:a16="http://schemas.microsoft.com/office/drawing/2014/main" id="{3225DB7C-5C92-2BB4-9641-6030AA9679DF}"/>
                  </a:ext>
                </a:extLst>
              </p:cNvPr>
              <p:cNvSpPr/>
              <p:nvPr/>
            </p:nvSpPr>
            <p:spPr>
              <a:xfrm>
                <a:off x="5602637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4" name="Freeform 29323">
                <a:extLst>
                  <a:ext uri="{FF2B5EF4-FFF2-40B4-BE49-F238E27FC236}">
                    <a16:creationId xmlns:a16="http://schemas.microsoft.com/office/drawing/2014/main" id="{ADE714F4-82EC-1FE0-790B-F6CA8BFA9927}"/>
                  </a:ext>
                </a:extLst>
              </p:cNvPr>
              <p:cNvSpPr/>
              <p:nvPr/>
            </p:nvSpPr>
            <p:spPr>
              <a:xfrm>
                <a:off x="5603232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5" name="Freeform 29324">
                <a:extLst>
                  <a:ext uri="{FF2B5EF4-FFF2-40B4-BE49-F238E27FC236}">
                    <a16:creationId xmlns:a16="http://schemas.microsoft.com/office/drawing/2014/main" id="{D1B9236F-5595-3BA7-79CA-FEEBCE617989}"/>
                  </a:ext>
                </a:extLst>
              </p:cNvPr>
              <p:cNvSpPr/>
              <p:nvPr/>
            </p:nvSpPr>
            <p:spPr>
              <a:xfrm>
                <a:off x="5603728" y="2188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6" name="Freeform 29325">
                <a:extLst>
                  <a:ext uri="{FF2B5EF4-FFF2-40B4-BE49-F238E27FC236}">
                    <a16:creationId xmlns:a16="http://schemas.microsoft.com/office/drawing/2014/main" id="{765E62B8-1E00-2EAF-2E02-520FDE3C71E1}"/>
                  </a:ext>
                </a:extLst>
              </p:cNvPr>
              <p:cNvSpPr/>
              <p:nvPr/>
            </p:nvSpPr>
            <p:spPr>
              <a:xfrm>
                <a:off x="5604224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7" name="Freeform 29326">
                <a:extLst>
                  <a:ext uri="{FF2B5EF4-FFF2-40B4-BE49-F238E27FC236}">
                    <a16:creationId xmlns:a16="http://schemas.microsoft.com/office/drawing/2014/main" id="{3EE64FC3-E88D-E156-9B2F-05E75577779D}"/>
                  </a:ext>
                </a:extLst>
              </p:cNvPr>
              <p:cNvSpPr/>
              <p:nvPr/>
            </p:nvSpPr>
            <p:spPr>
              <a:xfrm>
                <a:off x="5604820" y="1926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8" name="Freeform 29327">
                <a:extLst>
                  <a:ext uri="{FF2B5EF4-FFF2-40B4-BE49-F238E27FC236}">
                    <a16:creationId xmlns:a16="http://schemas.microsoft.com/office/drawing/2014/main" id="{8E55D5CB-4E42-1F0A-D3FB-11A088445EB3}"/>
                  </a:ext>
                </a:extLst>
              </p:cNvPr>
              <p:cNvSpPr/>
              <p:nvPr/>
            </p:nvSpPr>
            <p:spPr>
              <a:xfrm>
                <a:off x="5605316" y="193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9" name="Freeform 29328">
                <a:extLst>
                  <a:ext uri="{FF2B5EF4-FFF2-40B4-BE49-F238E27FC236}">
                    <a16:creationId xmlns:a16="http://schemas.microsoft.com/office/drawing/2014/main" id="{DFD23B7E-6B93-66D1-568E-256B8D3D8CD5}"/>
                  </a:ext>
                </a:extLst>
              </p:cNvPr>
              <p:cNvSpPr/>
              <p:nvPr/>
            </p:nvSpPr>
            <p:spPr>
              <a:xfrm>
                <a:off x="5605812" y="199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0" name="Freeform 29329">
                <a:extLst>
                  <a:ext uri="{FF2B5EF4-FFF2-40B4-BE49-F238E27FC236}">
                    <a16:creationId xmlns:a16="http://schemas.microsoft.com/office/drawing/2014/main" id="{BD10A999-B407-72AA-5243-DEFAE6748905}"/>
                  </a:ext>
                </a:extLst>
              </p:cNvPr>
              <p:cNvSpPr/>
              <p:nvPr/>
            </p:nvSpPr>
            <p:spPr>
              <a:xfrm>
                <a:off x="5606407" y="206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1" name="Freeform 29330">
                <a:extLst>
                  <a:ext uri="{FF2B5EF4-FFF2-40B4-BE49-F238E27FC236}">
                    <a16:creationId xmlns:a16="http://schemas.microsoft.com/office/drawing/2014/main" id="{D0E92100-60EB-B323-0E0F-892EA3A77B41}"/>
                  </a:ext>
                </a:extLst>
              </p:cNvPr>
              <p:cNvSpPr/>
              <p:nvPr/>
            </p:nvSpPr>
            <p:spPr>
              <a:xfrm>
                <a:off x="5606903" y="2044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2" name="Freeform 29331">
                <a:extLst>
                  <a:ext uri="{FF2B5EF4-FFF2-40B4-BE49-F238E27FC236}">
                    <a16:creationId xmlns:a16="http://schemas.microsoft.com/office/drawing/2014/main" id="{73F3DFC3-6D1C-F4C2-5D04-CB1A8172217C}"/>
                  </a:ext>
                </a:extLst>
              </p:cNvPr>
              <p:cNvSpPr/>
              <p:nvPr/>
            </p:nvSpPr>
            <p:spPr>
              <a:xfrm>
                <a:off x="5607399" y="203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3" name="Freeform 29332">
                <a:extLst>
                  <a:ext uri="{FF2B5EF4-FFF2-40B4-BE49-F238E27FC236}">
                    <a16:creationId xmlns:a16="http://schemas.microsoft.com/office/drawing/2014/main" id="{419DB96B-C893-70ED-3CD1-D76E7B886F37}"/>
                  </a:ext>
                </a:extLst>
              </p:cNvPr>
              <p:cNvSpPr/>
              <p:nvPr/>
            </p:nvSpPr>
            <p:spPr>
              <a:xfrm>
                <a:off x="5607995" y="2028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4" name="Freeform 29333">
                <a:extLst>
                  <a:ext uri="{FF2B5EF4-FFF2-40B4-BE49-F238E27FC236}">
                    <a16:creationId xmlns:a16="http://schemas.microsoft.com/office/drawing/2014/main" id="{4B91D663-049C-2B84-2E56-3FE8C0013037}"/>
                  </a:ext>
                </a:extLst>
              </p:cNvPr>
              <p:cNvSpPr/>
              <p:nvPr/>
            </p:nvSpPr>
            <p:spPr>
              <a:xfrm>
                <a:off x="5608491" y="2008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5" name="Freeform 29334">
                <a:extLst>
                  <a:ext uri="{FF2B5EF4-FFF2-40B4-BE49-F238E27FC236}">
                    <a16:creationId xmlns:a16="http://schemas.microsoft.com/office/drawing/2014/main" id="{A3E7F28C-37D9-097E-6BD1-2BE5693596A1}"/>
                  </a:ext>
                </a:extLst>
              </p:cNvPr>
              <p:cNvSpPr/>
              <p:nvPr/>
            </p:nvSpPr>
            <p:spPr>
              <a:xfrm>
                <a:off x="5608987" y="1997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6" name="Freeform 29335">
                <a:extLst>
                  <a:ext uri="{FF2B5EF4-FFF2-40B4-BE49-F238E27FC236}">
                    <a16:creationId xmlns:a16="http://schemas.microsoft.com/office/drawing/2014/main" id="{57ECAB9E-8D16-D47B-CE6F-5E18A3DD111C}"/>
                  </a:ext>
                </a:extLst>
              </p:cNvPr>
              <p:cNvSpPr/>
              <p:nvPr/>
            </p:nvSpPr>
            <p:spPr>
              <a:xfrm>
                <a:off x="5609582" y="207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7" name="Freeform 29336">
                <a:extLst>
                  <a:ext uri="{FF2B5EF4-FFF2-40B4-BE49-F238E27FC236}">
                    <a16:creationId xmlns:a16="http://schemas.microsoft.com/office/drawing/2014/main" id="{8361BE9B-F2AD-68A3-2186-C4C999B7896B}"/>
                  </a:ext>
                </a:extLst>
              </p:cNvPr>
              <p:cNvSpPr/>
              <p:nvPr/>
            </p:nvSpPr>
            <p:spPr>
              <a:xfrm>
                <a:off x="5610078" y="2362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8" name="Freeform 29337">
                <a:extLst>
                  <a:ext uri="{FF2B5EF4-FFF2-40B4-BE49-F238E27FC236}">
                    <a16:creationId xmlns:a16="http://schemas.microsoft.com/office/drawing/2014/main" id="{9B38733F-A15E-8EFB-6A1D-5AA6EE93E6E7}"/>
                  </a:ext>
                </a:extLst>
              </p:cNvPr>
              <p:cNvSpPr/>
              <p:nvPr/>
            </p:nvSpPr>
            <p:spPr>
              <a:xfrm>
                <a:off x="5610574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9" name="Freeform 29338">
                <a:extLst>
                  <a:ext uri="{FF2B5EF4-FFF2-40B4-BE49-F238E27FC236}">
                    <a16:creationId xmlns:a16="http://schemas.microsoft.com/office/drawing/2014/main" id="{B04B76B5-13CD-53C6-1406-1EF49F8DDD77}"/>
                  </a:ext>
                </a:extLst>
              </p:cNvPr>
              <p:cNvSpPr/>
              <p:nvPr/>
            </p:nvSpPr>
            <p:spPr>
              <a:xfrm>
                <a:off x="5611070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0" name="Freeform 29339">
                <a:extLst>
                  <a:ext uri="{FF2B5EF4-FFF2-40B4-BE49-F238E27FC236}">
                    <a16:creationId xmlns:a16="http://schemas.microsoft.com/office/drawing/2014/main" id="{8E27195E-8E83-6CBA-7CC2-4A1EF538F8BC}"/>
                  </a:ext>
                </a:extLst>
              </p:cNvPr>
              <p:cNvSpPr/>
              <p:nvPr/>
            </p:nvSpPr>
            <p:spPr>
              <a:xfrm>
                <a:off x="5611666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1" name="Freeform 29340">
                <a:extLst>
                  <a:ext uri="{FF2B5EF4-FFF2-40B4-BE49-F238E27FC236}">
                    <a16:creationId xmlns:a16="http://schemas.microsoft.com/office/drawing/2014/main" id="{BDA1ACBF-8027-60D6-5686-8C33C3418689}"/>
                  </a:ext>
                </a:extLst>
              </p:cNvPr>
              <p:cNvSpPr/>
              <p:nvPr/>
            </p:nvSpPr>
            <p:spPr>
              <a:xfrm>
                <a:off x="5612162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2" name="Freeform 29341">
                <a:extLst>
                  <a:ext uri="{FF2B5EF4-FFF2-40B4-BE49-F238E27FC236}">
                    <a16:creationId xmlns:a16="http://schemas.microsoft.com/office/drawing/2014/main" id="{68BA85E5-F6A8-CBCE-EEBF-EE41E37B1B4C}"/>
                  </a:ext>
                </a:extLst>
              </p:cNvPr>
              <p:cNvSpPr/>
              <p:nvPr/>
            </p:nvSpPr>
            <p:spPr>
              <a:xfrm>
                <a:off x="5612658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3" name="Freeform 29342">
                <a:extLst>
                  <a:ext uri="{FF2B5EF4-FFF2-40B4-BE49-F238E27FC236}">
                    <a16:creationId xmlns:a16="http://schemas.microsoft.com/office/drawing/2014/main" id="{6040983F-6C7A-B7E9-F0D9-22D54F31DEF8}"/>
                  </a:ext>
                </a:extLst>
              </p:cNvPr>
              <p:cNvSpPr/>
              <p:nvPr/>
            </p:nvSpPr>
            <p:spPr>
              <a:xfrm>
                <a:off x="5613253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4" name="Freeform 29343">
                <a:extLst>
                  <a:ext uri="{FF2B5EF4-FFF2-40B4-BE49-F238E27FC236}">
                    <a16:creationId xmlns:a16="http://schemas.microsoft.com/office/drawing/2014/main" id="{DF7C5147-51C6-19DB-47F9-BF68CF7F839B}"/>
                  </a:ext>
                </a:extLst>
              </p:cNvPr>
              <p:cNvSpPr/>
              <p:nvPr/>
            </p:nvSpPr>
            <p:spPr>
              <a:xfrm>
                <a:off x="561374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5" name="Freeform 29344">
                <a:extLst>
                  <a:ext uri="{FF2B5EF4-FFF2-40B4-BE49-F238E27FC236}">
                    <a16:creationId xmlns:a16="http://schemas.microsoft.com/office/drawing/2014/main" id="{8D1CC427-9D94-5774-D5A2-099C843BC269}"/>
                  </a:ext>
                </a:extLst>
              </p:cNvPr>
              <p:cNvSpPr/>
              <p:nvPr/>
            </p:nvSpPr>
            <p:spPr>
              <a:xfrm>
                <a:off x="561424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6" name="Freeform 29345">
                <a:extLst>
                  <a:ext uri="{FF2B5EF4-FFF2-40B4-BE49-F238E27FC236}">
                    <a16:creationId xmlns:a16="http://schemas.microsoft.com/office/drawing/2014/main" id="{33135EF1-739F-9ED7-C61A-942162368032}"/>
                  </a:ext>
                </a:extLst>
              </p:cNvPr>
              <p:cNvSpPr/>
              <p:nvPr/>
            </p:nvSpPr>
            <p:spPr>
              <a:xfrm>
                <a:off x="5614841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7" name="Freeform 29346">
                <a:extLst>
                  <a:ext uri="{FF2B5EF4-FFF2-40B4-BE49-F238E27FC236}">
                    <a16:creationId xmlns:a16="http://schemas.microsoft.com/office/drawing/2014/main" id="{6C832B24-2EF6-0A5E-BEF1-44C3AF3DE844}"/>
                  </a:ext>
                </a:extLst>
              </p:cNvPr>
              <p:cNvSpPr/>
              <p:nvPr/>
            </p:nvSpPr>
            <p:spPr>
              <a:xfrm>
                <a:off x="5615337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8" name="Freeform 29347">
                <a:extLst>
                  <a:ext uri="{FF2B5EF4-FFF2-40B4-BE49-F238E27FC236}">
                    <a16:creationId xmlns:a16="http://schemas.microsoft.com/office/drawing/2014/main" id="{A621D0AF-F470-D5A7-0B17-CBBB2C2DD1CE}"/>
                  </a:ext>
                </a:extLst>
              </p:cNvPr>
              <p:cNvSpPr/>
              <p:nvPr/>
            </p:nvSpPr>
            <p:spPr>
              <a:xfrm>
                <a:off x="5615833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9" name="Freeform 29348">
                <a:extLst>
                  <a:ext uri="{FF2B5EF4-FFF2-40B4-BE49-F238E27FC236}">
                    <a16:creationId xmlns:a16="http://schemas.microsoft.com/office/drawing/2014/main" id="{0268E224-5DB4-49E0-D90A-E4EFAE2C3FF8}"/>
                  </a:ext>
                </a:extLst>
              </p:cNvPr>
              <p:cNvSpPr/>
              <p:nvPr/>
            </p:nvSpPr>
            <p:spPr>
              <a:xfrm>
                <a:off x="5616428" y="216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0" name="Freeform 29349">
                <a:extLst>
                  <a:ext uri="{FF2B5EF4-FFF2-40B4-BE49-F238E27FC236}">
                    <a16:creationId xmlns:a16="http://schemas.microsoft.com/office/drawing/2014/main" id="{C4B35827-E2EA-39BC-8483-FE57ABE28C13}"/>
                  </a:ext>
                </a:extLst>
              </p:cNvPr>
              <p:cNvSpPr/>
              <p:nvPr/>
            </p:nvSpPr>
            <p:spPr>
              <a:xfrm>
                <a:off x="5616924" y="197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1" name="Freeform 29350">
                <a:extLst>
                  <a:ext uri="{FF2B5EF4-FFF2-40B4-BE49-F238E27FC236}">
                    <a16:creationId xmlns:a16="http://schemas.microsoft.com/office/drawing/2014/main" id="{244E7A8F-BDF2-7064-BF58-B488DED963F7}"/>
                  </a:ext>
                </a:extLst>
              </p:cNvPr>
              <p:cNvSpPr/>
              <p:nvPr/>
            </p:nvSpPr>
            <p:spPr>
              <a:xfrm>
                <a:off x="5617420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2" name="Freeform 29351">
                <a:extLst>
                  <a:ext uri="{FF2B5EF4-FFF2-40B4-BE49-F238E27FC236}">
                    <a16:creationId xmlns:a16="http://schemas.microsoft.com/office/drawing/2014/main" id="{80DFB357-AB7E-3BDB-28EB-EB9F8FF80570}"/>
                  </a:ext>
                </a:extLst>
              </p:cNvPr>
              <p:cNvSpPr/>
              <p:nvPr/>
            </p:nvSpPr>
            <p:spPr>
              <a:xfrm>
                <a:off x="5618016" y="1984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3" name="Freeform 29352">
                <a:extLst>
                  <a:ext uri="{FF2B5EF4-FFF2-40B4-BE49-F238E27FC236}">
                    <a16:creationId xmlns:a16="http://schemas.microsoft.com/office/drawing/2014/main" id="{B6B54F9D-B13D-A762-7987-9305C1083470}"/>
                  </a:ext>
                </a:extLst>
              </p:cNvPr>
              <p:cNvSpPr/>
              <p:nvPr/>
            </p:nvSpPr>
            <p:spPr>
              <a:xfrm>
                <a:off x="5618512" y="2113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4" name="Freeform 29353">
                <a:extLst>
                  <a:ext uri="{FF2B5EF4-FFF2-40B4-BE49-F238E27FC236}">
                    <a16:creationId xmlns:a16="http://schemas.microsoft.com/office/drawing/2014/main" id="{A913CD05-39A5-7918-1D72-820F01E237E1}"/>
                  </a:ext>
                </a:extLst>
              </p:cNvPr>
              <p:cNvSpPr/>
              <p:nvPr/>
            </p:nvSpPr>
            <p:spPr>
              <a:xfrm>
                <a:off x="5619008" y="2136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5" name="Freeform 29354">
                <a:extLst>
                  <a:ext uri="{FF2B5EF4-FFF2-40B4-BE49-F238E27FC236}">
                    <a16:creationId xmlns:a16="http://schemas.microsoft.com/office/drawing/2014/main" id="{629BB294-599F-C120-B01A-371792489560}"/>
                  </a:ext>
                </a:extLst>
              </p:cNvPr>
              <p:cNvSpPr/>
              <p:nvPr/>
            </p:nvSpPr>
            <p:spPr>
              <a:xfrm>
                <a:off x="5619603" y="2097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6" name="Freeform 29355">
                <a:extLst>
                  <a:ext uri="{FF2B5EF4-FFF2-40B4-BE49-F238E27FC236}">
                    <a16:creationId xmlns:a16="http://schemas.microsoft.com/office/drawing/2014/main" id="{2D038B2E-CCE0-A63A-67D1-CF85C3B00CBF}"/>
                  </a:ext>
                </a:extLst>
              </p:cNvPr>
              <p:cNvSpPr/>
              <p:nvPr/>
            </p:nvSpPr>
            <p:spPr>
              <a:xfrm>
                <a:off x="5620099" y="205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7" name="Freeform 29356">
                <a:extLst>
                  <a:ext uri="{FF2B5EF4-FFF2-40B4-BE49-F238E27FC236}">
                    <a16:creationId xmlns:a16="http://schemas.microsoft.com/office/drawing/2014/main" id="{C9133FAB-8AA7-B73A-1901-3DC3E1870C3B}"/>
                  </a:ext>
                </a:extLst>
              </p:cNvPr>
              <p:cNvSpPr/>
              <p:nvPr/>
            </p:nvSpPr>
            <p:spPr>
              <a:xfrm>
                <a:off x="5620595" y="2029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8" name="Freeform 29357">
                <a:extLst>
                  <a:ext uri="{FF2B5EF4-FFF2-40B4-BE49-F238E27FC236}">
                    <a16:creationId xmlns:a16="http://schemas.microsoft.com/office/drawing/2014/main" id="{D51D67D7-4111-FB01-8D53-B30053CF7AA6}"/>
                  </a:ext>
                </a:extLst>
              </p:cNvPr>
              <p:cNvSpPr/>
              <p:nvPr/>
            </p:nvSpPr>
            <p:spPr>
              <a:xfrm>
                <a:off x="5621191" y="2012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9" name="Freeform 29358">
                <a:extLst>
                  <a:ext uri="{FF2B5EF4-FFF2-40B4-BE49-F238E27FC236}">
                    <a16:creationId xmlns:a16="http://schemas.microsoft.com/office/drawing/2014/main" id="{BFA14E05-3F21-805A-5C8A-9EEA690B0EEE}"/>
                  </a:ext>
                </a:extLst>
              </p:cNvPr>
              <p:cNvSpPr/>
              <p:nvPr/>
            </p:nvSpPr>
            <p:spPr>
              <a:xfrm>
                <a:off x="5621687" y="2016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0" name="Freeform 29359">
                <a:extLst>
                  <a:ext uri="{FF2B5EF4-FFF2-40B4-BE49-F238E27FC236}">
                    <a16:creationId xmlns:a16="http://schemas.microsoft.com/office/drawing/2014/main" id="{EA7D4F8B-298C-6277-C882-AE5332036D05}"/>
                  </a:ext>
                </a:extLst>
              </p:cNvPr>
              <p:cNvSpPr/>
              <p:nvPr/>
            </p:nvSpPr>
            <p:spPr>
              <a:xfrm>
                <a:off x="5622183" y="2021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1" name="Freeform 29360">
                <a:extLst>
                  <a:ext uri="{FF2B5EF4-FFF2-40B4-BE49-F238E27FC236}">
                    <a16:creationId xmlns:a16="http://schemas.microsoft.com/office/drawing/2014/main" id="{54C995E7-985F-1131-3757-000444CE18F4}"/>
                  </a:ext>
                </a:extLst>
              </p:cNvPr>
              <p:cNvSpPr/>
              <p:nvPr/>
            </p:nvSpPr>
            <p:spPr>
              <a:xfrm>
                <a:off x="5622679" y="2382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2" name="Freeform 29361">
                <a:extLst>
                  <a:ext uri="{FF2B5EF4-FFF2-40B4-BE49-F238E27FC236}">
                    <a16:creationId xmlns:a16="http://schemas.microsoft.com/office/drawing/2014/main" id="{B36416EB-7793-F039-A55A-8054602B695B}"/>
                  </a:ext>
                </a:extLst>
              </p:cNvPr>
              <p:cNvSpPr/>
              <p:nvPr/>
            </p:nvSpPr>
            <p:spPr>
              <a:xfrm>
                <a:off x="5623274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3" name="Freeform 29362">
                <a:extLst>
                  <a:ext uri="{FF2B5EF4-FFF2-40B4-BE49-F238E27FC236}">
                    <a16:creationId xmlns:a16="http://schemas.microsoft.com/office/drawing/2014/main" id="{D33BDA7A-D725-2EA0-2394-5F6F5071B353}"/>
                  </a:ext>
                </a:extLst>
              </p:cNvPr>
              <p:cNvSpPr/>
              <p:nvPr/>
            </p:nvSpPr>
            <p:spPr>
              <a:xfrm>
                <a:off x="5623770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4" name="Freeform 29363">
                <a:extLst>
                  <a:ext uri="{FF2B5EF4-FFF2-40B4-BE49-F238E27FC236}">
                    <a16:creationId xmlns:a16="http://schemas.microsoft.com/office/drawing/2014/main" id="{F05CAA55-7788-ADF0-B385-694B00A2B1B2}"/>
                  </a:ext>
                </a:extLst>
              </p:cNvPr>
              <p:cNvSpPr/>
              <p:nvPr/>
            </p:nvSpPr>
            <p:spPr>
              <a:xfrm>
                <a:off x="5624266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5" name="Freeform 29364">
                <a:extLst>
                  <a:ext uri="{FF2B5EF4-FFF2-40B4-BE49-F238E27FC236}">
                    <a16:creationId xmlns:a16="http://schemas.microsoft.com/office/drawing/2014/main" id="{CC4974D4-CDD5-B578-834A-BC75B93900AC}"/>
                  </a:ext>
                </a:extLst>
              </p:cNvPr>
              <p:cNvSpPr/>
              <p:nvPr/>
            </p:nvSpPr>
            <p:spPr>
              <a:xfrm>
                <a:off x="5624862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6" name="Freeform 29365">
                <a:extLst>
                  <a:ext uri="{FF2B5EF4-FFF2-40B4-BE49-F238E27FC236}">
                    <a16:creationId xmlns:a16="http://schemas.microsoft.com/office/drawing/2014/main" id="{FFCAB9FF-934E-D360-AAB5-442DF9D1E974}"/>
                  </a:ext>
                </a:extLst>
              </p:cNvPr>
              <p:cNvSpPr/>
              <p:nvPr/>
            </p:nvSpPr>
            <p:spPr>
              <a:xfrm>
                <a:off x="5625358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7" name="Freeform 29366">
                <a:extLst>
                  <a:ext uri="{FF2B5EF4-FFF2-40B4-BE49-F238E27FC236}">
                    <a16:creationId xmlns:a16="http://schemas.microsoft.com/office/drawing/2014/main" id="{BA0005C0-FAA5-255A-1DF5-8EE7DDB9FD29}"/>
                  </a:ext>
                </a:extLst>
              </p:cNvPr>
              <p:cNvSpPr/>
              <p:nvPr/>
            </p:nvSpPr>
            <p:spPr>
              <a:xfrm>
                <a:off x="562585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8" name="Freeform 29367">
                <a:extLst>
                  <a:ext uri="{FF2B5EF4-FFF2-40B4-BE49-F238E27FC236}">
                    <a16:creationId xmlns:a16="http://schemas.microsoft.com/office/drawing/2014/main" id="{0478228F-7359-32D5-A225-DD7C9B2865CD}"/>
                  </a:ext>
                </a:extLst>
              </p:cNvPr>
              <p:cNvSpPr/>
              <p:nvPr/>
            </p:nvSpPr>
            <p:spPr>
              <a:xfrm>
                <a:off x="5626449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9" name="Freeform 29368">
                <a:extLst>
                  <a:ext uri="{FF2B5EF4-FFF2-40B4-BE49-F238E27FC236}">
                    <a16:creationId xmlns:a16="http://schemas.microsoft.com/office/drawing/2014/main" id="{67E687CB-A6FD-E0DD-D79A-A7E8A8203045}"/>
                  </a:ext>
                </a:extLst>
              </p:cNvPr>
              <p:cNvSpPr/>
              <p:nvPr/>
            </p:nvSpPr>
            <p:spPr>
              <a:xfrm>
                <a:off x="5626945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0" name="Freeform 29369">
                <a:extLst>
                  <a:ext uri="{FF2B5EF4-FFF2-40B4-BE49-F238E27FC236}">
                    <a16:creationId xmlns:a16="http://schemas.microsoft.com/office/drawing/2014/main" id="{426F7D52-17B0-3979-0734-84693E80D1F4}"/>
                  </a:ext>
                </a:extLst>
              </p:cNvPr>
              <p:cNvSpPr/>
              <p:nvPr/>
            </p:nvSpPr>
            <p:spPr>
              <a:xfrm>
                <a:off x="5627441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1" name="Freeform 29370">
                <a:extLst>
                  <a:ext uri="{FF2B5EF4-FFF2-40B4-BE49-F238E27FC236}">
                    <a16:creationId xmlns:a16="http://schemas.microsoft.com/office/drawing/2014/main" id="{4DF34344-4E56-C4F1-FAA3-0289CA4E2E1A}"/>
                  </a:ext>
                </a:extLst>
              </p:cNvPr>
              <p:cNvSpPr/>
              <p:nvPr/>
            </p:nvSpPr>
            <p:spPr>
              <a:xfrm>
                <a:off x="5628037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2" name="Freeform 29371">
                <a:extLst>
                  <a:ext uri="{FF2B5EF4-FFF2-40B4-BE49-F238E27FC236}">
                    <a16:creationId xmlns:a16="http://schemas.microsoft.com/office/drawing/2014/main" id="{7A35113C-169E-5B3B-453F-D81F6FC4F7DE}"/>
                  </a:ext>
                </a:extLst>
              </p:cNvPr>
              <p:cNvSpPr/>
              <p:nvPr/>
            </p:nvSpPr>
            <p:spPr>
              <a:xfrm>
                <a:off x="5628533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3" name="Freeform 29372">
                <a:extLst>
                  <a:ext uri="{FF2B5EF4-FFF2-40B4-BE49-F238E27FC236}">
                    <a16:creationId xmlns:a16="http://schemas.microsoft.com/office/drawing/2014/main" id="{DA7AF32D-E91C-9B00-21CD-ACE6E6191B5D}"/>
                  </a:ext>
                </a:extLst>
              </p:cNvPr>
              <p:cNvSpPr/>
              <p:nvPr/>
            </p:nvSpPr>
            <p:spPr>
              <a:xfrm>
                <a:off x="5629029" y="2233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4" name="Freeform 29373">
                <a:extLst>
                  <a:ext uri="{FF2B5EF4-FFF2-40B4-BE49-F238E27FC236}">
                    <a16:creationId xmlns:a16="http://schemas.microsoft.com/office/drawing/2014/main" id="{E9C085BD-61C4-7153-AEDA-046EF7C10F0C}"/>
                  </a:ext>
                </a:extLst>
              </p:cNvPr>
              <p:cNvSpPr/>
              <p:nvPr/>
            </p:nvSpPr>
            <p:spPr>
              <a:xfrm>
                <a:off x="5629624" y="2195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5" name="Freeform 29374">
                <a:extLst>
                  <a:ext uri="{FF2B5EF4-FFF2-40B4-BE49-F238E27FC236}">
                    <a16:creationId xmlns:a16="http://schemas.microsoft.com/office/drawing/2014/main" id="{92390D38-56CB-7204-E5A2-184EF4CF6B00}"/>
                  </a:ext>
                </a:extLst>
              </p:cNvPr>
              <p:cNvSpPr/>
              <p:nvPr/>
            </p:nvSpPr>
            <p:spPr>
              <a:xfrm>
                <a:off x="5630120" y="2187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6" name="Freeform 29375">
                <a:extLst>
                  <a:ext uri="{FF2B5EF4-FFF2-40B4-BE49-F238E27FC236}">
                    <a16:creationId xmlns:a16="http://schemas.microsoft.com/office/drawing/2014/main" id="{93A1D6E7-D770-A390-7302-D4D38AA6F6D7}"/>
                  </a:ext>
                </a:extLst>
              </p:cNvPr>
              <p:cNvSpPr/>
              <p:nvPr/>
            </p:nvSpPr>
            <p:spPr>
              <a:xfrm>
                <a:off x="5630616" y="2176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7" name="Freeform 29376">
                <a:extLst>
                  <a:ext uri="{FF2B5EF4-FFF2-40B4-BE49-F238E27FC236}">
                    <a16:creationId xmlns:a16="http://schemas.microsoft.com/office/drawing/2014/main" id="{5FC0FB2E-AB7F-41BB-7E0F-75BBDA3D27AE}"/>
                  </a:ext>
                </a:extLst>
              </p:cNvPr>
              <p:cNvSpPr/>
              <p:nvPr/>
            </p:nvSpPr>
            <p:spPr>
              <a:xfrm>
                <a:off x="5631212" y="2213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8" name="Freeform 29377">
                <a:extLst>
                  <a:ext uri="{FF2B5EF4-FFF2-40B4-BE49-F238E27FC236}">
                    <a16:creationId xmlns:a16="http://schemas.microsoft.com/office/drawing/2014/main" id="{89AA1F98-D571-8404-A9D4-5998CFE8FC03}"/>
                  </a:ext>
                </a:extLst>
              </p:cNvPr>
              <p:cNvSpPr/>
              <p:nvPr/>
            </p:nvSpPr>
            <p:spPr>
              <a:xfrm>
                <a:off x="5631708" y="2195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9" name="Freeform 29378">
                <a:extLst>
                  <a:ext uri="{FF2B5EF4-FFF2-40B4-BE49-F238E27FC236}">
                    <a16:creationId xmlns:a16="http://schemas.microsoft.com/office/drawing/2014/main" id="{0DAD2DE5-BCC5-DC13-2E47-090695ACB775}"/>
                  </a:ext>
                </a:extLst>
              </p:cNvPr>
              <p:cNvSpPr/>
              <p:nvPr/>
            </p:nvSpPr>
            <p:spPr>
              <a:xfrm>
                <a:off x="5632204" y="2169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0" name="Freeform 29379">
                <a:extLst>
                  <a:ext uri="{FF2B5EF4-FFF2-40B4-BE49-F238E27FC236}">
                    <a16:creationId xmlns:a16="http://schemas.microsoft.com/office/drawing/2014/main" id="{A52482BC-CAC3-925B-A5BF-51F9727F359C}"/>
                  </a:ext>
                </a:extLst>
              </p:cNvPr>
              <p:cNvSpPr/>
              <p:nvPr/>
            </p:nvSpPr>
            <p:spPr>
              <a:xfrm>
                <a:off x="5632799" y="213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1" name="Freeform 29380">
                <a:extLst>
                  <a:ext uri="{FF2B5EF4-FFF2-40B4-BE49-F238E27FC236}">
                    <a16:creationId xmlns:a16="http://schemas.microsoft.com/office/drawing/2014/main" id="{539B8743-FF4C-3512-0F49-FE374340408A}"/>
                  </a:ext>
                </a:extLst>
              </p:cNvPr>
              <p:cNvSpPr/>
              <p:nvPr/>
            </p:nvSpPr>
            <p:spPr>
              <a:xfrm>
                <a:off x="5633295" y="2131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2" name="Freeform 29381">
                <a:extLst>
                  <a:ext uri="{FF2B5EF4-FFF2-40B4-BE49-F238E27FC236}">
                    <a16:creationId xmlns:a16="http://schemas.microsoft.com/office/drawing/2014/main" id="{043996DA-8289-496F-02BC-46FC4FA9A600}"/>
                  </a:ext>
                </a:extLst>
              </p:cNvPr>
              <p:cNvSpPr/>
              <p:nvPr/>
            </p:nvSpPr>
            <p:spPr>
              <a:xfrm>
                <a:off x="5633791" y="2098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3" name="Freeform 29382">
                <a:extLst>
                  <a:ext uri="{FF2B5EF4-FFF2-40B4-BE49-F238E27FC236}">
                    <a16:creationId xmlns:a16="http://schemas.microsoft.com/office/drawing/2014/main" id="{75BE70AF-FC4B-A33A-2B3F-A86335A88666}"/>
                  </a:ext>
                </a:extLst>
              </p:cNvPr>
              <p:cNvSpPr/>
              <p:nvPr/>
            </p:nvSpPr>
            <p:spPr>
              <a:xfrm>
                <a:off x="5634387" y="2064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4" name="Freeform 29383">
                <a:extLst>
                  <a:ext uri="{FF2B5EF4-FFF2-40B4-BE49-F238E27FC236}">
                    <a16:creationId xmlns:a16="http://schemas.microsoft.com/office/drawing/2014/main" id="{D119AA88-5300-05F7-D5B8-88CDFA420D00}"/>
                  </a:ext>
                </a:extLst>
              </p:cNvPr>
              <p:cNvSpPr/>
              <p:nvPr/>
            </p:nvSpPr>
            <p:spPr>
              <a:xfrm>
                <a:off x="5634883" y="2080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5" name="Freeform 29384">
                <a:extLst>
                  <a:ext uri="{FF2B5EF4-FFF2-40B4-BE49-F238E27FC236}">
                    <a16:creationId xmlns:a16="http://schemas.microsoft.com/office/drawing/2014/main" id="{6642B851-5D9E-D053-9027-91568F525DAF}"/>
                  </a:ext>
                </a:extLst>
              </p:cNvPr>
              <p:cNvSpPr/>
              <p:nvPr/>
            </p:nvSpPr>
            <p:spPr>
              <a:xfrm>
                <a:off x="5635379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6" name="Freeform 29385">
                <a:extLst>
                  <a:ext uri="{FF2B5EF4-FFF2-40B4-BE49-F238E27FC236}">
                    <a16:creationId xmlns:a16="http://schemas.microsoft.com/office/drawing/2014/main" id="{9DB6869B-A1FC-51A9-C1A7-21D84EED859A}"/>
                  </a:ext>
                </a:extLst>
              </p:cNvPr>
              <p:cNvSpPr/>
              <p:nvPr/>
            </p:nvSpPr>
            <p:spPr>
              <a:xfrm>
                <a:off x="5635875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7" name="Freeform 29386">
                <a:extLst>
                  <a:ext uri="{FF2B5EF4-FFF2-40B4-BE49-F238E27FC236}">
                    <a16:creationId xmlns:a16="http://schemas.microsoft.com/office/drawing/2014/main" id="{8984052D-B73B-93F9-8804-96C68F9F433F}"/>
                  </a:ext>
                </a:extLst>
              </p:cNvPr>
              <p:cNvSpPr/>
              <p:nvPr/>
            </p:nvSpPr>
            <p:spPr>
              <a:xfrm>
                <a:off x="5636470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8" name="Freeform 29387">
                <a:extLst>
                  <a:ext uri="{FF2B5EF4-FFF2-40B4-BE49-F238E27FC236}">
                    <a16:creationId xmlns:a16="http://schemas.microsoft.com/office/drawing/2014/main" id="{24BC4517-316D-3711-6451-433F7D272DF3}"/>
                  </a:ext>
                </a:extLst>
              </p:cNvPr>
              <p:cNvSpPr/>
              <p:nvPr/>
            </p:nvSpPr>
            <p:spPr>
              <a:xfrm>
                <a:off x="5636966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9" name="Freeform 29388">
                <a:extLst>
                  <a:ext uri="{FF2B5EF4-FFF2-40B4-BE49-F238E27FC236}">
                    <a16:creationId xmlns:a16="http://schemas.microsoft.com/office/drawing/2014/main" id="{120D1AD2-5A12-7ACB-A5ED-37D8CE605387}"/>
                  </a:ext>
                </a:extLst>
              </p:cNvPr>
              <p:cNvSpPr/>
              <p:nvPr/>
            </p:nvSpPr>
            <p:spPr>
              <a:xfrm>
                <a:off x="5637463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0" name="Freeform 29389">
                <a:extLst>
                  <a:ext uri="{FF2B5EF4-FFF2-40B4-BE49-F238E27FC236}">
                    <a16:creationId xmlns:a16="http://schemas.microsoft.com/office/drawing/2014/main" id="{8331F79E-C5DF-8D44-CD98-DDEF36F4D01B}"/>
                  </a:ext>
                </a:extLst>
              </p:cNvPr>
              <p:cNvSpPr/>
              <p:nvPr/>
            </p:nvSpPr>
            <p:spPr>
              <a:xfrm>
                <a:off x="563805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1" name="Freeform 29390">
                <a:extLst>
                  <a:ext uri="{FF2B5EF4-FFF2-40B4-BE49-F238E27FC236}">
                    <a16:creationId xmlns:a16="http://schemas.microsoft.com/office/drawing/2014/main" id="{2D2941DA-DD8D-D7D2-E386-8D225CE24EA0}"/>
                  </a:ext>
                </a:extLst>
              </p:cNvPr>
              <p:cNvSpPr/>
              <p:nvPr/>
            </p:nvSpPr>
            <p:spPr>
              <a:xfrm>
                <a:off x="563855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2" name="Freeform 29391">
                <a:extLst>
                  <a:ext uri="{FF2B5EF4-FFF2-40B4-BE49-F238E27FC236}">
                    <a16:creationId xmlns:a16="http://schemas.microsoft.com/office/drawing/2014/main" id="{9ACFA41A-88D3-7DB2-FFE2-83E57E0F92FD}"/>
                  </a:ext>
                </a:extLst>
              </p:cNvPr>
              <p:cNvSpPr/>
              <p:nvPr/>
            </p:nvSpPr>
            <p:spPr>
              <a:xfrm>
                <a:off x="5639050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3" name="Freeform 29392">
                <a:extLst>
                  <a:ext uri="{FF2B5EF4-FFF2-40B4-BE49-F238E27FC236}">
                    <a16:creationId xmlns:a16="http://schemas.microsoft.com/office/drawing/2014/main" id="{A0D9EA09-B0BE-94F7-B495-1C13281A4E17}"/>
                  </a:ext>
                </a:extLst>
              </p:cNvPr>
              <p:cNvSpPr/>
              <p:nvPr/>
            </p:nvSpPr>
            <p:spPr>
              <a:xfrm>
                <a:off x="5639645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4" name="Freeform 29393">
                <a:extLst>
                  <a:ext uri="{FF2B5EF4-FFF2-40B4-BE49-F238E27FC236}">
                    <a16:creationId xmlns:a16="http://schemas.microsoft.com/office/drawing/2014/main" id="{485EA3B9-E3D0-8943-FE01-CF27343F0421}"/>
                  </a:ext>
                </a:extLst>
              </p:cNvPr>
              <p:cNvSpPr/>
              <p:nvPr/>
            </p:nvSpPr>
            <p:spPr>
              <a:xfrm>
                <a:off x="5640141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5" name="Freeform 29394">
                <a:extLst>
                  <a:ext uri="{FF2B5EF4-FFF2-40B4-BE49-F238E27FC236}">
                    <a16:creationId xmlns:a16="http://schemas.microsoft.com/office/drawing/2014/main" id="{87685B6B-47DC-0476-BA0E-DEBEA03BD92B}"/>
                  </a:ext>
                </a:extLst>
              </p:cNvPr>
              <p:cNvSpPr/>
              <p:nvPr/>
            </p:nvSpPr>
            <p:spPr>
              <a:xfrm>
                <a:off x="5640638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6" name="Freeform 29395">
                <a:extLst>
                  <a:ext uri="{FF2B5EF4-FFF2-40B4-BE49-F238E27FC236}">
                    <a16:creationId xmlns:a16="http://schemas.microsoft.com/office/drawing/2014/main" id="{B4DDD8A9-BF7A-1E5E-8048-B72838103094}"/>
                  </a:ext>
                </a:extLst>
              </p:cNvPr>
              <p:cNvSpPr/>
              <p:nvPr/>
            </p:nvSpPr>
            <p:spPr>
              <a:xfrm>
                <a:off x="5641233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7" name="Freeform 29396">
                <a:extLst>
                  <a:ext uri="{FF2B5EF4-FFF2-40B4-BE49-F238E27FC236}">
                    <a16:creationId xmlns:a16="http://schemas.microsoft.com/office/drawing/2014/main" id="{0177D41C-E5D5-D47A-738E-95A94419570A}"/>
                  </a:ext>
                </a:extLst>
              </p:cNvPr>
              <p:cNvSpPr/>
              <p:nvPr/>
            </p:nvSpPr>
            <p:spPr>
              <a:xfrm>
                <a:off x="5641729" y="2161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8" name="Freeform 29397">
                <a:extLst>
                  <a:ext uri="{FF2B5EF4-FFF2-40B4-BE49-F238E27FC236}">
                    <a16:creationId xmlns:a16="http://schemas.microsoft.com/office/drawing/2014/main" id="{99C3603D-2B3E-6EDF-E04B-7336F01F9F95}"/>
                  </a:ext>
                </a:extLst>
              </p:cNvPr>
              <p:cNvSpPr/>
              <p:nvPr/>
            </p:nvSpPr>
            <p:spPr>
              <a:xfrm>
                <a:off x="5642225" y="1943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9" name="Freeform 29398">
                <a:extLst>
                  <a:ext uri="{FF2B5EF4-FFF2-40B4-BE49-F238E27FC236}">
                    <a16:creationId xmlns:a16="http://schemas.microsoft.com/office/drawing/2014/main" id="{9F106573-E66E-EF1C-BD2B-416DA559ACF6}"/>
                  </a:ext>
                </a:extLst>
              </p:cNvPr>
              <p:cNvSpPr/>
              <p:nvPr/>
            </p:nvSpPr>
            <p:spPr>
              <a:xfrm>
                <a:off x="5642820" y="1939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0" name="Freeform 29399">
                <a:extLst>
                  <a:ext uri="{FF2B5EF4-FFF2-40B4-BE49-F238E27FC236}">
                    <a16:creationId xmlns:a16="http://schemas.microsoft.com/office/drawing/2014/main" id="{1F71BBB7-E7EA-4812-77D9-FC05031AC220}"/>
                  </a:ext>
                </a:extLst>
              </p:cNvPr>
              <p:cNvSpPr/>
              <p:nvPr/>
            </p:nvSpPr>
            <p:spPr>
              <a:xfrm>
                <a:off x="5643316" y="1912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1" name="Freeform 29400">
                <a:extLst>
                  <a:ext uri="{FF2B5EF4-FFF2-40B4-BE49-F238E27FC236}">
                    <a16:creationId xmlns:a16="http://schemas.microsoft.com/office/drawing/2014/main" id="{1D7719E9-98A9-DFD1-814D-6E9C78697DCE}"/>
                  </a:ext>
                </a:extLst>
              </p:cNvPr>
              <p:cNvSpPr/>
              <p:nvPr/>
            </p:nvSpPr>
            <p:spPr>
              <a:xfrm>
                <a:off x="5643813" y="2044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2" name="Freeform 29401">
                <a:extLst>
                  <a:ext uri="{FF2B5EF4-FFF2-40B4-BE49-F238E27FC236}">
                    <a16:creationId xmlns:a16="http://schemas.microsoft.com/office/drawing/2014/main" id="{365424BC-4E25-D2E4-F984-F670C345377C}"/>
                  </a:ext>
                </a:extLst>
              </p:cNvPr>
              <p:cNvSpPr/>
              <p:nvPr/>
            </p:nvSpPr>
            <p:spPr>
              <a:xfrm>
                <a:off x="5644408" y="2009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3" name="Freeform 29402">
                <a:extLst>
                  <a:ext uri="{FF2B5EF4-FFF2-40B4-BE49-F238E27FC236}">
                    <a16:creationId xmlns:a16="http://schemas.microsoft.com/office/drawing/2014/main" id="{6C5001F3-26B2-0BDC-617F-DF6018C81595}"/>
                  </a:ext>
                </a:extLst>
              </p:cNvPr>
              <p:cNvSpPr/>
              <p:nvPr/>
            </p:nvSpPr>
            <p:spPr>
              <a:xfrm>
                <a:off x="5644904" y="2051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4" name="Freeform 29403">
                <a:extLst>
                  <a:ext uri="{FF2B5EF4-FFF2-40B4-BE49-F238E27FC236}">
                    <a16:creationId xmlns:a16="http://schemas.microsoft.com/office/drawing/2014/main" id="{E857935C-24D9-2C76-91C6-1B310101DF5A}"/>
                  </a:ext>
                </a:extLst>
              </p:cNvPr>
              <p:cNvSpPr/>
              <p:nvPr/>
            </p:nvSpPr>
            <p:spPr>
              <a:xfrm>
                <a:off x="5645400" y="2048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5" name="Freeform 29404">
                <a:extLst>
                  <a:ext uri="{FF2B5EF4-FFF2-40B4-BE49-F238E27FC236}">
                    <a16:creationId xmlns:a16="http://schemas.microsoft.com/office/drawing/2014/main" id="{E4736325-9991-F797-66E3-B656BB382950}"/>
                  </a:ext>
                </a:extLst>
              </p:cNvPr>
              <p:cNvSpPr/>
              <p:nvPr/>
            </p:nvSpPr>
            <p:spPr>
              <a:xfrm>
                <a:off x="5645995" y="2008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6" name="Freeform 29405">
                <a:extLst>
                  <a:ext uri="{FF2B5EF4-FFF2-40B4-BE49-F238E27FC236}">
                    <a16:creationId xmlns:a16="http://schemas.microsoft.com/office/drawing/2014/main" id="{9A6F2B10-CF03-A0F7-40E3-910F5ED86A03}"/>
                  </a:ext>
                </a:extLst>
              </p:cNvPr>
              <p:cNvSpPr/>
              <p:nvPr/>
            </p:nvSpPr>
            <p:spPr>
              <a:xfrm>
                <a:off x="5646491" y="1991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7" name="Freeform 29406">
                <a:extLst>
                  <a:ext uri="{FF2B5EF4-FFF2-40B4-BE49-F238E27FC236}">
                    <a16:creationId xmlns:a16="http://schemas.microsoft.com/office/drawing/2014/main" id="{1F66942C-3B82-9F48-39E5-DFC93FD53170}"/>
                  </a:ext>
                </a:extLst>
              </p:cNvPr>
              <p:cNvSpPr/>
              <p:nvPr/>
            </p:nvSpPr>
            <p:spPr>
              <a:xfrm>
                <a:off x="5646988" y="193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8" name="Freeform 29407">
                <a:extLst>
                  <a:ext uri="{FF2B5EF4-FFF2-40B4-BE49-F238E27FC236}">
                    <a16:creationId xmlns:a16="http://schemas.microsoft.com/office/drawing/2014/main" id="{7D0F483D-4398-8794-0FDF-D643FDE19267}"/>
                  </a:ext>
                </a:extLst>
              </p:cNvPr>
              <p:cNvSpPr/>
              <p:nvPr/>
            </p:nvSpPr>
            <p:spPr>
              <a:xfrm>
                <a:off x="5647484" y="1938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9" name="Freeform 29408">
                <a:extLst>
                  <a:ext uri="{FF2B5EF4-FFF2-40B4-BE49-F238E27FC236}">
                    <a16:creationId xmlns:a16="http://schemas.microsoft.com/office/drawing/2014/main" id="{6F0D2947-5C47-43ED-C5C0-A96210DE46F2}"/>
                  </a:ext>
                </a:extLst>
              </p:cNvPr>
              <p:cNvSpPr/>
              <p:nvPr/>
            </p:nvSpPr>
            <p:spPr>
              <a:xfrm>
                <a:off x="5648079" y="2362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0" name="Freeform 29409">
                <a:extLst>
                  <a:ext uri="{FF2B5EF4-FFF2-40B4-BE49-F238E27FC236}">
                    <a16:creationId xmlns:a16="http://schemas.microsoft.com/office/drawing/2014/main" id="{FCAED87D-D84C-4E2D-7C8C-3346A7CD86EF}"/>
                  </a:ext>
                </a:extLst>
              </p:cNvPr>
              <p:cNvSpPr/>
              <p:nvPr/>
            </p:nvSpPr>
            <p:spPr>
              <a:xfrm>
                <a:off x="5648575" y="2386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1" name="Freeform 29410">
                <a:extLst>
                  <a:ext uri="{FF2B5EF4-FFF2-40B4-BE49-F238E27FC236}">
                    <a16:creationId xmlns:a16="http://schemas.microsoft.com/office/drawing/2014/main" id="{516C319F-3569-8298-7C38-CB49A6F99477}"/>
                  </a:ext>
                </a:extLst>
              </p:cNvPr>
              <p:cNvSpPr/>
              <p:nvPr/>
            </p:nvSpPr>
            <p:spPr>
              <a:xfrm>
                <a:off x="5649071" y="2391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2" name="Freeform 29411">
                <a:extLst>
                  <a:ext uri="{FF2B5EF4-FFF2-40B4-BE49-F238E27FC236}">
                    <a16:creationId xmlns:a16="http://schemas.microsoft.com/office/drawing/2014/main" id="{0F8FEA54-0297-D539-F3AE-63750D9F951F}"/>
                  </a:ext>
                </a:extLst>
              </p:cNvPr>
              <p:cNvSpPr/>
              <p:nvPr/>
            </p:nvSpPr>
            <p:spPr>
              <a:xfrm>
                <a:off x="5649666" y="2395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3" name="Freeform 29412">
                <a:extLst>
                  <a:ext uri="{FF2B5EF4-FFF2-40B4-BE49-F238E27FC236}">
                    <a16:creationId xmlns:a16="http://schemas.microsoft.com/office/drawing/2014/main" id="{DC9EE114-6A28-A3A1-9F6B-BBE456F93BD4}"/>
                  </a:ext>
                </a:extLst>
              </p:cNvPr>
              <p:cNvSpPr/>
              <p:nvPr/>
            </p:nvSpPr>
            <p:spPr>
              <a:xfrm>
                <a:off x="5650163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4" name="Freeform 29413">
                <a:extLst>
                  <a:ext uri="{FF2B5EF4-FFF2-40B4-BE49-F238E27FC236}">
                    <a16:creationId xmlns:a16="http://schemas.microsoft.com/office/drawing/2014/main" id="{2CAC99A6-4423-C52B-EB20-A6ECCE792D8A}"/>
                  </a:ext>
                </a:extLst>
              </p:cNvPr>
              <p:cNvSpPr/>
              <p:nvPr/>
            </p:nvSpPr>
            <p:spPr>
              <a:xfrm>
                <a:off x="5650659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5" name="Freeform 29414">
                <a:extLst>
                  <a:ext uri="{FF2B5EF4-FFF2-40B4-BE49-F238E27FC236}">
                    <a16:creationId xmlns:a16="http://schemas.microsoft.com/office/drawing/2014/main" id="{33590BF5-6D81-078E-C9CC-F7455DD6B248}"/>
                  </a:ext>
                </a:extLst>
              </p:cNvPr>
              <p:cNvSpPr/>
              <p:nvPr/>
            </p:nvSpPr>
            <p:spPr>
              <a:xfrm>
                <a:off x="5651254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6" name="Freeform 29415">
                <a:extLst>
                  <a:ext uri="{FF2B5EF4-FFF2-40B4-BE49-F238E27FC236}">
                    <a16:creationId xmlns:a16="http://schemas.microsoft.com/office/drawing/2014/main" id="{8349F5C1-076A-F32B-6C41-9D648A100F45}"/>
                  </a:ext>
                </a:extLst>
              </p:cNvPr>
              <p:cNvSpPr/>
              <p:nvPr/>
            </p:nvSpPr>
            <p:spPr>
              <a:xfrm>
                <a:off x="5651750" y="2406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7" name="Freeform 29416">
                <a:extLst>
                  <a:ext uri="{FF2B5EF4-FFF2-40B4-BE49-F238E27FC236}">
                    <a16:creationId xmlns:a16="http://schemas.microsoft.com/office/drawing/2014/main" id="{B4746DCA-4B04-1D61-765B-1CA5497CD2F3}"/>
                  </a:ext>
                </a:extLst>
              </p:cNvPr>
              <p:cNvSpPr/>
              <p:nvPr/>
            </p:nvSpPr>
            <p:spPr>
              <a:xfrm>
                <a:off x="5652246" y="2406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8" name="Freeform 29417">
                <a:extLst>
                  <a:ext uri="{FF2B5EF4-FFF2-40B4-BE49-F238E27FC236}">
                    <a16:creationId xmlns:a16="http://schemas.microsoft.com/office/drawing/2014/main" id="{739BE69D-04A1-2C44-CD12-73E22DFD2083}"/>
                  </a:ext>
                </a:extLst>
              </p:cNvPr>
              <p:cNvSpPr/>
              <p:nvPr/>
            </p:nvSpPr>
            <p:spPr>
              <a:xfrm>
                <a:off x="5652841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9" name="Freeform 29418">
                <a:extLst>
                  <a:ext uri="{FF2B5EF4-FFF2-40B4-BE49-F238E27FC236}">
                    <a16:creationId xmlns:a16="http://schemas.microsoft.com/office/drawing/2014/main" id="{C0C0B7C2-763E-D1EB-30B8-CF2D8292724B}"/>
                  </a:ext>
                </a:extLst>
              </p:cNvPr>
              <p:cNvSpPr/>
              <p:nvPr/>
            </p:nvSpPr>
            <p:spPr>
              <a:xfrm>
                <a:off x="5653338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0" name="Freeform 29419">
                <a:extLst>
                  <a:ext uri="{FF2B5EF4-FFF2-40B4-BE49-F238E27FC236}">
                    <a16:creationId xmlns:a16="http://schemas.microsoft.com/office/drawing/2014/main" id="{7EADB7F6-A8FD-BEF1-8056-1D3923417C2D}"/>
                  </a:ext>
                </a:extLst>
              </p:cNvPr>
              <p:cNvSpPr/>
              <p:nvPr/>
            </p:nvSpPr>
            <p:spPr>
              <a:xfrm>
                <a:off x="5653834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1" name="Freeform 29420">
                <a:extLst>
                  <a:ext uri="{FF2B5EF4-FFF2-40B4-BE49-F238E27FC236}">
                    <a16:creationId xmlns:a16="http://schemas.microsoft.com/office/drawing/2014/main" id="{9ED8BC80-C8F6-74D7-4598-FBD3DFC5E926}"/>
                  </a:ext>
                </a:extLst>
              </p:cNvPr>
              <p:cNvSpPr/>
              <p:nvPr/>
            </p:nvSpPr>
            <p:spPr>
              <a:xfrm>
                <a:off x="5654429" y="2111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2" name="Freeform 29421">
                <a:extLst>
                  <a:ext uri="{FF2B5EF4-FFF2-40B4-BE49-F238E27FC236}">
                    <a16:creationId xmlns:a16="http://schemas.microsoft.com/office/drawing/2014/main" id="{A3C373B4-0291-A126-0F18-0AF0B2FFB1D3}"/>
                  </a:ext>
                </a:extLst>
              </p:cNvPr>
              <p:cNvSpPr/>
              <p:nvPr/>
            </p:nvSpPr>
            <p:spPr>
              <a:xfrm>
                <a:off x="5654925" y="1729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3" name="Freeform 29422">
                <a:extLst>
                  <a:ext uri="{FF2B5EF4-FFF2-40B4-BE49-F238E27FC236}">
                    <a16:creationId xmlns:a16="http://schemas.microsoft.com/office/drawing/2014/main" id="{93FC9CF3-F16F-7B0B-46D6-46828CC29569}"/>
                  </a:ext>
                </a:extLst>
              </p:cNvPr>
              <p:cNvSpPr/>
              <p:nvPr/>
            </p:nvSpPr>
            <p:spPr>
              <a:xfrm>
                <a:off x="5655421" y="1717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4" name="Freeform 29423">
                <a:extLst>
                  <a:ext uri="{FF2B5EF4-FFF2-40B4-BE49-F238E27FC236}">
                    <a16:creationId xmlns:a16="http://schemas.microsoft.com/office/drawing/2014/main" id="{E68F4948-2D1C-F0C9-A3BF-08E9AB9829B2}"/>
                  </a:ext>
                </a:extLst>
              </p:cNvPr>
              <p:cNvSpPr/>
              <p:nvPr/>
            </p:nvSpPr>
            <p:spPr>
              <a:xfrm>
                <a:off x="5656016" y="1717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5" name="Freeform 29424">
                <a:extLst>
                  <a:ext uri="{FF2B5EF4-FFF2-40B4-BE49-F238E27FC236}">
                    <a16:creationId xmlns:a16="http://schemas.microsoft.com/office/drawing/2014/main" id="{4A8134EE-DF3E-4EAF-A55C-A1A1A168C9EA}"/>
                  </a:ext>
                </a:extLst>
              </p:cNvPr>
              <p:cNvSpPr/>
              <p:nvPr/>
            </p:nvSpPr>
            <p:spPr>
              <a:xfrm>
                <a:off x="5656513" y="1482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6" name="Freeform 29425">
                <a:extLst>
                  <a:ext uri="{FF2B5EF4-FFF2-40B4-BE49-F238E27FC236}">
                    <a16:creationId xmlns:a16="http://schemas.microsoft.com/office/drawing/2014/main" id="{EC313BCA-682E-FEA2-FBF9-D341B0CC7E75}"/>
                  </a:ext>
                </a:extLst>
              </p:cNvPr>
              <p:cNvSpPr/>
              <p:nvPr/>
            </p:nvSpPr>
            <p:spPr>
              <a:xfrm>
                <a:off x="5657009" y="1617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7" name="Freeform 29426">
                <a:extLst>
                  <a:ext uri="{FF2B5EF4-FFF2-40B4-BE49-F238E27FC236}">
                    <a16:creationId xmlns:a16="http://schemas.microsoft.com/office/drawing/2014/main" id="{7C31EBD2-BBD5-715B-F24B-C6B1EBA0A134}"/>
                  </a:ext>
                </a:extLst>
              </p:cNvPr>
              <p:cNvSpPr/>
              <p:nvPr/>
            </p:nvSpPr>
            <p:spPr>
              <a:xfrm>
                <a:off x="5657604" y="1802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8" name="Freeform 29427">
                <a:extLst>
                  <a:ext uri="{FF2B5EF4-FFF2-40B4-BE49-F238E27FC236}">
                    <a16:creationId xmlns:a16="http://schemas.microsoft.com/office/drawing/2014/main" id="{F52202A8-7A91-80BF-05A3-E8B18A09C24F}"/>
                  </a:ext>
                </a:extLst>
              </p:cNvPr>
              <p:cNvSpPr/>
              <p:nvPr/>
            </p:nvSpPr>
            <p:spPr>
              <a:xfrm>
                <a:off x="5658100" y="1833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9" name="Freeform 29428">
                <a:extLst>
                  <a:ext uri="{FF2B5EF4-FFF2-40B4-BE49-F238E27FC236}">
                    <a16:creationId xmlns:a16="http://schemas.microsoft.com/office/drawing/2014/main" id="{560028A4-EE74-A962-B5DF-66F8FC16324F}"/>
                  </a:ext>
                </a:extLst>
              </p:cNvPr>
              <p:cNvSpPr/>
              <p:nvPr/>
            </p:nvSpPr>
            <p:spPr>
              <a:xfrm>
                <a:off x="5658596" y="1792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0" name="Freeform 29429">
                <a:extLst>
                  <a:ext uri="{FF2B5EF4-FFF2-40B4-BE49-F238E27FC236}">
                    <a16:creationId xmlns:a16="http://schemas.microsoft.com/office/drawing/2014/main" id="{7DE41C4E-FCE7-45AC-0861-7B45D9E0693C}"/>
                  </a:ext>
                </a:extLst>
              </p:cNvPr>
              <p:cNvSpPr/>
              <p:nvPr/>
            </p:nvSpPr>
            <p:spPr>
              <a:xfrm>
                <a:off x="5659092" y="1772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1" name="Freeform 29430">
                <a:extLst>
                  <a:ext uri="{FF2B5EF4-FFF2-40B4-BE49-F238E27FC236}">
                    <a16:creationId xmlns:a16="http://schemas.microsoft.com/office/drawing/2014/main" id="{1977814A-3B6B-1C01-1846-CD0644670D66}"/>
                  </a:ext>
                </a:extLst>
              </p:cNvPr>
              <p:cNvSpPr/>
              <p:nvPr/>
            </p:nvSpPr>
            <p:spPr>
              <a:xfrm>
                <a:off x="5659688" y="1766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2" name="Freeform 29431">
                <a:extLst>
                  <a:ext uri="{FF2B5EF4-FFF2-40B4-BE49-F238E27FC236}">
                    <a16:creationId xmlns:a16="http://schemas.microsoft.com/office/drawing/2014/main" id="{4ACFE702-0B25-DA71-3D45-FBD35917BCDB}"/>
                  </a:ext>
                </a:extLst>
              </p:cNvPr>
              <p:cNvSpPr/>
              <p:nvPr/>
            </p:nvSpPr>
            <p:spPr>
              <a:xfrm>
                <a:off x="5660184" y="1777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3" name="Freeform 29432">
                <a:extLst>
                  <a:ext uri="{FF2B5EF4-FFF2-40B4-BE49-F238E27FC236}">
                    <a16:creationId xmlns:a16="http://schemas.microsoft.com/office/drawing/2014/main" id="{97D6D647-82C4-93BD-F3A6-8B44CCBA7B83}"/>
                  </a:ext>
                </a:extLst>
              </p:cNvPr>
              <p:cNvSpPr/>
              <p:nvPr/>
            </p:nvSpPr>
            <p:spPr>
              <a:xfrm>
                <a:off x="5660680" y="2376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4" name="Freeform 29433">
                <a:extLst>
                  <a:ext uri="{FF2B5EF4-FFF2-40B4-BE49-F238E27FC236}">
                    <a16:creationId xmlns:a16="http://schemas.microsoft.com/office/drawing/2014/main" id="{7B69D25C-3421-BB3C-2E2E-4F32D4C71BBD}"/>
                  </a:ext>
                </a:extLst>
              </p:cNvPr>
              <p:cNvSpPr/>
              <p:nvPr/>
            </p:nvSpPr>
            <p:spPr>
              <a:xfrm>
                <a:off x="5661275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5" name="Freeform 29434">
                <a:extLst>
                  <a:ext uri="{FF2B5EF4-FFF2-40B4-BE49-F238E27FC236}">
                    <a16:creationId xmlns:a16="http://schemas.microsoft.com/office/drawing/2014/main" id="{CA06EC5B-B669-C1B2-3BCB-73E07EBA9B12}"/>
                  </a:ext>
                </a:extLst>
              </p:cNvPr>
              <p:cNvSpPr/>
              <p:nvPr/>
            </p:nvSpPr>
            <p:spPr>
              <a:xfrm>
                <a:off x="5661771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6" name="Freeform 29435">
                <a:extLst>
                  <a:ext uri="{FF2B5EF4-FFF2-40B4-BE49-F238E27FC236}">
                    <a16:creationId xmlns:a16="http://schemas.microsoft.com/office/drawing/2014/main" id="{66C60D09-F9FB-552B-6936-E7A0F3333B23}"/>
                  </a:ext>
                </a:extLst>
              </p:cNvPr>
              <p:cNvSpPr/>
              <p:nvPr/>
            </p:nvSpPr>
            <p:spPr>
              <a:xfrm>
                <a:off x="5662267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7" name="Freeform 29436">
                <a:extLst>
                  <a:ext uri="{FF2B5EF4-FFF2-40B4-BE49-F238E27FC236}">
                    <a16:creationId xmlns:a16="http://schemas.microsoft.com/office/drawing/2014/main" id="{B3BA1221-3032-70FE-6987-63C51BF9EE46}"/>
                  </a:ext>
                </a:extLst>
              </p:cNvPr>
              <p:cNvSpPr/>
              <p:nvPr/>
            </p:nvSpPr>
            <p:spPr>
              <a:xfrm>
                <a:off x="566286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8" name="Freeform 29437">
                <a:extLst>
                  <a:ext uri="{FF2B5EF4-FFF2-40B4-BE49-F238E27FC236}">
                    <a16:creationId xmlns:a16="http://schemas.microsoft.com/office/drawing/2014/main" id="{8E89C0BB-10F3-EB23-AB7D-C7BBD8BFE3C0}"/>
                  </a:ext>
                </a:extLst>
              </p:cNvPr>
              <p:cNvSpPr/>
              <p:nvPr/>
            </p:nvSpPr>
            <p:spPr>
              <a:xfrm>
                <a:off x="566335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9" name="Freeform 29438">
                <a:extLst>
                  <a:ext uri="{FF2B5EF4-FFF2-40B4-BE49-F238E27FC236}">
                    <a16:creationId xmlns:a16="http://schemas.microsoft.com/office/drawing/2014/main" id="{D7219D13-F4BF-4606-29AD-FFC4422B7D32}"/>
                  </a:ext>
                </a:extLst>
              </p:cNvPr>
              <p:cNvSpPr/>
              <p:nvPr/>
            </p:nvSpPr>
            <p:spPr>
              <a:xfrm>
                <a:off x="566385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0" name="Freeform 29439">
                <a:extLst>
                  <a:ext uri="{FF2B5EF4-FFF2-40B4-BE49-F238E27FC236}">
                    <a16:creationId xmlns:a16="http://schemas.microsoft.com/office/drawing/2014/main" id="{F88B6D80-F22F-82F2-F09F-E1F8FD7C5FFF}"/>
                  </a:ext>
                </a:extLst>
              </p:cNvPr>
              <p:cNvSpPr/>
              <p:nvPr/>
            </p:nvSpPr>
            <p:spPr>
              <a:xfrm>
                <a:off x="5664450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1" name="Freeform 29440">
                <a:extLst>
                  <a:ext uri="{FF2B5EF4-FFF2-40B4-BE49-F238E27FC236}">
                    <a16:creationId xmlns:a16="http://schemas.microsoft.com/office/drawing/2014/main" id="{6307B537-05DC-3EC8-C19D-7E79E4CB2ECF}"/>
                  </a:ext>
                </a:extLst>
              </p:cNvPr>
              <p:cNvSpPr/>
              <p:nvPr/>
            </p:nvSpPr>
            <p:spPr>
              <a:xfrm>
                <a:off x="5664946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2" name="Freeform 29441">
                <a:extLst>
                  <a:ext uri="{FF2B5EF4-FFF2-40B4-BE49-F238E27FC236}">
                    <a16:creationId xmlns:a16="http://schemas.microsoft.com/office/drawing/2014/main" id="{D3EDD915-0EE5-C081-FC33-CD8D01F2F65A}"/>
                  </a:ext>
                </a:extLst>
              </p:cNvPr>
              <p:cNvSpPr/>
              <p:nvPr/>
            </p:nvSpPr>
            <p:spPr>
              <a:xfrm>
                <a:off x="566544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3" name="Freeform 29442">
                <a:extLst>
                  <a:ext uri="{FF2B5EF4-FFF2-40B4-BE49-F238E27FC236}">
                    <a16:creationId xmlns:a16="http://schemas.microsoft.com/office/drawing/2014/main" id="{58F90D54-D0D4-4365-8488-4FEDCBB07FF2}"/>
                  </a:ext>
                </a:extLst>
              </p:cNvPr>
              <p:cNvSpPr/>
              <p:nvPr/>
            </p:nvSpPr>
            <p:spPr>
              <a:xfrm>
                <a:off x="566603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4" name="Freeform 29443">
                <a:extLst>
                  <a:ext uri="{FF2B5EF4-FFF2-40B4-BE49-F238E27FC236}">
                    <a16:creationId xmlns:a16="http://schemas.microsoft.com/office/drawing/2014/main" id="{270428FF-94C0-55CA-5F82-7C18DD22D03B}"/>
                  </a:ext>
                </a:extLst>
              </p:cNvPr>
              <p:cNvSpPr/>
              <p:nvPr/>
            </p:nvSpPr>
            <p:spPr>
              <a:xfrm>
                <a:off x="5666534" y="2357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5" name="Freeform 29444">
                <a:extLst>
                  <a:ext uri="{FF2B5EF4-FFF2-40B4-BE49-F238E27FC236}">
                    <a16:creationId xmlns:a16="http://schemas.microsoft.com/office/drawing/2014/main" id="{6917FC5E-604C-63BE-EB2F-4C9DA5498DD5}"/>
                  </a:ext>
                </a:extLst>
              </p:cNvPr>
              <p:cNvSpPr/>
              <p:nvPr/>
            </p:nvSpPr>
            <p:spPr>
              <a:xfrm>
                <a:off x="5667030" y="192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6" name="Freeform 29445">
                <a:extLst>
                  <a:ext uri="{FF2B5EF4-FFF2-40B4-BE49-F238E27FC236}">
                    <a16:creationId xmlns:a16="http://schemas.microsoft.com/office/drawing/2014/main" id="{0576453F-E3F6-D826-B324-FE27ECE2A9CD}"/>
                  </a:ext>
                </a:extLst>
              </p:cNvPr>
              <p:cNvSpPr/>
              <p:nvPr/>
            </p:nvSpPr>
            <p:spPr>
              <a:xfrm>
                <a:off x="5667625" y="1608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7" name="Freeform 29446">
                <a:extLst>
                  <a:ext uri="{FF2B5EF4-FFF2-40B4-BE49-F238E27FC236}">
                    <a16:creationId xmlns:a16="http://schemas.microsoft.com/office/drawing/2014/main" id="{B6FB8308-4205-06D3-10BF-0EC87DD57EA5}"/>
                  </a:ext>
                </a:extLst>
              </p:cNvPr>
              <p:cNvSpPr/>
              <p:nvPr/>
            </p:nvSpPr>
            <p:spPr>
              <a:xfrm>
                <a:off x="5668121" y="1629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8" name="Freeform 29447">
                <a:extLst>
                  <a:ext uri="{FF2B5EF4-FFF2-40B4-BE49-F238E27FC236}">
                    <a16:creationId xmlns:a16="http://schemas.microsoft.com/office/drawing/2014/main" id="{35381D75-6134-90B7-D719-D92D83615955}"/>
                  </a:ext>
                </a:extLst>
              </p:cNvPr>
              <p:cNvSpPr/>
              <p:nvPr/>
            </p:nvSpPr>
            <p:spPr>
              <a:xfrm>
                <a:off x="5668617" y="1607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9" name="Freeform 29448">
                <a:extLst>
                  <a:ext uri="{FF2B5EF4-FFF2-40B4-BE49-F238E27FC236}">
                    <a16:creationId xmlns:a16="http://schemas.microsoft.com/office/drawing/2014/main" id="{AADF3C42-AFCF-6554-F2DB-FEB45EE3C87B}"/>
                  </a:ext>
                </a:extLst>
              </p:cNvPr>
              <p:cNvSpPr/>
              <p:nvPr/>
            </p:nvSpPr>
            <p:spPr>
              <a:xfrm>
                <a:off x="5669213" y="1570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0" name="Freeform 29449">
                <a:extLst>
                  <a:ext uri="{FF2B5EF4-FFF2-40B4-BE49-F238E27FC236}">
                    <a16:creationId xmlns:a16="http://schemas.microsoft.com/office/drawing/2014/main" id="{FC5E4610-0D73-8457-0DED-26DC43E2CD1D}"/>
                  </a:ext>
                </a:extLst>
              </p:cNvPr>
              <p:cNvSpPr/>
              <p:nvPr/>
            </p:nvSpPr>
            <p:spPr>
              <a:xfrm>
                <a:off x="5669709" y="1514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1" name="Freeform 29450">
                <a:extLst>
                  <a:ext uri="{FF2B5EF4-FFF2-40B4-BE49-F238E27FC236}">
                    <a16:creationId xmlns:a16="http://schemas.microsoft.com/office/drawing/2014/main" id="{C869C2F5-3FA1-663F-F9D7-9E932EC24A2E}"/>
                  </a:ext>
                </a:extLst>
              </p:cNvPr>
              <p:cNvSpPr/>
              <p:nvPr/>
            </p:nvSpPr>
            <p:spPr>
              <a:xfrm>
                <a:off x="5670205" y="1693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2" name="Freeform 29451">
                <a:extLst>
                  <a:ext uri="{FF2B5EF4-FFF2-40B4-BE49-F238E27FC236}">
                    <a16:creationId xmlns:a16="http://schemas.microsoft.com/office/drawing/2014/main" id="{FF2345E6-6841-0DCA-CCB0-F0778B281FB6}"/>
                  </a:ext>
                </a:extLst>
              </p:cNvPr>
              <p:cNvSpPr/>
              <p:nvPr/>
            </p:nvSpPr>
            <p:spPr>
              <a:xfrm>
                <a:off x="5670800" y="1769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3" name="Freeform 29452">
                <a:extLst>
                  <a:ext uri="{FF2B5EF4-FFF2-40B4-BE49-F238E27FC236}">
                    <a16:creationId xmlns:a16="http://schemas.microsoft.com/office/drawing/2014/main" id="{36E29B59-1564-608E-FC32-5655B6117300}"/>
                  </a:ext>
                </a:extLst>
              </p:cNvPr>
              <p:cNvSpPr/>
              <p:nvPr/>
            </p:nvSpPr>
            <p:spPr>
              <a:xfrm>
                <a:off x="5671296" y="1753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4" name="Freeform 29453">
                <a:extLst>
                  <a:ext uri="{FF2B5EF4-FFF2-40B4-BE49-F238E27FC236}">
                    <a16:creationId xmlns:a16="http://schemas.microsoft.com/office/drawing/2014/main" id="{EF857047-2BF6-337D-E104-3A19CC6D7367}"/>
                  </a:ext>
                </a:extLst>
              </p:cNvPr>
              <p:cNvSpPr/>
              <p:nvPr/>
            </p:nvSpPr>
            <p:spPr>
              <a:xfrm>
                <a:off x="5671792" y="1731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5" name="Freeform 29454">
                <a:extLst>
                  <a:ext uri="{FF2B5EF4-FFF2-40B4-BE49-F238E27FC236}">
                    <a16:creationId xmlns:a16="http://schemas.microsoft.com/office/drawing/2014/main" id="{07827109-B627-2423-1421-E7E580FD9B9A}"/>
                  </a:ext>
                </a:extLst>
              </p:cNvPr>
              <p:cNvSpPr/>
              <p:nvPr/>
            </p:nvSpPr>
            <p:spPr>
              <a:xfrm>
                <a:off x="5672288" y="1749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6" name="Freeform 29455">
                <a:extLst>
                  <a:ext uri="{FF2B5EF4-FFF2-40B4-BE49-F238E27FC236}">
                    <a16:creationId xmlns:a16="http://schemas.microsoft.com/office/drawing/2014/main" id="{5E64EBD5-DE39-60C1-9A58-21BB21A4C01C}"/>
                  </a:ext>
                </a:extLst>
              </p:cNvPr>
              <p:cNvSpPr/>
              <p:nvPr/>
            </p:nvSpPr>
            <p:spPr>
              <a:xfrm>
                <a:off x="5672884" y="1796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7" name="Freeform 29456">
                <a:extLst>
                  <a:ext uri="{FF2B5EF4-FFF2-40B4-BE49-F238E27FC236}">
                    <a16:creationId xmlns:a16="http://schemas.microsoft.com/office/drawing/2014/main" id="{009EA6E8-F519-1C07-AE20-BF5471C81099}"/>
                  </a:ext>
                </a:extLst>
              </p:cNvPr>
              <p:cNvSpPr/>
              <p:nvPr/>
            </p:nvSpPr>
            <p:spPr>
              <a:xfrm>
                <a:off x="5673380" y="2351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8" name="Freeform 29457">
                <a:extLst>
                  <a:ext uri="{FF2B5EF4-FFF2-40B4-BE49-F238E27FC236}">
                    <a16:creationId xmlns:a16="http://schemas.microsoft.com/office/drawing/2014/main" id="{1ECF02BF-DB8C-4BD8-2AC1-15F7FE64B091}"/>
                  </a:ext>
                </a:extLst>
              </p:cNvPr>
              <p:cNvSpPr/>
              <p:nvPr/>
            </p:nvSpPr>
            <p:spPr>
              <a:xfrm>
                <a:off x="5673876" y="2387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9" name="Freeform 29458">
                <a:extLst>
                  <a:ext uri="{FF2B5EF4-FFF2-40B4-BE49-F238E27FC236}">
                    <a16:creationId xmlns:a16="http://schemas.microsoft.com/office/drawing/2014/main" id="{1177A03A-6048-C754-FF9F-7BF3A4A9DFE5}"/>
                  </a:ext>
                </a:extLst>
              </p:cNvPr>
              <p:cNvSpPr/>
              <p:nvPr/>
            </p:nvSpPr>
            <p:spPr>
              <a:xfrm>
                <a:off x="5674471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0" name="Freeform 29459">
                <a:extLst>
                  <a:ext uri="{FF2B5EF4-FFF2-40B4-BE49-F238E27FC236}">
                    <a16:creationId xmlns:a16="http://schemas.microsoft.com/office/drawing/2014/main" id="{4F4022DF-031A-7522-F81C-5633B03C99CE}"/>
                  </a:ext>
                </a:extLst>
              </p:cNvPr>
              <p:cNvSpPr/>
              <p:nvPr/>
            </p:nvSpPr>
            <p:spPr>
              <a:xfrm>
                <a:off x="5674967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1" name="Freeform 29460">
                <a:extLst>
                  <a:ext uri="{FF2B5EF4-FFF2-40B4-BE49-F238E27FC236}">
                    <a16:creationId xmlns:a16="http://schemas.microsoft.com/office/drawing/2014/main" id="{063A9BBE-9D07-38C2-0812-FEC111711B53}"/>
                  </a:ext>
                </a:extLst>
              </p:cNvPr>
              <p:cNvSpPr/>
              <p:nvPr/>
            </p:nvSpPr>
            <p:spPr>
              <a:xfrm>
                <a:off x="5675463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2" name="Freeform 29461">
                <a:extLst>
                  <a:ext uri="{FF2B5EF4-FFF2-40B4-BE49-F238E27FC236}">
                    <a16:creationId xmlns:a16="http://schemas.microsoft.com/office/drawing/2014/main" id="{40CE4CE9-9BAB-119B-0582-197CE837F2EB}"/>
                  </a:ext>
                </a:extLst>
              </p:cNvPr>
              <p:cNvSpPr/>
              <p:nvPr/>
            </p:nvSpPr>
            <p:spPr>
              <a:xfrm>
                <a:off x="5676059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3" name="Freeform 29462">
                <a:extLst>
                  <a:ext uri="{FF2B5EF4-FFF2-40B4-BE49-F238E27FC236}">
                    <a16:creationId xmlns:a16="http://schemas.microsoft.com/office/drawing/2014/main" id="{E480C1CB-285A-1610-0D4E-6505A2EDACE1}"/>
                  </a:ext>
                </a:extLst>
              </p:cNvPr>
              <p:cNvSpPr/>
              <p:nvPr/>
            </p:nvSpPr>
            <p:spPr>
              <a:xfrm>
                <a:off x="5676555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4" name="Freeform 29463">
                <a:extLst>
                  <a:ext uri="{FF2B5EF4-FFF2-40B4-BE49-F238E27FC236}">
                    <a16:creationId xmlns:a16="http://schemas.microsoft.com/office/drawing/2014/main" id="{26C82D2F-4DB5-3D94-EFDC-86894703AC26}"/>
                  </a:ext>
                </a:extLst>
              </p:cNvPr>
              <p:cNvSpPr/>
              <p:nvPr/>
            </p:nvSpPr>
            <p:spPr>
              <a:xfrm>
                <a:off x="5677051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5" name="Freeform 29464">
                <a:extLst>
                  <a:ext uri="{FF2B5EF4-FFF2-40B4-BE49-F238E27FC236}">
                    <a16:creationId xmlns:a16="http://schemas.microsoft.com/office/drawing/2014/main" id="{56FEE24E-E306-BFC6-740E-786604268858}"/>
                  </a:ext>
                </a:extLst>
              </p:cNvPr>
              <p:cNvSpPr/>
              <p:nvPr/>
            </p:nvSpPr>
            <p:spPr>
              <a:xfrm>
                <a:off x="5677646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6" name="Freeform 29465">
                <a:extLst>
                  <a:ext uri="{FF2B5EF4-FFF2-40B4-BE49-F238E27FC236}">
                    <a16:creationId xmlns:a16="http://schemas.microsoft.com/office/drawing/2014/main" id="{1566D2CC-B929-FDE0-98B3-28A62FD57F4B}"/>
                  </a:ext>
                </a:extLst>
              </p:cNvPr>
              <p:cNvSpPr/>
              <p:nvPr/>
            </p:nvSpPr>
            <p:spPr>
              <a:xfrm>
                <a:off x="5678142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7" name="Freeform 29466">
                <a:extLst>
                  <a:ext uri="{FF2B5EF4-FFF2-40B4-BE49-F238E27FC236}">
                    <a16:creationId xmlns:a16="http://schemas.microsoft.com/office/drawing/2014/main" id="{281FB828-642E-6102-54A0-9B9FF6C7737E}"/>
                  </a:ext>
                </a:extLst>
              </p:cNvPr>
              <p:cNvSpPr/>
              <p:nvPr/>
            </p:nvSpPr>
            <p:spPr>
              <a:xfrm>
                <a:off x="5678638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8" name="Freeform 29467">
                <a:extLst>
                  <a:ext uri="{FF2B5EF4-FFF2-40B4-BE49-F238E27FC236}">
                    <a16:creationId xmlns:a16="http://schemas.microsoft.com/office/drawing/2014/main" id="{46A89647-A613-6BC5-C1C0-4FD6F3916ABC}"/>
                  </a:ext>
                </a:extLst>
              </p:cNvPr>
              <p:cNvSpPr/>
              <p:nvPr/>
            </p:nvSpPr>
            <p:spPr>
              <a:xfrm>
                <a:off x="5679234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9" name="Freeform 29468">
                <a:extLst>
                  <a:ext uri="{FF2B5EF4-FFF2-40B4-BE49-F238E27FC236}">
                    <a16:creationId xmlns:a16="http://schemas.microsoft.com/office/drawing/2014/main" id="{223F7327-3A8E-9ADC-4153-B972738E3ACC}"/>
                  </a:ext>
                </a:extLst>
              </p:cNvPr>
              <p:cNvSpPr/>
              <p:nvPr/>
            </p:nvSpPr>
            <p:spPr>
              <a:xfrm>
                <a:off x="5679730" y="197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0" name="Freeform 29469">
                <a:extLst>
                  <a:ext uri="{FF2B5EF4-FFF2-40B4-BE49-F238E27FC236}">
                    <a16:creationId xmlns:a16="http://schemas.microsoft.com/office/drawing/2014/main" id="{2A4F89BB-7658-1B43-A042-64BB3742A5C1}"/>
                  </a:ext>
                </a:extLst>
              </p:cNvPr>
              <p:cNvSpPr/>
              <p:nvPr/>
            </p:nvSpPr>
            <p:spPr>
              <a:xfrm>
                <a:off x="5680226" y="1632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1" name="Freeform 29470">
                <a:extLst>
                  <a:ext uri="{FF2B5EF4-FFF2-40B4-BE49-F238E27FC236}">
                    <a16:creationId xmlns:a16="http://schemas.microsoft.com/office/drawing/2014/main" id="{436ED302-AACF-C3D1-3877-F6D92E5D27B8}"/>
                  </a:ext>
                </a:extLst>
              </p:cNvPr>
              <p:cNvSpPr/>
              <p:nvPr/>
            </p:nvSpPr>
            <p:spPr>
              <a:xfrm>
                <a:off x="5680821" y="1712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2" name="Freeform 29471">
                <a:extLst>
                  <a:ext uri="{FF2B5EF4-FFF2-40B4-BE49-F238E27FC236}">
                    <a16:creationId xmlns:a16="http://schemas.microsoft.com/office/drawing/2014/main" id="{2D87B27F-D48E-6483-DA91-8A47A78EF59F}"/>
                  </a:ext>
                </a:extLst>
              </p:cNvPr>
              <p:cNvSpPr/>
              <p:nvPr/>
            </p:nvSpPr>
            <p:spPr>
              <a:xfrm>
                <a:off x="5681317" y="1738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3" name="Freeform 29472">
                <a:extLst>
                  <a:ext uri="{FF2B5EF4-FFF2-40B4-BE49-F238E27FC236}">
                    <a16:creationId xmlns:a16="http://schemas.microsoft.com/office/drawing/2014/main" id="{E6C3191D-B6A3-3984-D7C6-6BACED176601}"/>
                  </a:ext>
                </a:extLst>
              </p:cNvPr>
              <p:cNvSpPr/>
              <p:nvPr/>
            </p:nvSpPr>
            <p:spPr>
              <a:xfrm>
                <a:off x="5681813" y="1805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4" name="Freeform 29473">
                <a:extLst>
                  <a:ext uri="{FF2B5EF4-FFF2-40B4-BE49-F238E27FC236}">
                    <a16:creationId xmlns:a16="http://schemas.microsoft.com/office/drawing/2014/main" id="{3D6BD610-0D27-D828-A59A-24E6E19B6FEA}"/>
                  </a:ext>
                </a:extLst>
              </p:cNvPr>
              <p:cNvSpPr/>
              <p:nvPr/>
            </p:nvSpPr>
            <p:spPr>
              <a:xfrm>
                <a:off x="5682409" y="1820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5" name="Freeform 29474">
                <a:extLst>
                  <a:ext uri="{FF2B5EF4-FFF2-40B4-BE49-F238E27FC236}">
                    <a16:creationId xmlns:a16="http://schemas.microsoft.com/office/drawing/2014/main" id="{263C58E2-C4F8-6B0F-A579-D2B4F70B8733}"/>
                  </a:ext>
                </a:extLst>
              </p:cNvPr>
              <p:cNvSpPr/>
              <p:nvPr/>
            </p:nvSpPr>
            <p:spPr>
              <a:xfrm>
                <a:off x="5682905" y="1879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6" name="Freeform 29475">
                <a:extLst>
                  <a:ext uri="{FF2B5EF4-FFF2-40B4-BE49-F238E27FC236}">
                    <a16:creationId xmlns:a16="http://schemas.microsoft.com/office/drawing/2014/main" id="{5CD16AF8-398F-0D91-9E84-022039A866FB}"/>
                  </a:ext>
                </a:extLst>
              </p:cNvPr>
              <p:cNvSpPr/>
              <p:nvPr/>
            </p:nvSpPr>
            <p:spPr>
              <a:xfrm>
                <a:off x="5683401" y="1813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7" name="Freeform 29476">
                <a:extLst>
                  <a:ext uri="{FF2B5EF4-FFF2-40B4-BE49-F238E27FC236}">
                    <a16:creationId xmlns:a16="http://schemas.microsoft.com/office/drawing/2014/main" id="{ED8EB9F2-DF2E-57C1-DC2B-756D8D275635}"/>
                  </a:ext>
                </a:extLst>
              </p:cNvPr>
              <p:cNvSpPr/>
              <p:nvPr/>
            </p:nvSpPr>
            <p:spPr>
              <a:xfrm>
                <a:off x="5683897" y="1805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8" name="Freeform 29477">
                <a:extLst>
                  <a:ext uri="{FF2B5EF4-FFF2-40B4-BE49-F238E27FC236}">
                    <a16:creationId xmlns:a16="http://schemas.microsoft.com/office/drawing/2014/main" id="{8D323BC7-011E-3AEB-EF80-8883E246CF84}"/>
                  </a:ext>
                </a:extLst>
              </p:cNvPr>
              <p:cNvSpPr/>
              <p:nvPr/>
            </p:nvSpPr>
            <p:spPr>
              <a:xfrm>
                <a:off x="5684492" y="1757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9" name="Freeform 29478">
                <a:extLst>
                  <a:ext uri="{FF2B5EF4-FFF2-40B4-BE49-F238E27FC236}">
                    <a16:creationId xmlns:a16="http://schemas.microsoft.com/office/drawing/2014/main" id="{8F7A8EC0-769D-BF26-9073-B4A911401D42}"/>
                  </a:ext>
                </a:extLst>
              </p:cNvPr>
              <p:cNvSpPr/>
              <p:nvPr/>
            </p:nvSpPr>
            <p:spPr>
              <a:xfrm>
                <a:off x="5684988" y="1753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0" name="Freeform 29479">
                <a:extLst>
                  <a:ext uri="{FF2B5EF4-FFF2-40B4-BE49-F238E27FC236}">
                    <a16:creationId xmlns:a16="http://schemas.microsoft.com/office/drawing/2014/main" id="{5B586459-D24B-AD36-08A4-0528CED39D3B}"/>
                  </a:ext>
                </a:extLst>
              </p:cNvPr>
              <p:cNvSpPr/>
              <p:nvPr/>
            </p:nvSpPr>
            <p:spPr>
              <a:xfrm>
                <a:off x="5685484" y="1781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1" name="Freeform 29480">
                <a:extLst>
                  <a:ext uri="{FF2B5EF4-FFF2-40B4-BE49-F238E27FC236}">
                    <a16:creationId xmlns:a16="http://schemas.microsoft.com/office/drawing/2014/main" id="{AB08ABE1-02AA-7A06-CBE7-0B97E86C6B34}"/>
                  </a:ext>
                </a:extLst>
              </p:cNvPr>
              <p:cNvSpPr/>
              <p:nvPr/>
            </p:nvSpPr>
            <p:spPr>
              <a:xfrm>
                <a:off x="5686080" y="2371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2" name="Freeform 29481">
                <a:extLst>
                  <a:ext uri="{FF2B5EF4-FFF2-40B4-BE49-F238E27FC236}">
                    <a16:creationId xmlns:a16="http://schemas.microsoft.com/office/drawing/2014/main" id="{154FB556-2CC8-452F-1D43-81E64EA747CC}"/>
                  </a:ext>
                </a:extLst>
              </p:cNvPr>
              <p:cNvSpPr/>
              <p:nvPr/>
            </p:nvSpPr>
            <p:spPr>
              <a:xfrm>
                <a:off x="5686576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3" name="Freeform 29482">
                <a:extLst>
                  <a:ext uri="{FF2B5EF4-FFF2-40B4-BE49-F238E27FC236}">
                    <a16:creationId xmlns:a16="http://schemas.microsoft.com/office/drawing/2014/main" id="{9961F2EE-43A8-AADB-0FE0-8029AE303FDF}"/>
                  </a:ext>
                </a:extLst>
              </p:cNvPr>
              <p:cNvSpPr/>
              <p:nvPr/>
            </p:nvSpPr>
            <p:spPr>
              <a:xfrm>
                <a:off x="5687072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4" name="Freeform 29483">
                <a:extLst>
                  <a:ext uri="{FF2B5EF4-FFF2-40B4-BE49-F238E27FC236}">
                    <a16:creationId xmlns:a16="http://schemas.microsoft.com/office/drawing/2014/main" id="{A42A5B47-1477-7D0B-12DE-AD0AC813D343}"/>
                  </a:ext>
                </a:extLst>
              </p:cNvPr>
              <p:cNvSpPr/>
              <p:nvPr/>
            </p:nvSpPr>
            <p:spPr>
              <a:xfrm>
                <a:off x="5687667" y="2406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5" name="Freeform 29484">
                <a:extLst>
                  <a:ext uri="{FF2B5EF4-FFF2-40B4-BE49-F238E27FC236}">
                    <a16:creationId xmlns:a16="http://schemas.microsoft.com/office/drawing/2014/main" id="{955FC75B-C6F5-D485-BF49-2657EB64B290}"/>
                  </a:ext>
                </a:extLst>
              </p:cNvPr>
              <p:cNvSpPr/>
              <p:nvPr/>
            </p:nvSpPr>
            <p:spPr>
              <a:xfrm>
                <a:off x="5688163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6" name="Freeform 29485">
                <a:extLst>
                  <a:ext uri="{FF2B5EF4-FFF2-40B4-BE49-F238E27FC236}">
                    <a16:creationId xmlns:a16="http://schemas.microsoft.com/office/drawing/2014/main" id="{63930B98-C423-63D9-B196-AD9E92DDAFD4}"/>
                  </a:ext>
                </a:extLst>
              </p:cNvPr>
              <p:cNvSpPr/>
              <p:nvPr/>
            </p:nvSpPr>
            <p:spPr>
              <a:xfrm>
                <a:off x="5688659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7" name="Freeform 29486">
                <a:extLst>
                  <a:ext uri="{FF2B5EF4-FFF2-40B4-BE49-F238E27FC236}">
                    <a16:creationId xmlns:a16="http://schemas.microsoft.com/office/drawing/2014/main" id="{A475A1A3-7C0B-41DE-05DD-88896C7778ED}"/>
                  </a:ext>
                </a:extLst>
              </p:cNvPr>
              <p:cNvSpPr/>
              <p:nvPr/>
            </p:nvSpPr>
            <p:spPr>
              <a:xfrm>
                <a:off x="568925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8" name="Freeform 29487">
                <a:extLst>
                  <a:ext uri="{FF2B5EF4-FFF2-40B4-BE49-F238E27FC236}">
                    <a16:creationId xmlns:a16="http://schemas.microsoft.com/office/drawing/2014/main" id="{8012B7D1-9977-8093-85BE-4E0A6DC9452D}"/>
                  </a:ext>
                </a:extLst>
              </p:cNvPr>
              <p:cNvSpPr/>
              <p:nvPr/>
            </p:nvSpPr>
            <p:spPr>
              <a:xfrm>
                <a:off x="5689751" y="2415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9" name="Freeform 29488">
                <a:extLst>
                  <a:ext uri="{FF2B5EF4-FFF2-40B4-BE49-F238E27FC236}">
                    <a16:creationId xmlns:a16="http://schemas.microsoft.com/office/drawing/2014/main" id="{E0F9C5EA-CE0A-490E-E466-6262C08B9E8D}"/>
                  </a:ext>
                </a:extLst>
              </p:cNvPr>
              <p:cNvSpPr/>
              <p:nvPr/>
            </p:nvSpPr>
            <p:spPr>
              <a:xfrm>
                <a:off x="5690247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0" name="Freeform 29489">
                <a:extLst>
                  <a:ext uri="{FF2B5EF4-FFF2-40B4-BE49-F238E27FC236}">
                    <a16:creationId xmlns:a16="http://schemas.microsoft.com/office/drawing/2014/main" id="{4F1C7A9E-5D29-BF33-2D00-45DA892D9806}"/>
                  </a:ext>
                </a:extLst>
              </p:cNvPr>
              <p:cNvSpPr/>
              <p:nvPr/>
            </p:nvSpPr>
            <p:spPr>
              <a:xfrm>
                <a:off x="569084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1" name="Freeform 29490">
                <a:extLst>
                  <a:ext uri="{FF2B5EF4-FFF2-40B4-BE49-F238E27FC236}">
                    <a16:creationId xmlns:a16="http://schemas.microsoft.com/office/drawing/2014/main" id="{7C109D5F-337B-9162-AD33-23C780172497}"/>
                  </a:ext>
                </a:extLst>
              </p:cNvPr>
              <p:cNvSpPr/>
              <p:nvPr/>
            </p:nvSpPr>
            <p:spPr>
              <a:xfrm>
                <a:off x="569133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2" name="Freeform 29491">
                <a:extLst>
                  <a:ext uri="{FF2B5EF4-FFF2-40B4-BE49-F238E27FC236}">
                    <a16:creationId xmlns:a16="http://schemas.microsoft.com/office/drawing/2014/main" id="{A089AB58-E632-83F0-1DDF-713740E586D4}"/>
                  </a:ext>
                </a:extLst>
              </p:cNvPr>
              <p:cNvSpPr/>
              <p:nvPr/>
            </p:nvSpPr>
            <p:spPr>
              <a:xfrm>
                <a:off x="5691834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3" name="Freeform 29492">
                <a:extLst>
                  <a:ext uri="{FF2B5EF4-FFF2-40B4-BE49-F238E27FC236}">
                    <a16:creationId xmlns:a16="http://schemas.microsoft.com/office/drawing/2014/main" id="{24582DC1-D36A-D2F2-7DBF-6138842B867C}"/>
                  </a:ext>
                </a:extLst>
              </p:cNvPr>
              <p:cNvSpPr/>
              <p:nvPr/>
            </p:nvSpPr>
            <p:spPr>
              <a:xfrm>
                <a:off x="5692430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4" name="Freeform 29493">
                <a:extLst>
                  <a:ext uri="{FF2B5EF4-FFF2-40B4-BE49-F238E27FC236}">
                    <a16:creationId xmlns:a16="http://schemas.microsoft.com/office/drawing/2014/main" id="{9F4E1DB9-5A24-6F93-3D32-E9747D7F029D}"/>
                  </a:ext>
                </a:extLst>
              </p:cNvPr>
              <p:cNvSpPr/>
              <p:nvPr/>
            </p:nvSpPr>
            <p:spPr>
              <a:xfrm>
                <a:off x="5692926" y="1801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5" name="Freeform 29494">
                <a:extLst>
                  <a:ext uri="{FF2B5EF4-FFF2-40B4-BE49-F238E27FC236}">
                    <a16:creationId xmlns:a16="http://schemas.microsoft.com/office/drawing/2014/main" id="{0DD8D329-0B89-A5A8-0F95-0189C7123684}"/>
                  </a:ext>
                </a:extLst>
              </p:cNvPr>
              <p:cNvSpPr/>
              <p:nvPr/>
            </p:nvSpPr>
            <p:spPr>
              <a:xfrm>
                <a:off x="5693422" y="1773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6" name="Freeform 29495">
                <a:extLst>
                  <a:ext uri="{FF2B5EF4-FFF2-40B4-BE49-F238E27FC236}">
                    <a16:creationId xmlns:a16="http://schemas.microsoft.com/office/drawing/2014/main" id="{4D64185E-9478-900E-1E38-B627024C315E}"/>
                  </a:ext>
                </a:extLst>
              </p:cNvPr>
              <p:cNvSpPr/>
              <p:nvPr/>
            </p:nvSpPr>
            <p:spPr>
              <a:xfrm>
                <a:off x="5694017" y="17673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7" name="Freeform 29496">
                <a:extLst>
                  <a:ext uri="{FF2B5EF4-FFF2-40B4-BE49-F238E27FC236}">
                    <a16:creationId xmlns:a16="http://schemas.microsoft.com/office/drawing/2014/main" id="{8CA6B960-BC8B-8DCC-D2DC-866049177236}"/>
                  </a:ext>
                </a:extLst>
              </p:cNvPr>
              <p:cNvSpPr/>
              <p:nvPr/>
            </p:nvSpPr>
            <p:spPr>
              <a:xfrm>
                <a:off x="5694513" y="1862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8" name="Freeform 29497">
                <a:extLst>
                  <a:ext uri="{FF2B5EF4-FFF2-40B4-BE49-F238E27FC236}">
                    <a16:creationId xmlns:a16="http://schemas.microsoft.com/office/drawing/2014/main" id="{70F6708F-F5ED-1428-34C4-5EB5BFCC4CA9}"/>
                  </a:ext>
                </a:extLst>
              </p:cNvPr>
              <p:cNvSpPr/>
              <p:nvPr/>
            </p:nvSpPr>
            <p:spPr>
              <a:xfrm>
                <a:off x="5695009" y="1861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9" name="Freeform 29498">
                <a:extLst>
                  <a:ext uri="{FF2B5EF4-FFF2-40B4-BE49-F238E27FC236}">
                    <a16:creationId xmlns:a16="http://schemas.microsoft.com/office/drawing/2014/main" id="{06BAEB56-8FF8-4274-3DDD-B681C9C18C5D}"/>
                  </a:ext>
                </a:extLst>
              </p:cNvPr>
              <p:cNvSpPr/>
              <p:nvPr/>
            </p:nvSpPr>
            <p:spPr>
              <a:xfrm>
                <a:off x="5695605" y="183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0" name="Freeform 29499">
                <a:extLst>
                  <a:ext uri="{FF2B5EF4-FFF2-40B4-BE49-F238E27FC236}">
                    <a16:creationId xmlns:a16="http://schemas.microsoft.com/office/drawing/2014/main" id="{D920AE15-D187-B896-0F97-F46762B2B9BB}"/>
                  </a:ext>
                </a:extLst>
              </p:cNvPr>
              <p:cNvSpPr/>
              <p:nvPr/>
            </p:nvSpPr>
            <p:spPr>
              <a:xfrm>
                <a:off x="5696101" y="178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1" name="Freeform 29500">
                <a:extLst>
                  <a:ext uri="{FF2B5EF4-FFF2-40B4-BE49-F238E27FC236}">
                    <a16:creationId xmlns:a16="http://schemas.microsoft.com/office/drawing/2014/main" id="{CC192172-ABF1-8CF8-C637-4AAC56F9B4D8}"/>
                  </a:ext>
                </a:extLst>
              </p:cNvPr>
              <p:cNvSpPr/>
              <p:nvPr/>
            </p:nvSpPr>
            <p:spPr>
              <a:xfrm>
                <a:off x="5696597" y="1755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2" name="Freeform 29501">
                <a:extLst>
                  <a:ext uri="{FF2B5EF4-FFF2-40B4-BE49-F238E27FC236}">
                    <a16:creationId xmlns:a16="http://schemas.microsoft.com/office/drawing/2014/main" id="{396724BC-D126-DD59-905E-8A7298DD66A1}"/>
                  </a:ext>
                </a:extLst>
              </p:cNvPr>
              <p:cNvSpPr/>
              <p:nvPr/>
            </p:nvSpPr>
            <p:spPr>
              <a:xfrm>
                <a:off x="5697093" y="1719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3" name="Freeform 29502">
                <a:extLst>
                  <a:ext uri="{FF2B5EF4-FFF2-40B4-BE49-F238E27FC236}">
                    <a16:creationId xmlns:a16="http://schemas.microsoft.com/office/drawing/2014/main" id="{CD899FDE-9E33-E228-9ACF-6123A6742F55}"/>
                  </a:ext>
                </a:extLst>
              </p:cNvPr>
              <p:cNvSpPr/>
              <p:nvPr/>
            </p:nvSpPr>
            <p:spPr>
              <a:xfrm>
                <a:off x="5697688" y="1687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4" name="Freeform 29503">
                <a:extLst>
                  <a:ext uri="{FF2B5EF4-FFF2-40B4-BE49-F238E27FC236}">
                    <a16:creationId xmlns:a16="http://schemas.microsoft.com/office/drawing/2014/main" id="{1EB43AD5-EA31-E946-091C-6F05CEF61078}"/>
                  </a:ext>
                </a:extLst>
              </p:cNvPr>
              <p:cNvSpPr/>
              <p:nvPr/>
            </p:nvSpPr>
            <p:spPr>
              <a:xfrm>
                <a:off x="5698184" y="1745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5" name="Freeform 29504">
                <a:extLst>
                  <a:ext uri="{FF2B5EF4-FFF2-40B4-BE49-F238E27FC236}">
                    <a16:creationId xmlns:a16="http://schemas.microsoft.com/office/drawing/2014/main" id="{A8B85BB7-2521-ADE6-A6BA-B70033CAF82C}"/>
                  </a:ext>
                </a:extLst>
              </p:cNvPr>
              <p:cNvSpPr/>
              <p:nvPr/>
            </p:nvSpPr>
            <p:spPr>
              <a:xfrm>
                <a:off x="5698680" y="2389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6" name="Freeform 29505">
                <a:extLst>
                  <a:ext uri="{FF2B5EF4-FFF2-40B4-BE49-F238E27FC236}">
                    <a16:creationId xmlns:a16="http://schemas.microsoft.com/office/drawing/2014/main" id="{D3E1302D-AC39-4570-6187-EB2DD76D71C1}"/>
                  </a:ext>
                </a:extLst>
              </p:cNvPr>
              <p:cNvSpPr/>
              <p:nvPr/>
            </p:nvSpPr>
            <p:spPr>
              <a:xfrm>
                <a:off x="5699276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7" name="Freeform 29506">
                <a:extLst>
                  <a:ext uri="{FF2B5EF4-FFF2-40B4-BE49-F238E27FC236}">
                    <a16:creationId xmlns:a16="http://schemas.microsoft.com/office/drawing/2014/main" id="{B2EBB397-F73E-2290-DA0C-1211D7474B80}"/>
                  </a:ext>
                </a:extLst>
              </p:cNvPr>
              <p:cNvSpPr/>
              <p:nvPr/>
            </p:nvSpPr>
            <p:spPr>
              <a:xfrm>
                <a:off x="5699772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8" name="Freeform 29507">
                <a:extLst>
                  <a:ext uri="{FF2B5EF4-FFF2-40B4-BE49-F238E27FC236}">
                    <a16:creationId xmlns:a16="http://schemas.microsoft.com/office/drawing/2014/main" id="{D4D3AA87-AE5B-A023-19B2-7FF1BF7417AC}"/>
                  </a:ext>
                </a:extLst>
              </p:cNvPr>
              <p:cNvSpPr/>
              <p:nvPr/>
            </p:nvSpPr>
            <p:spPr>
              <a:xfrm>
                <a:off x="5700268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9" name="Freeform 29508">
                <a:extLst>
                  <a:ext uri="{FF2B5EF4-FFF2-40B4-BE49-F238E27FC236}">
                    <a16:creationId xmlns:a16="http://schemas.microsoft.com/office/drawing/2014/main" id="{E38C211F-DB5B-1C9E-CC26-6EC83D95E3A3}"/>
                  </a:ext>
                </a:extLst>
              </p:cNvPr>
              <p:cNvSpPr/>
              <p:nvPr/>
            </p:nvSpPr>
            <p:spPr>
              <a:xfrm>
                <a:off x="5700863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0" name="Freeform 29509">
                <a:extLst>
                  <a:ext uri="{FF2B5EF4-FFF2-40B4-BE49-F238E27FC236}">
                    <a16:creationId xmlns:a16="http://schemas.microsoft.com/office/drawing/2014/main" id="{1BF92364-AD3E-2514-2412-45BE8E0E4DE9}"/>
                  </a:ext>
                </a:extLst>
              </p:cNvPr>
              <p:cNvSpPr/>
              <p:nvPr/>
            </p:nvSpPr>
            <p:spPr>
              <a:xfrm>
                <a:off x="5701359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1" name="Freeform 29510">
                <a:extLst>
                  <a:ext uri="{FF2B5EF4-FFF2-40B4-BE49-F238E27FC236}">
                    <a16:creationId xmlns:a16="http://schemas.microsoft.com/office/drawing/2014/main" id="{6ED70FBB-1E9A-E743-D4CF-490B10288EFF}"/>
                  </a:ext>
                </a:extLst>
              </p:cNvPr>
              <p:cNvSpPr/>
              <p:nvPr/>
            </p:nvSpPr>
            <p:spPr>
              <a:xfrm>
                <a:off x="5701855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2" name="Freeform 29511">
                <a:extLst>
                  <a:ext uri="{FF2B5EF4-FFF2-40B4-BE49-F238E27FC236}">
                    <a16:creationId xmlns:a16="http://schemas.microsoft.com/office/drawing/2014/main" id="{62C5F18E-49D8-4C8A-14F5-D194D8C47322}"/>
                  </a:ext>
                </a:extLst>
              </p:cNvPr>
              <p:cNvSpPr/>
              <p:nvPr/>
            </p:nvSpPr>
            <p:spPr>
              <a:xfrm>
                <a:off x="5702451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3" name="Freeform 29512">
                <a:extLst>
                  <a:ext uri="{FF2B5EF4-FFF2-40B4-BE49-F238E27FC236}">
                    <a16:creationId xmlns:a16="http://schemas.microsoft.com/office/drawing/2014/main" id="{972A77E7-BEF6-CEA3-661E-C9B3B7CAA31F}"/>
                  </a:ext>
                </a:extLst>
              </p:cNvPr>
              <p:cNvSpPr/>
              <p:nvPr/>
            </p:nvSpPr>
            <p:spPr>
              <a:xfrm>
                <a:off x="5702947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4" name="Freeform 29513">
                <a:extLst>
                  <a:ext uri="{FF2B5EF4-FFF2-40B4-BE49-F238E27FC236}">
                    <a16:creationId xmlns:a16="http://schemas.microsoft.com/office/drawing/2014/main" id="{A2CFF845-2E6C-298F-F482-BA6E5AED90D8}"/>
                  </a:ext>
                </a:extLst>
              </p:cNvPr>
              <p:cNvSpPr/>
              <p:nvPr/>
            </p:nvSpPr>
            <p:spPr>
              <a:xfrm>
                <a:off x="5703443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5" name="Freeform 29514">
                <a:extLst>
                  <a:ext uri="{FF2B5EF4-FFF2-40B4-BE49-F238E27FC236}">
                    <a16:creationId xmlns:a16="http://schemas.microsoft.com/office/drawing/2014/main" id="{77104613-EE91-B871-13DC-A66010EC4FDD}"/>
                  </a:ext>
                </a:extLst>
              </p:cNvPr>
              <p:cNvSpPr/>
              <p:nvPr/>
            </p:nvSpPr>
            <p:spPr>
              <a:xfrm>
                <a:off x="570403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6" name="Freeform 29515">
                <a:extLst>
                  <a:ext uri="{FF2B5EF4-FFF2-40B4-BE49-F238E27FC236}">
                    <a16:creationId xmlns:a16="http://schemas.microsoft.com/office/drawing/2014/main" id="{AEFD2C8F-1748-5B76-980C-CA2FD4284704}"/>
                  </a:ext>
                </a:extLst>
              </p:cNvPr>
              <p:cNvSpPr/>
              <p:nvPr/>
            </p:nvSpPr>
            <p:spPr>
              <a:xfrm>
                <a:off x="570453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7" name="Freeform 29516">
                <a:extLst>
                  <a:ext uri="{FF2B5EF4-FFF2-40B4-BE49-F238E27FC236}">
                    <a16:creationId xmlns:a16="http://schemas.microsoft.com/office/drawing/2014/main" id="{6A56CEAE-964B-1E6A-4BB5-6E5780251B4F}"/>
                  </a:ext>
                </a:extLst>
              </p:cNvPr>
              <p:cNvSpPr/>
              <p:nvPr/>
            </p:nvSpPr>
            <p:spPr>
              <a:xfrm>
                <a:off x="5705030" y="1908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8" name="Freeform 29517">
                <a:extLst>
                  <a:ext uri="{FF2B5EF4-FFF2-40B4-BE49-F238E27FC236}">
                    <a16:creationId xmlns:a16="http://schemas.microsoft.com/office/drawing/2014/main" id="{957BE3EF-7216-C77D-9F78-FE01E6509A38}"/>
                  </a:ext>
                </a:extLst>
              </p:cNvPr>
              <p:cNvSpPr/>
              <p:nvPr/>
            </p:nvSpPr>
            <p:spPr>
              <a:xfrm>
                <a:off x="5705626" y="1787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9" name="Freeform 29518">
                <a:extLst>
                  <a:ext uri="{FF2B5EF4-FFF2-40B4-BE49-F238E27FC236}">
                    <a16:creationId xmlns:a16="http://schemas.microsoft.com/office/drawing/2014/main" id="{9515165F-1EAC-6E32-B1FE-C3F6B3BD9221}"/>
                  </a:ext>
                </a:extLst>
              </p:cNvPr>
              <p:cNvSpPr/>
              <p:nvPr/>
            </p:nvSpPr>
            <p:spPr>
              <a:xfrm>
                <a:off x="5706122" y="1775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0" name="Freeform 29519">
                <a:extLst>
                  <a:ext uri="{FF2B5EF4-FFF2-40B4-BE49-F238E27FC236}">
                    <a16:creationId xmlns:a16="http://schemas.microsoft.com/office/drawing/2014/main" id="{89D8A119-296D-A6AB-EF93-CE281AE6FAA8}"/>
                  </a:ext>
                </a:extLst>
              </p:cNvPr>
              <p:cNvSpPr/>
              <p:nvPr/>
            </p:nvSpPr>
            <p:spPr>
              <a:xfrm>
                <a:off x="5706618" y="1724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1" name="Freeform 29520">
                <a:extLst>
                  <a:ext uri="{FF2B5EF4-FFF2-40B4-BE49-F238E27FC236}">
                    <a16:creationId xmlns:a16="http://schemas.microsoft.com/office/drawing/2014/main" id="{BAF046AA-0141-10F7-38CB-DE627C147974}"/>
                  </a:ext>
                </a:extLst>
              </p:cNvPr>
              <p:cNvSpPr/>
              <p:nvPr/>
            </p:nvSpPr>
            <p:spPr>
              <a:xfrm>
                <a:off x="5707213" y="17673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2" name="Freeform 29521">
                <a:extLst>
                  <a:ext uri="{FF2B5EF4-FFF2-40B4-BE49-F238E27FC236}">
                    <a16:creationId xmlns:a16="http://schemas.microsoft.com/office/drawing/2014/main" id="{9C35289C-85F4-F282-9B80-7A3D16B1D99E}"/>
                  </a:ext>
                </a:extLst>
              </p:cNvPr>
              <p:cNvSpPr/>
              <p:nvPr/>
            </p:nvSpPr>
            <p:spPr>
              <a:xfrm>
                <a:off x="5707709" y="1806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3" name="Freeform 29522">
                <a:extLst>
                  <a:ext uri="{FF2B5EF4-FFF2-40B4-BE49-F238E27FC236}">
                    <a16:creationId xmlns:a16="http://schemas.microsoft.com/office/drawing/2014/main" id="{AA3BB90E-7674-9051-203F-A4084B206AE9}"/>
                  </a:ext>
                </a:extLst>
              </p:cNvPr>
              <p:cNvSpPr/>
              <p:nvPr/>
            </p:nvSpPr>
            <p:spPr>
              <a:xfrm>
                <a:off x="5708205" y="1789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4" name="Freeform 29523">
                <a:extLst>
                  <a:ext uri="{FF2B5EF4-FFF2-40B4-BE49-F238E27FC236}">
                    <a16:creationId xmlns:a16="http://schemas.microsoft.com/office/drawing/2014/main" id="{47D0D013-E6D3-3762-D711-CCB38C79F642}"/>
                  </a:ext>
                </a:extLst>
              </p:cNvPr>
              <p:cNvSpPr/>
              <p:nvPr/>
            </p:nvSpPr>
            <p:spPr>
              <a:xfrm>
                <a:off x="5708702" y="1840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5" name="Freeform 29524">
                <a:extLst>
                  <a:ext uri="{FF2B5EF4-FFF2-40B4-BE49-F238E27FC236}">
                    <a16:creationId xmlns:a16="http://schemas.microsoft.com/office/drawing/2014/main" id="{B702401F-536D-8189-6B83-D9C7877CD5C5}"/>
                  </a:ext>
                </a:extLst>
              </p:cNvPr>
              <p:cNvSpPr/>
              <p:nvPr/>
            </p:nvSpPr>
            <p:spPr>
              <a:xfrm>
                <a:off x="5709297" y="1838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6" name="Freeform 29525">
                <a:extLst>
                  <a:ext uri="{FF2B5EF4-FFF2-40B4-BE49-F238E27FC236}">
                    <a16:creationId xmlns:a16="http://schemas.microsoft.com/office/drawing/2014/main" id="{04159CE5-DF01-48C4-35C8-C7102AC315D0}"/>
                  </a:ext>
                </a:extLst>
              </p:cNvPr>
              <p:cNvSpPr/>
              <p:nvPr/>
            </p:nvSpPr>
            <p:spPr>
              <a:xfrm>
                <a:off x="5709793" y="1783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7" name="Freeform 29526">
                <a:extLst>
                  <a:ext uri="{FF2B5EF4-FFF2-40B4-BE49-F238E27FC236}">
                    <a16:creationId xmlns:a16="http://schemas.microsoft.com/office/drawing/2014/main" id="{77F674FB-FDC2-BE6A-6E45-0AA26A64CEE8}"/>
                  </a:ext>
                </a:extLst>
              </p:cNvPr>
              <p:cNvSpPr/>
              <p:nvPr/>
            </p:nvSpPr>
            <p:spPr>
              <a:xfrm>
                <a:off x="5710289" y="1742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8" name="Freeform 29527">
                <a:extLst>
                  <a:ext uri="{FF2B5EF4-FFF2-40B4-BE49-F238E27FC236}">
                    <a16:creationId xmlns:a16="http://schemas.microsoft.com/office/drawing/2014/main" id="{0593676D-0005-4403-C83C-99124FD1BE9A}"/>
                  </a:ext>
                </a:extLst>
              </p:cNvPr>
              <p:cNvSpPr/>
              <p:nvPr/>
            </p:nvSpPr>
            <p:spPr>
              <a:xfrm>
                <a:off x="5710884" y="1751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9" name="Freeform 29528">
                <a:extLst>
                  <a:ext uri="{FF2B5EF4-FFF2-40B4-BE49-F238E27FC236}">
                    <a16:creationId xmlns:a16="http://schemas.microsoft.com/office/drawing/2014/main" id="{3E997E74-74B8-D16B-C039-02B5EEA284F4}"/>
                  </a:ext>
                </a:extLst>
              </p:cNvPr>
              <p:cNvSpPr/>
              <p:nvPr/>
            </p:nvSpPr>
            <p:spPr>
              <a:xfrm>
                <a:off x="5711380" y="2385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0" name="Freeform 29529">
                <a:extLst>
                  <a:ext uri="{FF2B5EF4-FFF2-40B4-BE49-F238E27FC236}">
                    <a16:creationId xmlns:a16="http://schemas.microsoft.com/office/drawing/2014/main" id="{29D59634-F57C-28E8-919F-22DA453442BD}"/>
                  </a:ext>
                </a:extLst>
              </p:cNvPr>
              <p:cNvSpPr/>
              <p:nvPr/>
            </p:nvSpPr>
            <p:spPr>
              <a:xfrm>
                <a:off x="5711877" y="2411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1" name="Freeform 29530">
                <a:extLst>
                  <a:ext uri="{FF2B5EF4-FFF2-40B4-BE49-F238E27FC236}">
                    <a16:creationId xmlns:a16="http://schemas.microsoft.com/office/drawing/2014/main" id="{1823BA14-6252-5EB1-642D-AD270627E67A}"/>
                  </a:ext>
                </a:extLst>
              </p:cNvPr>
              <p:cNvSpPr/>
              <p:nvPr/>
            </p:nvSpPr>
            <p:spPr>
              <a:xfrm>
                <a:off x="5712472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2" name="Freeform 29531">
                <a:extLst>
                  <a:ext uri="{FF2B5EF4-FFF2-40B4-BE49-F238E27FC236}">
                    <a16:creationId xmlns:a16="http://schemas.microsoft.com/office/drawing/2014/main" id="{15595B01-1BA1-9193-AAA7-D98042C66AB7}"/>
                  </a:ext>
                </a:extLst>
              </p:cNvPr>
              <p:cNvSpPr/>
              <p:nvPr/>
            </p:nvSpPr>
            <p:spPr>
              <a:xfrm>
                <a:off x="571296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3" name="Freeform 29532">
                <a:extLst>
                  <a:ext uri="{FF2B5EF4-FFF2-40B4-BE49-F238E27FC236}">
                    <a16:creationId xmlns:a16="http://schemas.microsoft.com/office/drawing/2014/main" id="{A2241A56-662D-CEB5-CA2F-478CAA13F5DC}"/>
                  </a:ext>
                </a:extLst>
              </p:cNvPr>
              <p:cNvSpPr/>
              <p:nvPr/>
            </p:nvSpPr>
            <p:spPr>
              <a:xfrm>
                <a:off x="571346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4" name="Freeform 29533">
                <a:extLst>
                  <a:ext uri="{FF2B5EF4-FFF2-40B4-BE49-F238E27FC236}">
                    <a16:creationId xmlns:a16="http://schemas.microsoft.com/office/drawing/2014/main" id="{D422A88D-B8D6-4CA2-656E-DAC959A7278B}"/>
                  </a:ext>
                </a:extLst>
              </p:cNvPr>
              <p:cNvSpPr/>
              <p:nvPr/>
            </p:nvSpPr>
            <p:spPr>
              <a:xfrm>
                <a:off x="571405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5" name="Freeform 29534">
                <a:extLst>
                  <a:ext uri="{FF2B5EF4-FFF2-40B4-BE49-F238E27FC236}">
                    <a16:creationId xmlns:a16="http://schemas.microsoft.com/office/drawing/2014/main" id="{1BAE750D-D0E9-B2C4-39D3-1EC370CAA686}"/>
                  </a:ext>
                </a:extLst>
              </p:cNvPr>
              <p:cNvSpPr/>
              <p:nvPr/>
            </p:nvSpPr>
            <p:spPr>
              <a:xfrm>
                <a:off x="571455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6" name="Freeform 29535">
                <a:extLst>
                  <a:ext uri="{FF2B5EF4-FFF2-40B4-BE49-F238E27FC236}">
                    <a16:creationId xmlns:a16="http://schemas.microsoft.com/office/drawing/2014/main" id="{6112BB2D-A6CF-14DC-2B92-E3F3EA34EC5F}"/>
                  </a:ext>
                </a:extLst>
              </p:cNvPr>
              <p:cNvSpPr/>
              <p:nvPr/>
            </p:nvSpPr>
            <p:spPr>
              <a:xfrm>
                <a:off x="571505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7" name="Freeform 29536">
                <a:extLst>
                  <a:ext uri="{FF2B5EF4-FFF2-40B4-BE49-F238E27FC236}">
                    <a16:creationId xmlns:a16="http://schemas.microsoft.com/office/drawing/2014/main" id="{22289027-ABD5-38C9-7191-AC3572FD6A4F}"/>
                  </a:ext>
                </a:extLst>
              </p:cNvPr>
              <p:cNvSpPr/>
              <p:nvPr/>
            </p:nvSpPr>
            <p:spPr>
              <a:xfrm>
                <a:off x="5715647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8" name="Freeform 29537">
                <a:extLst>
                  <a:ext uri="{FF2B5EF4-FFF2-40B4-BE49-F238E27FC236}">
                    <a16:creationId xmlns:a16="http://schemas.microsoft.com/office/drawing/2014/main" id="{DC84356F-36CD-0E70-7287-37832C8CB7E2}"/>
                  </a:ext>
                </a:extLst>
              </p:cNvPr>
              <p:cNvSpPr/>
              <p:nvPr/>
            </p:nvSpPr>
            <p:spPr>
              <a:xfrm>
                <a:off x="5716143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9" name="Freeform 29538">
                <a:extLst>
                  <a:ext uri="{FF2B5EF4-FFF2-40B4-BE49-F238E27FC236}">
                    <a16:creationId xmlns:a16="http://schemas.microsoft.com/office/drawing/2014/main" id="{E0B596CC-6CF8-0D28-16D0-ACCE1E542D2F}"/>
                  </a:ext>
                </a:extLst>
              </p:cNvPr>
              <p:cNvSpPr/>
              <p:nvPr/>
            </p:nvSpPr>
            <p:spPr>
              <a:xfrm>
                <a:off x="571663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0" name="Freeform 29539">
                <a:extLst>
                  <a:ext uri="{FF2B5EF4-FFF2-40B4-BE49-F238E27FC236}">
                    <a16:creationId xmlns:a16="http://schemas.microsoft.com/office/drawing/2014/main" id="{755B2690-EB72-9FA4-4C9B-A603803A2F06}"/>
                  </a:ext>
                </a:extLst>
              </p:cNvPr>
              <p:cNvSpPr/>
              <p:nvPr/>
            </p:nvSpPr>
            <p:spPr>
              <a:xfrm>
                <a:off x="5717234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1" name="Freeform 29540">
                <a:extLst>
                  <a:ext uri="{FF2B5EF4-FFF2-40B4-BE49-F238E27FC236}">
                    <a16:creationId xmlns:a16="http://schemas.microsoft.com/office/drawing/2014/main" id="{BAA78984-6B7F-3A20-BD9C-17C3EABA3D9B}"/>
                  </a:ext>
                </a:extLst>
              </p:cNvPr>
              <p:cNvSpPr/>
              <p:nvPr/>
            </p:nvSpPr>
            <p:spPr>
              <a:xfrm>
                <a:off x="5717730" y="211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2" name="Freeform 29541">
                <a:extLst>
                  <a:ext uri="{FF2B5EF4-FFF2-40B4-BE49-F238E27FC236}">
                    <a16:creationId xmlns:a16="http://schemas.microsoft.com/office/drawing/2014/main" id="{D06B8EF6-6758-F8C2-9483-383E48ECABFF}"/>
                  </a:ext>
                </a:extLst>
              </p:cNvPr>
              <p:cNvSpPr/>
              <p:nvPr/>
            </p:nvSpPr>
            <p:spPr>
              <a:xfrm>
                <a:off x="5718227" y="17909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3" name="Freeform 29542">
                <a:extLst>
                  <a:ext uri="{FF2B5EF4-FFF2-40B4-BE49-F238E27FC236}">
                    <a16:creationId xmlns:a16="http://schemas.microsoft.com/office/drawing/2014/main" id="{4AA17EC6-6267-E655-463A-69046F76057E}"/>
                  </a:ext>
                </a:extLst>
              </p:cNvPr>
              <p:cNvSpPr/>
              <p:nvPr/>
            </p:nvSpPr>
            <p:spPr>
              <a:xfrm>
                <a:off x="5718822" y="1805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4" name="Freeform 29543">
                <a:extLst>
                  <a:ext uri="{FF2B5EF4-FFF2-40B4-BE49-F238E27FC236}">
                    <a16:creationId xmlns:a16="http://schemas.microsoft.com/office/drawing/2014/main" id="{A4ABAE73-88E3-BF42-EF19-72DDE3A1618F}"/>
                  </a:ext>
                </a:extLst>
              </p:cNvPr>
              <p:cNvSpPr/>
              <p:nvPr/>
            </p:nvSpPr>
            <p:spPr>
              <a:xfrm>
                <a:off x="5719318" y="1757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5" name="Freeform 29544">
                <a:extLst>
                  <a:ext uri="{FF2B5EF4-FFF2-40B4-BE49-F238E27FC236}">
                    <a16:creationId xmlns:a16="http://schemas.microsoft.com/office/drawing/2014/main" id="{5214E3A6-F7ED-5985-1C10-FBFF0692896C}"/>
                  </a:ext>
                </a:extLst>
              </p:cNvPr>
              <p:cNvSpPr/>
              <p:nvPr/>
            </p:nvSpPr>
            <p:spPr>
              <a:xfrm>
                <a:off x="5719814" y="1785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6" name="Freeform 29545">
                <a:extLst>
                  <a:ext uri="{FF2B5EF4-FFF2-40B4-BE49-F238E27FC236}">
                    <a16:creationId xmlns:a16="http://schemas.microsoft.com/office/drawing/2014/main" id="{223133D2-C548-63F3-953F-F4EA217E1FA5}"/>
                  </a:ext>
                </a:extLst>
              </p:cNvPr>
              <p:cNvSpPr/>
              <p:nvPr/>
            </p:nvSpPr>
            <p:spPr>
              <a:xfrm>
                <a:off x="5720310" y="1739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7" name="Freeform 29546">
                <a:extLst>
                  <a:ext uri="{FF2B5EF4-FFF2-40B4-BE49-F238E27FC236}">
                    <a16:creationId xmlns:a16="http://schemas.microsoft.com/office/drawing/2014/main" id="{C4922BA7-9A47-2D24-511C-3682B68B0A54}"/>
                  </a:ext>
                </a:extLst>
              </p:cNvPr>
              <p:cNvSpPr/>
              <p:nvPr/>
            </p:nvSpPr>
            <p:spPr>
              <a:xfrm>
                <a:off x="5720905" y="1814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8" name="Freeform 29547">
                <a:extLst>
                  <a:ext uri="{FF2B5EF4-FFF2-40B4-BE49-F238E27FC236}">
                    <a16:creationId xmlns:a16="http://schemas.microsoft.com/office/drawing/2014/main" id="{7E2B4BE0-041E-CDB9-88E1-9A22F89BBA52}"/>
                  </a:ext>
                </a:extLst>
              </p:cNvPr>
              <p:cNvSpPr/>
              <p:nvPr/>
            </p:nvSpPr>
            <p:spPr>
              <a:xfrm>
                <a:off x="5721402" y="1877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9" name="Freeform 29548">
                <a:extLst>
                  <a:ext uri="{FF2B5EF4-FFF2-40B4-BE49-F238E27FC236}">
                    <a16:creationId xmlns:a16="http://schemas.microsoft.com/office/drawing/2014/main" id="{1F35D5E8-94CF-CAEA-89D9-C43AD870D5AB}"/>
                  </a:ext>
                </a:extLst>
              </p:cNvPr>
              <p:cNvSpPr/>
              <p:nvPr/>
            </p:nvSpPr>
            <p:spPr>
              <a:xfrm>
                <a:off x="5721898" y="1827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0" name="Freeform 29549">
                <a:extLst>
                  <a:ext uri="{FF2B5EF4-FFF2-40B4-BE49-F238E27FC236}">
                    <a16:creationId xmlns:a16="http://schemas.microsoft.com/office/drawing/2014/main" id="{822B7A3C-4DD2-1900-808F-3BD67AAEB48D}"/>
                  </a:ext>
                </a:extLst>
              </p:cNvPr>
              <p:cNvSpPr/>
              <p:nvPr/>
            </p:nvSpPr>
            <p:spPr>
              <a:xfrm>
                <a:off x="5722493" y="1824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1" name="Freeform 29550">
                <a:extLst>
                  <a:ext uri="{FF2B5EF4-FFF2-40B4-BE49-F238E27FC236}">
                    <a16:creationId xmlns:a16="http://schemas.microsoft.com/office/drawing/2014/main" id="{9E8B68F1-331B-F164-38C8-87D462565995}"/>
                  </a:ext>
                </a:extLst>
              </p:cNvPr>
              <p:cNvSpPr/>
              <p:nvPr/>
            </p:nvSpPr>
            <p:spPr>
              <a:xfrm>
                <a:off x="5722989" y="1819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2" name="Freeform 29551">
                <a:extLst>
                  <a:ext uri="{FF2B5EF4-FFF2-40B4-BE49-F238E27FC236}">
                    <a16:creationId xmlns:a16="http://schemas.microsoft.com/office/drawing/2014/main" id="{7A01B436-F01C-A3BE-43E4-D915B37BADAB}"/>
                  </a:ext>
                </a:extLst>
              </p:cNvPr>
              <p:cNvSpPr/>
              <p:nvPr/>
            </p:nvSpPr>
            <p:spPr>
              <a:xfrm>
                <a:off x="5723485" y="1750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3" name="Freeform 29552">
                <a:extLst>
                  <a:ext uri="{FF2B5EF4-FFF2-40B4-BE49-F238E27FC236}">
                    <a16:creationId xmlns:a16="http://schemas.microsoft.com/office/drawing/2014/main" id="{11F063C6-1795-9564-9468-F003A58BEA18}"/>
                  </a:ext>
                </a:extLst>
              </p:cNvPr>
              <p:cNvSpPr/>
              <p:nvPr/>
            </p:nvSpPr>
            <p:spPr>
              <a:xfrm>
                <a:off x="5724080" y="2350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4" name="Freeform 29553">
                <a:extLst>
                  <a:ext uri="{FF2B5EF4-FFF2-40B4-BE49-F238E27FC236}">
                    <a16:creationId xmlns:a16="http://schemas.microsoft.com/office/drawing/2014/main" id="{D67B9B44-F89C-DC2B-50D9-D20951D1C75B}"/>
                  </a:ext>
                </a:extLst>
              </p:cNvPr>
              <p:cNvSpPr/>
              <p:nvPr/>
            </p:nvSpPr>
            <p:spPr>
              <a:xfrm>
                <a:off x="5724577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5" name="Freeform 29554">
                <a:extLst>
                  <a:ext uri="{FF2B5EF4-FFF2-40B4-BE49-F238E27FC236}">
                    <a16:creationId xmlns:a16="http://schemas.microsoft.com/office/drawing/2014/main" id="{3E786D97-5FF1-EDE8-A97F-4E1B55EDEEA3}"/>
                  </a:ext>
                </a:extLst>
              </p:cNvPr>
              <p:cNvSpPr/>
              <p:nvPr/>
            </p:nvSpPr>
            <p:spPr>
              <a:xfrm>
                <a:off x="5725073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6" name="Freeform 29555">
                <a:extLst>
                  <a:ext uri="{FF2B5EF4-FFF2-40B4-BE49-F238E27FC236}">
                    <a16:creationId xmlns:a16="http://schemas.microsoft.com/office/drawing/2014/main" id="{9468E37E-3EEC-2748-1AD7-AB8140C43FB7}"/>
                  </a:ext>
                </a:extLst>
              </p:cNvPr>
              <p:cNvSpPr/>
              <p:nvPr/>
            </p:nvSpPr>
            <p:spPr>
              <a:xfrm>
                <a:off x="572566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7" name="Freeform 29556">
                <a:extLst>
                  <a:ext uri="{FF2B5EF4-FFF2-40B4-BE49-F238E27FC236}">
                    <a16:creationId xmlns:a16="http://schemas.microsoft.com/office/drawing/2014/main" id="{E41F87E9-BBFB-D0F6-B6D2-4BD71CA146F5}"/>
                  </a:ext>
                </a:extLst>
              </p:cNvPr>
              <p:cNvSpPr/>
              <p:nvPr/>
            </p:nvSpPr>
            <p:spPr>
              <a:xfrm>
                <a:off x="572616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8" name="Freeform 29557">
                <a:extLst>
                  <a:ext uri="{FF2B5EF4-FFF2-40B4-BE49-F238E27FC236}">
                    <a16:creationId xmlns:a16="http://schemas.microsoft.com/office/drawing/2014/main" id="{98D3DE87-C763-CF47-BA7F-18AAB6742E31}"/>
                  </a:ext>
                </a:extLst>
              </p:cNvPr>
              <p:cNvSpPr/>
              <p:nvPr/>
            </p:nvSpPr>
            <p:spPr>
              <a:xfrm>
                <a:off x="5726660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9" name="Freeform 29558">
                <a:extLst>
                  <a:ext uri="{FF2B5EF4-FFF2-40B4-BE49-F238E27FC236}">
                    <a16:creationId xmlns:a16="http://schemas.microsoft.com/office/drawing/2014/main" id="{F3CA33F6-283A-AA02-3972-9F24BD295705}"/>
                  </a:ext>
                </a:extLst>
              </p:cNvPr>
              <p:cNvSpPr/>
              <p:nvPr/>
            </p:nvSpPr>
            <p:spPr>
              <a:xfrm>
                <a:off x="572725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0" name="Freeform 29559">
                <a:extLst>
                  <a:ext uri="{FF2B5EF4-FFF2-40B4-BE49-F238E27FC236}">
                    <a16:creationId xmlns:a16="http://schemas.microsoft.com/office/drawing/2014/main" id="{02884238-BA76-5F69-4B5C-865E72FC1C3D}"/>
                  </a:ext>
                </a:extLst>
              </p:cNvPr>
              <p:cNvSpPr/>
              <p:nvPr/>
            </p:nvSpPr>
            <p:spPr>
              <a:xfrm>
                <a:off x="572775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1" name="Freeform 29560">
                <a:extLst>
                  <a:ext uri="{FF2B5EF4-FFF2-40B4-BE49-F238E27FC236}">
                    <a16:creationId xmlns:a16="http://schemas.microsoft.com/office/drawing/2014/main" id="{8BBC9A23-F8F4-766E-7D92-CB74CB54CA3A}"/>
                  </a:ext>
                </a:extLst>
              </p:cNvPr>
              <p:cNvSpPr/>
              <p:nvPr/>
            </p:nvSpPr>
            <p:spPr>
              <a:xfrm>
                <a:off x="572824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2" name="Freeform 29561">
                <a:extLst>
                  <a:ext uri="{FF2B5EF4-FFF2-40B4-BE49-F238E27FC236}">
                    <a16:creationId xmlns:a16="http://schemas.microsoft.com/office/drawing/2014/main" id="{FBAFBD20-11E1-C5A3-7570-1A87128517AD}"/>
                  </a:ext>
                </a:extLst>
              </p:cNvPr>
              <p:cNvSpPr/>
              <p:nvPr/>
            </p:nvSpPr>
            <p:spPr>
              <a:xfrm>
                <a:off x="5728843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3" name="Freeform 29562">
                <a:extLst>
                  <a:ext uri="{FF2B5EF4-FFF2-40B4-BE49-F238E27FC236}">
                    <a16:creationId xmlns:a16="http://schemas.microsoft.com/office/drawing/2014/main" id="{B7F7F319-8465-5D64-CFDA-75D73EC4D861}"/>
                  </a:ext>
                </a:extLst>
              </p:cNvPr>
              <p:cNvSpPr/>
              <p:nvPr/>
            </p:nvSpPr>
            <p:spPr>
              <a:xfrm>
                <a:off x="5729339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4" name="Freeform 29563">
                <a:extLst>
                  <a:ext uri="{FF2B5EF4-FFF2-40B4-BE49-F238E27FC236}">
                    <a16:creationId xmlns:a16="http://schemas.microsoft.com/office/drawing/2014/main" id="{B2D18C69-D059-377B-CFCF-FB095AA1A462}"/>
                  </a:ext>
                </a:extLst>
              </p:cNvPr>
              <p:cNvSpPr/>
              <p:nvPr/>
            </p:nvSpPr>
            <p:spPr>
              <a:xfrm>
                <a:off x="5729835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5" name="Freeform 29564">
                <a:extLst>
                  <a:ext uri="{FF2B5EF4-FFF2-40B4-BE49-F238E27FC236}">
                    <a16:creationId xmlns:a16="http://schemas.microsoft.com/office/drawing/2014/main" id="{64BF6EC1-BE69-B680-51C6-A24CE81015A8}"/>
                  </a:ext>
                </a:extLst>
              </p:cNvPr>
              <p:cNvSpPr/>
              <p:nvPr/>
            </p:nvSpPr>
            <p:spPr>
              <a:xfrm>
                <a:off x="5730430" y="2009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6" name="Freeform 29565">
                <a:extLst>
                  <a:ext uri="{FF2B5EF4-FFF2-40B4-BE49-F238E27FC236}">
                    <a16:creationId xmlns:a16="http://schemas.microsoft.com/office/drawing/2014/main" id="{9A181E20-DE04-EDE9-9841-B6098BA74956}"/>
                  </a:ext>
                </a:extLst>
              </p:cNvPr>
              <p:cNvSpPr/>
              <p:nvPr/>
            </p:nvSpPr>
            <p:spPr>
              <a:xfrm>
                <a:off x="5730927" y="1734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7" name="Freeform 29566">
                <a:extLst>
                  <a:ext uri="{FF2B5EF4-FFF2-40B4-BE49-F238E27FC236}">
                    <a16:creationId xmlns:a16="http://schemas.microsoft.com/office/drawing/2014/main" id="{29EDCBB0-06B9-FDB6-CB9E-2475DA6D2ABD}"/>
                  </a:ext>
                </a:extLst>
              </p:cNvPr>
              <p:cNvSpPr/>
              <p:nvPr/>
            </p:nvSpPr>
            <p:spPr>
              <a:xfrm>
                <a:off x="5731423" y="1750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8" name="Freeform 29567">
                <a:extLst>
                  <a:ext uri="{FF2B5EF4-FFF2-40B4-BE49-F238E27FC236}">
                    <a16:creationId xmlns:a16="http://schemas.microsoft.com/office/drawing/2014/main" id="{6267EA6B-F674-12C1-7FBB-92AA4C8CF224}"/>
                  </a:ext>
                </a:extLst>
              </p:cNvPr>
              <p:cNvSpPr/>
              <p:nvPr/>
            </p:nvSpPr>
            <p:spPr>
              <a:xfrm>
                <a:off x="5732018" y="1749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9" name="Freeform 29568">
                <a:extLst>
                  <a:ext uri="{FF2B5EF4-FFF2-40B4-BE49-F238E27FC236}">
                    <a16:creationId xmlns:a16="http://schemas.microsoft.com/office/drawing/2014/main" id="{7F03D114-7950-A93F-85C1-C03F8F520FF8}"/>
                  </a:ext>
                </a:extLst>
              </p:cNvPr>
              <p:cNvSpPr/>
              <p:nvPr/>
            </p:nvSpPr>
            <p:spPr>
              <a:xfrm>
                <a:off x="5732514" y="17428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0" name="Freeform 29569">
                <a:extLst>
                  <a:ext uri="{FF2B5EF4-FFF2-40B4-BE49-F238E27FC236}">
                    <a16:creationId xmlns:a16="http://schemas.microsoft.com/office/drawing/2014/main" id="{22B744EC-7CBD-7515-CD6E-DD0ABE1962F4}"/>
                  </a:ext>
                </a:extLst>
              </p:cNvPr>
              <p:cNvSpPr/>
              <p:nvPr/>
            </p:nvSpPr>
            <p:spPr>
              <a:xfrm>
                <a:off x="5733010" y="1672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1" name="Freeform 29570">
                <a:extLst>
                  <a:ext uri="{FF2B5EF4-FFF2-40B4-BE49-F238E27FC236}">
                    <a16:creationId xmlns:a16="http://schemas.microsoft.com/office/drawing/2014/main" id="{AF20AB9B-DF1E-F0FE-6DE6-D7CFA22F344B}"/>
                  </a:ext>
                </a:extLst>
              </p:cNvPr>
              <p:cNvSpPr/>
              <p:nvPr/>
            </p:nvSpPr>
            <p:spPr>
              <a:xfrm>
                <a:off x="5733506" y="181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2" name="Freeform 29571">
                <a:extLst>
                  <a:ext uri="{FF2B5EF4-FFF2-40B4-BE49-F238E27FC236}">
                    <a16:creationId xmlns:a16="http://schemas.microsoft.com/office/drawing/2014/main" id="{83165DF8-7E90-2A83-08B1-E665B95546A5}"/>
                  </a:ext>
                </a:extLst>
              </p:cNvPr>
              <p:cNvSpPr/>
              <p:nvPr/>
            </p:nvSpPr>
            <p:spPr>
              <a:xfrm>
                <a:off x="5734102" y="187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3" name="Freeform 29572">
                <a:extLst>
                  <a:ext uri="{FF2B5EF4-FFF2-40B4-BE49-F238E27FC236}">
                    <a16:creationId xmlns:a16="http://schemas.microsoft.com/office/drawing/2014/main" id="{01F67F79-CDD7-BBF4-9850-70B110D19DA8}"/>
                  </a:ext>
                </a:extLst>
              </p:cNvPr>
              <p:cNvSpPr/>
              <p:nvPr/>
            </p:nvSpPr>
            <p:spPr>
              <a:xfrm>
                <a:off x="5734598" y="1850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4" name="Freeform 29573">
                <a:extLst>
                  <a:ext uri="{FF2B5EF4-FFF2-40B4-BE49-F238E27FC236}">
                    <a16:creationId xmlns:a16="http://schemas.microsoft.com/office/drawing/2014/main" id="{586737CE-A3A7-C4D3-5C63-C5A74DD48723}"/>
                  </a:ext>
                </a:extLst>
              </p:cNvPr>
              <p:cNvSpPr/>
              <p:nvPr/>
            </p:nvSpPr>
            <p:spPr>
              <a:xfrm>
                <a:off x="5735094" y="1808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5" name="Freeform 29574">
                <a:extLst>
                  <a:ext uri="{FF2B5EF4-FFF2-40B4-BE49-F238E27FC236}">
                    <a16:creationId xmlns:a16="http://schemas.microsoft.com/office/drawing/2014/main" id="{53C32FE4-D683-C144-5F6B-F09D356864F7}"/>
                  </a:ext>
                </a:extLst>
              </p:cNvPr>
              <p:cNvSpPr/>
              <p:nvPr/>
            </p:nvSpPr>
            <p:spPr>
              <a:xfrm>
                <a:off x="5735689" y="18163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6" name="Freeform 29575">
                <a:extLst>
                  <a:ext uri="{FF2B5EF4-FFF2-40B4-BE49-F238E27FC236}">
                    <a16:creationId xmlns:a16="http://schemas.microsoft.com/office/drawing/2014/main" id="{89F9DD7D-BA62-EE7E-E5A8-EB5A9AC04461}"/>
                  </a:ext>
                </a:extLst>
              </p:cNvPr>
              <p:cNvSpPr/>
              <p:nvPr/>
            </p:nvSpPr>
            <p:spPr>
              <a:xfrm>
                <a:off x="5736185" y="1805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7" name="Freeform 29576">
                <a:extLst>
                  <a:ext uri="{FF2B5EF4-FFF2-40B4-BE49-F238E27FC236}">
                    <a16:creationId xmlns:a16="http://schemas.microsoft.com/office/drawing/2014/main" id="{9364BE65-BC6E-6051-0360-023304F7D562}"/>
                  </a:ext>
                </a:extLst>
              </p:cNvPr>
              <p:cNvSpPr/>
              <p:nvPr/>
            </p:nvSpPr>
            <p:spPr>
              <a:xfrm>
                <a:off x="5736681" y="2377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8" name="Freeform 29577">
                <a:extLst>
                  <a:ext uri="{FF2B5EF4-FFF2-40B4-BE49-F238E27FC236}">
                    <a16:creationId xmlns:a16="http://schemas.microsoft.com/office/drawing/2014/main" id="{53048900-5B62-C401-8E69-5D4DCFC1D397}"/>
                  </a:ext>
                </a:extLst>
              </p:cNvPr>
              <p:cNvSpPr/>
              <p:nvPr/>
            </p:nvSpPr>
            <p:spPr>
              <a:xfrm>
                <a:off x="5737277" y="2401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9" name="Freeform 29578">
                <a:extLst>
                  <a:ext uri="{FF2B5EF4-FFF2-40B4-BE49-F238E27FC236}">
                    <a16:creationId xmlns:a16="http://schemas.microsoft.com/office/drawing/2014/main" id="{222CD50C-16D8-AAE4-04B4-D12EDA479626}"/>
                  </a:ext>
                </a:extLst>
              </p:cNvPr>
              <p:cNvSpPr/>
              <p:nvPr/>
            </p:nvSpPr>
            <p:spPr>
              <a:xfrm>
                <a:off x="5737773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0" name="Freeform 29579">
                <a:extLst>
                  <a:ext uri="{FF2B5EF4-FFF2-40B4-BE49-F238E27FC236}">
                    <a16:creationId xmlns:a16="http://schemas.microsoft.com/office/drawing/2014/main" id="{477F9F17-A314-77EE-A186-5DE6097A1FC8}"/>
                  </a:ext>
                </a:extLst>
              </p:cNvPr>
              <p:cNvSpPr/>
              <p:nvPr/>
            </p:nvSpPr>
            <p:spPr>
              <a:xfrm>
                <a:off x="5738269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1" name="Freeform 29580">
                <a:extLst>
                  <a:ext uri="{FF2B5EF4-FFF2-40B4-BE49-F238E27FC236}">
                    <a16:creationId xmlns:a16="http://schemas.microsoft.com/office/drawing/2014/main" id="{5A3E6278-81BF-893F-0E9F-90425DE8791B}"/>
                  </a:ext>
                </a:extLst>
              </p:cNvPr>
              <p:cNvSpPr/>
              <p:nvPr/>
            </p:nvSpPr>
            <p:spPr>
              <a:xfrm>
                <a:off x="5738864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2" name="Freeform 29581">
                <a:extLst>
                  <a:ext uri="{FF2B5EF4-FFF2-40B4-BE49-F238E27FC236}">
                    <a16:creationId xmlns:a16="http://schemas.microsoft.com/office/drawing/2014/main" id="{AED78DF0-4A58-7905-81A8-790940D2D61A}"/>
                  </a:ext>
                </a:extLst>
              </p:cNvPr>
              <p:cNvSpPr/>
              <p:nvPr/>
            </p:nvSpPr>
            <p:spPr>
              <a:xfrm>
                <a:off x="5739360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3" name="Freeform 29582">
                <a:extLst>
                  <a:ext uri="{FF2B5EF4-FFF2-40B4-BE49-F238E27FC236}">
                    <a16:creationId xmlns:a16="http://schemas.microsoft.com/office/drawing/2014/main" id="{66EEF79E-247C-91E7-F43D-6D2856A3FE55}"/>
                  </a:ext>
                </a:extLst>
              </p:cNvPr>
              <p:cNvSpPr/>
              <p:nvPr/>
            </p:nvSpPr>
            <p:spPr>
              <a:xfrm>
                <a:off x="5739856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4" name="Freeform 29583">
                <a:extLst>
                  <a:ext uri="{FF2B5EF4-FFF2-40B4-BE49-F238E27FC236}">
                    <a16:creationId xmlns:a16="http://schemas.microsoft.com/office/drawing/2014/main" id="{06CA2F10-62F9-E391-5BE2-AFD9D1C233AC}"/>
                  </a:ext>
                </a:extLst>
              </p:cNvPr>
              <p:cNvSpPr/>
              <p:nvPr/>
            </p:nvSpPr>
            <p:spPr>
              <a:xfrm>
                <a:off x="5740452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5" name="Freeform 29584">
                <a:extLst>
                  <a:ext uri="{FF2B5EF4-FFF2-40B4-BE49-F238E27FC236}">
                    <a16:creationId xmlns:a16="http://schemas.microsoft.com/office/drawing/2014/main" id="{AC834C6D-4D40-CB8B-AE0A-B46C6EF36446}"/>
                  </a:ext>
                </a:extLst>
              </p:cNvPr>
              <p:cNvSpPr/>
              <p:nvPr/>
            </p:nvSpPr>
            <p:spPr>
              <a:xfrm>
                <a:off x="5740948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6" name="Freeform 29585">
                <a:extLst>
                  <a:ext uri="{FF2B5EF4-FFF2-40B4-BE49-F238E27FC236}">
                    <a16:creationId xmlns:a16="http://schemas.microsoft.com/office/drawing/2014/main" id="{8439AB78-BD7B-3D3E-A3EC-F8DADBA88357}"/>
                  </a:ext>
                </a:extLst>
              </p:cNvPr>
              <p:cNvSpPr/>
              <p:nvPr/>
            </p:nvSpPr>
            <p:spPr>
              <a:xfrm>
                <a:off x="5741444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7" name="Freeform 29586">
                <a:extLst>
                  <a:ext uri="{FF2B5EF4-FFF2-40B4-BE49-F238E27FC236}">
                    <a16:creationId xmlns:a16="http://schemas.microsoft.com/office/drawing/2014/main" id="{66A66E4C-C5A9-7A3C-C03C-8A584682E3A4}"/>
                  </a:ext>
                </a:extLst>
              </p:cNvPr>
              <p:cNvSpPr/>
              <p:nvPr/>
            </p:nvSpPr>
            <p:spPr>
              <a:xfrm>
                <a:off x="5742039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8" name="Freeform 29587">
                <a:extLst>
                  <a:ext uri="{FF2B5EF4-FFF2-40B4-BE49-F238E27FC236}">
                    <a16:creationId xmlns:a16="http://schemas.microsoft.com/office/drawing/2014/main" id="{0569B53B-0B7B-DF66-8AB7-76EBA8A6FC4B}"/>
                  </a:ext>
                </a:extLst>
              </p:cNvPr>
              <p:cNvSpPr/>
              <p:nvPr/>
            </p:nvSpPr>
            <p:spPr>
              <a:xfrm>
                <a:off x="5742535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9" name="Freeform 29588">
                <a:extLst>
                  <a:ext uri="{FF2B5EF4-FFF2-40B4-BE49-F238E27FC236}">
                    <a16:creationId xmlns:a16="http://schemas.microsoft.com/office/drawing/2014/main" id="{A581AF50-93C8-9A1C-14AF-B1FB7F1F350B}"/>
                  </a:ext>
                </a:extLst>
              </p:cNvPr>
              <p:cNvSpPr/>
              <p:nvPr/>
            </p:nvSpPr>
            <p:spPr>
              <a:xfrm>
                <a:off x="5743031" y="2011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0" name="Freeform 29589">
                <a:extLst>
                  <a:ext uri="{FF2B5EF4-FFF2-40B4-BE49-F238E27FC236}">
                    <a16:creationId xmlns:a16="http://schemas.microsoft.com/office/drawing/2014/main" id="{7DE55F64-5DF3-DFCE-2978-CFB5EB72D1F8}"/>
                  </a:ext>
                </a:extLst>
              </p:cNvPr>
              <p:cNvSpPr/>
              <p:nvPr/>
            </p:nvSpPr>
            <p:spPr>
              <a:xfrm>
                <a:off x="5743627" y="1515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1" name="Freeform 29590">
                <a:extLst>
                  <a:ext uri="{FF2B5EF4-FFF2-40B4-BE49-F238E27FC236}">
                    <a16:creationId xmlns:a16="http://schemas.microsoft.com/office/drawing/2014/main" id="{827830D5-A745-C006-FE16-F1F9B85E606B}"/>
                  </a:ext>
                </a:extLst>
              </p:cNvPr>
              <p:cNvSpPr/>
              <p:nvPr/>
            </p:nvSpPr>
            <p:spPr>
              <a:xfrm>
                <a:off x="5744123" y="1617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2" name="Freeform 29591">
                <a:extLst>
                  <a:ext uri="{FF2B5EF4-FFF2-40B4-BE49-F238E27FC236}">
                    <a16:creationId xmlns:a16="http://schemas.microsoft.com/office/drawing/2014/main" id="{443E6739-E294-12B9-7F02-1BB4A20536AE}"/>
                  </a:ext>
                </a:extLst>
              </p:cNvPr>
              <p:cNvSpPr/>
              <p:nvPr/>
            </p:nvSpPr>
            <p:spPr>
              <a:xfrm>
                <a:off x="5744619" y="1683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3" name="Freeform 29592">
                <a:extLst>
                  <a:ext uri="{FF2B5EF4-FFF2-40B4-BE49-F238E27FC236}">
                    <a16:creationId xmlns:a16="http://schemas.microsoft.com/office/drawing/2014/main" id="{723D6A30-061F-717B-0C30-74936F234FF1}"/>
                  </a:ext>
                </a:extLst>
              </p:cNvPr>
              <p:cNvSpPr/>
              <p:nvPr/>
            </p:nvSpPr>
            <p:spPr>
              <a:xfrm>
                <a:off x="5745115" y="1478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4" name="Freeform 29593">
                <a:extLst>
                  <a:ext uri="{FF2B5EF4-FFF2-40B4-BE49-F238E27FC236}">
                    <a16:creationId xmlns:a16="http://schemas.microsoft.com/office/drawing/2014/main" id="{C57A614F-0333-FAAF-BADD-F07C20E908E5}"/>
                  </a:ext>
                </a:extLst>
              </p:cNvPr>
              <p:cNvSpPr/>
              <p:nvPr/>
            </p:nvSpPr>
            <p:spPr>
              <a:xfrm>
                <a:off x="5745710" y="1633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5" name="Freeform 29594">
                <a:extLst>
                  <a:ext uri="{FF2B5EF4-FFF2-40B4-BE49-F238E27FC236}">
                    <a16:creationId xmlns:a16="http://schemas.microsoft.com/office/drawing/2014/main" id="{96E75D95-EE00-991A-9648-411ED33A8785}"/>
                  </a:ext>
                </a:extLst>
              </p:cNvPr>
              <p:cNvSpPr/>
              <p:nvPr/>
            </p:nvSpPr>
            <p:spPr>
              <a:xfrm>
                <a:off x="5746206" y="1704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6" name="Freeform 29595">
                <a:extLst>
                  <a:ext uri="{FF2B5EF4-FFF2-40B4-BE49-F238E27FC236}">
                    <a16:creationId xmlns:a16="http://schemas.microsoft.com/office/drawing/2014/main" id="{F54EB78B-C6EE-0957-91F5-038479037279}"/>
                  </a:ext>
                </a:extLst>
              </p:cNvPr>
              <p:cNvSpPr/>
              <p:nvPr/>
            </p:nvSpPr>
            <p:spPr>
              <a:xfrm>
                <a:off x="5746702" y="1831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7" name="Freeform 29596">
                <a:extLst>
                  <a:ext uri="{FF2B5EF4-FFF2-40B4-BE49-F238E27FC236}">
                    <a16:creationId xmlns:a16="http://schemas.microsoft.com/office/drawing/2014/main" id="{6E5E45E0-41D2-7557-8BDC-6F9106E204B1}"/>
                  </a:ext>
                </a:extLst>
              </p:cNvPr>
              <p:cNvSpPr/>
              <p:nvPr/>
            </p:nvSpPr>
            <p:spPr>
              <a:xfrm>
                <a:off x="5747298" y="1794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8" name="Freeform 29597">
                <a:extLst>
                  <a:ext uri="{FF2B5EF4-FFF2-40B4-BE49-F238E27FC236}">
                    <a16:creationId xmlns:a16="http://schemas.microsoft.com/office/drawing/2014/main" id="{007EFAE6-1B70-4738-1919-D8E9445CF4F2}"/>
                  </a:ext>
                </a:extLst>
              </p:cNvPr>
              <p:cNvSpPr/>
              <p:nvPr/>
            </p:nvSpPr>
            <p:spPr>
              <a:xfrm>
                <a:off x="5747794" y="177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9" name="Freeform 29598">
                <a:extLst>
                  <a:ext uri="{FF2B5EF4-FFF2-40B4-BE49-F238E27FC236}">
                    <a16:creationId xmlns:a16="http://schemas.microsoft.com/office/drawing/2014/main" id="{F7FB8445-188F-A4A4-21A7-F1A50522839D}"/>
                  </a:ext>
                </a:extLst>
              </p:cNvPr>
              <p:cNvSpPr/>
              <p:nvPr/>
            </p:nvSpPr>
            <p:spPr>
              <a:xfrm>
                <a:off x="5748290" y="1774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0" name="Freeform 29599">
                <a:extLst>
                  <a:ext uri="{FF2B5EF4-FFF2-40B4-BE49-F238E27FC236}">
                    <a16:creationId xmlns:a16="http://schemas.microsoft.com/office/drawing/2014/main" id="{F233A686-D4E8-4CDE-488D-2D09F4F2B7C8}"/>
                  </a:ext>
                </a:extLst>
              </p:cNvPr>
              <p:cNvSpPr/>
              <p:nvPr/>
            </p:nvSpPr>
            <p:spPr>
              <a:xfrm>
                <a:off x="5748885" y="1768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1" name="Freeform 29600">
                <a:extLst>
                  <a:ext uri="{FF2B5EF4-FFF2-40B4-BE49-F238E27FC236}">
                    <a16:creationId xmlns:a16="http://schemas.microsoft.com/office/drawing/2014/main" id="{48F6BAC8-EA28-5FA8-D178-F5C09806E750}"/>
                  </a:ext>
                </a:extLst>
              </p:cNvPr>
              <p:cNvSpPr/>
              <p:nvPr/>
            </p:nvSpPr>
            <p:spPr>
              <a:xfrm>
                <a:off x="5749381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2" name="Freeform 29601">
                <a:extLst>
                  <a:ext uri="{FF2B5EF4-FFF2-40B4-BE49-F238E27FC236}">
                    <a16:creationId xmlns:a16="http://schemas.microsoft.com/office/drawing/2014/main" id="{2C1EEE73-79C6-269A-4D89-F33E01FCAFF5}"/>
                  </a:ext>
                </a:extLst>
              </p:cNvPr>
              <p:cNvSpPr/>
              <p:nvPr/>
            </p:nvSpPr>
            <p:spPr>
              <a:xfrm>
                <a:off x="5749877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3" name="Freeform 29602">
                <a:extLst>
                  <a:ext uri="{FF2B5EF4-FFF2-40B4-BE49-F238E27FC236}">
                    <a16:creationId xmlns:a16="http://schemas.microsoft.com/office/drawing/2014/main" id="{CAE3C25C-3F0A-6877-DDD9-8FB6C6D06E10}"/>
                  </a:ext>
                </a:extLst>
              </p:cNvPr>
              <p:cNvSpPr/>
              <p:nvPr/>
            </p:nvSpPr>
            <p:spPr>
              <a:xfrm>
                <a:off x="575047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4" name="Freeform 29603">
                <a:extLst>
                  <a:ext uri="{FF2B5EF4-FFF2-40B4-BE49-F238E27FC236}">
                    <a16:creationId xmlns:a16="http://schemas.microsoft.com/office/drawing/2014/main" id="{9BD1653D-6FEE-9A3F-0388-0CF8F5EDF497}"/>
                  </a:ext>
                </a:extLst>
              </p:cNvPr>
              <p:cNvSpPr/>
              <p:nvPr/>
            </p:nvSpPr>
            <p:spPr>
              <a:xfrm>
                <a:off x="575096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5" name="Freeform 29604">
                <a:extLst>
                  <a:ext uri="{FF2B5EF4-FFF2-40B4-BE49-F238E27FC236}">
                    <a16:creationId xmlns:a16="http://schemas.microsoft.com/office/drawing/2014/main" id="{747F121F-E746-9D34-4E18-3F213649883B}"/>
                  </a:ext>
                </a:extLst>
              </p:cNvPr>
              <p:cNvSpPr/>
              <p:nvPr/>
            </p:nvSpPr>
            <p:spPr>
              <a:xfrm>
                <a:off x="575146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6" name="Freeform 29605">
                <a:extLst>
                  <a:ext uri="{FF2B5EF4-FFF2-40B4-BE49-F238E27FC236}">
                    <a16:creationId xmlns:a16="http://schemas.microsoft.com/office/drawing/2014/main" id="{58504197-7E3A-AF7D-478B-C9699D9F7D54}"/>
                  </a:ext>
                </a:extLst>
              </p:cNvPr>
              <p:cNvSpPr/>
              <p:nvPr/>
            </p:nvSpPr>
            <p:spPr>
              <a:xfrm>
                <a:off x="5752060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7" name="Freeform 29606">
                <a:extLst>
                  <a:ext uri="{FF2B5EF4-FFF2-40B4-BE49-F238E27FC236}">
                    <a16:creationId xmlns:a16="http://schemas.microsoft.com/office/drawing/2014/main" id="{4B37C462-A387-BF28-9190-CD7F64235E8D}"/>
                  </a:ext>
                </a:extLst>
              </p:cNvPr>
              <p:cNvSpPr/>
              <p:nvPr/>
            </p:nvSpPr>
            <p:spPr>
              <a:xfrm>
                <a:off x="5752556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8" name="Freeform 29607">
                <a:extLst>
                  <a:ext uri="{FF2B5EF4-FFF2-40B4-BE49-F238E27FC236}">
                    <a16:creationId xmlns:a16="http://schemas.microsoft.com/office/drawing/2014/main" id="{218B4188-C930-8F1D-8AC5-68385E8AB717}"/>
                  </a:ext>
                </a:extLst>
              </p:cNvPr>
              <p:cNvSpPr/>
              <p:nvPr/>
            </p:nvSpPr>
            <p:spPr>
              <a:xfrm>
                <a:off x="5753052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9" name="Freeform 29608">
                <a:extLst>
                  <a:ext uri="{FF2B5EF4-FFF2-40B4-BE49-F238E27FC236}">
                    <a16:creationId xmlns:a16="http://schemas.microsoft.com/office/drawing/2014/main" id="{9326413D-AEB1-477E-A55B-592C02873660}"/>
                  </a:ext>
                </a:extLst>
              </p:cNvPr>
              <p:cNvSpPr/>
              <p:nvPr/>
            </p:nvSpPr>
            <p:spPr>
              <a:xfrm>
                <a:off x="575364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0" name="Freeform 29609">
                <a:extLst>
                  <a:ext uri="{FF2B5EF4-FFF2-40B4-BE49-F238E27FC236}">
                    <a16:creationId xmlns:a16="http://schemas.microsoft.com/office/drawing/2014/main" id="{3450E8B3-47F7-533B-EDE1-FB27AFF01964}"/>
                  </a:ext>
                </a:extLst>
              </p:cNvPr>
              <p:cNvSpPr/>
              <p:nvPr/>
            </p:nvSpPr>
            <p:spPr>
              <a:xfrm>
                <a:off x="5754144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1" name="Freeform 29610">
                <a:extLst>
                  <a:ext uri="{FF2B5EF4-FFF2-40B4-BE49-F238E27FC236}">
                    <a16:creationId xmlns:a16="http://schemas.microsoft.com/office/drawing/2014/main" id="{0E35EDEC-412C-FC48-2C09-F3CD96C05288}"/>
                  </a:ext>
                </a:extLst>
              </p:cNvPr>
              <p:cNvSpPr/>
              <p:nvPr/>
            </p:nvSpPr>
            <p:spPr>
              <a:xfrm>
                <a:off x="5754640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2" name="Freeform 29611">
                <a:extLst>
                  <a:ext uri="{FF2B5EF4-FFF2-40B4-BE49-F238E27FC236}">
                    <a16:creationId xmlns:a16="http://schemas.microsoft.com/office/drawing/2014/main" id="{3E80ABB5-56B1-91E8-C48C-CEB224CD6A77}"/>
                  </a:ext>
                </a:extLst>
              </p:cNvPr>
              <p:cNvSpPr/>
              <p:nvPr/>
            </p:nvSpPr>
            <p:spPr>
              <a:xfrm>
                <a:off x="5755235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3" name="Freeform 29612">
                <a:extLst>
                  <a:ext uri="{FF2B5EF4-FFF2-40B4-BE49-F238E27FC236}">
                    <a16:creationId xmlns:a16="http://schemas.microsoft.com/office/drawing/2014/main" id="{B8DD0DB7-F0BB-3660-3ADC-481AB09E8FA4}"/>
                  </a:ext>
                </a:extLst>
              </p:cNvPr>
              <p:cNvSpPr/>
              <p:nvPr/>
            </p:nvSpPr>
            <p:spPr>
              <a:xfrm>
                <a:off x="5755731" y="199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4" name="Freeform 29613">
                <a:extLst>
                  <a:ext uri="{FF2B5EF4-FFF2-40B4-BE49-F238E27FC236}">
                    <a16:creationId xmlns:a16="http://schemas.microsoft.com/office/drawing/2014/main" id="{979F9682-E40E-1C25-2963-E3A46332B6E4}"/>
                  </a:ext>
                </a:extLst>
              </p:cNvPr>
              <p:cNvSpPr/>
              <p:nvPr/>
            </p:nvSpPr>
            <p:spPr>
              <a:xfrm>
                <a:off x="5756227" y="1660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5" name="Freeform 29614">
                <a:extLst>
                  <a:ext uri="{FF2B5EF4-FFF2-40B4-BE49-F238E27FC236}">
                    <a16:creationId xmlns:a16="http://schemas.microsoft.com/office/drawing/2014/main" id="{07CFE66D-2B2B-296B-B7FF-55E97111F7FA}"/>
                  </a:ext>
                </a:extLst>
              </p:cNvPr>
              <p:cNvSpPr/>
              <p:nvPr/>
            </p:nvSpPr>
            <p:spPr>
              <a:xfrm>
                <a:off x="5756723" y="16897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6" name="Freeform 29615">
                <a:extLst>
                  <a:ext uri="{FF2B5EF4-FFF2-40B4-BE49-F238E27FC236}">
                    <a16:creationId xmlns:a16="http://schemas.microsoft.com/office/drawing/2014/main" id="{E75E36F9-FBEB-D3EE-545E-D55AADD28B2C}"/>
                  </a:ext>
                </a:extLst>
              </p:cNvPr>
              <p:cNvSpPr/>
              <p:nvPr/>
            </p:nvSpPr>
            <p:spPr>
              <a:xfrm>
                <a:off x="5757319" y="1715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7" name="Freeform 29616">
                <a:extLst>
                  <a:ext uri="{FF2B5EF4-FFF2-40B4-BE49-F238E27FC236}">
                    <a16:creationId xmlns:a16="http://schemas.microsoft.com/office/drawing/2014/main" id="{93477854-E6C4-81E1-C9A8-BAE0F00D3C43}"/>
                  </a:ext>
                </a:extLst>
              </p:cNvPr>
              <p:cNvSpPr/>
              <p:nvPr/>
            </p:nvSpPr>
            <p:spPr>
              <a:xfrm>
                <a:off x="5757815" y="1632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8" name="Freeform 29617">
                <a:extLst>
                  <a:ext uri="{FF2B5EF4-FFF2-40B4-BE49-F238E27FC236}">
                    <a16:creationId xmlns:a16="http://schemas.microsoft.com/office/drawing/2014/main" id="{8F511C3B-F40C-C89D-5C7E-D2655EE6C3D5}"/>
                  </a:ext>
                </a:extLst>
              </p:cNvPr>
              <p:cNvSpPr/>
              <p:nvPr/>
            </p:nvSpPr>
            <p:spPr>
              <a:xfrm>
                <a:off x="5758311" y="1716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9" name="Freeform 29618">
                <a:extLst>
                  <a:ext uri="{FF2B5EF4-FFF2-40B4-BE49-F238E27FC236}">
                    <a16:creationId xmlns:a16="http://schemas.microsoft.com/office/drawing/2014/main" id="{F52E0BB2-463F-8479-D2BC-9DC16C7C6CE9}"/>
                  </a:ext>
                </a:extLst>
              </p:cNvPr>
              <p:cNvSpPr/>
              <p:nvPr/>
            </p:nvSpPr>
            <p:spPr>
              <a:xfrm>
                <a:off x="5758906" y="1761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0" name="Freeform 29619">
                <a:extLst>
                  <a:ext uri="{FF2B5EF4-FFF2-40B4-BE49-F238E27FC236}">
                    <a16:creationId xmlns:a16="http://schemas.microsoft.com/office/drawing/2014/main" id="{7875DC36-2152-A254-EB8A-E566B759E376}"/>
                  </a:ext>
                </a:extLst>
              </p:cNvPr>
              <p:cNvSpPr/>
              <p:nvPr/>
            </p:nvSpPr>
            <p:spPr>
              <a:xfrm>
                <a:off x="5759402" y="1857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1" name="Freeform 29620">
                <a:extLst>
                  <a:ext uri="{FF2B5EF4-FFF2-40B4-BE49-F238E27FC236}">
                    <a16:creationId xmlns:a16="http://schemas.microsoft.com/office/drawing/2014/main" id="{4E7FCFD0-4D66-1CDA-6D4B-9879C07EEB0D}"/>
                  </a:ext>
                </a:extLst>
              </p:cNvPr>
              <p:cNvSpPr/>
              <p:nvPr/>
            </p:nvSpPr>
            <p:spPr>
              <a:xfrm>
                <a:off x="5759898" y="1828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2" name="Freeform 29621">
                <a:extLst>
                  <a:ext uri="{FF2B5EF4-FFF2-40B4-BE49-F238E27FC236}">
                    <a16:creationId xmlns:a16="http://schemas.microsoft.com/office/drawing/2014/main" id="{1E719957-E05E-E4F4-08B7-452EEEDC83DC}"/>
                  </a:ext>
                </a:extLst>
              </p:cNvPr>
              <p:cNvSpPr/>
              <p:nvPr/>
            </p:nvSpPr>
            <p:spPr>
              <a:xfrm>
                <a:off x="5760494" y="1782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3" name="Freeform 29622">
                <a:extLst>
                  <a:ext uri="{FF2B5EF4-FFF2-40B4-BE49-F238E27FC236}">
                    <a16:creationId xmlns:a16="http://schemas.microsoft.com/office/drawing/2014/main" id="{FC9D3E3E-578C-800E-2FC8-F5DF33DFE1C3}"/>
                  </a:ext>
                </a:extLst>
              </p:cNvPr>
              <p:cNvSpPr/>
              <p:nvPr/>
            </p:nvSpPr>
            <p:spPr>
              <a:xfrm>
                <a:off x="5760990" y="1743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4" name="Freeform 29623">
                <a:extLst>
                  <a:ext uri="{FF2B5EF4-FFF2-40B4-BE49-F238E27FC236}">
                    <a16:creationId xmlns:a16="http://schemas.microsoft.com/office/drawing/2014/main" id="{4AB1A7BE-1639-F88C-6EF5-CDBEACEC6C86}"/>
                  </a:ext>
                </a:extLst>
              </p:cNvPr>
              <p:cNvSpPr/>
              <p:nvPr/>
            </p:nvSpPr>
            <p:spPr>
              <a:xfrm>
                <a:off x="5761486" y="1808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5" name="Freeform 29624">
                <a:extLst>
                  <a:ext uri="{FF2B5EF4-FFF2-40B4-BE49-F238E27FC236}">
                    <a16:creationId xmlns:a16="http://schemas.microsoft.com/office/drawing/2014/main" id="{9853684F-9143-F2C7-04A3-3B9024FE023F}"/>
                  </a:ext>
                </a:extLst>
              </p:cNvPr>
              <p:cNvSpPr/>
              <p:nvPr/>
            </p:nvSpPr>
            <p:spPr>
              <a:xfrm>
                <a:off x="5762081" y="2371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6" name="Freeform 29625">
                <a:extLst>
                  <a:ext uri="{FF2B5EF4-FFF2-40B4-BE49-F238E27FC236}">
                    <a16:creationId xmlns:a16="http://schemas.microsoft.com/office/drawing/2014/main" id="{C2E241BF-F5C1-BFCF-F017-759A5016A7BE}"/>
                  </a:ext>
                </a:extLst>
              </p:cNvPr>
              <p:cNvSpPr/>
              <p:nvPr/>
            </p:nvSpPr>
            <p:spPr>
              <a:xfrm>
                <a:off x="5762577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7" name="Freeform 29626">
                <a:extLst>
                  <a:ext uri="{FF2B5EF4-FFF2-40B4-BE49-F238E27FC236}">
                    <a16:creationId xmlns:a16="http://schemas.microsoft.com/office/drawing/2014/main" id="{E54E9558-463B-1485-94EB-36DB2183CDFB}"/>
                  </a:ext>
                </a:extLst>
              </p:cNvPr>
              <p:cNvSpPr/>
              <p:nvPr/>
            </p:nvSpPr>
            <p:spPr>
              <a:xfrm>
                <a:off x="5763073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8" name="Freeform 29627">
                <a:extLst>
                  <a:ext uri="{FF2B5EF4-FFF2-40B4-BE49-F238E27FC236}">
                    <a16:creationId xmlns:a16="http://schemas.microsoft.com/office/drawing/2014/main" id="{64537CD6-27B8-8371-8325-E5B1AC86D9D0}"/>
                  </a:ext>
                </a:extLst>
              </p:cNvPr>
              <p:cNvSpPr/>
              <p:nvPr/>
            </p:nvSpPr>
            <p:spPr>
              <a:xfrm>
                <a:off x="5763669" y="2402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9" name="Freeform 29628">
                <a:extLst>
                  <a:ext uri="{FF2B5EF4-FFF2-40B4-BE49-F238E27FC236}">
                    <a16:creationId xmlns:a16="http://schemas.microsoft.com/office/drawing/2014/main" id="{0344AD08-1714-07EC-A763-8C6E0890DF23}"/>
                  </a:ext>
                </a:extLst>
              </p:cNvPr>
              <p:cNvSpPr/>
              <p:nvPr/>
            </p:nvSpPr>
            <p:spPr>
              <a:xfrm>
                <a:off x="5764165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0" name="Freeform 29629">
                <a:extLst>
                  <a:ext uri="{FF2B5EF4-FFF2-40B4-BE49-F238E27FC236}">
                    <a16:creationId xmlns:a16="http://schemas.microsoft.com/office/drawing/2014/main" id="{1ED13C67-86AF-A527-D74C-699723A7C24F}"/>
                  </a:ext>
                </a:extLst>
              </p:cNvPr>
              <p:cNvSpPr/>
              <p:nvPr/>
            </p:nvSpPr>
            <p:spPr>
              <a:xfrm>
                <a:off x="5764661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1" name="Freeform 29630">
                <a:extLst>
                  <a:ext uri="{FF2B5EF4-FFF2-40B4-BE49-F238E27FC236}">
                    <a16:creationId xmlns:a16="http://schemas.microsoft.com/office/drawing/2014/main" id="{FE9A8304-E5D4-8098-5715-6C0621BB384F}"/>
                  </a:ext>
                </a:extLst>
              </p:cNvPr>
              <p:cNvSpPr/>
              <p:nvPr/>
            </p:nvSpPr>
            <p:spPr>
              <a:xfrm>
                <a:off x="5765256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2" name="Freeform 29631">
                <a:extLst>
                  <a:ext uri="{FF2B5EF4-FFF2-40B4-BE49-F238E27FC236}">
                    <a16:creationId xmlns:a16="http://schemas.microsoft.com/office/drawing/2014/main" id="{19E51544-DC41-87F5-D2FA-2537655737A8}"/>
                  </a:ext>
                </a:extLst>
              </p:cNvPr>
              <p:cNvSpPr/>
              <p:nvPr/>
            </p:nvSpPr>
            <p:spPr>
              <a:xfrm>
                <a:off x="5765752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3" name="Freeform 29632">
                <a:extLst>
                  <a:ext uri="{FF2B5EF4-FFF2-40B4-BE49-F238E27FC236}">
                    <a16:creationId xmlns:a16="http://schemas.microsoft.com/office/drawing/2014/main" id="{BDC17C38-7283-DE87-0F70-0078F2FA7900}"/>
                  </a:ext>
                </a:extLst>
              </p:cNvPr>
              <p:cNvSpPr/>
              <p:nvPr/>
            </p:nvSpPr>
            <p:spPr>
              <a:xfrm>
                <a:off x="5766248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4" name="Freeform 29633">
                <a:extLst>
                  <a:ext uri="{FF2B5EF4-FFF2-40B4-BE49-F238E27FC236}">
                    <a16:creationId xmlns:a16="http://schemas.microsoft.com/office/drawing/2014/main" id="{8F9C9399-71C6-4B00-F9E3-B9CE09261B3E}"/>
                  </a:ext>
                </a:extLst>
              </p:cNvPr>
              <p:cNvSpPr/>
              <p:nvPr/>
            </p:nvSpPr>
            <p:spPr>
              <a:xfrm>
                <a:off x="5766844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5" name="Freeform 29634">
                <a:extLst>
                  <a:ext uri="{FF2B5EF4-FFF2-40B4-BE49-F238E27FC236}">
                    <a16:creationId xmlns:a16="http://schemas.microsoft.com/office/drawing/2014/main" id="{0CDBBC2F-89F8-2779-972A-CEA1D7797B5C}"/>
                  </a:ext>
                </a:extLst>
              </p:cNvPr>
              <p:cNvSpPr/>
              <p:nvPr/>
            </p:nvSpPr>
            <p:spPr>
              <a:xfrm>
                <a:off x="5767340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6" name="Freeform 29635">
                <a:extLst>
                  <a:ext uri="{FF2B5EF4-FFF2-40B4-BE49-F238E27FC236}">
                    <a16:creationId xmlns:a16="http://schemas.microsoft.com/office/drawing/2014/main" id="{025338E5-0B29-4B92-2C32-EF25B182BE13}"/>
                  </a:ext>
                </a:extLst>
              </p:cNvPr>
              <p:cNvSpPr/>
              <p:nvPr/>
            </p:nvSpPr>
            <p:spPr>
              <a:xfrm>
                <a:off x="5767836" y="2362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7" name="Freeform 29636">
                <a:extLst>
                  <a:ext uri="{FF2B5EF4-FFF2-40B4-BE49-F238E27FC236}">
                    <a16:creationId xmlns:a16="http://schemas.microsoft.com/office/drawing/2014/main" id="{C7C11263-16D0-88A8-B709-DF440E584119}"/>
                  </a:ext>
                </a:extLst>
              </p:cNvPr>
              <p:cNvSpPr/>
              <p:nvPr/>
            </p:nvSpPr>
            <p:spPr>
              <a:xfrm>
                <a:off x="5768431" y="1904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8" name="Freeform 29637">
                <a:extLst>
                  <a:ext uri="{FF2B5EF4-FFF2-40B4-BE49-F238E27FC236}">
                    <a16:creationId xmlns:a16="http://schemas.microsoft.com/office/drawing/2014/main" id="{9F3DCFC2-D6A3-515C-EF40-20CCA5731816}"/>
                  </a:ext>
                </a:extLst>
              </p:cNvPr>
              <p:cNvSpPr/>
              <p:nvPr/>
            </p:nvSpPr>
            <p:spPr>
              <a:xfrm>
                <a:off x="5768927" y="1660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39" name="Freeform 29638">
                <a:extLst>
                  <a:ext uri="{FF2B5EF4-FFF2-40B4-BE49-F238E27FC236}">
                    <a16:creationId xmlns:a16="http://schemas.microsoft.com/office/drawing/2014/main" id="{FF9B08C8-3E05-1961-F631-36D475E9AA94}"/>
                  </a:ext>
                </a:extLst>
              </p:cNvPr>
              <p:cNvSpPr/>
              <p:nvPr/>
            </p:nvSpPr>
            <p:spPr>
              <a:xfrm>
                <a:off x="5769423" y="1685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0" name="Freeform 29639">
                <a:extLst>
                  <a:ext uri="{FF2B5EF4-FFF2-40B4-BE49-F238E27FC236}">
                    <a16:creationId xmlns:a16="http://schemas.microsoft.com/office/drawing/2014/main" id="{EB2464FA-9CAF-E37B-0F9E-E0211B7EA534}"/>
                  </a:ext>
                </a:extLst>
              </p:cNvPr>
              <p:cNvSpPr/>
              <p:nvPr/>
            </p:nvSpPr>
            <p:spPr>
              <a:xfrm>
                <a:off x="5769920" y="1697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1" name="Freeform 29640">
                <a:extLst>
                  <a:ext uri="{FF2B5EF4-FFF2-40B4-BE49-F238E27FC236}">
                    <a16:creationId xmlns:a16="http://schemas.microsoft.com/office/drawing/2014/main" id="{DDD27F16-7EFD-EB04-2671-3288751D5826}"/>
                  </a:ext>
                </a:extLst>
              </p:cNvPr>
              <p:cNvSpPr/>
              <p:nvPr/>
            </p:nvSpPr>
            <p:spPr>
              <a:xfrm>
                <a:off x="5770515" y="1775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2" name="Freeform 29641">
                <a:extLst>
                  <a:ext uri="{FF2B5EF4-FFF2-40B4-BE49-F238E27FC236}">
                    <a16:creationId xmlns:a16="http://schemas.microsoft.com/office/drawing/2014/main" id="{88002781-C2D9-26E8-721F-DEAC4891A10F}"/>
                  </a:ext>
                </a:extLst>
              </p:cNvPr>
              <p:cNvSpPr/>
              <p:nvPr/>
            </p:nvSpPr>
            <p:spPr>
              <a:xfrm>
                <a:off x="5771011" y="1817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3" name="Freeform 29642">
                <a:extLst>
                  <a:ext uri="{FF2B5EF4-FFF2-40B4-BE49-F238E27FC236}">
                    <a16:creationId xmlns:a16="http://schemas.microsoft.com/office/drawing/2014/main" id="{0F24BCCD-8540-A8F4-56BF-2B6869003306}"/>
                  </a:ext>
                </a:extLst>
              </p:cNvPr>
              <p:cNvSpPr/>
              <p:nvPr/>
            </p:nvSpPr>
            <p:spPr>
              <a:xfrm>
                <a:off x="5771507" y="1792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4" name="Freeform 29643">
                <a:extLst>
                  <a:ext uri="{FF2B5EF4-FFF2-40B4-BE49-F238E27FC236}">
                    <a16:creationId xmlns:a16="http://schemas.microsoft.com/office/drawing/2014/main" id="{7459C1B5-4EB9-5C43-5C84-D6CB8D950383}"/>
                  </a:ext>
                </a:extLst>
              </p:cNvPr>
              <p:cNvSpPr/>
              <p:nvPr/>
            </p:nvSpPr>
            <p:spPr>
              <a:xfrm>
                <a:off x="5772102" y="17845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5" name="Freeform 29644">
                <a:extLst>
                  <a:ext uri="{FF2B5EF4-FFF2-40B4-BE49-F238E27FC236}">
                    <a16:creationId xmlns:a16="http://schemas.microsoft.com/office/drawing/2014/main" id="{9CC63A57-E0AD-3885-EF90-415B6E0CD095}"/>
                  </a:ext>
                </a:extLst>
              </p:cNvPr>
              <p:cNvSpPr/>
              <p:nvPr/>
            </p:nvSpPr>
            <p:spPr>
              <a:xfrm>
                <a:off x="5772598" y="1792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6" name="Freeform 29645">
                <a:extLst>
                  <a:ext uri="{FF2B5EF4-FFF2-40B4-BE49-F238E27FC236}">
                    <a16:creationId xmlns:a16="http://schemas.microsoft.com/office/drawing/2014/main" id="{35BA3A93-5A7A-BDC1-AD56-433A3C902EC8}"/>
                  </a:ext>
                </a:extLst>
              </p:cNvPr>
              <p:cNvSpPr/>
              <p:nvPr/>
            </p:nvSpPr>
            <p:spPr>
              <a:xfrm>
                <a:off x="5773095" y="1751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7" name="Freeform 29646">
                <a:extLst>
                  <a:ext uri="{FF2B5EF4-FFF2-40B4-BE49-F238E27FC236}">
                    <a16:creationId xmlns:a16="http://schemas.microsoft.com/office/drawing/2014/main" id="{C297F3F9-2F4C-8660-C9AA-A3F7827B87B7}"/>
                  </a:ext>
                </a:extLst>
              </p:cNvPr>
              <p:cNvSpPr/>
              <p:nvPr/>
            </p:nvSpPr>
            <p:spPr>
              <a:xfrm>
                <a:off x="5773690" y="1804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8" name="Freeform 29647">
                <a:extLst>
                  <a:ext uri="{FF2B5EF4-FFF2-40B4-BE49-F238E27FC236}">
                    <a16:creationId xmlns:a16="http://schemas.microsoft.com/office/drawing/2014/main" id="{96AA8B1F-B758-84FC-CA98-0C24593E3DE2}"/>
                  </a:ext>
                </a:extLst>
              </p:cNvPr>
              <p:cNvSpPr/>
              <p:nvPr/>
            </p:nvSpPr>
            <p:spPr>
              <a:xfrm>
                <a:off x="5774186" y="1913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9" name="Freeform 29648">
                <a:extLst>
                  <a:ext uri="{FF2B5EF4-FFF2-40B4-BE49-F238E27FC236}">
                    <a16:creationId xmlns:a16="http://schemas.microsoft.com/office/drawing/2014/main" id="{2046CD69-402C-655E-57DA-0E9FD5A186CE}"/>
                  </a:ext>
                </a:extLst>
              </p:cNvPr>
              <p:cNvSpPr/>
              <p:nvPr/>
            </p:nvSpPr>
            <p:spPr>
              <a:xfrm>
                <a:off x="5774682" y="2346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0" name="Freeform 29649">
                <a:extLst>
                  <a:ext uri="{FF2B5EF4-FFF2-40B4-BE49-F238E27FC236}">
                    <a16:creationId xmlns:a16="http://schemas.microsoft.com/office/drawing/2014/main" id="{0366EC73-60B9-1281-F7BD-715142669746}"/>
                  </a:ext>
                </a:extLst>
              </p:cNvPr>
              <p:cNvSpPr/>
              <p:nvPr/>
            </p:nvSpPr>
            <p:spPr>
              <a:xfrm>
                <a:off x="5775277" y="2368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1" name="Freeform 29650">
                <a:extLst>
                  <a:ext uri="{FF2B5EF4-FFF2-40B4-BE49-F238E27FC236}">
                    <a16:creationId xmlns:a16="http://schemas.microsoft.com/office/drawing/2014/main" id="{A0AB5BB1-36EF-375C-FDF2-D7846161B9D8}"/>
                  </a:ext>
                </a:extLst>
              </p:cNvPr>
              <p:cNvSpPr/>
              <p:nvPr/>
            </p:nvSpPr>
            <p:spPr>
              <a:xfrm>
                <a:off x="5775773" y="2384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2" name="Freeform 29651">
                <a:extLst>
                  <a:ext uri="{FF2B5EF4-FFF2-40B4-BE49-F238E27FC236}">
                    <a16:creationId xmlns:a16="http://schemas.microsoft.com/office/drawing/2014/main" id="{1FEB0EB0-4770-7E1C-B695-A50B58D9C04D}"/>
                  </a:ext>
                </a:extLst>
              </p:cNvPr>
              <p:cNvSpPr/>
              <p:nvPr/>
            </p:nvSpPr>
            <p:spPr>
              <a:xfrm>
                <a:off x="5776270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3" name="Freeform 29652">
                <a:extLst>
                  <a:ext uri="{FF2B5EF4-FFF2-40B4-BE49-F238E27FC236}">
                    <a16:creationId xmlns:a16="http://schemas.microsoft.com/office/drawing/2014/main" id="{D47A51B7-AB76-F436-47C7-E30BF3D20A50}"/>
                  </a:ext>
                </a:extLst>
              </p:cNvPr>
              <p:cNvSpPr/>
              <p:nvPr/>
            </p:nvSpPr>
            <p:spPr>
              <a:xfrm>
                <a:off x="5776865" y="2385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4" name="Freeform 29653">
                <a:extLst>
                  <a:ext uri="{FF2B5EF4-FFF2-40B4-BE49-F238E27FC236}">
                    <a16:creationId xmlns:a16="http://schemas.microsoft.com/office/drawing/2014/main" id="{CB07214C-08E6-C432-4A51-E676BACBE226}"/>
                  </a:ext>
                </a:extLst>
              </p:cNvPr>
              <p:cNvSpPr/>
              <p:nvPr/>
            </p:nvSpPr>
            <p:spPr>
              <a:xfrm>
                <a:off x="5777361" y="2388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5" name="Freeform 29654">
                <a:extLst>
                  <a:ext uri="{FF2B5EF4-FFF2-40B4-BE49-F238E27FC236}">
                    <a16:creationId xmlns:a16="http://schemas.microsoft.com/office/drawing/2014/main" id="{D94CB661-B436-A264-2B79-A50DFA8026C8}"/>
                  </a:ext>
                </a:extLst>
              </p:cNvPr>
              <p:cNvSpPr/>
              <p:nvPr/>
            </p:nvSpPr>
            <p:spPr>
              <a:xfrm>
                <a:off x="5777857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6" name="Freeform 29655">
                <a:extLst>
                  <a:ext uri="{FF2B5EF4-FFF2-40B4-BE49-F238E27FC236}">
                    <a16:creationId xmlns:a16="http://schemas.microsoft.com/office/drawing/2014/main" id="{65FE4E37-6803-666E-21E8-EA5D9E4C6012}"/>
                  </a:ext>
                </a:extLst>
              </p:cNvPr>
              <p:cNvSpPr/>
              <p:nvPr/>
            </p:nvSpPr>
            <p:spPr>
              <a:xfrm>
                <a:off x="5778452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7" name="Freeform 29656">
                <a:extLst>
                  <a:ext uri="{FF2B5EF4-FFF2-40B4-BE49-F238E27FC236}">
                    <a16:creationId xmlns:a16="http://schemas.microsoft.com/office/drawing/2014/main" id="{9C4A9DDC-691D-478E-F741-AA4F4ADBCF99}"/>
                  </a:ext>
                </a:extLst>
              </p:cNvPr>
              <p:cNvSpPr/>
              <p:nvPr/>
            </p:nvSpPr>
            <p:spPr>
              <a:xfrm>
                <a:off x="5778948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8" name="Freeform 29657">
                <a:extLst>
                  <a:ext uri="{FF2B5EF4-FFF2-40B4-BE49-F238E27FC236}">
                    <a16:creationId xmlns:a16="http://schemas.microsoft.com/office/drawing/2014/main" id="{D187222D-1A0C-044B-703E-A2B992625047}"/>
                  </a:ext>
                </a:extLst>
              </p:cNvPr>
              <p:cNvSpPr/>
              <p:nvPr/>
            </p:nvSpPr>
            <p:spPr>
              <a:xfrm>
                <a:off x="5779445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9" name="Freeform 29658">
                <a:extLst>
                  <a:ext uri="{FF2B5EF4-FFF2-40B4-BE49-F238E27FC236}">
                    <a16:creationId xmlns:a16="http://schemas.microsoft.com/office/drawing/2014/main" id="{66F1D4A4-9D37-48D9-4313-E646A0F798A7}"/>
                  </a:ext>
                </a:extLst>
              </p:cNvPr>
              <p:cNvSpPr/>
              <p:nvPr/>
            </p:nvSpPr>
            <p:spPr>
              <a:xfrm>
                <a:off x="5780040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0" name="Freeform 29659">
                <a:extLst>
                  <a:ext uri="{FF2B5EF4-FFF2-40B4-BE49-F238E27FC236}">
                    <a16:creationId xmlns:a16="http://schemas.microsoft.com/office/drawing/2014/main" id="{AF7A7447-A964-60F0-428D-6CE9692E30CD}"/>
                  </a:ext>
                </a:extLst>
              </p:cNvPr>
              <p:cNvSpPr/>
              <p:nvPr/>
            </p:nvSpPr>
            <p:spPr>
              <a:xfrm>
                <a:off x="5780536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1" name="Freeform 29660">
                <a:extLst>
                  <a:ext uri="{FF2B5EF4-FFF2-40B4-BE49-F238E27FC236}">
                    <a16:creationId xmlns:a16="http://schemas.microsoft.com/office/drawing/2014/main" id="{C175A7C5-10B9-0F48-B38D-DB68BBE3474A}"/>
                  </a:ext>
                </a:extLst>
              </p:cNvPr>
              <p:cNvSpPr/>
              <p:nvPr/>
            </p:nvSpPr>
            <p:spPr>
              <a:xfrm>
                <a:off x="5781032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2" name="Freeform 29661">
                <a:extLst>
                  <a:ext uri="{FF2B5EF4-FFF2-40B4-BE49-F238E27FC236}">
                    <a16:creationId xmlns:a16="http://schemas.microsoft.com/office/drawing/2014/main" id="{FC47E4C7-C745-E2C0-1AAE-24DD85D4248A}"/>
                  </a:ext>
                </a:extLst>
              </p:cNvPr>
              <p:cNvSpPr/>
              <p:nvPr/>
            </p:nvSpPr>
            <p:spPr>
              <a:xfrm>
                <a:off x="5781528" y="1613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3" name="Freeform 29662">
                <a:extLst>
                  <a:ext uri="{FF2B5EF4-FFF2-40B4-BE49-F238E27FC236}">
                    <a16:creationId xmlns:a16="http://schemas.microsoft.com/office/drawing/2014/main" id="{62612F87-7E94-BE09-3C01-E4A73493BC47}"/>
                  </a:ext>
                </a:extLst>
              </p:cNvPr>
              <p:cNvSpPr/>
              <p:nvPr/>
            </p:nvSpPr>
            <p:spPr>
              <a:xfrm>
                <a:off x="5782123" y="1746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4" name="Freeform 29663">
                <a:extLst>
                  <a:ext uri="{FF2B5EF4-FFF2-40B4-BE49-F238E27FC236}">
                    <a16:creationId xmlns:a16="http://schemas.microsoft.com/office/drawing/2014/main" id="{F8ECEEED-68ED-8E86-862D-F8667562A912}"/>
                  </a:ext>
                </a:extLst>
              </p:cNvPr>
              <p:cNvSpPr/>
              <p:nvPr/>
            </p:nvSpPr>
            <p:spPr>
              <a:xfrm>
                <a:off x="5782620" y="1712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5" name="Freeform 29664">
                <a:extLst>
                  <a:ext uri="{FF2B5EF4-FFF2-40B4-BE49-F238E27FC236}">
                    <a16:creationId xmlns:a16="http://schemas.microsoft.com/office/drawing/2014/main" id="{95D9813F-F461-3544-BC85-80FE44800F8C}"/>
                  </a:ext>
                </a:extLst>
              </p:cNvPr>
              <p:cNvSpPr/>
              <p:nvPr/>
            </p:nvSpPr>
            <p:spPr>
              <a:xfrm>
                <a:off x="5783116" y="1804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6" name="Freeform 29665">
                <a:extLst>
                  <a:ext uri="{FF2B5EF4-FFF2-40B4-BE49-F238E27FC236}">
                    <a16:creationId xmlns:a16="http://schemas.microsoft.com/office/drawing/2014/main" id="{F137372B-7767-D083-3FBE-0F00111FF872}"/>
                  </a:ext>
                </a:extLst>
              </p:cNvPr>
              <p:cNvSpPr/>
              <p:nvPr/>
            </p:nvSpPr>
            <p:spPr>
              <a:xfrm>
                <a:off x="5783711" y="1844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7" name="Freeform 29666">
                <a:extLst>
                  <a:ext uri="{FF2B5EF4-FFF2-40B4-BE49-F238E27FC236}">
                    <a16:creationId xmlns:a16="http://schemas.microsoft.com/office/drawing/2014/main" id="{4624C104-4D4A-FDE9-E0AD-F426816C5A7C}"/>
                  </a:ext>
                </a:extLst>
              </p:cNvPr>
              <p:cNvSpPr/>
              <p:nvPr/>
            </p:nvSpPr>
            <p:spPr>
              <a:xfrm>
                <a:off x="5784207" y="1789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8" name="Freeform 29667">
                <a:extLst>
                  <a:ext uri="{FF2B5EF4-FFF2-40B4-BE49-F238E27FC236}">
                    <a16:creationId xmlns:a16="http://schemas.microsoft.com/office/drawing/2014/main" id="{CFA2E99B-AA98-F9FA-A100-7CBF82B9C353}"/>
                  </a:ext>
                </a:extLst>
              </p:cNvPr>
              <p:cNvSpPr/>
              <p:nvPr/>
            </p:nvSpPr>
            <p:spPr>
              <a:xfrm>
                <a:off x="5784703" y="1780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9" name="Freeform 29668">
                <a:extLst>
                  <a:ext uri="{FF2B5EF4-FFF2-40B4-BE49-F238E27FC236}">
                    <a16:creationId xmlns:a16="http://schemas.microsoft.com/office/drawing/2014/main" id="{C9D7934B-EF5B-B923-C6E5-DA3386CC447A}"/>
                  </a:ext>
                </a:extLst>
              </p:cNvPr>
              <p:cNvSpPr/>
              <p:nvPr/>
            </p:nvSpPr>
            <p:spPr>
              <a:xfrm>
                <a:off x="5785298" y="180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0" name="Freeform 29669">
                <a:extLst>
                  <a:ext uri="{FF2B5EF4-FFF2-40B4-BE49-F238E27FC236}">
                    <a16:creationId xmlns:a16="http://schemas.microsoft.com/office/drawing/2014/main" id="{9A9084D0-B70B-5A2C-16D6-68FBBC34CDA1}"/>
                  </a:ext>
                </a:extLst>
              </p:cNvPr>
              <p:cNvSpPr/>
              <p:nvPr/>
            </p:nvSpPr>
            <p:spPr>
              <a:xfrm>
                <a:off x="5785795" y="180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1" name="Freeform 29670">
                <a:extLst>
                  <a:ext uri="{FF2B5EF4-FFF2-40B4-BE49-F238E27FC236}">
                    <a16:creationId xmlns:a16="http://schemas.microsoft.com/office/drawing/2014/main" id="{A85183C4-4BF7-2FB4-B863-23B776082A14}"/>
                  </a:ext>
                </a:extLst>
              </p:cNvPr>
              <p:cNvSpPr/>
              <p:nvPr/>
            </p:nvSpPr>
            <p:spPr>
              <a:xfrm>
                <a:off x="5786291" y="1851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2" name="Freeform 29671">
                <a:extLst>
                  <a:ext uri="{FF2B5EF4-FFF2-40B4-BE49-F238E27FC236}">
                    <a16:creationId xmlns:a16="http://schemas.microsoft.com/office/drawing/2014/main" id="{AFFCF2A9-F5B9-1F90-A119-E663A6082E15}"/>
                  </a:ext>
                </a:extLst>
              </p:cNvPr>
              <p:cNvSpPr/>
              <p:nvPr/>
            </p:nvSpPr>
            <p:spPr>
              <a:xfrm>
                <a:off x="5786886" y="1906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3" name="Freeform 29672">
                <a:extLst>
                  <a:ext uri="{FF2B5EF4-FFF2-40B4-BE49-F238E27FC236}">
                    <a16:creationId xmlns:a16="http://schemas.microsoft.com/office/drawing/2014/main" id="{55547B29-C630-E489-3E9A-C2773A825F69}"/>
                  </a:ext>
                </a:extLst>
              </p:cNvPr>
              <p:cNvSpPr/>
              <p:nvPr/>
            </p:nvSpPr>
            <p:spPr>
              <a:xfrm>
                <a:off x="5787382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4" name="Freeform 29673">
                <a:extLst>
                  <a:ext uri="{FF2B5EF4-FFF2-40B4-BE49-F238E27FC236}">
                    <a16:creationId xmlns:a16="http://schemas.microsoft.com/office/drawing/2014/main" id="{2858FC6F-480C-7C69-BA52-39E332152D02}"/>
                  </a:ext>
                </a:extLst>
              </p:cNvPr>
              <p:cNvSpPr/>
              <p:nvPr/>
            </p:nvSpPr>
            <p:spPr>
              <a:xfrm>
                <a:off x="5787878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5" name="Freeform 29674">
                <a:extLst>
                  <a:ext uri="{FF2B5EF4-FFF2-40B4-BE49-F238E27FC236}">
                    <a16:creationId xmlns:a16="http://schemas.microsoft.com/office/drawing/2014/main" id="{FAF9AC95-69FD-4739-5367-5391D2CCB1BE}"/>
                  </a:ext>
                </a:extLst>
              </p:cNvPr>
              <p:cNvSpPr/>
              <p:nvPr/>
            </p:nvSpPr>
            <p:spPr>
              <a:xfrm>
                <a:off x="5788473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6" name="Freeform 29675">
                <a:extLst>
                  <a:ext uri="{FF2B5EF4-FFF2-40B4-BE49-F238E27FC236}">
                    <a16:creationId xmlns:a16="http://schemas.microsoft.com/office/drawing/2014/main" id="{F42CB41A-DA4A-BD74-FEB3-3EA2B3185638}"/>
                  </a:ext>
                </a:extLst>
              </p:cNvPr>
              <p:cNvSpPr/>
              <p:nvPr/>
            </p:nvSpPr>
            <p:spPr>
              <a:xfrm>
                <a:off x="5788970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7" name="Freeform 29676">
                <a:extLst>
                  <a:ext uri="{FF2B5EF4-FFF2-40B4-BE49-F238E27FC236}">
                    <a16:creationId xmlns:a16="http://schemas.microsoft.com/office/drawing/2014/main" id="{446CEEB6-431E-D611-8CAC-9E6EE6858195}"/>
                  </a:ext>
                </a:extLst>
              </p:cNvPr>
              <p:cNvSpPr/>
              <p:nvPr/>
            </p:nvSpPr>
            <p:spPr>
              <a:xfrm>
                <a:off x="5789466" y="2411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8" name="Freeform 29677">
                <a:extLst>
                  <a:ext uri="{FF2B5EF4-FFF2-40B4-BE49-F238E27FC236}">
                    <a16:creationId xmlns:a16="http://schemas.microsoft.com/office/drawing/2014/main" id="{040B6BD8-618E-C97A-7870-88ECF928F824}"/>
                  </a:ext>
                </a:extLst>
              </p:cNvPr>
              <p:cNvSpPr/>
              <p:nvPr/>
            </p:nvSpPr>
            <p:spPr>
              <a:xfrm>
                <a:off x="579006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9" name="Freeform 29678">
                <a:extLst>
                  <a:ext uri="{FF2B5EF4-FFF2-40B4-BE49-F238E27FC236}">
                    <a16:creationId xmlns:a16="http://schemas.microsoft.com/office/drawing/2014/main" id="{D0DB3252-9EC9-2194-D623-791AE247971F}"/>
                  </a:ext>
                </a:extLst>
              </p:cNvPr>
              <p:cNvSpPr/>
              <p:nvPr/>
            </p:nvSpPr>
            <p:spPr>
              <a:xfrm>
                <a:off x="5790557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0" name="Freeform 29679">
                <a:extLst>
                  <a:ext uri="{FF2B5EF4-FFF2-40B4-BE49-F238E27FC236}">
                    <a16:creationId xmlns:a16="http://schemas.microsoft.com/office/drawing/2014/main" id="{E9A9D125-98E7-FFA0-3794-05D0E6FBCF93}"/>
                  </a:ext>
                </a:extLst>
              </p:cNvPr>
              <p:cNvSpPr/>
              <p:nvPr/>
            </p:nvSpPr>
            <p:spPr>
              <a:xfrm>
                <a:off x="579105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1" name="Freeform 29680">
                <a:extLst>
                  <a:ext uri="{FF2B5EF4-FFF2-40B4-BE49-F238E27FC236}">
                    <a16:creationId xmlns:a16="http://schemas.microsoft.com/office/drawing/2014/main" id="{F3C0D2EC-9E2A-24B4-4D4F-FDC64ABBD807}"/>
                  </a:ext>
                </a:extLst>
              </p:cNvPr>
              <p:cNvSpPr/>
              <p:nvPr/>
            </p:nvSpPr>
            <p:spPr>
              <a:xfrm>
                <a:off x="579164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2" name="Freeform 29681">
                <a:extLst>
                  <a:ext uri="{FF2B5EF4-FFF2-40B4-BE49-F238E27FC236}">
                    <a16:creationId xmlns:a16="http://schemas.microsoft.com/office/drawing/2014/main" id="{EB6DB8A8-4189-54B5-A110-60B5BCDBAC5C}"/>
                  </a:ext>
                </a:extLst>
              </p:cNvPr>
              <p:cNvSpPr/>
              <p:nvPr/>
            </p:nvSpPr>
            <p:spPr>
              <a:xfrm>
                <a:off x="5792145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3" name="Freeform 29682">
                <a:extLst>
                  <a:ext uri="{FF2B5EF4-FFF2-40B4-BE49-F238E27FC236}">
                    <a16:creationId xmlns:a16="http://schemas.microsoft.com/office/drawing/2014/main" id="{03FAAEFE-07DD-DDE1-A5E2-92DB87B911F7}"/>
                  </a:ext>
                </a:extLst>
              </p:cNvPr>
              <p:cNvSpPr/>
              <p:nvPr/>
            </p:nvSpPr>
            <p:spPr>
              <a:xfrm>
                <a:off x="5792641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4" name="Freeform 29683">
                <a:extLst>
                  <a:ext uri="{FF2B5EF4-FFF2-40B4-BE49-F238E27FC236}">
                    <a16:creationId xmlns:a16="http://schemas.microsoft.com/office/drawing/2014/main" id="{3D54CA83-9B11-6F54-74BB-270A90A509E4}"/>
                  </a:ext>
                </a:extLst>
              </p:cNvPr>
              <p:cNvSpPr/>
              <p:nvPr/>
            </p:nvSpPr>
            <p:spPr>
              <a:xfrm>
                <a:off x="5793137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5" name="Freeform 29684">
                <a:extLst>
                  <a:ext uri="{FF2B5EF4-FFF2-40B4-BE49-F238E27FC236}">
                    <a16:creationId xmlns:a16="http://schemas.microsoft.com/office/drawing/2014/main" id="{6A973ED5-83AA-B0D8-DF99-18BDCB796F62}"/>
                  </a:ext>
                </a:extLst>
              </p:cNvPr>
              <p:cNvSpPr/>
              <p:nvPr/>
            </p:nvSpPr>
            <p:spPr>
              <a:xfrm>
                <a:off x="5793732" y="2083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6" name="Freeform 29685">
                <a:extLst>
                  <a:ext uri="{FF2B5EF4-FFF2-40B4-BE49-F238E27FC236}">
                    <a16:creationId xmlns:a16="http://schemas.microsoft.com/office/drawing/2014/main" id="{5BFC97F8-B08A-E0D8-DE92-606A1D39C89D}"/>
                  </a:ext>
                </a:extLst>
              </p:cNvPr>
              <p:cNvSpPr/>
              <p:nvPr/>
            </p:nvSpPr>
            <p:spPr>
              <a:xfrm>
                <a:off x="5794228" y="1904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7" name="Freeform 29686">
                <a:extLst>
                  <a:ext uri="{FF2B5EF4-FFF2-40B4-BE49-F238E27FC236}">
                    <a16:creationId xmlns:a16="http://schemas.microsoft.com/office/drawing/2014/main" id="{023D6C58-8B80-50E8-FFB2-2623ECB64CE5}"/>
                  </a:ext>
                </a:extLst>
              </p:cNvPr>
              <p:cNvSpPr/>
              <p:nvPr/>
            </p:nvSpPr>
            <p:spPr>
              <a:xfrm>
                <a:off x="5794724" y="1884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8" name="Freeform 29687">
                <a:extLst>
                  <a:ext uri="{FF2B5EF4-FFF2-40B4-BE49-F238E27FC236}">
                    <a16:creationId xmlns:a16="http://schemas.microsoft.com/office/drawing/2014/main" id="{42728087-B04E-F95B-AE24-997C03218037}"/>
                  </a:ext>
                </a:extLst>
              </p:cNvPr>
              <p:cNvSpPr/>
              <p:nvPr/>
            </p:nvSpPr>
            <p:spPr>
              <a:xfrm>
                <a:off x="5795320" y="1876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9" name="Freeform 29688">
                <a:extLst>
                  <a:ext uri="{FF2B5EF4-FFF2-40B4-BE49-F238E27FC236}">
                    <a16:creationId xmlns:a16="http://schemas.microsoft.com/office/drawing/2014/main" id="{21620A04-7D73-BE62-4266-73ABE2580B06}"/>
                  </a:ext>
                </a:extLst>
              </p:cNvPr>
              <p:cNvSpPr/>
              <p:nvPr/>
            </p:nvSpPr>
            <p:spPr>
              <a:xfrm>
                <a:off x="5795816" y="19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0" name="Freeform 29689">
                <a:extLst>
                  <a:ext uri="{FF2B5EF4-FFF2-40B4-BE49-F238E27FC236}">
                    <a16:creationId xmlns:a16="http://schemas.microsoft.com/office/drawing/2014/main" id="{7E64D101-3048-309C-3772-FA760CCFB60D}"/>
                  </a:ext>
                </a:extLst>
              </p:cNvPr>
              <p:cNvSpPr/>
              <p:nvPr/>
            </p:nvSpPr>
            <p:spPr>
              <a:xfrm>
                <a:off x="5796312" y="1995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1" name="Freeform 29690">
                <a:extLst>
                  <a:ext uri="{FF2B5EF4-FFF2-40B4-BE49-F238E27FC236}">
                    <a16:creationId xmlns:a16="http://schemas.microsoft.com/office/drawing/2014/main" id="{AB631170-EF00-5A47-64C5-C0F85F498EBF}"/>
                  </a:ext>
                </a:extLst>
              </p:cNvPr>
              <p:cNvSpPr/>
              <p:nvPr/>
            </p:nvSpPr>
            <p:spPr>
              <a:xfrm>
                <a:off x="5796907" y="19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2" name="Freeform 29691">
                <a:extLst>
                  <a:ext uri="{FF2B5EF4-FFF2-40B4-BE49-F238E27FC236}">
                    <a16:creationId xmlns:a16="http://schemas.microsoft.com/office/drawing/2014/main" id="{C306C0D8-205A-7F1A-76DC-0B600EBCDD73}"/>
                  </a:ext>
                </a:extLst>
              </p:cNvPr>
              <p:cNvSpPr/>
              <p:nvPr/>
            </p:nvSpPr>
            <p:spPr>
              <a:xfrm>
                <a:off x="5797403" y="1989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3" name="Freeform 29692">
                <a:extLst>
                  <a:ext uri="{FF2B5EF4-FFF2-40B4-BE49-F238E27FC236}">
                    <a16:creationId xmlns:a16="http://schemas.microsoft.com/office/drawing/2014/main" id="{7D74D704-D5D9-C89F-C474-22FD43BEF086}"/>
                  </a:ext>
                </a:extLst>
              </p:cNvPr>
              <p:cNvSpPr/>
              <p:nvPr/>
            </p:nvSpPr>
            <p:spPr>
              <a:xfrm>
                <a:off x="5797899" y="194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4" name="Freeform 29693">
                <a:extLst>
                  <a:ext uri="{FF2B5EF4-FFF2-40B4-BE49-F238E27FC236}">
                    <a16:creationId xmlns:a16="http://schemas.microsoft.com/office/drawing/2014/main" id="{9CD7790D-42B0-D732-861F-D4088ED5BFA0}"/>
                  </a:ext>
                </a:extLst>
              </p:cNvPr>
              <p:cNvSpPr/>
              <p:nvPr/>
            </p:nvSpPr>
            <p:spPr>
              <a:xfrm>
                <a:off x="5798495" y="1916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5" name="Freeform 29694">
                <a:extLst>
                  <a:ext uri="{FF2B5EF4-FFF2-40B4-BE49-F238E27FC236}">
                    <a16:creationId xmlns:a16="http://schemas.microsoft.com/office/drawing/2014/main" id="{40EA80E6-5CFB-1230-9FF4-04163FC4F6FC}"/>
                  </a:ext>
                </a:extLst>
              </p:cNvPr>
              <p:cNvSpPr/>
              <p:nvPr/>
            </p:nvSpPr>
            <p:spPr>
              <a:xfrm>
                <a:off x="5798991" y="1895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6" name="Freeform 29695">
                <a:extLst>
                  <a:ext uri="{FF2B5EF4-FFF2-40B4-BE49-F238E27FC236}">
                    <a16:creationId xmlns:a16="http://schemas.microsoft.com/office/drawing/2014/main" id="{4114F021-7995-FE8D-00C0-72C347587C10}"/>
                  </a:ext>
                </a:extLst>
              </p:cNvPr>
              <p:cNvSpPr/>
              <p:nvPr/>
            </p:nvSpPr>
            <p:spPr>
              <a:xfrm>
                <a:off x="5799487" y="1883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7" name="Freeform 29696">
                <a:extLst>
                  <a:ext uri="{FF2B5EF4-FFF2-40B4-BE49-F238E27FC236}">
                    <a16:creationId xmlns:a16="http://schemas.microsoft.com/office/drawing/2014/main" id="{E971B18F-080E-B185-5E18-62157EAEE876}"/>
                  </a:ext>
                </a:extLst>
              </p:cNvPr>
              <p:cNvSpPr/>
              <p:nvPr/>
            </p:nvSpPr>
            <p:spPr>
              <a:xfrm>
                <a:off x="5800082" y="2361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8" name="Freeform 29697">
                <a:extLst>
                  <a:ext uri="{FF2B5EF4-FFF2-40B4-BE49-F238E27FC236}">
                    <a16:creationId xmlns:a16="http://schemas.microsoft.com/office/drawing/2014/main" id="{E1805DF0-FB2B-E589-5022-6E2EC365E094}"/>
                  </a:ext>
                </a:extLst>
              </p:cNvPr>
              <p:cNvSpPr/>
              <p:nvPr/>
            </p:nvSpPr>
            <p:spPr>
              <a:xfrm>
                <a:off x="5800578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9" name="Freeform 29698">
                <a:extLst>
                  <a:ext uri="{FF2B5EF4-FFF2-40B4-BE49-F238E27FC236}">
                    <a16:creationId xmlns:a16="http://schemas.microsoft.com/office/drawing/2014/main" id="{FA83FC3C-91DC-4204-14F9-AE9EA5C37287}"/>
                  </a:ext>
                </a:extLst>
              </p:cNvPr>
              <p:cNvSpPr/>
              <p:nvPr/>
            </p:nvSpPr>
            <p:spPr>
              <a:xfrm>
                <a:off x="5801074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0" name="Freeform 29699">
                <a:extLst>
                  <a:ext uri="{FF2B5EF4-FFF2-40B4-BE49-F238E27FC236}">
                    <a16:creationId xmlns:a16="http://schemas.microsoft.com/office/drawing/2014/main" id="{56EC1AC2-0623-F7DB-635D-85DD972F886E}"/>
                  </a:ext>
                </a:extLst>
              </p:cNvPr>
              <p:cNvSpPr/>
              <p:nvPr/>
            </p:nvSpPr>
            <p:spPr>
              <a:xfrm>
                <a:off x="5801670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1" name="Freeform 29700">
                <a:extLst>
                  <a:ext uri="{FF2B5EF4-FFF2-40B4-BE49-F238E27FC236}">
                    <a16:creationId xmlns:a16="http://schemas.microsoft.com/office/drawing/2014/main" id="{52FA6D9F-D3E3-20B6-E807-AF37671DF846}"/>
                  </a:ext>
                </a:extLst>
              </p:cNvPr>
              <p:cNvSpPr/>
              <p:nvPr/>
            </p:nvSpPr>
            <p:spPr>
              <a:xfrm>
                <a:off x="5802166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2" name="Freeform 29701">
                <a:extLst>
                  <a:ext uri="{FF2B5EF4-FFF2-40B4-BE49-F238E27FC236}">
                    <a16:creationId xmlns:a16="http://schemas.microsoft.com/office/drawing/2014/main" id="{4CD9A447-A4BF-C84F-6F11-2926C143956B}"/>
                  </a:ext>
                </a:extLst>
              </p:cNvPr>
              <p:cNvSpPr/>
              <p:nvPr/>
            </p:nvSpPr>
            <p:spPr>
              <a:xfrm>
                <a:off x="5802662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3" name="Freeform 29702">
                <a:extLst>
                  <a:ext uri="{FF2B5EF4-FFF2-40B4-BE49-F238E27FC236}">
                    <a16:creationId xmlns:a16="http://schemas.microsoft.com/office/drawing/2014/main" id="{48C5C046-E5DD-05E8-6435-23C883607741}"/>
                  </a:ext>
                </a:extLst>
              </p:cNvPr>
              <p:cNvSpPr/>
              <p:nvPr/>
            </p:nvSpPr>
            <p:spPr>
              <a:xfrm>
                <a:off x="5803257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4" name="Freeform 29703">
                <a:extLst>
                  <a:ext uri="{FF2B5EF4-FFF2-40B4-BE49-F238E27FC236}">
                    <a16:creationId xmlns:a16="http://schemas.microsoft.com/office/drawing/2014/main" id="{66C574E6-D927-2BC1-80CE-1555C7C9F3DE}"/>
                  </a:ext>
                </a:extLst>
              </p:cNvPr>
              <p:cNvSpPr/>
              <p:nvPr/>
            </p:nvSpPr>
            <p:spPr>
              <a:xfrm>
                <a:off x="580375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5" name="Freeform 29704">
                <a:extLst>
                  <a:ext uri="{FF2B5EF4-FFF2-40B4-BE49-F238E27FC236}">
                    <a16:creationId xmlns:a16="http://schemas.microsoft.com/office/drawing/2014/main" id="{35191C15-CF3D-8585-AB7C-3832EA679212}"/>
                  </a:ext>
                </a:extLst>
              </p:cNvPr>
              <p:cNvSpPr/>
              <p:nvPr/>
            </p:nvSpPr>
            <p:spPr>
              <a:xfrm>
                <a:off x="580424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6" name="Freeform 29705">
                <a:extLst>
                  <a:ext uri="{FF2B5EF4-FFF2-40B4-BE49-F238E27FC236}">
                    <a16:creationId xmlns:a16="http://schemas.microsoft.com/office/drawing/2014/main" id="{236F11C6-8CE4-73DD-6036-F19C89ADD4BD}"/>
                  </a:ext>
                </a:extLst>
              </p:cNvPr>
              <p:cNvSpPr/>
              <p:nvPr/>
            </p:nvSpPr>
            <p:spPr>
              <a:xfrm>
                <a:off x="580484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7" name="Freeform 29706">
                <a:extLst>
                  <a:ext uri="{FF2B5EF4-FFF2-40B4-BE49-F238E27FC236}">
                    <a16:creationId xmlns:a16="http://schemas.microsoft.com/office/drawing/2014/main" id="{D8EF30BC-A3F9-CF04-7324-31E415C3D17E}"/>
                  </a:ext>
                </a:extLst>
              </p:cNvPr>
              <p:cNvSpPr/>
              <p:nvPr/>
            </p:nvSpPr>
            <p:spPr>
              <a:xfrm>
                <a:off x="5805341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8" name="Freeform 29707">
                <a:extLst>
                  <a:ext uri="{FF2B5EF4-FFF2-40B4-BE49-F238E27FC236}">
                    <a16:creationId xmlns:a16="http://schemas.microsoft.com/office/drawing/2014/main" id="{2F1E176F-A4BB-FCDD-B305-6AD37FB30B1B}"/>
                  </a:ext>
                </a:extLst>
              </p:cNvPr>
              <p:cNvSpPr/>
              <p:nvPr/>
            </p:nvSpPr>
            <p:spPr>
              <a:xfrm>
                <a:off x="5805837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9" name="Freeform 29708">
                <a:extLst>
                  <a:ext uri="{FF2B5EF4-FFF2-40B4-BE49-F238E27FC236}">
                    <a16:creationId xmlns:a16="http://schemas.microsoft.com/office/drawing/2014/main" id="{94A72D5D-4279-3FFC-B34C-A197E7353EFF}"/>
                  </a:ext>
                </a:extLst>
              </p:cNvPr>
              <p:cNvSpPr/>
              <p:nvPr/>
            </p:nvSpPr>
            <p:spPr>
              <a:xfrm>
                <a:off x="5806333" y="214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0" name="Freeform 29709">
                <a:extLst>
                  <a:ext uri="{FF2B5EF4-FFF2-40B4-BE49-F238E27FC236}">
                    <a16:creationId xmlns:a16="http://schemas.microsoft.com/office/drawing/2014/main" id="{392EE50E-7E42-3C9E-A336-0E10E979E534}"/>
                  </a:ext>
                </a:extLst>
              </p:cNvPr>
              <p:cNvSpPr/>
              <p:nvPr/>
            </p:nvSpPr>
            <p:spPr>
              <a:xfrm>
                <a:off x="5806928" y="1792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1" name="Freeform 29710">
                <a:extLst>
                  <a:ext uri="{FF2B5EF4-FFF2-40B4-BE49-F238E27FC236}">
                    <a16:creationId xmlns:a16="http://schemas.microsoft.com/office/drawing/2014/main" id="{97326886-2070-3E5D-D2B6-D43FC95B2150}"/>
                  </a:ext>
                </a:extLst>
              </p:cNvPr>
              <p:cNvSpPr/>
              <p:nvPr/>
            </p:nvSpPr>
            <p:spPr>
              <a:xfrm>
                <a:off x="5807424" y="1790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2" name="Freeform 29711">
                <a:extLst>
                  <a:ext uri="{FF2B5EF4-FFF2-40B4-BE49-F238E27FC236}">
                    <a16:creationId xmlns:a16="http://schemas.microsoft.com/office/drawing/2014/main" id="{50FA8628-39C8-52D6-67F9-6769CD3BC2EE}"/>
                  </a:ext>
                </a:extLst>
              </p:cNvPr>
              <p:cNvSpPr/>
              <p:nvPr/>
            </p:nvSpPr>
            <p:spPr>
              <a:xfrm>
                <a:off x="5807920" y="1788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3" name="Freeform 29712">
                <a:extLst>
                  <a:ext uri="{FF2B5EF4-FFF2-40B4-BE49-F238E27FC236}">
                    <a16:creationId xmlns:a16="http://schemas.microsoft.com/office/drawing/2014/main" id="{1CEBB19C-7BB7-87EF-0C52-AC67771A4875}"/>
                  </a:ext>
                </a:extLst>
              </p:cNvPr>
              <p:cNvSpPr/>
              <p:nvPr/>
            </p:nvSpPr>
            <p:spPr>
              <a:xfrm>
                <a:off x="5808516" y="1731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4" name="Freeform 29713">
                <a:extLst>
                  <a:ext uri="{FF2B5EF4-FFF2-40B4-BE49-F238E27FC236}">
                    <a16:creationId xmlns:a16="http://schemas.microsoft.com/office/drawing/2014/main" id="{D9B42705-D176-C4A3-60E3-D091790CF5FC}"/>
                  </a:ext>
                </a:extLst>
              </p:cNvPr>
              <p:cNvSpPr/>
              <p:nvPr/>
            </p:nvSpPr>
            <p:spPr>
              <a:xfrm>
                <a:off x="5809012" y="1676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5" name="Freeform 29714">
                <a:extLst>
                  <a:ext uri="{FF2B5EF4-FFF2-40B4-BE49-F238E27FC236}">
                    <a16:creationId xmlns:a16="http://schemas.microsoft.com/office/drawing/2014/main" id="{4CC3661A-F75C-9F9F-1C76-C3C4850022BE}"/>
                  </a:ext>
                </a:extLst>
              </p:cNvPr>
              <p:cNvSpPr/>
              <p:nvPr/>
            </p:nvSpPr>
            <p:spPr>
              <a:xfrm>
                <a:off x="5809508" y="1717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6" name="Freeform 29715">
                <a:extLst>
                  <a:ext uri="{FF2B5EF4-FFF2-40B4-BE49-F238E27FC236}">
                    <a16:creationId xmlns:a16="http://schemas.microsoft.com/office/drawing/2014/main" id="{A2F23A29-EB36-FC27-5751-B4EB1A979A23}"/>
                  </a:ext>
                </a:extLst>
              </p:cNvPr>
              <p:cNvSpPr/>
              <p:nvPr/>
            </p:nvSpPr>
            <p:spPr>
              <a:xfrm>
                <a:off x="5810103" y="1786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7" name="Freeform 29716">
                <a:extLst>
                  <a:ext uri="{FF2B5EF4-FFF2-40B4-BE49-F238E27FC236}">
                    <a16:creationId xmlns:a16="http://schemas.microsoft.com/office/drawing/2014/main" id="{46E253A6-A70E-78D3-E94D-2ADC22A5DCD9}"/>
                  </a:ext>
                </a:extLst>
              </p:cNvPr>
              <p:cNvSpPr/>
              <p:nvPr/>
            </p:nvSpPr>
            <p:spPr>
              <a:xfrm>
                <a:off x="5810599" y="1728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8" name="Freeform 29717">
                <a:extLst>
                  <a:ext uri="{FF2B5EF4-FFF2-40B4-BE49-F238E27FC236}">
                    <a16:creationId xmlns:a16="http://schemas.microsoft.com/office/drawing/2014/main" id="{49E9C34B-6EF7-7FEB-D663-C5FBE1985A0E}"/>
                  </a:ext>
                </a:extLst>
              </p:cNvPr>
              <p:cNvSpPr/>
              <p:nvPr/>
            </p:nvSpPr>
            <p:spPr>
              <a:xfrm>
                <a:off x="5811095" y="1637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9" name="Freeform 29718">
                <a:extLst>
                  <a:ext uri="{FF2B5EF4-FFF2-40B4-BE49-F238E27FC236}">
                    <a16:creationId xmlns:a16="http://schemas.microsoft.com/office/drawing/2014/main" id="{860AFF6B-C271-AD3F-6C75-18CE81ABE937}"/>
                  </a:ext>
                </a:extLst>
              </p:cNvPr>
              <p:cNvSpPr/>
              <p:nvPr/>
            </p:nvSpPr>
            <p:spPr>
              <a:xfrm>
                <a:off x="5811691" y="1713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0" name="Freeform 29719">
                <a:extLst>
                  <a:ext uri="{FF2B5EF4-FFF2-40B4-BE49-F238E27FC236}">
                    <a16:creationId xmlns:a16="http://schemas.microsoft.com/office/drawing/2014/main" id="{7457D4C3-6FAA-71F4-ED40-27B655E391AA}"/>
                  </a:ext>
                </a:extLst>
              </p:cNvPr>
              <p:cNvSpPr/>
              <p:nvPr/>
            </p:nvSpPr>
            <p:spPr>
              <a:xfrm>
                <a:off x="5812187" y="1820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1" name="Freeform 29720">
                <a:extLst>
                  <a:ext uri="{FF2B5EF4-FFF2-40B4-BE49-F238E27FC236}">
                    <a16:creationId xmlns:a16="http://schemas.microsoft.com/office/drawing/2014/main" id="{DCCFE0E4-ABB4-02F4-06B6-4CD7F579A236}"/>
                  </a:ext>
                </a:extLst>
              </p:cNvPr>
              <p:cNvSpPr/>
              <p:nvPr/>
            </p:nvSpPr>
            <p:spPr>
              <a:xfrm>
                <a:off x="5812683" y="2358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2" name="Freeform 29721">
                <a:extLst>
                  <a:ext uri="{FF2B5EF4-FFF2-40B4-BE49-F238E27FC236}">
                    <a16:creationId xmlns:a16="http://schemas.microsoft.com/office/drawing/2014/main" id="{691E4309-4FF1-33BE-EF3E-5D692C5D56D1}"/>
                  </a:ext>
                </a:extLst>
              </p:cNvPr>
              <p:cNvSpPr/>
              <p:nvPr/>
            </p:nvSpPr>
            <p:spPr>
              <a:xfrm>
                <a:off x="5813278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3" name="Freeform 29722">
                <a:extLst>
                  <a:ext uri="{FF2B5EF4-FFF2-40B4-BE49-F238E27FC236}">
                    <a16:creationId xmlns:a16="http://schemas.microsoft.com/office/drawing/2014/main" id="{2DCB00B9-D8F8-7510-67A6-537EDB76E706}"/>
                  </a:ext>
                </a:extLst>
              </p:cNvPr>
              <p:cNvSpPr/>
              <p:nvPr/>
            </p:nvSpPr>
            <p:spPr>
              <a:xfrm>
                <a:off x="5813774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4" name="Freeform 29723">
                <a:extLst>
                  <a:ext uri="{FF2B5EF4-FFF2-40B4-BE49-F238E27FC236}">
                    <a16:creationId xmlns:a16="http://schemas.microsoft.com/office/drawing/2014/main" id="{D5FDBC92-59B9-F0B9-6BAC-E26DE78EA5C6}"/>
                  </a:ext>
                </a:extLst>
              </p:cNvPr>
              <p:cNvSpPr/>
              <p:nvPr/>
            </p:nvSpPr>
            <p:spPr>
              <a:xfrm>
                <a:off x="5814270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5" name="Freeform 29724">
                <a:extLst>
                  <a:ext uri="{FF2B5EF4-FFF2-40B4-BE49-F238E27FC236}">
                    <a16:creationId xmlns:a16="http://schemas.microsoft.com/office/drawing/2014/main" id="{826E0E8C-BC06-AF49-97E2-B7F5925EE978}"/>
                  </a:ext>
                </a:extLst>
              </p:cNvPr>
              <p:cNvSpPr/>
              <p:nvPr/>
            </p:nvSpPr>
            <p:spPr>
              <a:xfrm>
                <a:off x="5814866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6" name="Freeform 29725">
                <a:extLst>
                  <a:ext uri="{FF2B5EF4-FFF2-40B4-BE49-F238E27FC236}">
                    <a16:creationId xmlns:a16="http://schemas.microsoft.com/office/drawing/2014/main" id="{7127F5C5-2375-EFD1-D6BE-C3A9B9C1819E}"/>
                  </a:ext>
                </a:extLst>
              </p:cNvPr>
              <p:cNvSpPr/>
              <p:nvPr/>
            </p:nvSpPr>
            <p:spPr>
              <a:xfrm>
                <a:off x="5815362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7" name="Freeform 29726">
                <a:extLst>
                  <a:ext uri="{FF2B5EF4-FFF2-40B4-BE49-F238E27FC236}">
                    <a16:creationId xmlns:a16="http://schemas.microsoft.com/office/drawing/2014/main" id="{3CC8B850-50B8-D5E7-E962-4E9C2F5AFBED}"/>
                  </a:ext>
                </a:extLst>
              </p:cNvPr>
              <p:cNvSpPr/>
              <p:nvPr/>
            </p:nvSpPr>
            <p:spPr>
              <a:xfrm>
                <a:off x="581585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8" name="Freeform 29727">
                <a:extLst>
                  <a:ext uri="{FF2B5EF4-FFF2-40B4-BE49-F238E27FC236}">
                    <a16:creationId xmlns:a16="http://schemas.microsoft.com/office/drawing/2014/main" id="{A3E4E550-6ED8-C7AB-4872-034BC36F024A}"/>
                  </a:ext>
                </a:extLst>
              </p:cNvPr>
              <p:cNvSpPr/>
              <p:nvPr/>
            </p:nvSpPr>
            <p:spPr>
              <a:xfrm>
                <a:off x="581645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9" name="Freeform 29728">
                <a:extLst>
                  <a:ext uri="{FF2B5EF4-FFF2-40B4-BE49-F238E27FC236}">
                    <a16:creationId xmlns:a16="http://schemas.microsoft.com/office/drawing/2014/main" id="{4650210E-A536-9B61-C023-59DFFD9599A3}"/>
                  </a:ext>
                </a:extLst>
              </p:cNvPr>
              <p:cNvSpPr/>
              <p:nvPr/>
            </p:nvSpPr>
            <p:spPr>
              <a:xfrm>
                <a:off x="581694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0" name="Freeform 29729">
                <a:extLst>
                  <a:ext uri="{FF2B5EF4-FFF2-40B4-BE49-F238E27FC236}">
                    <a16:creationId xmlns:a16="http://schemas.microsoft.com/office/drawing/2014/main" id="{D69884DC-FEDE-CA6F-644D-8EB5A04DD8C9}"/>
                  </a:ext>
                </a:extLst>
              </p:cNvPr>
              <p:cNvSpPr/>
              <p:nvPr/>
            </p:nvSpPr>
            <p:spPr>
              <a:xfrm>
                <a:off x="581744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1" name="Freeform 29730">
                <a:extLst>
                  <a:ext uri="{FF2B5EF4-FFF2-40B4-BE49-F238E27FC236}">
                    <a16:creationId xmlns:a16="http://schemas.microsoft.com/office/drawing/2014/main" id="{1DA387EB-CD39-CEA7-F858-6C69399D78A6}"/>
                  </a:ext>
                </a:extLst>
              </p:cNvPr>
              <p:cNvSpPr/>
              <p:nvPr/>
            </p:nvSpPr>
            <p:spPr>
              <a:xfrm>
                <a:off x="5817941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2" name="Freeform 29731">
                <a:extLst>
                  <a:ext uri="{FF2B5EF4-FFF2-40B4-BE49-F238E27FC236}">
                    <a16:creationId xmlns:a16="http://schemas.microsoft.com/office/drawing/2014/main" id="{5A4E04C0-14FC-C798-0832-0CF6E3E4182D}"/>
                  </a:ext>
                </a:extLst>
              </p:cNvPr>
              <p:cNvSpPr/>
              <p:nvPr/>
            </p:nvSpPr>
            <p:spPr>
              <a:xfrm>
                <a:off x="5818537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3" name="Freeform 29732">
                <a:extLst>
                  <a:ext uri="{FF2B5EF4-FFF2-40B4-BE49-F238E27FC236}">
                    <a16:creationId xmlns:a16="http://schemas.microsoft.com/office/drawing/2014/main" id="{135E27A6-0950-FCD2-FD59-8737AA45D61D}"/>
                  </a:ext>
                </a:extLst>
              </p:cNvPr>
              <p:cNvSpPr/>
              <p:nvPr/>
            </p:nvSpPr>
            <p:spPr>
              <a:xfrm>
                <a:off x="5819033" y="203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4" name="Freeform 29733">
                <a:extLst>
                  <a:ext uri="{FF2B5EF4-FFF2-40B4-BE49-F238E27FC236}">
                    <a16:creationId xmlns:a16="http://schemas.microsoft.com/office/drawing/2014/main" id="{134058D7-CD25-CA0D-2B0A-6445E6B72083}"/>
                  </a:ext>
                </a:extLst>
              </p:cNvPr>
              <p:cNvSpPr/>
              <p:nvPr/>
            </p:nvSpPr>
            <p:spPr>
              <a:xfrm>
                <a:off x="5819529" y="1503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5" name="Freeform 29734">
                <a:extLst>
                  <a:ext uri="{FF2B5EF4-FFF2-40B4-BE49-F238E27FC236}">
                    <a16:creationId xmlns:a16="http://schemas.microsoft.com/office/drawing/2014/main" id="{CA6B1F2C-E1DC-003B-E355-7FEF88FB36B0}"/>
                  </a:ext>
                </a:extLst>
              </p:cNvPr>
              <p:cNvSpPr/>
              <p:nvPr/>
            </p:nvSpPr>
            <p:spPr>
              <a:xfrm>
                <a:off x="5820124" y="1623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6" name="Freeform 29735">
                <a:extLst>
                  <a:ext uri="{FF2B5EF4-FFF2-40B4-BE49-F238E27FC236}">
                    <a16:creationId xmlns:a16="http://schemas.microsoft.com/office/drawing/2014/main" id="{716CD2C0-C850-EE38-D615-86628936BBC3}"/>
                  </a:ext>
                </a:extLst>
              </p:cNvPr>
              <p:cNvSpPr/>
              <p:nvPr/>
            </p:nvSpPr>
            <p:spPr>
              <a:xfrm>
                <a:off x="5820620" y="1699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7" name="Freeform 29736">
                <a:extLst>
                  <a:ext uri="{FF2B5EF4-FFF2-40B4-BE49-F238E27FC236}">
                    <a16:creationId xmlns:a16="http://schemas.microsoft.com/office/drawing/2014/main" id="{25A5DA0D-BEBD-A536-4C3F-F5D008FD9CAF}"/>
                  </a:ext>
                </a:extLst>
              </p:cNvPr>
              <p:cNvSpPr/>
              <p:nvPr/>
            </p:nvSpPr>
            <p:spPr>
              <a:xfrm>
                <a:off x="5821116" y="1416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8" name="Freeform 29737">
                <a:extLst>
                  <a:ext uri="{FF2B5EF4-FFF2-40B4-BE49-F238E27FC236}">
                    <a16:creationId xmlns:a16="http://schemas.microsoft.com/office/drawing/2014/main" id="{CBEC9946-F8B6-1655-46AE-E45416D38847}"/>
                  </a:ext>
                </a:extLst>
              </p:cNvPr>
              <p:cNvSpPr/>
              <p:nvPr/>
            </p:nvSpPr>
            <p:spPr>
              <a:xfrm>
                <a:off x="5821712" y="1666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9" name="Freeform 29738">
                <a:extLst>
                  <a:ext uri="{FF2B5EF4-FFF2-40B4-BE49-F238E27FC236}">
                    <a16:creationId xmlns:a16="http://schemas.microsoft.com/office/drawing/2014/main" id="{7DDEF1F0-2765-B1BB-ADDD-6C015BA10901}"/>
                  </a:ext>
                </a:extLst>
              </p:cNvPr>
              <p:cNvSpPr/>
              <p:nvPr/>
            </p:nvSpPr>
            <p:spPr>
              <a:xfrm>
                <a:off x="5822208" y="1753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0" name="Freeform 29739">
                <a:extLst>
                  <a:ext uri="{FF2B5EF4-FFF2-40B4-BE49-F238E27FC236}">
                    <a16:creationId xmlns:a16="http://schemas.microsoft.com/office/drawing/2014/main" id="{8C4CB29F-FC4B-A6BA-F963-84C6C7208077}"/>
                  </a:ext>
                </a:extLst>
              </p:cNvPr>
              <p:cNvSpPr/>
              <p:nvPr/>
            </p:nvSpPr>
            <p:spPr>
              <a:xfrm>
                <a:off x="5822704" y="1754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1" name="Freeform 29740">
                <a:extLst>
                  <a:ext uri="{FF2B5EF4-FFF2-40B4-BE49-F238E27FC236}">
                    <a16:creationId xmlns:a16="http://schemas.microsoft.com/office/drawing/2014/main" id="{0F1F2FF8-ED13-E73D-996C-76D9AAADEE71}"/>
                  </a:ext>
                </a:extLst>
              </p:cNvPr>
              <p:cNvSpPr/>
              <p:nvPr/>
            </p:nvSpPr>
            <p:spPr>
              <a:xfrm>
                <a:off x="5823299" y="1768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2" name="Freeform 29741">
                <a:extLst>
                  <a:ext uri="{FF2B5EF4-FFF2-40B4-BE49-F238E27FC236}">
                    <a16:creationId xmlns:a16="http://schemas.microsoft.com/office/drawing/2014/main" id="{F1EB665A-29C5-7EA0-7779-FAF31A4D73CC}"/>
                  </a:ext>
                </a:extLst>
              </p:cNvPr>
              <p:cNvSpPr/>
              <p:nvPr/>
            </p:nvSpPr>
            <p:spPr>
              <a:xfrm>
                <a:off x="5823795" y="17073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3" name="Freeform 29742">
                <a:extLst>
                  <a:ext uri="{FF2B5EF4-FFF2-40B4-BE49-F238E27FC236}">
                    <a16:creationId xmlns:a16="http://schemas.microsoft.com/office/drawing/2014/main" id="{75635B93-F6F7-0DC7-5246-B3435B6B1270}"/>
                  </a:ext>
                </a:extLst>
              </p:cNvPr>
              <p:cNvSpPr/>
              <p:nvPr/>
            </p:nvSpPr>
            <p:spPr>
              <a:xfrm>
                <a:off x="5824291" y="1709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4" name="Freeform 29743">
                <a:extLst>
                  <a:ext uri="{FF2B5EF4-FFF2-40B4-BE49-F238E27FC236}">
                    <a16:creationId xmlns:a16="http://schemas.microsoft.com/office/drawing/2014/main" id="{0DB95A6E-931C-D88C-FF48-BD944693B5D3}"/>
                  </a:ext>
                </a:extLst>
              </p:cNvPr>
              <p:cNvSpPr/>
              <p:nvPr/>
            </p:nvSpPr>
            <p:spPr>
              <a:xfrm>
                <a:off x="5824887" y="1797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5" name="Freeform 29744">
                <a:extLst>
                  <a:ext uri="{FF2B5EF4-FFF2-40B4-BE49-F238E27FC236}">
                    <a16:creationId xmlns:a16="http://schemas.microsoft.com/office/drawing/2014/main" id="{86BA9B26-ED8E-6BCC-B7BF-7835F45DFC65}"/>
                  </a:ext>
                </a:extLst>
              </p:cNvPr>
              <p:cNvSpPr/>
              <p:nvPr/>
            </p:nvSpPr>
            <p:spPr>
              <a:xfrm>
                <a:off x="5825383" y="2342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6" name="Freeform 29745">
                <a:extLst>
                  <a:ext uri="{FF2B5EF4-FFF2-40B4-BE49-F238E27FC236}">
                    <a16:creationId xmlns:a16="http://schemas.microsoft.com/office/drawing/2014/main" id="{1B902ABB-A6BC-F9DD-6341-8FFB67FE5FC1}"/>
                  </a:ext>
                </a:extLst>
              </p:cNvPr>
              <p:cNvSpPr/>
              <p:nvPr/>
            </p:nvSpPr>
            <p:spPr>
              <a:xfrm>
                <a:off x="5825879" y="2383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7" name="Freeform 29746">
                <a:extLst>
                  <a:ext uri="{FF2B5EF4-FFF2-40B4-BE49-F238E27FC236}">
                    <a16:creationId xmlns:a16="http://schemas.microsoft.com/office/drawing/2014/main" id="{B689EB34-0A59-BFC8-C942-6658B87D8B98}"/>
                  </a:ext>
                </a:extLst>
              </p:cNvPr>
              <p:cNvSpPr/>
              <p:nvPr/>
            </p:nvSpPr>
            <p:spPr>
              <a:xfrm>
                <a:off x="5826474" y="23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8" name="Freeform 29747">
                <a:extLst>
                  <a:ext uri="{FF2B5EF4-FFF2-40B4-BE49-F238E27FC236}">
                    <a16:creationId xmlns:a16="http://schemas.microsoft.com/office/drawing/2014/main" id="{D84803C9-D8D3-C8E3-CD69-8BF70E205685}"/>
                  </a:ext>
                </a:extLst>
              </p:cNvPr>
              <p:cNvSpPr/>
              <p:nvPr/>
            </p:nvSpPr>
            <p:spPr>
              <a:xfrm>
                <a:off x="5826970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9" name="Freeform 29748">
                <a:extLst>
                  <a:ext uri="{FF2B5EF4-FFF2-40B4-BE49-F238E27FC236}">
                    <a16:creationId xmlns:a16="http://schemas.microsoft.com/office/drawing/2014/main" id="{BA8B6A42-6A8A-E0AD-7C82-EA3D3BFE26A2}"/>
                  </a:ext>
                </a:extLst>
              </p:cNvPr>
              <p:cNvSpPr/>
              <p:nvPr/>
            </p:nvSpPr>
            <p:spPr>
              <a:xfrm>
                <a:off x="5827466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0" name="Freeform 29749">
                <a:extLst>
                  <a:ext uri="{FF2B5EF4-FFF2-40B4-BE49-F238E27FC236}">
                    <a16:creationId xmlns:a16="http://schemas.microsoft.com/office/drawing/2014/main" id="{A38237FE-B390-36F6-5D83-3509829A1C97}"/>
                  </a:ext>
                </a:extLst>
              </p:cNvPr>
              <p:cNvSpPr/>
              <p:nvPr/>
            </p:nvSpPr>
            <p:spPr>
              <a:xfrm>
                <a:off x="5828062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1" name="Freeform 29750">
                <a:extLst>
                  <a:ext uri="{FF2B5EF4-FFF2-40B4-BE49-F238E27FC236}">
                    <a16:creationId xmlns:a16="http://schemas.microsoft.com/office/drawing/2014/main" id="{891C940D-C92F-AF94-CF3C-45782734B924}"/>
                  </a:ext>
                </a:extLst>
              </p:cNvPr>
              <p:cNvSpPr/>
              <p:nvPr/>
            </p:nvSpPr>
            <p:spPr>
              <a:xfrm>
                <a:off x="5828558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2" name="Freeform 29751">
                <a:extLst>
                  <a:ext uri="{FF2B5EF4-FFF2-40B4-BE49-F238E27FC236}">
                    <a16:creationId xmlns:a16="http://schemas.microsoft.com/office/drawing/2014/main" id="{F58AA964-D0D6-9895-2952-96EEEAF5F588}"/>
                  </a:ext>
                </a:extLst>
              </p:cNvPr>
              <p:cNvSpPr/>
              <p:nvPr/>
            </p:nvSpPr>
            <p:spPr>
              <a:xfrm>
                <a:off x="5829054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3" name="Freeform 29752">
                <a:extLst>
                  <a:ext uri="{FF2B5EF4-FFF2-40B4-BE49-F238E27FC236}">
                    <a16:creationId xmlns:a16="http://schemas.microsoft.com/office/drawing/2014/main" id="{6A86B25D-428B-0FEF-BF8A-377C64B403AC}"/>
                  </a:ext>
                </a:extLst>
              </p:cNvPr>
              <p:cNvSpPr/>
              <p:nvPr/>
            </p:nvSpPr>
            <p:spPr>
              <a:xfrm>
                <a:off x="5829550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4" name="Freeform 29753">
                <a:extLst>
                  <a:ext uri="{FF2B5EF4-FFF2-40B4-BE49-F238E27FC236}">
                    <a16:creationId xmlns:a16="http://schemas.microsoft.com/office/drawing/2014/main" id="{D12D652F-6083-BDC3-3A3E-82F0B9271A28}"/>
                  </a:ext>
                </a:extLst>
              </p:cNvPr>
              <p:cNvSpPr/>
              <p:nvPr/>
            </p:nvSpPr>
            <p:spPr>
              <a:xfrm>
                <a:off x="5830145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5" name="Freeform 29754">
                <a:extLst>
                  <a:ext uri="{FF2B5EF4-FFF2-40B4-BE49-F238E27FC236}">
                    <a16:creationId xmlns:a16="http://schemas.microsoft.com/office/drawing/2014/main" id="{CE26E3F4-E240-8C7B-715E-723F11B14A07}"/>
                  </a:ext>
                </a:extLst>
              </p:cNvPr>
              <p:cNvSpPr/>
              <p:nvPr/>
            </p:nvSpPr>
            <p:spPr>
              <a:xfrm>
                <a:off x="5830641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6" name="Freeform 29755">
                <a:extLst>
                  <a:ext uri="{FF2B5EF4-FFF2-40B4-BE49-F238E27FC236}">
                    <a16:creationId xmlns:a16="http://schemas.microsoft.com/office/drawing/2014/main" id="{2D720FE3-9120-5297-8FB8-2E6C68CC6214}"/>
                  </a:ext>
                </a:extLst>
              </p:cNvPr>
              <p:cNvSpPr/>
              <p:nvPr/>
            </p:nvSpPr>
            <p:spPr>
              <a:xfrm>
                <a:off x="5831138" y="2222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7" name="Freeform 29756">
                <a:extLst>
                  <a:ext uri="{FF2B5EF4-FFF2-40B4-BE49-F238E27FC236}">
                    <a16:creationId xmlns:a16="http://schemas.microsoft.com/office/drawing/2014/main" id="{7B7208B8-0272-EEA7-8B89-A984905F9735}"/>
                  </a:ext>
                </a:extLst>
              </p:cNvPr>
              <p:cNvSpPr/>
              <p:nvPr/>
            </p:nvSpPr>
            <p:spPr>
              <a:xfrm>
                <a:off x="5831733" y="199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8" name="Freeform 29757">
                <a:extLst>
                  <a:ext uri="{FF2B5EF4-FFF2-40B4-BE49-F238E27FC236}">
                    <a16:creationId xmlns:a16="http://schemas.microsoft.com/office/drawing/2014/main" id="{20DB2AEB-E712-8E41-7340-F73D0960F4F4}"/>
                  </a:ext>
                </a:extLst>
              </p:cNvPr>
              <p:cNvSpPr/>
              <p:nvPr/>
            </p:nvSpPr>
            <p:spPr>
              <a:xfrm>
                <a:off x="5832229" y="1620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9" name="Freeform 29758">
                <a:extLst>
                  <a:ext uri="{FF2B5EF4-FFF2-40B4-BE49-F238E27FC236}">
                    <a16:creationId xmlns:a16="http://schemas.microsoft.com/office/drawing/2014/main" id="{EA4D6455-F30A-C273-6CC9-263F08AB729D}"/>
                  </a:ext>
                </a:extLst>
              </p:cNvPr>
              <p:cNvSpPr/>
              <p:nvPr/>
            </p:nvSpPr>
            <p:spPr>
              <a:xfrm>
                <a:off x="5832725" y="1663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0" name="Freeform 29759">
                <a:extLst>
                  <a:ext uri="{FF2B5EF4-FFF2-40B4-BE49-F238E27FC236}">
                    <a16:creationId xmlns:a16="http://schemas.microsoft.com/office/drawing/2014/main" id="{6A0800F0-ED3B-1BC4-FE41-2E5C359C1ACF}"/>
                  </a:ext>
                </a:extLst>
              </p:cNvPr>
              <p:cNvSpPr/>
              <p:nvPr/>
            </p:nvSpPr>
            <p:spPr>
              <a:xfrm>
                <a:off x="5833320" y="1703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1" name="Freeform 29760">
                <a:extLst>
                  <a:ext uri="{FF2B5EF4-FFF2-40B4-BE49-F238E27FC236}">
                    <a16:creationId xmlns:a16="http://schemas.microsoft.com/office/drawing/2014/main" id="{BE30F55F-7AE0-2671-D0E3-D9E0C7852415}"/>
                  </a:ext>
                </a:extLst>
              </p:cNvPr>
              <p:cNvSpPr/>
              <p:nvPr/>
            </p:nvSpPr>
            <p:spPr>
              <a:xfrm>
                <a:off x="5833816" y="1574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2" name="Freeform 29761">
                <a:extLst>
                  <a:ext uri="{FF2B5EF4-FFF2-40B4-BE49-F238E27FC236}">
                    <a16:creationId xmlns:a16="http://schemas.microsoft.com/office/drawing/2014/main" id="{F8E3E681-171C-485A-158F-28FFDB5BA564}"/>
                  </a:ext>
                </a:extLst>
              </p:cNvPr>
              <p:cNvSpPr/>
              <p:nvPr/>
            </p:nvSpPr>
            <p:spPr>
              <a:xfrm>
                <a:off x="5834313" y="1715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3" name="Freeform 29762">
                <a:extLst>
                  <a:ext uri="{FF2B5EF4-FFF2-40B4-BE49-F238E27FC236}">
                    <a16:creationId xmlns:a16="http://schemas.microsoft.com/office/drawing/2014/main" id="{0FB000FF-D004-F2D3-834B-EED5C9C0BCF6}"/>
                  </a:ext>
                </a:extLst>
              </p:cNvPr>
              <p:cNvSpPr/>
              <p:nvPr/>
            </p:nvSpPr>
            <p:spPr>
              <a:xfrm>
                <a:off x="5834908" y="1819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4" name="Freeform 29763">
                <a:extLst>
                  <a:ext uri="{FF2B5EF4-FFF2-40B4-BE49-F238E27FC236}">
                    <a16:creationId xmlns:a16="http://schemas.microsoft.com/office/drawing/2014/main" id="{A02F0A63-CAEA-93B6-2D57-5DE7FADAC275}"/>
                  </a:ext>
                </a:extLst>
              </p:cNvPr>
              <p:cNvSpPr/>
              <p:nvPr/>
            </p:nvSpPr>
            <p:spPr>
              <a:xfrm>
                <a:off x="5835404" y="196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5" name="Freeform 29764">
                <a:extLst>
                  <a:ext uri="{FF2B5EF4-FFF2-40B4-BE49-F238E27FC236}">
                    <a16:creationId xmlns:a16="http://schemas.microsoft.com/office/drawing/2014/main" id="{089A13AC-9984-6A34-2C14-1E6BE10DDE34}"/>
                  </a:ext>
                </a:extLst>
              </p:cNvPr>
              <p:cNvSpPr/>
              <p:nvPr/>
            </p:nvSpPr>
            <p:spPr>
              <a:xfrm>
                <a:off x="5835900" y="1991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6" name="Freeform 29765">
                <a:extLst>
                  <a:ext uri="{FF2B5EF4-FFF2-40B4-BE49-F238E27FC236}">
                    <a16:creationId xmlns:a16="http://schemas.microsoft.com/office/drawing/2014/main" id="{831D7533-F9E7-8765-D28E-D931351458F9}"/>
                  </a:ext>
                </a:extLst>
              </p:cNvPr>
              <p:cNvSpPr/>
              <p:nvPr/>
            </p:nvSpPr>
            <p:spPr>
              <a:xfrm>
                <a:off x="5836495" y="1962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7" name="Freeform 29766">
                <a:extLst>
                  <a:ext uri="{FF2B5EF4-FFF2-40B4-BE49-F238E27FC236}">
                    <a16:creationId xmlns:a16="http://schemas.microsoft.com/office/drawing/2014/main" id="{EE38BE0B-1624-9349-A8F8-D30A47837D02}"/>
                  </a:ext>
                </a:extLst>
              </p:cNvPr>
              <p:cNvSpPr/>
              <p:nvPr/>
            </p:nvSpPr>
            <p:spPr>
              <a:xfrm>
                <a:off x="5836991" y="1950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8" name="Freeform 29767">
                <a:extLst>
                  <a:ext uri="{FF2B5EF4-FFF2-40B4-BE49-F238E27FC236}">
                    <a16:creationId xmlns:a16="http://schemas.microsoft.com/office/drawing/2014/main" id="{32ABB364-8D8A-84E7-36DD-BA55D878374F}"/>
                  </a:ext>
                </a:extLst>
              </p:cNvPr>
              <p:cNvSpPr/>
              <p:nvPr/>
            </p:nvSpPr>
            <p:spPr>
              <a:xfrm>
                <a:off x="5837488" y="1971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9" name="Freeform 29768">
                <a:extLst>
                  <a:ext uri="{FF2B5EF4-FFF2-40B4-BE49-F238E27FC236}">
                    <a16:creationId xmlns:a16="http://schemas.microsoft.com/office/drawing/2014/main" id="{E1FF46B3-1934-DC7A-F3DA-5735BDD3C555}"/>
                  </a:ext>
                </a:extLst>
              </p:cNvPr>
              <p:cNvSpPr/>
              <p:nvPr/>
            </p:nvSpPr>
            <p:spPr>
              <a:xfrm>
                <a:off x="5838083" y="2356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0" name="Freeform 29769">
                <a:extLst>
                  <a:ext uri="{FF2B5EF4-FFF2-40B4-BE49-F238E27FC236}">
                    <a16:creationId xmlns:a16="http://schemas.microsoft.com/office/drawing/2014/main" id="{3B8E501F-E23A-9E85-DA9C-A2DB5DAFEC38}"/>
                  </a:ext>
                </a:extLst>
              </p:cNvPr>
              <p:cNvSpPr/>
              <p:nvPr/>
            </p:nvSpPr>
            <p:spPr>
              <a:xfrm>
                <a:off x="5838579" y="2387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1" name="Freeform 29770">
                <a:extLst>
                  <a:ext uri="{FF2B5EF4-FFF2-40B4-BE49-F238E27FC236}">
                    <a16:creationId xmlns:a16="http://schemas.microsoft.com/office/drawing/2014/main" id="{15723301-E322-7A64-A4E3-5CD34A6248A5}"/>
                  </a:ext>
                </a:extLst>
              </p:cNvPr>
              <p:cNvSpPr/>
              <p:nvPr/>
            </p:nvSpPr>
            <p:spPr>
              <a:xfrm>
                <a:off x="5839075" y="2393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2" name="Freeform 29771">
                <a:extLst>
                  <a:ext uri="{FF2B5EF4-FFF2-40B4-BE49-F238E27FC236}">
                    <a16:creationId xmlns:a16="http://schemas.microsoft.com/office/drawing/2014/main" id="{FE27A49D-4797-3F3A-2265-5C97BBFDF013}"/>
                  </a:ext>
                </a:extLst>
              </p:cNvPr>
              <p:cNvSpPr/>
              <p:nvPr/>
            </p:nvSpPr>
            <p:spPr>
              <a:xfrm>
                <a:off x="5839670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3" name="Freeform 29772">
                <a:extLst>
                  <a:ext uri="{FF2B5EF4-FFF2-40B4-BE49-F238E27FC236}">
                    <a16:creationId xmlns:a16="http://schemas.microsoft.com/office/drawing/2014/main" id="{FFF0DF75-4E59-0A55-9D74-4AF2FE9F4EE5}"/>
                  </a:ext>
                </a:extLst>
              </p:cNvPr>
              <p:cNvSpPr/>
              <p:nvPr/>
            </p:nvSpPr>
            <p:spPr>
              <a:xfrm>
                <a:off x="5840166" y="2393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4" name="Freeform 29773">
                <a:extLst>
                  <a:ext uri="{FF2B5EF4-FFF2-40B4-BE49-F238E27FC236}">
                    <a16:creationId xmlns:a16="http://schemas.microsoft.com/office/drawing/2014/main" id="{FE8F3E19-0889-DDBC-6190-DFB4AE593274}"/>
                  </a:ext>
                </a:extLst>
              </p:cNvPr>
              <p:cNvSpPr/>
              <p:nvPr/>
            </p:nvSpPr>
            <p:spPr>
              <a:xfrm>
                <a:off x="5840663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5" name="Freeform 29774">
                <a:extLst>
                  <a:ext uri="{FF2B5EF4-FFF2-40B4-BE49-F238E27FC236}">
                    <a16:creationId xmlns:a16="http://schemas.microsoft.com/office/drawing/2014/main" id="{F1C12C3F-F17F-60B0-C90D-73AC24A89648}"/>
                  </a:ext>
                </a:extLst>
              </p:cNvPr>
              <p:cNvSpPr/>
              <p:nvPr/>
            </p:nvSpPr>
            <p:spPr>
              <a:xfrm>
                <a:off x="5841258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6" name="Freeform 29775">
                <a:extLst>
                  <a:ext uri="{FF2B5EF4-FFF2-40B4-BE49-F238E27FC236}">
                    <a16:creationId xmlns:a16="http://schemas.microsoft.com/office/drawing/2014/main" id="{D48D22FA-7DC2-AF78-A93D-29C1267D5BF3}"/>
                  </a:ext>
                </a:extLst>
              </p:cNvPr>
              <p:cNvSpPr/>
              <p:nvPr/>
            </p:nvSpPr>
            <p:spPr>
              <a:xfrm>
                <a:off x="5841754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7" name="Freeform 29776">
                <a:extLst>
                  <a:ext uri="{FF2B5EF4-FFF2-40B4-BE49-F238E27FC236}">
                    <a16:creationId xmlns:a16="http://schemas.microsoft.com/office/drawing/2014/main" id="{0FDB4B6A-3A0F-26BB-E13E-266C8BF6BF5B}"/>
                  </a:ext>
                </a:extLst>
              </p:cNvPr>
              <p:cNvSpPr/>
              <p:nvPr/>
            </p:nvSpPr>
            <p:spPr>
              <a:xfrm>
                <a:off x="5842250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8" name="Freeform 29777">
                <a:extLst>
                  <a:ext uri="{FF2B5EF4-FFF2-40B4-BE49-F238E27FC236}">
                    <a16:creationId xmlns:a16="http://schemas.microsoft.com/office/drawing/2014/main" id="{D1CB3D9B-9292-D287-C988-BEAB9D4C668E}"/>
                  </a:ext>
                </a:extLst>
              </p:cNvPr>
              <p:cNvSpPr/>
              <p:nvPr/>
            </p:nvSpPr>
            <p:spPr>
              <a:xfrm>
                <a:off x="5842746" y="24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9" name="Freeform 29778">
                <a:extLst>
                  <a:ext uri="{FF2B5EF4-FFF2-40B4-BE49-F238E27FC236}">
                    <a16:creationId xmlns:a16="http://schemas.microsoft.com/office/drawing/2014/main" id="{E95FD45D-C811-4EB6-E920-6DF970DA7458}"/>
                  </a:ext>
                </a:extLst>
              </p:cNvPr>
              <p:cNvSpPr/>
              <p:nvPr/>
            </p:nvSpPr>
            <p:spPr>
              <a:xfrm>
                <a:off x="5843341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0" name="Freeform 29779">
                <a:extLst>
                  <a:ext uri="{FF2B5EF4-FFF2-40B4-BE49-F238E27FC236}">
                    <a16:creationId xmlns:a16="http://schemas.microsoft.com/office/drawing/2014/main" id="{01D86333-8535-E738-365C-34B541E25A2A}"/>
                  </a:ext>
                </a:extLst>
              </p:cNvPr>
              <p:cNvSpPr/>
              <p:nvPr/>
            </p:nvSpPr>
            <p:spPr>
              <a:xfrm>
                <a:off x="5843838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1" name="Freeform 29780">
                <a:extLst>
                  <a:ext uri="{FF2B5EF4-FFF2-40B4-BE49-F238E27FC236}">
                    <a16:creationId xmlns:a16="http://schemas.microsoft.com/office/drawing/2014/main" id="{9284E33D-84E2-DC11-C225-C63030830852}"/>
                  </a:ext>
                </a:extLst>
              </p:cNvPr>
              <p:cNvSpPr/>
              <p:nvPr/>
            </p:nvSpPr>
            <p:spPr>
              <a:xfrm>
                <a:off x="5844334" y="1939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2" name="Freeform 29781">
                <a:extLst>
                  <a:ext uri="{FF2B5EF4-FFF2-40B4-BE49-F238E27FC236}">
                    <a16:creationId xmlns:a16="http://schemas.microsoft.com/office/drawing/2014/main" id="{A286D64B-9B6D-E1AA-DD13-4B9B31097035}"/>
                  </a:ext>
                </a:extLst>
              </p:cNvPr>
              <p:cNvSpPr/>
              <p:nvPr/>
            </p:nvSpPr>
            <p:spPr>
              <a:xfrm>
                <a:off x="5844929" y="1649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3" name="Freeform 29782">
                <a:extLst>
                  <a:ext uri="{FF2B5EF4-FFF2-40B4-BE49-F238E27FC236}">
                    <a16:creationId xmlns:a16="http://schemas.microsoft.com/office/drawing/2014/main" id="{BE62A0C7-D01D-A82A-9C59-17479CE2F304}"/>
                  </a:ext>
                </a:extLst>
              </p:cNvPr>
              <p:cNvSpPr/>
              <p:nvPr/>
            </p:nvSpPr>
            <p:spPr>
              <a:xfrm>
                <a:off x="5845425" y="1644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4" name="Freeform 29783">
                <a:extLst>
                  <a:ext uri="{FF2B5EF4-FFF2-40B4-BE49-F238E27FC236}">
                    <a16:creationId xmlns:a16="http://schemas.microsoft.com/office/drawing/2014/main" id="{3EF79085-1543-848B-3F20-B822C0C036C7}"/>
                  </a:ext>
                </a:extLst>
              </p:cNvPr>
              <p:cNvSpPr/>
              <p:nvPr/>
            </p:nvSpPr>
            <p:spPr>
              <a:xfrm>
                <a:off x="5845921" y="1678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5" name="Freeform 29784">
                <a:extLst>
                  <a:ext uri="{FF2B5EF4-FFF2-40B4-BE49-F238E27FC236}">
                    <a16:creationId xmlns:a16="http://schemas.microsoft.com/office/drawing/2014/main" id="{7F5C8C33-6D71-03BC-DC48-0327CEB39962}"/>
                  </a:ext>
                </a:extLst>
              </p:cNvPr>
              <p:cNvSpPr/>
              <p:nvPr/>
            </p:nvSpPr>
            <p:spPr>
              <a:xfrm>
                <a:off x="5846516" y="17673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6" name="Freeform 29785">
                <a:extLst>
                  <a:ext uri="{FF2B5EF4-FFF2-40B4-BE49-F238E27FC236}">
                    <a16:creationId xmlns:a16="http://schemas.microsoft.com/office/drawing/2014/main" id="{122E3E80-C07E-E195-FDA1-C9720B39A720}"/>
                  </a:ext>
                </a:extLst>
              </p:cNvPr>
              <p:cNvSpPr/>
              <p:nvPr/>
            </p:nvSpPr>
            <p:spPr>
              <a:xfrm>
                <a:off x="5847013" y="1841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7" name="Freeform 29786">
                <a:extLst>
                  <a:ext uri="{FF2B5EF4-FFF2-40B4-BE49-F238E27FC236}">
                    <a16:creationId xmlns:a16="http://schemas.microsoft.com/office/drawing/2014/main" id="{B68F7EDF-D115-445A-7DD3-3F0A3228982B}"/>
                  </a:ext>
                </a:extLst>
              </p:cNvPr>
              <p:cNvSpPr/>
              <p:nvPr/>
            </p:nvSpPr>
            <p:spPr>
              <a:xfrm>
                <a:off x="5847509" y="1926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8" name="Freeform 29787">
                <a:extLst>
                  <a:ext uri="{FF2B5EF4-FFF2-40B4-BE49-F238E27FC236}">
                    <a16:creationId xmlns:a16="http://schemas.microsoft.com/office/drawing/2014/main" id="{4FE88CDF-C1CB-F6BC-51CA-57244A9C054C}"/>
                  </a:ext>
                </a:extLst>
              </p:cNvPr>
              <p:cNvSpPr/>
              <p:nvPr/>
            </p:nvSpPr>
            <p:spPr>
              <a:xfrm>
                <a:off x="5848104" y="201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9" name="Freeform 29788">
                <a:extLst>
                  <a:ext uri="{FF2B5EF4-FFF2-40B4-BE49-F238E27FC236}">
                    <a16:creationId xmlns:a16="http://schemas.microsoft.com/office/drawing/2014/main" id="{4C8AFB23-587E-F675-82FE-AAB9A0A9D005}"/>
                  </a:ext>
                </a:extLst>
              </p:cNvPr>
              <p:cNvSpPr/>
              <p:nvPr/>
            </p:nvSpPr>
            <p:spPr>
              <a:xfrm>
                <a:off x="5848600" y="202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0" name="Freeform 29789">
                <a:extLst>
                  <a:ext uri="{FF2B5EF4-FFF2-40B4-BE49-F238E27FC236}">
                    <a16:creationId xmlns:a16="http://schemas.microsoft.com/office/drawing/2014/main" id="{2AF16974-0499-89F4-84D8-57A09E1DEE04}"/>
                  </a:ext>
                </a:extLst>
              </p:cNvPr>
              <p:cNvSpPr/>
              <p:nvPr/>
            </p:nvSpPr>
            <p:spPr>
              <a:xfrm>
                <a:off x="5849096" y="2003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1" name="Freeform 29790">
                <a:extLst>
                  <a:ext uri="{FF2B5EF4-FFF2-40B4-BE49-F238E27FC236}">
                    <a16:creationId xmlns:a16="http://schemas.microsoft.com/office/drawing/2014/main" id="{16B33102-A425-2BE4-C28F-1F21F3652DB0}"/>
                  </a:ext>
                </a:extLst>
              </p:cNvPr>
              <p:cNvSpPr/>
              <p:nvPr/>
            </p:nvSpPr>
            <p:spPr>
              <a:xfrm>
                <a:off x="5849691" y="1980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2" name="Freeform 29791">
                <a:extLst>
                  <a:ext uri="{FF2B5EF4-FFF2-40B4-BE49-F238E27FC236}">
                    <a16:creationId xmlns:a16="http://schemas.microsoft.com/office/drawing/2014/main" id="{AA586EE3-9655-03E4-2826-9E8277AA4AE5}"/>
                  </a:ext>
                </a:extLst>
              </p:cNvPr>
              <p:cNvSpPr/>
              <p:nvPr/>
            </p:nvSpPr>
            <p:spPr>
              <a:xfrm>
                <a:off x="5850188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3" name="Freeform 29792">
                <a:extLst>
                  <a:ext uri="{FF2B5EF4-FFF2-40B4-BE49-F238E27FC236}">
                    <a16:creationId xmlns:a16="http://schemas.microsoft.com/office/drawing/2014/main" id="{3CE553E4-6AA0-BF22-445A-FBB46731B522}"/>
                  </a:ext>
                </a:extLst>
              </p:cNvPr>
              <p:cNvSpPr/>
              <p:nvPr/>
            </p:nvSpPr>
            <p:spPr>
              <a:xfrm>
                <a:off x="5850684" y="2374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4" name="Freeform 29793">
                <a:extLst>
                  <a:ext uri="{FF2B5EF4-FFF2-40B4-BE49-F238E27FC236}">
                    <a16:creationId xmlns:a16="http://schemas.microsoft.com/office/drawing/2014/main" id="{F0F5E644-B1F2-C790-7B7F-6F13CA2394BA}"/>
                  </a:ext>
                </a:extLst>
              </p:cNvPr>
              <p:cNvSpPr/>
              <p:nvPr/>
            </p:nvSpPr>
            <p:spPr>
              <a:xfrm>
                <a:off x="5851279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5" name="Freeform 29794">
                <a:extLst>
                  <a:ext uri="{FF2B5EF4-FFF2-40B4-BE49-F238E27FC236}">
                    <a16:creationId xmlns:a16="http://schemas.microsoft.com/office/drawing/2014/main" id="{A55300E2-0E9C-006C-698F-9111904A9BB3}"/>
                  </a:ext>
                </a:extLst>
              </p:cNvPr>
              <p:cNvSpPr/>
              <p:nvPr/>
            </p:nvSpPr>
            <p:spPr>
              <a:xfrm>
                <a:off x="5851775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6" name="Freeform 29795">
                <a:extLst>
                  <a:ext uri="{FF2B5EF4-FFF2-40B4-BE49-F238E27FC236}">
                    <a16:creationId xmlns:a16="http://schemas.microsoft.com/office/drawing/2014/main" id="{96C57719-C731-D123-07A3-E12218738836}"/>
                  </a:ext>
                </a:extLst>
              </p:cNvPr>
              <p:cNvSpPr/>
              <p:nvPr/>
            </p:nvSpPr>
            <p:spPr>
              <a:xfrm>
                <a:off x="5852271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7" name="Freeform 29796">
                <a:extLst>
                  <a:ext uri="{FF2B5EF4-FFF2-40B4-BE49-F238E27FC236}">
                    <a16:creationId xmlns:a16="http://schemas.microsoft.com/office/drawing/2014/main" id="{B3978E92-99AF-ACCB-C0FE-30EF3D888717}"/>
                  </a:ext>
                </a:extLst>
              </p:cNvPr>
              <p:cNvSpPr/>
              <p:nvPr/>
            </p:nvSpPr>
            <p:spPr>
              <a:xfrm>
                <a:off x="5852866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8" name="Freeform 29797">
                <a:extLst>
                  <a:ext uri="{FF2B5EF4-FFF2-40B4-BE49-F238E27FC236}">
                    <a16:creationId xmlns:a16="http://schemas.microsoft.com/office/drawing/2014/main" id="{0BC3575C-F3C4-F350-6A57-48820E9C871F}"/>
                  </a:ext>
                </a:extLst>
              </p:cNvPr>
              <p:cNvSpPr/>
              <p:nvPr/>
            </p:nvSpPr>
            <p:spPr>
              <a:xfrm>
                <a:off x="5853363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9" name="Freeform 29798">
                <a:extLst>
                  <a:ext uri="{FF2B5EF4-FFF2-40B4-BE49-F238E27FC236}">
                    <a16:creationId xmlns:a16="http://schemas.microsoft.com/office/drawing/2014/main" id="{33AA9452-BB33-6B96-B20B-41B433AE38F2}"/>
                  </a:ext>
                </a:extLst>
              </p:cNvPr>
              <p:cNvSpPr/>
              <p:nvPr/>
            </p:nvSpPr>
            <p:spPr>
              <a:xfrm>
                <a:off x="5853859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0" name="Freeform 29799">
                <a:extLst>
                  <a:ext uri="{FF2B5EF4-FFF2-40B4-BE49-F238E27FC236}">
                    <a16:creationId xmlns:a16="http://schemas.microsoft.com/office/drawing/2014/main" id="{BE0B06EC-1809-C15F-D594-DA95F13797BC}"/>
                  </a:ext>
                </a:extLst>
              </p:cNvPr>
              <p:cNvSpPr/>
              <p:nvPr/>
            </p:nvSpPr>
            <p:spPr>
              <a:xfrm>
                <a:off x="5854355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1" name="Freeform 29800">
                <a:extLst>
                  <a:ext uri="{FF2B5EF4-FFF2-40B4-BE49-F238E27FC236}">
                    <a16:creationId xmlns:a16="http://schemas.microsoft.com/office/drawing/2014/main" id="{A8B32DEC-FC77-52B7-CA4C-E9F2B03F831A}"/>
                  </a:ext>
                </a:extLst>
              </p:cNvPr>
              <p:cNvSpPr/>
              <p:nvPr/>
            </p:nvSpPr>
            <p:spPr>
              <a:xfrm>
                <a:off x="5854950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2" name="Freeform 29801">
                <a:extLst>
                  <a:ext uri="{FF2B5EF4-FFF2-40B4-BE49-F238E27FC236}">
                    <a16:creationId xmlns:a16="http://schemas.microsoft.com/office/drawing/2014/main" id="{0020353A-9347-5321-F8DD-81E29383FF40}"/>
                  </a:ext>
                </a:extLst>
              </p:cNvPr>
              <p:cNvSpPr/>
              <p:nvPr/>
            </p:nvSpPr>
            <p:spPr>
              <a:xfrm>
                <a:off x="5855446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3" name="Freeform 29802">
                <a:extLst>
                  <a:ext uri="{FF2B5EF4-FFF2-40B4-BE49-F238E27FC236}">
                    <a16:creationId xmlns:a16="http://schemas.microsoft.com/office/drawing/2014/main" id="{24382684-C58D-0BF8-12B6-7EE056A5ED39}"/>
                  </a:ext>
                </a:extLst>
              </p:cNvPr>
              <p:cNvSpPr/>
              <p:nvPr/>
            </p:nvSpPr>
            <p:spPr>
              <a:xfrm>
                <a:off x="5855942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4" name="Freeform 29803">
                <a:extLst>
                  <a:ext uri="{FF2B5EF4-FFF2-40B4-BE49-F238E27FC236}">
                    <a16:creationId xmlns:a16="http://schemas.microsoft.com/office/drawing/2014/main" id="{09A0BEE3-5020-063D-C879-7E5886458B35}"/>
                  </a:ext>
                </a:extLst>
              </p:cNvPr>
              <p:cNvSpPr/>
              <p:nvPr/>
            </p:nvSpPr>
            <p:spPr>
              <a:xfrm>
                <a:off x="5856538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5" name="Freeform 29804">
                <a:extLst>
                  <a:ext uri="{FF2B5EF4-FFF2-40B4-BE49-F238E27FC236}">
                    <a16:creationId xmlns:a16="http://schemas.microsoft.com/office/drawing/2014/main" id="{D8F8A159-4521-BC97-9A0E-37D23B4525B2}"/>
                  </a:ext>
                </a:extLst>
              </p:cNvPr>
              <p:cNvSpPr/>
              <p:nvPr/>
            </p:nvSpPr>
            <p:spPr>
              <a:xfrm>
                <a:off x="5857034" y="2151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6" name="Freeform 29805">
                <a:extLst>
                  <a:ext uri="{FF2B5EF4-FFF2-40B4-BE49-F238E27FC236}">
                    <a16:creationId xmlns:a16="http://schemas.microsoft.com/office/drawing/2014/main" id="{334FDA56-E83D-673E-FAA6-24CE5ABE183D}"/>
                  </a:ext>
                </a:extLst>
              </p:cNvPr>
              <p:cNvSpPr/>
              <p:nvPr/>
            </p:nvSpPr>
            <p:spPr>
              <a:xfrm>
                <a:off x="5857530" y="1775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7" name="Freeform 29806">
                <a:extLst>
                  <a:ext uri="{FF2B5EF4-FFF2-40B4-BE49-F238E27FC236}">
                    <a16:creationId xmlns:a16="http://schemas.microsoft.com/office/drawing/2014/main" id="{42A127B9-AFBD-EB37-07E9-C6583A547E3C}"/>
                  </a:ext>
                </a:extLst>
              </p:cNvPr>
              <p:cNvSpPr/>
              <p:nvPr/>
            </p:nvSpPr>
            <p:spPr>
              <a:xfrm>
                <a:off x="5858125" y="1786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8" name="Freeform 29807">
                <a:extLst>
                  <a:ext uri="{FF2B5EF4-FFF2-40B4-BE49-F238E27FC236}">
                    <a16:creationId xmlns:a16="http://schemas.microsoft.com/office/drawing/2014/main" id="{FEA7D8B2-AB21-A6EC-B0D6-4A214977C435}"/>
                  </a:ext>
                </a:extLst>
              </p:cNvPr>
              <p:cNvSpPr/>
              <p:nvPr/>
            </p:nvSpPr>
            <p:spPr>
              <a:xfrm>
                <a:off x="5858621" y="1779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9" name="Freeform 29808">
                <a:extLst>
                  <a:ext uri="{FF2B5EF4-FFF2-40B4-BE49-F238E27FC236}">
                    <a16:creationId xmlns:a16="http://schemas.microsoft.com/office/drawing/2014/main" id="{994D388E-72BA-DC9C-E116-BB7B8197469D}"/>
                  </a:ext>
                </a:extLst>
              </p:cNvPr>
              <p:cNvSpPr/>
              <p:nvPr/>
            </p:nvSpPr>
            <p:spPr>
              <a:xfrm>
                <a:off x="5859117" y="1857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0" name="Freeform 29809">
                <a:extLst>
                  <a:ext uri="{FF2B5EF4-FFF2-40B4-BE49-F238E27FC236}">
                    <a16:creationId xmlns:a16="http://schemas.microsoft.com/office/drawing/2014/main" id="{53B74D8B-7B11-82EB-2459-B495BEE6FE87}"/>
                  </a:ext>
                </a:extLst>
              </p:cNvPr>
              <p:cNvSpPr/>
              <p:nvPr/>
            </p:nvSpPr>
            <p:spPr>
              <a:xfrm>
                <a:off x="5859713" y="1927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1" name="Freeform 29810">
                <a:extLst>
                  <a:ext uri="{FF2B5EF4-FFF2-40B4-BE49-F238E27FC236}">
                    <a16:creationId xmlns:a16="http://schemas.microsoft.com/office/drawing/2014/main" id="{E751E5BD-B7CF-C746-AB63-770FD54BC26A}"/>
                  </a:ext>
                </a:extLst>
              </p:cNvPr>
              <p:cNvSpPr/>
              <p:nvPr/>
            </p:nvSpPr>
            <p:spPr>
              <a:xfrm>
                <a:off x="5860209" y="1925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2" name="Freeform 29811">
                <a:extLst>
                  <a:ext uri="{FF2B5EF4-FFF2-40B4-BE49-F238E27FC236}">
                    <a16:creationId xmlns:a16="http://schemas.microsoft.com/office/drawing/2014/main" id="{2945E7E9-AF7B-AF99-D583-8C62DD6E4293}"/>
                  </a:ext>
                </a:extLst>
              </p:cNvPr>
              <p:cNvSpPr/>
              <p:nvPr/>
            </p:nvSpPr>
            <p:spPr>
              <a:xfrm>
                <a:off x="5860705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3" name="Freeform 29812">
                <a:extLst>
                  <a:ext uri="{FF2B5EF4-FFF2-40B4-BE49-F238E27FC236}">
                    <a16:creationId xmlns:a16="http://schemas.microsoft.com/office/drawing/2014/main" id="{4ED5C172-191E-DE01-FBF6-F72613C617AB}"/>
                  </a:ext>
                </a:extLst>
              </p:cNvPr>
              <p:cNvSpPr/>
              <p:nvPr/>
            </p:nvSpPr>
            <p:spPr>
              <a:xfrm>
                <a:off x="5861300" y="194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4" name="Freeform 29813">
                <a:extLst>
                  <a:ext uri="{FF2B5EF4-FFF2-40B4-BE49-F238E27FC236}">
                    <a16:creationId xmlns:a16="http://schemas.microsoft.com/office/drawing/2014/main" id="{8BFE3F2F-8A15-06A6-6755-C7CF3F3040A1}"/>
                  </a:ext>
                </a:extLst>
              </p:cNvPr>
              <p:cNvSpPr/>
              <p:nvPr/>
            </p:nvSpPr>
            <p:spPr>
              <a:xfrm>
                <a:off x="5861796" y="1914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5" name="Freeform 29814">
                <a:extLst>
                  <a:ext uri="{FF2B5EF4-FFF2-40B4-BE49-F238E27FC236}">
                    <a16:creationId xmlns:a16="http://schemas.microsoft.com/office/drawing/2014/main" id="{1A173538-8341-BC22-6697-FEFDC8F56916}"/>
                  </a:ext>
                </a:extLst>
              </p:cNvPr>
              <p:cNvSpPr/>
              <p:nvPr/>
            </p:nvSpPr>
            <p:spPr>
              <a:xfrm>
                <a:off x="5862292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6" name="Freeform 29815">
                <a:extLst>
                  <a:ext uri="{FF2B5EF4-FFF2-40B4-BE49-F238E27FC236}">
                    <a16:creationId xmlns:a16="http://schemas.microsoft.com/office/drawing/2014/main" id="{BBB7B1B6-5D40-B9B3-1DB0-EF722D04DACC}"/>
                  </a:ext>
                </a:extLst>
              </p:cNvPr>
              <p:cNvSpPr/>
              <p:nvPr/>
            </p:nvSpPr>
            <p:spPr>
              <a:xfrm>
                <a:off x="5862888" y="1942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7" name="Freeform 29816">
                <a:extLst>
                  <a:ext uri="{FF2B5EF4-FFF2-40B4-BE49-F238E27FC236}">
                    <a16:creationId xmlns:a16="http://schemas.microsoft.com/office/drawing/2014/main" id="{43C04470-939D-AB54-7B6A-202D464C9C27}"/>
                  </a:ext>
                </a:extLst>
              </p:cNvPr>
              <p:cNvSpPr/>
              <p:nvPr/>
            </p:nvSpPr>
            <p:spPr>
              <a:xfrm>
                <a:off x="5863384" y="2362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8" name="Freeform 29817">
                <a:extLst>
                  <a:ext uri="{FF2B5EF4-FFF2-40B4-BE49-F238E27FC236}">
                    <a16:creationId xmlns:a16="http://schemas.microsoft.com/office/drawing/2014/main" id="{BFA2C3C8-2467-C6DA-E140-3F07CE29A35E}"/>
                  </a:ext>
                </a:extLst>
              </p:cNvPr>
              <p:cNvSpPr/>
              <p:nvPr/>
            </p:nvSpPr>
            <p:spPr>
              <a:xfrm>
                <a:off x="5863880" y="2379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9" name="Freeform 29818">
                <a:extLst>
                  <a:ext uri="{FF2B5EF4-FFF2-40B4-BE49-F238E27FC236}">
                    <a16:creationId xmlns:a16="http://schemas.microsoft.com/office/drawing/2014/main" id="{32C27AEA-04A3-387A-1711-7B7CA5413F9D}"/>
                  </a:ext>
                </a:extLst>
              </p:cNvPr>
              <p:cNvSpPr/>
              <p:nvPr/>
            </p:nvSpPr>
            <p:spPr>
              <a:xfrm>
                <a:off x="5864475" y="2377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0" name="Freeform 29819">
                <a:extLst>
                  <a:ext uri="{FF2B5EF4-FFF2-40B4-BE49-F238E27FC236}">
                    <a16:creationId xmlns:a16="http://schemas.microsoft.com/office/drawing/2014/main" id="{86C7E505-C209-703B-2DE9-32419A7F79C0}"/>
                  </a:ext>
                </a:extLst>
              </p:cNvPr>
              <p:cNvSpPr/>
              <p:nvPr/>
            </p:nvSpPr>
            <p:spPr>
              <a:xfrm>
                <a:off x="5864971" y="2380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1" name="Freeform 29820">
                <a:extLst>
                  <a:ext uri="{FF2B5EF4-FFF2-40B4-BE49-F238E27FC236}">
                    <a16:creationId xmlns:a16="http://schemas.microsoft.com/office/drawing/2014/main" id="{352C2C6E-355B-15DF-FED2-661010DC541B}"/>
                  </a:ext>
                </a:extLst>
              </p:cNvPr>
              <p:cNvSpPr/>
              <p:nvPr/>
            </p:nvSpPr>
            <p:spPr>
              <a:xfrm>
                <a:off x="5865467" y="2384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2" name="Freeform 29821">
                <a:extLst>
                  <a:ext uri="{FF2B5EF4-FFF2-40B4-BE49-F238E27FC236}">
                    <a16:creationId xmlns:a16="http://schemas.microsoft.com/office/drawing/2014/main" id="{F2C41818-2303-1387-0EF1-FB3B78C25D76}"/>
                  </a:ext>
                </a:extLst>
              </p:cNvPr>
              <p:cNvSpPr/>
              <p:nvPr/>
            </p:nvSpPr>
            <p:spPr>
              <a:xfrm>
                <a:off x="5866063" y="2386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3" name="Freeform 29822">
                <a:extLst>
                  <a:ext uri="{FF2B5EF4-FFF2-40B4-BE49-F238E27FC236}">
                    <a16:creationId xmlns:a16="http://schemas.microsoft.com/office/drawing/2014/main" id="{67A7AC0A-CB22-CB1B-7AC5-9D420B4D2B30}"/>
                  </a:ext>
                </a:extLst>
              </p:cNvPr>
              <p:cNvSpPr/>
              <p:nvPr/>
            </p:nvSpPr>
            <p:spPr>
              <a:xfrm>
                <a:off x="5866559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4" name="Freeform 29823">
                <a:extLst>
                  <a:ext uri="{FF2B5EF4-FFF2-40B4-BE49-F238E27FC236}">
                    <a16:creationId xmlns:a16="http://schemas.microsoft.com/office/drawing/2014/main" id="{EE11A31A-B7DC-F41A-E39B-7FF6020B6D03}"/>
                  </a:ext>
                </a:extLst>
              </p:cNvPr>
              <p:cNvSpPr/>
              <p:nvPr/>
            </p:nvSpPr>
            <p:spPr>
              <a:xfrm>
                <a:off x="5867055" y="2390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5" name="Freeform 29824">
                <a:extLst>
                  <a:ext uri="{FF2B5EF4-FFF2-40B4-BE49-F238E27FC236}">
                    <a16:creationId xmlns:a16="http://schemas.microsoft.com/office/drawing/2014/main" id="{169756AD-7A8F-4517-A388-F00B63343878}"/>
                  </a:ext>
                </a:extLst>
              </p:cNvPr>
              <p:cNvSpPr/>
              <p:nvPr/>
            </p:nvSpPr>
            <p:spPr>
              <a:xfrm>
                <a:off x="5867551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6" name="Freeform 29825">
                <a:extLst>
                  <a:ext uri="{FF2B5EF4-FFF2-40B4-BE49-F238E27FC236}">
                    <a16:creationId xmlns:a16="http://schemas.microsoft.com/office/drawing/2014/main" id="{58C90D6A-C1A4-E668-67A6-016D698724BF}"/>
                  </a:ext>
                </a:extLst>
              </p:cNvPr>
              <p:cNvSpPr/>
              <p:nvPr/>
            </p:nvSpPr>
            <p:spPr>
              <a:xfrm>
                <a:off x="5868146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7" name="Freeform 29826">
                <a:extLst>
                  <a:ext uri="{FF2B5EF4-FFF2-40B4-BE49-F238E27FC236}">
                    <a16:creationId xmlns:a16="http://schemas.microsoft.com/office/drawing/2014/main" id="{3A737D2F-024C-0045-7B89-E1112B37537A}"/>
                  </a:ext>
                </a:extLst>
              </p:cNvPr>
              <p:cNvSpPr/>
              <p:nvPr/>
            </p:nvSpPr>
            <p:spPr>
              <a:xfrm>
                <a:off x="5868642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8" name="Freeform 29827">
                <a:extLst>
                  <a:ext uri="{FF2B5EF4-FFF2-40B4-BE49-F238E27FC236}">
                    <a16:creationId xmlns:a16="http://schemas.microsoft.com/office/drawing/2014/main" id="{7C8EC59F-B349-1B8B-38A2-7BD073501806}"/>
                  </a:ext>
                </a:extLst>
              </p:cNvPr>
              <p:cNvSpPr/>
              <p:nvPr/>
            </p:nvSpPr>
            <p:spPr>
              <a:xfrm>
                <a:off x="5869138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9" name="Freeform 29828">
                <a:extLst>
                  <a:ext uri="{FF2B5EF4-FFF2-40B4-BE49-F238E27FC236}">
                    <a16:creationId xmlns:a16="http://schemas.microsoft.com/office/drawing/2014/main" id="{C4547F44-37C4-0681-B4E5-1425E68680AF}"/>
                  </a:ext>
                </a:extLst>
              </p:cNvPr>
              <p:cNvSpPr/>
              <p:nvPr/>
            </p:nvSpPr>
            <p:spPr>
              <a:xfrm>
                <a:off x="5869734" y="2202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0" name="Freeform 29829">
                <a:extLst>
                  <a:ext uri="{FF2B5EF4-FFF2-40B4-BE49-F238E27FC236}">
                    <a16:creationId xmlns:a16="http://schemas.microsoft.com/office/drawing/2014/main" id="{3032B7C2-314C-4104-C2A5-ABB02473C7E1}"/>
                  </a:ext>
                </a:extLst>
              </p:cNvPr>
              <p:cNvSpPr/>
              <p:nvPr/>
            </p:nvSpPr>
            <p:spPr>
              <a:xfrm>
                <a:off x="5870230" y="1734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1" name="Freeform 29830">
                <a:extLst>
                  <a:ext uri="{FF2B5EF4-FFF2-40B4-BE49-F238E27FC236}">
                    <a16:creationId xmlns:a16="http://schemas.microsoft.com/office/drawing/2014/main" id="{8EDF8201-0478-25CC-1AC1-A502F14FE02A}"/>
                  </a:ext>
                </a:extLst>
              </p:cNvPr>
              <p:cNvSpPr/>
              <p:nvPr/>
            </p:nvSpPr>
            <p:spPr>
              <a:xfrm>
                <a:off x="5870726" y="1722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2" name="Freeform 29831">
                <a:extLst>
                  <a:ext uri="{FF2B5EF4-FFF2-40B4-BE49-F238E27FC236}">
                    <a16:creationId xmlns:a16="http://schemas.microsoft.com/office/drawing/2014/main" id="{5A1A9C07-F1E1-41DE-940F-F2F8B42E8599}"/>
                  </a:ext>
                </a:extLst>
              </p:cNvPr>
              <p:cNvSpPr/>
              <p:nvPr/>
            </p:nvSpPr>
            <p:spPr>
              <a:xfrm>
                <a:off x="5871321" y="1744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3" name="Freeform 29832">
                <a:extLst>
                  <a:ext uri="{FF2B5EF4-FFF2-40B4-BE49-F238E27FC236}">
                    <a16:creationId xmlns:a16="http://schemas.microsoft.com/office/drawing/2014/main" id="{58BAE989-43F0-6577-EC20-A6B8F4BBC905}"/>
                  </a:ext>
                </a:extLst>
              </p:cNvPr>
              <p:cNvSpPr/>
              <p:nvPr/>
            </p:nvSpPr>
            <p:spPr>
              <a:xfrm>
                <a:off x="5871817" y="16739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4" name="Freeform 29833">
                <a:extLst>
                  <a:ext uri="{FF2B5EF4-FFF2-40B4-BE49-F238E27FC236}">
                    <a16:creationId xmlns:a16="http://schemas.microsoft.com/office/drawing/2014/main" id="{18096F4F-87FC-351C-FFC7-4278FC7C90CB}"/>
                  </a:ext>
                </a:extLst>
              </p:cNvPr>
              <p:cNvSpPr/>
              <p:nvPr/>
            </p:nvSpPr>
            <p:spPr>
              <a:xfrm>
                <a:off x="5872313" y="1761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5" name="Freeform 29834">
                <a:extLst>
                  <a:ext uri="{FF2B5EF4-FFF2-40B4-BE49-F238E27FC236}">
                    <a16:creationId xmlns:a16="http://schemas.microsoft.com/office/drawing/2014/main" id="{596AD128-806F-8165-FE97-63EF1E38FC25}"/>
                  </a:ext>
                </a:extLst>
              </p:cNvPr>
              <p:cNvSpPr/>
              <p:nvPr/>
            </p:nvSpPr>
            <p:spPr>
              <a:xfrm>
                <a:off x="5872909" y="1921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6" name="Freeform 29835">
                <a:extLst>
                  <a:ext uri="{FF2B5EF4-FFF2-40B4-BE49-F238E27FC236}">
                    <a16:creationId xmlns:a16="http://schemas.microsoft.com/office/drawing/2014/main" id="{937E5A87-07C5-5952-B7B3-E42B5BFA3BDF}"/>
                  </a:ext>
                </a:extLst>
              </p:cNvPr>
              <p:cNvSpPr/>
              <p:nvPr/>
            </p:nvSpPr>
            <p:spPr>
              <a:xfrm>
                <a:off x="5873405" y="2023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7" name="Freeform 29836">
                <a:extLst>
                  <a:ext uri="{FF2B5EF4-FFF2-40B4-BE49-F238E27FC236}">
                    <a16:creationId xmlns:a16="http://schemas.microsoft.com/office/drawing/2014/main" id="{2475C4C9-F651-00D6-589A-6FF2E4F2A1A7}"/>
                  </a:ext>
                </a:extLst>
              </p:cNvPr>
              <p:cNvSpPr/>
              <p:nvPr/>
            </p:nvSpPr>
            <p:spPr>
              <a:xfrm>
                <a:off x="5873901" y="1995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8" name="Freeform 29837">
                <a:extLst>
                  <a:ext uri="{FF2B5EF4-FFF2-40B4-BE49-F238E27FC236}">
                    <a16:creationId xmlns:a16="http://schemas.microsoft.com/office/drawing/2014/main" id="{063FED37-D29E-5307-7C1A-DF34E425A981}"/>
                  </a:ext>
                </a:extLst>
              </p:cNvPr>
              <p:cNvSpPr/>
              <p:nvPr/>
            </p:nvSpPr>
            <p:spPr>
              <a:xfrm>
                <a:off x="5874496" y="197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9" name="Freeform 29838">
                <a:extLst>
                  <a:ext uri="{FF2B5EF4-FFF2-40B4-BE49-F238E27FC236}">
                    <a16:creationId xmlns:a16="http://schemas.microsoft.com/office/drawing/2014/main" id="{01188C60-072F-6B3F-0F87-ED7429B9737E}"/>
                  </a:ext>
                </a:extLst>
              </p:cNvPr>
              <p:cNvSpPr/>
              <p:nvPr/>
            </p:nvSpPr>
            <p:spPr>
              <a:xfrm>
                <a:off x="5874992" y="1950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0" name="Freeform 29839">
                <a:extLst>
                  <a:ext uri="{FF2B5EF4-FFF2-40B4-BE49-F238E27FC236}">
                    <a16:creationId xmlns:a16="http://schemas.microsoft.com/office/drawing/2014/main" id="{DAFE86F9-C731-0244-1EF1-106A7C15539B}"/>
                  </a:ext>
                </a:extLst>
              </p:cNvPr>
              <p:cNvSpPr/>
              <p:nvPr/>
            </p:nvSpPr>
            <p:spPr>
              <a:xfrm>
                <a:off x="5875488" y="20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1" name="Freeform 29840">
                <a:extLst>
                  <a:ext uri="{FF2B5EF4-FFF2-40B4-BE49-F238E27FC236}">
                    <a16:creationId xmlns:a16="http://schemas.microsoft.com/office/drawing/2014/main" id="{C8CB8A2F-7836-FCB6-05A3-D1CFAC3D6DF0}"/>
                  </a:ext>
                </a:extLst>
              </p:cNvPr>
              <p:cNvSpPr/>
              <p:nvPr/>
            </p:nvSpPr>
            <p:spPr>
              <a:xfrm>
                <a:off x="5876084" y="2368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2" name="Freeform 29841">
                <a:extLst>
                  <a:ext uri="{FF2B5EF4-FFF2-40B4-BE49-F238E27FC236}">
                    <a16:creationId xmlns:a16="http://schemas.microsoft.com/office/drawing/2014/main" id="{56F69C52-A9D6-F5DA-7FAA-49B56A13AE6D}"/>
                  </a:ext>
                </a:extLst>
              </p:cNvPr>
              <p:cNvSpPr/>
              <p:nvPr/>
            </p:nvSpPr>
            <p:spPr>
              <a:xfrm>
                <a:off x="5876580" y="2382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3" name="Freeform 29842">
                <a:extLst>
                  <a:ext uri="{FF2B5EF4-FFF2-40B4-BE49-F238E27FC236}">
                    <a16:creationId xmlns:a16="http://schemas.microsoft.com/office/drawing/2014/main" id="{C07D153A-1A3A-E32E-114B-109EE92679FB}"/>
                  </a:ext>
                </a:extLst>
              </p:cNvPr>
              <p:cNvSpPr/>
              <p:nvPr/>
            </p:nvSpPr>
            <p:spPr>
              <a:xfrm>
                <a:off x="5877076" y="2386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4" name="Freeform 29843">
                <a:extLst>
                  <a:ext uri="{FF2B5EF4-FFF2-40B4-BE49-F238E27FC236}">
                    <a16:creationId xmlns:a16="http://schemas.microsoft.com/office/drawing/2014/main" id="{374976E5-DE84-AAF6-3C05-1068DC9E380D}"/>
                  </a:ext>
                </a:extLst>
              </p:cNvPr>
              <p:cNvSpPr/>
              <p:nvPr/>
            </p:nvSpPr>
            <p:spPr>
              <a:xfrm>
                <a:off x="5877671" y="2388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5" name="Freeform 29844">
                <a:extLst>
                  <a:ext uri="{FF2B5EF4-FFF2-40B4-BE49-F238E27FC236}">
                    <a16:creationId xmlns:a16="http://schemas.microsoft.com/office/drawing/2014/main" id="{DEFBDD14-4AC1-335D-7E3F-94FD72867EF6}"/>
                  </a:ext>
                </a:extLst>
              </p:cNvPr>
              <p:cNvSpPr/>
              <p:nvPr/>
            </p:nvSpPr>
            <p:spPr>
              <a:xfrm>
                <a:off x="5878167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6" name="Freeform 29845">
                <a:extLst>
                  <a:ext uri="{FF2B5EF4-FFF2-40B4-BE49-F238E27FC236}">
                    <a16:creationId xmlns:a16="http://schemas.microsoft.com/office/drawing/2014/main" id="{0D8C0B8A-AF4F-5D60-6A7D-90CF89970F82}"/>
                  </a:ext>
                </a:extLst>
              </p:cNvPr>
              <p:cNvSpPr/>
              <p:nvPr/>
            </p:nvSpPr>
            <p:spPr>
              <a:xfrm>
                <a:off x="5878663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7" name="Freeform 29846">
                <a:extLst>
                  <a:ext uri="{FF2B5EF4-FFF2-40B4-BE49-F238E27FC236}">
                    <a16:creationId xmlns:a16="http://schemas.microsoft.com/office/drawing/2014/main" id="{9199CAD8-80CC-797E-732F-41FA72EE45FD}"/>
                  </a:ext>
                </a:extLst>
              </p:cNvPr>
              <p:cNvSpPr/>
              <p:nvPr/>
            </p:nvSpPr>
            <p:spPr>
              <a:xfrm>
                <a:off x="5879159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8" name="Freeform 29847">
                <a:extLst>
                  <a:ext uri="{FF2B5EF4-FFF2-40B4-BE49-F238E27FC236}">
                    <a16:creationId xmlns:a16="http://schemas.microsoft.com/office/drawing/2014/main" id="{A0B1B84F-5ECD-B48D-87C3-90C0D679D793}"/>
                  </a:ext>
                </a:extLst>
              </p:cNvPr>
              <p:cNvSpPr/>
              <p:nvPr/>
            </p:nvSpPr>
            <p:spPr>
              <a:xfrm>
                <a:off x="5879755" y="2393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9" name="Freeform 29848">
                <a:extLst>
                  <a:ext uri="{FF2B5EF4-FFF2-40B4-BE49-F238E27FC236}">
                    <a16:creationId xmlns:a16="http://schemas.microsoft.com/office/drawing/2014/main" id="{593C4EAD-1458-EC56-4C92-76C1D924C11C}"/>
                  </a:ext>
                </a:extLst>
              </p:cNvPr>
              <p:cNvSpPr/>
              <p:nvPr/>
            </p:nvSpPr>
            <p:spPr>
              <a:xfrm>
                <a:off x="5880251" y="2392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0" name="Freeform 29849">
                <a:extLst>
                  <a:ext uri="{FF2B5EF4-FFF2-40B4-BE49-F238E27FC236}">
                    <a16:creationId xmlns:a16="http://schemas.microsoft.com/office/drawing/2014/main" id="{B867DC1C-FB5F-1064-D040-016AB76150D8}"/>
                  </a:ext>
                </a:extLst>
              </p:cNvPr>
              <p:cNvSpPr/>
              <p:nvPr/>
            </p:nvSpPr>
            <p:spPr>
              <a:xfrm>
                <a:off x="5880747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1" name="Freeform 29850">
                <a:extLst>
                  <a:ext uri="{FF2B5EF4-FFF2-40B4-BE49-F238E27FC236}">
                    <a16:creationId xmlns:a16="http://schemas.microsoft.com/office/drawing/2014/main" id="{3A3ACE70-DA5E-E1D6-F420-9BD64EACB3BA}"/>
                  </a:ext>
                </a:extLst>
              </p:cNvPr>
              <p:cNvSpPr/>
              <p:nvPr/>
            </p:nvSpPr>
            <p:spPr>
              <a:xfrm>
                <a:off x="5881342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2" name="Freeform 29851">
                <a:extLst>
                  <a:ext uri="{FF2B5EF4-FFF2-40B4-BE49-F238E27FC236}">
                    <a16:creationId xmlns:a16="http://schemas.microsoft.com/office/drawing/2014/main" id="{33ABDF98-EDD0-D202-C322-875D056E0937}"/>
                  </a:ext>
                </a:extLst>
              </p:cNvPr>
              <p:cNvSpPr/>
              <p:nvPr/>
            </p:nvSpPr>
            <p:spPr>
              <a:xfrm>
                <a:off x="5881838" y="2381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3" name="Freeform 29852">
                <a:extLst>
                  <a:ext uri="{FF2B5EF4-FFF2-40B4-BE49-F238E27FC236}">
                    <a16:creationId xmlns:a16="http://schemas.microsoft.com/office/drawing/2014/main" id="{E71F4578-A3CD-CC67-409C-D31D13A7E325}"/>
                  </a:ext>
                </a:extLst>
              </p:cNvPr>
              <p:cNvSpPr/>
              <p:nvPr/>
            </p:nvSpPr>
            <p:spPr>
              <a:xfrm>
                <a:off x="5882334" y="220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4" name="Freeform 29853">
                <a:extLst>
                  <a:ext uri="{FF2B5EF4-FFF2-40B4-BE49-F238E27FC236}">
                    <a16:creationId xmlns:a16="http://schemas.microsoft.com/office/drawing/2014/main" id="{2A906B81-3D13-2F86-6B04-53ACB62468B8}"/>
                  </a:ext>
                </a:extLst>
              </p:cNvPr>
              <p:cNvSpPr/>
              <p:nvPr/>
            </p:nvSpPr>
            <p:spPr>
              <a:xfrm>
                <a:off x="5882930" y="2133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5" name="Freeform 29854">
                <a:extLst>
                  <a:ext uri="{FF2B5EF4-FFF2-40B4-BE49-F238E27FC236}">
                    <a16:creationId xmlns:a16="http://schemas.microsoft.com/office/drawing/2014/main" id="{93E2E509-8C62-1C9A-8955-CF8ACA53E16C}"/>
                  </a:ext>
                </a:extLst>
              </p:cNvPr>
              <p:cNvSpPr/>
              <p:nvPr/>
            </p:nvSpPr>
            <p:spPr>
              <a:xfrm>
                <a:off x="5883426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6" name="Freeform 29855">
                <a:extLst>
                  <a:ext uri="{FF2B5EF4-FFF2-40B4-BE49-F238E27FC236}">
                    <a16:creationId xmlns:a16="http://schemas.microsoft.com/office/drawing/2014/main" id="{038EE040-AB2C-0699-C525-FF987E0AC702}"/>
                  </a:ext>
                </a:extLst>
              </p:cNvPr>
              <p:cNvSpPr/>
              <p:nvPr/>
            </p:nvSpPr>
            <p:spPr>
              <a:xfrm>
                <a:off x="5883922" y="2069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7" name="Freeform 29856">
                <a:extLst>
                  <a:ext uri="{FF2B5EF4-FFF2-40B4-BE49-F238E27FC236}">
                    <a16:creationId xmlns:a16="http://schemas.microsoft.com/office/drawing/2014/main" id="{8125D7F4-D0CF-4591-3E75-10734BE3695E}"/>
                  </a:ext>
                </a:extLst>
              </p:cNvPr>
              <p:cNvSpPr/>
              <p:nvPr/>
            </p:nvSpPr>
            <p:spPr>
              <a:xfrm>
                <a:off x="5884517" y="2184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8" name="Freeform 29857">
                <a:extLst>
                  <a:ext uri="{FF2B5EF4-FFF2-40B4-BE49-F238E27FC236}">
                    <a16:creationId xmlns:a16="http://schemas.microsoft.com/office/drawing/2014/main" id="{74F9762D-847F-83EF-4A82-F2AF55675EE9}"/>
                  </a:ext>
                </a:extLst>
              </p:cNvPr>
              <p:cNvSpPr/>
              <p:nvPr/>
            </p:nvSpPr>
            <p:spPr>
              <a:xfrm>
                <a:off x="5885013" y="2203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9" name="Freeform 29858">
                <a:extLst>
                  <a:ext uri="{FF2B5EF4-FFF2-40B4-BE49-F238E27FC236}">
                    <a16:creationId xmlns:a16="http://schemas.microsoft.com/office/drawing/2014/main" id="{72CE85B0-F173-B596-575C-98AE453D81AA}"/>
                  </a:ext>
                </a:extLst>
              </p:cNvPr>
              <p:cNvSpPr/>
              <p:nvPr/>
            </p:nvSpPr>
            <p:spPr>
              <a:xfrm>
                <a:off x="5885509" y="2181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0" name="Freeform 29859">
                <a:extLst>
                  <a:ext uri="{FF2B5EF4-FFF2-40B4-BE49-F238E27FC236}">
                    <a16:creationId xmlns:a16="http://schemas.microsoft.com/office/drawing/2014/main" id="{D659697A-E206-ED27-4CC0-A7010A0CA1A0}"/>
                  </a:ext>
                </a:extLst>
              </p:cNvPr>
              <p:cNvSpPr/>
              <p:nvPr/>
            </p:nvSpPr>
            <p:spPr>
              <a:xfrm>
                <a:off x="5886105" y="2154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1" name="Freeform 29860">
                <a:extLst>
                  <a:ext uri="{FF2B5EF4-FFF2-40B4-BE49-F238E27FC236}">
                    <a16:creationId xmlns:a16="http://schemas.microsoft.com/office/drawing/2014/main" id="{A9798200-ECA8-46E3-CB0A-31B28CC71B59}"/>
                  </a:ext>
                </a:extLst>
              </p:cNvPr>
              <p:cNvSpPr/>
              <p:nvPr/>
            </p:nvSpPr>
            <p:spPr>
              <a:xfrm>
                <a:off x="5886601" y="2134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2" name="Freeform 29861">
                <a:extLst>
                  <a:ext uri="{FF2B5EF4-FFF2-40B4-BE49-F238E27FC236}">
                    <a16:creationId xmlns:a16="http://schemas.microsoft.com/office/drawing/2014/main" id="{72B2ACAF-B901-24F5-4796-AB5EE28E77FA}"/>
                  </a:ext>
                </a:extLst>
              </p:cNvPr>
              <p:cNvSpPr/>
              <p:nvPr/>
            </p:nvSpPr>
            <p:spPr>
              <a:xfrm>
                <a:off x="5887097" y="2116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3" name="Freeform 29862">
                <a:extLst>
                  <a:ext uri="{FF2B5EF4-FFF2-40B4-BE49-F238E27FC236}">
                    <a16:creationId xmlns:a16="http://schemas.microsoft.com/office/drawing/2014/main" id="{53F30A98-FDAD-78B0-2469-04D5D396B572}"/>
                  </a:ext>
                </a:extLst>
              </p:cNvPr>
              <p:cNvSpPr/>
              <p:nvPr/>
            </p:nvSpPr>
            <p:spPr>
              <a:xfrm>
                <a:off x="5887692" y="2105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4" name="Freeform 29863">
                <a:extLst>
                  <a:ext uri="{FF2B5EF4-FFF2-40B4-BE49-F238E27FC236}">
                    <a16:creationId xmlns:a16="http://schemas.microsoft.com/office/drawing/2014/main" id="{D3F7A945-894B-9D0F-CDFA-2FCBC3787236}"/>
                  </a:ext>
                </a:extLst>
              </p:cNvPr>
              <p:cNvSpPr/>
              <p:nvPr/>
            </p:nvSpPr>
            <p:spPr>
              <a:xfrm>
                <a:off x="5888188" y="2183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5" name="Freeform 29864">
                <a:extLst>
                  <a:ext uri="{FF2B5EF4-FFF2-40B4-BE49-F238E27FC236}">
                    <a16:creationId xmlns:a16="http://schemas.microsoft.com/office/drawing/2014/main" id="{9CF6CC65-850A-2B4D-581F-3686BDF71CF3}"/>
                  </a:ext>
                </a:extLst>
              </p:cNvPr>
              <p:cNvSpPr/>
              <p:nvPr/>
            </p:nvSpPr>
            <p:spPr>
              <a:xfrm>
                <a:off x="5888684" y="2388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6" name="Freeform 29865">
                <a:extLst>
                  <a:ext uri="{FF2B5EF4-FFF2-40B4-BE49-F238E27FC236}">
                    <a16:creationId xmlns:a16="http://schemas.microsoft.com/office/drawing/2014/main" id="{C56E7D60-120C-4A64-BB84-323696A26D2E}"/>
                  </a:ext>
                </a:extLst>
              </p:cNvPr>
              <p:cNvSpPr/>
              <p:nvPr/>
            </p:nvSpPr>
            <p:spPr>
              <a:xfrm>
                <a:off x="5889280" y="2401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7" name="Freeform 29866">
                <a:extLst>
                  <a:ext uri="{FF2B5EF4-FFF2-40B4-BE49-F238E27FC236}">
                    <a16:creationId xmlns:a16="http://schemas.microsoft.com/office/drawing/2014/main" id="{84B13B41-9522-F222-2F39-C495FE9B818B}"/>
                  </a:ext>
                </a:extLst>
              </p:cNvPr>
              <p:cNvSpPr/>
              <p:nvPr/>
            </p:nvSpPr>
            <p:spPr>
              <a:xfrm>
                <a:off x="5889776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8" name="Freeform 29867">
                <a:extLst>
                  <a:ext uri="{FF2B5EF4-FFF2-40B4-BE49-F238E27FC236}">
                    <a16:creationId xmlns:a16="http://schemas.microsoft.com/office/drawing/2014/main" id="{85F2A204-C7BB-55B3-0808-62EC93126335}"/>
                  </a:ext>
                </a:extLst>
              </p:cNvPr>
              <p:cNvSpPr/>
              <p:nvPr/>
            </p:nvSpPr>
            <p:spPr>
              <a:xfrm>
                <a:off x="5890272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9" name="Freeform 29868">
                <a:extLst>
                  <a:ext uri="{FF2B5EF4-FFF2-40B4-BE49-F238E27FC236}">
                    <a16:creationId xmlns:a16="http://schemas.microsoft.com/office/drawing/2014/main" id="{9B6E4C33-3BF1-4602-5D30-EB5BBBA25EBE}"/>
                  </a:ext>
                </a:extLst>
              </p:cNvPr>
              <p:cNvSpPr/>
              <p:nvPr/>
            </p:nvSpPr>
            <p:spPr>
              <a:xfrm>
                <a:off x="5890768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0" name="Freeform 29869">
                <a:extLst>
                  <a:ext uri="{FF2B5EF4-FFF2-40B4-BE49-F238E27FC236}">
                    <a16:creationId xmlns:a16="http://schemas.microsoft.com/office/drawing/2014/main" id="{46D5EDC6-F5FA-5EEB-05BE-C712924A93BF}"/>
                  </a:ext>
                </a:extLst>
              </p:cNvPr>
              <p:cNvSpPr/>
              <p:nvPr/>
            </p:nvSpPr>
            <p:spPr>
              <a:xfrm>
                <a:off x="5891363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1" name="Freeform 29870">
                <a:extLst>
                  <a:ext uri="{FF2B5EF4-FFF2-40B4-BE49-F238E27FC236}">
                    <a16:creationId xmlns:a16="http://schemas.microsoft.com/office/drawing/2014/main" id="{CFE52956-E29D-562C-9C89-983B0E43F085}"/>
                  </a:ext>
                </a:extLst>
              </p:cNvPr>
              <p:cNvSpPr/>
              <p:nvPr/>
            </p:nvSpPr>
            <p:spPr>
              <a:xfrm>
                <a:off x="589185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2" name="Freeform 29871">
                <a:extLst>
                  <a:ext uri="{FF2B5EF4-FFF2-40B4-BE49-F238E27FC236}">
                    <a16:creationId xmlns:a16="http://schemas.microsoft.com/office/drawing/2014/main" id="{B2E67ABB-D047-616F-CCAE-E654B9D52C1E}"/>
                  </a:ext>
                </a:extLst>
              </p:cNvPr>
              <p:cNvSpPr/>
              <p:nvPr/>
            </p:nvSpPr>
            <p:spPr>
              <a:xfrm>
                <a:off x="589235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3" name="Freeform 29872">
                <a:extLst>
                  <a:ext uri="{FF2B5EF4-FFF2-40B4-BE49-F238E27FC236}">
                    <a16:creationId xmlns:a16="http://schemas.microsoft.com/office/drawing/2014/main" id="{644CA64F-B965-800F-4435-CC866463DD37}"/>
                  </a:ext>
                </a:extLst>
              </p:cNvPr>
              <p:cNvSpPr/>
              <p:nvPr/>
            </p:nvSpPr>
            <p:spPr>
              <a:xfrm>
                <a:off x="5892951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4" name="Freeform 29873">
                <a:extLst>
                  <a:ext uri="{FF2B5EF4-FFF2-40B4-BE49-F238E27FC236}">
                    <a16:creationId xmlns:a16="http://schemas.microsoft.com/office/drawing/2014/main" id="{D0A34FA9-C79B-B5A3-35F7-6F0156F25741}"/>
                  </a:ext>
                </a:extLst>
              </p:cNvPr>
              <p:cNvSpPr/>
              <p:nvPr/>
            </p:nvSpPr>
            <p:spPr>
              <a:xfrm>
                <a:off x="5893447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5" name="Freeform 29874">
                <a:extLst>
                  <a:ext uri="{FF2B5EF4-FFF2-40B4-BE49-F238E27FC236}">
                    <a16:creationId xmlns:a16="http://schemas.microsoft.com/office/drawing/2014/main" id="{26E099BE-77A3-61A0-1DF4-9653FF140E92}"/>
                  </a:ext>
                </a:extLst>
              </p:cNvPr>
              <p:cNvSpPr/>
              <p:nvPr/>
            </p:nvSpPr>
            <p:spPr>
              <a:xfrm>
                <a:off x="5893943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6" name="Freeform 29875">
                <a:extLst>
                  <a:ext uri="{FF2B5EF4-FFF2-40B4-BE49-F238E27FC236}">
                    <a16:creationId xmlns:a16="http://schemas.microsoft.com/office/drawing/2014/main" id="{5F214D81-25EC-23C9-71C1-58D6A4144601}"/>
                  </a:ext>
                </a:extLst>
              </p:cNvPr>
              <p:cNvSpPr/>
              <p:nvPr/>
            </p:nvSpPr>
            <p:spPr>
              <a:xfrm>
                <a:off x="5894538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7" name="Freeform 29876">
                <a:extLst>
                  <a:ext uri="{FF2B5EF4-FFF2-40B4-BE49-F238E27FC236}">
                    <a16:creationId xmlns:a16="http://schemas.microsoft.com/office/drawing/2014/main" id="{01BEB5BE-0307-0836-4AA8-0E02631D6F88}"/>
                  </a:ext>
                </a:extLst>
              </p:cNvPr>
              <p:cNvSpPr/>
              <p:nvPr/>
            </p:nvSpPr>
            <p:spPr>
              <a:xfrm>
                <a:off x="5895034" y="2356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8" name="Freeform 29877">
                <a:extLst>
                  <a:ext uri="{FF2B5EF4-FFF2-40B4-BE49-F238E27FC236}">
                    <a16:creationId xmlns:a16="http://schemas.microsoft.com/office/drawing/2014/main" id="{5EB290DF-798C-41B5-335D-BBD515DD85E7}"/>
                  </a:ext>
                </a:extLst>
              </p:cNvPr>
              <p:cNvSpPr/>
              <p:nvPr/>
            </p:nvSpPr>
            <p:spPr>
              <a:xfrm>
                <a:off x="5895530" y="2231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9" name="Freeform 29878">
                <a:extLst>
                  <a:ext uri="{FF2B5EF4-FFF2-40B4-BE49-F238E27FC236}">
                    <a16:creationId xmlns:a16="http://schemas.microsoft.com/office/drawing/2014/main" id="{DC0935DE-E3FA-5ABC-EE26-56A59B0A6622}"/>
                  </a:ext>
                </a:extLst>
              </p:cNvPr>
              <p:cNvSpPr/>
              <p:nvPr/>
            </p:nvSpPr>
            <p:spPr>
              <a:xfrm>
                <a:off x="5896126" y="2233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0" name="Freeform 29879">
                <a:extLst>
                  <a:ext uri="{FF2B5EF4-FFF2-40B4-BE49-F238E27FC236}">
                    <a16:creationId xmlns:a16="http://schemas.microsoft.com/office/drawing/2014/main" id="{AFCA67A0-1D42-1B17-5E31-FE259F3DB973}"/>
                  </a:ext>
                </a:extLst>
              </p:cNvPr>
              <p:cNvSpPr/>
              <p:nvPr/>
            </p:nvSpPr>
            <p:spPr>
              <a:xfrm>
                <a:off x="5896622" y="222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1" name="Freeform 29880">
                <a:extLst>
                  <a:ext uri="{FF2B5EF4-FFF2-40B4-BE49-F238E27FC236}">
                    <a16:creationId xmlns:a16="http://schemas.microsoft.com/office/drawing/2014/main" id="{23423EE2-3115-B821-6FE4-3820314F70C4}"/>
                  </a:ext>
                </a:extLst>
              </p:cNvPr>
              <p:cNvSpPr/>
              <p:nvPr/>
            </p:nvSpPr>
            <p:spPr>
              <a:xfrm>
                <a:off x="5897118" y="2282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2" name="Freeform 29881">
                <a:extLst>
                  <a:ext uri="{FF2B5EF4-FFF2-40B4-BE49-F238E27FC236}">
                    <a16:creationId xmlns:a16="http://schemas.microsoft.com/office/drawing/2014/main" id="{259C78E4-8A30-A011-7BA3-C22AD0EED745}"/>
                  </a:ext>
                </a:extLst>
              </p:cNvPr>
              <p:cNvSpPr/>
              <p:nvPr/>
            </p:nvSpPr>
            <p:spPr>
              <a:xfrm>
                <a:off x="5897713" y="2273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3" name="Freeform 29882">
                <a:extLst>
                  <a:ext uri="{FF2B5EF4-FFF2-40B4-BE49-F238E27FC236}">
                    <a16:creationId xmlns:a16="http://schemas.microsoft.com/office/drawing/2014/main" id="{6C100D03-DC37-5CBC-CC52-87312979E3D9}"/>
                  </a:ext>
                </a:extLst>
              </p:cNvPr>
              <p:cNvSpPr/>
              <p:nvPr/>
            </p:nvSpPr>
            <p:spPr>
              <a:xfrm>
                <a:off x="5898209" y="2269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4" name="Freeform 29883">
                <a:extLst>
                  <a:ext uri="{FF2B5EF4-FFF2-40B4-BE49-F238E27FC236}">
                    <a16:creationId xmlns:a16="http://schemas.microsoft.com/office/drawing/2014/main" id="{3DAFB993-CE75-1304-1228-2745A0F57C07}"/>
                  </a:ext>
                </a:extLst>
              </p:cNvPr>
              <p:cNvSpPr/>
              <p:nvPr/>
            </p:nvSpPr>
            <p:spPr>
              <a:xfrm>
                <a:off x="5898705" y="2350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5" name="Freeform 29884">
                <a:extLst>
                  <a:ext uri="{FF2B5EF4-FFF2-40B4-BE49-F238E27FC236}">
                    <a16:creationId xmlns:a16="http://schemas.microsoft.com/office/drawing/2014/main" id="{43890626-DF93-AC85-35E0-3CC0A0C8AAB2}"/>
                  </a:ext>
                </a:extLst>
              </p:cNvPr>
              <p:cNvSpPr/>
              <p:nvPr/>
            </p:nvSpPr>
            <p:spPr>
              <a:xfrm>
                <a:off x="5899301" y="2331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6" name="Freeform 29885">
                <a:extLst>
                  <a:ext uri="{FF2B5EF4-FFF2-40B4-BE49-F238E27FC236}">
                    <a16:creationId xmlns:a16="http://schemas.microsoft.com/office/drawing/2014/main" id="{E72171E7-A46A-1929-2CFC-C3F7AFBE360B}"/>
                  </a:ext>
                </a:extLst>
              </p:cNvPr>
              <p:cNvSpPr/>
              <p:nvPr/>
            </p:nvSpPr>
            <p:spPr>
              <a:xfrm>
                <a:off x="5899797" y="2305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7" name="Freeform 29886">
                <a:extLst>
                  <a:ext uri="{FF2B5EF4-FFF2-40B4-BE49-F238E27FC236}">
                    <a16:creationId xmlns:a16="http://schemas.microsoft.com/office/drawing/2014/main" id="{30D0AFCC-57C1-A9E2-2E9A-4DEB81A2E52D}"/>
                  </a:ext>
                </a:extLst>
              </p:cNvPr>
              <p:cNvSpPr/>
              <p:nvPr/>
            </p:nvSpPr>
            <p:spPr>
              <a:xfrm>
                <a:off x="5900293" y="2279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8" name="Freeform 29887">
                <a:extLst>
                  <a:ext uri="{FF2B5EF4-FFF2-40B4-BE49-F238E27FC236}">
                    <a16:creationId xmlns:a16="http://schemas.microsoft.com/office/drawing/2014/main" id="{53434559-878A-E667-0D20-CF290860EB97}"/>
                  </a:ext>
                </a:extLst>
              </p:cNvPr>
              <p:cNvSpPr/>
              <p:nvPr/>
            </p:nvSpPr>
            <p:spPr>
              <a:xfrm>
                <a:off x="5900888" y="2311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9" name="Freeform 29888">
                <a:extLst>
                  <a:ext uri="{FF2B5EF4-FFF2-40B4-BE49-F238E27FC236}">
                    <a16:creationId xmlns:a16="http://schemas.microsoft.com/office/drawing/2014/main" id="{B82E35C7-99ED-FF13-F7E2-34C8A573F377}"/>
                  </a:ext>
                </a:extLst>
              </p:cNvPr>
              <p:cNvSpPr/>
              <p:nvPr/>
            </p:nvSpPr>
            <p:spPr>
              <a:xfrm>
                <a:off x="5901384" y="2384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0" name="Freeform 29889">
                <a:extLst>
                  <a:ext uri="{FF2B5EF4-FFF2-40B4-BE49-F238E27FC236}">
                    <a16:creationId xmlns:a16="http://schemas.microsoft.com/office/drawing/2014/main" id="{86E41A96-3886-94B3-4D6F-899D7546E8D9}"/>
                  </a:ext>
                </a:extLst>
              </p:cNvPr>
              <p:cNvSpPr/>
              <p:nvPr/>
            </p:nvSpPr>
            <p:spPr>
              <a:xfrm>
                <a:off x="5901880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1" name="Freeform 29890">
                <a:extLst>
                  <a:ext uri="{FF2B5EF4-FFF2-40B4-BE49-F238E27FC236}">
                    <a16:creationId xmlns:a16="http://schemas.microsoft.com/office/drawing/2014/main" id="{B9D1BED0-E335-6AD2-C622-37BF47A114D5}"/>
                  </a:ext>
                </a:extLst>
              </p:cNvPr>
              <p:cNvSpPr/>
              <p:nvPr/>
            </p:nvSpPr>
            <p:spPr>
              <a:xfrm>
                <a:off x="5902476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2" name="Freeform 29891">
                <a:extLst>
                  <a:ext uri="{FF2B5EF4-FFF2-40B4-BE49-F238E27FC236}">
                    <a16:creationId xmlns:a16="http://schemas.microsoft.com/office/drawing/2014/main" id="{358066FC-EDE4-8067-EC8E-B1A6FE51BA56}"/>
                  </a:ext>
                </a:extLst>
              </p:cNvPr>
              <p:cNvSpPr/>
              <p:nvPr/>
            </p:nvSpPr>
            <p:spPr>
              <a:xfrm>
                <a:off x="5902972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3" name="Freeform 29892">
                <a:extLst>
                  <a:ext uri="{FF2B5EF4-FFF2-40B4-BE49-F238E27FC236}">
                    <a16:creationId xmlns:a16="http://schemas.microsoft.com/office/drawing/2014/main" id="{FACAB252-7D64-3241-98F4-FCE1B1863D29}"/>
                  </a:ext>
                </a:extLst>
              </p:cNvPr>
              <p:cNvSpPr/>
              <p:nvPr/>
            </p:nvSpPr>
            <p:spPr>
              <a:xfrm>
                <a:off x="5903468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4" name="Freeform 29893">
                <a:extLst>
                  <a:ext uri="{FF2B5EF4-FFF2-40B4-BE49-F238E27FC236}">
                    <a16:creationId xmlns:a16="http://schemas.microsoft.com/office/drawing/2014/main" id="{DE6C0262-76B1-8767-A940-2439C9154FF5}"/>
                  </a:ext>
                </a:extLst>
              </p:cNvPr>
              <p:cNvSpPr/>
              <p:nvPr/>
            </p:nvSpPr>
            <p:spPr>
              <a:xfrm>
                <a:off x="5903964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5" name="Freeform 29894">
                <a:extLst>
                  <a:ext uri="{FF2B5EF4-FFF2-40B4-BE49-F238E27FC236}">
                    <a16:creationId xmlns:a16="http://schemas.microsoft.com/office/drawing/2014/main" id="{EA0B0591-5D29-5F2C-DCAF-A12B6F65F385}"/>
                  </a:ext>
                </a:extLst>
              </p:cNvPr>
              <p:cNvSpPr/>
              <p:nvPr/>
            </p:nvSpPr>
            <p:spPr>
              <a:xfrm>
                <a:off x="5904559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6" name="Freeform 29895">
                <a:extLst>
                  <a:ext uri="{FF2B5EF4-FFF2-40B4-BE49-F238E27FC236}">
                    <a16:creationId xmlns:a16="http://schemas.microsoft.com/office/drawing/2014/main" id="{51BCB823-DBAA-30D5-73D3-B69451ACF35B}"/>
                  </a:ext>
                </a:extLst>
              </p:cNvPr>
              <p:cNvSpPr/>
              <p:nvPr/>
            </p:nvSpPr>
            <p:spPr>
              <a:xfrm>
                <a:off x="5905055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7" name="Freeform 29896">
                <a:extLst>
                  <a:ext uri="{FF2B5EF4-FFF2-40B4-BE49-F238E27FC236}">
                    <a16:creationId xmlns:a16="http://schemas.microsoft.com/office/drawing/2014/main" id="{12E33F78-3211-D676-5194-2D6B0F355F45}"/>
                  </a:ext>
                </a:extLst>
              </p:cNvPr>
              <p:cNvSpPr/>
              <p:nvPr/>
            </p:nvSpPr>
            <p:spPr>
              <a:xfrm>
                <a:off x="5905552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8" name="Freeform 29897">
                <a:extLst>
                  <a:ext uri="{FF2B5EF4-FFF2-40B4-BE49-F238E27FC236}">
                    <a16:creationId xmlns:a16="http://schemas.microsoft.com/office/drawing/2014/main" id="{1109B176-CFDD-4E75-780B-3A433901A5BA}"/>
                  </a:ext>
                </a:extLst>
              </p:cNvPr>
              <p:cNvSpPr/>
              <p:nvPr/>
            </p:nvSpPr>
            <p:spPr>
              <a:xfrm>
                <a:off x="5906147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9" name="Freeform 29898">
                <a:extLst>
                  <a:ext uri="{FF2B5EF4-FFF2-40B4-BE49-F238E27FC236}">
                    <a16:creationId xmlns:a16="http://schemas.microsoft.com/office/drawing/2014/main" id="{B605B3C5-BFC0-4597-73C8-A238C61FFE11}"/>
                  </a:ext>
                </a:extLst>
              </p:cNvPr>
              <p:cNvSpPr/>
              <p:nvPr/>
            </p:nvSpPr>
            <p:spPr>
              <a:xfrm>
                <a:off x="5906643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0" name="Freeform 29899">
                <a:extLst>
                  <a:ext uri="{FF2B5EF4-FFF2-40B4-BE49-F238E27FC236}">
                    <a16:creationId xmlns:a16="http://schemas.microsoft.com/office/drawing/2014/main" id="{14D3F3EC-A25F-C507-8A77-0FCCD3BF2B50}"/>
                  </a:ext>
                </a:extLst>
              </p:cNvPr>
              <p:cNvSpPr/>
              <p:nvPr/>
            </p:nvSpPr>
            <p:spPr>
              <a:xfrm>
                <a:off x="5907139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1" name="Freeform 29900">
                <a:extLst>
                  <a:ext uri="{FF2B5EF4-FFF2-40B4-BE49-F238E27FC236}">
                    <a16:creationId xmlns:a16="http://schemas.microsoft.com/office/drawing/2014/main" id="{60CF8C0B-6236-5789-5745-24F7121CC416}"/>
                  </a:ext>
                </a:extLst>
              </p:cNvPr>
              <p:cNvSpPr/>
              <p:nvPr/>
            </p:nvSpPr>
            <p:spPr>
              <a:xfrm>
                <a:off x="5907734" y="2380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2" name="Freeform 29901">
                <a:extLst>
                  <a:ext uri="{FF2B5EF4-FFF2-40B4-BE49-F238E27FC236}">
                    <a16:creationId xmlns:a16="http://schemas.microsoft.com/office/drawing/2014/main" id="{B4DFDB0D-889D-C21A-8E6F-CCA1C9D39850}"/>
                  </a:ext>
                </a:extLst>
              </p:cNvPr>
              <p:cNvSpPr/>
              <p:nvPr/>
            </p:nvSpPr>
            <p:spPr>
              <a:xfrm>
                <a:off x="5908230" y="2266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3" name="Freeform 29902">
                <a:extLst>
                  <a:ext uri="{FF2B5EF4-FFF2-40B4-BE49-F238E27FC236}">
                    <a16:creationId xmlns:a16="http://schemas.microsoft.com/office/drawing/2014/main" id="{F8D5B109-AD4C-341F-9902-A37FB580C007}"/>
                  </a:ext>
                </a:extLst>
              </p:cNvPr>
              <p:cNvSpPr/>
              <p:nvPr/>
            </p:nvSpPr>
            <p:spPr>
              <a:xfrm>
                <a:off x="5908727" y="2208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4" name="Freeform 29903">
                <a:extLst>
                  <a:ext uri="{FF2B5EF4-FFF2-40B4-BE49-F238E27FC236}">
                    <a16:creationId xmlns:a16="http://schemas.microsoft.com/office/drawing/2014/main" id="{AB654A3E-3741-5E94-BEAE-53293ABCF21A}"/>
                  </a:ext>
                </a:extLst>
              </p:cNvPr>
              <p:cNvSpPr/>
              <p:nvPr/>
            </p:nvSpPr>
            <p:spPr>
              <a:xfrm>
                <a:off x="5909322" y="21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5" name="Freeform 29904">
                <a:extLst>
                  <a:ext uri="{FF2B5EF4-FFF2-40B4-BE49-F238E27FC236}">
                    <a16:creationId xmlns:a16="http://schemas.microsoft.com/office/drawing/2014/main" id="{52FD26F8-0707-380A-147E-9D45CBA09841}"/>
                  </a:ext>
                </a:extLst>
              </p:cNvPr>
              <p:cNvSpPr/>
              <p:nvPr/>
            </p:nvSpPr>
            <p:spPr>
              <a:xfrm>
                <a:off x="5909818" y="2241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6" name="Freeform 29905">
                <a:extLst>
                  <a:ext uri="{FF2B5EF4-FFF2-40B4-BE49-F238E27FC236}">
                    <a16:creationId xmlns:a16="http://schemas.microsoft.com/office/drawing/2014/main" id="{5D08CE29-6327-F3DE-8F0E-BCBA0AD8E931}"/>
                  </a:ext>
                </a:extLst>
              </p:cNvPr>
              <p:cNvSpPr/>
              <p:nvPr/>
            </p:nvSpPr>
            <p:spPr>
              <a:xfrm>
                <a:off x="5910314" y="2264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7" name="Freeform 29906">
                <a:extLst>
                  <a:ext uri="{FF2B5EF4-FFF2-40B4-BE49-F238E27FC236}">
                    <a16:creationId xmlns:a16="http://schemas.microsoft.com/office/drawing/2014/main" id="{78AE38AF-ECB6-DC56-5E0A-6AF99DC778AB}"/>
                  </a:ext>
                </a:extLst>
              </p:cNvPr>
              <p:cNvSpPr/>
              <p:nvPr/>
            </p:nvSpPr>
            <p:spPr>
              <a:xfrm>
                <a:off x="5910909" y="223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8" name="Freeform 29907">
                <a:extLst>
                  <a:ext uri="{FF2B5EF4-FFF2-40B4-BE49-F238E27FC236}">
                    <a16:creationId xmlns:a16="http://schemas.microsoft.com/office/drawing/2014/main" id="{32A0E645-FB1D-0098-B789-212F680F212F}"/>
                  </a:ext>
                </a:extLst>
              </p:cNvPr>
              <p:cNvSpPr/>
              <p:nvPr/>
            </p:nvSpPr>
            <p:spPr>
              <a:xfrm>
                <a:off x="5911405" y="2233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9" name="Freeform 29908">
                <a:extLst>
                  <a:ext uri="{FF2B5EF4-FFF2-40B4-BE49-F238E27FC236}">
                    <a16:creationId xmlns:a16="http://schemas.microsoft.com/office/drawing/2014/main" id="{F394D607-21BA-DE24-06B7-6C3B22F85DCA}"/>
                  </a:ext>
                </a:extLst>
              </p:cNvPr>
              <p:cNvSpPr/>
              <p:nvPr/>
            </p:nvSpPr>
            <p:spPr>
              <a:xfrm>
                <a:off x="5911902" y="2260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0" name="Freeform 29909">
                <a:extLst>
                  <a:ext uri="{FF2B5EF4-FFF2-40B4-BE49-F238E27FC236}">
                    <a16:creationId xmlns:a16="http://schemas.microsoft.com/office/drawing/2014/main" id="{9B1D2DEC-D58B-78DB-AFF9-5A5E5F9FAC4C}"/>
                  </a:ext>
                </a:extLst>
              </p:cNvPr>
              <p:cNvSpPr/>
              <p:nvPr/>
            </p:nvSpPr>
            <p:spPr>
              <a:xfrm>
                <a:off x="5912497" y="2262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1" name="Freeform 29910">
                <a:extLst>
                  <a:ext uri="{FF2B5EF4-FFF2-40B4-BE49-F238E27FC236}">
                    <a16:creationId xmlns:a16="http://schemas.microsoft.com/office/drawing/2014/main" id="{D1D727A8-4A0A-A106-5890-59D20034B207}"/>
                  </a:ext>
                </a:extLst>
              </p:cNvPr>
              <p:cNvSpPr/>
              <p:nvPr/>
            </p:nvSpPr>
            <p:spPr>
              <a:xfrm>
                <a:off x="5912993" y="2293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2" name="Freeform 29911">
                <a:extLst>
                  <a:ext uri="{FF2B5EF4-FFF2-40B4-BE49-F238E27FC236}">
                    <a16:creationId xmlns:a16="http://schemas.microsoft.com/office/drawing/2014/main" id="{9D13FBB5-0A00-5EB8-7F3C-66DAAA1D3B86}"/>
                  </a:ext>
                </a:extLst>
              </p:cNvPr>
              <p:cNvSpPr/>
              <p:nvPr/>
            </p:nvSpPr>
            <p:spPr>
              <a:xfrm>
                <a:off x="5913489" y="2344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3" name="Freeform 29912">
                <a:extLst>
                  <a:ext uri="{FF2B5EF4-FFF2-40B4-BE49-F238E27FC236}">
                    <a16:creationId xmlns:a16="http://schemas.microsoft.com/office/drawing/2014/main" id="{27F5C7F5-B412-B8BB-B21C-BD22020DFD71}"/>
                  </a:ext>
                </a:extLst>
              </p:cNvPr>
              <p:cNvSpPr/>
              <p:nvPr/>
            </p:nvSpPr>
            <p:spPr>
              <a:xfrm>
                <a:off x="5914084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4" name="Freeform 29913">
                <a:extLst>
                  <a:ext uri="{FF2B5EF4-FFF2-40B4-BE49-F238E27FC236}">
                    <a16:creationId xmlns:a16="http://schemas.microsoft.com/office/drawing/2014/main" id="{14E729EF-7507-1E5B-EEC5-14A72B70901A}"/>
                  </a:ext>
                </a:extLst>
              </p:cNvPr>
              <p:cNvSpPr/>
              <p:nvPr/>
            </p:nvSpPr>
            <p:spPr>
              <a:xfrm>
                <a:off x="5914580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5" name="Freeform 29914">
                <a:extLst>
                  <a:ext uri="{FF2B5EF4-FFF2-40B4-BE49-F238E27FC236}">
                    <a16:creationId xmlns:a16="http://schemas.microsoft.com/office/drawing/2014/main" id="{53BC7781-0126-CE0A-70F3-0E49AEE73EF2}"/>
                  </a:ext>
                </a:extLst>
              </p:cNvPr>
              <p:cNvSpPr/>
              <p:nvPr/>
            </p:nvSpPr>
            <p:spPr>
              <a:xfrm>
                <a:off x="5915077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6" name="Freeform 29915">
                <a:extLst>
                  <a:ext uri="{FF2B5EF4-FFF2-40B4-BE49-F238E27FC236}">
                    <a16:creationId xmlns:a16="http://schemas.microsoft.com/office/drawing/2014/main" id="{983F5454-9BCC-4035-007B-A8768816166E}"/>
                  </a:ext>
                </a:extLst>
              </p:cNvPr>
              <p:cNvSpPr/>
              <p:nvPr/>
            </p:nvSpPr>
            <p:spPr>
              <a:xfrm>
                <a:off x="5915573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7" name="Freeform 29916">
                <a:extLst>
                  <a:ext uri="{FF2B5EF4-FFF2-40B4-BE49-F238E27FC236}">
                    <a16:creationId xmlns:a16="http://schemas.microsoft.com/office/drawing/2014/main" id="{4E2C1C3C-D42E-9036-3084-D0E17FC01A5E}"/>
                  </a:ext>
                </a:extLst>
              </p:cNvPr>
              <p:cNvSpPr/>
              <p:nvPr/>
            </p:nvSpPr>
            <p:spPr>
              <a:xfrm>
                <a:off x="5916168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8" name="Freeform 29917">
                <a:extLst>
                  <a:ext uri="{FF2B5EF4-FFF2-40B4-BE49-F238E27FC236}">
                    <a16:creationId xmlns:a16="http://schemas.microsoft.com/office/drawing/2014/main" id="{9FAEC78F-B99D-02EB-9911-F8A624EA7157}"/>
                  </a:ext>
                </a:extLst>
              </p:cNvPr>
              <p:cNvSpPr/>
              <p:nvPr/>
            </p:nvSpPr>
            <p:spPr>
              <a:xfrm>
                <a:off x="591666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9" name="Freeform 29918">
                <a:extLst>
                  <a:ext uri="{FF2B5EF4-FFF2-40B4-BE49-F238E27FC236}">
                    <a16:creationId xmlns:a16="http://schemas.microsoft.com/office/drawing/2014/main" id="{16D6E68E-2B0A-6BAC-9822-850D83E6ECC3}"/>
                  </a:ext>
                </a:extLst>
              </p:cNvPr>
              <p:cNvSpPr/>
              <p:nvPr/>
            </p:nvSpPr>
            <p:spPr>
              <a:xfrm>
                <a:off x="5917160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0" name="Freeform 29919">
                <a:extLst>
                  <a:ext uri="{FF2B5EF4-FFF2-40B4-BE49-F238E27FC236}">
                    <a16:creationId xmlns:a16="http://schemas.microsoft.com/office/drawing/2014/main" id="{119A3AAE-4234-D47C-61D1-2EA6DB366369}"/>
                  </a:ext>
                </a:extLst>
              </p:cNvPr>
              <p:cNvSpPr/>
              <p:nvPr/>
            </p:nvSpPr>
            <p:spPr>
              <a:xfrm>
                <a:off x="5917755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1" name="Freeform 29920">
                <a:extLst>
                  <a:ext uri="{FF2B5EF4-FFF2-40B4-BE49-F238E27FC236}">
                    <a16:creationId xmlns:a16="http://schemas.microsoft.com/office/drawing/2014/main" id="{0BBBEB67-A655-2B9B-6029-1FC83A934426}"/>
                  </a:ext>
                </a:extLst>
              </p:cNvPr>
              <p:cNvSpPr/>
              <p:nvPr/>
            </p:nvSpPr>
            <p:spPr>
              <a:xfrm>
                <a:off x="591825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2" name="Freeform 29921">
                <a:extLst>
                  <a:ext uri="{FF2B5EF4-FFF2-40B4-BE49-F238E27FC236}">
                    <a16:creationId xmlns:a16="http://schemas.microsoft.com/office/drawing/2014/main" id="{23517846-C048-61FC-7144-23745DD982EF}"/>
                  </a:ext>
                </a:extLst>
              </p:cNvPr>
              <p:cNvSpPr/>
              <p:nvPr/>
            </p:nvSpPr>
            <p:spPr>
              <a:xfrm>
                <a:off x="591874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3" name="Freeform 29922">
                <a:extLst>
                  <a:ext uri="{FF2B5EF4-FFF2-40B4-BE49-F238E27FC236}">
                    <a16:creationId xmlns:a16="http://schemas.microsoft.com/office/drawing/2014/main" id="{E9C18F4C-2263-A345-4E97-58EA0893E564}"/>
                  </a:ext>
                </a:extLst>
              </p:cNvPr>
              <p:cNvSpPr/>
              <p:nvPr/>
            </p:nvSpPr>
            <p:spPr>
              <a:xfrm>
                <a:off x="5919343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4" name="Freeform 29923">
                <a:extLst>
                  <a:ext uri="{FF2B5EF4-FFF2-40B4-BE49-F238E27FC236}">
                    <a16:creationId xmlns:a16="http://schemas.microsoft.com/office/drawing/2014/main" id="{359AC007-FFFE-5F4F-1521-512C856A45CB}"/>
                  </a:ext>
                </a:extLst>
              </p:cNvPr>
              <p:cNvSpPr/>
              <p:nvPr/>
            </p:nvSpPr>
            <p:spPr>
              <a:xfrm>
                <a:off x="5919839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5" name="Freeform 29924">
                <a:extLst>
                  <a:ext uri="{FF2B5EF4-FFF2-40B4-BE49-F238E27FC236}">
                    <a16:creationId xmlns:a16="http://schemas.microsoft.com/office/drawing/2014/main" id="{1B496FC6-4063-7597-B263-0B2D741E0249}"/>
                  </a:ext>
                </a:extLst>
              </p:cNvPr>
              <p:cNvSpPr/>
              <p:nvPr/>
            </p:nvSpPr>
            <p:spPr>
              <a:xfrm>
                <a:off x="5920335" y="2323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6" name="Freeform 29925">
                <a:extLst>
                  <a:ext uri="{FF2B5EF4-FFF2-40B4-BE49-F238E27FC236}">
                    <a16:creationId xmlns:a16="http://schemas.microsoft.com/office/drawing/2014/main" id="{32A2EAB8-E5C0-0970-DD90-1651405DED75}"/>
                  </a:ext>
                </a:extLst>
              </p:cNvPr>
              <p:cNvSpPr/>
              <p:nvPr/>
            </p:nvSpPr>
            <p:spPr>
              <a:xfrm>
                <a:off x="5920930" y="1964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7" name="Freeform 29926">
                <a:extLst>
                  <a:ext uri="{FF2B5EF4-FFF2-40B4-BE49-F238E27FC236}">
                    <a16:creationId xmlns:a16="http://schemas.microsoft.com/office/drawing/2014/main" id="{11041F7F-24A0-CB60-B665-0157924C8BEA}"/>
                  </a:ext>
                </a:extLst>
              </p:cNvPr>
              <p:cNvSpPr/>
              <p:nvPr/>
            </p:nvSpPr>
            <p:spPr>
              <a:xfrm>
                <a:off x="5921427" y="1919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8" name="Freeform 29927">
                <a:extLst>
                  <a:ext uri="{FF2B5EF4-FFF2-40B4-BE49-F238E27FC236}">
                    <a16:creationId xmlns:a16="http://schemas.microsoft.com/office/drawing/2014/main" id="{FB7CB3CC-1291-1172-26E1-9E2F10533C20}"/>
                  </a:ext>
                </a:extLst>
              </p:cNvPr>
              <p:cNvSpPr/>
              <p:nvPr/>
            </p:nvSpPr>
            <p:spPr>
              <a:xfrm>
                <a:off x="5921923" y="1912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9" name="Freeform 29928">
                <a:extLst>
                  <a:ext uri="{FF2B5EF4-FFF2-40B4-BE49-F238E27FC236}">
                    <a16:creationId xmlns:a16="http://schemas.microsoft.com/office/drawing/2014/main" id="{92E6185B-650D-5206-15FA-C0108EBE5570}"/>
                  </a:ext>
                </a:extLst>
              </p:cNvPr>
              <p:cNvSpPr/>
              <p:nvPr/>
            </p:nvSpPr>
            <p:spPr>
              <a:xfrm>
                <a:off x="5922518" y="1943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0" name="Freeform 29929">
                <a:extLst>
                  <a:ext uri="{FF2B5EF4-FFF2-40B4-BE49-F238E27FC236}">
                    <a16:creationId xmlns:a16="http://schemas.microsoft.com/office/drawing/2014/main" id="{B6E36EAA-18EC-CF1C-B18E-F8EA88C3E385}"/>
                  </a:ext>
                </a:extLst>
              </p:cNvPr>
              <p:cNvSpPr/>
              <p:nvPr/>
            </p:nvSpPr>
            <p:spPr>
              <a:xfrm>
                <a:off x="5923014" y="1991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1" name="Freeform 29930">
                <a:extLst>
                  <a:ext uri="{FF2B5EF4-FFF2-40B4-BE49-F238E27FC236}">
                    <a16:creationId xmlns:a16="http://schemas.microsoft.com/office/drawing/2014/main" id="{3DE2914B-CB2A-07BA-43E8-9996073A41CC}"/>
                  </a:ext>
                </a:extLst>
              </p:cNvPr>
              <p:cNvSpPr/>
              <p:nvPr/>
            </p:nvSpPr>
            <p:spPr>
              <a:xfrm>
                <a:off x="5923510" y="195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2" name="Freeform 29931">
                <a:extLst>
                  <a:ext uri="{FF2B5EF4-FFF2-40B4-BE49-F238E27FC236}">
                    <a16:creationId xmlns:a16="http://schemas.microsoft.com/office/drawing/2014/main" id="{43AF3EDD-B573-1E97-EAB5-9553C08CFC63}"/>
                  </a:ext>
                </a:extLst>
              </p:cNvPr>
              <p:cNvSpPr/>
              <p:nvPr/>
            </p:nvSpPr>
            <p:spPr>
              <a:xfrm>
                <a:off x="5924105" y="20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3" name="Freeform 29932">
                <a:extLst>
                  <a:ext uri="{FF2B5EF4-FFF2-40B4-BE49-F238E27FC236}">
                    <a16:creationId xmlns:a16="http://schemas.microsoft.com/office/drawing/2014/main" id="{6FAC20B3-9296-ABBD-FD34-271DA23C6B1A}"/>
                  </a:ext>
                </a:extLst>
              </p:cNvPr>
              <p:cNvSpPr/>
              <p:nvPr/>
            </p:nvSpPr>
            <p:spPr>
              <a:xfrm>
                <a:off x="5924602" y="2071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4" name="Freeform 29933">
                <a:extLst>
                  <a:ext uri="{FF2B5EF4-FFF2-40B4-BE49-F238E27FC236}">
                    <a16:creationId xmlns:a16="http://schemas.microsoft.com/office/drawing/2014/main" id="{620ADCBB-0255-F2C3-C3B7-1F5AD7BE591A}"/>
                  </a:ext>
                </a:extLst>
              </p:cNvPr>
              <p:cNvSpPr/>
              <p:nvPr/>
            </p:nvSpPr>
            <p:spPr>
              <a:xfrm>
                <a:off x="5925098" y="21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5" name="Freeform 29934">
                <a:extLst>
                  <a:ext uri="{FF2B5EF4-FFF2-40B4-BE49-F238E27FC236}">
                    <a16:creationId xmlns:a16="http://schemas.microsoft.com/office/drawing/2014/main" id="{8F16DBCE-0B79-4530-D1F6-C11DFC448D74}"/>
                  </a:ext>
                </a:extLst>
              </p:cNvPr>
              <p:cNvSpPr/>
              <p:nvPr/>
            </p:nvSpPr>
            <p:spPr>
              <a:xfrm>
                <a:off x="5925693" y="216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6" name="Freeform 29935">
                <a:extLst>
                  <a:ext uri="{FF2B5EF4-FFF2-40B4-BE49-F238E27FC236}">
                    <a16:creationId xmlns:a16="http://schemas.microsoft.com/office/drawing/2014/main" id="{58BD99BE-6F50-A591-5B01-876D890E77E8}"/>
                  </a:ext>
                </a:extLst>
              </p:cNvPr>
              <p:cNvSpPr/>
              <p:nvPr/>
            </p:nvSpPr>
            <p:spPr>
              <a:xfrm>
                <a:off x="5926189" y="2267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7" name="Freeform 29936">
                <a:extLst>
                  <a:ext uri="{FF2B5EF4-FFF2-40B4-BE49-F238E27FC236}">
                    <a16:creationId xmlns:a16="http://schemas.microsoft.com/office/drawing/2014/main" id="{EF3FA917-24B5-400F-D490-77BA38306865}"/>
                  </a:ext>
                </a:extLst>
              </p:cNvPr>
              <p:cNvSpPr/>
              <p:nvPr/>
            </p:nvSpPr>
            <p:spPr>
              <a:xfrm>
                <a:off x="5926685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8" name="Freeform 29937">
                <a:extLst>
                  <a:ext uri="{FF2B5EF4-FFF2-40B4-BE49-F238E27FC236}">
                    <a16:creationId xmlns:a16="http://schemas.microsoft.com/office/drawing/2014/main" id="{D1C74AC8-1DBB-CE76-A76B-7EA3A411D3A2}"/>
                  </a:ext>
                </a:extLst>
              </p:cNvPr>
              <p:cNvSpPr/>
              <p:nvPr/>
            </p:nvSpPr>
            <p:spPr>
              <a:xfrm>
                <a:off x="5927181" y="2404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9" name="Freeform 29938">
                <a:extLst>
                  <a:ext uri="{FF2B5EF4-FFF2-40B4-BE49-F238E27FC236}">
                    <a16:creationId xmlns:a16="http://schemas.microsoft.com/office/drawing/2014/main" id="{73D38783-A1D7-38EC-108F-EEB70123947A}"/>
                  </a:ext>
                </a:extLst>
              </p:cNvPr>
              <p:cNvSpPr/>
              <p:nvPr/>
            </p:nvSpPr>
            <p:spPr>
              <a:xfrm>
                <a:off x="5927777" y="2408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0" name="Freeform 29939">
                <a:extLst>
                  <a:ext uri="{FF2B5EF4-FFF2-40B4-BE49-F238E27FC236}">
                    <a16:creationId xmlns:a16="http://schemas.microsoft.com/office/drawing/2014/main" id="{E190D131-0C6A-A799-48D9-5590EAB89754}"/>
                  </a:ext>
                </a:extLst>
              </p:cNvPr>
              <p:cNvSpPr/>
              <p:nvPr/>
            </p:nvSpPr>
            <p:spPr>
              <a:xfrm>
                <a:off x="5928273" y="2411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1" name="Freeform 29940">
                <a:extLst>
                  <a:ext uri="{FF2B5EF4-FFF2-40B4-BE49-F238E27FC236}">
                    <a16:creationId xmlns:a16="http://schemas.microsoft.com/office/drawing/2014/main" id="{48448E3E-13E4-9FA8-99A1-CDD4F54F3962}"/>
                  </a:ext>
                </a:extLst>
              </p:cNvPr>
              <p:cNvSpPr/>
              <p:nvPr/>
            </p:nvSpPr>
            <p:spPr>
              <a:xfrm>
                <a:off x="5928769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2" name="Freeform 29941">
                <a:extLst>
                  <a:ext uri="{FF2B5EF4-FFF2-40B4-BE49-F238E27FC236}">
                    <a16:creationId xmlns:a16="http://schemas.microsoft.com/office/drawing/2014/main" id="{9A587134-62EC-B50E-4851-4BCD2DFAD08E}"/>
                  </a:ext>
                </a:extLst>
              </p:cNvPr>
              <p:cNvSpPr/>
              <p:nvPr/>
            </p:nvSpPr>
            <p:spPr>
              <a:xfrm>
                <a:off x="592936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3" name="Freeform 29942">
                <a:extLst>
                  <a:ext uri="{FF2B5EF4-FFF2-40B4-BE49-F238E27FC236}">
                    <a16:creationId xmlns:a16="http://schemas.microsoft.com/office/drawing/2014/main" id="{7B98EF5D-72C9-F84B-CAD0-BC31F73700C6}"/>
                  </a:ext>
                </a:extLst>
              </p:cNvPr>
              <p:cNvSpPr/>
              <p:nvPr/>
            </p:nvSpPr>
            <p:spPr>
              <a:xfrm>
                <a:off x="5929860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4" name="Freeform 29943">
                <a:extLst>
                  <a:ext uri="{FF2B5EF4-FFF2-40B4-BE49-F238E27FC236}">
                    <a16:creationId xmlns:a16="http://schemas.microsoft.com/office/drawing/2014/main" id="{FDD4088E-3985-86F6-68BE-8973157FD3F2}"/>
                  </a:ext>
                </a:extLst>
              </p:cNvPr>
              <p:cNvSpPr/>
              <p:nvPr/>
            </p:nvSpPr>
            <p:spPr>
              <a:xfrm>
                <a:off x="5930356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5" name="Freeform 29944">
                <a:extLst>
                  <a:ext uri="{FF2B5EF4-FFF2-40B4-BE49-F238E27FC236}">
                    <a16:creationId xmlns:a16="http://schemas.microsoft.com/office/drawing/2014/main" id="{0B4C9C50-71F7-70ED-B942-622CECC3C9D8}"/>
                  </a:ext>
                </a:extLst>
              </p:cNvPr>
              <p:cNvSpPr/>
              <p:nvPr/>
            </p:nvSpPr>
            <p:spPr>
              <a:xfrm>
                <a:off x="5930952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6" name="Freeform 29945">
                <a:extLst>
                  <a:ext uri="{FF2B5EF4-FFF2-40B4-BE49-F238E27FC236}">
                    <a16:creationId xmlns:a16="http://schemas.microsoft.com/office/drawing/2014/main" id="{A37946B5-747F-6882-F7C4-F3246C946844}"/>
                  </a:ext>
                </a:extLst>
              </p:cNvPr>
              <p:cNvSpPr/>
              <p:nvPr/>
            </p:nvSpPr>
            <p:spPr>
              <a:xfrm>
                <a:off x="5931448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7" name="Freeform 29946">
                <a:extLst>
                  <a:ext uri="{FF2B5EF4-FFF2-40B4-BE49-F238E27FC236}">
                    <a16:creationId xmlns:a16="http://schemas.microsoft.com/office/drawing/2014/main" id="{D81585CF-858E-6495-F0FC-977204E7F4BA}"/>
                  </a:ext>
                </a:extLst>
              </p:cNvPr>
              <p:cNvSpPr/>
              <p:nvPr/>
            </p:nvSpPr>
            <p:spPr>
              <a:xfrm>
                <a:off x="5931944" y="2415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8" name="Freeform 29947">
                <a:extLst>
                  <a:ext uri="{FF2B5EF4-FFF2-40B4-BE49-F238E27FC236}">
                    <a16:creationId xmlns:a16="http://schemas.microsoft.com/office/drawing/2014/main" id="{478818AF-E570-8FE4-DCBE-0BA74D15D935}"/>
                  </a:ext>
                </a:extLst>
              </p:cNvPr>
              <p:cNvSpPr/>
              <p:nvPr/>
            </p:nvSpPr>
            <p:spPr>
              <a:xfrm>
                <a:off x="5932539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9" name="Freeform 29948">
                <a:extLst>
                  <a:ext uri="{FF2B5EF4-FFF2-40B4-BE49-F238E27FC236}">
                    <a16:creationId xmlns:a16="http://schemas.microsoft.com/office/drawing/2014/main" id="{61E79DD9-E153-30F1-43CE-7D6E3BEA0B90}"/>
                  </a:ext>
                </a:extLst>
              </p:cNvPr>
              <p:cNvSpPr/>
              <p:nvPr/>
            </p:nvSpPr>
            <p:spPr>
              <a:xfrm>
                <a:off x="5933035" y="222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0" name="Freeform 29949">
                <a:extLst>
                  <a:ext uri="{FF2B5EF4-FFF2-40B4-BE49-F238E27FC236}">
                    <a16:creationId xmlns:a16="http://schemas.microsoft.com/office/drawing/2014/main" id="{31CA23AD-D6E0-7C70-6393-FB6B2232E721}"/>
                  </a:ext>
                </a:extLst>
              </p:cNvPr>
              <p:cNvSpPr/>
              <p:nvPr/>
            </p:nvSpPr>
            <p:spPr>
              <a:xfrm>
                <a:off x="5933531" y="1756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1" name="Freeform 29950">
                <a:extLst>
                  <a:ext uri="{FF2B5EF4-FFF2-40B4-BE49-F238E27FC236}">
                    <a16:creationId xmlns:a16="http://schemas.microsoft.com/office/drawing/2014/main" id="{6464D818-E1D5-906C-D908-48AAB2DFCBC3}"/>
                  </a:ext>
                </a:extLst>
              </p:cNvPr>
              <p:cNvSpPr/>
              <p:nvPr/>
            </p:nvSpPr>
            <p:spPr>
              <a:xfrm>
                <a:off x="5934127" y="1760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2" name="Freeform 29951">
                <a:extLst>
                  <a:ext uri="{FF2B5EF4-FFF2-40B4-BE49-F238E27FC236}">
                    <a16:creationId xmlns:a16="http://schemas.microsoft.com/office/drawing/2014/main" id="{66B7988F-52B8-20EF-A345-83BBEA235775}"/>
                  </a:ext>
                </a:extLst>
              </p:cNvPr>
              <p:cNvSpPr/>
              <p:nvPr/>
            </p:nvSpPr>
            <p:spPr>
              <a:xfrm>
                <a:off x="5934623" y="180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3" name="Freeform 29952">
                <a:extLst>
                  <a:ext uri="{FF2B5EF4-FFF2-40B4-BE49-F238E27FC236}">
                    <a16:creationId xmlns:a16="http://schemas.microsoft.com/office/drawing/2014/main" id="{BE3681D9-A946-163E-FEAE-90A66C2E96F0}"/>
                  </a:ext>
                </a:extLst>
              </p:cNvPr>
              <p:cNvSpPr/>
              <p:nvPr/>
            </p:nvSpPr>
            <p:spPr>
              <a:xfrm>
                <a:off x="5935119" y="1791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4" name="Freeform 29953">
                <a:extLst>
                  <a:ext uri="{FF2B5EF4-FFF2-40B4-BE49-F238E27FC236}">
                    <a16:creationId xmlns:a16="http://schemas.microsoft.com/office/drawing/2014/main" id="{BFC6EB22-74B3-5843-5594-2DD84DAA6BDC}"/>
                  </a:ext>
                </a:extLst>
              </p:cNvPr>
              <p:cNvSpPr/>
              <p:nvPr/>
            </p:nvSpPr>
            <p:spPr>
              <a:xfrm>
                <a:off x="5935714" y="1824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5" name="Freeform 29954">
                <a:extLst>
                  <a:ext uri="{FF2B5EF4-FFF2-40B4-BE49-F238E27FC236}">
                    <a16:creationId xmlns:a16="http://schemas.microsoft.com/office/drawing/2014/main" id="{0B07C204-204E-BE30-7513-C932E57936CA}"/>
                  </a:ext>
                </a:extLst>
              </p:cNvPr>
              <p:cNvSpPr/>
              <p:nvPr/>
            </p:nvSpPr>
            <p:spPr>
              <a:xfrm>
                <a:off x="5936210" y="1878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6" name="Freeform 29955">
                <a:extLst>
                  <a:ext uri="{FF2B5EF4-FFF2-40B4-BE49-F238E27FC236}">
                    <a16:creationId xmlns:a16="http://schemas.microsoft.com/office/drawing/2014/main" id="{E2E2945D-0726-2E07-D943-008E0522C790}"/>
                  </a:ext>
                </a:extLst>
              </p:cNvPr>
              <p:cNvSpPr/>
              <p:nvPr/>
            </p:nvSpPr>
            <p:spPr>
              <a:xfrm>
                <a:off x="5936706" y="2005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7" name="Freeform 29956">
                <a:extLst>
                  <a:ext uri="{FF2B5EF4-FFF2-40B4-BE49-F238E27FC236}">
                    <a16:creationId xmlns:a16="http://schemas.microsoft.com/office/drawing/2014/main" id="{86DA0DFE-F8C3-D866-93AB-E7B02750A0E3}"/>
                  </a:ext>
                </a:extLst>
              </p:cNvPr>
              <p:cNvSpPr/>
              <p:nvPr/>
            </p:nvSpPr>
            <p:spPr>
              <a:xfrm>
                <a:off x="5937302" y="204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8" name="Freeform 29957">
                <a:extLst>
                  <a:ext uri="{FF2B5EF4-FFF2-40B4-BE49-F238E27FC236}">
                    <a16:creationId xmlns:a16="http://schemas.microsoft.com/office/drawing/2014/main" id="{40A943B9-599C-87DD-67BC-1A4A526A1588}"/>
                  </a:ext>
                </a:extLst>
              </p:cNvPr>
              <p:cNvSpPr/>
              <p:nvPr/>
            </p:nvSpPr>
            <p:spPr>
              <a:xfrm>
                <a:off x="5937798" y="2053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9" name="Freeform 29958">
                <a:extLst>
                  <a:ext uri="{FF2B5EF4-FFF2-40B4-BE49-F238E27FC236}">
                    <a16:creationId xmlns:a16="http://schemas.microsoft.com/office/drawing/2014/main" id="{CD0B9AD4-3362-8D80-BE8A-73C2A5701288}"/>
                  </a:ext>
                </a:extLst>
              </p:cNvPr>
              <p:cNvSpPr/>
              <p:nvPr/>
            </p:nvSpPr>
            <p:spPr>
              <a:xfrm>
                <a:off x="5938294" y="2051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0" name="Freeform 29959">
                <a:extLst>
                  <a:ext uri="{FF2B5EF4-FFF2-40B4-BE49-F238E27FC236}">
                    <a16:creationId xmlns:a16="http://schemas.microsoft.com/office/drawing/2014/main" id="{143472A9-063A-D81C-0545-8AFE3EF34139}"/>
                  </a:ext>
                </a:extLst>
              </p:cNvPr>
              <p:cNvSpPr/>
              <p:nvPr/>
            </p:nvSpPr>
            <p:spPr>
              <a:xfrm>
                <a:off x="5938889" y="2199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1" name="Freeform 29960">
                <a:extLst>
                  <a:ext uri="{FF2B5EF4-FFF2-40B4-BE49-F238E27FC236}">
                    <a16:creationId xmlns:a16="http://schemas.microsoft.com/office/drawing/2014/main" id="{787BEB8B-DE4F-B249-9C61-58541C75FDFF}"/>
                  </a:ext>
                </a:extLst>
              </p:cNvPr>
              <p:cNvSpPr/>
              <p:nvPr/>
            </p:nvSpPr>
            <p:spPr>
              <a:xfrm>
                <a:off x="5939385" y="2366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2" name="Freeform 29961">
                <a:extLst>
                  <a:ext uri="{FF2B5EF4-FFF2-40B4-BE49-F238E27FC236}">
                    <a16:creationId xmlns:a16="http://schemas.microsoft.com/office/drawing/2014/main" id="{E9215F2C-63FE-A61A-D43A-A84CDC288D67}"/>
                  </a:ext>
                </a:extLst>
              </p:cNvPr>
              <p:cNvSpPr/>
              <p:nvPr/>
            </p:nvSpPr>
            <p:spPr>
              <a:xfrm>
                <a:off x="5939881" y="2391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3" name="Freeform 29962">
                <a:extLst>
                  <a:ext uri="{FF2B5EF4-FFF2-40B4-BE49-F238E27FC236}">
                    <a16:creationId xmlns:a16="http://schemas.microsoft.com/office/drawing/2014/main" id="{AB054989-E266-7BA4-D9A0-150196F6A7A0}"/>
                  </a:ext>
                </a:extLst>
              </p:cNvPr>
              <p:cNvSpPr/>
              <p:nvPr/>
            </p:nvSpPr>
            <p:spPr>
              <a:xfrm>
                <a:off x="5940377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4" name="Freeform 29963">
                <a:extLst>
                  <a:ext uri="{FF2B5EF4-FFF2-40B4-BE49-F238E27FC236}">
                    <a16:creationId xmlns:a16="http://schemas.microsoft.com/office/drawing/2014/main" id="{413F91B6-7F7D-D97C-BA60-02ACEBA8DF0C}"/>
                  </a:ext>
                </a:extLst>
              </p:cNvPr>
              <p:cNvSpPr/>
              <p:nvPr/>
            </p:nvSpPr>
            <p:spPr>
              <a:xfrm>
                <a:off x="5940973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5" name="Freeform 29964">
                <a:extLst>
                  <a:ext uri="{FF2B5EF4-FFF2-40B4-BE49-F238E27FC236}">
                    <a16:creationId xmlns:a16="http://schemas.microsoft.com/office/drawing/2014/main" id="{75B19D3B-3E43-C82E-DFC2-1B84AA380726}"/>
                  </a:ext>
                </a:extLst>
              </p:cNvPr>
              <p:cNvSpPr/>
              <p:nvPr/>
            </p:nvSpPr>
            <p:spPr>
              <a:xfrm>
                <a:off x="5941469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6" name="Freeform 29965">
                <a:extLst>
                  <a:ext uri="{FF2B5EF4-FFF2-40B4-BE49-F238E27FC236}">
                    <a16:creationId xmlns:a16="http://schemas.microsoft.com/office/drawing/2014/main" id="{6653CC3B-9461-91A9-FB20-2437233239A7}"/>
                  </a:ext>
                </a:extLst>
              </p:cNvPr>
              <p:cNvSpPr/>
              <p:nvPr/>
            </p:nvSpPr>
            <p:spPr>
              <a:xfrm>
                <a:off x="5941965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7" name="Freeform 29966">
                <a:extLst>
                  <a:ext uri="{FF2B5EF4-FFF2-40B4-BE49-F238E27FC236}">
                    <a16:creationId xmlns:a16="http://schemas.microsoft.com/office/drawing/2014/main" id="{BE07A78C-A680-2B4A-5D79-258538246EE8}"/>
                  </a:ext>
                </a:extLst>
              </p:cNvPr>
              <p:cNvSpPr/>
              <p:nvPr/>
            </p:nvSpPr>
            <p:spPr>
              <a:xfrm>
                <a:off x="5942560" y="2411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8" name="Freeform 29967">
                <a:extLst>
                  <a:ext uri="{FF2B5EF4-FFF2-40B4-BE49-F238E27FC236}">
                    <a16:creationId xmlns:a16="http://schemas.microsoft.com/office/drawing/2014/main" id="{AA1D3B1F-CB7F-EFFC-222E-0B653CF0FF29}"/>
                  </a:ext>
                </a:extLst>
              </p:cNvPr>
              <p:cNvSpPr/>
              <p:nvPr/>
            </p:nvSpPr>
            <p:spPr>
              <a:xfrm>
                <a:off x="5943056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9" name="Freeform 29968">
                <a:extLst>
                  <a:ext uri="{FF2B5EF4-FFF2-40B4-BE49-F238E27FC236}">
                    <a16:creationId xmlns:a16="http://schemas.microsoft.com/office/drawing/2014/main" id="{23A4CD47-586A-C999-2DB9-7C15736906B8}"/>
                  </a:ext>
                </a:extLst>
              </p:cNvPr>
              <p:cNvSpPr/>
              <p:nvPr/>
            </p:nvSpPr>
            <p:spPr>
              <a:xfrm>
                <a:off x="5943552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0" name="Freeform 29969">
                <a:extLst>
                  <a:ext uri="{FF2B5EF4-FFF2-40B4-BE49-F238E27FC236}">
                    <a16:creationId xmlns:a16="http://schemas.microsoft.com/office/drawing/2014/main" id="{4826BFA0-2898-2535-C130-08E081E36989}"/>
                  </a:ext>
                </a:extLst>
              </p:cNvPr>
              <p:cNvSpPr/>
              <p:nvPr/>
            </p:nvSpPr>
            <p:spPr>
              <a:xfrm>
                <a:off x="594414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1" name="Freeform 29970">
                <a:extLst>
                  <a:ext uri="{FF2B5EF4-FFF2-40B4-BE49-F238E27FC236}">
                    <a16:creationId xmlns:a16="http://schemas.microsoft.com/office/drawing/2014/main" id="{B7264CEB-1BF6-F511-F501-A7BE75F40010}"/>
                  </a:ext>
                </a:extLst>
              </p:cNvPr>
              <p:cNvSpPr/>
              <p:nvPr/>
            </p:nvSpPr>
            <p:spPr>
              <a:xfrm>
                <a:off x="5944644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2" name="Freeform 29971">
                <a:extLst>
                  <a:ext uri="{FF2B5EF4-FFF2-40B4-BE49-F238E27FC236}">
                    <a16:creationId xmlns:a16="http://schemas.microsoft.com/office/drawing/2014/main" id="{CEDEA10D-54EE-D4CE-894C-219AF949514B}"/>
                  </a:ext>
                </a:extLst>
              </p:cNvPr>
              <p:cNvSpPr/>
              <p:nvPr/>
            </p:nvSpPr>
            <p:spPr>
              <a:xfrm>
                <a:off x="5945140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3" name="Freeform 29972">
                <a:extLst>
                  <a:ext uri="{FF2B5EF4-FFF2-40B4-BE49-F238E27FC236}">
                    <a16:creationId xmlns:a16="http://schemas.microsoft.com/office/drawing/2014/main" id="{BA265E1B-59A0-A11C-BC08-AEF866657E94}"/>
                  </a:ext>
                </a:extLst>
              </p:cNvPr>
              <p:cNvSpPr/>
              <p:nvPr/>
            </p:nvSpPr>
            <p:spPr>
              <a:xfrm>
                <a:off x="5945735" y="2190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4" name="Freeform 29973">
                <a:extLst>
                  <a:ext uri="{FF2B5EF4-FFF2-40B4-BE49-F238E27FC236}">
                    <a16:creationId xmlns:a16="http://schemas.microsoft.com/office/drawing/2014/main" id="{6BF1BFA2-043E-7E8D-00D7-9949DEA0E097}"/>
                  </a:ext>
                </a:extLst>
              </p:cNvPr>
              <p:cNvSpPr/>
              <p:nvPr/>
            </p:nvSpPr>
            <p:spPr>
              <a:xfrm>
                <a:off x="5946231" y="1653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5" name="Freeform 29974">
                <a:extLst>
                  <a:ext uri="{FF2B5EF4-FFF2-40B4-BE49-F238E27FC236}">
                    <a16:creationId xmlns:a16="http://schemas.microsoft.com/office/drawing/2014/main" id="{3372DA87-BCB1-B0EB-5C1C-2E443B16DB4B}"/>
                  </a:ext>
                </a:extLst>
              </p:cNvPr>
              <p:cNvSpPr/>
              <p:nvPr/>
            </p:nvSpPr>
            <p:spPr>
              <a:xfrm>
                <a:off x="5946727" y="1691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6" name="Freeform 29975">
                <a:extLst>
                  <a:ext uri="{FF2B5EF4-FFF2-40B4-BE49-F238E27FC236}">
                    <a16:creationId xmlns:a16="http://schemas.microsoft.com/office/drawing/2014/main" id="{A1703E6F-4818-A94B-2E19-B8B34AF7D484}"/>
                  </a:ext>
                </a:extLst>
              </p:cNvPr>
              <p:cNvSpPr/>
              <p:nvPr/>
            </p:nvSpPr>
            <p:spPr>
              <a:xfrm>
                <a:off x="5947323" y="1720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7" name="Freeform 29976">
                <a:extLst>
                  <a:ext uri="{FF2B5EF4-FFF2-40B4-BE49-F238E27FC236}">
                    <a16:creationId xmlns:a16="http://schemas.microsoft.com/office/drawing/2014/main" id="{343A7FDC-E441-BE5D-1718-2D76B66BA2F9}"/>
                  </a:ext>
                </a:extLst>
              </p:cNvPr>
              <p:cNvSpPr/>
              <p:nvPr/>
            </p:nvSpPr>
            <p:spPr>
              <a:xfrm>
                <a:off x="5947819" y="1641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8" name="Freeform 29977">
                <a:extLst>
                  <a:ext uri="{FF2B5EF4-FFF2-40B4-BE49-F238E27FC236}">
                    <a16:creationId xmlns:a16="http://schemas.microsoft.com/office/drawing/2014/main" id="{0B3B31B7-088F-CECF-6C33-7447EED6A30E}"/>
                  </a:ext>
                </a:extLst>
              </p:cNvPr>
              <p:cNvSpPr/>
              <p:nvPr/>
            </p:nvSpPr>
            <p:spPr>
              <a:xfrm>
                <a:off x="5948315" y="1759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9" name="Freeform 29978">
                <a:extLst>
                  <a:ext uri="{FF2B5EF4-FFF2-40B4-BE49-F238E27FC236}">
                    <a16:creationId xmlns:a16="http://schemas.microsoft.com/office/drawing/2014/main" id="{33F95A08-140F-DAE1-AA42-40F4C64FB564}"/>
                  </a:ext>
                </a:extLst>
              </p:cNvPr>
              <p:cNvSpPr/>
              <p:nvPr/>
            </p:nvSpPr>
            <p:spPr>
              <a:xfrm>
                <a:off x="5948910" y="1827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0" name="Freeform 29979">
                <a:extLst>
                  <a:ext uri="{FF2B5EF4-FFF2-40B4-BE49-F238E27FC236}">
                    <a16:creationId xmlns:a16="http://schemas.microsoft.com/office/drawing/2014/main" id="{F8D8D4FB-620E-4A4F-F0FF-D357C1E55D71}"/>
                  </a:ext>
                </a:extLst>
              </p:cNvPr>
              <p:cNvSpPr/>
              <p:nvPr/>
            </p:nvSpPr>
            <p:spPr>
              <a:xfrm>
                <a:off x="5949406" y="1964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1" name="Freeform 29980">
                <a:extLst>
                  <a:ext uri="{FF2B5EF4-FFF2-40B4-BE49-F238E27FC236}">
                    <a16:creationId xmlns:a16="http://schemas.microsoft.com/office/drawing/2014/main" id="{572DFDF8-5DD6-3BFC-4DF5-D687A3296A07}"/>
                  </a:ext>
                </a:extLst>
              </p:cNvPr>
              <p:cNvSpPr/>
              <p:nvPr/>
            </p:nvSpPr>
            <p:spPr>
              <a:xfrm>
                <a:off x="5949902" y="1962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2" name="Freeform 29981">
                <a:extLst>
                  <a:ext uri="{FF2B5EF4-FFF2-40B4-BE49-F238E27FC236}">
                    <a16:creationId xmlns:a16="http://schemas.microsoft.com/office/drawing/2014/main" id="{04887841-BA64-0B0F-2E4F-0BD1370C6D5A}"/>
                  </a:ext>
                </a:extLst>
              </p:cNvPr>
              <p:cNvSpPr/>
              <p:nvPr/>
            </p:nvSpPr>
            <p:spPr>
              <a:xfrm>
                <a:off x="5950498" y="192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3" name="Freeform 29982">
                <a:extLst>
                  <a:ext uri="{FF2B5EF4-FFF2-40B4-BE49-F238E27FC236}">
                    <a16:creationId xmlns:a16="http://schemas.microsoft.com/office/drawing/2014/main" id="{6AB624AA-B631-48A8-163B-C174327B347B}"/>
                  </a:ext>
                </a:extLst>
              </p:cNvPr>
              <p:cNvSpPr/>
              <p:nvPr/>
            </p:nvSpPr>
            <p:spPr>
              <a:xfrm>
                <a:off x="5950994" y="193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4" name="Freeform 29983">
                <a:extLst>
                  <a:ext uri="{FF2B5EF4-FFF2-40B4-BE49-F238E27FC236}">
                    <a16:creationId xmlns:a16="http://schemas.microsoft.com/office/drawing/2014/main" id="{FF614978-E3A0-8662-46A5-40DDE2E9FEA9}"/>
                  </a:ext>
                </a:extLst>
              </p:cNvPr>
              <p:cNvSpPr/>
              <p:nvPr/>
            </p:nvSpPr>
            <p:spPr>
              <a:xfrm>
                <a:off x="5951490" y="2156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5" name="Freeform 29984">
                <a:extLst>
                  <a:ext uri="{FF2B5EF4-FFF2-40B4-BE49-F238E27FC236}">
                    <a16:creationId xmlns:a16="http://schemas.microsoft.com/office/drawing/2014/main" id="{57594763-8305-B048-6F54-B4BC7D5599F0}"/>
                  </a:ext>
                </a:extLst>
              </p:cNvPr>
              <p:cNvSpPr/>
              <p:nvPr/>
            </p:nvSpPr>
            <p:spPr>
              <a:xfrm>
                <a:off x="5951986" y="2337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6" name="Freeform 29985">
                <a:extLst>
                  <a:ext uri="{FF2B5EF4-FFF2-40B4-BE49-F238E27FC236}">
                    <a16:creationId xmlns:a16="http://schemas.microsoft.com/office/drawing/2014/main" id="{5E41D636-4963-E1E9-E96C-A327B82EA7EB}"/>
                  </a:ext>
                </a:extLst>
              </p:cNvPr>
              <p:cNvSpPr/>
              <p:nvPr/>
            </p:nvSpPr>
            <p:spPr>
              <a:xfrm>
                <a:off x="5952581" y="2377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7" name="Freeform 29986">
                <a:extLst>
                  <a:ext uri="{FF2B5EF4-FFF2-40B4-BE49-F238E27FC236}">
                    <a16:creationId xmlns:a16="http://schemas.microsoft.com/office/drawing/2014/main" id="{4C37D711-ED36-A473-27DE-CEF62C383F47}"/>
                  </a:ext>
                </a:extLst>
              </p:cNvPr>
              <p:cNvSpPr/>
              <p:nvPr/>
            </p:nvSpPr>
            <p:spPr>
              <a:xfrm>
                <a:off x="5953077" y="2383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8" name="Freeform 29987">
                <a:extLst>
                  <a:ext uri="{FF2B5EF4-FFF2-40B4-BE49-F238E27FC236}">
                    <a16:creationId xmlns:a16="http://schemas.microsoft.com/office/drawing/2014/main" id="{8C8A84F8-5F39-B353-B612-EE2EB974E1AB}"/>
                  </a:ext>
                </a:extLst>
              </p:cNvPr>
              <p:cNvSpPr/>
              <p:nvPr/>
            </p:nvSpPr>
            <p:spPr>
              <a:xfrm>
                <a:off x="5953573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9" name="Freeform 29988">
                <a:extLst>
                  <a:ext uri="{FF2B5EF4-FFF2-40B4-BE49-F238E27FC236}">
                    <a16:creationId xmlns:a16="http://schemas.microsoft.com/office/drawing/2014/main" id="{93C96ED2-BBAF-E017-04F3-935E09D1910A}"/>
                  </a:ext>
                </a:extLst>
              </p:cNvPr>
              <p:cNvSpPr/>
              <p:nvPr/>
            </p:nvSpPr>
            <p:spPr>
              <a:xfrm>
                <a:off x="5954169" y="2390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0" name="Freeform 29989">
                <a:extLst>
                  <a:ext uri="{FF2B5EF4-FFF2-40B4-BE49-F238E27FC236}">
                    <a16:creationId xmlns:a16="http://schemas.microsoft.com/office/drawing/2014/main" id="{36989598-2155-B024-D35F-142939EC0787}"/>
                  </a:ext>
                </a:extLst>
              </p:cNvPr>
              <p:cNvSpPr/>
              <p:nvPr/>
            </p:nvSpPr>
            <p:spPr>
              <a:xfrm>
                <a:off x="5954665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1" name="Freeform 29990">
                <a:extLst>
                  <a:ext uri="{FF2B5EF4-FFF2-40B4-BE49-F238E27FC236}">
                    <a16:creationId xmlns:a16="http://schemas.microsoft.com/office/drawing/2014/main" id="{8AEBAFDB-418B-45EE-956E-999680393AFA}"/>
                  </a:ext>
                </a:extLst>
              </p:cNvPr>
              <p:cNvSpPr/>
              <p:nvPr/>
            </p:nvSpPr>
            <p:spPr>
              <a:xfrm>
                <a:off x="5955161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2" name="Freeform 29991">
                <a:extLst>
                  <a:ext uri="{FF2B5EF4-FFF2-40B4-BE49-F238E27FC236}">
                    <a16:creationId xmlns:a16="http://schemas.microsoft.com/office/drawing/2014/main" id="{7934245F-DB56-0FC6-B2BB-D4AA8D16991F}"/>
                  </a:ext>
                </a:extLst>
              </p:cNvPr>
              <p:cNvSpPr/>
              <p:nvPr/>
            </p:nvSpPr>
            <p:spPr>
              <a:xfrm>
                <a:off x="5955756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3" name="Freeform 29992">
                <a:extLst>
                  <a:ext uri="{FF2B5EF4-FFF2-40B4-BE49-F238E27FC236}">
                    <a16:creationId xmlns:a16="http://schemas.microsoft.com/office/drawing/2014/main" id="{A288FB8C-800A-A98A-321F-145881A139A9}"/>
                  </a:ext>
                </a:extLst>
              </p:cNvPr>
              <p:cNvSpPr/>
              <p:nvPr/>
            </p:nvSpPr>
            <p:spPr>
              <a:xfrm>
                <a:off x="5956252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4" name="Freeform 29993">
                <a:extLst>
                  <a:ext uri="{FF2B5EF4-FFF2-40B4-BE49-F238E27FC236}">
                    <a16:creationId xmlns:a16="http://schemas.microsoft.com/office/drawing/2014/main" id="{2F1F11B8-3B28-8C21-5864-E7D0F4F32E05}"/>
                  </a:ext>
                </a:extLst>
              </p:cNvPr>
              <p:cNvSpPr/>
              <p:nvPr/>
            </p:nvSpPr>
            <p:spPr>
              <a:xfrm>
                <a:off x="5956748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5" name="Freeform 29994">
                <a:extLst>
                  <a:ext uri="{FF2B5EF4-FFF2-40B4-BE49-F238E27FC236}">
                    <a16:creationId xmlns:a16="http://schemas.microsoft.com/office/drawing/2014/main" id="{22CF7E23-4F28-9874-DE94-9AD5EBCB88DD}"/>
                  </a:ext>
                </a:extLst>
              </p:cNvPr>
              <p:cNvSpPr/>
              <p:nvPr/>
            </p:nvSpPr>
            <p:spPr>
              <a:xfrm>
                <a:off x="5957344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6" name="Freeform 29995">
                <a:extLst>
                  <a:ext uri="{FF2B5EF4-FFF2-40B4-BE49-F238E27FC236}">
                    <a16:creationId xmlns:a16="http://schemas.microsoft.com/office/drawing/2014/main" id="{6293FAB3-355D-5226-3EBF-73E9FDCD2479}"/>
                  </a:ext>
                </a:extLst>
              </p:cNvPr>
              <p:cNvSpPr/>
              <p:nvPr/>
            </p:nvSpPr>
            <p:spPr>
              <a:xfrm>
                <a:off x="5957840" y="2332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7" name="Freeform 29996">
                <a:extLst>
                  <a:ext uri="{FF2B5EF4-FFF2-40B4-BE49-F238E27FC236}">
                    <a16:creationId xmlns:a16="http://schemas.microsoft.com/office/drawing/2014/main" id="{854209D7-14EF-957C-0361-8AD0DD6596DB}"/>
                  </a:ext>
                </a:extLst>
              </p:cNvPr>
              <p:cNvSpPr/>
              <p:nvPr/>
            </p:nvSpPr>
            <p:spPr>
              <a:xfrm>
                <a:off x="5958336" y="1913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8" name="Freeform 29997">
                <a:extLst>
                  <a:ext uri="{FF2B5EF4-FFF2-40B4-BE49-F238E27FC236}">
                    <a16:creationId xmlns:a16="http://schemas.microsoft.com/office/drawing/2014/main" id="{B6AFF207-B41B-62BD-4DC0-0C3C2EB144D5}"/>
                  </a:ext>
                </a:extLst>
              </p:cNvPr>
              <p:cNvSpPr/>
              <p:nvPr/>
            </p:nvSpPr>
            <p:spPr>
              <a:xfrm>
                <a:off x="5958931" y="1483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9" name="Freeform 29998">
                <a:extLst>
                  <a:ext uri="{FF2B5EF4-FFF2-40B4-BE49-F238E27FC236}">
                    <a16:creationId xmlns:a16="http://schemas.microsoft.com/office/drawing/2014/main" id="{2CEA85B6-956C-186C-B5E8-FC6DE1687C51}"/>
                  </a:ext>
                </a:extLst>
              </p:cNvPr>
              <p:cNvSpPr/>
              <p:nvPr/>
            </p:nvSpPr>
            <p:spPr>
              <a:xfrm>
                <a:off x="5959427" y="1516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0" name="Freeform 29999">
                <a:extLst>
                  <a:ext uri="{FF2B5EF4-FFF2-40B4-BE49-F238E27FC236}">
                    <a16:creationId xmlns:a16="http://schemas.microsoft.com/office/drawing/2014/main" id="{242AD8A4-C239-2899-C220-8087B75A5E71}"/>
                  </a:ext>
                </a:extLst>
              </p:cNvPr>
              <p:cNvSpPr/>
              <p:nvPr/>
            </p:nvSpPr>
            <p:spPr>
              <a:xfrm>
                <a:off x="5959923" y="1558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1" name="Freeform 30000">
                <a:extLst>
                  <a:ext uri="{FF2B5EF4-FFF2-40B4-BE49-F238E27FC236}">
                    <a16:creationId xmlns:a16="http://schemas.microsoft.com/office/drawing/2014/main" id="{22DB2353-282D-1141-CF43-40408EB3522F}"/>
                  </a:ext>
                </a:extLst>
              </p:cNvPr>
              <p:cNvSpPr/>
              <p:nvPr/>
            </p:nvSpPr>
            <p:spPr>
              <a:xfrm>
                <a:off x="5960519" y="1617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2" name="Freeform 30001">
                <a:extLst>
                  <a:ext uri="{FF2B5EF4-FFF2-40B4-BE49-F238E27FC236}">
                    <a16:creationId xmlns:a16="http://schemas.microsoft.com/office/drawing/2014/main" id="{56DD10B7-668F-236E-803A-2D5009A64DCC}"/>
                  </a:ext>
                </a:extLst>
              </p:cNvPr>
              <p:cNvSpPr/>
              <p:nvPr/>
            </p:nvSpPr>
            <p:spPr>
              <a:xfrm>
                <a:off x="5961015" y="1643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3" name="Freeform 30002">
                <a:extLst>
                  <a:ext uri="{FF2B5EF4-FFF2-40B4-BE49-F238E27FC236}">
                    <a16:creationId xmlns:a16="http://schemas.microsoft.com/office/drawing/2014/main" id="{FD65AB6C-E03D-5D36-AB7F-2B1C2BC4CA38}"/>
                  </a:ext>
                </a:extLst>
              </p:cNvPr>
              <p:cNvSpPr/>
              <p:nvPr/>
            </p:nvSpPr>
            <p:spPr>
              <a:xfrm>
                <a:off x="5961511" y="1735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4" name="Freeform 30003">
                <a:extLst>
                  <a:ext uri="{FF2B5EF4-FFF2-40B4-BE49-F238E27FC236}">
                    <a16:creationId xmlns:a16="http://schemas.microsoft.com/office/drawing/2014/main" id="{E6313414-F7A9-B294-FF6E-37FACB3DAC97}"/>
                  </a:ext>
                </a:extLst>
              </p:cNvPr>
              <p:cNvSpPr/>
              <p:nvPr/>
            </p:nvSpPr>
            <p:spPr>
              <a:xfrm>
                <a:off x="5962106" y="1791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5" name="Freeform 30004">
                <a:extLst>
                  <a:ext uri="{FF2B5EF4-FFF2-40B4-BE49-F238E27FC236}">
                    <a16:creationId xmlns:a16="http://schemas.microsoft.com/office/drawing/2014/main" id="{C34EBF01-D1B9-FE3F-4422-070F79F78E3E}"/>
                  </a:ext>
                </a:extLst>
              </p:cNvPr>
              <p:cNvSpPr/>
              <p:nvPr/>
            </p:nvSpPr>
            <p:spPr>
              <a:xfrm>
                <a:off x="5962602" y="1768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6" name="Freeform 30005">
                <a:extLst>
                  <a:ext uri="{FF2B5EF4-FFF2-40B4-BE49-F238E27FC236}">
                    <a16:creationId xmlns:a16="http://schemas.microsoft.com/office/drawing/2014/main" id="{822082F4-0D3C-32EF-0A8C-2BFDB82183DA}"/>
                  </a:ext>
                </a:extLst>
              </p:cNvPr>
              <p:cNvSpPr/>
              <p:nvPr/>
            </p:nvSpPr>
            <p:spPr>
              <a:xfrm>
                <a:off x="5963098" y="1760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7" name="Freeform 30006">
                <a:extLst>
                  <a:ext uri="{FF2B5EF4-FFF2-40B4-BE49-F238E27FC236}">
                    <a16:creationId xmlns:a16="http://schemas.microsoft.com/office/drawing/2014/main" id="{38EF291E-EB83-6399-7687-F35C4F539BDD}"/>
                  </a:ext>
                </a:extLst>
              </p:cNvPr>
              <p:cNvSpPr/>
              <p:nvPr/>
            </p:nvSpPr>
            <p:spPr>
              <a:xfrm>
                <a:off x="5963595" y="1710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8" name="Freeform 30007">
                <a:extLst>
                  <a:ext uri="{FF2B5EF4-FFF2-40B4-BE49-F238E27FC236}">
                    <a16:creationId xmlns:a16="http://schemas.microsoft.com/office/drawing/2014/main" id="{738EEF97-D267-82C3-7F80-05F7EF37E04A}"/>
                  </a:ext>
                </a:extLst>
              </p:cNvPr>
              <p:cNvSpPr/>
              <p:nvPr/>
            </p:nvSpPr>
            <p:spPr>
              <a:xfrm>
                <a:off x="5964190" y="1779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9" name="Freeform 30008">
                <a:extLst>
                  <a:ext uri="{FF2B5EF4-FFF2-40B4-BE49-F238E27FC236}">
                    <a16:creationId xmlns:a16="http://schemas.microsoft.com/office/drawing/2014/main" id="{7370308C-3671-2EA5-B438-3FD2A3EDDDFB}"/>
                  </a:ext>
                </a:extLst>
              </p:cNvPr>
              <p:cNvSpPr/>
              <p:nvPr/>
            </p:nvSpPr>
            <p:spPr>
              <a:xfrm>
                <a:off x="5964686" y="2017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0" name="Freeform 30009">
                <a:extLst>
                  <a:ext uri="{FF2B5EF4-FFF2-40B4-BE49-F238E27FC236}">
                    <a16:creationId xmlns:a16="http://schemas.microsoft.com/office/drawing/2014/main" id="{6EF88C3C-0025-C9C0-DA1F-1616BD74F43B}"/>
                  </a:ext>
                </a:extLst>
              </p:cNvPr>
              <p:cNvSpPr/>
              <p:nvPr/>
            </p:nvSpPr>
            <p:spPr>
              <a:xfrm>
                <a:off x="5965182" y="2112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1" name="Freeform 30010">
                <a:extLst>
                  <a:ext uri="{FF2B5EF4-FFF2-40B4-BE49-F238E27FC236}">
                    <a16:creationId xmlns:a16="http://schemas.microsoft.com/office/drawing/2014/main" id="{86A0172C-271A-C452-603E-2E3AB2A757FB}"/>
                  </a:ext>
                </a:extLst>
              </p:cNvPr>
              <p:cNvSpPr/>
              <p:nvPr/>
            </p:nvSpPr>
            <p:spPr>
              <a:xfrm>
                <a:off x="5965777" y="213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2" name="Freeform 30011">
                <a:extLst>
                  <a:ext uri="{FF2B5EF4-FFF2-40B4-BE49-F238E27FC236}">
                    <a16:creationId xmlns:a16="http://schemas.microsoft.com/office/drawing/2014/main" id="{6C9BCFF2-DCB1-FBE2-3A97-EC9A1163B7D8}"/>
                  </a:ext>
                </a:extLst>
              </p:cNvPr>
              <p:cNvSpPr/>
              <p:nvPr/>
            </p:nvSpPr>
            <p:spPr>
              <a:xfrm>
                <a:off x="5966273" y="214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3" name="Freeform 30012">
                <a:extLst>
                  <a:ext uri="{FF2B5EF4-FFF2-40B4-BE49-F238E27FC236}">
                    <a16:creationId xmlns:a16="http://schemas.microsoft.com/office/drawing/2014/main" id="{165C6152-8730-FCC9-1A1A-2F396DDF0690}"/>
                  </a:ext>
                </a:extLst>
              </p:cNvPr>
              <p:cNvSpPr/>
              <p:nvPr/>
            </p:nvSpPr>
            <p:spPr>
              <a:xfrm>
                <a:off x="5966770" y="2152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4" name="Freeform 30013">
                <a:extLst>
                  <a:ext uri="{FF2B5EF4-FFF2-40B4-BE49-F238E27FC236}">
                    <a16:creationId xmlns:a16="http://schemas.microsoft.com/office/drawing/2014/main" id="{FC5BFFC2-3439-3DBF-F61E-6300EB9B2E1F}"/>
                  </a:ext>
                </a:extLst>
              </p:cNvPr>
              <p:cNvSpPr/>
              <p:nvPr/>
            </p:nvSpPr>
            <p:spPr>
              <a:xfrm>
                <a:off x="5967365" y="2156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5" name="Freeform 30014">
                <a:extLst>
                  <a:ext uri="{FF2B5EF4-FFF2-40B4-BE49-F238E27FC236}">
                    <a16:creationId xmlns:a16="http://schemas.microsoft.com/office/drawing/2014/main" id="{7B5F53B3-0E1A-C891-FAEE-D10B59A30B3D}"/>
                  </a:ext>
                </a:extLst>
              </p:cNvPr>
              <p:cNvSpPr/>
              <p:nvPr/>
            </p:nvSpPr>
            <p:spPr>
              <a:xfrm>
                <a:off x="5967861" y="2156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6" name="Freeform 30015">
                <a:extLst>
                  <a:ext uri="{FF2B5EF4-FFF2-40B4-BE49-F238E27FC236}">
                    <a16:creationId xmlns:a16="http://schemas.microsoft.com/office/drawing/2014/main" id="{69941BC8-2654-8B73-894F-E074EFA742AD}"/>
                  </a:ext>
                </a:extLst>
              </p:cNvPr>
              <p:cNvSpPr/>
              <p:nvPr/>
            </p:nvSpPr>
            <p:spPr>
              <a:xfrm>
                <a:off x="5968357" y="2154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7" name="Freeform 30016">
                <a:extLst>
                  <a:ext uri="{FF2B5EF4-FFF2-40B4-BE49-F238E27FC236}">
                    <a16:creationId xmlns:a16="http://schemas.microsoft.com/office/drawing/2014/main" id="{E8DC2B48-B389-37E2-CCB0-9051C866909A}"/>
                  </a:ext>
                </a:extLst>
              </p:cNvPr>
              <p:cNvSpPr/>
              <p:nvPr/>
            </p:nvSpPr>
            <p:spPr>
              <a:xfrm>
                <a:off x="5968952" y="2148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8" name="Freeform 30017">
                <a:extLst>
                  <a:ext uri="{FF2B5EF4-FFF2-40B4-BE49-F238E27FC236}">
                    <a16:creationId xmlns:a16="http://schemas.microsoft.com/office/drawing/2014/main" id="{7950CBEE-90AE-2E2F-B155-E3AD674D9B50}"/>
                  </a:ext>
                </a:extLst>
              </p:cNvPr>
              <p:cNvSpPr/>
              <p:nvPr/>
            </p:nvSpPr>
            <p:spPr>
              <a:xfrm>
                <a:off x="5969448" y="2155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9" name="Freeform 30018">
                <a:extLst>
                  <a:ext uri="{FF2B5EF4-FFF2-40B4-BE49-F238E27FC236}">
                    <a16:creationId xmlns:a16="http://schemas.microsoft.com/office/drawing/2014/main" id="{5EA63475-BCF8-701E-4C91-B20D7A970DC7}"/>
                  </a:ext>
                </a:extLst>
              </p:cNvPr>
              <p:cNvSpPr/>
              <p:nvPr/>
            </p:nvSpPr>
            <p:spPr>
              <a:xfrm>
                <a:off x="5969945" y="2150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0" name="Freeform 30019">
                <a:extLst>
                  <a:ext uri="{FF2B5EF4-FFF2-40B4-BE49-F238E27FC236}">
                    <a16:creationId xmlns:a16="http://schemas.microsoft.com/office/drawing/2014/main" id="{67C912E1-F0DF-F8A0-DA45-A22EE68E66F7}"/>
                  </a:ext>
                </a:extLst>
              </p:cNvPr>
              <p:cNvSpPr/>
              <p:nvPr/>
            </p:nvSpPr>
            <p:spPr>
              <a:xfrm>
                <a:off x="5970540" y="216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1" name="Freeform 30020">
                <a:extLst>
                  <a:ext uri="{FF2B5EF4-FFF2-40B4-BE49-F238E27FC236}">
                    <a16:creationId xmlns:a16="http://schemas.microsoft.com/office/drawing/2014/main" id="{9857C733-DA64-4456-97DD-AFAAE5D4E4BB}"/>
                  </a:ext>
                </a:extLst>
              </p:cNvPr>
              <p:cNvSpPr/>
              <p:nvPr/>
            </p:nvSpPr>
            <p:spPr>
              <a:xfrm>
                <a:off x="5971036" y="1865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2" name="Freeform 30021">
                <a:extLst>
                  <a:ext uri="{FF2B5EF4-FFF2-40B4-BE49-F238E27FC236}">
                    <a16:creationId xmlns:a16="http://schemas.microsoft.com/office/drawing/2014/main" id="{5F758CE3-3952-812D-127C-FBF671345FD4}"/>
                  </a:ext>
                </a:extLst>
              </p:cNvPr>
              <p:cNvSpPr/>
              <p:nvPr/>
            </p:nvSpPr>
            <p:spPr>
              <a:xfrm>
                <a:off x="5971532" y="1542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3" name="Freeform 30022">
                <a:extLst>
                  <a:ext uri="{FF2B5EF4-FFF2-40B4-BE49-F238E27FC236}">
                    <a16:creationId xmlns:a16="http://schemas.microsoft.com/office/drawing/2014/main" id="{AC490DF1-47C0-F260-5D19-16DC531BDEF4}"/>
                  </a:ext>
                </a:extLst>
              </p:cNvPr>
              <p:cNvSpPr/>
              <p:nvPr/>
            </p:nvSpPr>
            <p:spPr>
              <a:xfrm>
                <a:off x="5972127" y="1554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4" name="Freeform 30023">
                <a:extLst>
                  <a:ext uri="{FF2B5EF4-FFF2-40B4-BE49-F238E27FC236}">
                    <a16:creationId xmlns:a16="http://schemas.microsoft.com/office/drawing/2014/main" id="{43E46A86-EEA1-FE18-D14D-A92C80AE5E05}"/>
                  </a:ext>
                </a:extLst>
              </p:cNvPr>
              <p:cNvSpPr/>
              <p:nvPr/>
            </p:nvSpPr>
            <p:spPr>
              <a:xfrm>
                <a:off x="5972623" y="1565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5" name="Freeform 30024">
                <a:extLst>
                  <a:ext uri="{FF2B5EF4-FFF2-40B4-BE49-F238E27FC236}">
                    <a16:creationId xmlns:a16="http://schemas.microsoft.com/office/drawing/2014/main" id="{3198099F-9257-988C-7162-54CFB2C849E7}"/>
                  </a:ext>
                </a:extLst>
              </p:cNvPr>
              <p:cNvSpPr/>
              <p:nvPr/>
            </p:nvSpPr>
            <p:spPr>
              <a:xfrm>
                <a:off x="5973120" y="1684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6" name="Freeform 30025">
                <a:extLst>
                  <a:ext uri="{FF2B5EF4-FFF2-40B4-BE49-F238E27FC236}">
                    <a16:creationId xmlns:a16="http://schemas.microsoft.com/office/drawing/2014/main" id="{CB82E27F-B913-F55F-8998-24D2D639153E}"/>
                  </a:ext>
                </a:extLst>
              </p:cNvPr>
              <p:cNvSpPr/>
              <p:nvPr/>
            </p:nvSpPr>
            <p:spPr>
              <a:xfrm>
                <a:off x="5973715" y="1661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7" name="Freeform 30026">
                <a:extLst>
                  <a:ext uri="{FF2B5EF4-FFF2-40B4-BE49-F238E27FC236}">
                    <a16:creationId xmlns:a16="http://schemas.microsoft.com/office/drawing/2014/main" id="{9A3E1B9D-7EF0-0123-DD32-4C293F447AEF}"/>
                  </a:ext>
                </a:extLst>
              </p:cNvPr>
              <p:cNvSpPr/>
              <p:nvPr/>
            </p:nvSpPr>
            <p:spPr>
              <a:xfrm>
                <a:off x="5974211" y="1681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8" name="Freeform 30027">
                <a:extLst>
                  <a:ext uri="{FF2B5EF4-FFF2-40B4-BE49-F238E27FC236}">
                    <a16:creationId xmlns:a16="http://schemas.microsoft.com/office/drawing/2014/main" id="{0EBDD230-3A43-D2DD-2779-730F1D601088}"/>
                  </a:ext>
                </a:extLst>
              </p:cNvPr>
              <p:cNvSpPr/>
              <p:nvPr/>
            </p:nvSpPr>
            <p:spPr>
              <a:xfrm>
                <a:off x="5974707" y="16538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9" name="Freeform 30028">
                <a:extLst>
                  <a:ext uri="{FF2B5EF4-FFF2-40B4-BE49-F238E27FC236}">
                    <a16:creationId xmlns:a16="http://schemas.microsoft.com/office/drawing/2014/main" id="{F727A2CC-C8AE-B1F2-65A9-3AF88287417E}"/>
                  </a:ext>
                </a:extLst>
              </p:cNvPr>
              <p:cNvSpPr/>
              <p:nvPr/>
            </p:nvSpPr>
            <p:spPr>
              <a:xfrm>
                <a:off x="5975302" y="1564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0" name="Freeform 30029">
                <a:extLst>
                  <a:ext uri="{FF2B5EF4-FFF2-40B4-BE49-F238E27FC236}">
                    <a16:creationId xmlns:a16="http://schemas.microsoft.com/office/drawing/2014/main" id="{C0C51B25-8D8E-0BBB-4573-E0F1C55D55DC}"/>
                  </a:ext>
                </a:extLst>
              </p:cNvPr>
              <p:cNvSpPr/>
              <p:nvPr/>
            </p:nvSpPr>
            <p:spPr>
              <a:xfrm>
                <a:off x="5975798" y="1584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1" name="Freeform 30030">
                <a:extLst>
                  <a:ext uri="{FF2B5EF4-FFF2-40B4-BE49-F238E27FC236}">
                    <a16:creationId xmlns:a16="http://schemas.microsoft.com/office/drawing/2014/main" id="{C6E8666D-6B48-744A-2ADF-E399BF646C45}"/>
                  </a:ext>
                </a:extLst>
              </p:cNvPr>
              <p:cNvSpPr/>
              <p:nvPr/>
            </p:nvSpPr>
            <p:spPr>
              <a:xfrm>
                <a:off x="5976295" y="1527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2" name="Freeform 30031">
                <a:extLst>
                  <a:ext uri="{FF2B5EF4-FFF2-40B4-BE49-F238E27FC236}">
                    <a16:creationId xmlns:a16="http://schemas.microsoft.com/office/drawing/2014/main" id="{C6CCF102-7A2F-0A30-955D-1BCB0F9D23D3}"/>
                  </a:ext>
                </a:extLst>
              </p:cNvPr>
              <p:cNvSpPr/>
              <p:nvPr/>
            </p:nvSpPr>
            <p:spPr>
              <a:xfrm>
                <a:off x="5976791" y="1724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3" name="Freeform 30032">
                <a:extLst>
                  <a:ext uri="{FF2B5EF4-FFF2-40B4-BE49-F238E27FC236}">
                    <a16:creationId xmlns:a16="http://schemas.microsoft.com/office/drawing/2014/main" id="{FBF7BE3C-CBFC-31B6-4064-DF8C2117D525}"/>
                  </a:ext>
                </a:extLst>
              </p:cNvPr>
              <p:cNvSpPr/>
              <p:nvPr/>
            </p:nvSpPr>
            <p:spPr>
              <a:xfrm>
                <a:off x="5977386" y="2386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4" name="Freeform 30033">
                <a:extLst>
                  <a:ext uri="{FF2B5EF4-FFF2-40B4-BE49-F238E27FC236}">
                    <a16:creationId xmlns:a16="http://schemas.microsoft.com/office/drawing/2014/main" id="{08B3A763-D330-E090-1778-606E200F51E7}"/>
                  </a:ext>
                </a:extLst>
              </p:cNvPr>
              <p:cNvSpPr/>
              <p:nvPr/>
            </p:nvSpPr>
            <p:spPr>
              <a:xfrm>
                <a:off x="5977882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5" name="Freeform 30034">
                <a:extLst>
                  <a:ext uri="{FF2B5EF4-FFF2-40B4-BE49-F238E27FC236}">
                    <a16:creationId xmlns:a16="http://schemas.microsoft.com/office/drawing/2014/main" id="{E784B430-4EB8-FCF4-F6F7-A0EB393BEF4B}"/>
                  </a:ext>
                </a:extLst>
              </p:cNvPr>
              <p:cNvSpPr/>
              <p:nvPr/>
            </p:nvSpPr>
            <p:spPr>
              <a:xfrm>
                <a:off x="5978378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6" name="Freeform 30035">
                <a:extLst>
                  <a:ext uri="{FF2B5EF4-FFF2-40B4-BE49-F238E27FC236}">
                    <a16:creationId xmlns:a16="http://schemas.microsoft.com/office/drawing/2014/main" id="{7B329863-35B8-C8CF-249A-B550D0C5C4CA}"/>
                  </a:ext>
                </a:extLst>
              </p:cNvPr>
              <p:cNvSpPr/>
              <p:nvPr/>
            </p:nvSpPr>
            <p:spPr>
              <a:xfrm>
                <a:off x="5978973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7" name="Freeform 30036">
                <a:extLst>
                  <a:ext uri="{FF2B5EF4-FFF2-40B4-BE49-F238E27FC236}">
                    <a16:creationId xmlns:a16="http://schemas.microsoft.com/office/drawing/2014/main" id="{19B5E371-8F5C-3D07-9EE3-1E4D82011D87}"/>
                  </a:ext>
                </a:extLst>
              </p:cNvPr>
              <p:cNvSpPr/>
              <p:nvPr/>
            </p:nvSpPr>
            <p:spPr>
              <a:xfrm>
                <a:off x="5979470" y="2405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8" name="Freeform 30037">
                <a:extLst>
                  <a:ext uri="{FF2B5EF4-FFF2-40B4-BE49-F238E27FC236}">
                    <a16:creationId xmlns:a16="http://schemas.microsoft.com/office/drawing/2014/main" id="{EAC0BDAD-2A7D-D7F9-0B25-040A2A48A27A}"/>
                  </a:ext>
                </a:extLst>
              </p:cNvPr>
              <p:cNvSpPr/>
              <p:nvPr/>
            </p:nvSpPr>
            <p:spPr>
              <a:xfrm>
                <a:off x="5979966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9" name="Freeform 30038">
                <a:extLst>
                  <a:ext uri="{FF2B5EF4-FFF2-40B4-BE49-F238E27FC236}">
                    <a16:creationId xmlns:a16="http://schemas.microsoft.com/office/drawing/2014/main" id="{FD9AEBFC-99BD-A007-B0B7-F4A9E56A8C64}"/>
                  </a:ext>
                </a:extLst>
              </p:cNvPr>
              <p:cNvSpPr/>
              <p:nvPr/>
            </p:nvSpPr>
            <p:spPr>
              <a:xfrm>
                <a:off x="5980561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0" name="Freeform 30039">
                <a:extLst>
                  <a:ext uri="{FF2B5EF4-FFF2-40B4-BE49-F238E27FC236}">
                    <a16:creationId xmlns:a16="http://schemas.microsoft.com/office/drawing/2014/main" id="{EBA2217A-09A2-351B-4EBE-2273A08BC8E1}"/>
                  </a:ext>
                </a:extLst>
              </p:cNvPr>
              <p:cNvSpPr/>
              <p:nvPr/>
            </p:nvSpPr>
            <p:spPr>
              <a:xfrm>
                <a:off x="5981057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1" name="Freeform 30040">
                <a:extLst>
                  <a:ext uri="{FF2B5EF4-FFF2-40B4-BE49-F238E27FC236}">
                    <a16:creationId xmlns:a16="http://schemas.microsoft.com/office/drawing/2014/main" id="{9A87E372-08DD-1705-BE43-1AA97BFB13C3}"/>
                  </a:ext>
                </a:extLst>
              </p:cNvPr>
              <p:cNvSpPr/>
              <p:nvPr/>
            </p:nvSpPr>
            <p:spPr>
              <a:xfrm>
                <a:off x="5981553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2" name="Freeform 30041">
                <a:extLst>
                  <a:ext uri="{FF2B5EF4-FFF2-40B4-BE49-F238E27FC236}">
                    <a16:creationId xmlns:a16="http://schemas.microsoft.com/office/drawing/2014/main" id="{E5647D02-7574-BE32-619E-B20E77455351}"/>
                  </a:ext>
                </a:extLst>
              </p:cNvPr>
              <p:cNvSpPr/>
              <p:nvPr/>
            </p:nvSpPr>
            <p:spPr>
              <a:xfrm>
                <a:off x="5982148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3" name="Freeform 30042">
                <a:extLst>
                  <a:ext uri="{FF2B5EF4-FFF2-40B4-BE49-F238E27FC236}">
                    <a16:creationId xmlns:a16="http://schemas.microsoft.com/office/drawing/2014/main" id="{7EB8E3C0-1FA2-5EC3-8910-464168475525}"/>
                  </a:ext>
                </a:extLst>
              </p:cNvPr>
              <p:cNvSpPr/>
              <p:nvPr/>
            </p:nvSpPr>
            <p:spPr>
              <a:xfrm>
                <a:off x="5982645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4" name="Freeform 30043">
                <a:extLst>
                  <a:ext uri="{FF2B5EF4-FFF2-40B4-BE49-F238E27FC236}">
                    <a16:creationId xmlns:a16="http://schemas.microsoft.com/office/drawing/2014/main" id="{B077369C-2B66-72AF-BB98-8BE088E79B94}"/>
                  </a:ext>
                </a:extLst>
              </p:cNvPr>
              <p:cNvSpPr/>
              <p:nvPr/>
            </p:nvSpPr>
            <p:spPr>
              <a:xfrm>
                <a:off x="5983141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5" name="Freeform 30044">
                <a:extLst>
                  <a:ext uri="{FF2B5EF4-FFF2-40B4-BE49-F238E27FC236}">
                    <a16:creationId xmlns:a16="http://schemas.microsoft.com/office/drawing/2014/main" id="{070BB7B7-67E4-E713-2850-D56F4290FE7F}"/>
                  </a:ext>
                </a:extLst>
              </p:cNvPr>
              <p:cNvSpPr/>
              <p:nvPr/>
            </p:nvSpPr>
            <p:spPr>
              <a:xfrm>
                <a:off x="5983736" y="1966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6" name="Freeform 30045">
                <a:extLst>
                  <a:ext uri="{FF2B5EF4-FFF2-40B4-BE49-F238E27FC236}">
                    <a16:creationId xmlns:a16="http://schemas.microsoft.com/office/drawing/2014/main" id="{26DA6FA3-704C-0FF5-22BD-5CE5B71E3900}"/>
                  </a:ext>
                </a:extLst>
              </p:cNvPr>
              <p:cNvSpPr/>
              <p:nvPr/>
            </p:nvSpPr>
            <p:spPr>
              <a:xfrm>
                <a:off x="5984232" y="1766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7" name="Freeform 30046">
                <a:extLst>
                  <a:ext uri="{FF2B5EF4-FFF2-40B4-BE49-F238E27FC236}">
                    <a16:creationId xmlns:a16="http://schemas.microsoft.com/office/drawing/2014/main" id="{9AB2AFAD-7B0B-2DD5-4F64-C098CC9288B5}"/>
                  </a:ext>
                </a:extLst>
              </p:cNvPr>
              <p:cNvSpPr/>
              <p:nvPr/>
            </p:nvSpPr>
            <p:spPr>
              <a:xfrm>
                <a:off x="5984728" y="1769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8" name="Freeform 30047">
                <a:extLst>
                  <a:ext uri="{FF2B5EF4-FFF2-40B4-BE49-F238E27FC236}">
                    <a16:creationId xmlns:a16="http://schemas.microsoft.com/office/drawing/2014/main" id="{059D843F-A0DD-EE70-13DD-E6E262734F61}"/>
                  </a:ext>
                </a:extLst>
              </p:cNvPr>
              <p:cNvSpPr/>
              <p:nvPr/>
            </p:nvSpPr>
            <p:spPr>
              <a:xfrm>
                <a:off x="5985323" y="17996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9" name="Freeform 30048">
                <a:extLst>
                  <a:ext uri="{FF2B5EF4-FFF2-40B4-BE49-F238E27FC236}">
                    <a16:creationId xmlns:a16="http://schemas.microsoft.com/office/drawing/2014/main" id="{850DC93D-8F3F-4CA2-49FB-E9EE69312496}"/>
                  </a:ext>
                </a:extLst>
              </p:cNvPr>
              <p:cNvSpPr/>
              <p:nvPr/>
            </p:nvSpPr>
            <p:spPr>
              <a:xfrm>
                <a:off x="5985820" y="1935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0" name="Freeform 30049">
                <a:extLst>
                  <a:ext uri="{FF2B5EF4-FFF2-40B4-BE49-F238E27FC236}">
                    <a16:creationId xmlns:a16="http://schemas.microsoft.com/office/drawing/2014/main" id="{56E26003-7086-FFAF-B5B9-83F094CA7971}"/>
                  </a:ext>
                </a:extLst>
              </p:cNvPr>
              <p:cNvSpPr/>
              <p:nvPr/>
            </p:nvSpPr>
            <p:spPr>
              <a:xfrm>
                <a:off x="5986316" y="1882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1" name="Freeform 30050">
                <a:extLst>
                  <a:ext uri="{FF2B5EF4-FFF2-40B4-BE49-F238E27FC236}">
                    <a16:creationId xmlns:a16="http://schemas.microsoft.com/office/drawing/2014/main" id="{CC3A4396-CBD2-FEF2-6C84-8B4417269C3F}"/>
                  </a:ext>
                </a:extLst>
              </p:cNvPr>
              <p:cNvSpPr/>
              <p:nvPr/>
            </p:nvSpPr>
            <p:spPr>
              <a:xfrm>
                <a:off x="5986911" y="1866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2" name="Freeform 30051">
                <a:extLst>
                  <a:ext uri="{FF2B5EF4-FFF2-40B4-BE49-F238E27FC236}">
                    <a16:creationId xmlns:a16="http://schemas.microsoft.com/office/drawing/2014/main" id="{803D53BE-C59D-71C7-0F0F-C4A0135C5B86}"/>
                  </a:ext>
                </a:extLst>
              </p:cNvPr>
              <p:cNvSpPr/>
              <p:nvPr/>
            </p:nvSpPr>
            <p:spPr>
              <a:xfrm>
                <a:off x="5987407" y="18498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3" name="Freeform 30052">
                <a:extLst>
                  <a:ext uri="{FF2B5EF4-FFF2-40B4-BE49-F238E27FC236}">
                    <a16:creationId xmlns:a16="http://schemas.microsoft.com/office/drawing/2014/main" id="{3AC2D307-99B4-778B-3BF7-26B9CFB62874}"/>
                  </a:ext>
                </a:extLst>
              </p:cNvPr>
              <p:cNvSpPr/>
              <p:nvPr/>
            </p:nvSpPr>
            <p:spPr>
              <a:xfrm>
                <a:off x="5987903" y="1793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4" name="Freeform 30053">
                <a:extLst>
                  <a:ext uri="{FF2B5EF4-FFF2-40B4-BE49-F238E27FC236}">
                    <a16:creationId xmlns:a16="http://schemas.microsoft.com/office/drawing/2014/main" id="{6B51B8F6-9E9D-09A8-209F-AC1AB486317A}"/>
                  </a:ext>
                </a:extLst>
              </p:cNvPr>
              <p:cNvSpPr/>
              <p:nvPr/>
            </p:nvSpPr>
            <p:spPr>
              <a:xfrm>
                <a:off x="5988399" y="1746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5" name="Freeform 30054">
                <a:extLst>
                  <a:ext uri="{FF2B5EF4-FFF2-40B4-BE49-F238E27FC236}">
                    <a16:creationId xmlns:a16="http://schemas.microsoft.com/office/drawing/2014/main" id="{8F504B51-D9B3-3C4E-41F2-824C28FAFF58}"/>
                  </a:ext>
                </a:extLst>
              </p:cNvPr>
              <p:cNvSpPr/>
              <p:nvPr/>
            </p:nvSpPr>
            <p:spPr>
              <a:xfrm>
                <a:off x="5988995" y="1716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6" name="Freeform 30055">
                <a:extLst>
                  <a:ext uri="{FF2B5EF4-FFF2-40B4-BE49-F238E27FC236}">
                    <a16:creationId xmlns:a16="http://schemas.microsoft.com/office/drawing/2014/main" id="{99227ADD-652B-D9D1-768C-7F3422AD990D}"/>
                  </a:ext>
                </a:extLst>
              </p:cNvPr>
              <p:cNvSpPr/>
              <p:nvPr/>
            </p:nvSpPr>
            <p:spPr>
              <a:xfrm>
                <a:off x="5989491" y="1908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7" name="Freeform 30056">
                <a:extLst>
                  <a:ext uri="{FF2B5EF4-FFF2-40B4-BE49-F238E27FC236}">
                    <a16:creationId xmlns:a16="http://schemas.microsoft.com/office/drawing/2014/main" id="{CC464EFB-1D0E-AD9E-3863-A5E506BBA90E}"/>
                  </a:ext>
                </a:extLst>
              </p:cNvPr>
              <p:cNvSpPr/>
              <p:nvPr/>
            </p:nvSpPr>
            <p:spPr>
              <a:xfrm>
                <a:off x="5989987" y="2159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8" name="Freeform 30057">
                <a:extLst>
                  <a:ext uri="{FF2B5EF4-FFF2-40B4-BE49-F238E27FC236}">
                    <a16:creationId xmlns:a16="http://schemas.microsoft.com/office/drawing/2014/main" id="{897301C4-0C08-5420-DE3B-47B8DEACA0A9}"/>
                  </a:ext>
                </a:extLst>
              </p:cNvPr>
              <p:cNvSpPr/>
              <p:nvPr/>
            </p:nvSpPr>
            <p:spPr>
              <a:xfrm>
                <a:off x="5990582" y="2230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9" name="Freeform 30058">
                <a:extLst>
                  <a:ext uri="{FF2B5EF4-FFF2-40B4-BE49-F238E27FC236}">
                    <a16:creationId xmlns:a16="http://schemas.microsoft.com/office/drawing/2014/main" id="{671F737A-A059-E7C1-967B-85F9E511C07F}"/>
                  </a:ext>
                </a:extLst>
              </p:cNvPr>
              <p:cNvSpPr/>
              <p:nvPr/>
            </p:nvSpPr>
            <p:spPr>
              <a:xfrm>
                <a:off x="5991078" y="2250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0" name="Freeform 30059">
                <a:extLst>
                  <a:ext uri="{FF2B5EF4-FFF2-40B4-BE49-F238E27FC236}">
                    <a16:creationId xmlns:a16="http://schemas.microsoft.com/office/drawing/2014/main" id="{BC5B9ABF-25A5-1FB1-F381-F37DB9855C79}"/>
                  </a:ext>
                </a:extLst>
              </p:cNvPr>
              <p:cNvSpPr/>
              <p:nvPr/>
            </p:nvSpPr>
            <p:spPr>
              <a:xfrm>
                <a:off x="5991574" y="2254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1" name="Freeform 30060">
                <a:extLst>
                  <a:ext uri="{FF2B5EF4-FFF2-40B4-BE49-F238E27FC236}">
                    <a16:creationId xmlns:a16="http://schemas.microsoft.com/office/drawing/2014/main" id="{5DA03449-25E3-56DC-B8A9-357BE262CE38}"/>
                  </a:ext>
                </a:extLst>
              </p:cNvPr>
              <p:cNvSpPr/>
              <p:nvPr/>
            </p:nvSpPr>
            <p:spPr>
              <a:xfrm>
                <a:off x="5992170" y="2253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2" name="Freeform 30061">
                <a:extLst>
                  <a:ext uri="{FF2B5EF4-FFF2-40B4-BE49-F238E27FC236}">
                    <a16:creationId xmlns:a16="http://schemas.microsoft.com/office/drawing/2014/main" id="{BAAB310F-9CAA-FA97-2FE4-B142B4A07E8C}"/>
                  </a:ext>
                </a:extLst>
              </p:cNvPr>
              <p:cNvSpPr/>
              <p:nvPr/>
            </p:nvSpPr>
            <p:spPr>
              <a:xfrm>
                <a:off x="5992666" y="225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3" name="Freeform 30062">
                <a:extLst>
                  <a:ext uri="{FF2B5EF4-FFF2-40B4-BE49-F238E27FC236}">
                    <a16:creationId xmlns:a16="http://schemas.microsoft.com/office/drawing/2014/main" id="{0420A4F9-6F0F-FE60-CD1F-3E483E438AC8}"/>
                  </a:ext>
                </a:extLst>
              </p:cNvPr>
              <p:cNvSpPr/>
              <p:nvPr/>
            </p:nvSpPr>
            <p:spPr>
              <a:xfrm>
                <a:off x="5993162" y="2256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4" name="Freeform 30063">
                <a:extLst>
                  <a:ext uri="{FF2B5EF4-FFF2-40B4-BE49-F238E27FC236}">
                    <a16:creationId xmlns:a16="http://schemas.microsoft.com/office/drawing/2014/main" id="{ACA38511-2075-EB9A-9620-159958E4AEBD}"/>
                  </a:ext>
                </a:extLst>
              </p:cNvPr>
              <p:cNvSpPr/>
              <p:nvPr/>
            </p:nvSpPr>
            <p:spPr>
              <a:xfrm>
                <a:off x="5993757" y="2252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5" name="Freeform 30064">
                <a:extLst>
                  <a:ext uri="{FF2B5EF4-FFF2-40B4-BE49-F238E27FC236}">
                    <a16:creationId xmlns:a16="http://schemas.microsoft.com/office/drawing/2014/main" id="{0F076B93-B576-C226-E75A-A5F77E9026CF}"/>
                  </a:ext>
                </a:extLst>
              </p:cNvPr>
              <p:cNvSpPr/>
              <p:nvPr/>
            </p:nvSpPr>
            <p:spPr>
              <a:xfrm>
                <a:off x="5994253" y="2253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6" name="Freeform 30065">
                <a:extLst>
                  <a:ext uri="{FF2B5EF4-FFF2-40B4-BE49-F238E27FC236}">
                    <a16:creationId xmlns:a16="http://schemas.microsoft.com/office/drawing/2014/main" id="{4970804A-DBC9-61FD-DCBF-8012E3A85B92}"/>
                  </a:ext>
                </a:extLst>
              </p:cNvPr>
              <p:cNvSpPr/>
              <p:nvPr/>
            </p:nvSpPr>
            <p:spPr>
              <a:xfrm>
                <a:off x="5994749" y="2252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7" name="Freeform 30066">
                <a:extLst>
                  <a:ext uri="{FF2B5EF4-FFF2-40B4-BE49-F238E27FC236}">
                    <a16:creationId xmlns:a16="http://schemas.microsoft.com/office/drawing/2014/main" id="{AFA48C12-ADC1-FA6A-622E-369F9FA31626}"/>
                  </a:ext>
                </a:extLst>
              </p:cNvPr>
              <p:cNvSpPr/>
              <p:nvPr/>
            </p:nvSpPr>
            <p:spPr>
              <a:xfrm>
                <a:off x="5995345" y="225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8" name="Freeform 30067">
                <a:extLst>
                  <a:ext uri="{FF2B5EF4-FFF2-40B4-BE49-F238E27FC236}">
                    <a16:creationId xmlns:a16="http://schemas.microsoft.com/office/drawing/2014/main" id="{6F492CA5-A0A3-62D9-4BE1-584EE6763996}"/>
                  </a:ext>
                </a:extLst>
              </p:cNvPr>
              <p:cNvSpPr/>
              <p:nvPr/>
            </p:nvSpPr>
            <p:spPr>
              <a:xfrm>
                <a:off x="5995841" y="2244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9" name="Freeform 30068">
                <a:extLst>
                  <a:ext uri="{FF2B5EF4-FFF2-40B4-BE49-F238E27FC236}">
                    <a16:creationId xmlns:a16="http://schemas.microsoft.com/office/drawing/2014/main" id="{01323749-3663-6037-596C-CD630C6177EE}"/>
                  </a:ext>
                </a:extLst>
              </p:cNvPr>
              <p:cNvSpPr/>
              <p:nvPr/>
            </p:nvSpPr>
            <p:spPr>
              <a:xfrm>
                <a:off x="5996337" y="2160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0" name="Freeform 30069">
                <a:extLst>
                  <a:ext uri="{FF2B5EF4-FFF2-40B4-BE49-F238E27FC236}">
                    <a16:creationId xmlns:a16="http://schemas.microsoft.com/office/drawing/2014/main" id="{192588FD-A0E5-86BB-57D7-9EC0FB89CDD1}"/>
                  </a:ext>
                </a:extLst>
              </p:cNvPr>
              <p:cNvSpPr/>
              <p:nvPr/>
            </p:nvSpPr>
            <p:spPr>
              <a:xfrm>
                <a:off x="5996932" y="1637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1" name="Freeform 30070">
                <a:extLst>
                  <a:ext uri="{FF2B5EF4-FFF2-40B4-BE49-F238E27FC236}">
                    <a16:creationId xmlns:a16="http://schemas.microsoft.com/office/drawing/2014/main" id="{54B6EABB-5136-2208-6B12-08EA01DD162F}"/>
                  </a:ext>
                </a:extLst>
              </p:cNvPr>
              <p:cNvSpPr/>
              <p:nvPr/>
            </p:nvSpPr>
            <p:spPr>
              <a:xfrm>
                <a:off x="5997428" y="1714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2" name="Freeform 30071">
                <a:extLst>
                  <a:ext uri="{FF2B5EF4-FFF2-40B4-BE49-F238E27FC236}">
                    <a16:creationId xmlns:a16="http://schemas.microsoft.com/office/drawing/2014/main" id="{9702B290-D542-AEA3-B989-B800B31842EA}"/>
                  </a:ext>
                </a:extLst>
              </p:cNvPr>
              <p:cNvSpPr/>
              <p:nvPr/>
            </p:nvSpPr>
            <p:spPr>
              <a:xfrm>
                <a:off x="5997924" y="1764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3" name="Freeform 30072">
                <a:extLst>
                  <a:ext uri="{FF2B5EF4-FFF2-40B4-BE49-F238E27FC236}">
                    <a16:creationId xmlns:a16="http://schemas.microsoft.com/office/drawing/2014/main" id="{3CAEFF70-5D82-2C40-CAA0-8C2192AA86FD}"/>
                  </a:ext>
                </a:extLst>
              </p:cNvPr>
              <p:cNvSpPr/>
              <p:nvPr/>
            </p:nvSpPr>
            <p:spPr>
              <a:xfrm>
                <a:off x="5998520" y="1657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4" name="Freeform 30073">
                <a:extLst>
                  <a:ext uri="{FF2B5EF4-FFF2-40B4-BE49-F238E27FC236}">
                    <a16:creationId xmlns:a16="http://schemas.microsoft.com/office/drawing/2014/main" id="{1CF66447-8F11-6980-5372-71953C8C58FB}"/>
                  </a:ext>
                </a:extLst>
              </p:cNvPr>
              <p:cNvSpPr/>
              <p:nvPr/>
            </p:nvSpPr>
            <p:spPr>
              <a:xfrm>
                <a:off x="5999016" y="1701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5" name="Freeform 30074">
                <a:extLst>
                  <a:ext uri="{FF2B5EF4-FFF2-40B4-BE49-F238E27FC236}">
                    <a16:creationId xmlns:a16="http://schemas.microsoft.com/office/drawing/2014/main" id="{C974B813-4843-C5E9-BBDD-C4ADF8091D2A}"/>
                  </a:ext>
                </a:extLst>
              </p:cNvPr>
              <p:cNvSpPr/>
              <p:nvPr/>
            </p:nvSpPr>
            <p:spPr>
              <a:xfrm>
                <a:off x="5999512" y="1721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6" name="Freeform 30075">
                <a:extLst>
                  <a:ext uri="{FF2B5EF4-FFF2-40B4-BE49-F238E27FC236}">
                    <a16:creationId xmlns:a16="http://schemas.microsoft.com/office/drawing/2014/main" id="{2763D6CE-7D83-D0E3-B9D8-B2AA9CF4C4C3}"/>
                  </a:ext>
                </a:extLst>
              </p:cNvPr>
              <p:cNvSpPr/>
              <p:nvPr/>
            </p:nvSpPr>
            <p:spPr>
              <a:xfrm>
                <a:off x="6000008" y="1864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7" name="Freeform 30076">
                <a:extLst>
                  <a:ext uri="{FF2B5EF4-FFF2-40B4-BE49-F238E27FC236}">
                    <a16:creationId xmlns:a16="http://schemas.microsoft.com/office/drawing/2014/main" id="{6EE6B1B6-8E85-2DBF-BC0C-9CF8A290EDEB}"/>
                  </a:ext>
                </a:extLst>
              </p:cNvPr>
              <p:cNvSpPr/>
              <p:nvPr/>
            </p:nvSpPr>
            <p:spPr>
              <a:xfrm>
                <a:off x="6000603" y="1805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8" name="Freeform 30077">
                <a:extLst>
                  <a:ext uri="{FF2B5EF4-FFF2-40B4-BE49-F238E27FC236}">
                    <a16:creationId xmlns:a16="http://schemas.microsoft.com/office/drawing/2014/main" id="{ECB5FF9B-380B-0D10-08A6-A82DDF229713}"/>
                  </a:ext>
                </a:extLst>
              </p:cNvPr>
              <p:cNvSpPr/>
              <p:nvPr/>
            </p:nvSpPr>
            <p:spPr>
              <a:xfrm>
                <a:off x="6001099" y="1764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9" name="Freeform 30078">
                <a:extLst>
                  <a:ext uri="{FF2B5EF4-FFF2-40B4-BE49-F238E27FC236}">
                    <a16:creationId xmlns:a16="http://schemas.microsoft.com/office/drawing/2014/main" id="{4AD0B5D2-A1A0-F0B6-34B4-3A3400C18B54}"/>
                  </a:ext>
                </a:extLst>
              </p:cNvPr>
              <p:cNvSpPr/>
              <p:nvPr/>
            </p:nvSpPr>
            <p:spPr>
              <a:xfrm>
                <a:off x="6001595" y="174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0" name="Freeform 30079">
                <a:extLst>
                  <a:ext uri="{FF2B5EF4-FFF2-40B4-BE49-F238E27FC236}">
                    <a16:creationId xmlns:a16="http://schemas.microsoft.com/office/drawing/2014/main" id="{37B68A7B-D126-792F-867E-BA9807559C65}"/>
                  </a:ext>
                </a:extLst>
              </p:cNvPr>
              <p:cNvSpPr/>
              <p:nvPr/>
            </p:nvSpPr>
            <p:spPr>
              <a:xfrm>
                <a:off x="6002191" y="1867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1" name="Freeform 30080">
                <a:extLst>
                  <a:ext uri="{FF2B5EF4-FFF2-40B4-BE49-F238E27FC236}">
                    <a16:creationId xmlns:a16="http://schemas.microsoft.com/office/drawing/2014/main" id="{B48F923A-BAE4-ECE5-C069-1B49FBCCF5B4}"/>
                  </a:ext>
                </a:extLst>
              </p:cNvPr>
              <p:cNvSpPr/>
              <p:nvPr/>
            </p:nvSpPr>
            <p:spPr>
              <a:xfrm>
                <a:off x="6002687" y="2232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2" name="Freeform 30081">
                <a:extLst>
                  <a:ext uri="{FF2B5EF4-FFF2-40B4-BE49-F238E27FC236}">
                    <a16:creationId xmlns:a16="http://schemas.microsoft.com/office/drawing/2014/main" id="{262E40B0-0FAE-21A1-CE0A-670DA6865CF6}"/>
                  </a:ext>
                </a:extLst>
              </p:cNvPr>
              <p:cNvSpPr/>
              <p:nvPr/>
            </p:nvSpPr>
            <p:spPr>
              <a:xfrm>
                <a:off x="6003183" y="2289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3" name="Freeform 30082">
                <a:extLst>
                  <a:ext uri="{FF2B5EF4-FFF2-40B4-BE49-F238E27FC236}">
                    <a16:creationId xmlns:a16="http://schemas.microsoft.com/office/drawing/2014/main" id="{D6A97033-A2D4-FEB2-BF0A-83E9AFE0CFC8}"/>
                  </a:ext>
                </a:extLst>
              </p:cNvPr>
              <p:cNvSpPr/>
              <p:nvPr/>
            </p:nvSpPr>
            <p:spPr>
              <a:xfrm>
                <a:off x="6003778" y="2297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4" name="Freeform 30083">
                <a:extLst>
                  <a:ext uri="{FF2B5EF4-FFF2-40B4-BE49-F238E27FC236}">
                    <a16:creationId xmlns:a16="http://schemas.microsoft.com/office/drawing/2014/main" id="{A7CCDD90-FF2C-2F67-1B4A-D7ACAB912909}"/>
                  </a:ext>
                </a:extLst>
              </p:cNvPr>
              <p:cNvSpPr/>
              <p:nvPr/>
            </p:nvSpPr>
            <p:spPr>
              <a:xfrm>
                <a:off x="6004274" y="2299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5" name="Freeform 30084">
                <a:extLst>
                  <a:ext uri="{FF2B5EF4-FFF2-40B4-BE49-F238E27FC236}">
                    <a16:creationId xmlns:a16="http://schemas.microsoft.com/office/drawing/2014/main" id="{6364440C-E947-2FF3-1E9D-7BB3FB008DAE}"/>
                  </a:ext>
                </a:extLst>
              </p:cNvPr>
              <p:cNvSpPr/>
              <p:nvPr/>
            </p:nvSpPr>
            <p:spPr>
              <a:xfrm>
                <a:off x="6004770" y="2297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6" name="Freeform 30085">
                <a:extLst>
                  <a:ext uri="{FF2B5EF4-FFF2-40B4-BE49-F238E27FC236}">
                    <a16:creationId xmlns:a16="http://schemas.microsoft.com/office/drawing/2014/main" id="{94A71C87-226C-AA50-EB82-69AB9EC23F66}"/>
                  </a:ext>
                </a:extLst>
              </p:cNvPr>
              <p:cNvSpPr/>
              <p:nvPr/>
            </p:nvSpPr>
            <p:spPr>
              <a:xfrm>
                <a:off x="6005366" y="2298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7" name="Freeform 30086">
                <a:extLst>
                  <a:ext uri="{FF2B5EF4-FFF2-40B4-BE49-F238E27FC236}">
                    <a16:creationId xmlns:a16="http://schemas.microsoft.com/office/drawing/2014/main" id="{57835C71-0EEA-2683-026D-36AC3FEEB95A}"/>
                  </a:ext>
                </a:extLst>
              </p:cNvPr>
              <p:cNvSpPr/>
              <p:nvPr/>
            </p:nvSpPr>
            <p:spPr>
              <a:xfrm>
                <a:off x="6005862" y="2293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8" name="Freeform 30087">
                <a:extLst>
                  <a:ext uri="{FF2B5EF4-FFF2-40B4-BE49-F238E27FC236}">
                    <a16:creationId xmlns:a16="http://schemas.microsoft.com/office/drawing/2014/main" id="{49DBE410-B289-07AC-EECC-4EFFE57EA1AD}"/>
                  </a:ext>
                </a:extLst>
              </p:cNvPr>
              <p:cNvSpPr/>
              <p:nvPr/>
            </p:nvSpPr>
            <p:spPr>
              <a:xfrm>
                <a:off x="6006358" y="22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9" name="Freeform 30088">
                <a:extLst>
                  <a:ext uri="{FF2B5EF4-FFF2-40B4-BE49-F238E27FC236}">
                    <a16:creationId xmlns:a16="http://schemas.microsoft.com/office/drawing/2014/main" id="{04F7E3F1-AE4A-F3D8-FAF7-E9843D1A6C46}"/>
                  </a:ext>
                </a:extLst>
              </p:cNvPr>
              <p:cNvSpPr/>
              <p:nvPr/>
            </p:nvSpPr>
            <p:spPr>
              <a:xfrm>
                <a:off x="6006953" y="2290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0" name="Freeform 30089">
                <a:extLst>
                  <a:ext uri="{FF2B5EF4-FFF2-40B4-BE49-F238E27FC236}">
                    <a16:creationId xmlns:a16="http://schemas.microsoft.com/office/drawing/2014/main" id="{466E3995-5964-E6CB-5021-503E65B5BD99}"/>
                  </a:ext>
                </a:extLst>
              </p:cNvPr>
              <p:cNvSpPr/>
              <p:nvPr/>
            </p:nvSpPr>
            <p:spPr>
              <a:xfrm>
                <a:off x="6007449" y="2291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1" name="Freeform 30090">
                <a:extLst>
                  <a:ext uri="{FF2B5EF4-FFF2-40B4-BE49-F238E27FC236}">
                    <a16:creationId xmlns:a16="http://schemas.microsoft.com/office/drawing/2014/main" id="{133AC53B-3C2F-D34C-70D0-1193AE468EDC}"/>
                  </a:ext>
                </a:extLst>
              </p:cNvPr>
              <p:cNvSpPr/>
              <p:nvPr/>
            </p:nvSpPr>
            <p:spPr>
              <a:xfrm>
                <a:off x="6007945" y="2289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2" name="Freeform 30091">
                <a:extLst>
                  <a:ext uri="{FF2B5EF4-FFF2-40B4-BE49-F238E27FC236}">
                    <a16:creationId xmlns:a16="http://schemas.microsoft.com/office/drawing/2014/main" id="{970AC4CD-ECE0-7F45-D8CA-74FD3978DA32}"/>
                  </a:ext>
                </a:extLst>
              </p:cNvPr>
              <p:cNvSpPr/>
              <p:nvPr/>
            </p:nvSpPr>
            <p:spPr>
              <a:xfrm>
                <a:off x="6008541" y="2277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3" name="Freeform 30092">
                <a:extLst>
                  <a:ext uri="{FF2B5EF4-FFF2-40B4-BE49-F238E27FC236}">
                    <a16:creationId xmlns:a16="http://schemas.microsoft.com/office/drawing/2014/main" id="{EE0501A1-3FD3-CB02-2DA9-6AD861F23B53}"/>
                  </a:ext>
                </a:extLst>
              </p:cNvPr>
              <p:cNvSpPr/>
              <p:nvPr/>
            </p:nvSpPr>
            <p:spPr>
              <a:xfrm>
                <a:off x="6009037" y="2098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4" name="Freeform 30093">
                <a:extLst>
                  <a:ext uri="{FF2B5EF4-FFF2-40B4-BE49-F238E27FC236}">
                    <a16:creationId xmlns:a16="http://schemas.microsoft.com/office/drawing/2014/main" id="{650C6031-1281-2E8E-8FF4-22DDA44BC2EE}"/>
                  </a:ext>
                </a:extLst>
              </p:cNvPr>
              <p:cNvSpPr/>
              <p:nvPr/>
            </p:nvSpPr>
            <p:spPr>
              <a:xfrm>
                <a:off x="6009533" y="1803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5" name="Freeform 30094">
                <a:extLst>
                  <a:ext uri="{FF2B5EF4-FFF2-40B4-BE49-F238E27FC236}">
                    <a16:creationId xmlns:a16="http://schemas.microsoft.com/office/drawing/2014/main" id="{11EFA969-DF9D-2D79-CE17-B67DE4E5A4DF}"/>
                  </a:ext>
                </a:extLst>
              </p:cNvPr>
              <p:cNvSpPr/>
              <p:nvPr/>
            </p:nvSpPr>
            <p:spPr>
              <a:xfrm>
                <a:off x="6010128" y="1782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6" name="Freeform 30095">
                <a:extLst>
                  <a:ext uri="{FF2B5EF4-FFF2-40B4-BE49-F238E27FC236}">
                    <a16:creationId xmlns:a16="http://schemas.microsoft.com/office/drawing/2014/main" id="{CB21AED9-D8CE-7B1C-6A6B-B5B6FE9BF357}"/>
                  </a:ext>
                </a:extLst>
              </p:cNvPr>
              <p:cNvSpPr/>
              <p:nvPr/>
            </p:nvSpPr>
            <p:spPr>
              <a:xfrm>
                <a:off x="6010624" y="1826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7" name="Freeform 30096">
                <a:extLst>
                  <a:ext uri="{FF2B5EF4-FFF2-40B4-BE49-F238E27FC236}">
                    <a16:creationId xmlns:a16="http://schemas.microsoft.com/office/drawing/2014/main" id="{0BF62118-231B-DDC7-6DD2-D049324F759B}"/>
                  </a:ext>
                </a:extLst>
              </p:cNvPr>
              <p:cNvSpPr/>
              <p:nvPr/>
            </p:nvSpPr>
            <p:spPr>
              <a:xfrm>
                <a:off x="6011120" y="1852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8" name="Freeform 30097">
                <a:extLst>
                  <a:ext uri="{FF2B5EF4-FFF2-40B4-BE49-F238E27FC236}">
                    <a16:creationId xmlns:a16="http://schemas.microsoft.com/office/drawing/2014/main" id="{00B1EBA3-7426-0D04-1587-2B7BF611517A}"/>
                  </a:ext>
                </a:extLst>
              </p:cNvPr>
              <p:cNvSpPr/>
              <p:nvPr/>
            </p:nvSpPr>
            <p:spPr>
              <a:xfrm>
                <a:off x="6011716" y="1830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9" name="Freeform 30098">
                <a:extLst>
                  <a:ext uri="{FF2B5EF4-FFF2-40B4-BE49-F238E27FC236}">
                    <a16:creationId xmlns:a16="http://schemas.microsoft.com/office/drawing/2014/main" id="{30A2B543-140D-3F4A-FC96-830C42DF95E2}"/>
                  </a:ext>
                </a:extLst>
              </p:cNvPr>
              <p:cNvSpPr/>
              <p:nvPr/>
            </p:nvSpPr>
            <p:spPr>
              <a:xfrm>
                <a:off x="6012212" y="1895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0" name="Freeform 30099">
                <a:extLst>
                  <a:ext uri="{FF2B5EF4-FFF2-40B4-BE49-F238E27FC236}">
                    <a16:creationId xmlns:a16="http://schemas.microsoft.com/office/drawing/2014/main" id="{3C2FEEC1-1086-D764-607E-AE6CC953BBB7}"/>
                  </a:ext>
                </a:extLst>
              </p:cNvPr>
              <p:cNvSpPr/>
              <p:nvPr/>
            </p:nvSpPr>
            <p:spPr>
              <a:xfrm>
                <a:off x="6012708" y="194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1" name="Freeform 30100">
                <a:extLst>
                  <a:ext uri="{FF2B5EF4-FFF2-40B4-BE49-F238E27FC236}">
                    <a16:creationId xmlns:a16="http://schemas.microsoft.com/office/drawing/2014/main" id="{1460EC90-F884-14B7-EBAE-08071B3FA3E6}"/>
                  </a:ext>
                </a:extLst>
              </p:cNvPr>
              <p:cNvSpPr/>
              <p:nvPr/>
            </p:nvSpPr>
            <p:spPr>
              <a:xfrm>
                <a:off x="6013204" y="193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2" name="Freeform 30101">
                <a:extLst>
                  <a:ext uri="{FF2B5EF4-FFF2-40B4-BE49-F238E27FC236}">
                    <a16:creationId xmlns:a16="http://schemas.microsoft.com/office/drawing/2014/main" id="{A984ED18-A616-662F-1092-613BD1E76528}"/>
                  </a:ext>
                </a:extLst>
              </p:cNvPr>
              <p:cNvSpPr/>
              <p:nvPr/>
            </p:nvSpPr>
            <p:spPr>
              <a:xfrm>
                <a:off x="6013799" y="193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3" name="Freeform 30102">
                <a:extLst>
                  <a:ext uri="{FF2B5EF4-FFF2-40B4-BE49-F238E27FC236}">
                    <a16:creationId xmlns:a16="http://schemas.microsoft.com/office/drawing/2014/main" id="{BC681F17-7C94-63F6-C626-A0AED724DD46}"/>
                  </a:ext>
                </a:extLst>
              </p:cNvPr>
              <p:cNvSpPr/>
              <p:nvPr/>
            </p:nvSpPr>
            <p:spPr>
              <a:xfrm>
                <a:off x="6014295" y="1903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4" name="Freeform 30103">
                <a:extLst>
                  <a:ext uri="{FF2B5EF4-FFF2-40B4-BE49-F238E27FC236}">
                    <a16:creationId xmlns:a16="http://schemas.microsoft.com/office/drawing/2014/main" id="{1949DC40-EA05-349D-B698-FF372FF4E08E}"/>
                  </a:ext>
                </a:extLst>
              </p:cNvPr>
              <p:cNvSpPr/>
              <p:nvPr/>
            </p:nvSpPr>
            <p:spPr>
              <a:xfrm>
                <a:off x="6014791" y="1922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5" name="Freeform 30104">
                <a:extLst>
                  <a:ext uri="{FF2B5EF4-FFF2-40B4-BE49-F238E27FC236}">
                    <a16:creationId xmlns:a16="http://schemas.microsoft.com/office/drawing/2014/main" id="{00ABF93A-62BC-6CED-9195-1A7FBAA8A726}"/>
                  </a:ext>
                </a:extLst>
              </p:cNvPr>
              <p:cNvSpPr/>
              <p:nvPr/>
            </p:nvSpPr>
            <p:spPr>
              <a:xfrm>
                <a:off x="6015387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6" name="Freeform 30105">
                <a:extLst>
                  <a:ext uri="{FF2B5EF4-FFF2-40B4-BE49-F238E27FC236}">
                    <a16:creationId xmlns:a16="http://schemas.microsoft.com/office/drawing/2014/main" id="{E163DEEE-11E8-7A03-CE32-31912C9406C7}"/>
                  </a:ext>
                </a:extLst>
              </p:cNvPr>
              <p:cNvSpPr/>
              <p:nvPr/>
            </p:nvSpPr>
            <p:spPr>
              <a:xfrm>
                <a:off x="6015883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7" name="Freeform 30106">
                <a:extLst>
                  <a:ext uri="{FF2B5EF4-FFF2-40B4-BE49-F238E27FC236}">
                    <a16:creationId xmlns:a16="http://schemas.microsoft.com/office/drawing/2014/main" id="{671B8AEB-96A8-0AC1-0472-C31382CA13EC}"/>
                  </a:ext>
                </a:extLst>
              </p:cNvPr>
              <p:cNvSpPr/>
              <p:nvPr/>
            </p:nvSpPr>
            <p:spPr>
              <a:xfrm>
                <a:off x="6016379" y="24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8" name="Freeform 30107">
                <a:extLst>
                  <a:ext uri="{FF2B5EF4-FFF2-40B4-BE49-F238E27FC236}">
                    <a16:creationId xmlns:a16="http://schemas.microsoft.com/office/drawing/2014/main" id="{933ECD02-483D-D909-81D8-7C885A8AFE73}"/>
                  </a:ext>
                </a:extLst>
              </p:cNvPr>
              <p:cNvSpPr/>
              <p:nvPr/>
            </p:nvSpPr>
            <p:spPr>
              <a:xfrm>
                <a:off x="6016974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9" name="Freeform 30108">
                <a:extLst>
                  <a:ext uri="{FF2B5EF4-FFF2-40B4-BE49-F238E27FC236}">
                    <a16:creationId xmlns:a16="http://schemas.microsoft.com/office/drawing/2014/main" id="{F6811C30-CDC4-98FE-9F18-E9529C93F730}"/>
                  </a:ext>
                </a:extLst>
              </p:cNvPr>
              <p:cNvSpPr/>
              <p:nvPr/>
            </p:nvSpPr>
            <p:spPr>
              <a:xfrm>
                <a:off x="6017470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0" name="Freeform 30109">
                <a:extLst>
                  <a:ext uri="{FF2B5EF4-FFF2-40B4-BE49-F238E27FC236}">
                    <a16:creationId xmlns:a16="http://schemas.microsoft.com/office/drawing/2014/main" id="{28A85994-3A97-3467-327B-7BC403B72339}"/>
                  </a:ext>
                </a:extLst>
              </p:cNvPr>
              <p:cNvSpPr/>
              <p:nvPr/>
            </p:nvSpPr>
            <p:spPr>
              <a:xfrm>
                <a:off x="6017966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1" name="Freeform 30110">
                <a:extLst>
                  <a:ext uri="{FF2B5EF4-FFF2-40B4-BE49-F238E27FC236}">
                    <a16:creationId xmlns:a16="http://schemas.microsoft.com/office/drawing/2014/main" id="{182FDD07-3A40-FD0F-2E77-0C23BBC94051}"/>
                  </a:ext>
                </a:extLst>
              </p:cNvPr>
              <p:cNvSpPr/>
              <p:nvPr/>
            </p:nvSpPr>
            <p:spPr>
              <a:xfrm>
                <a:off x="6018562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2" name="Freeform 30111">
                <a:extLst>
                  <a:ext uri="{FF2B5EF4-FFF2-40B4-BE49-F238E27FC236}">
                    <a16:creationId xmlns:a16="http://schemas.microsoft.com/office/drawing/2014/main" id="{70A7760C-3D27-F4C4-5C72-C0D2FBC0E3B6}"/>
                  </a:ext>
                </a:extLst>
              </p:cNvPr>
              <p:cNvSpPr/>
              <p:nvPr/>
            </p:nvSpPr>
            <p:spPr>
              <a:xfrm>
                <a:off x="601905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3" name="Freeform 30112">
                <a:extLst>
                  <a:ext uri="{FF2B5EF4-FFF2-40B4-BE49-F238E27FC236}">
                    <a16:creationId xmlns:a16="http://schemas.microsoft.com/office/drawing/2014/main" id="{73B38746-27CB-CDDF-77F3-02F75876BFDC}"/>
                  </a:ext>
                </a:extLst>
              </p:cNvPr>
              <p:cNvSpPr/>
              <p:nvPr/>
            </p:nvSpPr>
            <p:spPr>
              <a:xfrm>
                <a:off x="6019554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4" name="Freeform 30113">
                <a:extLst>
                  <a:ext uri="{FF2B5EF4-FFF2-40B4-BE49-F238E27FC236}">
                    <a16:creationId xmlns:a16="http://schemas.microsoft.com/office/drawing/2014/main" id="{6BFF60FD-3DC6-6CEC-B619-4AB0AB43C9F6}"/>
                  </a:ext>
                </a:extLst>
              </p:cNvPr>
              <p:cNvSpPr/>
              <p:nvPr/>
            </p:nvSpPr>
            <p:spPr>
              <a:xfrm>
                <a:off x="602014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5" name="Freeform 30114">
                <a:extLst>
                  <a:ext uri="{FF2B5EF4-FFF2-40B4-BE49-F238E27FC236}">
                    <a16:creationId xmlns:a16="http://schemas.microsoft.com/office/drawing/2014/main" id="{F25188E5-3997-71B7-7E77-8FEFB5B17A31}"/>
                  </a:ext>
                </a:extLst>
              </p:cNvPr>
              <p:cNvSpPr/>
              <p:nvPr/>
            </p:nvSpPr>
            <p:spPr>
              <a:xfrm>
                <a:off x="602064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6" name="Freeform 30115">
                <a:extLst>
                  <a:ext uri="{FF2B5EF4-FFF2-40B4-BE49-F238E27FC236}">
                    <a16:creationId xmlns:a16="http://schemas.microsoft.com/office/drawing/2014/main" id="{D0A44D54-2B7A-97B2-A78B-7347ECF22137}"/>
                  </a:ext>
                </a:extLst>
              </p:cNvPr>
              <p:cNvSpPr/>
              <p:nvPr/>
            </p:nvSpPr>
            <p:spPr>
              <a:xfrm>
                <a:off x="6021141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7" name="Freeform 30116">
                <a:extLst>
                  <a:ext uri="{FF2B5EF4-FFF2-40B4-BE49-F238E27FC236}">
                    <a16:creationId xmlns:a16="http://schemas.microsoft.com/office/drawing/2014/main" id="{27594E84-846D-3A96-A1ED-18F81B35255E}"/>
                  </a:ext>
                </a:extLst>
              </p:cNvPr>
              <p:cNvSpPr/>
              <p:nvPr/>
            </p:nvSpPr>
            <p:spPr>
              <a:xfrm>
                <a:off x="6021737" y="2108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8" name="Freeform 30117">
                <a:extLst>
                  <a:ext uri="{FF2B5EF4-FFF2-40B4-BE49-F238E27FC236}">
                    <a16:creationId xmlns:a16="http://schemas.microsoft.com/office/drawing/2014/main" id="{8D75FDA4-A2BF-0B18-1166-713AE7D11FC9}"/>
                  </a:ext>
                </a:extLst>
              </p:cNvPr>
              <p:cNvSpPr/>
              <p:nvPr/>
            </p:nvSpPr>
            <p:spPr>
              <a:xfrm>
                <a:off x="6022233" y="1881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9" name="Freeform 30118">
                <a:extLst>
                  <a:ext uri="{FF2B5EF4-FFF2-40B4-BE49-F238E27FC236}">
                    <a16:creationId xmlns:a16="http://schemas.microsoft.com/office/drawing/2014/main" id="{C6EE99C3-A940-CA11-1269-9346149CCB60}"/>
                  </a:ext>
                </a:extLst>
              </p:cNvPr>
              <p:cNvSpPr/>
              <p:nvPr/>
            </p:nvSpPr>
            <p:spPr>
              <a:xfrm>
                <a:off x="6022729" y="1853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0" name="Freeform 30119">
                <a:extLst>
                  <a:ext uri="{FF2B5EF4-FFF2-40B4-BE49-F238E27FC236}">
                    <a16:creationId xmlns:a16="http://schemas.microsoft.com/office/drawing/2014/main" id="{7F2E17EF-EA6E-51E2-11C8-AD9403BB4938}"/>
                  </a:ext>
                </a:extLst>
              </p:cNvPr>
              <p:cNvSpPr/>
              <p:nvPr/>
            </p:nvSpPr>
            <p:spPr>
              <a:xfrm>
                <a:off x="6023324" y="1846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1" name="Freeform 30120">
                <a:extLst>
                  <a:ext uri="{FF2B5EF4-FFF2-40B4-BE49-F238E27FC236}">
                    <a16:creationId xmlns:a16="http://schemas.microsoft.com/office/drawing/2014/main" id="{7588E8DF-1EF7-7D24-B7C3-8A0A9ADCB6D1}"/>
                  </a:ext>
                </a:extLst>
              </p:cNvPr>
              <p:cNvSpPr/>
              <p:nvPr/>
            </p:nvSpPr>
            <p:spPr>
              <a:xfrm>
                <a:off x="6023820" y="1913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2" name="Freeform 30121">
                <a:extLst>
                  <a:ext uri="{FF2B5EF4-FFF2-40B4-BE49-F238E27FC236}">
                    <a16:creationId xmlns:a16="http://schemas.microsoft.com/office/drawing/2014/main" id="{5635C613-3761-8EAD-3332-8BECA33FEFDD}"/>
                  </a:ext>
                </a:extLst>
              </p:cNvPr>
              <p:cNvSpPr/>
              <p:nvPr/>
            </p:nvSpPr>
            <p:spPr>
              <a:xfrm>
                <a:off x="6024316" y="1975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3" name="Freeform 30122">
                <a:extLst>
                  <a:ext uri="{FF2B5EF4-FFF2-40B4-BE49-F238E27FC236}">
                    <a16:creationId xmlns:a16="http://schemas.microsoft.com/office/drawing/2014/main" id="{C40EEC46-E607-0ED5-0179-6C3F3140D437}"/>
                  </a:ext>
                </a:extLst>
              </p:cNvPr>
              <p:cNvSpPr/>
              <p:nvPr/>
            </p:nvSpPr>
            <p:spPr>
              <a:xfrm>
                <a:off x="6024813" y="194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4" name="Freeform 30123">
                <a:extLst>
                  <a:ext uri="{FF2B5EF4-FFF2-40B4-BE49-F238E27FC236}">
                    <a16:creationId xmlns:a16="http://schemas.microsoft.com/office/drawing/2014/main" id="{888E2653-7ABD-F355-3DAC-BCB1F8122F35}"/>
                  </a:ext>
                </a:extLst>
              </p:cNvPr>
              <p:cNvSpPr/>
              <p:nvPr/>
            </p:nvSpPr>
            <p:spPr>
              <a:xfrm>
                <a:off x="6025408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5" name="Freeform 30124">
                <a:extLst>
                  <a:ext uri="{FF2B5EF4-FFF2-40B4-BE49-F238E27FC236}">
                    <a16:creationId xmlns:a16="http://schemas.microsoft.com/office/drawing/2014/main" id="{D61D6CEA-4F0C-363B-A33D-7B4174FDEF1F}"/>
                  </a:ext>
                </a:extLst>
              </p:cNvPr>
              <p:cNvSpPr/>
              <p:nvPr/>
            </p:nvSpPr>
            <p:spPr>
              <a:xfrm>
                <a:off x="6025904" y="190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6" name="Freeform 30125">
                <a:extLst>
                  <a:ext uri="{FF2B5EF4-FFF2-40B4-BE49-F238E27FC236}">
                    <a16:creationId xmlns:a16="http://schemas.microsoft.com/office/drawing/2014/main" id="{293ADAED-1A18-1B61-31FB-F819AC5BD901}"/>
                  </a:ext>
                </a:extLst>
              </p:cNvPr>
              <p:cNvSpPr/>
              <p:nvPr/>
            </p:nvSpPr>
            <p:spPr>
              <a:xfrm>
                <a:off x="6026400" y="1882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7" name="Freeform 30126">
                <a:extLst>
                  <a:ext uri="{FF2B5EF4-FFF2-40B4-BE49-F238E27FC236}">
                    <a16:creationId xmlns:a16="http://schemas.microsoft.com/office/drawing/2014/main" id="{CD8977E0-27BD-CBE7-CAC0-57D378370F4B}"/>
                  </a:ext>
                </a:extLst>
              </p:cNvPr>
              <p:cNvSpPr/>
              <p:nvPr/>
            </p:nvSpPr>
            <p:spPr>
              <a:xfrm>
                <a:off x="6026995" y="1849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8" name="Freeform 30127">
                <a:extLst>
                  <a:ext uri="{FF2B5EF4-FFF2-40B4-BE49-F238E27FC236}">
                    <a16:creationId xmlns:a16="http://schemas.microsoft.com/office/drawing/2014/main" id="{BE7E270C-5B0C-8050-DD5A-3CE8D34A753B}"/>
                  </a:ext>
                </a:extLst>
              </p:cNvPr>
              <p:cNvSpPr/>
              <p:nvPr/>
            </p:nvSpPr>
            <p:spPr>
              <a:xfrm>
                <a:off x="6027491" y="189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9" name="Freeform 30128">
                <a:extLst>
                  <a:ext uri="{FF2B5EF4-FFF2-40B4-BE49-F238E27FC236}">
                    <a16:creationId xmlns:a16="http://schemas.microsoft.com/office/drawing/2014/main" id="{15B66FA0-E091-4B80-A619-97EBDCFF4604}"/>
                  </a:ext>
                </a:extLst>
              </p:cNvPr>
              <p:cNvSpPr/>
              <p:nvPr/>
            </p:nvSpPr>
            <p:spPr>
              <a:xfrm>
                <a:off x="6027988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0" name="Freeform 30129">
                <a:extLst>
                  <a:ext uri="{FF2B5EF4-FFF2-40B4-BE49-F238E27FC236}">
                    <a16:creationId xmlns:a16="http://schemas.microsoft.com/office/drawing/2014/main" id="{598A4E61-2B2C-6C36-D9A7-EDD6DEF02F5F}"/>
                  </a:ext>
                </a:extLst>
              </p:cNvPr>
              <p:cNvSpPr/>
              <p:nvPr/>
            </p:nvSpPr>
            <p:spPr>
              <a:xfrm>
                <a:off x="6028583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1" name="Freeform 30130">
                <a:extLst>
                  <a:ext uri="{FF2B5EF4-FFF2-40B4-BE49-F238E27FC236}">
                    <a16:creationId xmlns:a16="http://schemas.microsoft.com/office/drawing/2014/main" id="{DC72233D-E538-F756-B99F-14F390533A9B}"/>
                  </a:ext>
                </a:extLst>
              </p:cNvPr>
              <p:cNvSpPr/>
              <p:nvPr/>
            </p:nvSpPr>
            <p:spPr>
              <a:xfrm>
                <a:off x="6029079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2" name="Freeform 30131">
                <a:extLst>
                  <a:ext uri="{FF2B5EF4-FFF2-40B4-BE49-F238E27FC236}">
                    <a16:creationId xmlns:a16="http://schemas.microsoft.com/office/drawing/2014/main" id="{6DDBBE9B-1B48-4A41-54CB-FAE905EEA366}"/>
                  </a:ext>
                </a:extLst>
              </p:cNvPr>
              <p:cNvSpPr/>
              <p:nvPr/>
            </p:nvSpPr>
            <p:spPr>
              <a:xfrm>
                <a:off x="6029575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3" name="Freeform 30132">
                <a:extLst>
                  <a:ext uri="{FF2B5EF4-FFF2-40B4-BE49-F238E27FC236}">
                    <a16:creationId xmlns:a16="http://schemas.microsoft.com/office/drawing/2014/main" id="{15776552-7A3B-3954-581F-28CE5D30BA94}"/>
                  </a:ext>
                </a:extLst>
              </p:cNvPr>
              <p:cNvSpPr/>
              <p:nvPr/>
            </p:nvSpPr>
            <p:spPr>
              <a:xfrm>
                <a:off x="6030170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4" name="Freeform 30133">
                <a:extLst>
                  <a:ext uri="{FF2B5EF4-FFF2-40B4-BE49-F238E27FC236}">
                    <a16:creationId xmlns:a16="http://schemas.microsoft.com/office/drawing/2014/main" id="{1E017E51-3E40-309F-33DA-5AEE1026BD1B}"/>
                  </a:ext>
                </a:extLst>
              </p:cNvPr>
              <p:cNvSpPr/>
              <p:nvPr/>
            </p:nvSpPr>
            <p:spPr>
              <a:xfrm>
                <a:off x="6030666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5" name="Freeform 30134">
                <a:extLst>
                  <a:ext uri="{FF2B5EF4-FFF2-40B4-BE49-F238E27FC236}">
                    <a16:creationId xmlns:a16="http://schemas.microsoft.com/office/drawing/2014/main" id="{0D1E9DD5-3724-25F0-8CA1-280FD9A93E8B}"/>
                  </a:ext>
                </a:extLst>
              </p:cNvPr>
              <p:cNvSpPr/>
              <p:nvPr/>
            </p:nvSpPr>
            <p:spPr>
              <a:xfrm>
                <a:off x="6031163" y="24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6" name="Freeform 30135">
                <a:extLst>
                  <a:ext uri="{FF2B5EF4-FFF2-40B4-BE49-F238E27FC236}">
                    <a16:creationId xmlns:a16="http://schemas.microsoft.com/office/drawing/2014/main" id="{DDBD2D19-615E-64DC-46DA-3AAF06DE8F2D}"/>
                  </a:ext>
                </a:extLst>
              </p:cNvPr>
              <p:cNvSpPr/>
              <p:nvPr/>
            </p:nvSpPr>
            <p:spPr>
              <a:xfrm>
                <a:off x="603175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7" name="Freeform 30136">
                <a:extLst>
                  <a:ext uri="{FF2B5EF4-FFF2-40B4-BE49-F238E27FC236}">
                    <a16:creationId xmlns:a16="http://schemas.microsoft.com/office/drawing/2014/main" id="{147531CF-2750-75A2-C02E-81F03ACB86A6}"/>
                  </a:ext>
                </a:extLst>
              </p:cNvPr>
              <p:cNvSpPr/>
              <p:nvPr/>
            </p:nvSpPr>
            <p:spPr>
              <a:xfrm>
                <a:off x="6032254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8" name="Freeform 30137">
                <a:extLst>
                  <a:ext uri="{FF2B5EF4-FFF2-40B4-BE49-F238E27FC236}">
                    <a16:creationId xmlns:a16="http://schemas.microsoft.com/office/drawing/2014/main" id="{985641EC-2578-6087-EFA8-A671A2717BDF}"/>
                  </a:ext>
                </a:extLst>
              </p:cNvPr>
              <p:cNvSpPr/>
              <p:nvPr/>
            </p:nvSpPr>
            <p:spPr>
              <a:xfrm>
                <a:off x="6032750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9" name="Freeform 30138">
                <a:extLst>
                  <a:ext uri="{FF2B5EF4-FFF2-40B4-BE49-F238E27FC236}">
                    <a16:creationId xmlns:a16="http://schemas.microsoft.com/office/drawing/2014/main" id="{285C061D-D20E-F742-37E8-FFABCF440B7A}"/>
                  </a:ext>
                </a:extLst>
              </p:cNvPr>
              <p:cNvSpPr/>
              <p:nvPr/>
            </p:nvSpPr>
            <p:spPr>
              <a:xfrm>
                <a:off x="603334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0" name="Freeform 30139">
                <a:extLst>
                  <a:ext uri="{FF2B5EF4-FFF2-40B4-BE49-F238E27FC236}">
                    <a16:creationId xmlns:a16="http://schemas.microsoft.com/office/drawing/2014/main" id="{154CE525-AF36-503E-5F6B-ACE5C60F0387}"/>
                  </a:ext>
                </a:extLst>
              </p:cNvPr>
              <p:cNvSpPr/>
              <p:nvPr/>
            </p:nvSpPr>
            <p:spPr>
              <a:xfrm>
                <a:off x="6033841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1" name="Freeform 30140">
                <a:extLst>
                  <a:ext uri="{FF2B5EF4-FFF2-40B4-BE49-F238E27FC236}">
                    <a16:creationId xmlns:a16="http://schemas.microsoft.com/office/drawing/2014/main" id="{A6E85631-F899-2F86-0BF7-0AF5F53BC614}"/>
                  </a:ext>
                </a:extLst>
              </p:cNvPr>
              <p:cNvSpPr/>
              <p:nvPr/>
            </p:nvSpPr>
            <p:spPr>
              <a:xfrm>
                <a:off x="6034338" y="2166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2" name="Freeform 30141">
                <a:extLst>
                  <a:ext uri="{FF2B5EF4-FFF2-40B4-BE49-F238E27FC236}">
                    <a16:creationId xmlns:a16="http://schemas.microsoft.com/office/drawing/2014/main" id="{92C03FC0-6B53-6B9A-8FCE-E10F83EECD98}"/>
                  </a:ext>
                </a:extLst>
              </p:cNvPr>
              <p:cNvSpPr/>
              <p:nvPr/>
            </p:nvSpPr>
            <p:spPr>
              <a:xfrm>
                <a:off x="6034933" y="1693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3" name="Freeform 30142">
                <a:extLst>
                  <a:ext uri="{FF2B5EF4-FFF2-40B4-BE49-F238E27FC236}">
                    <a16:creationId xmlns:a16="http://schemas.microsoft.com/office/drawing/2014/main" id="{A26B1D37-F290-7A3D-D33D-92C8C48BBFBE}"/>
                  </a:ext>
                </a:extLst>
              </p:cNvPr>
              <p:cNvSpPr/>
              <p:nvPr/>
            </p:nvSpPr>
            <p:spPr>
              <a:xfrm>
                <a:off x="6035429" y="1679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4" name="Freeform 30143">
                <a:extLst>
                  <a:ext uri="{FF2B5EF4-FFF2-40B4-BE49-F238E27FC236}">
                    <a16:creationId xmlns:a16="http://schemas.microsoft.com/office/drawing/2014/main" id="{C2E5F9BF-894E-EE1B-D00F-F5A600371BA1}"/>
                  </a:ext>
                </a:extLst>
              </p:cNvPr>
              <p:cNvSpPr/>
              <p:nvPr/>
            </p:nvSpPr>
            <p:spPr>
              <a:xfrm>
                <a:off x="6035925" y="1667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5" name="Freeform 30144">
                <a:extLst>
                  <a:ext uri="{FF2B5EF4-FFF2-40B4-BE49-F238E27FC236}">
                    <a16:creationId xmlns:a16="http://schemas.microsoft.com/office/drawing/2014/main" id="{FA38D03F-AFCA-2843-A38A-C26FE731047A}"/>
                  </a:ext>
                </a:extLst>
              </p:cNvPr>
              <p:cNvSpPr/>
              <p:nvPr/>
            </p:nvSpPr>
            <p:spPr>
              <a:xfrm>
                <a:off x="6036520" y="1753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6" name="Freeform 30145">
                <a:extLst>
                  <a:ext uri="{FF2B5EF4-FFF2-40B4-BE49-F238E27FC236}">
                    <a16:creationId xmlns:a16="http://schemas.microsoft.com/office/drawing/2014/main" id="{0EB380A2-E9AD-8336-1751-58C6EA512572}"/>
                  </a:ext>
                </a:extLst>
              </p:cNvPr>
              <p:cNvSpPr/>
              <p:nvPr/>
            </p:nvSpPr>
            <p:spPr>
              <a:xfrm>
                <a:off x="6037016" y="1760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7" name="Freeform 30146">
                <a:extLst>
                  <a:ext uri="{FF2B5EF4-FFF2-40B4-BE49-F238E27FC236}">
                    <a16:creationId xmlns:a16="http://schemas.microsoft.com/office/drawing/2014/main" id="{8FD19233-FCF6-8285-5DCF-EA07C93A760E}"/>
                  </a:ext>
                </a:extLst>
              </p:cNvPr>
              <p:cNvSpPr/>
              <p:nvPr/>
            </p:nvSpPr>
            <p:spPr>
              <a:xfrm>
                <a:off x="6037513" y="1769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8" name="Freeform 30147">
                <a:extLst>
                  <a:ext uri="{FF2B5EF4-FFF2-40B4-BE49-F238E27FC236}">
                    <a16:creationId xmlns:a16="http://schemas.microsoft.com/office/drawing/2014/main" id="{94C519E5-5F35-6F4F-77EC-239561F933F2}"/>
                  </a:ext>
                </a:extLst>
              </p:cNvPr>
              <p:cNvSpPr/>
              <p:nvPr/>
            </p:nvSpPr>
            <p:spPr>
              <a:xfrm>
                <a:off x="6038009" y="183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9" name="Freeform 30148">
                <a:extLst>
                  <a:ext uri="{FF2B5EF4-FFF2-40B4-BE49-F238E27FC236}">
                    <a16:creationId xmlns:a16="http://schemas.microsoft.com/office/drawing/2014/main" id="{E6B57C0F-2655-78B0-54AB-DE8AF6538AE4}"/>
                  </a:ext>
                </a:extLst>
              </p:cNvPr>
              <p:cNvSpPr/>
              <p:nvPr/>
            </p:nvSpPr>
            <p:spPr>
              <a:xfrm>
                <a:off x="6038604" y="1831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0" name="Freeform 30149">
                <a:extLst>
                  <a:ext uri="{FF2B5EF4-FFF2-40B4-BE49-F238E27FC236}">
                    <a16:creationId xmlns:a16="http://schemas.microsoft.com/office/drawing/2014/main" id="{568F46F4-7DF0-2D92-DDE0-44E83EAF42B2}"/>
                  </a:ext>
                </a:extLst>
              </p:cNvPr>
              <p:cNvSpPr/>
              <p:nvPr/>
            </p:nvSpPr>
            <p:spPr>
              <a:xfrm>
                <a:off x="6039100" y="1801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1" name="Freeform 30150">
                <a:extLst>
                  <a:ext uri="{FF2B5EF4-FFF2-40B4-BE49-F238E27FC236}">
                    <a16:creationId xmlns:a16="http://schemas.microsoft.com/office/drawing/2014/main" id="{93943424-14FC-2D4F-389C-44E2F1A4079C}"/>
                  </a:ext>
                </a:extLst>
              </p:cNvPr>
              <p:cNvSpPr/>
              <p:nvPr/>
            </p:nvSpPr>
            <p:spPr>
              <a:xfrm>
                <a:off x="6039596" y="1762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2" name="Freeform 30151">
                <a:extLst>
                  <a:ext uri="{FF2B5EF4-FFF2-40B4-BE49-F238E27FC236}">
                    <a16:creationId xmlns:a16="http://schemas.microsoft.com/office/drawing/2014/main" id="{37A7E107-C70B-8B2B-AAE1-14B19324BE99}"/>
                  </a:ext>
                </a:extLst>
              </p:cNvPr>
              <p:cNvSpPr/>
              <p:nvPr/>
            </p:nvSpPr>
            <p:spPr>
              <a:xfrm>
                <a:off x="6040191" y="17751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3" name="Freeform 30152">
                <a:extLst>
                  <a:ext uri="{FF2B5EF4-FFF2-40B4-BE49-F238E27FC236}">
                    <a16:creationId xmlns:a16="http://schemas.microsoft.com/office/drawing/2014/main" id="{76FFCEB0-7161-A634-16F0-4E57FC2E3B5E}"/>
                  </a:ext>
                </a:extLst>
              </p:cNvPr>
              <p:cNvSpPr/>
              <p:nvPr/>
            </p:nvSpPr>
            <p:spPr>
              <a:xfrm>
                <a:off x="6040688" y="223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4" name="Freeform 30153">
                <a:extLst>
                  <a:ext uri="{FF2B5EF4-FFF2-40B4-BE49-F238E27FC236}">
                    <a16:creationId xmlns:a16="http://schemas.microsoft.com/office/drawing/2014/main" id="{F2354788-DF6B-9BAB-2A02-169D873D9D6F}"/>
                  </a:ext>
                </a:extLst>
              </p:cNvPr>
              <p:cNvSpPr/>
              <p:nvPr/>
            </p:nvSpPr>
            <p:spPr>
              <a:xfrm>
                <a:off x="6041184" y="2282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5" name="Freeform 30154">
                <a:extLst>
                  <a:ext uri="{FF2B5EF4-FFF2-40B4-BE49-F238E27FC236}">
                    <a16:creationId xmlns:a16="http://schemas.microsoft.com/office/drawing/2014/main" id="{7BEEF7E9-7C72-6604-2FC7-6F7B9C2BF2C9}"/>
                  </a:ext>
                </a:extLst>
              </p:cNvPr>
              <p:cNvSpPr/>
              <p:nvPr/>
            </p:nvSpPr>
            <p:spPr>
              <a:xfrm>
                <a:off x="6041779" y="2295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6" name="Freeform 30155">
                <a:extLst>
                  <a:ext uri="{FF2B5EF4-FFF2-40B4-BE49-F238E27FC236}">
                    <a16:creationId xmlns:a16="http://schemas.microsoft.com/office/drawing/2014/main" id="{B7344969-0883-D6BF-DA84-71708D0B06F6}"/>
                  </a:ext>
                </a:extLst>
              </p:cNvPr>
              <p:cNvSpPr/>
              <p:nvPr/>
            </p:nvSpPr>
            <p:spPr>
              <a:xfrm>
                <a:off x="6042275" y="2306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7" name="Freeform 30156">
                <a:extLst>
                  <a:ext uri="{FF2B5EF4-FFF2-40B4-BE49-F238E27FC236}">
                    <a16:creationId xmlns:a16="http://schemas.microsoft.com/office/drawing/2014/main" id="{284C1BD5-BE61-9B82-2A70-2A3240E8D40F}"/>
                  </a:ext>
                </a:extLst>
              </p:cNvPr>
              <p:cNvSpPr/>
              <p:nvPr/>
            </p:nvSpPr>
            <p:spPr>
              <a:xfrm>
                <a:off x="6042771" y="2308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8" name="Freeform 30157">
                <a:extLst>
                  <a:ext uri="{FF2B5EF4-FFF2-40B4-BE49-F238E27FC236}">
                    <a16:creationId xmlns:a16="http://schemas.microsoft.com/office/drawing/2014/main" id="{3E754329-1F7D-C2B6-E4C9-C8DEBC65FE68}"/>
                  </a:ext>
                </a:extLst>
              </p:cNvPr>
              <p:cNvSpPr/>
              <p:nvPr/>
            </p:nvSpPr>
            <p:spPr>
              <a:xfrm>
                <a:off x="6043366" y="2313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9" name="Freeform 30158">
                <a:extLst>
                  <a:ext uri="{FF2B5EF4-FFF2-40B4-BE49-F238E27FC236}">
                    <a16:creationId xmlns:a16="http://schemas.microsoft.com/office/drawing/2014/main" id="{6F78AB3F-C04D-9AF6-26F9-1D15FDB733A8}"/>
                  </a:ext>
                </a:extLst>
              </p:cNvPr>
              <p:cNvSpPr/>
              <p:nvPr/>
            </p:nvSpPr>
            <p:spPr>
              <a:xfrm>
                <a:off x="6043863" y="2311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0" name="Freeform 30159">
                <a:extLst>
                  <a:ext uri="{FF2B5EF4-FFF2-40B4-BE49-F238E27FC236}">
                    <a16:creationId xmlns:a16="http://schemas.microsoft.com/office/drawing/2014/main" id="{917406D7-0B0D-9343-5562-00FD76133CEB}"/>
                  </a:ext>
                </a:extLst>
              </p:cNvPr>
              <p:cNvSpPr/>
              <p:nvPr/>
            </p:nvSpPr>
            <p:spPr>
              <a:xfrm>
                <a:off x="6044359" y="2312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1" name="Freeform 30160">
                <a:extLst>
                  <a:ext uri="{FF2B5EF4-FFF2-40B4-BE49-F238E27FC236}">
                    <a16:creationId xmlns:a16="http://schemas.microsoft.com/office/drawing/2014/main" id="{F10AEA4E-9E14-105B-FE0C-66407E064441}"/>
                  </a:ext>
                </a:extLst>
              </p:cNvPr>
              <p:cNvSpPr/>
              <p:nvPr/>
            </p:nvSpPr>
            <p:spPr>
              <a:xfrm>
                <a:off x="6044954" y="2317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2" name="Freeform 30161">
                <a:extLst>
                  <a:ext uri="{FF2B5EF4-FFF2-40B4-BE49-F238E27FC236}">
                    <a16:creationId xmlns:a16="http://schemas.microsoft.com/office/drawing/2014/main" id="{D9500571-DA36-6DFA-4FEA-ED81E44F9B6A}"/>
                  </a:ext>
                </a:extLst>
              </p:cNvPr>
              <p:cNvSpPr/>
              <p:nvPr/>
            </p:nvSpPr>
            <p:spPr>
              <a:xfrm>
                <a:off x="6045450" y="2320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3" name="Freeform 30162">
                <a:extLst>
                  <a:ext uri="{FF2B5EF4-FFF2-40B4-BE49-F238E27FC236}">
                    <a16:creationId xmlns:a16="http://schemas.microsoft.com/office/drawing/2014/main" id="{232DB28C-D1C4-76E9-1F25-DEAD0423E7BB}"/>
                  </a:ext>
                </a:extLst>
              </p:cNvPr>
              <p:cNvSpPr/>
              <p:nvPr/>
            </p:nvSpPr>
            <p:spPr>
              <a:xfrm>
                <a:off x="6045946" y="2322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4" name="Freeform 30163">
                <a:extLst>
                  <a:ext uri="{FF2B5EF4-FFF2-40B4-BE49-F238E27FC236}">
                    <a16:creationId xmlns:a16="http://schemas.microsoft.com/office/drawing/2014/main" id="{9A9B7BC7-FBA3-B088-2A3B-0061ACD90B88}"/>
                  </a:ext>
                </a:extLst>
              </p:cNvPr>
              <p:cNvSpPr/>
              <p:nvPr/>
            </p:nvSpPr>
            <p:spPr>
              <a:xfrm>
                <a:off x="6046541" y="2312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5" name="Freeform 30164">
                <a:extLst>
                  <a:ext uri="{FF2B5EF4-FFF2-40B4-BE49-F238E27FC236}">
                    <a16:creationId xmlns:a16="http://schemas.microsoft.com/office/drawing/2014/main" id="{FFC4DD60-CFB9-896F-E1B5-EF5696CFAA32}"/>
                  </a:ext>
                </a:extLst>
              </p:cNvPr>
              <p:cNvSpPr/>
              <p:nvPr/>
            </p:nvSpPr>
            <p:spPr>
              <a:xfrm>
                <a:off x="6047038" y="203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6" name="Freeform 30165">
                <a:extLst>
                  <a:ext uri="{FF2B5EF4-FFF2-40B4-BE49-F238E27FC236}">
                    <a16:creationId xmlns:a16="http://schemas.microsoft.com/office/drawing/2014/main" id="{BCAED9F1-90A9-D756-A6B9-12C209AF5E57}"/>
                  </a:ext>
                </a:extLst>
              </p:cNvPr>
              <p:cNvSpPr/>
              <p:nvPr/>
            </p:nvSpPr>
            <p:spPr>
              <a:xfrm>
                <a:off x="6047534" y="1696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7" name="Freeform 30166">
                <a:extLst>
                  <a:ext uri="{FF2B5EF4-FFF2-40B4-BE49-F238E27FC236}">
                    <a16:creationId xmlns:a16="http://schemas.microsoft.com/office/drawing/2014/main" id="{713AB210-592B-D190-D8EE-B2A3FDA1D1F8}"/>
                  </a:ext>
                </a:extLst>
              </p:cNvPr>
              <p:cNvSpPr/>
              <p:nvPr/>
            </p:nvSpPr>
            <p:spPr>
              <a:xfrm>
                <a:off x="6048129" y="1660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8" name="Freeform 30167">
                <a:extLst>
                  <a:ext uri="{FF2B5EF4-FFF2-40B4-BE49-F238E27FC236}">
                    <a16:creationId xmlns:a16="http://schemas.microsoft.com/office/drawing/2014/main" id="{41700344-3DB2-3E5C-FA34-4739A4B8735E}"/>
                  </a:ext>
                </a:extLst>
              </p:cNvPr>
              <p:cNvSpPr/>
              <p:nvPr/>
            </p:nvSpPr>
            <p:spPr>
              <a:xfrm>
                <a:off x="6048625" y="1695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9" name="Freeform 30168">
                <a:extLst>
                  <a:ext uri="{FF2B5EF4-FFF2-40B4-BE49-F238E27FC236}">
                    <a16:creationId xmlns:a16="http://schemas.microsoft.com/office/drawing/2014/main" id="{7153434F-4961-8230-11E6-6FD06C079D66}"/>
                  </a:ext>
                </a:extLst>
              </p:cNvPr>
              <p:cNvSpPr/>
              <p:nvPr/>
            </p:nvSpPr>
            <p:spPr>
              <a:xfrm>
                <a:off x="6049121" y="1764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0" name="Freeform 30169">
                <a:extLst>
                  <a:ext uri="{FF2B5EF4-FFF2-40B4-BE49-F238E27FC236}">
                    <a16:creationId xmlns:a16="http://schemas.microsoft.com/office/drawing/2014/main" id="{E141EF67-8172-51B5-EA76-F087FA124AE9}"/>
                  </a:ext>
                </a:extLst>
              </p:cNvPr>
              <p:cNvSpPr/>
              <p:nvPr/>
            </p:nvSpPr>
            <p:spPr>
              <a:xfrm>
                <a:off x="6049617" y="1798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1" name="Freeform 30170">
                <a:extLst>
                  <a:ext uri="{FF2B5EF4-FFF2-40B4-BE49-F238E27FC236}">
                    <a16:creationId xmlns:a16="http://schemas.microsoft.com/office/drawing/2014/main" id="{72D00B5A-BE8C-F51D-CDE8-123049AEBDE7}"/>
                  </a:ext>
                </a:extLst>
              </p:cNvPr>
              <p:cNvSpPr/>
              <p:nvPr/>
            </p:nvSpPr>
            <p:spPr>
              <a:xfrm>
                <a:off x="6050213" y="1827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2" name="Freeform 30171">
                <a:extLst>
                  <a:ext uri="{FF2B5EF4-FFF2-40B4-BE49-F238E27FC236}">
                    <a16:creationId xmlns:a16="http://schemas.microsoft.com/office/drawing/2014/main" id="{083CDA90-3D83-91E1-1485-03B7C2075733}"/>
                  </a:ext>
                </a:extLst>
              </p:cNvPr>
              <p:cNvSpPr/>
              <p:nvPr/>
            </p:nvSpPr>
            <p:spPr>
              <a:xfrm>
                <a:off x="6050709" y="1852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3" name="Freeform 30172">
                <a:extLst>
                  <a:ext uri="{FF2B5EF4-FFF2-40B4-BE49-F238E27FC236}">
                    <a16:creationId xmlns:a16="http://schemas.microsoft.com/office/drawing/2014/main" id="{BD85E10A-842B-49EB-3A1D-59BC37421E3E}"/>
                  </a:ext>
                </a:extLst>
              </p:cNvPr>
              <p:cNvSpPr/>
              <p:nvPr/>
            </p:nvSpPr>
            <p:spPr>
              <a:xfrm>
                <a:off x="6051205" y="1859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4" name="Freeform 30173">
                <a:extLst>
                  <a:ext uri="{FF2B5EF4-FFF2-40B4-BE49-F238E27FC236}">
                    <a16:creationId xmlns:a16="http://schemas.microsoft.com/office/drawing/2014/main" id="{ADBE6D7F-4945-2FD8-A9F8-3ABAC8440727}"/>
                  </a:ext>
                </a:extLst>
              </p:cNvPr>
              <p:cNvSpPr/>
              <p:nvPr/>
            </p:nvSpPr>
            <p:spPr>
              <a:xfrm>
                <a:off x="6051800" y="18200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5" name="Freeform 30174">
                <a:extLst>
                  <a:ext uri="{FF2B5EF4-FFF2-40B4-BE49-F238E27FC236}">
                    <a16:creationId xmlns:a16="http://schemas.microsoft.com/office/drawing/2014/main" id="{A40B3C21-5931-E96D-3355-BDD4457984F5}"/>
                  </a:ext>
                </a:extLst>
              </p:cNvPr>
              <p:cNvSpPr/>
              <p:nvPr/>
            </p:nvSpPr>
            <p:spPr>
              <a:xfrm>
                <a:off x="6052296" y="1789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6" name="Freeform 30175">
                <a:extLst>
                  <a:ext uri="{FF2B5EF4-FFF2-40B4-BE49-F238E27FC236}">
                    <a16:creationId xmlns:a16="http://schemas.microsoft.com/office/drawing/2014/main" id="{4E923565-E0FF-26FD-57AB-047EC4F54E1A}"/>
                  </a:ext>
                </a:extLst>
              </p:cNvPr>
              <p:cNvSpPr/>
              <p:nvPr/>
            </p:nvSpPr>
            <p:spPr>
              <a:xfrm>
                <a:off x="6052792" y="1877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7" name="Freeform 30176">
                <a:extLst>
                  <a:ext uri="{FF2B5EF4-FFF2-40B4-BE49-F238E27FC236}">
                    <a16:creationId xmlns:a16="http://schemas.microsoft.com/office/drawing/2014/main" id="{D86B4FAD-6D31-F613-9AFD-5ABC7CE0826D}"/>
                  </a:ext>
                </a:extLst>
              </p:cNvPr>
              <p:cNvSpPr/>
              <p:nvPr/>
            </p:nvSpPr>
            <p:spPr>
              <a:xfrm>
                <a:off x="6053388" y="2353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8" name="Freeform 30177">
                <a:extLst>
                  <a:ext uri="{FF2B5EF4-FFF2-40B4-BE49-F238E27FC236}">
                    <a16:creationId xmlns:a16="http://schemas.microsoft.com/office/drawing/2014/main" id="{04E4E02F-EECE-1595-32BE-0B6D41DAC451}"/>
                  </a:ext>
                </a:extLst>
              </p:cNvPr>
              <p:cNvSpPr/>
              <p:nvPr/>
            </p:nvSpPr>
            <p:spPr>
              <a:xfrm>
                <a:off x="6053884" y="2374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9" name="Freeform 30178">
                <a:extLst>
                  <a:ext uri="{FF2B5EF4-FFF2-40B4-BE49-F238E27FC236}">
                    <a16:creationId xmlns:a16="http://schemas.microsoft.com/office/drawing/2014/main" id="{EB109BA9-11E6-27A7-F607-9CB0D92F38B8}"/>
                  </a:ext>
                </a:extLst>
              </p:cNvPr>
              <p:cNvSpPr/>
              <p:nvPr/>
            </p:nvSpPr>
            <p:spPr>
              <a:xfrm>
                <a:off x="6054380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0" name="Freeform 30179">
                <a:extLst>
                  <a:ext uri="{FF2B5EF4-FFF2-40B4-BE49-F238E27FC236}">
                    <a16:creationId xmlns:a16="http://schemas.microsoft.com/office/drawing/2014/main" id="{0B5CF891-6096-A301-CC95-B869801269E1}"/>
                  </a:ext>
                </a:extLst>
              </p:cNvPr>
              <p:cNvSpPr/>
              <p:nvPr/>
            </p:nvSpPr>
            <p:spPr>
              <a:xfrm>
                <a:off x="6054975" y="2398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1" name="Freeform 30180">
                <a:extLst>
                  <a:ext uri="{FF2B5EF4-FFF2-40B4-BE49-F238E27FC236}">
                    <a16:creationId xmlns:a16="http://schemas.microsoft.com/office/drawing/2014/main" id="{E0661F39-E971-AA74-EF91-F6630EC72FF8}"/>
                  </a:ext>
                </a:extLst>
              </p:cNvPr>
              <p:cNvSpPr/>
              <p:nvPr/>
            </p:nvSpPr>
            <p:spPr>
              <a:xfrm>
                <a:off x="6055471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2" name="Freeform 30181">
                <a:extLst>
                  <a:ext uri="{FF2B5EF4-FFF2-40B4-BE49-F238E27FC236}">
                    <a16:creationId xmlns:a16="http://schemas.microsoft.com/office/drawing/2014/main" id="{177BE9FC-682F-CD4E-5CD2-1BB9F299CAF1}"/>
                  </a:ext>
                </a:extLst>
              </p:cNvPr>
              <p:cNvSpPr/>
              <p:nvPr/>
            </p:nvSpPr>
            <p:spPr>
              <a:xfrm>
                <a:off x="6055967" y="2403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3" name="Freeform 30182">
                <a:extLst>
                  <a:ext uri="{FF2B5EF4-FFF2-40B4-BE49-F238E27FC236}">
                    <a16:creationId xmlns:a16="http://schemas.microsoft.com/office/drawing/2014/main" id="{CA53C490-02B6-1BE2-7A91-D53A8B2703DB}"/>
                  </a:ext>
                </a:extLst>
              </p:cNvPr>
              <p:cNvSpPr/>
              <p:nvPr/>
            </p:nvSpPr>
            <p:spPr>
              <a:xfrm>
                <a:off x="6056563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4" name="Freeform 30183">
                <a:extLst>
                  <a:ext uri="{FF2B5EF4-FFF2-40B4-BE49-F238E27FC236}">
                    <a16:creationId xmlns:a16="http://schemas.microsoft.com/office/drawing/2014/main" id="{0DE96053-C662-8106-59AE-7D7346B53970}"/>
                  </a:ext>
                </a:extLst>
              </p:cNvPr>
              <p:cNvSpPr/>
              <p:nvPr/>
            </p:nvSpPr>
            <p:spPr>
              <a:xfrm>
                <a:off x="6057059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5" name="Freeform 30184">
                <a:extLst>
                  <a:ext uri="{FF2B5EF4-FFF2-40B4-BE49-F238E27FC236}">
                    <a16:creationId xmlns:a16="http://schemas.microsoft.com/office/drawing/2014/main" id="{E242D74C-0C84-0A78-E80E-8C245326BD5B}"/>
                  </a:ext>
                </a:extLst>
              </p:cNvPr>
              <p:cNvSpPr/>
              <p:nvPr/>
            </p:nvSpPr>
            <p:spPr>
              <a:xfrm>
                <a:off x="6057555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6" name="Freeform 30185">
                <a:extLst>
                  <a:ext uri="{FF2B5EF4-FFF2-40B4-BE49-F238E27FC236}">
                    <a16:creationId xmlns:a16="http://schemas.microsoft.com/office/drawing/2014/main" id="{57834FE1-0EFA-3181-1969-5B2B64111C7F}"/>
                  </a:ext>
                </a:extLst>
              </p:cNvPr>
              <p:cNvSpPr/>
              <p:nvPr/>
            </p:nvSpPr>
            <p:spPr>
              <a:xfrm>
                <a:off x="6058150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7" name="Freeform 30186">
                <a:extLst>
                  <a:ext uri="{FF2B5EF4-FFF2-40B4-BE49-F238E27FC236}">
                    <a16:creationId xmlns:a16="http://schemas.microsoft.com/office/drawing/2014/main" id="{0F70E77F-643E-3D75-90A9-06580CF93473}"/>
                  </a:ext>
                </a:extLst>
              </p:cNvPr>
              <p:cNvSpPr/>
              <p:nvPr/>
            </p:nvSpPr>
            <p:spPr>
              <a:xfrm>
                <a:off x="6058646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8" name="Freeform 30187">
                <a:extLst>
                  <a:ext uri="{FF2B5EF4-FFF2-40B4-BE49-F238E27FC236}">
                    <a16:creationId xmlns:a16="http://schemas.microsoft.com/office/drawing/2014/main" id="{DB245548-5828-2703-72D3-BBE0CE361BA2}"/>
                  </a:ext>
                </a:extLst>
              </p:cNvPr>
              <p:cNvSpPr/>
              <p:nvPr/>
            </p:nvSpPr>
            <p:spPr>
              <a:xfrm>
                <a:off x="6059142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9" name="Freeform 30188">
                <a:extLst>
                  <a:ext uri="{FF2B5EF4-FFF2-40B4-BE49-F238E27FC236}">
                    <a16:creationId xmlns:a16="http://schemas.microsoft.com/office/drawing/2014/main" id="{6D7F50A7-7CFF-7AB9-F1BC-B718834F4EFF}"/>
                  </a:ext>
                </a:extLst>
              </p:cNvPr>
              <p:cNvSpPr/>
              <p:nvPr/>
            </p:nvSpPr>
            <p:spPr>
              <a:xfrm>
                <a:off x="6059738" y="2122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0" name="Freeform 30189">
                <a:extLst>
                  <a:ext uri="{FF2B5EF4-FFF2-40B4-BE49-F238E27FC236}">
                    <a16:creationId xmlns:a16="http://schemas.microsoft.com/office/drawing/2014/main" id="{6DB59779-9395-36FB-EAA7-D26B0C752027}"/>
                  </a:ext>
                </a:extLst>
              </p:cNvPr>
              <p:cNvSpPr/>
              <p:nvPr/>
            </p:nvSpPr>
            <p:spPr>
              <a:xfrm>
                <a:off x="6060234" y="1829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1" name="Freeform 30190">
                <a:extLst>
                  <a:ext uri="{FF2B5EF4-FFF2-40B4-BE49-F238E27FC236}">
                    <a16:creationId xmlns:a16="http://schemas.microsoft.com/office/drawing/2014/main" id="{D6EA86C4-88EE-F364-DB58-B9E101C02D4D}"/>
                  </a:ext>
                </a:extLst>
              </p:cNvPr>
              <p:cNvSpPr/>
              <p:nvPr/>
            </p:nvSpPr>
            <p:spPr>
              <a:xfrm>
                <a:off x="6060730" y="1812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2" name="Freeform 30191">
                <a:extLst>
                  <a:ext uri="{FF2B5EF4-FFF2-40B4-BE49-F238E27FC236}">
                    <a16:creationId xmlns:a16="http://schemas.microsoft.com/office/drawing/2014/main" id="{5A83A014-8072-DE4E-04EC-9EF3633F2F2A}"/>
                  </a:ext>
                </a:extLst>
              </p:cNvPr>
              <p:cNvSpPr/>
              <p:nvPr/>
            </p:nvSpPr>
            <p:spPr>
              <a:xfrm>
                <a:off x="6061226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3" name="Freeform 30192">
                <a:extLst>
                  <a:ext uri="{FF2B5EF4-FFF2-40B4-BE49-F238E27FC236}">
                    <a16:creationId xmlns:a16="http://schemas.microsoft.com/office/drawing/2014/main" id="{685065D2-4829-5BB8-9969-C793D96CE79B}"/>
                  </a:ext>
                </a:extLst>
              </p:cNvPr>
              <p:cNvSpPr/>
              <p:nvPr/>
            </p:nvSpPr>
            <p:spPr>
              <a:xfrm>
                <a:off x="6061821" y="1913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4" name="Freeform 30193">
                <a:extLst>
                  <a:ext uri="{FF2B5EF4-FFF2-40B4-BE49-F238E27FC236}">
                    <a16:creationId xmlns:a16="http://schemas.microsoft.com/office/drawing/2014/main" id="{8C6D5329-9BB1-BEDB-B7F4-05C9003A24F2}"/>
                  </a:ext>
                </a:extLst>
              </p:cNvPr>
              <p:cNvSpPr/>
              <p:nvPr/>
            </p:nvSpPr>
            <p:spPr>
              <a:xfrm>
                <a:off x="6062317" y="1895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5" name="Freeform 30194">
                <a:extLst>
                  <a:ext uri="{FF2B5EF4-FFF2-40B4-BE49-F238E27FC236}">
                    <a16:creationId xmlns:a16="http://schemas.microsoft.com/office/drawing/2014/main" id="{07115F67-453D-F1FD-A728-10E0B32887F5}"/>
                  </a:ext>
                </a:extLst>
              </p:cNvPr>
              <p:cNvSpPr/>
              <p:nvPr/>
            </p:nvSpPr>
            <p:spPr>
              <a:xfrm>
                <a:off x="6062813" y="1853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6" name="Freeform 30195">
                <a:extLst>
                  <a:ext uri="{FF2B5EF4-FFF2-40B4-BE49-F238E27FC236}">
                    <a16:creationId xmlns:a16="http://schemas.microsoft.com/office/drawing/2014/main" id="{C2A645BA-0D37-1AE8-0016-6171E098F583}"/>
                  </a:ext>
                </a:extLst>
              </p:cNvPr>
              <p:cNvSpPr/>
              <p:nvPr/>
            </p:nvSpPr>
            <p:spPr>
              <a:xfrm>
                <a:off x="6063409" y="1849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7" name="Freeform 30196">
                <a:extLst>
                  <a:ext uri="{FF2B5EF4-FFF2-40B4-BE49-F238E27FC236}">
                    <a16:creationId xmlns:a16="http://schemas.microsoft.com/office/drawing/2014/main" id="{0DA09AC2-56F6-4F06-4819-E812DD3076D8}"/>
                  </a:ext>
                </a:extLst>
              </p:cNvPr>
              <p:cNvSpPr/>
              <p:nvPr/>
            </p:nvSpPr>
            <p:spPr>
              <a:xfrm>
                <a:off x="6063905" y="1967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8" name="Freeform 30197">
                <a:extLst>
                  <a:ext uri="{FF2B5EF4-FFF2-40B4-BE49-F238E27FC236}">
                    <a16:creationId xmlns:a16="http://schemas.microsoft.com/office/drawing/2014/main" id="{AAD72E46-BB63-FB0A-9A14-B63ADAD0EAB9}"/>
                  </a:ext>
                </a:extLst>
              </p:cNvPr>
              <p:cNvSpPr/>
              <p:nvPr/>
            </p:nvSpPr>
            <p:spPr>
              <a:xfrm>
                <a:off x="6064401" y="1960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9" name="Freeform 30198">
                <a:extLst>
                  <a:ext uri="{FF2B5EF4-FFF2-40B4-BE49-F238E27FC236}">
                    <a16:creationId xmlns:a16="http://schemas.microsoft.com/office/drawing/2014/main" id="{5DF11E7F-4463-76A4-FD75-56B1B7ACDB51}"/>
                  </a:ext>
                </a:extLst>
              </p:cNvPr>
              <p:cNvSpPr/>
              <p:nvPr/>
            </p:nvSpPr>
            <p:spPr>
              <a:xfrm>
                <a:off x="6064996" y="1946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0" name="Freeform 30199">
                <a:extLst>
                  <a:ext uri="{FF2B5EF4-FFF2-40B4-BE49-F238E27FC236}">
                    <a16:creationId xmlns:a16="http://schemas.microsoft.com/office/drawing/2014/main" id="{D5A4DE31-7B27-C623-C65C-0E2D4CDE825A}"/>
                  </a:ext>
                </a:extLst>
              </p:cNvPr>
              <p:cNvSpPr/>
              <p:nvPr/>
            </p:nvSpPr>
            <p:spPr>
              <a:xfrm>
                <a:off x="6065492" y="2122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1" name="Freeform 30200">
                <a:extLst>
                  <a:ext uri="{FF2B5EF4-FFF2-40B4-BE49-F238E27FC236}">
                    <a16:creationId xmlns:a16="http://schemas.microsoft.com/office/drawing/2014/main" id="{3039FCE6-CE77-CFEB-8CEB-59C67A465B4F}"/>
                  </a:ext>
                </a:extLst>
              </p:cNvPr>
              <p:cNvSpPr/>
              <p:nvPr/>
            </p:nvSpPr>
            <p:spPr>
              <a:xfrm>
                <a:off x="6065988" y="2382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2" name="Freeform 30201">
                <a:extLst>
                  <a:ext uri="{FF2B5EF4-FFF2-40B4-BE49-F238E27FC236}">
                    <a16:creationId xmlns:a16="http://schemas.microsoft.com/office/drawing/2014/main" id="{0AC79A21-E835-51E5-1ECC-FC9357553B22}"/>
                  </a:ext>
                </a:extLst>
              </p:cNvPr>
              <p:cNvSpPr/>
              <p:nvPr/>
            </p:nvSpPr>
            <p:spPr>
              <a:xfrm>
                <a:off x="6066584" y="2395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3" name="Freeform 30202">
                <a:extLst>
                  <a:ext uri="{FF2B5EF4-FFF2-40B4-BE49-F238E27FC236}">
                    <a16:creationId xmlns:a16="http://schemas.microsoft.com/office/drawing/2014/main" id="{AD48B08F-BF05-0825-52B5-0077C25551D6}"/>
                  </a:ext>
                </a:extLst>
              </p:cNvPr>
              <p:cNvSpPr/>
              <p:nvPr/>
            </p:nvSpPr>
            <p:spPr>
              <a:xfrm>
                <a:off x="6067080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4" name="Freeform 30203">
                <a:extLst>
                  <a:ext uri="{FF2B5EF4-FFF2-40B4-BE49-F238E27FC236}">
                    <a16:creationId xmlns:a16="http://schemas.microsoft.com/office/drawing/2014/main" id="{8123C689-4C47-CE74-D399-4A8ABCD7F1CA}"/>
                  </a:ext>
                </a:extLst>
              </p:cNvPr>
              <p:cNvSpPr/>
              <p:nvPr/>
            </p:nvSpPr>
            <p:spPr>
              <a:xfrm>
                <a:off x="6067576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5" name="Freeform 30204">
                <a:extLst>
                  <a:ext uri="{FF2B5EF4-FFF2-40B4-BE49-F238E27FC236}">
                    <a16:creationId xmlns:a16="http://schemas.microsoft.com/office/drawing/2014/main" id="{9C653217-3119-FEBC-479E-5E8665FEEE5E}"/>
                  </a:ext>
                </a:extLst>
              </p:cNvPr>
              <p:cNvSpPr/>
              <p:nvPr/>
            </p:nvSpPr>
            <p:spPr>
              <a:xfrm>
                <a:off x="6068171" y="2410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6" name="Freeform 30205">
                <a:extLst>
                  <a:ext uri="{FF2B5EF4-FFF2-40B4-BE49-F238E27FC236}">
                    <a16:creationId xmlns:a16="http://schemas.microsoft.com/office/drawing/2014/main" id="{A1BE88E4-0291-CAF0-F4B8-05E5E646C5F6}"/>
                  </a:ext>
                </a:extLst>
              </p:cNvPr>
              <p:cNvSpPr/>
              <p:nvPr/>
            </p:nvSpPr>
            <p:spPr>
              <a:xfrm>
                <a:off x="6068667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7" name="Freeform 30206">
                <a:extLst>
                  <a:ext uri="{FF2B5EF4-FFF2-40B4-BE49-F238E27FC236}">
                    <a16:creationId xmlns:a16="http://schemas.microsoft.com/office/drawing/2014/main" id="{35A4C12C-8098-BE15-2975-7EF8522E9E5D}"/>
                  </a:ext>
                </a:extLst>
              </p:cNvPr>
              <p:cNvSpPr/>
              <p:nvPr/>
            </p:nvSpPr>
            <p:spPr>
              <a:xfrm>
                <a:off x="6069163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8" name="Freeform 30207">
                <a:extLst>
                  <a:ext uri="{FF2B5EF4-FFF2-40B4-BE49-F238E27FC236}">
                    <a16:creationId xmlns:a16="http://schemas.microsoft.com/office/drawing/2014/main" id="{D698BBA6-8BC6-CD24-6D26-3E5F368DA7F9}"/>
                  </a:ext>
                </a:extLst>
              </p:cNvPr>
              <p:cNvSpPr/>
              <p:nvPr/>
            </p:nvSpPr>
            <p:spPr>
              <a:xfrm>
                <a:off x="6069759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9" name="Freeform 30208">
                <a:extLst>
                  <a:ext uri="{FF2B5EF4-FFF2-40B4-BE49-F238E27FC236}">
                    <a16:creationId xmlns:a16="http://schemas.microsoft.com/office/drawing/2014/main" id="{9ADC7534-839F-B8B7-EE08-670A2C49262A}"/>
                  </a:ext>
                </a:extLst>
              </p:cNvPr>
              <p:cNvSpPr/>
              <p:nvPr/>
            </p:nvSpPr>
            <p:spPr>
              <a:xfrm>
                <a:off x="6070255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0" name="Freeform 30209">
                <a:extLst>
                  <a:ext uri="{FF2B5EF4-FFF2-40B4-BE49-F238E27FC236}">
                    <a16:creationId xmlns:a16="http://schemas.microsoft.com/office/drawing/2014/main" id="{244FE77B-1E52-E3C8-2DFB-CC26537FC6DF}"/>
                  </a:ext>
                </a:extLst>
              </p:cNvPr>
              <p:cNvSpPr/>
              <p:nvPr/>
            </p:nvSpPr>
            <p:spPr>
              <a:xfrm>
                <a:off x="6070751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1" name="Freeform 30210">
                <a:extLst>
                  <a:ext uri="{FF2B5EF4-FFF2-40B4-BE49-F238E27FC236}">
                    <a16:creationId xmlns:a16="http://schemas.microsoft.com/office/drawing/2014/main" id="{6A74C5FD-1DEF-25F7-B93E-8A566837106D}"/>
                  </a:ext>
                </a:extLst>
              </p:cNvPr>
              <p:cNvSpPr/>
              <p:nvPr/>
            </p:nvSpPr>
            <p:spPr>
              <a:xfrm>
                <a:off x="6071346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2" name="Freeform 30211">
                <a:extLst>
                  <a:ext uri="{FF2B5EF4-FFF2-40B4-BE49-F238E27FC236}">
                    <a16:creationId xmlns:a16="http://schemas.microsoft.com/office/drawing/2014/main" id="{98820544-38F5-1CA7-B233-B1E83CB633E2}"/>
                  </a:ext>
                </a:extLst>
              </p:cNvPr>
              <p:cNvSpPr/>
              <p:nvPr/>
            </p:nvSpPr>
            <p:spPr>
              <a:xfrm>
                <a:off x="6071842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3" name="Freeform 30212">
                <a:extLst>
                  <a:ext uri="{FF2B5EF4-FFF2-40B4-BE49-F238E27FC236}">
                    <a16:creationId xmlns:a16="http://schemas.microsoft.com/office/drawing/2014/main" id="{C6C1457F-2054-9F0B-9282-3170AC4B1ED0}"/>
                  </a:ext>
                </a:extLst>
              </p:cNvPr>
              <p:cNvSpPr/>
              <p:nvPr/>
            </p:nvSpPr>
            <p:spPr>
              <a:xfrm>
                <a:off x="6072338" y="2330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4" name="Freeform 30213">
                <a:extLst>
                  <a:ext uri="{FF2B5EF4-FFF2-40B4-BE49-F238E27FC236}">
                    <a16:creationId xmlns:a16="http://schemas.microsoft.com/office/drawing/2014/main" id="{6CCB8DA1-D7D4-3455-0B94-09398A9B90C3}"/>
                  </a:ext>
                </a:extLst>
              </p:cNvPr>
              <p:cNvSpPr/>
              <p:nvPr/>
            </p:nvSpPr>
            <p:spPr>
              <a:xfrm>
                <a:off x="6072934" y="2105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5" name="Freeform 30214">
                <a:extLst>
                  <a:ext uri="{FF2B5EF4-FFF2-40B4-BE49-F238E27FC236}">
                    <a16:creationId xmlns:a16="http://schemas.microsoft.com/office/drawing/2014/main" id="{1F4EC5F2-E380-9786-5C43-9111380360BC}"/>
                  </a:ext>
                </a:extLst>
              </p:cNvPr>
              <p:cNvSpPr/>
              <p:nvPr/>
            </p:nvSpPr>
            <p:spPr>
              <a:xfrm>
                <a:off x="6073430" y="2077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6" name="Freeform 30215">
                <a:extLst>
                  <a:ext uri="{FF2B5EF4-FFF2-40B4-BE49-F238E27FC236}">
                    <a16:creationId xmlns:a16="http://schemas.microsoft.com/office/drawing/2014/main" id="{0CEBB0C4-F040-1094-C313-CF9CFDCBCB48}"/>
                  </a:ext>
                </a:extLst>
              </p:cNvPr>
              <p:cNvSpPr/>
              <p:nvPr/>
            </p:nvSpPr>
            <p:spPr>
              <a:xfrm>
                <a:off x="6073926" y="2071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7" name="Freeform 30216">
                <a:extLst>
                  <a:ext uri="{FF2B5EF4-FFF2-40B4-BE49-F238E27FC236}">
                    <a16:creationId xmlns:a16="http://schemas.microsoft.com/office/drawing/2014/main" id="{8EDC5877-8DF9-572B-A667-26DDC61E136A}"/>
                  </a:ext>
                </a:extLst>
              </p:cNvPr>
              <p:cNvSpPr/>
              <p:nvPr/>
            </p:nvSpPr>
            <p:spPr>
              <a:xfrm>
                <a:off x="6074422" y="210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8" name="Freeform 30217">
                <a:extLst>
                  <a:ext uri="{FF2B5EF4-FFF2-40B4-BE49-F238E27FC236}">
                    <a16:creationId xmlns:a16="http://schemas.microsoft.com/office/drawing/2014/main" id="{789CABB4-A83A-2971-F79B-7EEB0BFF67F9}"/>
                  </a:ext>
                </a:extLst>
              </p:cNvPr>
              <p:cNvSpPr/>
              <p:nvPr/>
            </p:nvSpPr>
            <p:spPr>
              <a:xfrm>
                <a:off x="6075017" y="209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9" name="Freeform 30218">
                <a:extLst>
                  <a:ext uri="{FF2B5EF4-FFF2-40B4-BE49-F238E27FC236}">
                    <a16:creationId xmlns:a16="http://schemas.microsoft.com/office/drawing/2014/main" id="{FA84A45C-AB6E-9540-1A44-B8FD10E76D66}"/>
                  </a:ext>
                </a:extLst>
              </p:cNvPr>
              <p:cNvSpPr/>
              <p:nvPr/>
            </p:nvSpPr>
            <p:spPr>
              <a:xfrm>
                <a:off x="6075513" y="2092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0" name="Freeform 30219">
                <a:extLst>
                  <a:ext uri="{FF2B5EF4-FFF2-40B4-BE49-F238E27FC236}">
                    <a16:creationId xmlns:a16="http://schemas.microsoft.com/office/drawing/2014/main" id="{FFB1E04D-C595-E569-929E-343B51F170B7}"/>
                  </a:ext>
                </a:extLst>
              </p:cNvPr>
              <p:cNvSpPr/>
              <p:nvPr/>
            </p:nvSpPr>
            <p:spPr>
              <a:xfrm>
                <a:off x="6076009" y="2065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1" name="Freeform 30220">
                <a:extLst>
                  <a:ext uri="{FF2B5EF4-FFF2-40B4-BE49-F238E27FC236}">
                    <a16:creationId xmlns:a16="http://schemas.microsoft.com/office/drawing/2014/main" id="{0DAB6555-7ABC-EA3B-AAC6-8DBE30015F05}"/>
                  </a:ext>
                </a:extLst>
              </p:cNvPr>
              <p:cNvSpPr/>
              <p:nvPr/>
            </p:nvSpPr>
            <p:spPr>
              <a:xfrm>
                <a:off x="6076605" y="2022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2" name="Freeform 30221">
                <a:extLst>
                  <a:ext uri="{FF2B5EF4-FFF2-40B4-BE49-F238E27FC236}">
                    <a16:creationId xmlns:a16="http://schemas.microsoft.com/office/drawing/2014/main" id="{89A662E2-E430-E80F-E87F-EAC947F11841}"/>
                  </a:ext>
                </a:extLst>
              </p:cNvPr>
              <p:cNvSpPr/>
              <p:nvPr/>
            </p:nvSpPr>
            <p:spPr>
              <a:xfrm>
                <a:off x="6077101" y="1996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3" name="Freeform 30222">
                <a:extLst>
                  <a:ext uri="{FF2B5EF4-FFF2-40B4-BE49-F238E27FC236}">
                    <a16:creationId xmlns:a16="http://schemas.microsoft.com/office/drawing/2014/main" id="{EF5030B8-E298-E50C-01E3-A39014D614D5}"/>
                  </a:ext>
                </a:extLst>
              </p:cNvPr>
              <p:cNvSpPr/>
              <p:nvPr/>
            </p:nvSpPr>
            <p:spPr>
              <a:xfrm>
                <a:off x="6077597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4" name="Freeform 30223">
                <a:extLst>
                  <a:ext uri="{FF2B5EF4-FFF2-40B4-BE49-F238E27FC236}">
                    <a16:creationId xmlns:a16="http://schemas.microsoft.com/office/drawing/2014/main" id="{0429BE37-3131-71B7-EDFD-D815AAE95042}"/>
                  </a:ext>
                </a:extLst>
              </p:cNvPr>
              <p:cNvSpPr/>
              <p:nvPr/>
            </p:nvSpPr>
            <p:spPr>
              <a:xfrm>
                <a:off x="6078192" y="207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5" name="Freeform 30224">
                <a:extLst>
                  <a:ext uri="{FF2B5EF4-FFF2-40B4-BE49-F238E27FC236}">
                    <a16:creationId xmlns:a16="http://schemas.microsoft.com/office/drawing/2014/main" id="{F7815434-E5F0-C88D-103B-8208224D04B6}"/>
                  </a:ext>
                </a:extLst>
              </p:cNvPr>
              <p:cNvSpPr/>
              <p:nvPr/>
            </p:nvSpPr>
            <p:spPr>
              <a:xfrm>
                <a:off x="6078688" y="2390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6" name="Freeform 30225">
                <a:extLst>
                  <a:ext uri="{FF2B5EF4-FFF2-40B4-BE49-F238E27FC236}">
                    <a16:creationId xmlns:a16="http://schemas.microsoft.com/office/drawing/2014/main" id="{EA376E57-25E1-3E5B-8045-753B1174DA1A}"/>
                  </a:ext>
                </a:extLst>
              </p:cNvPr>
              <p:cNvSpPr/>
              <p:nvPr/>
            </p:nvSpPr>
            <p:spPr>
              <a:xfrm>
                <a:off x="6079184" y="2399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7" name="Freeform 30226">
                <a:extLst>
                  <a:ext uri="{FF2B5EF4-FFF2-40B4-BE49-F238E27FC236}">
                    <a16:creationId xmlns:a16="http://schemas.microsoft.com/office/drawing/2014/main" id="{81994AB1-388C-E21C-8C84-A93CA3C5C54F}"/>
                  </a:ext>
                </a:extLst>
              </p:cNvPr>
              <p:cNvSpPr/>
              <p:nvPr/>
            </p:nvSpPr>
            <p:spPr>
              <a:xfrm>
                <a:off x="6079780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8" name="Freeform 30227">
                <a:extLst>
                  <a:ext uri="{FF2B5EF4-FFF2-40B4-BE49-F238E27FC236}">
                    <a16:creationId xmlns:a16="http://schemas.microsoft.com/office/drawing/2014/main" id="{62B48098-8C78-0A6A-77F6-A787BFFB2719}"/>
                  </a:ext>
                </a:extLst>
              </p:cNvPr>
              <p:cNvSpPr/>
              <p:nvPr/>
            </p:nvSpPr>
            <p:spPr>
              <a:xfrm>
                <a:off x="6080276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9" name="Freeform 30228">
                <a:extLst>
                  <a:ext uri="{FF2B5EF4-FFF2-40B4-BE49-F238E27FC236}">
                    <a16:creationId xmlns:a16="http://schemas.microsoft.com/office/drawing/2014/main" id="{A5F431BC-5E8A-BBAF-9738-94ADE25DF84E}"/>
                  </a:ext>
                </a:extLst>
              </p:cNvPr>
              <p:cNvSpPr/>
              <p:nvPr/>
            </p:nvSpPr>
            <p:spPr>
              <a:xfrm>
                <a:off x="6080772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0" name="Freeform 30229">
                <a:extLst>
                  <a:ext uri="{FF2B5EF4-FFF2-40B4-BE49-F238E27FC236}">
                    <a16:creationId xmlns:a16="http://schemas.microsoft.com/office/drawing/2014/main" id="{3C5C95FB-9EBA-6828-D9D1-29C7E2ED8A3F}"/>
                  </a:ext>
                </a:extLst>
              </p:cNvPr>
              <p:cNvSpPr/>
              <p:nvPr/>
            </p:nvSpPr>
            <p:spPr>
              <a:xfrm>
                <a:off x="6081367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1" name="Freeform 30230">
                <a:extLst>
                  <a:ext uri="{FF2B5EF4-FFF2-40B4-BE49-F238E27FC236}">
                    <a16:creationId xmlns:a16="http://schemas.microsoft.com/office/drawing/2014/main" id="{42A97F9E-291A-8B75-CCE0-24787B439EDF}"/>
                  </a:ext>
                </a:extLst>
              </p:cNvPr>
              <p:cNvSpPr/>
              <p:nvPr/>
            </p:nvSpPr>
            <p:spPr>
              <a:xfrm>
                <a:off x="6081863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2" name="Freeform 30231">
                <a:extLst>
                  <a:ext uri="{FF2B5EF4-FFF2-40B4-BE49-F238E27FC236}">
                    <a16:creationId xmlns:a16="http://schemas.microsoft.com/office/drawing/2014/main" id="{162E5BD5-458C-8D3D-5CEB-9F83EF0CDBC4}"/>
                  </a:ext>
                </a:extLst>
              </p:cNvPr>
              <p:cNvSpPr/>
              <p:nvPr/>
            </p:nvSpPr>
            <p:spPr>
              <a:xfrm>
                <a:off x="6082359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3" name="Freeform 30232">
                <a:extLst>
                  <a:ext uri="{FF2B5EF4-FFF2-40B4-BE49-F238E27FC236}">
                    <a16:creationId xmlns:a16="http://schemas.microsoft.com/office/drawing/2014/main" id="{E87E288B-553E-5269-3970-C2CD6BA6602E}"/>
                  </a:ext>
                </a:extLst>
              </p:cNvPr>
              <p:cNvSpPr/>
              <p:nvPr/>
            </p:nvSpPr>
            <p:spPr>
              <a:xfrm>
                <a:off x="6082955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4" name="Freeform 30233">
                <a:extLst>
                  <a:ext uri="{FF2B5EF4-FFF2-40B4-BE49-F238E27FC236}">
                    <a16:creationId xmlns:a16="http://schemas.microsoft.com/office/drawing/2014/main" id="{2670E3FB-10F6-2694-16B5-DD6CC68689C5}"/>
                  </a:ext>
                </a:extLst>
              </p:cNvPr>
              <p:cNvSpPr/>
              <p:nvPr/>
            </p:nvSpPr>
            <p:spPr>
              <a:xfrm>
                <a:off x="6083451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5" name="Freeform 30234">
                <a:extLst>
                  <a:ext uri="{FF2B5EF4-FFF2-40B4-BE49-F238E27FC236}">
                    <a16:creationId xmlns:a16="http://schemas.microsoft.com/office/drawing/2014/main" id="{A5754939-9515-1652-252F-FC1639576D77}"/>
                  </a:ext>
                </a:extLst>
              </p:cNvPr>
              <p:cNvSpPr/>
              <p:nvPr/>
            </p:nvSpPr>
            <p:spPr>
              <a:xfrm>
                <a:off x="6083947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6" name="Freeform 30235">
                <a:extLst>
                  <a:ext uri="{FF2B5EF4-FFF2-40B4-BE49-F238E27FC236}">
                    <a16:creationId xmlns:a16="http://schemas.microsoft.com/office/drawing/2014/main" id="{EA5662EF-4B17-2DFB-DE95-32EF77997763}"/>
                  </a:ext>
                </a:extLst>
              </p:cNvPr>
              <p:cNvSpPr/>
              <p:nvPr/>
            </p:nvSpPr>
            <p:spPr>
              <a:xfrm>
                <a:off x="6084542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7" name="Freeform 30236">
                <a:extLst>
                  <a:ext uri="{FF2B5EF4-FFF2-40B4-BE49-F238E27FC236}">
                    <a16:creationId xmlns:a16="http://schemas.microsoft.com/office/drawing/2014/main" id="{FE228E71-7E49-D5E3-2672-43385C234BAD}"/>
                  </a:ext>
                </a:extLst>
              </p:cNvPr>
              <p:cNvSpPr/>
              <p:nvPr/>
            </p:nvSpPr>
            <p:spPr>
              <a:xfrm>
                <a:off x="6085038" y="2150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8" name="Freeform 30237">
                <a:extLst>
                  <a:ext uri="{FF2B5EF4-FFF2-40B4-BE49-F238E27FC236}">
                    <a16:creationId xmlns:a16="http://schemas.microsoft.com/office/drawing/2014/main" id="{0763A452-9CE7-E439-3DA2-D3B0FB13A6CD}"/>
                  </a:ext>
                </a:extLst>
              </p:cNvPr>
              <p:cNvSpPr/>
              <p:nvPr/>
            </p:nvSpPr>
            <p:spPr>
              <a:xfrm>
                <a:off x="6085534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9" name="Freeform 30238">
                <a:extLst>
                  <a:ext uri="{FF2B5EF4-FFF2-40B4-BE49-F238E27FC236}">
                    <a16:creationId xmlns:a16="http://schemas.microsoft.com/office/drawing/2014/main" id="{BEFCDAE3-63FC-C0E0-BB4D-6DDF9FDBC540}"/>
                  </a:ext>
                </a:extLst>
              </p:cNvPr>
              <p:cNvSpPr/>
              <p:nvPr/>
            </p:nvSpPr>
            <p:spPr>
              <a:xfrm>
                <a:off x="6086030" y="1791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0" name="Freeform 30239">
                <a:extLst>
                  <a:ext uri="{FF2B5EF4-FFF2-40B4-BE49-F238E27FC236}">
                    <a16:creationId xmlns:a16="http://schemas.microsoft.com/office/drawing/2014/main" id="{79E10FB3-A402-D519-6F5F-E44DECCB0283}"/>
                  </a:ext>
                </a:extLst>
              </p:cNvPr>
              <p:cNvSpPr/>
              <p:nvPr/>
            </p:nvSpPr>
            <p:spPr>
              <a:xfrm>
                <a:off x="6086626" y="1795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1" name="Freeform 30240">
                <a:extLst>
                  <a:ext uri="{FF2B5EF4-FFF2-40B4-BE49-F238E27FC236}">
                    <a16:creationId xmlns:a16="http://schemas.microsoft.com/office/drawing/2014/main" id="{208A8270-9B78-BA57-D003-F4E08F03A94D}"/>
                  </a:ext>
                </a:extLst>
              </p:cNvPr>
              <p:cNvSpPr/>
              <p:nvPr/>
            </p:nvSpPr>
            <p:spPr>
              <a:xfrm>
                <a:off x="6087122" y="1846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2" name="Freeform 30241">
                <a:extLst>
                  <a:ext uri="{FF2B5EF4-FFF2-40B4-BE49-F238E27FC236}">
                    <a16:creationId xmlns:a16="http://schemas.microsoft.com/office/drawing/2014/main" id="{6F224434-20C2-49F9-942B-7AE55C4BF1BA}"/>
                  </a:ext>
                </a:extLst>
              </p:cNvPr>
              <p:cNvSpPr/>
              <p:nvPr/>
            </p:nvSpPr>
            <p:spPr>
              <a:xfrm>
                <a:off x="6087618" y="1877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3" name="Freeform 30242">
                <a:extLst>
                  <a:ext uri="{FF2B5EF4-FFF2-40B4-BE49-F238E27FC236}">
                    <a16:creationId xmlns:a16="http://schemas.microsoft.com/office/drawing/2014/main" id="{39A1C873-F857-0C7F-E325-DCAE55338ADF}"/>
                  </a:ext>
                </a:extLst>
              </p:cNvPr>
              <p:cNvSpPr/>
              <p:nvPr/>
            </p:nvSpPr>
            <p:spPr>
              <a:xfrm>
                <a:off x="6088213" y="1866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4" name="Freeform 30243">
                <a:extLst>
                  <a:ext uri="{FF2B5EF4-FFF2-40B4-BE49-F238E27FC236}">
                    <a16:creationId xmlns:a16="http://schemas.microsoft.com/office/drawing/2014/main" id="{690576A4-1459-6D9E-C310-359B9BA3F720}"/>
                  </a:ext>
                </a:extLst>
              </p:cNvPr>
              <p:cNvSpPr/>
              <p:nvPr/>
            </p:nvSpPr>
            <p:spPr>
              <a:xfrm>
                <a:off x="6088709" y="1864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5" name="Freeform 30244">
                <a:extLst>
                  <a:ext uri="{FF2B5EF4-FFF2-40B4-BE49-F238E27FC236}">
                    <a16:creationId xmlns:a16="http://schemas.microsoft.com/office/drawing/2014/main" id="{E19940B1-DA31-0649-BC72-E809E82F288A}"/>
                  </a:ext>
                </a:extLst>
              </p:cNvPr>
              <p:cNvSpPr/>
              <p:nvPr/>
            </p:nvSpPr>
            <p:spPr>
              <a:xfrm>
                <a:off x="6089205" y="1843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6" name="Freeform 30245">
                <a:extLst>
                  <a:ext uri="{FF2B5EF4-FFF2-40B4-BE49-F238E27FC236}">
                    <a16:creationId xmlns:a16="http://schemas.microsoft.com/office/drawing/2014/main" id="{C2510355-6108-D2A8-6FE7-78AB6A3282DC}"/>
                  </a:ext>
                </a:extLst>
              </p:cNvPr>
              <p:cNvSpPr/>
              <p:nvPr/>
            </p:nvSpPr>
            <p:spPr>
              <a:xfrm>
                <a:off x="6089801" y="1804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7" name="Freeform 30246">
                <a:extLst>
                  <a:ext uri="{FF2B5EF4-FFF2-40B4-BE49-F238E27FC236}">
                    <a16:creationId xmlns:a16="http://schemas.microsoft.com/office/drawing/2014/main" id="{7911EDAB-7151-94CF-A58E-BCD3B818BB79}"/>
                  </a:ext>
                </a:extLst>
              </p:cNvPr>
              <p:cNvSpPr/>
              <p:nvPr/>
            </p:nvSpPr>
            <p:spPr>
              <a:xfrm>
                <a:off x="6090297" y="1776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8" name="Freeform 30247">
                <a:extLst>
                  <a:ext uri="{FF2B5EF4-FFF2-40B4-BE49-F238E27FC236}">
                    <a16:creationId xmlns:a16="http://schemas.microsoft.com/office/drawing/2014/main" id="{B66F88E2-FF2C-A370-28A3-55FDA0499F2A}"/>
                  </a:ext>
                </a:extLst>
              </p:cNvPr>
              <p:cNvSpPr/>
              <p:nvPr/>
            </p:nvSpPr>
            <p:spPr>
              <a:xfrm>
                <a:off x="6090793" y="1833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9" name="Freeform 30248">
                <a:extLst>
                  <a:ext uri="{FF2B5EF4-FFF2-40B4-BE49-F238E27FC236}">
                    <a16:creationId xmlns:a16="http://schemas.microsoft.com/office/drawing/2014/main" id="{3B5EFB40-F2A2-FFF9-8FE1-45A26581D59C}"/>
                  </a:ext>
                </a:extLst>
              </p:cNvPr>
              <p:cNvSpPr/>
              <p:nvPr/>
            </p:nvSpPr>
            <p:spPr>
              <a:xfrm>
                <a:off x="6091388" y="2267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0" name="Freeform 30249">
                <a:extLst>
                  <a:ext uri="{FF2B5EF4-FFF2-40B4-BE49-F238E27FC236}">
                    <a16:creationId xmlns:a16="http://schemas.microsoft.com/office/drawing/2014/main" id="{512191BE-C258-1177-5D05-152A7C707FF5}"/>
                  </a:ext>
                </a:extLst>
              </p:cNvPr>
              <p:cNvSpPr/>
              <p:nvPr/>
            </p:nvSpPr>
            <p:spPr>
              <a:xfrm>
                <a:off x="6091884" y="2311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1" name="Freeform 30250">
                <a:extLst>
                  <a:ext uri="{FF2B5EF4-FFF2-40B4-BE49-F238E27FC236}">
                    <a16:creationId xmlns:a16="http://schemas.microsoft.com/office/drawing/2014/main" id="{F0E91C86-CEA4-DB50-D1CC-C65E66DF92F1}"/>
                  </a:ext>
                </a:extLst>
              </p:cNvPr>
              <p:cNvSpPr/>
              <p:nvPr/>
            </p:nvSpPr>
            <p:spPr>
              <a:xfrm>
                <a:off x="6092380" y="2319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2" name="Freeform 30251">
                <a:extLst>
                  <a:ext uri="{FF2B5EF4-FFF2-40B4-BE49-F238E27FC236}">
                    <a16:creationId xmlns:a16="http://schemas.microsoft.com/office/drawing/2014/main" id="{6F9D9CCB-6A5D-5D49-F408-0389DBADFE24}"/>
                  </a:ext>
                </a:extLst>
              </p:cNvPr>
              <p:cNvSpPr/>
              <p:nvPr/>
            </p:nvSpPr>
            <p:spPr>
              <a:xfrm>
                <a:off x="6092976" y="2325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3" name="Freeform 30252">
                <a:extLst>
                  <a:ext uri="{FF2B5EF4-FFF2-40B4-BE49-F238E27FC236}">
                    <a16:creationId xmlns:a16="http://schemas.microsoft.com/office/drawing/2014/main" id="{83E9B0C9-F187-0F12-3884-A1C42834DD12}"/>
                  </a:ext>
                </a:extLst>
              </p:cNvPr>
              <p:cNvSpPr/>
              <p:nvPr/>
            </p:nvSpPr>
            <p:spPr>
              <a:xfrm>
                <a:off x="6093472" y="2324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4" name="Freeform 30253">
                <a:extLst>
                  <a:ext uri="{FF2B5EF4-FFF2-40B4-BE49-F238E27FC236}">
                    <a16:creationId xmlns:a16="http://schemas.microsoft.com/office/drawing/2014/main" id="{0B0FCCC5-A21D-17A5-5C8E-A300E5C03FEA}"/>
                  </a:ext>
                </a:extLst>
              </p:cNvPr>
              <p:cNvSpPr/>
              <p:nvPr/>
            </p:nvSpPr>
            <p:spPr>
              <a:xfrm>
                <a:off x="6093968" y="2321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5" name="Freeform 30254">
                <a:extLst>
                  <a:ext uri="{FF2B5EF4-FFF2-40B4-BE49-F238E27FC236}">
                    <a16:creationId xmlns:a16="http://schemas.microsoft.com/office/drawing/2014/main" id="{017A0F7F-F29F-6835-80EC-E9AEC640B82C}"/>
                  </a:ext>
                </a:extLst>
              </p:cNvPr>
              <p:cNvSpPr/>
              <p:nvPr/>
            </p:nvSpPr>
            <p:spPr>
              <a:xfrm>
                <a:off x="6094563" y="2323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6" name="Freeform 30255">
                <a:extLst>
                  <a:ext uri="{FF2B5EF4-FFF2-40B4-BE49-F238E27FC236}">
                    <a16:creationId xmlns:a16="http://schemas.microsoft.com/office/drawing/2014/main" id="{1EE9A496-2D8E-B4E4-1CF4-ABB8E50C9C54}"/>
                  </a:ext>
                </a:extLst>
              </p:cNvPr>
              <p:cNvSpPr/>
              <p:nvPr/>
            </p:nvSpPr>
            <p:spPr>
              <a:xfrm>
                <a:off x="6095059" y="2321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7" name="Freeform 30256">
                <a:extLst>
                  <a:ext uri="{FF2B5EF4-FFF2-40B4-BE49-F238E27FC236}">
                    <a16:creationId xmlns:a16="http://schemas.microsoft.com/office/drawing/2014/main" id="{E2210785-F058-8575-9B6F-EDD86376B7A7}"/>
                  </a:ext>
                </a:extLst>
              </p:cNvPr>
              <p:cNvSpPr/>
              <p:nvPr/>
            </p:nvSpPr>
            <p:spPr>
              <a:xfrm>
                <a:off x="6095555" y="2321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8" name="Freeform 30257">
                <a:extLst>
                  <a:ext uri="{FF2B5EF4-FFF2-40B4-BE49-F238E27FC236}">
                    <a16:creationId xmlns:a16="http://schemas.microsoft.com/office/drawing/2014/main" id="{65E06D79-05EA-3500-25BC-CEBCD82A63D0}"/>
                  </a:ext>
                </a:extLst>
              </p:cNvPr>
              <p:cNvSpPr/>
              <p:nvPr/>
            </p:nvSpPr>
            <p:spPr>
              <a:xfrm>
                <a:off x="6096151" y="2320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9" name="Freeform 30258">
                <a:extLst>
                  <a:ext uri="{FF2B5EF4-FFF2-40B4-BE49-F238E27FC236}">
                    <a16:creationId xmlns:a16="http://schemas.microsoft.com/office/drawing/2014/main" id="{6258FFF2-5717-E2C4-6A03-3D2CD813ECB1}"/>
                  </a:ext>
                </a:extLst>
              </p:cNvPr>
              <p:cNvSpPr/>
              <p:nvPr/>
            </p:nvSpPr>
            <p:spPr>
              <a:xfrm>
                <a:off x="6096647" y="2323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0" name="Freeform 30259">
                <a:extLst>
                  <a:ext uri="{FF2B5EF4-FFF2-40B4-BE49-F238E27FC236}">
                    <a16:creationId xmlns:a16="http://schemas.microsoft.com/office/drawing/2014/main" id="{27227816-ADC3-F596-7C88-7B86718185A6}"/>
                  </a:ext>
                </a:extLst>
              </p:cNvPr>
              <p:cNvSpPr/>
              <p:nvPr/>
            </p:nvSpPr>
            <p:spPr>
              <a:xfrm>
                <a:off x="6097143" y="2313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1" name="Freeform 30260">
                <a:extLst>
                  <a:ext uri="{FF2B5EF4-FFF2-40B4-BE49-F238E27FC236}">
                    <a16:creationId xmlns:a16="http://schemas.microsoft.com/office/drawing/2014/main" id="{37828A3C-5FB3-00E8-5EA0-8907551DC873}"/>
                  </a:ext>
                </a:extLst>
              </p:cNvPr>
              <p:cNvSpPr/>
              <p:nvPr/>
            </p:nvSpPr>
            <p:spPr>
              <a:xfrm>
                <a:off x="6097639" y="1998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2" name="Freeform 30261">
                <a:extLst>
                  <a:ext uri="{FF2B5EF4-FFF2-40B4-BE49-F238E27FC236}">
                    <a16:creationId xmlns:a16="http://schemas.microsoft.com/office/drawing/2014/main" id="{54953610-429F-CA69-D82D-4796EA9D9DC4}"/>
                  </a:ext>
                </a:extLst>
              </p:cNvPr>
              <p:cNvSpPr/>
              <p:nvPr/>
            </p:nvSpPr>
            <p:spPr>
              <a:xfrm>
                <a:off x="6098234" y="1422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3" name="Freeform 30262">
                <a:extLst>
                  <a:ext uri="{FF2B5EF4-FFF2-40B4-BE49-F238E27FC236}">
                    <a16:creationId xmlns:a16="http://schemas.microsoft.com/office/drawing/2014/main" id="{ADA9395D-C1C7-78C3-CF1D-802BA78AD7EA}"/>
                  </a:ext>
                </a:extLst>
              </p:cNvPr>
              <p:cNvSpPr/>
              <p:nvPr/>
            </p:nvSpPr>
            <p:spPr>
              <a:xfrm>
                <a:off x="6098730" y="1439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4" name="Freeform 30263">
                <a:extLst>
                  <a:ext uri="{FF2B5EF4-FFF2-40B4-BE49-F238E27FC236}">
                    <a16:creationId xmlns:a16="http://schemas.microsoft.com/office/drawing/2014/main" id="{26828F3A-1194-27F8-BF75-D43E6CC4621E}"/>
                  </a:ext>
                </a:extLst>
              </p:cNvPr>
              <p:cNvSpPr/>
              <p:nvPr/>
            </p:nvSpPr>
            <p:spPr>
              <a:xfrm>
                <a:off x="6099227" y="1532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5" name="Freeform 30264">
                <a:extLst>
                  <a:ext uri="{FF2B5EF4-FFF2-40B4-BE49-F238E27FC236}">
                    <a16:creationId xmlns:a16="http://schemas.microsoft.com/office/drawing/2014/main" id="{EAD1556C-751C-E2E4-0086-FF5EDC6D43F1}"/>
                  </a:ext>
                </a:extLst>
              </p:cNvPr>
              <p:cNvSpPr/>
              <p:nvPr/>
            </p:nvSpPr>
            <p:spPr>
              <a:xfrm>
                <a:off x="6099822" y="1559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6" name="Freeform 30265">
                <a:extLst>
                  <a:ext uri="{FF2B5EF4-FFF2-40B4-BE49-F238E27FC236}">
                    <a16:creationId xmlns:a16="http://schemas.microsoft.com/office/drawing/2014/main" id="{F0D85A74-DDBD-8DB7-171F-B4DA69836B44}"/>
                  </a:ext>
                </a:extLst>
              </p:cNvPr>
              <p:cNvSpPr/>
              <p:nvPr/>
            </p:nvSpPr>
            <p:spPr>
              <a:xfrm>
                <a:off x="6100318" y="16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7" name="Freeform 30266">
                <a:extLst>
                  <a:ext uri="{FF2B5EF4-FFF2-40B4-BE49-F238E27FC236}">
                    <a16:creationId xmlns:a16="http://schemas.microsoft.com/office/drawing/2014/main" id="{5CF36640-57AC-DFD0-0AE6-407DAC1FBB21}"/>
                  </a:ext>
                </a:extLst>
              </p:cNvPr>
              <p:cNvSpPr/>
              <p:nvPr/>
            </p:nvSpPr>
            <p:spPr>
              <a:xfrm>
                <a:off x="6100814" y="1714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8" name="Freeform 30267">
                <a:extLst>
                  <a:ext uri="{FF2B5EF4-FFF2-40B4-BE49-F238E27FC236}">
                    <a16:creationId xmlns:a16="http://schemas.microsoft.com/office/drawing/2014/main" id="{77CAF7CC-1DD4-63DF-03A8-AE42FD92B455}"/>
                  </a:ext>
                </a:extLst>
              </p:cNvPr>
              <p:cNvSpPr/>
              <p:nvPr/>
            </p:nvSpPr>
            <p:spPr>
              <a:xfrm>
                <a:off x="6101409" y="1755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9" name="Freeform 30268">
                <a:extLst>
                  <a:ext uri="{FF2B5EF4-FFF2-40B4-BE49-F238E27FC236}">
                    <a16:creationId xmlns:a16="http://schemas.microsoft.com/office/drawing/2014/main" id="{F409CA45-73ED-7AA1-7956-7EB57E86890B}"/>
                  </a:ext>
                </a:extLst>
              </p:cNvPr>
              <p:cNvSpPr/>
              <p:nvPr/>
            </p:nvSpPr>
            <p:spPr>
              <a:xfrm>
                <a:off x="6101905" y="1769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0" name="Freeform 30269">
                <a:extLst>
                  <a:ext uri="{FF2B5EF4-FFF2-40B4-BE49-F238E27FC236}">
                    <a16:creationId xmlns:a16="http://schemas.microsoft.com/office/drawing/2014/main" id="{01A1CBBE-B4DF-B3FE-2F7C-C67E2EC5E9A5}"/>
                  </a:ext>
                </a:extLst>
              </p:cNvPr>
              <p:cNvSpPr/>
              <p:nvPr/>
            </p:nvSpPr>
            <p:spPr>
              <a:xfrm>
                <a:off x="6102402" y="1705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1" name="Freeform 30270">
                <a:extLst>
                  <a:ext uri="{FF2B5EF4-FFF2-40B4-BE49-F238E27FC236}">
                    <a16:creationId xmlns:a16="http://schemas.microsoft.com/office/drawing/2014/main" id="{27889EE7-FC07-3FCF-FB5D-A409BAE44055}"/>
                  </a:ext>
                </a:extLst>
              </p:cNvPr>
              <p:cNvSpPr/>
              <p:nvPr/>
            </p:nvSpPr>
            <p:spPr>
              <a:xfrm>
                <a:off x="6102997" y="1687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2" name="Freeform 30271">
                <a:extLst>
                  <a:ext uri="{FF2B5EF4-FFF2-40B4-BE49-F238E27FC236}">
                    <a16:creationId xmlns:a16="http://schemas.microsoft.com/office/drawing/2014/main" id="{4116748E-0F55-F47E-15D0-A038846629CA}"/>
                  </a:ext>
                </a:extLst>
              </p:cNvPr>
              <p:cNvSpPr/>
              <p:nvPr/>
            </p:nvSpPr>
            <p:spPr>
              <a:xfrm>
                <a:off x="6103493" y="1824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3" name="Freeform 30272">
                <a:extLst>
                  <a:ext uri="{FF2B5EF4-FFF2-40B4-BE49-F238E27FC236}">
                    <a16:creationId xmlns:a16="http://schemas.microsoft.com/office/drawing/2014/main" id="{77F14593-4613-9C26-DA7D-8A16F74AB7B0}"/>
                  </a:ext>
                </a:extLst>
              </p:cNvPr>
              <p:cNvSpPr/>
              <p:nvPr/>
            </p:nvSpPr>
            <p:spPr>
              <a:xfrm>
                <a:off x="6103989" y="2303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4" name="Freeform 30273">
                <a:extLst>
                  <a:ext uri="{FF2B5EF4-FFF2-40B4-BE49-F238E27FC236}">
                    <a16:creationId xmlns:a16="http://schemas.microsoft.com/office/drawing/2014/main" id="{E6DC264C-93D2-D2A3-48D7-4EB01A25779A}"/>
                  </a:ext>
                </a:extLst>
              </p:cNvPr>
              <p:cNvSpPr/>
              <p:nvPr/>
            </p:nvSpPr>
            <p:spPr>
              <a:xfrm>
                <a:off x="6104584" y="2342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5" name="Freeform 30274">
                <a:extLst>
                  <a:ext uri="{FF2B5EF4-FFF2-40B4-BE49-F238E27FC236}">
                    <a16:creationId xmlns:a16="http://schemas.microsoft.com/office/drawing/2014/main" id="{762C9A5C-9C72-97A6-AEC6-AFB9A9FCCAC3}"/>
                  </a:ext>
                </a:extLst>
              </p:cNvPr>
              <p:cNvSpPr/>
              <p:nvPr/>
            </p:nvSpPr>
            <p:spPr>
              <a:xfrm>
                <a:off x="6105080" y="2356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6" name="Freeform 30275">
                <a:extLst>
                  <a:ext uri="{FF2B5EF4-FFF2-40B4-BE49-F238E27FC236}">
                    <a16:creationId xmlns:a16="http://schemas.microsoft.com/office/drawing/2014/main" id="{138CEEC6-6354-7616-9426-5A439DE031F1}"/>
                  </a:ext>
                </a:extLst>
              </p:cNvPr>
              <p:cNvSpPr/>
              <p:nvPr/>
            </p:nvSpPr>
            <p:spPr>
              <a:xfrm>
                <a:off x="6105577" y="2356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7" name="Freeform 30276">
                <a:extLst>
                  <a:ext uri="{FF2B5EF4-FFF2-40B4-BE49-F238E27FC236}">
                    <a16:creationId xmlns:a16="http://schemas.microsoft.com/office/drawing/2014/main" id="{AB252535-69F7-9A16-8C93-B8251E3AF0AF}"/>
                  </a:ext>
                </a:extLst>
              </p:cNvPr>
              <p:cNvSpPr/>
              <p:nvPr/>
            </p:nvSpPr>
            <p:spPr>
              <a:xfrm>
                <a:off x="6106172" y="2355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8" name="Freeform 30277">
                <a:extLst>
                  <a:ext uri="{FF2B5EF4-FFF2-40B4-BE49-F238E27FC236}">
                    <a16:creationId xmlns:a16="http://schemas.microsoft.com/office/drawing/2014/main" id="{BD83468E-D4A4-A131-FCB9-1AB38E28EF6D}"/>
                  </a:ext>
                </a:extLst>
              </p:cNvPr>
              <p:cNvSpPr/>
              <p:nvPr/>
            </p:nvSpPr>
            <p:spPr>
              <a:xfrm>
                <a:off x="6106668" y="2359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9" name="Freeform 30278">
                <a:extLst>
                  <a:ext uri="{FF2B5EF4-FFF2-40B4-BE49-F238E27FC236}">
                    <a16:creationId xmlns:a16="http://schemas.microsoft.com/office/drawing/2014/main" id="{1AF75AD1-14CA-AE63-E8F7-F2DB29036C78}"/>
                  </a:ext>
                </a:extLst>
              </p:cNvPr>
              <p:cNvSpPr/>
              <p:nvPr/>
            </p:nvSpPr>
            <p:spPr>
              <a:xfrm>
                <a:off x="6107164" y="2362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0" name="Freeform 30279">
                <a:extLst>
                  <a:ext uri="{FF2B5EF4-FFF2-40B4-BE49-F238E27FC236}">
                    <a16:creationId xmlns:a16="http://schemas.microsoft.com/office/drawing/2014/main" id="{1BCB544B-8224-44BB-34E9-EBE03D253A92}"/>
                  </a:ext>
                </a:extLst>
              </p:cNvPr>
              <p:cNvSpPr/>
              <p:nvPr/>
            </p:nvSpPr>
            <p:spPr>
              <a:xfrm>
                <a:off x="6107759" y="2371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1" name="Freeform 30280">
                <a:extLst>
                  <a:ext uri="{FF2B5EF4-FFF2-40B4-BE49-F238E27FC236}">
                    <a16:creationId xmlns:a16="http://schemas.microsoft.com/office/drawing/2014/main" id="{6F76A646-05B4-2CA1-0894-A59406F7DA14}"/>
                  </a:ext>
                </a:extLst>
              </p:cNvPr>
              <p:cNvSpPr/>
              <p:nvPr/>
            </p:nvSpPr>
            <p:spPr>
              <a:xfrm>
                <a:off x="6108255" y="2372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2" name="Freeform 30281">
                <a:extLst>
                  <a:ext uri="{FF2B5EF4-FFF2-40B4-BE49-F238E27FC236}">
                    <a16:creationId xmlns:a16="http://schemas.microsoft.com/office/drawing/2014/main" id="{3C219293-3BE2-72BD-8644-85FDE329E7FC}"/>
                  </a:ext>
                </a:extLst>
              </p:cNvPr>
              <p:cNvSpPr/>
              <p:nvPr/>
            </p:nvSpPr>
            <p:spPr>
              <a:xfrm>
                <a:off x="6108752" y="2371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3" name="Freeform 30282">
                <a:extLst>
                  <a:ext uri="{FF2B5EF4-FFF2-40B4-BE49-F238E27FC236}">
                    <a16:creationId xmlns:a16="http://schemas.microsoft.com/office/drawing/2014/main" id="{0460B416-A49F-588A-DED8-840A1444ADE7}"/>
                  </a:ext>
                </a:extLst>
              </p:cNvPr>
              <p:cNvSpPr/>
              <p:nvPr/>
            </p:nvSpPr>
            <p:spPr>
              <a:xfrm>
                <a:off x="6109347" y="2375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4" name="Freeform 30283">
                <a:extLst>
                  <a:ext uri="{FF2B5EF4-FFF2-40B4-BE49-F238E27FC236}">
                    <a16:creationId xmlns:a16="http://schemas.microsoft.com/office/drawing/2014/main" id="{49F05B21-C2A6-FF1E-A1B6-4EDFB31FCF79}"/>
                  </a:ext>
                </a:extLst>
              </p:cNvPr>
              <p:cNvSpPr/>
              <p:nvPr/>
            </p:nvSpPr>
            <p:spPr>
              <a:xfrm>
                <a:off x="6109843" y="2336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5" name="Freeform 30284">
                <a:extLst>
                  <a:ext uri="{FF2B5EF4-FFF2-40B4-BE49-F238E27FC236}">
                    <a16:creationId xmlns:a16="http://schemas.microsoft.com/office/drawing/2014/main" id="{9D4AC2B5-BB16-09B4-E3E5-BA7608D4B975}"/>
                  </a:ext>
                </a:extLst>
              </p:cNvPr>
              <p:cNvSpPr/>
              <p:nvPr/>
            </p:nvSpPr>
            <p:spPr>
              <a:xfrm>
                <a:off x="6110339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6" name="Freeform 30285">
                <a:extLst>
                  <a:ext uri="{FF2B5EF4-FFF2-40B4-BE49-F238E27FC236}">
                    <a16:creationId xmlns:a16="http://schemas.microsoft.com/office/drawing/2014/main" id="{EBD81B30-A3C9-52C1-468E-080951B46A0C}"/>
                  </a:ext>
                </a:extLst>
              </p:cNvPr>
              <p:cNvSpPr/>
              <p:nvPr/>
            </p:nvSpPr>
            <p:spPr>
              <a:xfrm>
                <a:off x="6110835" y="1565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7" name="Freeform 30286">
                <a:extLst>
                  <a:ext uri="{FF2B5EF4-FFF2-40B4-BE49-F238E27FC236}">
                    <a16:creationId xmlns:a16="http://schemas.microsoft.com/office/drawing/2014/main" id="{56226702-BCEC-3837-1C77-9851E2A04329}"/>
                  </a:ext>
                </a:extLst>
              </p:cNvPr>
              <p:cNvSpPr/>
              <p:nvPr/>
            </p:nvSpPr>
            <p:spPr>
              <a:xfrm>
                <a:off x="6111430" y="1536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8" name="Freeform 30287">
                <a:extLst>
                  <a:ext uri="{FF2B5EF4-FFF2-40B4-BE49-F238E27FC236}">
                    <a16:creationId xmlns:a16="http://schemas.microsoft.com/office/drawing/2014/main" id="{0FA240B2-DA81-8DFB-C7AE-702725C28E20}"/>
                  </a:ext>
                </a:extLst>
              </p:cNvPr>
              <p:cNvSpPr/>
              <p:nvPr/>
            </p:nvSpPr>
            <p:spPr>
              <a:xfrm>
                <a:off x="6111927" y="16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9" name="Freeform 30288">
                <a:extLst>
                  <a:ext uri="{FF2B5EF4-FFF2-40B4-BE49-F238E27FC236}">
                    <a16:creationId xmlns:a16="http://schemas.microsoft.com/office/drawing/2014/main" id="{5FFBAAD7-01E4-8E85-B638-F4CE671BAE89}"/>
                  </a:ext>
                </a:extLst>
              </p:cNvPr>
              <p:cNvSpPr/>
              <p:nvPr/>
            </p:nvSpPr>
            <p:spPr>
              <a:xfrm>
                <a:off x="6112423" y="1663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0" name="Freeform 30289">
                <a:extLst>
                  <a:ext uri="{FF2B5EF4-FFF2-40B4-BE49-F238E27FC236}">
                    <a16:creationId xmlns:a16="http://schemas.microsoft.com/office/drawing/2014/main" id="{B99C4807-4FF3-A7ED-3340-4E65F21C1949}"/>
                  </a:ext>
                </a:extLst>
              </p:cNvPr>
              <p:cNvSpPr/>
              <p:nvPr/>
            </p:nvSpPr>
            <p:spPr>
              <a:xfrm>
                <a:off x="6113018" y="1686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1" name="Freeform 30290">
                <a:extLst>
                  <a:ext uri="{FF2B5EF4-FFF2-40B4-BE49-F238E27FC236}">
                    <a16:creationId xmlns:a16="http://schemas.microsoft.com/office/drawing/2014/main" id="{7B5F80F1-3B76-DA1B-0F8C-54F8C28F6BAE}"/>
                  </a:ext>
                </a:extLst>
              </p:cNvPr>
              <p:cNvSpPr/>
              <p:nvPr/>
            </p:nvSpPr>
            <p:spPr>
              <a:xfrm>
                <a:off x="6113514" y="1745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2" name="Freeform 30291">
                <a:extLst>
                  <a:ext uri="{FF2B5EF4-FFF2-40B4-BE49-F238E27FC236}">
                    <a16:creationId xmlns:a16="http://schemas.microsoft.com/office/drawing/2014/main" id="{164596F6-D037-3628-556C-15FF0BF9D902}"/>
                  </a:ext>
                </a:extLst>
              </p:cNvPr>
              <p:cNvSpPr/>
              <p:nvPr/>
            </p:nvSpPr>
            <p:spPr>
              <a:xfrm>
                <a:off x="6114010" y="1831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3" name="Freeform 30292">
                <a:extLst>
                  <a:ext uri="{FF2B5EF4-FFF2-40B4-BE49-F238E27FC236}">
                    <a16:creationId xmlns:a16="http://schemas.microsoft.com/office/drawing/2014/main" id="{F16DC2A7-1B56-0570-B5B7-30F9CC27E11D}"/>
                  </a:ext>
                </a:extLst>
              </p:cNvPr>
              <p:cNvSpPr/>
              <p:nvPr/>
            </p:nvSpPr>
            <p:spPr>
              <a:xfrm>
                <a:off x="6114605" y="1906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4" name="Freeform 30293">
                <a:extLst>
                  <a:ext uri="{FF2B5EF4-FFF2-40B4-BE49-F238E27FC236}">
                    <a16:creationId xmlns:a16="http://schemas.microsoft.com/office/drawing/2014/main" id="{9FC0CE57-03F9-BAAE-4898-3763614DCF43}"/>
                  </a:ext>
                </a:extLst>
              </p:cNvPr>
              <p:cNvSpPr/>
              <p:nvPr/>
            </p:nvSpPr>
            <p:spPr>
              <a:xfrm>
                <a:off x="6115102" y="1878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5" name="Freeform 30294">
                <a:extLst>
                  <a:ext uri="{FF2B5EF4-FFF2-40B4-BE49-F238E27FC236}">
                    <a16:creationId xmlns:a16="http://schemas.microsoft.com/office/drawing/2014/main" id="{FF8779F0-5EC3-C290-6287-0D48B586DD67}"/>
                  </a:ext>
                </a:extLst>
              </p:cNvPr>
              <p:cNvSpPr/>
              <p:nvPr/>
            </p:nvSpPr>
            <p:spPr>
              <a:xfrm>
                <a:off x="6115598" y="1830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6" name="Freeform 30295">
                <a:extLst>
                  <a:ext uri="{FF2B5EF4-FFF2-40B4-BE49-F238E27FC236}">
                    <a16:creationId xmlns:a16="http://schemas.microsoft.com/office/drawing/2014/main" id="{9AC7F654-4C3C-4AB3-9358-C4272A240BA2}"/>
                  </a:ext>
                </a:extLst>
              </p:cNvPr>
              <p:cNvSpPr/>
              <p:nvPr/>
            </p:nvSpPr>
            <p:spPr>
              <a:xfrm>
                <a:off x="6116193" y="1894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7" name="Freeform 30296">
                <a:extLst>
                  <a:ext uri="{FF2B5EF4-FFF2-40B4-BE49-F238E27FC236}">
                    <a16:creationId xmlns:a16="http://schemas.microsoft.com/office/drawing/2014/main" id="{471EA1EE-B527-765B-5066-213EE057CB4A}"/>
                  </a:ext>
                </a:extLst>
              </p:cNvPr>
              <p:cNvSpPr/>
              <p:nvPr/>
            </p:nvSpPr>
            <p:spPr>
              <a:xfrm>
                <a:off x="6116689" y="2354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8" name="Freeform 30297">
                <a:extLst>
                  <a:ext uri="{FF2B5EF4-FFF2-40B4-BE49-F238E27FC236}">
                    <a16:creationId xmlns:a16="http://schemas.microsoft.com/office/drawing/2014/main" id="{ADE88D55-9701-4AE2-52D3-C4E45CD2BE75}"/>
                  </a:ext>
                </a:extLst>
              </p:cNvPr>
              <p:cNvSpPr/>
              <p:nvPr/>
            </p:nvSpPr>
            <p:spPr>
              <a:xfrm>
                <a:off x="6117185" y="2383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9" name="Freeform 30298">
                <a:extLst>
                  <a:ext uri="{FF2B5EF4-FFF2-40B4-BE49-F238E27FC236}">
                    <a16:creationId xmlns:a16="http://schemas.microsoft.com/office/drawing/2014/main" id="{F08979B9-97EE-F1D5-9181-EF35CBAB18E4}"/>
                  </a:ext>
                </a:extLst>
              </p:cNvPr>
              <p:cNvSpPr/>
              <p:nvPr/>
            </p:nvSpPr>
            <p:spPr>
              <a:xfrm>
                <a:off x="6117780" y="2385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0" name="Freeform 30299">
                <a:extLst>
                  <a:ext uri="{FF2B5EF4-FFF2-40B4-BE49-F238E27FC236}">
                    <a16:creationId xmlns:a16="http://schemas.microsoft.com/office/drawing/2014/main" id="{9AA38AFB-201E-5A57-26A3-15FED909D93B}"/>
                  </a:ext>
                </a:extLst>
              </p:cNvPr>
              <p:cNvSpPr/>
              <p:nvPr/>
            </p:nvSpPr>
            <p:spPr>
              <a:xfrm>
                <a:off x="6118277" y="2379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1" name="Freeform 30300">
                <a:extLst>
                  <a:ext uri="{FF2B5EF4-FFF2-40B4-BE49-F238E27FC236}">
                    <a16:creationId xmlns:a16="http://schemas.microsoft.com/office/drawing/2014/main" id="{57502B69-B204-FEC1-83BB-02073CDFBE4F}"/>
                  </a:ext>
                </a:extLst>
              </p:cNvPr>
              <p:cNvSpPr/>
              <p:nvPr/>
            </p:nvSpPr>
            <p:spPr>
              <a:xfrm>
                <a:off x="6118773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2" name="Freeform 30301">
                <a:extLst>
                  <a:ext uri="{FF2B5EF4-FFF2-40B4-BE49-F238E27FC236}">
                    <a16:creationId xmlns:a16="http://schemas.microsoft.com/office/drawing/2014/main" id="{3EDE47E2-9F41-1B11-C0BA-C7A8381745AC}"/>
                  </a:ext>
                </a:extLst>
              </p:cNvPr>
              <p:cNvSpPr/>
              <p:nvPr/>
            </p:nvSpPr>
            <p:spPr>
              <a:xfrm>
                <a:off x="6119368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3" name="Freeform 30302">
                <a:extLst>
                  <a:ext uri="{FF2B5EF4-FFF2-40B4-BE49-F238E27FC236}">
                    <a16:creationId xmlns:a16="http://schemas.microsoft.com/office/drawing/2014/main" id="{15D7A8EE-25C1-CFF8-FB77-A9AAC9237828}"/>
                  </a:ext>
                </a:extLst>
              </p:cNvPr>
              <p:cNvSpPr/>
              <p:nvPr/>
            </p:nvSpPr>
            <p:spPr>
              <a:xfrm>
                <a:off x="6119864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4" name="Freeform 30303">
                <a:extLst>
                  <a:ext uri="{FF2B5EF4-FFF2-40B4-BE49-F238E27FC236}">
                    <a16:creationId xmlns:a16="http://schemas.microsoft.com/office/drawing/2014/main" id="{E62942DD-7CED-212D-5210-D0478C48099F}"/>
                  </a:ext>
                </a:extLst>
              </p:cNvPr>
              <p:cNvSpPr/>
              <p:nvPr/>
            </p:nvSpPr>
            <p:spPr>
              <a:xfrm>
                <a:off x="6120360" y="2397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5" name="Freeform 30304">
                <a:extLst>
                  <a:ext uri="{FF2B5EF4-FFF2-40B4-BE49-F238E27FC236}">
                    <a16:creationId xmlns:a16="http://schemas.microsoft.com/office/drawing/2014/main" id="{9940CECA-D8C8-E22D-9429-A3BFEF48C092}"/>
                  </a:ext>
                </a:extLst>
              </p:cNvPr>
              <p:cNvSpPr/>
              <p:nvPr/>
            </p:nvSpPr>
            <p:spPr>
              <a:xfrm>
                <a:off x="6120955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6" name="Freeform 30305">
                <a:extLst>
                  <a:ext uri="{FF2B5EF4-FFF2-40B4-BE49-F238E27FC236}">
                    <a16:creationId xmlns:a16="http://schemas.microsoft.com/office/drawing/2014/main" id="{90643EB9-9654-FE0E-643C-051A302DD597}"/>
                  </a:ext>
                </a:extLst>
              </p:cNvPr>
              <p:cNvSpPr/>
              <p:nvPr/>
            </p:nvSpPr>
            <p:spPr>
              <a:xfrm>
                <a:off x="6121452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7" name="Freeform 30306">
                <a:extLst>
                  <a:ext uri="{FF2B5EF4-FFF2-40B4-BE49-F238E27FC236}">
                    <a16:creationId xmlns:a16="http://schemas.microsoft.com/office/drawing/2014/main" id="{DBBE3015-C738-68FE-052C-09204302542E}"/>
                  </a:ext>
                </a:extLst>
              </p:cNvPr>
              <p:cNvSpPr/>
              <p:nvPr/>
            </p:nvSpPr>
            <p:spPr>
              <a:xfrm>
                <a:off x="6121948" y="2400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8" name="Freeform 30307">
                <a:extLst>
                  <a:ext uri="{FF2B5EF4-FFF2-40B4-BE49-F238E27FC236}">
                    <a16:creationId xmlns:a16="http://schemas.microsoft.com/office/drawing/2014/main" id="{D054A2A0-8DBA-7C27-E2A4-C6F1378E2780}"/>
                  </a:ext>
                </a:extLst>
              </p:cNvPr>
              <p:cNvSpPr/>
              <p:nvPr/>
            </p:nvSpPr>
            <p:spPr>
              <a:xfrm>
                <a:off x="6122444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9" name="Freeform 30308">
                <a:extLst>
                  <a:ext uri="{FF2B5EF4-FFF2-40B4-BE49-F238E27FC236}">
                    <a16:creationId xmlns:a16="http://schemas.microsoft.com/office/drawing/2014/main" id="{243CA02F-000E-7A38-DE4C-B63CEF49FF10}"/>
                  </a:ext>
                </a:extLst>
              </p:cNvPr>
              <p:cNvSpPr/>
              <p:nvPr/>
            </p:nvSpPr>
            <p:spPr>
              <a:xfrm>
                <a:off x="6123039" y="2140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0" name="Freeform 30309">
                <a:extLst>
                  <a:ext uri="{FF2B5EF4-FFF2-40B4-BE49-F238E27FC236}">
                    <a16:creationId xmlns:a16="http://schemas.microsoft.com/office/drawing/2014/main" id="{A3B88A13-A4B8-FDE5-7F8F-CECE6EA5877A}"/>
                  </a:ext>
                </a:extLst>
              </p:cNvPr>
              <p:cNvSpPr/>
              <p:nvPr/>
            </p:nvSpPr>
            <p:spPr>
              <a:xfrm>
                <a:off x="6123535" y="1698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1" name="Freeform 30310">
                <a:extLst>
                  <a:ext uri="{FF2B5EF4-FFF2-40B4-BE49-F238E27FC236}">
                    <a16:creationId xmlns:a16="http://schemas.microsoft.com/office/drawing/2014/main" id="{69D42887-95D5-CD70-1B0E-AC901D15D230}"/>
                  </a:ext>
                </a:extLst>
              </p:cNvPr>
              <p:cNvSpPr/>
              <p:nvPr/>
            </p:nvSpPr>
            <p:spPr>
              <a:xfrm>
                <a:off x="6124031" y="1682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2" name="Freeform 30311">
                <a:extLst>
                  <a:ext uri="{FF2B5EF4-FFF2-40B4-BE49-F238E27FC236}">
                    <a16:creationId xmlns:a16="http://schemas.microsoft.com/office/drawing/2014/main" id="{36EDE725-82B8-5C52-E7B8-8871BB745CF6}"/>
                  </a:ext>
                </a:extLst>
              </p:cNvPr>
              <p:cNvSpPr/>
              <p:nvPr/>
            </p:nvSpPr>
            <p:spPr>
              <a:xfrm>
                <a:off x="6124627" y="1702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3" name="Freeform 30312">
                <a:extLst>
                  <a:ext uri="{FF2B5EF4-FFF2-40B4-BE49-F238E27FC236}">
                    <a16:creationId xmlns:a16="http://schemas.microsoft.com/office/drawing/2014/main" id="{FE25D19A-8261-F5B6-93FA-BCC4E1E07D37}"/>
                  </a:ext>
                </a:extLst>
              </p:cNvPr>
              <p:cNvSpPr/>
              <p:nvPr/>
            </p:nvSpPr>
            <p:spPr>
              <a:xfrm>
                <a:off x="6125123" y="1767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4" name="Freeform 30313">
                <a:extLst>
                  <a:ext uri="{FF2B5EF4-FFF2-40B4-BE49-F238E27FC236}">
                    <a16:creationId xmlns:a16="http://schemas.microsoft.com/office/drawing/2014/main" id="{1081C9E2-B72D-FAB1-5B8A-F9B5147552C6}"/>
                  </a:ext>
                </a:extLst>
              </p:cNvPr>
              <p:cNvSpPr/>
              <p:nvPr/>
            </p:nvSpPr>
            <p:spPr>
              <a:xfrm>
                <a:off x="6125619" y="1768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5" name="Freeform 30314">
                <a:extLst>
                  <a:ext uri="{FF2B5EF4-FFF2-40B4-BE49-F238E27FC236}">
                    <a16:creationId xmlns:a16="http://schemas.microsoft.com/office/drawing/2014/main" id="{6677C62C-F8CE-4EF1-4087-808737FC6816}"/>
                  </a:ext>
                </a:extLst>
              </p:cNvPr>
              <p:cNvSpPr/>
              <p:nvPr/>
            </p:nvSpPr>
            <p:spPr>
              <a:xfrm>
                <a:off x="6126214" y="1783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6" name="Freeform 30315">
                <a:extLst>
                  <a:ext uri="{FF2B5EF4-FFF2-40B4-BE49-F238E27FC236}">
                    <a16:creationId xmlns:a16="http://schemas.microsoft.com/office/drawing/2014/main" id="{89302685-DD2B-36BE-7A8C-A44BC3540A26}"/>
                  </a:ext>
                </a:extLst>
              </p:cNvPr>
              <p:cNvSpPr/>
              <p:nvPr/>
            </p:nvSpPr>
            <p:spPr>
              <a:xfrm>
                <a:off x="6126710" y="1897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7" name="Freeform 30316">
                <a:extLst>
                  <a:ext uri="{FF2B5EF4-FFF2-40B4-BE49-F238E27FC236}">
                    <a16:creationId xmlns:a16="http://schemas.microsoft.com/office/drawing/2014/main" id="{2FCD2A84-8703-E98C-5D45-A2ADF8A01795}"/>
                  </a:ext>
                </a:extLst>
              </p:cNvPr>
              <p:cNvSpPr/>
              <p:nvPr/>
            </p:nvSpPr>
            <p:spPr>
              <a:xfrm>
                <a:off x="6127206" y="1855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8" name="Freeform 30317">
                <a:extLst>
                  <a:ext uri="{FF2B5EF4-FFF2-40B4-BE49-F238E27FC236}">
                    <a16:creationId xmlns:a16="http://schemas.microsoft.com/office/drawing/2014/main" id="{A84C32B8-595E-DEA9-3E8D-DAEAED9659C9}"/>
                  </a:ext>
                </a:extLst>
              </p:cNvPr>
              <p:cNvSpPr/>
              <p:nvPr/>
            </p:nvSpPr>
            <p:spPr>
              <a:xfrm>
                <a:off x="6127802" y="1818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9" name="Freeform 30318">
                <a:extLst>
                  <a:ext uri="{FF2B5EF4-FFF2-40B4-BE49-F238E27FC236}">
                    <a16:creationId xmlns:a16="http://schemas.microsoft.com/office/drawing/2014/main" id="{BB9CD520-E031-79FD-D8CE-B4CD85A22FAB}"/>
                  </a:ext>
                </a:extLst>
              </p:cNvPr>
              <p:cNvSpPr/>
              <p:nvPr/>
            </p:nvSpPr>
            <p:spPr>
              <a:xfrm>
                <a:off x="6128298" y="180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0" name="Freeform 30319">
                <a:extLst>
                  <a:ext uri="{FF2B5EF4-FFF2-40B4-BE49-F238E27FC236}">
                    <a16:creationId xmlns:a16="http://schemas.microsoft.com/office/drawing/2014/main" id="{BE67CA4D-2082-AB18-D720-DEB3DD0318EA}"/>
                  </a:ext>
                </a:extLst>
              </p:cNvPr>
              <p:cNvSpPr/>
              <p:nvPr/>
            </p:nvSpPr>
            <p:spPr>
              <a:xfrm>
                <a:off x="6128794" y="1828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1" name="Freeform 30320">
                <a:extLst>
                  <a:ext uri="{FF2B5EF4-FFF2-40B4-BE49-F238E27FC236}">
                    <a16:creationId xmlns:a16="http://schemas.microsoft.com/office/drawing/2014/main" id="{B574E4B9-877E-B62F-C78D-5F17CD54E3B0}"/>
                  </a:ext>
                </a:extLst>
              </p:cNvPr>
              <p:cNvSpPr/>
              <p:nvPr/>
            </p:nvSpPr>
            <p:spPr>
              <a:xfrm>
                <a:off x="6129389" y="214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2" name="Freeform 30321">
                <a:extLst>
                  <a:ext uri="{FF2B5EF4-FFF2-40B4-BE49-F238E27FC236}">
                    <a16:creationId xmlns:a16="http://schemas.microsoft.com/office/drawing/2014/main" id="{8E33AFA2-E64D-FDD9-ED0E-57605AD248A0}"/>
                  </a:ext>
                </a:extLst>
              </p:cNvPr>
              <p:cNvSpPr/>
              <p:nvPr/>
            </p:nvSpPr>
            <p:spPr>
              <a:xfrm>
                <a:off x="6129885" y="2219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3" name="Freeform 30322">
                <a:extLst>
                  <a:ext uri="{FF2B5EF4-FFF2-40B4-BE49-F238E27FC236}">
                    <a16:creationId xmlns:a16="http://schemas.microsoft.com/office/drawing/2014/main" id="{054EB98C-4B53-9720-42A0-C063B49F5C8B}"/>
                  </a:ext>
                </a:extLst>
              </p:cNvPr>
              <p:cNvSpPr/>
              <p:nvPr/>
            </p:nvSpPr>
            <p:spPr>
              <a:xfrm>
                <a:off x="6130381" y="224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4" name="Freeform 30323">
                <a:extLst>
                  <a:ext uri="{FF2B5EF4-FFF2-40B4-BE49-F238E27FC236}">
                    <a16:creationId xmlns:a16="http://schemas.microsoft.com/office/drawing/2014/main" id="{74B9E3F7-6BA3-11A3-5E7F-473D1EB5AC49}"/>
                  </a:ext>
                </a:extLst>
              </p:cNvPr>
              <p:cNvSpPr/>
              <p:nvPr/>
            </p:nvSpPr>
            <p:spPr>
              <a:xfrm>
                <a:off x="6130977" y="224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5" name="Freeform 30324">
                <a:extLst>
                  <a:ext uri="{FF2B5EF4-FFF2-40B4-BE49-F238E27FC236}">
                    <a16:creationId xmlns:a16="http://schemas.microsoft.com/office/drawing/2014/main" id="{E46704D3-F31B-03A1-0419-9E39401DA27E}"/>
                  </a:ext>
                </a:extLst>
              </p:cNvPr>
              <p:cNvSpPr/>
              <p:nvPr/>
            </p:nvSpPr>
            <p:spPr>
              <a:xfrm>
                <a:off x="6131473" y="2248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6" name="Freeform 30325">
                <a:extLst>
                  <a:ext uri="{FF2B5EF4-FFF2-40B4-BE49-F238E27FC236}">
                    <a16:creationId xmlns:a16="http://schemas.microsoft.com/office/drawing/2014/main" id="{C089CEC3-702F-D3B7-8F07-1B1A4B1D14E9}"/>
                  </a:ext>
                </a:extLst>
              </p:cNvPr>
              <p:cNvSpPr/>
              <p:nvPr/>
            </p:nvSpPr>
            <p:spPr>
              <a:xfrm>
                <a:off x="6131969" y="2249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7" name="Freeform 30326">
                <a:extLst>
                  <a:ext uri="{FF2B5EF4-FFF2-40B4-BE49-F238E27FC236}">
                    <a16:creationId xmlns:a16="http://schemas.microsoft.com/office/drawing/2014/main" id="{2A454BFF-B3B3-2E24-F2C7-2175DA4A160E}"/>
                  </a:ext>
                </a:extLst>
              </p:cNvPr>
              <p:cNvSpPr/>
              <p:nvPr/>
            </p:nvSpPr>
            <p:spPr>
              <a:xfrm>
                <a:off x="6132564" y="2253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8" name="Freeform 30327">
                <a:extLst>
                  <a:ext uri="{FF2B5EF4-FFF2-40B4-BE49-F238E27FC236}">
                    <a16:creationId xmlns:a16="http://schemas.microsoft.com/office/drawing/2014/main" id="{673639BF-5391-98D6-A0BB-DB3E85189B20}"/>
                  </a:ext>
                </a:extLst>
              </p:cNvPr>
              <p:cNvSpPr/>
              <p:nvPr/>
            </p:nvSpPr>
            <p:spPr>
              <a:xfrm>
                <a:off x="6133060" y="2252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9" name="Freeform 30328">
                <a:extLst>
                  <a:ext uri="{FF2B5EF4-FFF2-40B4-BE49-F238E27FC236}">
                    <a16:creationId xmlns:a16="http://schemas.microsoft.com/office/drawing/2014/main" id="{E3509A8D-50AD-DF5A-7D1E-39CC4FB54D25}"/>
                  </a:ext>
                </a:extLst>
              </p:cNvPr>
              <p:cNvSpPr/>
              <p:nvPr/>
            </p:nvSpPr>
            <p:spPr>
              <a:xfrm>
                <a:off x="6133556" y="225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0" name="Freeform 30329">
                <a:extLst>
                  <a:ext uri="{FF2B5EF4-FFF2-40B4-BE49-F238E27FC236}">
                    <a16:creationId xmlns:a16="http://schemas.microsoft.com/office/drawing/2014/main" id="{534078DF-57B5-CAB6-4B4A-81864E0C5DF4}"/>
                  </a:ext>
                </a:extLst>
              </p:cNvPr>
              <p:cNvSpPr/>
              <p:nvPr/>
            </p:nvSpPr>
            <p:spPr>
              <a:xfrm>
                <a:off x="6134052" y="2247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1" name="Freeform 30330">
                <a:extLst>
                  <a:ext uri="{FF2B5EF4-FFF2-40B4-BE49-F238E27FC236}">
                    <a16:creationId xmlns:a16="http://schemas.microsoft.com/office/drawing/2014/main" id="{434A7156-5B58-FB11-43EC-B2F3B68773F0}"/>
                  </a:ext>
                </a:extLst>
              </p:cNvPr>
              <p:cNvSpPr/>
              <p:nvPr/>
            </p:nvSpPr>
            <p:spPr>
              <a:xfrm>
                <a:off x="6134648" y="223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2" name="Freeform 30331">
                <a:extLst>
                  <a:ext uri="{FF2B5EF4-FFF2-40B4-BE49-F238E27FC236}">
                    <a16:creationId xmlns:a16="http://schemas.microsoft.com/office/drawing/2014/main" id="{343A2DA8-6AC5-0580-83CD-6167223EEBA5}"/>
                  </a:ext>
                </a:extLst>
              </p:cNvPr>
              <p:cNvSpPr/>
              <p:nvPr/>
            </p:nvSpPr>
            <p:spPr>
              <a:xfrm>
                <a:off x="6135144" y="2237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3" name="Freeform 30332">
                <a:extLst>
                  <a:ext uri="{FF2B5EF4-FFF2-40B4-BE49-F238E27FC236}">
                    <a16:creationId xmlns:a16="http://schemas.microsoft.com/office/drawing/2014/main" id="{77C4A880-B12C-AAF3-8F21-1ADC775A4106}"/>
                  </a:ext>
                </a:extLst>
              </p:cNvPr>
              <p:cNvSpPr/>
              <p:nvPr/>
            </p:nvSpPr>
            <p:spPr>
              <a:xfrm>
                <a:off x="6135640" y="1958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4" name="Freeform 30333">
                <a:extLst>
                  <a:ext uri="{FF2B5EF4-FFF2-40B4-BE49-F238E27FC236}">
                    <a16:creationId xmlns:a16="http://schemas.microsoft.com/office/drawing/2014/main" id="{7D94503C-05DA-BD21-273F-FA679778DB05}"/>
                  </a:ext>
                </a:extLst>
              </p:cNvPr>
              <p:cNvSpPr/>
              <p:nvPr/>
            </p:nvSpPr>
            <p:spPr>
              <a:xfrm>
                <a:off x="6136235" y="1531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5" name="Freeform 30334">
                <a:extLst>
                  <a:ext uri="{FF2B5EF4-FFF2-40B4-BE49-F238E27FC236}">
                    <a16:creationId xmlns:a16="http://schemas.microsoft.com/office/drawing/2014/main" id="{93B4AA91-ED67-DDE4-2FF0-3D48692D3543}"/>
                  </a:ext>
                </a:extLst>
              </p:cNvPr>
              <p:cNvSpPr/>
              <p:nvPr/>
            </p:nvSpPr>
            <p:spPr>
              <a:xfrm>
                <a:off x="6136731" y="1578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6" name="Freeform 30335">
                <a:extLst>
                  <a:ext uri="{FF2B5EF4-FFF2-40B4-BE49-F238E27FC236}">
                    <a16:creationId xmlns:a16="http://schemas.microsoft.com/office/drawing/2014/main" id="{17FC53F9-D999-889E-E384-C2BED829884C}"/>
                  </a:ext>
                </a:extLst>
              </p:cNvPr>
              <p:cNvSpPr/>
              <p:nvPr/>
            </p:nvSpPr>
            <p:spPr>
              <a:xfrm>
                <a:off x="6137227" y="1620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7" name="Freeform 30336">
                <a:extLst>
                  <a:ext uri="{FF2B5EF4-FFF2-40B4-BE49-F238E27FC236}">
                    <a16:creationId xmlns:a16="http://schemas.microsoft.com/office/drawing/2014/main" id="{0E06B40A-D8BC-C329-2D2F-A29E56E0F9DB}"/>
                  </a:ext>
                </a:extLst>
              </p:cNvPr>
              <p:cNvSpPr/>
              <p:nvPr/>
            </p:nvSpPr>
            <p:spPr>
              <a:xfrm>
                <a:off x="6137823" y="1669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8" name="Freeform 30337">
                <a:extLst>
                  <a:ext uri="{FF2B5EF4-FFF2-40B4-BE49-F238E27FC236}">
                    <a16:creationId xmlns:a16="http://schemas.microsoft.com/office/drawing/2014/main" id="{0FB35086-1A0A-D0C4-4303-A66557E54E72}"/>
                  </a:ext>
                </a:extLst>
              </p:cNvPr>
              <p:cNvSpPr/>
              <p:nvPr/>
            </p:nvSpPr>
            <p:spPr>
              <a:xfrm>
                <a:off x="6138319" y="1725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9" name="Freeform 30338">
                <a:extLst>
                  <a:ext uri="{FF2B5EF4-FFF2-40B4-BE49-F238E27FC236}">
                    <a16:creationId xmlns:a16="http://schemas.microsoft.com/office/drawing/2014/main" id="{64EB81A4-CB07-07A7-6071-609CD449FF0D}"/>
                  </a:ext>
                </a:extLst>
              </p:cNvPr>
              <p:cNvSpPr/>
              <p:nvPr/>
            </p:nvSpPr>
            <p:spPr>
              <a:xfrm>
                <a:off x="6138815" y="18163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0" name="Freeform 30339">
                <a:extLst>
                  <a:ext uri="{FF2B5EF4-FFF2-40B4-BE49-F238E27FC236}">
                    <a16:creationId xmlns:a16="http://schemas.microsoft.com/office/drawing/2014/main" id="{DDF9AE03-4895-A695-30FD-04EDC3ADD34C}"/>
                  </a:ext>
                </a:extLst>
              </p:cNvPr>
              <p:cNvSpPr/>
              <p:nvPr/>
            </p:nvSpPr>
            <p:spPr>
              <a:xfrm>
                <a:off x="6139410" y="1813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1" name="Freeform 30340">
                <a:extLst>
                  <a:ext uri="{FF2B5EF4-FFF2-40B4-BE49-F238E27FC236}">
                    <a16:creationId xmlns:a16="http://schemas.microsoft.com/office/drawing/2014/main" id="{F8226208-1036-557E-7072-4F163C8ABDA5}"/>
                  </a:ext>
                </a:extLst>
              </p:cNvPr>
              <p:cNvSpPr/>
              <p:nvPr/>
            </p:nvSpPr>
            <p:spPr>
              <a:xfrm>
                <a:off x="6139906" y="1751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2" name="Freeform 30341">
                <a:extLst>
                  <a:ext uri="{FF2B5EF4-FFF2-40B4-BE49-F238E27FC236}">
                    <a16:creationId xmlns:a16="http://schemas.microsoft.com/office/drawing/2014/main" id="{2EF441F0-6396-A97D-F145-407350D67396}"/>
                  </a:ext>
                </a:extLst>
              </p:cNvPr>
              <p:cNvSpPr/>
              <p:nvPr/>
            </p:nvSpPr>
            <p:spPr>
              <a:xfrm>
                <a:off x="6140402" y="1691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3" name="Freeform 30342">
                <a:extLst>
                  <a:ext uri="{FF2B5EF4-FFF2-40B4-BE49-F238E27FC236}">
                    <a16:creationId xmlns:a16="http://schemas.microsoft.com/office/drawing/2014/main" id="{96991295-47FF-BF3F-0522-261C5B5A7CC7}"/>
                  </a:ext>
                </a:extLst>
              </p:cNvPr>
              <p:cNvSpPr/>
              <p:nvPr/>
            </p:nvSpPr>
            <p:spPr>
              <a:xfrm>
                <a:off x="6140998" y="1666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4" name="Freeform 30343">
                <a:extLst>
                  <a:ext uri="{FF2B5EF4-FFF2-40B4-BE49-F238E27FC236}">
                    <a16:creationId xmlns:a16="http://schemas.microsoft.com/office/drawing/2014/main" id="{C0E6D600-1816-D525-FC49-81CCFBEB4095}"/>
                  </a:ext>
                </a:extLst>
              </p:cNvPr>
              <p:cNvSpPr/>
              <p:nvPr/>
            </p:nvSpPr>
            <p:spPr>
              <a:xfrm>
                <a:off x="6141494" y="1741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5" name="Freeform 30344">
                <a:extLst>
                  <a:ext uri="{FF2B5EF4-FFF2-40B4-BE49-F238E27FC236}">
                    <a16:creationId xmlns:a16="http://schemas.microsoft.com/office/drawing/2014/main" id="{D06235BD-2EB5-AFC1-3FFB-E2D439BDC301}"/>
                  </a:ext>
                </a:extLst>
              </p:cNvPr>
              <p:cNvSpPr/>
              <p:nvPr/>
            </p:nvSpPr>
            <p:spPr>
              <a:xfrm>
                <a:off x="6141990" y="2080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6" name="Freeform 30345">
                <a:extLst>
                  <a:ext uri="{FF2B5EF4-FFF2-40B4-BE49-F238E27FC236}">
                    <a16:creationId xmlns:a16="http://schemas.microsoft.com/office/drawing/2014/main" id="{624BCE07-C978-7AC3-4F30-AEB91EFF6D82}"/>
                  </a:ext>
                </a:extLst>
              </p:cNvPr>
              <p:cNvSpPr/>
              <p:nvPr/>
            </p:nvSpPr>
            <p:spPr>
              <a:xfrm>
                <a:off x="6142585" y="216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7" name="Freeform 30346">
                <a:extLst>
                  <a:ext uri="{FF2B5EF4-FFF2-40B4-BE49-F238E27FC236}">
                    <a16:creationId xmlns:a16="http://schemas.microsoft.com/office/drawing/2014/main" id="{3517D3A4-CA81-F076-A73C-9EA47F7C056B}"/>
                  </a:ext>
                </a:extLst>
              </p:cNvPr>
              <p:cNvSpPr/>
              <p:nvPr/>
            </p:nvSpPr>
            <p:spPr>
              <a:xfrm>
                <a:off x="6143081" y="218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8" name="Freeform 30347">
                <a:extLst>
                  <a:ext uri="{FF2B5EF4-FFF2-40B4-BE49-F238E27FC236}">
                    <a16:creationId xmlns:a16="http://schemas.microsoft.com/office/drawing/2014/main" id="{41E128C4-9803-6EFA-9A69-9932C08EAD42}"/>
                  </a:ext>
                </a:extLst>
              </p:cNvPr>
              <p:cNvSpPr/>
              <p:nvPr/>
            </p:nvSpPr>
            <p:spPr>
              <a:xfrm>
                <a:off x="6143577" y="2187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9" name="Freeform 30348">
                <a:extLst>
                  <a:ext uri="{FF2B5EF4-FFF2-40B4-BE49-F238E27FC236}">
                    <a16:creationId xmlns:a16="http://schemas.microsoft.com/office/drawing/2014/main" id="{DBD0DA16-DBDA-0775-C886-1B95F13F548F}"/>
                  </a:ext>
                </a:extLst>
              </p:cNvPr>
              <p:cNvSpPr/>
              <p:nvPr/>
            </p:nvSpPr>
            <p:spPr>
              <a:xfrm>
                <a:off x="6144173" y="218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0" name="Freeform 30349">
                <a:extLst>
                  <a:ext uri="{FF2B5EF4-FFF2-40B4-BE49-F238E27FC236}">
                    <a16:creationId xmlns:a16="http://schemas.microsoft.com/office/drawing/2014/main" id="{37C02993-FBFB-E070-CC77-C39046C70EB5}"/>
                  </a:ext>
                </a:extLst>
              </p:cNvPr>
              <p:cNvSpPr/>
              <p:nvPr/>
            </p:nvSpPr>
            <p:spPr>
              <a:xfrm>
                <a:off x="6144669" y="2187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1" name="Freeform 30350">
                <a:extLst>
                  <a:ext uri="{FF2B5EF4-FFF2-40B4-BE49-F238E27FC236}">
                    <a16:creationId xmlns:a16="http://schemas.microsoft.com/office/drawing/2014/main" id="{AEE36C9C-9225-F6BF-354C-B4978F06FD48}"/>
                  </a:ext>
                </a:extLst>
              </p:cNvPr>
              <p:cNvSpPr/>
              <p:nvPr/>
            </p:nvSpPr>
            <p:spPr>
              <a:xfrm>
                <a:off x="6145165" y="2188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2" name="Freeform 30351">
                <a:extLst>
                  <a:ext uri="{FF2B5EF4-FFF2-40B4-BE49-F238E27FC236}">
                    <a16:creationId xmlns:a16="http://schemas.microsoft.com/office/drawing/2014/main" id="{5A2855F4-9F19-A8BC-59F8-0902C8947639}"/>
                  </a:ext>
                </a:extLst>
              </p:cNvPr>
              <p:cNvSpPr/>
              <p:nvPr/>
            </p:nvSpPr>
            <p:spPr>
              <a:xfrm>
                <a:off x="6145760" y="2191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3" name="Freeform 30352">
                <a:extLst>
                  <a:ext uri="{FF2B5EF4-FFF2-40B4-BE49-F238E27FC236}">
                    <a16:creationId xmlns:a16="http://schemas.microsoft.com/office/drawing/2014/main" id="{81781163-1160-ECAD-E06E-DD75921A0BC8}"/>
                  </a:ext>
                </a:extLst>
              </p:cNvPr>
              <p:cNvSpPr/>
              <p:nvPr/>
            </p:nvSpPr>
            <p:spPr>
              <a:xfrm>
                <a:off x="6146256" y="2190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4" name="Freeform 30353">
                <a:extLst>
                  <a:ext uri="{FF2B5EF4-FFF2-40B4-BE49-F238E27FC236}">
                    <a16:creationId xmlns:a16="http://schemas.microsoft.com/office/drawing/2014/main" id="{5E7DB250-E683-951E-31BF-F6109F2699B3}"/>
                  </a:ext>
                </a:extLst>
              </p:cNvPr>
              <p:cNvSpPr/>
              <p:nvPr/>
            </p:nvSpPr>
            <p:spPr>
              <a:xfrm>
                <a:off x="6146752" y="2184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5" name="Freeform 30354">
                <a:extLst>
                  <a:ext uri="{FF2B5EF4-FFF2-40B4-BE49-F238E27FC236}">
                    <a16:creationId xmlns:a16="http://schemas.microsoft.com/office/drawing/2014/main" id="{71AF1096-DC25-2D31-E6DE-D140FE96F48D}"/>
                  </a:ext>
                </a:extLst>
              </p:cNvPr>
              <p:cNvSpPr/>
              <p:nvPr/>
            </p:nvSpPr>
            <p:spPr>
              <a:xfrm>
                <a:off x="6147248" y="2177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6" name="Freeform 30355">
                <a:extLst>
                  <a:ext uri="{FF2B5EF4-FFF2-40B4-BE49-F238E27FC236}">
                    <a16:creationId xmlns:a16="http://schemas.microsoft.com/office/drawing/2014/main" id="{23194108-CD96-5616-060D-B5829C6073CF}"/>
                  </a:ext>
                </a:extLst>
              </p:cNvPr>
              <p:cNvSpPr/>
              <p:nvPr/>
            </p:nvSpPr>
            <p:spPr>
              <a:xfrm>
                <a:off x="6147844" y="2177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7" name="Freeform 30356">
                <a:extLst>
                  <a:ext uri="{FF2B5EF4-FFF2-40B4-BE49-F238E27FC236}">
                    <a16:creationId xmlns:a16="http://schemas.microsoft.com/office/drawing/2014/main" id="{21C3678D-2FB3-8BDF-4646-BED40B1D8128}"/>
                  </a:ext>
                </a:extLst>
              </p:cNvPr>
              <p:cNvSpPr/>
              <p:nvPr/>
            </p:nvSpPr>
            <p:spPr>
              <a:xfrm>
                <a:off x="6148340" y="1943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8" name="Freeform 30357">
                <a:extLst>
                  <a:ext uri="{FF2B5EF4-FFF2-40B4-BE49-F238E27FC236}">
                    <a16:creationId xmlns:a16="http://schemas.microsoft.com/office/drawing/2014/main" id="{1467E40B-E020-C8D4-7D84-24D3AEC2882C}"/>
                  </a:ext>
                </a:extLst>
              </p:cNvPr>
              <p:cNvSpPr/>
              <p:nvPr/>
            </p:nvSpPr>
            <p:spPr>
              <a:xfrm>
                <a:off x="6148836" y="1582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9" name="Freeform 30358">
                <a:extLst>
                  <a:ext uri="{FF2B5EF4-FFF2-40B4-BE49-F238E27FC236}">
                    <a16:creationId xmlns:a16="http://schemas.microsoft.com/office/drawing/2014/main" id="{18769385-29B5-A916-E11D-3946E878E935}"/>
                  </a:ext>
                </a:extLst>
              </p:cNvPr>
              <p:cNvSpPr/>
              <p:nvPr/>
            </p:nvSpPr>
            <p:spPr>
              <a:xfrm>
                <a:off x="6149431" y="1555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0" name="Freeform 30359">
                <a:extLst>
                  <a:ext uri="{FF2B5EF4-FFF2-40B4-BE49-F238E27FC236}">
                    <a16:creationId xmlns:a16="http://schemas.microsoft.com/office/drawing/2014/main" id="{B243D0B6-1994-08A1-565C-C1EE1EE5B94C}"/>
                  </a:ext>
                </a:extLst>
              </p:cNvPr>
              <p:cNvSpPr/>
              <p:nvPr/>
            </p:nvSpPr>
            <p:spPr>
              <a:xfrm>
                <a:off x="6149927" y="1563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1" name="Freeform 30360">
                <a:extLst>
                  <a:ext uri="{FF2B5EF4-FFF2-40B4-BE49-F238E27FC236}">
                    <a16:creationId xmlns:a16="http://schemas.microsoft.com/office/drawing/2014/main" id="{C588D0C6-9168-9E8A-A01F-6343A6013241}"/>
                  </a:ext>
                </a:extLst>
              </p:cNvPr>
              <p:cNvSpPr/>
              <p:nvPr/>
            </p:nvSpPr>
            <p:spPr>
              <a:xfrm>
                <a:off x="6150423" y="1660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2" name="Freeform 30361">
                <a:extLst>
                  <a:ext uri="{FF2B5EF4-FFF2-40B4-BE49-F238E27FC236}">
                    <a16:creationId xmlns:a16="http://schemas.microsoft.com/office/drawing/2014/main" id="{64D5913C-364A-2638-6B35-DFDA18A381B8}"/>
                  </a:ext>
                </a:extLst>
              </p:cNvPr>
              <p:cNvSpPr/>
              <p:nvPr/>
            </p:nvSpPr>
            <p:spPr>
              <a:xfrm>
                <a:off x="6151019" y="1672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3" name="Freeform 30362">
                <a:extLst>
                  <a:ext uri="{FF2B5EF4-FFF2-40B4-BE49-F238E27FC236}">
                    <a16:creationId xmlns:a16="http://schemas.microsoft.com/office/drawing/2014/main" id="{7F0368F7-03FD-D27F-E044-8A31E1A06043}"/>
                  </a:ext>
                </a:extLst>
              </p:cNvPr>
              <p:cNvSpPr/>
              <p:nvPr/>
            </p:nvSpPr>
            <p:spPr>
              <a:xfrm>
                <a:off x="6151515" y="1733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4" name="Freeform 30363">
                <a:extLst>
                  <a:ext uri="{FF2B5EF4-FFF2-40B4-BE49-F238E27FC236}">
                    <a16:creationId xmlns:a16="http://schemas.microsoft.com/office/drawing/2014/main" id="{B39D3054-4EB4-7919-82C3-1D5007C4F1BC}"/>
                  </a:ext>
                </a:extLst>
              </p:cNvPr>
              <p:cNvSpPr/>
              <p:nvPr/>
            </p:nvSpPr>
            <p:spPr>
              <a:xfrm>
                <a:off x="6152011" y="1693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5" name="Freeform 30364">
                <a:extLst>
                  <a:ext uri="{FF2B5EF4-FFF2-40B4-BE49-F238E27FC236}">
                    <a16:creationId xmlns:a16="http://schemas.microsoft.com/office/drawing/2014/main" id="{B47B461C-305B-EA16-8ED1-4C14FA96008C}"/>
                  </a:ext>
                </a:extLst>
              </p:cNvPr>
              <p:cNvSpPr/>
              <p:nvPr/>
            </p:nvSpPr>
            <p:spPr>
              <a:xfrm>
                <a:off x="6152606" y="1633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6" name="Freeform 30365">
                <a:extLst>
                  <a:ext uri="{FF2B5EF4-FFF2-40B4-BE49-F238E27FC236}">
                    <a16:creationId xmlns:a16="http://schemas.microsoft.com/office/drawing/2014/main" id="{3A5330EA-41C8-79BA-1161-760AAB30160D}"/>
                  </a:ext>
                </a:extLst>
              </p:cNvPr>
              <p:cNvSpPr/>
              <p:nvPr/>
            </p:nvSpPr>
            <p:spPr>
              <a:xfrm>
                <a:off x="6153102" y="1615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7" name="Freeform 30366">
                <a:extLst>
                  <a:ext uri="{FF2B5EF4-FFF2-40B4-BE49-F238E27FC236}">
                    <a16:creationId xmlns:a16="http://schemas.microsoft.com/office/drawing/2014/main" id="{96B5B809-0145-D7DD-1D73-DBF0F66A4A5D}"/>
                  </a:ext>
                </a:extLst>
              </p:cNvPr>
              <p:cNvSpPr/>
              <p:nvPr/>
            </p:nvSpPr>
            <p:spPr>
              <a:xfrm>
                <a:off x="6153598" y="16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8" name="Freeform 30367">
                <a:extLst>
                  <a:ext uri="{FF2B5EF4-FFF2-40B4-BE49-F238E27FC236}">
                    <a16:creationId xmlns:a16="http://schemas.microsoft.com/office/drawing/2014/main" id="{1E01E1CB-B6ED-E499-7D49-05B6C0005721}"/>
                  </a:ext>
                </a:extLst>
              </p:cNvPr>
              <p:cNvSpPr/>
              <p:nvPr/>
            </p:nvSpPr>
            <p:spPr>
              <a:xfrm>
                <a:off x="6154194" y="1833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9" name="Freeform 30368">
                <a:extLst>
                  <a:ext uri="{FF2B5EF4-FFF2-40B4-BE49-F238E27FC236}">
                    <a16:creationId xmlns:a16="http://schemas.microsoft.com/office/drawing/2014/main" id="{5E35AA88-86D6-DB40-3287-9BAA93AAD39F}"/>
                  </a:ext>
                </a:extLst>
              </p:cNvPr>
              <p:cNvSpPr/>
              <p:nvPr/>
            </p:nvSpPr>
            <p:spPr>
              <a:xfrm>
                <a:off x="6154690" y="2174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0" name="Freeform 30369">
                <a:extLst>
                  <a:ext uri="{FF2B5EF4-FFF2-40B4-BE49-F238E27FC236}">
                    <a16:creationId xmlns:a16="http://schemas.microsoft.com/office/drawing/2014/main" id="{348EDAD8-30E5-3729-322F-3358E15FCA60}"/>
                  </a:ext>
                </a:extLst>
              </p:cNvPr>
              <p:cNvSpPr/>
              <p:nvPr/>
            </p:nvSpPr>
            <p:spPr>
              <a:xfrm>
                <a:off x="6155186" y="2271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1" name="Freeform 30370">
                <a:extLst>
                  <a:ext uri="{FF2B5EF4-FFF2-40B4-BE49-F238E27FC236}">
                    <a16:creationId xmlns:a16="http://schemas.microsoft.com/office/drawing/2014/main" id="{93D2DBF9-2D44-03CB-97CD-18B1B705D602}"/>
                  </a:ext>
                </a:extLst>
              </p:cNvPr>
              <p:cNvSpPr/>
              <p:nvPr/>
            </p:nvSpPr>
            <p:spPr>
              <a:xfrm>
                <a:off x="6155781" y="2288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2" name="Freeform 30371">
                <a:extLst>
                  <a:ext uri="{FF2B5EF4-FFF2-40B4-BE49-F238E27FC236}">
                    <a16:creationId xmlns:a16="http://schemas.microsoft.com/office/drawing/2014/main" id="{40A49A04-55EF-892C-840A-F34105D6D1D5}"/>
                  </a:ext>
                </a:extLst>
              </p:cNvPr>
              <p:cNvSpPr/>
              <p:nvPr/>
            </p:nvSpPr>
            <p:spPr>
              <a:xfrm>
                <a:off x="6156277" y="2298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3" name="Freeform 30372">
                <a:extLst>
                  <a:ext uri="{FF2B5EF4-FFF2-40B4-BE49-F238E27FC236}">
                    <a16:creationId xmlns:a16="http://schemas.microsoft.com/office/drawing/2014/main" id="{0A6C7877-E3E3-47F3-8E9E-585D8EDD229D}"/>
                  </a:ext>
                </a:extLst>
              </p:cNvPr>
              <p:cNvSpPr/>
              <p:nvPr/>
            </p:nvSpPr>
            <p:spPr>
              <a:xfrm>
                <a:off x="6156773" y="2298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4" name="Freeform 30373">
                <a:extLst>
                  <a:ext uri="{FF2B5EF4-FFF2-40B4-BE49-F238E27FC236}">
                    <a16:creationId xmlns:a16="http://schemas.microsoft.com/office/drawing/2014/main" id="{A8676B80-1367-4441-EB9A-6679D4428036}"/>
                  </a:ext>
                </a:extLst>
              </p:cNvPr>
              <p:cNvSpPr/>
              <p:nvPr/>
            </p:nvSpPr>
            <p:spPr>
              <a:xfrm>
                <a:off x="6157369" y="2298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5" name="Freeform 30374">
                <a:extLst>
                  <a:ext uri="{FF2B5EF4-FFF2-40B4-BE49-F238E27FC236}">
                    <a16:creationId xmlns:a16="http://schemas.microsoft.com/office/drawing/2014/main" id="{10482690-2CF7-A548-4C80-8603CAC8F55D}"/>
                  </a:ext>
                </a:extLst>
              </p:cNvPr>
              <p:cNvSpPr/>
              <p:nvPr/>
            </p:nvSpPr>
            <p:spPr>
              <a:xfrm>
                <a:off x="6157865" y="22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6" name="Freeform 30375">
                <a:extLst>
                  <a:ext uri="{FF2B5EF4-FFF2-40B4-BE49-F238E27FC236}">
                    <a16:creationId xmlns:a16="http://schemas.microsoft.com/office/drawing/2014/main" id="{17BD3437-21F2-1809-3ED2-5237041732D6}"/>
                  </a:ext>
                </a:extLst>
              </p:cNvPr>
              <p:cNvSpPr/>
              <p:nvPr/>
            </p:nvSpPr>
            <p:spPr>
              <a:xfrm>
                <a:off x="6158361" y="22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7" name="Freeform 30376">
                <a:extLst>
                  <a:ext uri="{FF2B5EF4-FFF2-40B4-BE49-F238E27FC236}">
                    <a16:creationId xmlns:a16="http://schemas.microsoft.com/office/drawing/2014/main" id="{A63BC6AD-A156-36B5-D85A-CBCCBBDA854F}"/>
                  </a:ext>
                </a:extLst>
              </p:cNvPr>
              <p:cNvSpPr/>
              <p:nvPr/>
            </p:nvSpPr>
            <p:spPr>
              <a:xfrm>
                <a:off x="6158857" y="22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8" name="Freeform 30377">
                <a:extLst>
                  <a:ext uri="{FF2B5EF4-FFF2-40B4-BE49-F238E27FC236}">
                    <a16:creationId xmlns:a16="http://schemas.microsoft.com/office/drawing/2014/main" id="{E3A7AACD-6181-B7F3-5884-CA0D985BF63F}"/>
                  </a:ext>
                </a:extLst>
              </p:cNvPr>
              <p:cNvSpPr/>
              <p:nvPr/>
            </p:nvSpPr>
            <p:spPr>
              <a:xfrm>
                <a:off x="6159452" y="2295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9" name="Freeform 30378">
                <a:extLst>
                  <a:ext uri="{FF2B5EF4-FFF2-40B4-BE49-F238E27FC236}">
                    <a16:creationId xmlns:a16="http://schemas.microsoft.com/office/drawing/2014/main" id="{CD601DA3-81EE-F429-2A81-0416C55C3EE7}"/>
                  </a:ext>
                </a:extLst>
              </p:cNvPr>
              <p:cNvSpPr/>
              <p:nvPr/>
            </p:nvSpPr>
            <p:spPr>
              <a:xfrm>
                <a:off x="6159948" y="2290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0" name="Freeform 30379">
                <a:extLst>
                  <a:ext uri="{FF2B5EF4-FFF2-40B4-BE49-F238E27FC236}">
                    <a16:creationId xmlns:a16="http://schemas.microsoft.com/office/drawing/2014/main" id="{F5301858-2F69-FCA9-0155-F04EB1316FBB}"/>
                  </a:ext>
                </a:extLst>
              </p:cNvPr>
              <p:cNvSpPr/>
              <p:nvPr/>
            </p:nvSpPr>
            <p:spPr>
              <a:xfrm>
                <a:off x="6160445" y="2288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1" name="Freeform 30380">
                <a:extLst>
                  <a:ext uri="{FF2B5EF4-FFF2-40B4-BE49-F238E27FC236}">
                    <a16:creationId xmlns:a16="http://schemas.microsoft.com/office/drawing/2014/main" id="{433E25F9-E33F-5323-B861-42B85ED141D3}"/>
                  </a:ext>
                </a:extLst>
              </p:cNvPr>
              <p:cNvSpPr/>
              <p:nvPr/>
            </p:nvSpPr>
            <p:spPr>
              <a:xfrm>
                <a:off x="6161040" y="187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2" name="Freeform 30381">
                <a:extLst>
                  <a:ext uri="{FF2B5EF4-FFF2-40B4-BE49-F238E27FC236}">
                    <a16:creationId xmlns:a16="http://schemas.microsoft.com/office/drawing/2014/main" id="{91863F40-0213-47B0-194F-BFBBFA6C810A}"/>
                  </a:ext>
                </a:extLst>
              </p:cNvPr>
              <p:cNvSpPr/>
              <p:nvPr/>
            </p:nvSpPr>
            <p:spPr>
              <a:xfrm>
                <a:off x="6161536" y="1543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3" name="Freeform 30382">
                <a:extLst>
                  <a:ext uri="{FF2B5EF4-FFF2-40B4-BE49-F238E27FC236}">
                    <a16:creationId xmlns:a16="http://schemas.microsoft.com/office/drawing/2014/main" id="{9F191921-C4B4-9F4B-118A-B1CE49DCFE55}"/>
                  </a:ext>
                </a:extLst>
              </p:cNvPr>
              <p:cNvSpPr/>
              <p:nvPr/>
            </p:nvSpPr>
            <p:spPr>
              <a:xfrm>
                <a:off x="6162032" y="1486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4" name="Freeform 30383">
                <a:extLst>
                  <a:ext uri="{FF2B5EF4-FFF2-40B4-BE49-F238E27FC236}">
                    <a16:creationId xmlns:a16="http://schemas.microsoft.com/office/drawing/2014/main" id="{05097443-8FE7-EAD1-78B5-13EADC0BFC21}"/>
                  </a:ext>
                </a:extLst>
              </p:cNvPr>
              <p:cNvSpPr/>
              <p:nvPr/>
            </p:nvSpPr>
            <p:spPr>
              <a:xfrm>
                <a:off x="6162627" y="1513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5" name="Freeform 30384">
                <a:extLst>
                  <a:ext uri="{FF2B5EF4-FFF2-40B4-BE49-F238E27FC236}">
                    <a16:creationId xmlns:a16="http://schemas.microsoft.com/office/drawing/2014/main" id="{65F4CD86-4DC9-9714-A8D9-02A9BD5B2155}"/>
                  </a:ext>
                </a:extLst>
              </p:cNvPr>
              <p:cNvSpPr/>
              <p:nvPr/>
            </p:nvSpPr>
            <p:spPr>
              <a:xfrm>
                <a:off x="6163123" y="1547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6" name="Freeform 30385">
                <a:extLst>
                  <a:ext uri="{FF2B5EF4-FFF2-40B4-BE49-F238E27FC236}">
                    <a16:creationId xmlns:a16="http://schemas.microsoft.com/office/drawing/2014/main" id="{05471015-81A4-8B84-3D3D-A7A2384011FD}"/>
                  </a:ext>
                </a:extLst>
              </p:cNvPr>
              <p:cNvSpPr/>
              <p:nvPr/>
            </p:nvSpPr>
            <p:spPr>
              <a:xfrm>
                <a:off x="6163620" y="1524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7" name="Freeform 30386">
                <a:extLst>
                  <a:ext uri="{FF2B5EF4-FFF2-40B4-BE49-F238E27FC236}">
                    <a16:creationId xmlns:a16="http://schemas.microsoft.com/office/drawing/2014/main" id="{8F457289-236F-7030-6AD7-904F27CEBE22}"/>
                  </a:ext>
                </a:extLst>
              </p:cNvPr>
              <p:cNvSpPr/>
              <p:nvPr/>
            </p:nvSpPr>
            <p:spPr>
              <a:xfrm>
                <a:off x="6164215" y="1557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8" name="Freeform 30387">
                <a:extLst>
                  <a:ext uri="{FF2B5EF4-FFF2-40B4-BE49-F238E27FC236}">
                    <a16:creationId xmlns:a16="http://schemas.microsoft.com/office/drawing/2014/main" id="{BF0FBABE-3A17-2373-2E3B-C8FEF7BB71E4}"/>
                  </a:ext>
                </a:extLst>
              </p:cNvPr>
              <p:cNvSpPr/>
              <p:nvPr/>
            </p:nvSpPr>
            <p:spPr>
              <a:xfrm>
                <a:off x="6164711" y="1620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9" name="Freeform 30388">
                <a:extLst>
                  <a:ext uri="{FF2B5EF4-FFF2-40B4-BE49-F238E27FC236}">
                    <a16:creationId xmlns:a16="http://schemas.microsoft.com/office/drawing/2014/main" id="{B860148A-7BF2-9BA5-2525-7E6F3D472386}"/>
                  </a:ext>
                </a:extLst>
              </p:cNvPr>
              <p:cNvSpPr/>
              <p:nvPr/>
            </p:nvSpPr>
            <p:spPr>
              <a:xfrm>
                <a:off x="6165207" y="1596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0" name="Freeform 30389">
                <a:extLst>
                  <a:ext uri="{FF2B5EF4-FFF2-40B4-BE49-F238E27FC236}">
                    <a16:creationId xmlns:a16="http://schemas.microsoft.com/office/drawing/2014/main" id="{E2BEE338-84F1-14ED-B3BE-3C8026FB60D0}"/>
                  </a:ext>
                </a:extLst>
              </p:cNvPr>
              <p:cNvSpPr/>
              <p:nvPr/>
            </p:nvSpPr>
            <p:spPr>
              <a:xfrm>
                <a:off x="6165802" y="1567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1" name="Freeform 30390">
                <a:extLst>
                  <a:ext uri="{FF2B5EF4-FFF2-40B4-BE49-F238E27FC236}">
                    <a16:creationId xmlns:a16="http://schemas.microsoft.com/office/drawing/2014/main" id="{8CCFF059-0478-4113-49E0-DC64D4645449}"/>
                  </a:ext>
                </a:extLst>
              </p:cNvPr>
              <p:cNvSpPr/>
              <p:nvPr/>
            </p:nvSpPr>
            <p:spPr>
              <a:xfrm>
                <a:off x="6166298" y="1536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2" name="Freeform 30391">
                <a:extLst>
                  <a:ext uri="{FF2B5EF4-FFF2-40B4-BE49-F238E27FC236}">
                    <a16:creationId xmlns:a16="http://schemas.microsoft.com/office/drawing/2014/main" id="{C7036C9E-70DD-1D4B-9CE2-4B79A54C6D01}"/>
                  </a:ext>
                </a:extLst>
              </p:cNvPr>
              <p:cNvSpPr/>
              <p:nvPr/>
            </p:nvSpPr>
            <p:spPr>
              <a:xfrm>
                <a:off x="6166795" y="1729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3" name="Freeform 30392">
                <a:extLst>
                  <a:ext uri="{FF2B5EF4-FFF2-40B4-BE49-F238E27FC236}">
                    <a16:creationId xmlns:a16="http://schemas.microsoft.com/office/drawing/2014/main" id="{80B8AD1E-2E57-73D0-56D2-0DFAA977B15E}"/>
                  </a:ext>
                </a:extLst>
              </p:cNvPr>
              <p:cNvSpPr/>
              <p:nvPr/>
            </p:nvSpPr>
            <p:spPr>
              <a:xfrm>
                <a:off x="6167390" y="2384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4" name="Freeform 30393">
                <a:extLst>
                  <a:ext uri="{FF2B5EF4-FFF2-40B4-BE49-F238E27FC236}">
                    <a16:creationId xmlns:a16="http://schemas.microsoft.com/office/drawing/2014/main" id="{3FA909AD-67F2-84B7-62DC-11BDAED80A87}"/>
                  </a:ext>
                </a:extLst>
              </p:cNvPr>
              <p:cNvSpPr/>
              <p:nvPr/>
            </p:nvSpPr>
            <p:spPr>
              <a:xfrm>
                <a:off x="6167886" y="240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5" name="Freeform 30394">
                <a:extLst>
                  <a:ext uri="{FF2B5EF4-FFF2-40B4-BE49-F238E27FC236}">
                    <a16:creationId xmlns:a16="http://schemas.microsoft.com/office/drawing/2014/main" id="{C6AE42E7-1BB9-17F9-EC5E-17009DC0C994}"/>
                  </a:ext>
                </a:extLst>
              </p:cNvPr>
              <p:cNvSpPr/>
              <p:nvPr/>
            </p:nvSpPr>
            <p:spPr>
              <a:xfrm>
                <a:off x="6168382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6" name="Freeform 30395">
                <a:extLst>
                  <a:ext uri="{FF2B5EF4-FFF2-40B4-BE49-F238E27FC236}">
                    <a16:creationId xmlns:a16="http://schemas.microsoft.com/office/drawing/2014/main" id="{2563BB7B-C636-21C8-9409-4643EB9ACE03}"/>
                  </a:ext>
                </a:extLst>
              </p:cNvPr>
              <p:cNvSpPr/>
              <p:nvPr/>
            </p:nvSpPr>
            <p:spPr>
              <a:xfrm>
                <a:off x="6168977" y="2409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7" name="Freeform 30396">
                <a:extLst>
                  <a:ext uri="{FF2B5EF4-FFF2-40B4-BE49-F238E27FC236}">
                    <a16:creationId xmlns:a16="http://schemas.microsoft.com/office/drawing/2014/main" id="{A1D254D6-8C42-EC69-4574-C7A64241DE1F}"/>
                  </a:ext>
                </a:extLst>
              </p:cNvPr>
              <p:cNvSpPr/>
              <p:nvPr/>
            </p:nvSpPr>
            <p:spPr>
              <a:xfrm>
                <a:off x="616947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8" name="Freeform 30397">
                <a:extLst>
                  <a:ext uri="{FF2B5EF4-FFF2-40B4-BE49-F238E27FC236}">
                    <a16:creationId xmlns:a16="http://schemas.microsoft.com/office/drawing/2014/main" id="{889173A3-E56F-1499-0A0A-C4356AB4C4AE}"/>
                  </a:ext>
                </a:extLst>
              </p:cNvPr>
              <p:cNvSpPr/>
              <p:nvPr/>
            </p:nvSpPr>
            <p:spPr>
              <a:xfrm>
                <a:off x="6169970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9" name="Freeform 30398">
                <a:extLst>
                  <a:ext uri="{FF2B5EF4-FFF2-40B4-BE49-F238E27FC236}">
                    <a16:creationId xmlns:a16="http://schemas.microsoft.com/office/drawing/2014/main" id="{EC5A7947-893A-24C8-646B-25231CDDD42A}"/>
                  </a:ext>
                </a:extLst>
              </p:cNvPr>
              <p:cNvSpPr/>
              <p:nvPr/>
            </p:nvSpPr>
            <p:spPr>
              <a:xfrm>
                <a:off x="6170466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0" name="Freeform 30399">
                <a:extLst>
                  <a:ext uri="{FF2B5EF4-FFF2-40B4-BE49-F238E27FC236}">
                    <a16:creationId xmlns:a16="http://schemas.microsoft.com/office/drawing/2014/main" id="{57AE48A9-8815-EA07-592A-EB36BC7FDDEF}"/>
                  </a:ext>
                </a:extLst>
              </p:cNvPr>
              <p:cNvSpPr/>
              <p:nvPr/>
            </p:nvSpPr>
            <p:spPr>
              <a:xfrm>
                <a:off x="617106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1" name="Freeform 30400">
                <a:extLst>
                  <a:ext uri="{FF2B5EF4-FFF2-40B4-BE49-F238E27FC236}">
                    <a16:creationId xmlns:a16="http://schemas.microsoft.com/office/drawing/2014/main" id="{AD4AE1EE-C745-3DDC-A80A-77E4C9FD3BCC}"/>
                  </a:ext>
                </a:extLst>
              </p:cNvPr>
              <p:cNvSpPr/>
              <p:nvPr/>
            </p:nvSpPr>
            <p:spPr>
              <a:xfrm>
                <a:off x="6171557" y="24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2" name="Freeform 30401">
                <a:extLst>
                  <a:ext uri="{FF2B5EF4-FFF2-40B4-BE49-F238E27FC236}">
                    <a16:creationId xmlns:a16="http://schemas.microsoft.com/office/drawing/2014/main" id="{2D9BE577-A0A4-2792-BBC0-41DEF0636DC6}"/>
                  </a:ext>
                </a:extLst>
              </p:cNvPr>
              <p:cNvSpPr/>
              <p:nvPr/>
            </p:nvSpPr>
            <p:spPr>
              <a:xfrm>
                <a:off x="6172053" y="2411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3" name="Freeform 30402">
                <a:extLst>
                  <a:ext uri="{FF2B5EF4-FFF2-40B4-BE49-F238E27FC236}">
                    <a16:creationId xmlns:a16="http://schemas.microsoft.com/office/drawing/2014/main" id="{5EF25128-1927-4448-8A02-286DEEDAA2F5}"/>
                  </a:ext>
                </a:extLst>
              </p:cNvPr>
              <p:cNvSpPr/>
              <p:nvPr/>
            </p:nvSpPr>
            <p:spPr>
              <a:xfrm>
                <a:off x="6172648" y="2407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4" name="Freeform 30403">
                <a:extLst>
                  <a:ext uri="{FF2B5EF4-FFF2-40B4-BE49-F238E27FC236}">
                    <a16:creationId xmlns:a16="http://schemas.microsoft.com/office/drawing/2014/main" id="{CA96A202-E246-A58B-0038-03BC08AC54F8}"/>
                  </a:ext>
                </a:extLst>
              </p:cNvPr>
              <p:cNvSpPr/>
              <p:nvPr/>
            </p:nvSpPr>
            <p:spPr>
              <a:xfrm>
                <a:off x="6173145" y="2379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5" name="Freeform 30404">
                <a:extLst>
                  <a:ext uri="{FF2B5EF4-FFF2-40B4-BE49-F238E27FC236}">
                    <a16:creationId xmlns:a16="http://schemas.microsoft.com/office/drawing/2014/main" id="{FB5EA6C7-725C-1F32-D228-55FB41F49B33}"/>
                  </a:ext>
                </a:extLst>
              </p:cNvPr>
              <p:cNvSpPr/>
              <p:nvPr/>
            </p:nvSpPr>
            <p:spPr>
              <a:xfrm>
                <a:off x="6173641" y="1966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6" name="Freeform 30405">
                <a:extLst>
                  <a:ext uri="{FF2B5EF4-FFF2-40B4-BE49-F238E27FC236}">
                    <a16:creationId xmlns:a16="http://schemas.microsoft.com/office/drawing/2014/main" id="{68F85E4C-406A-4F10-74D9-35F8F7B2498D}"/>
                  </a:ext>
                </a:extLst>
              </p:cNvPr>
              <p:cNvSpPr/>
              <p:nvPr/>
            </p:nvSpPr>
            <p:spPr>
              <a:xfrm>
                <a:off x="6174236" y="1573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7" name="Freeform 30406">
                <a:extLst>
                  <a:ext uri="{FF2B5EF4-FFF2-40B4-BE49-F238E27FC236}">
                    <a16:creationId xmlns:a16="http://schemas.microsoft.com/office/drawing/2014/main" id="{C4633E3D-2671-9ED8-AB0B-099DC7F0ADC4}"/>
                  </a:ext>
                </a:extLst>
              </p:cNvPr>
              <p:cNvSpPr/>
              <p:nvPr/>
            </p:nvSpPr>
            <p:spPr>
              <a:xfrm>
                <a:off x="6174732" y="1595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8" name="Freeform 30407">
                <a:extLst>
                  <a:ext uri="{FF2B5EF4-FFF2-40B4-BE49-F238E27FC236}">
                    <a16:creationId xmlns:a16="http://schemas.microsoft.com/office/drawing/2014/main" id="{81142DE3-F617-B886-A5B5-9818FF1B1A1A}"/>
                  </a:ext>
                </a:extLst>
              </p:cNvPr>
              <p:cNvSpPr/>
              <p:nvPr/>
            </p:nvSpPr>
            <p:spPr>
              <a:xfrm>
                <a:off x="6175228" y="1694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9" name="Freeform 30408">
                <a:extLst>
                  <a:ext uri="{FF2B5EF4-FFF2-40B4-BE49-F238E27FC236}">
                    <a16:creationId xmlns:a16="http://schemas.microsoft.com/office/drawing/2014/main" id="{7C9717E2-4259-032C-1EA3-8915002E458E}"/>
                  </a:ext>
                </a:extLst>
              </p:cNvPr>
              <p:cNvSpPr/>
              <p:nvPr/>
            </p:nvSpPr>
            <p:spPr>
              <a:xfrm>
                <a:off x="6175823" y="1843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0" name="Freeform 30409">
                <a:extLst>
                  <a:ext uri="{FF2B5EF4-FFF2-40B4-BE49-F238E27FC236}">
                    <a16:creationId xmlns:a16="http://schemas.microsoft.com/office/drawing/2014/main" id="{F40D2154-0752-940E-83A8-2F5C654DFF3D}"/>
                  </a:ext>
                </a:extLst>
              </p:cNvPr>
              <p:cNvSpPr/>
              <p:nvPr/>
            </p:nvSpPr>
            <p:spPr>
              <a:xfrm>
                <a:off x="6176320" y="1811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1" name="Freeform 30410">
                <a:extLst>
                  <a:ext uri="{FF2B5EF4-FFF2-40B4-BE49-F238E27FC236}">
                    <a16:creationId xmlns:a16="http://schemas.microsoft.com/office/drawing/2014/main" id="{396DDB46-2965-7003-03D2-7782E5FCAEA1}"/>
                  </a:ext>
                </a:extLst>
              </p:cNvPr>
              <p:cNvSpPr/>
              <p:nvPr/>
            </p:nvSpPr>
            <p:spPr>
              <a:xfrm>
                <a:off x="6176816" y="1793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2" name="Freeform 30411">
                <a:extLst>
                  <a:ext uri="{FF2B5EF4-FFF2-40B4-BE49-F238E27FC236}">
                    <a16:creationId xmlns:a16="http://schemas.microsoft.com/office/drawing/2014/main" id="{4C977378-3A9D-446E-B109-79FBDD4E71F8}"/>
                  </a:ext>
                </a:extLst>
              </p:cNvPr>
              <p:cNvSpPr/>
              <p:nvPr/>
            </p:nvSpPr>
            <p:spPr>
              <a:xfrm>
                <a:off x="6177411" y="1823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3" name="Freeform 30412">
                <a:extLst>
                  <a:ext uri="{FF2B5EF4-FFF2-40B4-BE49-F238E27FC236}">
                    <a16:creationId xmlns:a16="http://schemas.microsoft.com/office/drawing/2014/main" id="{3AACABCB-71F0-0140-9A57-EAF0FCCD78B3}"/>
                  </a:ext>
                </a:extLst>
              </p:cNvPr>
              <p:cNvSpPr/>
              <p:nvPr/>
            </p:nvSpPr>
            <p:spPr>
              <a:xfrm>
                <a:off x="6177907" y="1946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4" name="Freeform 30413">
                <a:extLst>
                  <a:ext uri="{FF2B5EF4-FFF2-40B4-BE49-F238E27FC236}">
                    <a16:creationId xmlns:a16="http://schemas.microsoft.com/office/drawing/2014/main" id="{A2B3C304-ABDF-ED43-8DF3-B20CA006B23F}"/>
                  </a:ext>
                </a:extLst>
              </p:cNvPr>
              <p:cNvSpPr/>
              <p:nvPr/>
            </p:nvSpPr>
            <p:spPr>
              <a:xfrm>
                <a:off x="6178403" y="1954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5" name="Freeform 30414">
                <a:extLst>
                  <a:ext uri="{FF2B5EF4-FFF2-40B4-BE49-F238E27FC236}">
                    <a16:creationId xmlns:a16="http://schemas.microsoft.com/office/drawing/2014/main" id="{419091B5-9775-3FA1-D8C2-B07B6F3D1177}"/>
                  </a:ext>
                </a:extLst>
              </p:cNvPr>
              <p:cNvSpPr/>
              <p:nvPr/>
            </p:nvSpPr>
            <p:spPr>
              <a:xfrm>
                <a:off x="6178998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6" name="Freeform 30415">
                <a:extLst>
                  <a:ext uri="{FF2B5EF4-FFF2-40B4-BE49-F238E27FC236}">
                    <a16:creationId xmlns:a16="http://schemas.microsoft.com/office/drawing/2014/main" id="{D4ED51AC-F590-5C7C-95F6-CFC44844796C}"/>
                  </a:ext>
                </a:extLst>
              </p:cNvPr>
              <p:cNvSpPr/>
              <p:nvPr/>
            </p:nvSpPr>
            <p:spPr>
              <a:xfrm>
                <a:off x="6179495" y="194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7" name="Freeform 30416">
                <a:extLst>
                  <a:ext uri="{FF2B5EF4-FFF2-40B4-BE49-F238E27FC236}">
                    <a16:creationId xmlns:a16="http://schemas.microsoft.com/office/drawing/2014/main" id="{9ED8A4FD-8655-BD8A-B3B4-A292EA0FA76E}"/>
                  </a:ext>
                </a:extLst>
              </p:cNvPr>
              <p:cNvSpPr/>
              <p:nvPr/>
            </p:nvSpPr>
            <p:spPr>
              <a:xfrm>
                <a:off x="6179991" y="2350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8" name="Freeform 30417">
                <a:extLst>
                  <a:ext uri="{FF2B5EF4-FFF2-40B4-BE49-F238E27FC236}">
                    <a16:creationId xmlns:a16="http://schemas.microsoft.com/office/drawing/2014/main" id="{A3123460-9552-92F2-60AE-BED2D935701F}"/>
                  </a:ext>
                </a:extLst>
              </p:cNvPr>
              <p:cNvSpPr/>
              <p:nvPr/>
            </p:nvSpPr>
            <p:spPr>
              <a:xfrm>
                <a:off x="6180586" y="2384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9" name="Freeform 30418">
                <a:extLst>
                  <a:ext uri="{FF2B5EF4-FFF2-40B4-BE49-F238E27FC236}">
                    <a16:creationId xmlns:a16="http://schemas.microsoft.com/office/drawing/2014/main" id="{F0DFE544-A4A8-EF5E-CBF7-D49F3D62741F}"/>
                  </a:ext>
                </a:extLst>
              </p:cNvPr>
              <p:cNvSpPr/>
              <p:nvPr/>
            </p:nvSpPr>
            <p:spPr>
              <a:xfrm>
                <a:off x="6181082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0" name="Freeform 30419">
                <a:extLst>
                  <a:ext uri="{FF2B5EF4-FFF2-40B4-BE49-F238E27FC236}">
                    <a16:creationId xmlns:a16="http://schemas.microsoft.com/office/drawing/2014/main" id="{591E6F1A-A5BE-0F38-0089-94DA7C5B73C7}"/>
                  </a:ext>
                </a:extLst>
              </p:cNvPr>
              <p:cNvSpPr/>
              <p:nvPr/>
            </p:nvSpPr>
            <p:spPr>
              <a:xfrm>
                <a:off x="6181578" y="2396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1" name="Freeform 30420">
                <a:extLst>
                  <a:ext uri="{FF2B5EF4-FFF2-40B4-BE49-F238E27FC236}">
                    <a16:creationId xmlns:a16="http://schemas.microsoft.com/office/drawing/2014/main" id="{24E74178-E8B7-CF88-AD3D-8C1A8D2F1F68}"/>
                  </a:ext>
                </a:extLst>
              </p:cNvPr>
              <p:cNvSpPr/>
              <p:nvPr/>
            </p:nvSpPr>
            <p:spPr>
              <a:xfrm>
                <a:off x="6182173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2" name="Freeform 30421">
                <a:extLst>
                  <a:ext uri="{FF2B5EF4-FFF2-40B4-BE49-F238E27FC236}">
                    <a16:creationId xmlns:a16="http://schemas.microsoft.com/office/drawing/2014/main" id="{561E389B-BCCE-E446-CCF5-1EFF1EB1843A}"/>
                  </a:ext>
                </a:extLst>
              </p:cNvPr>
              <p:cNvSpPr/>
              <p:nvPr/>
            </p:nvSpPr>
            <p:spPr>
              <a:xfrm>
                <a:off x="6182670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3" name="Freeform 30422">
                <a:extLst>
                  <a:ext uri="{FF2B5EF4-FFF2-40B4-BE49-F238E27FC236}">
                    <a16:creationId xmlns:a16="http://schemas.microsoft.com/office/drawing/2014/main" id="{8DD0B698-01EA-DF70-2E93-659B511444B7}"/>
                  </a:ext>
                </a:extLst>
              </p:cNvPr>
              <p:cNvSpPr/>
              <p:nvPr/>
            </p:nvSpPr>
            <p:spPr>
              <a:xfrm>
                <a:off x="6183166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4" name="Freeform 30423">
                <a:extLst>
                  <a:ext uri="{FF2B5EF4-FFF2-40B4-BE49-F238E27FC236}">
                    <a16:creationId xmlns:a16="http://schemas.microsoft.com/office/drawing/2014/main" id="{5271257F-80E7-54C2-E91A-A31CE007A307}"/>
                  </a:ext>
                </a:extLst>
              </p:cNvPr>
              <p:cNvSpPr/>
              <p:nvPr/>
            </p:nvSpPr>
            <p:spPr>
              <a:xfrm>
                <a:off x="6183662" y="2400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5" name="Freeform 30424">
                <a:extLst>
                  <a:ext uri="{FF2B5EF4-FFF2-40B4-BE49-F238E27FC236}">
                    <a16:creationId xmlns:a16="http://schemas.microsoft.com/office/drawing/2014/main" id="{52804849-22D2-FA19-C12C-3F7496836663}"/>
                  </a:ext>
                </a:extLst>
              </p:cNvPr>
              <p:cNvSpPr/>
              <p:nvPr/>
            </p:nvSpPr>
            <p:spPr>
              <a:xfrm>
                <a:off x="6184257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6" name="Freeform 30425">
                <a:extLst>
                  <a:ext uri="{FF2B5EF4-FFF2-40B4-BE49-F238E27FC236}">
                    <a16:creationId xmlns:a16="http://schemas.microsoft.com/office/drawing/2014/main" id="{8280E432-CB46-0184-91EE-BDD1F9DE2EC0}"/>
                  </a:ext>
                </a:extLst>
              </p:cNvPr>
              <p:cNvSpPr/>
              <p:nvPr/>
            </p:nvSpPr>
            <p:spPr>
              <a:xfrm>
                <a:off x="6184753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7" name="Freeform 30426">
                <a:extLst>
                  <a:ext uri="{FF2B5EF4-FFF2-40B4-BE49-F238E27FC236}">
                    <a16:creationId xmlns:a16="http://schemas.microsoft.com/office/drawing/2014/main" id="{E0A9C9F7-A2F5-5479-D61B-D1F3FDDF65CC}"/>
                  </a:ext>
                </a:extLst>
              </p:cNvPr>
              <p:cNvSpPr/>
              <p:nvPr/>
            </p:nvSpPr>
            <p:spPr>
              <a:xfrm>
                <a:off x="6185249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8" name="Freeform 30427">
                <a:extLst>
                  <a:ext uri="{FF2B5EF4-FFF2-40B4-BE49-F238E27FC236}">
                    <a16:creationId xmlns:a16="http://schemas.microsoft.com/office/drawing/2014/main" id="{C5543FCD-7E2D-6C6E-ECC9-DF30155AE3FB}"/>
                  </a:ext>
                </a:extLst>
              </p:cNvPr>
              <p:cNvSpPr/>
              <p:nvPr/>
            </p:nvSpPr>
            <p:spPr>
              <a:xfrm>
                <a:off x="6185845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9" name="Freeform 30428">
                <a:extLst>
                  <a:ext uri="{FF2B5EF4-FFF2-40B4-BE49-F238E27FC236}">
                    <a16:creationId xmlns:a16="http://schemas.microsoft.com/office/drawing/2014/main" id="{41B8C4D4-3DE3-6ED5-9027-10D404D1309D}"/>
                  </a:ext>
                </a:extLst>
              </p:cNvPr>
              <p:cNvSpPr/>
              <p:nvPr/>
            </p:nvSpPr>
            <p:spPr>
              <a:xfrm>
                <a:off x="6186341" y="208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0" name="Freeform 30429">
                <a:extLst>
                  <a:ext uri="{FF2B5EF4-FFF2-40B4-BE49-F238E27FC236}">
                    <a16:creationId xmlns:a16="http://schemas.microsoft.com/office/drawing/2014/main" id="{4DD782E9-B3B7-D8B9-770D-A2F2CA8A2B88}"/>
                  </a:ext>
                </a:extLst>
              </p:cNvPr>
              <p:cNvSpPr/>
              <p:nvPr/>
            </p:nvSpPr>
            <p:spPr>
              <a:xfrm>
                <a:off x="6186837" y="1651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1" name="Freeform 30430">
                <a:extLst>
                  <a:ext uri="{FF2B5EF4-FFF2-40B4-BE49-F238E27FC236}">
                    <a16:creationId xmlns:a16="http://schemas.microsoft.com/office/drawing/2014/main" id="{69B38CB2-7078-F6F8-B64A-E9D548621F10}"/>
                  </a:ext>
                </a:extLst>
              </p:cNvPr>
              <p:cNvSpPr/>
              <p:nvPr/>
            </p:nvSpPr>
            <p:spPr>
              <a:xfrm>
                <a:off x="6187432" y="1576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2" name="Freeform 30431">
                <a:extLst>
                  <a:ext uri="{FF2B5EF4-FFF2-40B4-BE49-F238E27FC236}">
                    <a16:creationId xmlns:a16="http://schemas.microsoft.com/office/drawing/2014/main" id="{7E569867-0718-6C7E-C08C-F80125C8C99F}"/>
                  </a:ext>
                </a:extLst>
              </p:cNvPr>
              <p:cNvSpPr/>
              <p:nvPr/>
            </p:nvSpPr>
            <p:spPr>
              <a:xfrm>
                <a:off x="6187928" y="1638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3" name="Freeform 30432">
                <a:extLst>
                  <a:ext uri="{FF2B5EF4-FFF2-40B4-BE49-F238E27FC236}">
                    <a16:creationId xmlns:a16="http://schemas.microsoft.com/office/drawing/2014/main" id="{8E37C739-4103-379F-AA30-0197C3016AD0}"/>
                  </a:ext>
                </a:extLst>
              </p:cNvPr>
              <p:cNvSpPr/>
              <p:nvPr/>
            </p:nvSpPr>
            <p:spPr>
              <a:xfrm>
                <a:off x="6188424" y="1739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4" name="Freeform 30433">
                <a:extLst>
                  <a:ext uri="{FF2B5EF4-FFF2-40B4-BE49-F238E27FC236}">
                    <a16:creationId xmlns:a16="http://schemas.microsoft.com/office/drawing/2014/main" id="{DF05A432-9F36-64FA-0A49-B6105AE582C8}"/>
                  </a:ext>
                </a:extLst>
              </p:cNvPr>
              <p:cNvSpPr/>
              <p:nvPr/>
            </p:nvSpPr>
            <p:spPr>
              <a:xfrm>
                <a:off x="6189020" y="1787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5" name="Freeform 30434">
                <a:extLst>
                  <a:ext uri="{FF2B5EF4-FFF2-40B4-BE49-F238E27FC236}">
                    <a16:creationId xmlns:a16="http://schemas.microsoft.com/office/drawing/2014/main" id="{682BE6E9-5D8E-FEC6-915C-1812E2C87F33}"/>
                  </a:ext>
                </a:extLst>
              </p:cNvPr>
              <p:cNvSpPr/>
              <p:nvPr/>
            </p:nvSpPr>
            <p:spPr>
              <a:xfrm>
                <a:off x="6189516" y="1783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6" name="Freeform 30435">
                <a:extLst>
                  <a:ext uri="{FF2B5EF4-FFF2-40B4-BE49-F238E27FC236}">
                    <a16:creationId xmlns:a16="http://schemas.microsoft.com/office/drawing/2014/main" id="{E315810C-B2FC-E45D-E3AD-FB4DF8D779F6}"/>
                  </a:ext>
                </a:extLst>
              </p:cNvPr>
              <p:cNvSpPr/>
              <p:nvPr/>
            </p:nvSpPr>
            <p:spPr>
              <a:xfrm>
                <a:off x="6190012" y="1919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7" name="Freeform 30436">
                <a:extLst>
                  <a:ext uri="{FF2B5EF4-FFF2-40B4-BE49-F238E27FC236}">
                    <a16:creationId xmlns:a16="http://schemas.microsoft.com/office/drawing/2014/main" id="{0734D523-C962-ACB2-5444-B99919990A28}"/>
                  </a:ext>
                </a:extLst>
              </p:cNvPr>
              <p:cNvSpPr/>
              <p:nvPr/>
            </p:nvSpPr>
            <p:spPr>
              <a:xfrm>
                <a:off x="6190607" y="198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8" name="Freeform 30437">
                <a:extLst>
                  <a:ext uri="{FF2B5EF4-FFF2-40B4-BE49-F238E27FC236}">
                    <a16:creationId xmlns:a16="http://schemas.microsoft.com/office/drawing/2014/main" id="{D1277DE2-F8AC-9D4C-2DEA-36508B34D270}"/>
                  </a:ext>
                </a:extLst>
              </p:cNvPr>
              <p:cNvSpPr/>
              <p:nvPr/>
            </p:nvSpPr>
            <p:spPr>
              <a:xfrm>
                <a:off x="6191103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9" name="Freeform 30438">
                <a:extLst>
                  <a:ext uri="{FF2B5EF4-FFF2-40B4-BE49-F238E27FC236}">
                    <a16:creationId xmlns:a16="http://schemas.microsoft.com/office/drawing/2014/main" id="{337DD2DC-3143-72FD-467C-C01452BF252C}"/>
                  </a:ext>
                </a:extLst>
              </p:cNvPr>
              <p:cNvSpPr/>
              <p:nvPr/>
            </p:nvSpPr>
            <p:spPr>
              <a:xfrm>
                <a:off x="6191599" y="197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0" name="Freeform 30439">
                <a:extLst>
                  <a:ext uri="{FF2B5EF4-FFF2-40B4-BE49-F238E27FC236}">
                    <a16:creationId xmlns:a16="http://schemas.microsoft.com/office/drawing/2014/main" id="{AC33CB18-792F-68F7-328D-06C347E3E041}"/>
                  </a:ext>
                </a:extLst>
              </p:cNvPr>
              <p:cNvSpPr/>
              <p:nvPr/>
            </p:nvSpPr>
            <p:spPr>
              <a:xfrm>
                <a:off x="6192195" y="205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1" name="Freeform 30440">
                <a:extLst>
                  <a:ext uri="{FF2B5EF4-FFF2-40B4-BE49-F238E27FC236}">
                    <a16:creationId xmlns:a16="http://schemas.microsoft.com/office/drawing/2014/main" id="{7985FA02-2819-9D00-4171-6BE335FD1AA5}"/>
                  </a:ext>
                </a:extLst>
              </p:cNvPr>
              <p:cNvSpPr/>
              <p:nvPr/>
            </p:nvSpPr>
            <p:spPr>
              <a:xfrm>
                <a:off x="6192691" y="2365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2" name="Freeform 30441">
                <a:extLst>
                  <a:ext uri="{FF2B5EF4-FFF2-40B4-BE49-F238E27FC236}">
                    <a16:creationId xmlns:a16="http://schemas.microsoft.com/office/drawing/2014/main" id="{E5E9CE85-7040-DF2F-74D0-A24B3D93F0A7}"/>
                  </a:ext>
                </a:extLst>
              </p:cNvPr>
              <p:cNvSpPr/>
              <p:nvPr/>
            </p:nvSpPr>
            <p:spPr>
              <a:xfrm>
                <a:off x="6193187" y="2386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3" name="Freeform 30442">
                <a:extLst>
                  <a:ext uri="{FF2B5EF4-FFF2-40B4-BE49-F238E27FC236}">
                    <a16:creationId xmlns:a16="http://schemas.microsoft.com/office/drawing/2014/main" id="{D3A76AC3-FB5A-15D6-049B-043243F8BD17}"/>
                  </a:ext>
                </a:extLst>
              </p:cNvPr>
              <p:cNvSpPr/>
              <p:nvPr/>
            </p:nvSpPr>
            <p:spPr>
              <a:xfrm>
                <a:off x="6193782" y="2400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4" name="Freeform 30443">
                <a:extLst>
                  <a:ext uri="{FF2B5EF4-FFF2-40B4-BE49-F238E27FC236}">
                    <a16:creationId xmlns:a16="http://schemas.microsoft.com/office/drawing/2014/main" id="{852A2747-36F0-5C7F-788E-16680626F6F0}"/>
                  </a:ext>
                </a:extLst>
              </p:cNvPr>
              <p:cNvSpPr/>
              <p:nvPr/>
            </p:nvSpPr>
            <p:spPr>
              <a:xfrm>
                <a:off x="6194278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5" name="Freeform 30444">
                <a:extLst>
                  <a:ext uri="{FF2B5EF4-FFF2-40B4-BE49-F238E27FC236}">
                    <a16:creationId xmlns:a16="http://schemas.microsoft.com/office/drawing/2014/main" id="{4EA3C526-4CC4-BA35-CFF7-3989A35E6027}"/>
                  </a:ext>
                </a:extLst>
              </p:cNvPr>
              <p:cNvSpPr/>
              <p:nvPr/>
            </p:nvSpPr>
            <p:spPr>
              <a:xfrm>
                <a:off x="6194774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6" name="Freeform 30445">
                <a:extLst>
                  <a:ext uri="{FF2B5EF4-FFF2-40B4-BE49-F238E27FC236}">
                    <a16:creationId xmlns:a16="http://schemas.microsoft.com/office/drawing/2014/main" id="{4F0063AD-5BEB-712C-5383-05286764389B}"/>
                  </a:ext>
                </a:extLst>
              </p:cNvPr>
              <p:cNvSpPr/>
              <p:nvPr/>
            </p:nvSpPr>
            <p:spPr>
              <a:xfrm>
                <a:off x="6195270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7" name="Freeform 30446">
                <a:extLst>
                  <a:ext uri="{FF2B5EF4-FFF2-40B4-BE49-F238E27FC236}">
                    <a16:creationId xmlns:a16="http://schemas.microsoft.com/office/drawing/2014/main" id="{2D5DD55D-0273-331B-F474-BC140286CF32}"/>
                  </a:ext>
                </a:extLst>
              </p:cNvPr>
              <p:cNvSpPr/>
              <p:nvPr/>
            </p:nvSpPr>
            <p:spPr>
              <a:xfrm>
                <a:off x="6195866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8" name="Freeform 30447">
                <a:extLst>
                  <a:ext uri="{FF2B5EF4-FFF2-40B4-BE49-F238E27FC236}">
                    <a16:creationId xmlns:a16="http://schemas.microsoft.com/office/drawing/2014/main" id="{4BC4E1CC-72EC-E2EA-446F-7CCF0394018D}"/>
                  </a:ext>
                </a:extLst>
              </p:cNvPr>
              <p:cNvSpPr/>
              <p:nvPr/>
            </p:nvSpPr>
            <p:spPr>
              <a:xfrm>
                <a:off x="6196362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9" name="Freeform 30448">
                <a:extLst>
                  <a:ext uri="{FF2B5EF4-FFF2-40B4-BE49-F238E27FC236}">
                    <a16:creationId xmlns:a16="http://schemas.microsoft.com/office/drawing/2014/main" id="{C6ED6351-B726-6721-E695-EEC30874D60F}"/>
                  </a:ext>
                </a:extLst>
              </p:cNvPr>
              <p:cNvSpPr/>
              <p:nvPr/>
            </p:nvSpPr>
            <p:spPr>
              <a:xfrm>
                <a:off x="6196858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0" name="Freeform 30449">
                <a:extLst>
                  <a:ext uri="{FF2B5EF4-FFF2-40B4-BE49-F238E27FC236}">
                    <a16:creationId xmlns:a16="http://schemas.microsoft.com/office/drawing/2014/main" id="{30D8CD53-2990-37BA-6942-6E5519A3498A}"/>
                  </a:ext>
                </a:extLst>
              </p:cNvPr>
              <p:cNvSpPr/>
              <p:nvPr/>
            </p:nvSpPr>
            <p:spPr>
              <a:xfrm>
                <a:off x="6197453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1" name="Freeform 30450">
                <a:extLst>
                  <a:ext uri="{FF2B5EF4-FFF2-40B4-BE49-F238E27FC236}">
                    <a16:creationId xmlns:a16="http://schemas.microsoft.com/office/drawing/2014/main" id="{C1B595D8-585F-D84A-3541-134C5BE41454}"/>
                  </a:ext>
                </a:extLst>
              </p:cNvPr>
              <p:cNvSpPr/>
              <p:nvPr/>
            </p:nvSpPr>
            <p:spPr>
              <a:xfrm>
                <a:off x="6197949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2" name="Freeform 30451">
                <a:extLst>
                  <a:ext uri="{FF2B5EF4-FFF2-40B4-BE49-F238E27FC236}">
                    <a16:creationId xmlns:a16="http://schemas.microsoft.com/office/drawing/2014/main" id="{0B8FAD1D-3C4F-E8B3-1E65-D8E58CA2A27E}"/>
                  </a:ext>
                </a:extLst>
              </p:cNvPr>
              <p:cNvSpPr/>
              <p:nvPr/>
            </p:nvSpPr>
            <p:spPr>
              <a:xfrm>
                <a:off x="6198445" y="2406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3" name="Freeform 30452">
                <a:extLst>
                  <a:ext uri="{FF2B5EF4-FFF2-40B4-BE49-F238E27FC236}">
                    <a16:creationId xmlns:a16="http://schemas.microsoft.com/office/drawing/2014/main" id="{99D2F00B-805D-CB3F-12E0-CA6DB1E20510}"/>
                  </a:ext>
                </a:extLst>
              </p:cNvPr>
              <p:cNvSpPr/>
              <p:nvPr/>
            </p:nvSpPr>
            <p:spPr>
              <a:xfrm>
                <a:off x="6199041" y="215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4" name="Freeform 30453">
                <a:extLst>
                  <a:ext uri="{FF2B5EF4-FFF2-40B4-BE49-F238E27FC236}">
                    <a16:creationId xmlns:a16="http://schemas.microsoft.com/office/drawing/2014/main" id="{6504C1D6-F1F8-F0D7-C80C-83DD607D295E}"/>
                  </a:ext>
                </a:extLst>
              </p:cNvPr>
              <p:cNvSpPr/>
              <p:nvPr/>
            </p:nvSpPr>
            <p:spPr>
              <a:xfrm>
                <a:off x="6199537" y="1604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5" name="Freeform 30454">
                <a:extLst>
                  <a:ext uri="{FF2B5EF4-FFF2-40B4-BE49-F238E27FC236}">
                    <a16:creationId xmlns:a16="http://schemas.microsoft.com/office/drawing/2014/main" id="{CB05E2DA-2481-FF2F-A362-B27EEEC9B61F}"/>
                  </a:ext>
                </a:extLst>
              </p:cNvPr>
              <p:cNvSpPr/>
              <p:nvPr/>
            </p:nvSpPr>
            <p:spPr>
              <a:xfrm>
                <a:off x="6200033" y="1567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6" name="Freeform 30455">
                <a:extLst>
                  <a:ext uri="{FF2B5EF4-FFF2-40B4-BE49-F238E27FC236}">
                    <a16:creationId xmlns:a16="http://schemas.microsoft.com/office/drawing/2014/main" id="{94FC7857-FCDE-1433-A83F-D3E7981AC7BF}"/>
                  </a:ext>
                </a:extLst>
              </p:cNvPr>
              <p:cNvSpPr/>
              <p:nvPr/>
            </p:nvSpPr>
            <p:spPr>
              <a:xfrm>
                <a:off x="6200628" y="1575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7" name="Freeform 30456">
                <a:extLst>
                  <a:ext uri="{FF2B5EF4-FFF2-40B4-BE49-F238E27FC236}">
                    <a16:creationId xmlns:a16="http://schemas.microsoft.com/office/drawing/2014/main" id="{23C5FD84-0991-7AA6-54BB-853D968AB3C2}"/>
                  </a:ext>
                </a:extLst>
              </p:cNvPr>
              <p:cNvSpPr/>
              <p:nvPr/>
            </p:nvSpPr>
            <p:spPr>
              <a:xfrm>
                <a:off x="6201124" y="1680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8" name="Freeform 30457">
                <a:extLst>
                  <a:ext uri="{FF2B5EF4-FFF2-40B4-BE49-F238E27FC236}">
                    <a16:creationId xmlns:a16="http://schemas.microsoft.com/office/drawing/2014/main" id="{5EA94CE8-D672-BDCD-379E-C959D8687F07}"/>
                  </a:ext>
                </a:extLst>
              </p:cNvPr>
              <p:cNvSpPr/>
              <p:nvPr/>
            </p:nvSpPr>
            <p:spPr>
              <a:xfrm>
                <a:off x="6201620" y="1744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9" name="Freeform 30458">
                <a:extLst>
                  <a:ext uri="{FF2B5EF4-FFF2-40B4-BE49-F238E27FC236}">
                    <a16:creationId xmlns:a16="http://schemas.microsoft.com/office/drawing/2014/main" id="{B31063AA-6703-BC53-57C6-0E1FB38E4849}"/>
                  </a:ext>
                </a:extLst>
              </p:cNvPr>
              <p:cNvSpPr/>
              <p:nvPr/>
            </p:nvSpPr>
            <p:spPr>
              <a:xfrm>
                <a:off x="6202216" y="1770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0" name="Freeform 30459">
                <a:extLst>
                  <a:ext uri="{FF2B5EF4-FFF2-40B4-BE49-F238E27FC236}">
                    <a16:creationId xmlns:a16="http://schemas.microsoft.com/office/drawing/2014/main" id="{21375A38-C7FF-8829-B5BB-9FA0D28619F4}"/>
                  </a:ext>
                </a:extLst>
              </p:cNvPr>
              <p:cNvSpPr/>
              <p:nvPr/>
            </p:nvSpPr>
            <p:spPr>
              <a:xfrm>
                <a:off x="6202712" y="192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1" name="Freeform 30460">
                <a:extLst>
                  <a:ext uri="{FF2B5EF4-FFF2-40B4-BE49-F238E27FC236}">
                    <a16:creationId xmlns:a16="http://schemas.microsoft.com/office/drawing/2014/main" id="{E2E9352C-432C-B6B4-E673-4AE7C6A0CDE9}"/>
                  </a:ext>
                </a:extLst>
              </p:cNvPr>
              <p:cNvSpPr/>
              <p:nvPr/>
            </p:nvSpPr>
            <p:spPr>
              <a:xfrm>
                <a:off x="6203208" y="2011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2" name="Freeform 30461">
                <a:extLst>
                  <a:ext uri="{FF2B5EF4-FFF2-40B4-BE49-F238E27FC236}">
                    <a16:creationId xmlns:a16="http://schemas.microsoft.com/office/drawing/2014/main" id="{5D713A34-6D9E-15B7-8B1B-A759C9557959}"/>
                  </a:ext>
                </a:extLst>
              </p:cNvPr>
              <p:cNvSpPr/>
              <p:nvPr/>
            </p:nvSpPr>
            <p:spPr>
              <a:xfrm>
                <a:off x="6203803" y="19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3" name="Freeform 30462">
                <a:extLst>
                  <a:ext uri="{FF2B5EF4-FFF2-40B4-BE49-F238E27FC236}">
                    <a16:creationId xmlns:a16="http://schemas.microsoft.com/office/drawing/2014/main" id="{C05A08E2-E85F-6993-866B-812C2F4E7549}"/>
                  </a:ext>
                </a:extLst>
              </p:cNvPr>
              <p:cNvSpPr/>
              <p:nvPr/>
            </p:nvSpPr>
            <p:spPr>
              <a:xfrm>
                <a:off x="6204299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4" name="Freeform 30463">
                <a:extLst>
                  <a:ext uri="{FF2B5EF4-FFF2-40B4-BE49-F238E27FC236}">
                    <a16:creationId xmlns:a16="http://schemas.microsoft.com/office/drawing/2014/main" id="{86FAAB8D-A0D5-6659-2AE0-4872D9A31AB0}"/>
                  </a:ext>
                </a:extLst>
              </p:cNvPr>
              <p:cNvSpPr/>
              <p:nvPr/>
            </p:nvSpPr>
            <p:spPr>
              <a:xfrm>
                <a:off x="6204795" y="209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5" name="Freeform 30464">
                <a:extLst>
                  <a:ext uri="{FF2B5EF4-FFF2-40B4-BE49-F238E27FC236}">
                    <a16:creationId xmlns:a16="http://schemas.microsoft.com/office/drawing/2014/main" id="{83B08C4F-80D8-7034-D53A-625668553EDF}"/>
                  </a:ext>
                </a:extLst>
              </p:cNvPr>
              <p:cNvSpPr/>
              <p:nvPr/>
            </p:nvSpPr>
            <p:spPr>
              <a:xfrm>
                <a:off x="6205391" y="2340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6" name="Freeform 30465">
                <a:extLst>
                  <a:ext uri="{FF2B5EF4-FFF2-40B4-BE49-F238E27FC236}">
                    <a16:creationId xmlns:a16="http://schemas.microsoft.com/office/drawing/2014/main" id="{216A7DFE-D287-BBF6-E356-4FF8842C8296}"/>
                  </a:ext>
                </a:extLst>
              </p:cNvPr>
              <p:cNvSpPr/>
              <p:nvPr/>
            </p:nvSpPr>
            <p:spPr>
              <a:xfrm>
                <a:off x="6205887" y="2387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7" name="Freeform 30466">
                <a:extLst>
                  <a:ext uri="{FF2B5EF4-FFF2-40B4-BE49-F238E27FC236}">
                    <a16:creationId xmlns:a16="http://schemas.microsoft.com/office/drawing/2014/main" id="{EDF10A70-7D3F-A0A4-B546-CBB7682534A3}"/>
                  </a:ext>
                </a:extLst>
              </p:cNvPr>
              <p:cNvSpPr/>
              <p:nvPr/>
            </p:nvSpPr>
            <p:spPr>
              <a:xfrm>
                <a:off x="6206383" y="2392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8" name="Freeform 30467">
                <a:extLst>
                  <a:ext uri="{FF2B5EF4-FFF2-40B4-BE49-F238E27FC236}">
                    <a16:creationId xmlns:a16="http://schemas.microsoft.com/office/drawing/2014/main" id="{ACA59AFB-ED00-6793-E118-3B29A674222A}"/>
                  </a:ext>
                </a:extLst>
              </p:cNvPr>
              <p:cNvSpPr/>
              <p:nvPr/>
            </p:nvSpPr>
            <p:spPr>
              <a:xfrm>
                <a:off x="6206879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9" name="Freeform 30468">
                <a:extLst>
                  <a:ext uri="{FF2B5EF4-FFF2-40B4-BE49-F238E27FC236}">
                    <a16:creationId xmlns:a16="http://schemas.microsoft.com/office/drawing/2014/main" id="{B6B5DE11-9E7B-AEDD-8939-9966690412A6}"/>
                  </a:ext>
                </a:extLst>
              </p:cNvPr>
              <p:cNvSpPr/>
              <p:nvPr/>
            </p:nvSpPr>
            <p:spPr>
              <a:xfrm>
                <a:off x="6207474" y="2392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0" name="Freeform 30469">
                <a:extLst>
                  <a:ext uri="{FF2B5EF4-FFF2-40B4-BE49-F238E27FC236}">
                    <a16:creationId xmlns:a16="http://schemas.microsoft.com/office/drawing/2014/main" id="{898BECAB-DE15-DD19-17BE-A3E96D6F32D1}"/>
                  </a:ext>
                </a:extLst>
              </p:cNvPr>
              <p:cNvSpPr/>
              <p:nvPr/>
            </p:nvSpPr>
            <p:spPr>
              <a:xfrm>
                <a:off x="6207970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1" name="Freeform 30470">
                <a:extLst>
                  <a:ext uri="{FF2B5EF4-FFF2-40B4-BE49-F238E27FC236}">
                    <a16:creationId xmlns:a16="http://schemas.microsoft.com/office/drawing/2014/main" id="{87E9A074-B444-D498-E2FD-A8EF5AF6B768}"/>
                  </a:ext>
                </a:extLst>
              </p:cNvPr>
              <p:cNvSpPr/>
              <p:nvPr/>
            </p:nvSpPr>
            <p:spPr>
              <a:xfrm>
                <a:off x="6208466" y="2397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2" name="Freeform 30471">
                <a:extLst>
                  <a:ext uri="{FF2B5EF4-FFF2-40B4-BE49-F238E27FC236}">
                    <a16:creationId xmlns:a16="http://schemas.microsoft.com/office/drawing/2014/main" id="{F5B7871F-07E3-ED55-E690-CECB613DA3FC}"/>
                  </a:ext>
                </a:extLst>
              </p:cNvPr>
              <p:cNvSpPr/>
              <p:nvPr/>
            </p:nvSpPr>
            <p:spPr>
              <a:xfrm>
                <a:off x="6209062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3" name="Freeform 30472">
                <a:extLst>
                  <a:ext uri="{FF2B5EF4-FFF2-40B4-BE49-F238E27FC236}">
                    <a16:creationId xmlns:a16="http://schemas.microsoft.com/office/drawing/2014/main" id="{FAD263E5-EFD2-06D4-AC8F-1A765B9999CF}"/>
                  </a:ext>
                </a:extLst>
              </p:cNvPr>
              <p:cNvSpPr/>
              <p:nvPr/>
            </p:nvSpPr>
            <p:spPr>
              <a:xfrm>
                <a:off x="6209558" y="2394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4" name="Freeform 30473">
                <a:extLst>
                  <a:ext uri="{FF2B5EF4-FFF2-40B4-BE49-F238E27FC236}">
                    <a16:creationId xmlns:a16="http://schemas.microsoft.com/office/drawing/2014/main" id="{24D52D98-AB40-7EE4-BA89-931DD1F6E342}"/>
                  </a:ext>
                </a:extLst>
              </p:cNvPr>
              <p:cNvSpPr/>
              <p:nvPr/>
            </p:nvSpPr>
            <p:spPr>
              <a:xfrm>
                <a:off x="6210054" y="2395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5" name="Freeform 30474">
                <a:extLst>
                  <a:ext uri="{FF2B5EF4-FFF2-40B4-BE49-F238E27FC236}">
                    <a16:creationId xmlns:a16="http://schemas.microsoft.com/office/drawing/2014/main" id="{7DE09C07-9FDA-8B29-E8B5-8A914B83E0BC}"/>
                  </a:ext>
                </a:extLst>
              </p:cNvPr>
              <p:cNvSpPr/>
              <p:nvPr/>
            </p:nvSpPr>
            <p:spPr>
              <a:xfrm>
                <a:off x="6210649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6" name="Freeform 30475">
                <a:extLst>
                  <a:ext uri="{FF2B5EF4-FFF2-40B4-BE49-F238E27FC236}">
                    <a16:creationId xmlns:a16="http://schemas.microsoft.com/office/drawing/2014/main" id="{B9C5BA70-3AF3-CB34-2E3D-AB0CAE40C189}"/>
                  </a:ext>
                </a:extLst>
              </p:cNvPr>
              <p:cNvSpPr/>
              <p:nvPr/>
            </p:nvSpPr>
            <p:spPr>
              <a:xfrm>
                <a:off x="6211145" y="2393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7" name="Freeform 30476">
                <a:extLst>
                  <a:ext uri="{FF2B5EF4-FFF2-40B4-BE49-F238E27FC236}">
                    <a16:creationId xmlns:a16="http://schemas.microsoft.com/office/drawing/2014/main" id="{EAD1722F-065A-5B05-812C-6CBDAEF993B3}"/>
                  </a:ext>
                </a:extLst>
              </p:cNvPr>
              <p:cNvSpPr/>
              <p:nvPr/>
            </p:nvSpPr>
            <p:spPr>
              <a:xfrm>
                <a:off x="6211641" y="195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8" name="Freeform 30477">
                <a:extLst>
                  <a:ext uri="{FF2B5EF4-FFF2-40B4-BE49-F238E27FC236}">
                    <a16:creationId xmlns:a16="http://schemas.microsoft.com/office/drawing/2014/main" id="{6DB6F417-1488-0FB2-1FC5-4C10825DB3CA}"/>
                  </a:ext>
                </a:extLst>
              </p:cNvPr>
              <p:cNvSpPr/>
              <p:nvPr/>
            </p:nvSpPr>
            <p:spPr>
              <a:xfrm>
                <a:off x="6212237" y="1464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9" name="Freeform 30478">
                <a:extLst>
                  <a:ext uri="{FF2B5EF4-FFF2-40B4-BE49-F238E27FC236}">
                    <a16:creationId xmlns:a16="http://schemas.microsoft.com/office/drawing/2014/main" id="{0C1F3137-D2F0-8A23-9CF6-7B4E99B2ECC2}"/>
                  </a:ext>
                </a:extLst>
              </p:cNvPr>
              <p:cNvSpPr/>
              <p:nvPr/>
            </p:nvSpPr>
            <p:spPr>
              <a:xfrm>
                <a:off x="6212733" y="1467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0" name="Freeform 30479">
                <a:extLst>
                  <a:ext uri="{FF2B5EF4-FFF2-40B4-BE49-F238E27FC236}">
                    <a16:creationId xmlns:a16="http://schemas.microsoft.com/office/drawing/2014/main" id="{FD0512A5-6908-450F-3F9A-6161325EF0A4}"/>
                  </a:ext>
                </a:extLst>
              </p:cNvPr>
              <p:cNvSpPr/>
              <p:nvPr/>
            </p:nvSpPr>
            <p:spPr>
              <a:xfrm>
                <a:off x="6213229" y="1513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1" name="Freeform 30480">
                <a:extLst>
                  <a:ext uri="{FF2B5EF4-FFF2-40B4-BE49-F238E27FC236}">
                    <a16:creationId xmlns:a16="http://schemas.microsoft.com/office/drawing/2014/main" id="{1FE05816-90F3-53FD-40CA-4CDCAB16BAE0}"/>
                  </a:ext>
                </a:extLst>
              </p:cNvPr>
              <p:cNvSpPr/>
              <p:nvPr/>
            </p:nvSpPr>
            <p:spPr>
              <a:xfrm>
                <a:off x="6213824" y="1619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2" name="Freeform 30481">
                <a:extLst>
                  <a:ext uri="{FF2B5EF4-FFF2-40B4-BE49-F238E27FC236}">
                    <a16:creationId xmlns:a16="http://schemas.microsoft.com/office/drawing/2014/main" id="{5E6F24D3-CF72-A0CB-9905-253950E7E571}"/>
                  </a:ext>
                </a:extLst>
              </p:cNvPr>
              <p:cNvSpPr/>
              <p:nvPr/>
            </p:nvSpPr>
            <p:spPr>
              <a:xfrm>
                <a:off x="6214320" y="1573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3" name="Freeform 30482">
                <a:extLst>
                  <a:ext uri="{FF2B5EF4-FFF2-40B4-BE49-F238E27FC236}">
                    <a16:creationId xmlns:a16="http://schemas.microsoft.com/office/drawing/2014/main" id="{D9AE4672-EBD9-FE54-8BBC-EE898773615E}"/>
                  </a:ext>
                </a:extLst>
              </p:cNvPr>
              <p:cNvSpPr/>
              <p:nvPr/>
            </p:nvSpPr>
            <p:spPr>
              <a:xfrm>
                <a:off x="6214816" y="1662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4" name="Freeform 30483">
                <a:extLst>
                  <a:ext uri="{FF2B5EF4-FFF2-40B4-BE49-F238E27FC236}">
                    <a16:creationId xmlns:a16="http://schemas.microsoft.com/office/drawing/2014/main" id="{4E9CA8A3-655B-C884-D9F6-167A81ABFFF7}"/>
                  </a:ext>
                </a:extLst>
              </p:cNvPr>
              <p:cNvSpPr/>
              <p:nvPr/>
            </p:nvSpPr>
            <p:spPr>
              <a:xfrm>
                <a:off x="6215412" y="1761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5" name="Freeform 30484">
                <a:extLst>
                  <a:ext uri="{FF2B5EF4-FFF2-40B4-BE49-F238E27FC236}">
                    <a16:creationId xmlns:a16="http://schemas.microsoft.com/office/drawing/2014/main" id="{47629CC9-72B4-960A-DD68-8198CF47CCB7}"/>
                  </a:ext>
                </a:extLst>
              </p:cNvPr>
              <p:cNvSpPr/>
              <p:nvPr/>
            </p:nvSpPr>
            <p:spPr>
              <a:xfrm>
                <a:off x="6215908" y="1798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6" name="Freeform 30485">
                <a:extLst>
                  <a:ext uri="{FF2B5EF4-FFF2-40B4-BE49-F238E27FC236}">
                    <a16:creationId xmlns:a16="http://schemas.microsoft.com/office/drawing/2014/main" id="{D5AF471D-51FA-BC24-04D1-6BCE726D3582}"/>
                  </a:ext>
                </a:extLst>
              </p:cNvPr>
              <p:cNvSpPr/>
              <p:nvPr/>
            </p:nvSpPr>
            <p:spPr>
              <a:xfrm>
                <a:off x="6216404" y="1822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7" name="Freeform 30486">
                <a:extLst>
                  <a:ext uri="{FF2B5EF4-FFF2-40B4-BE49-F238E27FC236}">
                    <a16:creationId xmlns:a16="http://schemas.microsoft.com/office/drawing/2014/main" id="{70B6B83F-F47F-E329-E899-BAF737E21A21}"/>
                  </a:ext>
                </a:extLst>
              </p:cNvPr>
              <p:cNvSpPr/>
              <p:nvPr/>
            </p:nvSpPr>
            <p:spPr>
              <a:xfrm>
                <a:off x="6216999" y="1801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8" name="Freeform 30487">
                <a:extLst>
                  <a:ext uri="{FF2B5EF4-FFF2-40B4-BE49-F238E27FC236}">
                    <a16:creationId xmlns:a16="http://schemas.microsoft.com/office/drawing/2014/main" id="{DD8D8712-7363-5AE7-073B-78F2CA42EF00}"/>
                  </a:ext>
                </a:extLst>
              </p:cNvPr>
              <p:cNvSpPr/>
              <p:nvPr/>
            </p:nvSpPr>
            <p:spPr>
              <a:xfrm>
                <a:off x="6217495" y="194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9" name="Freeform 30488">
                <a:extLst>
                  <a:ext uri="{FF2B5EF4-FFF2-40B4-BE49-F238E27FC236}">
                    <a16:creationId xmlns:a16="http://schemas.microsoft.com/office/drawing/2014/main" id="{113897D0-FD00-A31F-7FAE-131C02B21452}"/>
                  </a:ext>
                </a:extLst>
              </p:cNvPr>
              <p:cNvSpPr/>
              <p:nvPr/>
            </p:nvSpPr>
            <p:spPr>
              <a:xfrm>
                <a:off x="6217991" y="2342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0" name="Freeform 30489">
                <a:extLst>
                  <a:ext uri="{FF2B5EF4-FFF2-40B4-BE49-F238E27FC236}">
                    <a16:creationId xmlns:a16="http://schemas.microsoft.com/office/drawing/2014/main" id="{9D35229D-6C0E-08E1-FB18-424FF8657E80}"/>
                  </a:ext>
                </a:extLst>
              </p:cNvPr>
              <p:cNvSpPr/>
              <p:nvPr/>
            </p:nvSpPr>
            <p:spPr>
              <a:xfrm>
                <a:off x="6218587" y="2371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1" name="Freeform 30490">
                <a:extLst>
                  <a:ext uri="{FF2B5EF4-FFF2-40B4-BE49-F238E27FC236}">
                    <a16:creationId xmlns:a16="http://schemas.microsoft.com/office/drawing/2014/main" id="{C6A91C85-C75E-32C1-6B70-4863D490E67E}"/>
                  </a:ext>
                </a:extLst>
              </p:cNvPr>
              <p:cNvSpPr/>
              <p:nvPr/>
            </p:nvSpPr>
            <p:spPr>
              <a:xfrm>
                <a:off x="6219083" y="2390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2" name="Freeform 30491">
                <a:extLst>
                  <a:ext uri="{FF2B5EF4-FFF2-40B4-BE49-F238E27FC236}">
                    <a16:creationId xmlns:a16="http://schemas.microsoft.com/office/drawing/2014/main" id="{E62F0B7A-D810-87DF-9E5F-48CDC7EB929E}"/>
                  </a:ext>
                </a:extLst>
              </p:cNvPr>
              <p:cNvSpPr/>
              <p:nvPr/>
            </p:nvSpPr>
            <p:spPr>
              <a:xfrm>
                <a:off x="6219579" y="2398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3" name="Freeform 30492">
                <a:extLst>
                  <a:ext uri="{FF2B5EF4-FFF2-40B4-BE49-F238E27FC236}">
                    <a16:creationId xmlns:a16="http://schemas.microsoft.com/office/drawing/2014/main" id="{7A293C19-4086-B628-527B-8188B6852808}"/>
                  </a:ext>
                </a:extLst>
              </p:cNvPr>
              <p:cNvSpPr/>
              <p:nvPr/>
            </p:nvSpPr>
            <p:spPr>
              <a:xfrm>
                <a:off x="6220075" y="24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4" name="Freeform 30493">
                <a:extLst>
                  <a:ext uri="{FF2B5EF4-FFF2-40B4-BE49-F238E27FC236}">
                    <a16:creationId xmlns:a16="http://schemas.microsoft.com/office/drawing/2014/main" id="{957645B2-4E57-8481-5FA0-0E31CB6DAD53}"/>
                  </a:ext>
                </a:extLst>
              </p:cNvPr>
              <p:cNvSpPr/>
              <p:nvPr/>
            </p:nvSpPr>
            <p:spPr>
              <a:xfrm>
                <a:off x="6220670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5" name="Freeform 30494">
                <a:extLst>
                  <a:ext uri="{FF2B5EF4-FFF2-40B4-BE49-F238E27FC236}">
                    <a16:creationId xmlns:a16="http://schemas.microsoft.com/office/drawing/2014/main" id="{3451E0A5-9DD3-1ACB-031F-BF4B154FF486}"/>
                  </a:ext>
                </a:extLst>
              </p:cNvPr>
              <p:cNvSpPr/>
              <p:nvPr/>
            </p:nvSpPr>
            <p:spPr>
              <a:xfrm>
                <a:off x="6221166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6" name="Freeform 30495">
                <a:extLst>
                  <a:ext uri="{FF2B5EF4-FFF2-40B4-BE49-F238E27FC236}">
                    <a16:creationId xmlns:a16="http://schemas.microsoft.com/office/drawing/2014/main" id="{B4E80706-BC44-8470-6496-A20EFCC03430}"/>
                  </a:ext>
                </a:extLst>
              </p:cNvPr>
              <p:cNvSpPr/>
              <p:nvPr/>
            </p:nvSpPr>
            <p:spPr>
              <a:xfrm>
                <a:off x="6221663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7" name="Freeform 30496">
                <a:extLst>
                  <a:ext uri="{FF2B5EF4-FFF2-40B4-BE49-F238E27FC236}">
                    <a16:creationId xmlns:a16="http://schemas.microsoft.com/office/drawing/2014/main" id="{E606BF8E-CD7E-0382-9E30-99B12D690638}"/>
                  </a:ext>
                </a:extLst>
              </p:cNvPr>
              <p:cNvSpPr/>
              <p:nvPr/>
            </p:nvSpPr>
            <p:spPr>
              <a:xfrm>
                <a:off x="6222258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8" name="Freeform 30497">
                <a:extLst>
                  <a:ext uri="{FF2B5EF4-FFF2-40B4-BE49-F238E27FC236}">
                    <a16:creationId xmlns:a16="http://schemas.microsoft.com/office/drawing/2014/main" id="{100C9559-360E-25B4-4307-56CAAD127B96}"/>
                  </a:ext>
                </a:extLst>
              </p:cNvPr>
              <p:cNvSpPr/>
              <p:nvPr/>
            </p:nvSpPr>
            <p:spPr>
              <a:xfrm>
                <a:off x="6222754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9" name="Freeform 30498">
                <a:extLst>
                  <a:ext uri="{FF2B5EF4-FFF2-40B4-BE49-F238E27FC236}">
                    <a16:creationId xmlns:a16="http://schemas.microsoft.com/office/drawing/2014/main" id="{FBCC470E-B8A4-0852-3767-6C9F598E29D5}"/>
                  </a:ext>
                </a:extLst>
              </p:cNvPr>
              <p:cNvSpPr/>
              <p:nvPr/>
            </p:nvSpPr>
            <p:spPr>
              <a:xfrm>
                <a:off x="6223250" y="2405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0" name="Freeform 30499">
                <a:extLst>
                  <a:ext uri="{FF2B5EF4-FFF2-40B4-BE49-F238E27FC236}">
                    <a16:creationId xmlns:a16="http://schemas.microsoft.com/office/drawing/2014/main" id="{B090CCB6-325F-106A-4A99-0C61764C28C2}"/>
                  </a:ext>
                </a:extLst>
              </p:cNvPr>
              <p:cNvSpPr/>
              <p:nvPr/>
            </p:nvSpPr>
            <p:spPr>
              <a:xfrm>
                <a:off x="6223845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1" name="Freeform 30500">
                <a:extLst>
                  <a:ext uri="{FF2B5EF4-FFF2-40B4-BE49-F238E27FC236}">
                    <a16:creationId xmlns:a16="http://schemas.microsoft.com/office/drawing/2014/main" id="{F98BB324-F8DA-157A-70CA-584B653A7055}"/>
                  </a:ext>
                </a:extLst>
              </p:cNvPr>
              <p:cNvSpPr/>
              <p:nvPr/>
            </p:nvSpPr>
            <p:spPr>
              <a:xfrm>
                <a:off x="6224341" y="2113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2" name="Freeform 30501">
                <a:extLst>
                  <a:ext uri="{FF2B5EF4-FFF2-40B4-BE49-F238E27FC236}">
                    <a16:creationId xmlns:a16="http://schemas.microsoft.com/office/drawing/2014/main" id="{274F65A7-0632-2AC8-83D7-5DB29A1F812A}"/>
                  </a:ext>
                </a:extLst>
              </p:cNvPr>
              <p:cNvSpPr/>
              <p:nvPr/>
            </p:nvSpPr>
            <p:spPr>
              <a:xfrm>
                <a:off x="6224838" y="1541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3" name="Freeform 30502">
                <a:extLst>
                  <a:ext uri="{FF2B5EF4-FFF2-40B4-BE49-F238E27FC236}">
                    <a16:creationId xmlns:a16="http://schemas.microsoft.com/office/drawing/2014/main" id="{1E5F552C-E162-CD68-48FE-5750792AC9DF}"/>
                  </a:ext>
                </a:extLst>
              </p:cNvPr>
              <p:cNvSpPr/>
              <p:nvPr/>
            </p:nvSpPr>
            <p:spPr>
              <a:xfrm>
                <a:off x="6225433" y="1598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4" name="Freeform 30503">
                <a:extLst>
                  <a:ext uri="{FF2B5EF4-FFF2-40B4-BE49-F238E27FC236}">
                    <a16:creationId xmlns:a16="http://schemas.microsoft.com/office/drawing/2014/main" id="{EA41B365-63B3-1323-3E0A-2F16EB12BBF7}"/>
                  </a:ext>
                </a:extLst>
              </p:cNvPr>
              <p:cNvSpPr/>
              <p:nvPr/>
            </p:nvSpPr>
            <p:spPr>
              <a:xfrm>
                <a:off x="6225929" y="1674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5" name="Freeform 30504">
                <a:extLst>
                  <a:ext uri="{FF2B5EF4-FFF2-40B4-BE49-F238E27FC236}">
                    <a16:creationId xmlns:a16="http://schemas.microsoft.com/office/drawing/2014/main" id="{A24ACB6D-FF69-E0C6-CE1F-0AB84202DEA1}"/>
                  </a:ext>
                </a:extLst>
              </p:cNvPr>
              <p:cNvSpPr/>
              <p:nvPr/>
            </p:nvSpPr>
            <p:spPr>
              <a:xfrm>
                <a:off x="6226425" y="1530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6" name="Freeform 30505">
                <a:extLst>
                  <a:ext uri="{FF2B5EF4-FFF2-40B4-BE49-F238E27FC236}">
                    <a16:creationId xmlns:a16="http://schemas.microsoft.com/office/drawing/2014/main" id="{56F6FA60-1CCD-043F-BD62-2EA9C443DF02}"/>
                  </a:ext>
                </a:extLst>
              </p:cNvPr>
              <p:cNvSpPr/>
              <p:nvPr/>
            </p:nvSpPr>
            <p:spPr>
              <a:xfrm>
                <a:off x="6227020" y="1648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7" name="Freeform 30506">
                <a:extLst>
                  <a:ext uri="{FF2B5EF4-FFF2-40B4-BE49-F238E27FC236}">
                    <a16:creationId xmlns:a16="http://schemas.microsoft.com/office/drawing/2014/main" id="{210A610B-903F-B5CC-F326-CCDD533997F6}"/>
                  </a:ext>
                </a:extLst>
              </p:cNvPr>
              <p:cNvSpPr/>
              <p:nvPr/>
            </p:nvSpPr>
            <p:spPr>
              <a:xfrm>
                <a:off x="6227516" y="17751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8" name="Freeform 30507">
                <a:extLst>
                  <a:ext uri="{FF2B5EF4-FFF2-40B4-BE49-F238E27FC236}">
                    <a16:creationId xmlns:a16="http://schemas.microsoft.com/office/drawing/2014/main" id="{C07AE5C8-70BF-0831-2302-9D7629E8F383}"/>
                  </a:ext>
                </a:extLst>
              </p:cNvPr>
              <p:cNvSpPr/>
              <p:nvPr/>
            </p:nvSpPr>
            <p:spPr>
              <a:xfrm>
                <a:off x="6228013" y="1885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9" name="Freeform 30508">
                <a:extLst>
                  <a:ext uri="{FF2B5EF4-FFF2-40B4-BE49-F238E27FC236}">
                    <a16:creationId xmlns:a16="http://schemas.microsoft.com/office/drawing/2014/main" id="{FBA336FF-6101-72B2-840A-1B33D5F8BF41}"/>
                  </a:ext>
                </a:extLst>
              </p:cNvPr>
              <p:cNvSpPr/>
              <p:nvPr/>
            </p:nvSpPr>
            <p:spPr>
              <a:xfrm>
                <a:off x="6228608" y="1953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0" name="Freeform 30509">
                <a:extLst>
                  <a:ext uri="{FF2B5EF4-FFF2-40B4-BE49-F238E27FC236}">
                    <a16:creationId xmlns:a16="http://schemas.microsoft.com/office/drawing/2014/main" id="{554DA3F5-CAB8-7CD5-61BA-6A3E2930738F}"/>
                  </a:ext>
                </a:extLst>
              </p:cNvPr>
              <p:cNvSpPr/>
              <p:nvPr/>
            </p:nvSpPr>
            <p:spPr>
              <a:xfrm>
                <a:off x="6229104" y="196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1" name="Freeform 30510">
                <a:extLst>
                  <a:ext uri="{FF2B5EF4-FFF2-40B4-BE49-F238E27FC236}">
                    <a16:creationId xmlns:a16="http://schemas.microsoft.com/office/drawing/2014/main" id="{E7448EBC-609C-FBFF-5307-DC936AB9CA2E}"/>
                  </a:ext>
                </a:extLst>
              </p:cNvPr>
              <p:cNvSpPr/>
              <p:nvPr/>
            </p:nvSpPr>
            <p:spPr>
              <a:xfrm>
                <a:off x="6229600" y="1942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2" name="Freeform 30511">
                <a:extLst>
                  <a:ext uri="{FF2B5EF4-FFF2-40B4-BE49-F238E27FC236}">
                    <a16:creationId xmlns:a16="http://schemas.microsoft.com/office/drawing/2014/main" id="{5DF7FEA5-02F9-FEDE-11F8-4BE15222CCC3}"/>
                  </a:ext>
                </a:extLst>
              </p:cNvPr>
              <p:cNvSpPr/>
              <p:nvPr/>
            </p:nvSpPr>
            <p:spPr>
              <a:xfrm>
                <a:off x="6230195" y="209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3" name="Freeform 30512">
                <a:extLst>
                  <a:ext uri="{FF2B5EF4-FFF2-40B4-BE49-F238E27FC236}">
                    <a16:creationId xmlns:a16="http://schemas.microsoft.com/office/drawing/2014/main" id="{9E9A33E6-2817-52C1-080D-1F005C9A05CF}"/>
                  </a:ext>
                </a:extLst>
              </p:cNvPr>
              <p:cNvSpPr/>
              <p:nvPr/>
            </p:nvSpPr>
            <p:spPr>
              <a:xfrm>
                <a:off x="6230691" y="2348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4" name="Freeform 30513">
                <a:extLst>
                  <a:ext uri="{FF2B5EF4-FFF2-40B4-BE49-F238E27FC236}">
                    <a16:creationId xmlns:a16="http://schemas.microsoft.com/office/drawing/2014/main" id="{42552D62-CE71-CC0D-6AE9-84A7876F89E8}"/>
                  </a:ext>
                </a:extLst>
              </p:cNvPr>
              <p:cNvSpPr/>
              <p:nvPr/>
            </p:nvSpPr>
            <p:spPr>
              <a:xfrm>
                <a:off x="6231188" y="2383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5" name="Freeform 30514">
                <a:extLst>
                  <a:ext uri="{FF2B5EF4-FFF2-40B4-BE49-F238E27FC236}">
                    <a16:creationId xmlns:a16="http://schemas.microsoft.com/office/drawing/2014/main" id="{0D67E35C-1C27-96E7-8C70-A260E89D0F66}"/>
                  </a:ext>
                </a:extLst>
              </p:cNvPr>
              <p:cNvSpPr/>
              <p:nvPr/>
            </p:nvSpPr>
            <p:spPr>
              <a:xfrm>
                <a:off x="6231684" y="2386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6" name="Freeform 30515">
                <a:extLst>
                  <a:ext uri="{FF2B5EF4-FFF2-40B4-BE49-F238E27FC236}">
                    <a16:creationId xmlns:a16="http://schemas.microsoft.com/office/drawing/2014/main" id="{BE97B2D6-74E9-BA1D-CA42-6699057BEAB8}"/>
                  </a:ext>
                </a:extLst>
              </p:cNvPr>
              <p:cNvSpPr/>
              <p:nvPr/>
            </p:nvSpPr>
            <p:spPr>
              <a:xfrm>
                <a:off x="6232279" y="2388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7" name="Freeform 30516">
                <a:extLst>
                  <a:ext uri="{FF2B5EF4-FFF2-40B4-BE49-F238E27FC236}">
                    <a16:creationId xmlns:a16="http://schemas.microsoft.com/office/drawing/2014/main" id="{6A239F70-A80D-6F12-78FE-2497FADD065A}"/>
                  </a:ext>
                </a:extLst>
              </p:cNvPr>
              <p:cNvSpPr/>
              <p:nvPr/>
            </p:nvSpPr>
            <p:spPr>
              <a:xfrm>
                <a:off x="6232775" y="2391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8" name="Freeform 30517">
                <a:extLst>
                  <a:ext uri="{FF2B5EF4-FFF2-40B4-BE49-F238E27FC236}">
                    <a16:creationId xmlns:a16="http://schemas.microsoft.com/office/drawing/2014/main" id="{82E17DBF-2342-1051-05EC-617A3F007C1B}"/>
                  </a:ext>
                </a:extLst>
              </p:cNvPr>
              <p:cNvSpPr/>
              <p:nvPr/>
            </p:nvSpPr>
            <p:spPr>
              <a:xfrm>
                <a:off x="6233271" y="2394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9" name="Freeform 30518">
                <a:extLst>
                  <a:ext uri="{FF2B5EF4-FFF2-40B4-BE49-F238E27FC236}">
                    <a16:creationId xmlns:a16="http://schemas.microsoft.com/office/drawing/2014/main" id="{670B047A-2256-1BA9-070E-1AED73A659D8}"/>
                  </a:ext>
                </a:extLst>
              </p:cNvPr>
              <p:cNvSpPr/>
              <p:nvPr/>
            </p:nvSpPr>
            <p:spPr>
              <a:xfrm>
                <a:off x="6233866" y="2401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0" name="Freeform 30519">
                <a:extLst>
                  <a:ext uri="{FF2B5EF4-FFF2-40B4-BE49-F238E27FC236}">
                    <a16:creationId xmlns:a16="http://schemas.microsoft.com/office/drawing/2014/main" id="{2E599222-CC78-0189-0BB7-8CDAA0DFFE34}"/>
                  </a:ext>
                </a:extLst>
              </p:cNvPr>
              <p:cNvSpPr/>
              <p:nvPr/>
            </p:nvSpPr>
            <p:spPr>
              <a:xfrm>
                <a:off x="6234363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1" name="Freeform 30520">
                <a:extLst>
                  <a:ext uri="{FF2B5EF4-FFF2-40B4-BE49-F238E27FC236}">
                    <a16:creationId xmlns:a16="http://schemas.microsoft.com/office/drawing/2014/main" id="{FECEED12-E4B6-7791-038E-680B760F1E65}"/>
                  </a:ext>
                </a:extLst>
              </p:cNvPr>
              <p:cNvSpPr/>
              <p:nvPr/>
            </p:nvSpPr>
            <p:spPr>
              <a:xfrm>
                <a:off x="6234859" y="2396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2" name="Freeform 30521">
                <a:extLst>
                  <a:ext uri="{FF2B5EF4-FFF2-40B4-BE49-F238E27FC236}">
                    <a16:creationId xmlns:a16="http://schemas.microsoft.com/office/drawing/2014/main" id="{E5C419AC-0446-4142-020E-7F39988D10F0}"/>
                  </a:ext>
                </a:extLst>
              </p:cNvPr>
              <p:cNvSpPr/>
              <p:nvPr/>
            </p:nvSpPr>
            <p:spPr>
              <a:xfrm>
                <a:off x="6235454" y="2397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3" name="Freeform 30522">
                <a:extLst>
                  <a:ext uri="{FF2B5EF4-FFF2-40B4-BE49-F238E27FC236}">
                    <a16:creationId xmlns:a16="http://schemas.microsoft.com/office/drawing/2014/main" id="{77CCEBD9-97C7-42E4-399D-AD109CCA0C25}"/>
                  </a:ext>
                </a:extLst>
              </p:cNvPr>
              <p:cNvSpPr/>
              <p:nvPr/>
            </p:nvSpPr>
            <p:spPr>
              <a:xfrm>
                <a:off x="6235950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4" name="Freeform 30523">
                <a:extLst>
                  <a:ext uri="{FF2B5EF4-FFF2-40B4-BE49-F238E27FC236}">
                    <a16:creationId xmlns:a16="http://schemas.microsoft.com/office/drawing/2014/main" id="{4E73A8D3-9DCE-40E3-9EAE-F985D81C815E}"/>
                  </a:ext>
                </a:extLst>
              </p:cNvPr>
              <p:cNvSpPr/>
              <p:nvPr/>
            </p:nvSpPr>
            <p:spPr>
              <a:xfrm>
                <a:off x="6236446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5" name="Freeform 30524">
                <a:extLst>
                  <a:ext uri="{FF2B5EF4-FFF2-40B4-BE49-F238E27FC236}">
                    <a16:creationId xmlns:a16="http://schemas.microsoft.com/office/drawing/2014/main" id="{131CEB2A-C9B2-F92B-626F-416BE9C5C06F}"/>
                  </a:ext>
                </a:extLst>
              </p:cNvPr>
              <p:cNvSpPr/>
              <p:nvPr/>
            </p:nvSpPr>
            <p:spPr>
              <a:xfrm>
                <a:off x="6237041" y="2125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6" name="Freeform 30525">
                <a:extLst>
                  <a:ext uri="{FF2B5EF4-FFF2-40B4-BE49-F238E27FC236}">
                    <a16:creationId xmlns:a16="http://schemas.microsoft.com/office/drawing/2014/main" id="{30357B98-FA4D-226D-4B43-2FF9D953CD2A}"/>
                  </a:ext>
                </a:extLst>
              </p:cNvPr>
              <p:cNvSpPr/>
              <p:nvPr/>
            </p:nvSpPr>
            <p:spPr>
              <a:xfrm>
                <a:off x="6237538" y="1686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7" name="Freeform 30526">
                <a:extLst>
                  <a:ext uri="{FF2B5EF4-FFF2-40B4-BE49-F238E27FC236}">
                    <a16:creationId xmlns:a16="http://schemas.microsoft.com/office/drawing/2014/main" id="{49B7E551-EAF0-F1E3-8D86-820E96BDBD84}"/>
                  </a:ext>
                </a:extLst>
              </p:cNvPr>
              <p:cNvSpPr/>
              <p:nvPr/>
            </p:nvSpPr>
            <p:spPr>
              <a:xfrm>
                <a:off x="6238034" y="1673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8" name="Freeform 30527">
                <a:extLst>
                  <a:ext uri="{FF2B5EF4-FFF2-40B4-BE49-F238E27FC236}">
                    <a16:creationId xmlns:a16="http://schemas.microsoft.com/office/drawing/2014/main" id="{74EA39F5-E0BE-0CEA-AD84-DE1E90334FB3}"/>
                  </a:ext>
                </a:extLst>
              </p:cNvPr>
              <p:cNvSpPr/>
              <p:nvPr/>
            </p:nvSpPr>
            <p:spPr>
              <a:xfrm>
                <a:off x="6238629" y="1743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9" name="Freeform 30528">
                <a:extLst>
                  <a:ext uri="{FF2B5EF4-FFF2-40B4-BE49-F238E27FC236}">
                    <a16:creationId xmlns:a16="http://schemas.microsoft.com/office/drawing/2014/main" id="{CCBD233E-8AC1-EEB1-366D-1AC8715D6440}"/>
                  </a:ext>
                </a:extLst>
              </p:cNvPr>
              <p:cNvSpPr/>
              <p:nvPr/>
            </p:nvSpPr>
            <p:spPr>
              <a:xfrm>
                <a:off x="6239125" y="1778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0" name="Freeform 30529">
                <a:extLst>
                  <a:ext uri="{FF2B5EF4-FFF2-40B4-BE49-F238E27FC236}">
                    <a16:creationId xmlns:a16="http://schemas.microsoft.com/office/drawing/2014/main" id="{E8699DEF-9C96-D136-0D15-47E416FDC736}"/>
                  </a:ext>
                </a:extLst>
              </p:cNvPr>
              <p:cNvSpPr/>
              <p:nvPr/>
            </p:nvSpPr>
            <p:spPr>
              <a:xfrm>
                <a:off x="6239621" y="1843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1" name="Freeform 30530">
                <a:extLst>
                  <a:ext uri="{FF2B5EF4-FFF2-40B4-BE49-F238E27FC236}">
                    <a16:creationId xmlns:a16="http://schemas.microsoft.com/office/drawing/2014/main" id="{20B485E9-C817-16CA-F33D-F6AF5E4F128E}"/>
                  </a:ext>
                </a:extLst>
              </p:cNvPr>
              <p:cNvSpPr/>
              <p:nvPr/>
            </p:nvSpPr>
            <p:spPr>
              <a:xfrm>
                <a:off x="6240216" y="1880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2" name="Freeform 30531">
                <a:extLst>
                  <a:ext uri="{FF2B5EF4-FFF2-40B4-BE49-F238E27FC236}">
                    <a16:creationId xmlns:a16="http://schemas.microsoft.com/office/drawing/2014/main" id="{736D0924-06AC-C0BA-828E-55A4704D0868}"/>
                  </a:ext>
                </a:extLst>
              </p:cNvPr>
              <p:cNvSpPr/>
              <p:nvPr/>
            </p:nvSpPr>
            <p:spPr>
              <a:xfrm>
                <a:off x="6240713" y="2032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3" name="Freeform 30532">
                <a:extLst>
                  <a:ext uri="{FF2B5EF4-FFF2-40B4-BE49-F238E27FC236}">
                    <a16:creationId xmlns:a16="http://schemas.microsoft.com/office/drawing/2014/main" id="{309B1C4A-1E69-D3ED-63AC-7AB41FF45D64}"/>
                  </a:ext>
                </a:extLst>
              </p:cNvPr>
              <p:cNvSpPr/>
              <p:nvPr/>
            </p:nvSpPr>
            <p:spPr>
              <a:xfrm>
                <a:off x="6241209" y="2044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4" name="Freeform 30533">
                <a:extLst>
                  <a:ext uri="{FF2B5EF4-FFF2-40B4-BE49-F238E27FC236}">
                    <a16:creationId xmlns:a16="http://schemas.microsoft.com/office/drawing/2014/main" id="{09C78734-7C95-267C-8A3B-670743806D0B}"/>
                  </a:ext>
                </a:extLst>
              </p:cNvPr>
              <p:cNvSpPr/>
              <p:nvPr/>
            </p:nvSpPr>
            <p:spPr>
              <a:xfrm>
                <a:off x="6241804" y="2070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5" name="Freeform 30534">
                <a:extLst>
                  <a:ext uri="{FF2B5EF4-FFF2-40B4-BE49-F238E27FC236}">
                    <a16:creationId xmlns:a16="http://schemas.microsoft.com/office/drawing/2014/main" id="{D0D490B4-1361-187E-30EF-69F1BE5BFFA8}"/>
                  </a:ext>
                </a:extLst>
              </p:cNvPr>
              <p:cNvSpPr/>
              <p:nvPr/>
            </p:nvSpPr>
            <p:spPr>
              <a:xfrm>
                <a:off x="6242300" y="20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6" name="Freeform 30535">
                <a:extLst>
                  <a:ext uri="{FF2B5EF4-FFF2-40B4-BE49-F238E27FC236}">
                    <a16:creationId xmlns:a16="http://schemas.microsoft.com/office/drawing/2014/main" id="{4906DF62-FEE0-EAE6-6343-FAEDAD120650}"/>
                  </a:ext>
                </a:extLst>
              </p:cNvPr>
              <p:cNvSpPr/>
              <p:nvPr/>
            </p:nvSpPr>
            <p:spPr>
              <a:xfrm>
                <a:off x="6242796" y="2104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7" name="Freeform 30536">
                <a:extLst>
                  <a:ext uri="{FF2B5EF4-FFF2-40B4-BE49-F238E27FC236}">
                    <a16:creationId xmlns:a16="http://schemas.microsoft.com/office/drawing/2014/main" id="{29683ABF-0122-E342-E4C7-858AB0EF3123}"/>
                  </a:ext>
                </a:extLst>
              </p:cNvPr>
              <p:cNvSpPr/>
              <p:nvPr/>
            </p:nvSpPr>
            <p:spPr>
              <a:xfrm>
                <a:off x="6243391" y="2371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8" name="Freeform 30537">
                <a:extLst>
                  <a:ext uri="{FF2B5EF4-FFF2-40B4-BE49-F238E27FC236}">
                    <a16:creationId xmlns:a16="http://schemas.microsoft.com/office/drawing/2014/main" id="{47C96DE6-84A6-DF67-9833-7C7F05D095D7}"/>
                  </a:ext>
                </a:extLst>
              </p:cNvPr>
              <p:cNvSpPr/>
              <p:nvPr/>
            </p:nvSpPr>
            <p:spPr>
              <a:xfrm>
                <a:off x="6243888" y="2390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9" name="Freeform 30538">
                <a:extLst>
                  <a:ext uri="{FF2B5EF4-FFF2-40B4-BE49-F238E27FC236}">
                    <a16:creationId xmlns:a16="http://schemas.microsoft.com/office/drawing/2014/main" id="{EEE8E211-A3C0-B5BC-6981-02B6EBD7DB63}"/>
                  </a:ext>
                </a:extLst>
              </p:cNvPr>
              <p:cNvSpPr/>
              <p:nvPr/>
            </p:nvSpPr>
            <p:spPr>
              <a:xfrm>
                <a:off x="6244384" y="2403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0" name="Freeform 30539">
                <a:extLst>
                  <a:ext uri="{FF2B5EF4-FFF2-40B4-BE49-F238E27FC236}">
                    <a16:creationId xmlns:a16="http://schemas.microsoft.com/office/drawing/2014/main" id="{268BEB5C-9DF9-710F-5DBF-54B5FE28EEA3}"/>
                  </a:ext>
                </a:extLst>
              </p:cNvPr>
              <p:cNvSpPr/>
              <p:nvPr/>
            </p:nvSpPr>
            <p:spPr>
              <a:xfrm>
                <a:off x="6244880" y="2408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1" name="Freeform 30540">
                <a:extLst>
                  <a:ext uri="{FF2B5EF4-FFF2-40B4-BE49-F238E27FC236}">
                    <a16:creationId xmlns:a16="http://schemas.microsoft.com/office/drawing/2014/main" id="{8959285C-515F-7100-EC29-F26CF2748AC2}"/>
                  </a:ext>
                </a:extLst>
              </p:cNvPr>
              <p:cNvSpPr/>
              <p:nvPr/>
            </p:nvSpPr>
            <p:spPr>
              <a:xfrm>
                <a:off x="6245475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2" name="Freeform 30541">
                <a:extLst>
                  <a:ext uri="{FF2B5EF4-FFF2-40B4-BE49-F238E27FC236}">
                    <a16:creationId xmlns:a16="http://schemas.microsoft.com/office/drawing/2014/main" id="{7343E5DA-DF7A-963D-5272-07D052631D64}"/>
                  </a:ext>
                </a:extLst>
              </p:cNvPr>
              <p:cNvSpPr/>
              <p:nvPr/>
            </p:nvSpPr>
            <p:spPr>
              <a:xfrm>
                <a:off x="624597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3" name="Freeform 30542">
                <a:extLst>
                  <a:ext uri="{FF2B5EF4-FFF2-40B4-BE49-F238E27FC236}">
                    <a16:creationId xmlns:a16="http://schemas.microsoft.com/office/drawing/2014/main" id="{0F3858C0-50C1-99E8-6460-D8D016C81D29}"/>
                  </a:ext>
                </a:extLst>
              </p:cNvPr>
              <p:cNvSpPr/>
              <p:nvPr/>
            </p:nvSpPr>
            <p:spPr>
              <a:xfrm>
                <a:off x="6246467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4" name="Freeform 30543">
                <a:extLst>
                  <a:ext uri="{FF2B5EF4-FFF2-40B4-BE49-F238E27FC236}">
                    <a16:creationId xmlns:a16="http://schemas.microsoft.com/office/drawing/2014/main" id="{8DB41324-CE38-5BC5-CF5F-88A37714EA1C}"/>
                  </a:ext>
                </a:extLst>
              </p:cNvPr>
              <p:cNvSpPr/>
              <p:nvPr/>
            </p:nvSpPr>
            <p:spPr>
              <a:xfrm>
                <a:off x="624706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5" name="Freeform 30544">
                <a:extLst>
                  <a:ext uri="{FF2B5EF4-FFF2-40B4-BE49-F238E27FC236}">
                    <a16:creationId xmlns:a16="http://schemas.microsoft.com/office/drawing/2014/main" id="{A95A3419-B88A-7FE0-6A31-A0872B423CE1}"/>
                  </a:ext>
                </a:extLst>
              </p:cNvPr>
              <p:cNvSpPr/>
              <p:nvPr/>
            </p:nvSpPr>
            <p:spPr>
              <a:xfrm>
                <a:off x="624755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6" name="Freeform 30545">
                <a:extLst>
                  <a:ext uri="{FF2B5EF4-FFF2-40B4-BE49-F238E27FC236}">
                    <a16:creationId xmlns:a16="http://schemas.microsoft.com/office/drawing/2014/main" id="{D5A3062D-D0B8-2113-FE99-29DB660B2CAC}"/>
                  </a:ext>
                </a:extLst>
              </p:cNvPr>
              <p:cNvSpPr/>
              <p:nvPr/>
            </p:nvSpPr>
            <p:spPr>
              <a:xfrm>
                <a:off x="624805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7" name="Freeform 30546">
                <a:extLst>
                  <a:ext uri="{FF2B5EF4-FFF2-40B4-BE49-F238E27FC236}">
                    <a16:creationId xmlns:a16="http://schemas.microsoft.com/office/drawing/2014/main" id="{B1321BD7-8E2E-4523-9DE2-E6648811EF3B}"/>
                  </a:ext>
                </a:extLst>
              </p:cNvPr>
              <p:cNvSpPr/>
              <p:nvPr/>
            </p:nvSpPr>
            <p:spPr>
              <a:xfrm>
                <a:off x="6248650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8" name="Freeform 30547">
                <a:extLst>
                  <a:ext uri="{FF2B5EF4-FFF2-40B4-BE49-F238E27FC236}">
                    <a16:creationId xmlns:a16="http://schemas.microsoft.com/office/drawing/2014/main" id="{4A0038EA-3DD2-8938-962B-A35C239EE624}"/>
                  </a:ext>
                </a:extLst>
              </p:cNvPr>
              <p:cNvSpPr/>
              <p:nvPr/>
            </p:nvSpPr>
            <p:spPr>
              <a:xfrm>
                <a:off x="6249146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9" name="Freeform 30548">
                <a:extLst>
                  <a:ext uri="{FF2B5EF4-FFF2-40B4-BE49-F238E27FC236}">
                    <a16:creationId xmlns:a16="http://schemas.microsoft.com/office/drawing/2014/main" id="{578A9A0A-CBC7-B85B-171D-347DCA44A5AB}"/>
                  </a:ext>
                </a:extLst>
              </p:cNvPr>
              <p:cNvSpPr/>
              <p:nvPr/>
            </p:nvSpPr>
            <p:spPr>
              <a:xfrm>
                <a:off x="6249642" y="2216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0" name="Freeform 30549">
                <a:extLst>
                  <a:ext uri="{FF2B5EF4-FFF2-40B4-BE49-F238E27FC236}">
                    <a16:creationId xmlns:a16="http://schemas.microsoft.com/office/drawing/2014/main" id="{1752E07B-27CC-BADB-5732-CF0767771BA3}"/>
                  </a:ext>
                </a:extLst>
              </p:cNvPr>
              <p:cNvSpPr/>
              <p:nvPr/>
            </p:nvSpPr>
            <p:spPr>
              <a:xfrm>
                <a:off x="6250238" y="1861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1" name="Freeform 30550">
                <a:extLst>
                  <a:ext uri="{FF2B5EF4-FFF2-40B4-BE49-F238E27FC236}">
                    <a16:creationId xmlns:a16="http://schemas.microsoft.com/office/drawing/2014/main" id="{A2FDB3D4-6D85-1F6C-B68D-92CA78D5DA19}"/>
                  </a:ext>
                </a:extLst>
              </p:cNvPr>
              <p:cNvSpPr/>
              <p:nvPr/>
            </p:nvSpPr>
            <p:spPr>
              <a:xfrm>
                <a:off x="6250734" y="1843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2" name="Freeform 30551">
                <a:extLst>
                  <a:ext uri="{FF2B5EF4-FFF2-40B4-BE49-F238E27FC236}">
                    <a16:creationId xmlns:a16="http://schemas.microsoft.com/office/drawing/2014/main" id="{89371A31-4EF8-B338-11EF-86C260A794C8}"/>
                  </a:ext>
                </a:extLst>
              </p:cNvPr>
              <p:cNvSpPr/>
              <p:nvPr/>
            </p:nvSpPr>
            <p:spPr>
              <a:xfrm>
                <a:off x="6251230" y="1856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3" name="Freeform 30552">
                <a:extLst>
                  <a:ext uri="{FF2B5EF4-FFF2-40B4-BE49-F238E27FC236}">
                    <a16:creationId xmlns:a16="http://schemas.microsoft.com/office/drawing/2014/main" id="{73266830-EA93-A7EF-60B4-2C8C099F788E}"/>
                  </a:ext>
                </a:extLst>
              </p:cNvPr>
              <p:cNvSpPr/>
              <p:nvPr/>
            </p:nvSpPr>
            <p:spPr>
              <a:xfrm>
                <a:off x="6251825" y="1900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4" name="Freeform 30553">
                <a:extLst>
                  <a:ext uri="{FF2B5EF4-FFF2-40B4-BE49-F238E27FC236}">
                    <a16:creationId xmlns:a16="http://schemas.microsoft.com/office/drawing/2014/main" id="{94A07EE5-5A1F-B1F0-2FD4-5D756EC2ED4D}"/>
                  </a:ext>
                </a:extLst>
              </p:cNvPr>
              <p:cNvSpPr/>
              <p:nvPr/>
            </p:nvSpPr>
            <p:spPr>
              <a:xfrm>
                <a:off x="6252321" y="1896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5" name="Freeform 30554">
                <a:extLst>
                  <a:ext uri="{FF2B5EF4-FFF2-40B4-BE49-F238E27FC236}">
                    <a16:creationId xmlns:a16="http://schemas.microsoft.com/office/drawing/2014/main" id="{9BD27435-FAC0-E342-68C8-3F77474B0E86}"/>
                  </a:ext>
                </a:extLst>
              </p:cNvPr>
              <p:cNvSpPr/>
              <p:nvPr/>
            </p:nvSpPr>
            <p:spPr>
              <a:xfrm>
                <a:off x="6252817" y="193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6" name="Freeform 30555">
                <a:extLst>
                  <a:ext uri="{FF2B5EF4-FFF2-40B4-BE49-F238E27FC236}">
                    <a16:creationId xmlns:a16="http://schemas.microsoft.com/office/drawing/2014/main" id="{370476BB-9A61-AB03-09E9-C0CC597063BF}"/>
                  </a:ext>
                </a:extLst>
              </p:cNvPr>
              <p:cNvSpPr/>
              <p:nvPr/>
            </p:nvSpPr>
            <p:spPr>
              <a:xfrm>
                <a:off x="6253413" y="20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7" name="Freeform 30556">
                <a:extLst>
                  <a:ext uri="{FF2B5EF4-FFF2-40B4-BE49-F238E27FC236}">
                    <a16:creationId xmlns:a16="http://schemas.microsoft.com/office/drawing/2014/main" id="{EFA8DC25-AA8E-2371-0181-DA6CD6F8CB3F}"/>
                  </a:ext>
                </a:extLst>
              </p:cNvPr>
              <p:cNvSpPr/>
              <p:nvPr/>
            </p:nvSpPr>
            <p:spPr>
              <a:xfrm>
                <a:off x="6253909" y="2062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8" name="Freeform 30557">
                <a:extLst>
                  <a:ext uri="{FF2B5EF4-FFF2-40B4-BE49-F238E27FC236}">
                    <a16:creationId xmlns:a16="http://schemas.microsoft.com/office/drawing/2014/main" id="{6599E9D1-BCA0-301D-49A8-80E5268C2BE3}"/>
                  </a:ext>
                </a:extLst>
              </p:cNvPr>
              <p:cNvSpPr/>
              <p:nvPr/>
            </p:nvSpPr>
            <p:spPr>
              <a:xfrm>
                <a:off x="6254405" y="204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9" name="Freeform 30558">
                <a:extLst>
                  <a:ext uri="{FF2B5EF4-FFF2-40B4-BE49-F238E27FC236}">
                    <a16:creationId xmlns:a16="http://schemas.microsoft.com/office/drawing/2014/main" id="{1084126E-DB95-DF2F-460F-240D965DFD9E}"/>
                  </a:ext>
                </a:extLst>
              </p:cNvPr>
              <p:cNvSpPr/>
              <p:nvPr/>
            </p:nvSpPr>
            <p:spPr>
              <a:xfrm>
                <a:off x="6255000" y="2009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0" name="Freeform 30559">
                <a:extLst>
                  <a:ext uri="{FF2B5EF4-FFF2-40B4-BE49-F238E27FC236}">
                    <a16:creationId xmlns:a16="http://schemas.microsoft.com/office/drawing/2014/main" id="{9A18ADCB-546C-4867-3083-49529DE89BFB}"/>
                  </a:ext>
                </a:extLst>
              </p:cNvPr>
              <p:cNvSpPr/>
              <p:nvPr/>
            </p:nvSpPr>
            <p:spPr>
              <a:xfrm>
                <a:off x="6255496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1" name="Freeform 30560">
                <a:extLst>
                  <a:ext uri="{FF2B5EF4-FFF2-40B4-BE49-F238E27FC236}">
                    <a16:creationId xmlns:a16="http://schemas.microsoft.com/office/drawing/2014/main" id="{56A0643A-73B7-146D-E6DF-A90E38994FB8}"/>
                  </a:ext>
                </a:extLst>
              </p:cNvPr>
              <p:cNvSpPr/>
              <p:nvPr/>
            </p:nvSpPr>
            <p:spPr>
              <a:xfrm>
                <a:off x="6255992" y="2379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2" name="Freeform 30561">
                <a:extLst>
                  <a:ext uri="{FF2B5EF4-FFF2-40B4-BE49-F238E27FC236}">
                    <a16:creationId xmlns:a16="http://schemas.microsoft.com/office/drawing/2014/main" id="{30273737-F8FF-6C4D-A6E7-BEC35239DDEA}"/>
                  </a:ext>
                </a:extLst>
              </p:cNvPr>
              <p:cNvSpPr/>
              <p:nvPr/>
            </p:nvSpPr>
            <p:spPr>
              <a:xfrm>
                <a:off x="6256488" y="2399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3" name="Freeform 30562">
                <a:extLst>
                  <a:ext uri="{FF2B5EF4-FFF2-40B4-BE49-F238E27FC236}">
                    <a16:creationId xmlns:a16="http://schemas.microsoft.com/office/drawing/2014/main" id="{40903EF4-F186-872B-8535-19E76031C099}"/>
                  </a:ext>
                </a:extLst>
              </p:cNvPr>
              <p:cNvSpPr/>
              <p:nvPr/>
            </p:nvSpPr>
            <p:spPr>
              <a:xfrm>
                <a:off x="6257084" y="2407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4" name="Freeform 30563">
                <a:extLst>
                  <a:ext uri="{FF2B5EF4-FFF2-40B4-BE49-F238E27FC236}">
                    <a16:creationId xmlns:a16="http://schemas.microsoft.com/office/drawing/2014/main" id="{CD8EF0AF-08AF-8182-EEF1-1A248AC55FDB}"/>
                  </a:ext>
                </a:extLst>
              </p:cNvPr>
              <p:cNvSpPr/>
              <p:nvPr/>
            </p:nvSpPr>
            <p:spPr>
              <a:xfrm>
                <a:off x="6257580" y="2411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5" name="Freeform 30564">
                <a:extLst>
                  <a:ext uri="{FF2B5EF4-FFF2-40B4-BE49-F238E27FC236}">
                    <a16:creationId xmlns:a16="http://schemas.microsoft.com/office/drawing/2014/main" id="{C17CB46D-D410-34E4-040A-4718FE9048CF}"/>
                  </a:ext>
                </a:extLst>
              </p:cNvPr>
              <p:cNvSpPr/>
              <p:nvPr/>
            </p:nvSpPr>
            <p:spPr>
              <a:xfrm>
                <a:off x="6258076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6" name="Freeform 30565">
                <a:extLst>
                  <a:ext uri="{FF2B5EF4-FFF2-40B4-BE49-F238E27FC236}">
                    <a16:creationId xmlns:a16="http://schemas.microsoft.com/office/drawing/2014/main" id="{53D8AC28-BBCD-E0D8-1883-1B2ED45DA407}"/>
                  </a:ext>
                </a:extLst>
              </p:cNvPr>
              <p:cNvSpPr/>
              <p:nvPr/>
            </p:nvSpPr>
            <p:spPr>
              <a:xfrm>
                <a:off x="625867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7" name="Freeform 30566">
                <a:extLst>
                  <a:ext uri="{FF2B5EF4-FFF2-40B4-BE49-F238E27FC236}">
                    <a16:creationId xmlns:a16="http://schemas.microsoft.com/office/drawing/2014/main" id="{A2453374-49CB-0A32-365D-87CCC3D98F8E}"/>
                  </a:ext>
                </a:extLst>
              </p:cNvPr>
              <p:cNvSpPr/>
              <p:nvPr/>
            </p:nvSpPr>
            <p:spPr>
              <a:xfrm>
                <a:off x="6259167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8" name="Freeform 30567">
                <a:extLst>
                  <a:ext uri="{FF2B5EF4-FFF2-40B4-BE49-F238E27FC236}">
                    <a16:creationId xmlns:a16="http://schemas.microsoft.com/office/drawing/2014/main" id="{4EB2BFDB-9248-6CAD-D5F5-3A729E43AC71}"/>
                  </a:ext>
                </a:extLst>
              </p:cNvPr>
              <p:cNvSpPr/>
              <p:nvPr/>
            </p:nvSpPr>
            <p:spPr>
              <a:xfrm>
                <a:off x="625966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9" name="Freeform 30568">
                <a:extLst>
                  <a:ext uri="{FF2B5EF4-FFF2-40B4-BE49-F238E27FC236}">
                    <a16:creationId xmlns:a16="http://schemas.microsoft.com/office/drawing/2014/main" id="{FF2C0146-F8D2-2809-9493-1A6A0114D2BA}"/>
                  </a:ext>
                </a:extLst>
              </p:cNvPr>
              <p:cNvSpPr/>
              <p:nvPr/>
            </p:nvSpPr>
            <p:spPr>
              <a:xfrm>
                <a:off x="626025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0" name="Freeform 30569">
                <a:extLst>
                  <a:ext uri="{FF2B5EF4-FFF2-40B4-BE49-F238E27FC236}">
                    <a16:creationId xmlns:a16="http://schemas.microsoft.com/office/drawing/2014/main" id="{E8C1CC93-C573-489A-8560-B628A28D2E00}"/>
                  </a:ext>
                </a:extLst>
              </p:cNvPr>
              <p:cNvSpPr/>
              <p:nvPr/>
            </p:nvSpPr>
            <p:spPr>
              <a:xfrm>
                <a:off x="626075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1" name="Freeform 30570">
                <a:extLst>
                  <a:ext uri="{FF2B5EF4-FFF2-40B4-BE49-F238E27FC236}">
                    <a16:creationId xmlns:a16="http://schemas.microsoft.com/office/drawing/2014/main" id="{8D31CA8B-D91E-5630-A6A0-4AB42E3C620E}"/>
                  </a:ext>
                </a:extLst>
              </p:cNvPr>
              <p:cNvSpPr/>
              <p:nvPr/>
            </p:nvSpPr>
            <p:spPr>
              <a:xfrm>
                <a:off x="626125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2" name="Freeform 30571">
                <a:extLst>
                  <a:ext uri="{FF2B5EF4-FFF2-40B4-BE49-F238E27FC236}">
                    <a16:creationId xmlns:a16="http://schemas.microsoft.com/office/drawing/2014/main" id="{6062635A-B6A3-8378-6585-51D944D2489E}"/>
                  </a:ext>
                </a:extLst>
              </p:cNvPr>
              <p:cNvSpPr/>
              <p:nvPr/>
            </p:nvSpPr>
            <p:spPr>
              <a:xfrm>
                <a:off x="6261846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3" name="Freeform 30572">
                <a:extLst>
                  <a:ext uri="{FF2B5EF4-FFF2-40B4-BE49-F238E27FC236}">
                    <a16:creationId xmlns:a16="http://schemas.microsoft.com/office/drawing/2014/main" id="{E0F79EDE-8823-0EB2-12D7-44684DCC2B66}"/>
                  </a:ext>
                </a:extLst>
              </p:cNvPr>
              <p:cNvSpPr/>
              <p:nvPr/>
            </p:nvSpPr>
            <p:spPr>
              <a:xfrm>
                <a:off x="6262342" y="2253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4" name="Freeform 30573">
                <a:extLst>
                  <a:ext uri="{FF2B5EF4-FFF2-40B4-BE49-F238E27FC236}">
                    <a16:creationId xmlns:a16="http://schemas.microsoft.com/office/drawing/2014/main" id="{0335253E-F75B-169C-95A8-B8C121D87456}"/>
                  </a:ext>
                </a:extLst>
              </p:cNvPr>
              <p:cNvSpPr/>
              <p:nvPr/>
            </p:nvSpPr>
            <p:spPr>
              <a:xfrm>
                <a:off x="6262838" y="1766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5" name="Freeform 30574">
                <a:extLst>
                  <a:ext uri="{FF2B5EF4-FFF2-40B4-BE49-F238E27FC236}">
                    <a16:creationId xmlns:a16="http://schemas.microsoft.com/office/drawing/2014/main" id="{13BA7B55-330D-279C-2219-81418801F377}"/>
                  </a:ext>
                </a:extLst>
              </p:cNvPr>
              <p:cNvSpPr/>
              <p:nvPr/>
            </p:nvSpPr>
            <p:spPr>
              <a:xfrm>
                <a:off x="6263434" y="1735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6" name="Freeform 30575">
                <a:extLst>
                  <a:ext uri="{FF2B5EF4-FFF2-40B4-BE49-F238E27FC236}">
                    <a16:creationId xmlns:a16="http://schemas.microsoft.com/office/drawing/2014/main" id="{E0D7594E-C0E4-98CD-16E0-EB380C81141B}"/>
                  </a:ext>
                </a:extLst>
              </p:cNvPr>
              <p:cNvSpPr/>
              <p:nvPr/>
            </p:nvSpPr>
            <p:spPr>
              <a:xfrm>
                <a:off x="6263930" y="1748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7" name="Freeform 30576">
                <a:extLst>
                  <a:ext uri="{FF2B5EF4-FFF2-40B4-BE49-F238E27FC236}">
                    <a16:creationId xmlns:a16="http://schemas.microsoft.com/office/drawing/2014/main" id="{75403452-3914-059B-F783-D48C49EC9135}"/>
                  </a:ext>
                </a:extLst>
              </p:cNvPr>
              <p:cNvSpPr/>
              <p:nvPr/>
            </p:nvSpPr>
            <p:spPr>
              <a:xfrm>
                <a:off x="6264426" y="1774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8" name="Freeform 30577">
                <a:extLst>
                  <a:ext uri="{FF2B5EF4-FFF2-40B4-BE49-F238E27FC236}">
                    <a16:creationId xmlns:a16="http://schemas.microsoft.com/office/drawing/2014/main" id="{B7E81D8A-2A2E-5A26-6EDC-D7CBF1DABC8F}"/>
                  </a:ext>
                </a:extLst>
              </p:cNvPr>
              <p:cNvSpPr/>
              <p:nvPr/>
            </p:nvSpPr>
            <p:spPr>
              <a:xfrm>
                <a:off x="6265021" y="1791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9" name="Freeform 30578">
                <a:extLst>
                  <a:ext uri="{FF2B5EF4-FFF2-40B4-BE49-F238E27FC236}">
                    <a16:creationId xmlns:a16="http://schemas.microsoft.com/office/drawing/2014/main" id="{3E73DF88-31A8-9BC3-3CE9-0DD249645CB3}"/>
                  </a:ext>
                </a:extLst>
              </p:cNvPr>
              <p:cNvSpPr/>
              <p:nvPr/>
            </p:nvSpPr>
            <p:spPr>
              <a:xfrm>
                <a:off x="6265517" y="1881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0" name="Freeform 30579">
                <a:extLst>
                  <a:ext uri="{FF2B5EF4-FFF2-40B4-BE49-F238E27FC236}">
                    <a16:creationId xmlns:a16="http://schemas.microsoft.com/office/drawing/2014/main" id="{700C02CF-7308-A79E-CE95-A50F6F0A9461}"/>
                  </a:ext>
                </a:extLst>
              </p:cNvPr>
              <p:cNvSpPr/>
              <p:nvPr/>
            </p:nvSpPr>
            <p:spPr>
              <a:xfrm>
                <a:off x="6266013" y="2016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1" name="Freeform 30580">
                <a:extLst>
                  <a:ext uri="{FF2B5EF4-FFF2-40B4-BE49-F238E27FC236}">
                    <a16:creationId xmlns:a16="http://schemas.microsoft.com/office/drawing/2014/main" id="{9DDCF57D-24EB-C243-DAF2-7A810A4D1C9C}"/>
                  </a:ext>
                </a:extLst>
              </p:cNvPr>
              <p:cNvSpPr/>
              <p:nvPr/>
            </p:nvSpPr>
            <p:spPr>
              <a:xfrm>
                <a:off x="6266609" y="2025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2" name="Freeform 30581">
                <a:extLst>
                  <a:ext uri="{FF2B5EF4-FFF2-40B4-BE49-F238E27FC236}">
                    <a16:creationId xmlns:a16="http://schemas.microsoft.com/office/drawing/2014/main" id="{E346CFDB-188B-8A19-4616-34C8E3658C27}"/>
                  </a:ext>
                </a:extLst>
              </p:cNvPr>
              <p:cNvSpPr/>
              <p:nvPr/>
            </p:nvSpPr>
            <p:spPr>
              <a:xfrm>
                <a:off x="6267105" y="1968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3" name="Freeform 30582">
                <a:extLst>
                  <a:ext uri="{FF2B5EF4-FFF2-40B4-BE49-F238E27FC236}">
                    <a16:creationId xmlns:a16="http://schemas.microsoft.com/office/drawing/2014/main" id="{BC986D0A-82FA-1CBC-4D6C-2294A27CEDCD}"/>
                  </a:ext>
                </a:extLst>
              </p:cNvPr>
              <p:cNvSpPr/>
              <p:nvPr/>
            </p:nvSpPr>
            <p:spPr>
              <a:xfrm>
                <a:off x="6267601" y="1944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4" name="Freeform 30583">
                <a:extLst>
                  <a:ext uri="{FF2B5EF4-FFF2-40B4-BE49-F238E27FC236}">
                    <a16:creationId xmlns:a16="http://schemas.microsoft.com/office/drawing/2014/main" id="{53E1E69F-F383-E473-3D53-D51472A8CCEE}"/>
                  </a:ext>
                </a:extLst>
              </p:cNvPr>
              <p:cNvSpPr/>
              <p:nvPr/>
            </p:nvSpPr>
            <p:spPr>
              <a:xfrm>
                <a:off x="6268097" y="1989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5" name="Freeform 30584">
                <a:extLst>
                  <a:ext uri="{FF2B5EF4-FFF2-40B4-BE49-F238E27FC236}">
                    <a16:creationId xmlns:a16="http://schemas.microsoft.com/office/drawing/2014/main" id="{7730C9EF-6F51-BE47-F25E-1A2DCC8A182D}"/>
                  </a:ext>
                </a:extLst>
              </p:cNvPr>
              <p:cNvSpPr/>
              <p:nvPr/>
            </p:nvSpPr>
            <p:spPr>
              <a:xfrm>
                <a:off x="6268692" y="2390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6" name="Freeform 30585">
                <a:extLst>
                  <a:ext uri="{FF2B5EF4-FFF2-40B4-BE49-F238E27FC236}">
                    <a16:creationId xmlns:a16="http://schemas.microsoft.com/office/drawing/2014/main" id="{71F7DA48-89DD-1C6A-B7A2-52FBDAF8E755}"/>
                  </a:ext>
                </a:extLst>
              </p:cNvPr>
              <p:cNvSpPr/>
              <p:nvPr/>
            </p:nvSpPr>
            <p:spPr>
              <a:xfrm>
                <a:off x="6269188" y="24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7" name="Freeform 30586">
                <a:extLst>
                  <a:ext uri="{FF2B5EF4-FFF2-40B4-BE49-F238E27FC236}">
                    <a16:creationId xmlns:a16="http://schemas.microsoft.com/office/drawing/2014/main" id="{93FFC92A-D9C5-3398-1D37-4F53D887BBBD}"/>
                  </a:ext>
                </a:extLst>
              </p:cNvPr>
              <p:cNvSpPr/>
              <p:nvPr/>
            </p:nvSpPr>
            <p:spPr>
              <a:xfrm>
                <a:off x="6269684" y="2409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8" name="Freeform 30587">
                <a:extLst>
                  <a:ext uri="{FF2B5EF4-FFF2-40B4-BE49-F238E27FC236}">
                    <a16:creationId xmlns:a16="http://schemas.microsoft.com/office/drawing/2014/main" id="{E093BD09-8833-389B-AA92-FFF17782C3F1}"/>
                  </a:ext>
                </a:extLst>
              </p:cNvPr>
              <p:cNvSpPr/>
              <p:nvPr/>
            </p:nvSpPr>
            <p:spPr>
              <a:xfrm>
                <a:off x="6270280" y="2412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9" name="Freeform 30588">
                <a:extLst>
                  <a:ext uri="{FF2B5EF4-FFF2-40B4-BE49-F238E27FC236}">
                    <a16:creationId xmlns:a16="http://schemas.microsoft.com/office/drawing/2014/main" id="{AB6ADD54-E99E-33E8-AE0E-4EE44D45E56F}"/>
                  </a:ext>
                </a:extLst>
              </p:cNvPr>
              <p:cNvSpPr/>
              <p:nvPr/>
            </p:nvSpPr>
            <p:spPr>
              <a:xfrm>
                <a:off x="6270776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0" name="Freeform 30589">
                <a:extLst>
                  <a:ext uri="{FF2B5EF4-FFF2-40B4-BE49-F238E27FC236}">
                    <a16:creationId xmlns:a16="http://schemas.microsoft.com/office/drawing/2014/main" id="{D8DE91EB-5506-19D1-7DA0-A7014AF3AFEE}"/>
                  </a:ext>
                </a:extLst>
              </p:cNvPr>
              <p:cNvSpPr/>
              <p:nvPr/>
            </p:nvSpPr>
            <p:spPr>
              <a:xfrm>
                <a:off x="6271272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1" name="Freeform 30590">
                <a:extLst>
                  <a:ext uri="{FF2B5EF4-FFF2-40B4-BE49-F238E27FC236}">
                    <a16:creationId xmlns:a16="http://schemas.microsoft.com/office/drawing/2014/main" id="{74B059AE-168B-5C46-49C9-71FE1E4BB687}"/>
                  </a:ext>
                </a:extLst>
              </p:cNvPr>
              <p:cNvSpPr/>
              <p:nvPr/>
            </p:nvSpPr>
            <p:spPr>
              <a:xfrm>
                <a:off x="6271867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2" name="Freeform 30591">
                <a:extLst>
                  <a:ext uri="{FF2B5EF4-FFF2-40B4-BE49-F238E27FC236}">
                    <a16:creationId xmlns:a16="http://schemas.microsoft.com/office/drawing/2014/main" id="{6EE5B6D8-271C-1DC4-0CDB-63E0682F20EE}"/>
                  </a:ext>
                </a:extLst>
              </p:cNvPr>
              <p:cNvSpPr/>
              <p:nvPr/>
            </p:nvSpPr>
            <p:spPr>
              <a:xfrm>
                <a:off x="6272363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3" name="Freeform 30592">
                <a:extLst>
                  <a:ext uri="{FF2B5EF4-FFF2-40B4-BE49-F238E27FC236}">
                    <a16:creationId xmlns:a16="http://schemas.microsoft.com/office/drawing/2014/main" id="{65CC7B81-72B9-291B-5E3C-600AB8D6BF98}"/>
                  </a:ext>
                </a:extLst>
              </p:cNvPr>
              <p:cNvSpPr/>
              <p:nvPr/>
            </p:nvSpPr>
            <p:spPr>
              <a:xfrm>
                <a:off x="6272859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4" name="Freeform 30593">
                <a:extLst>
                  <a:ext uri="{FF2B5EF4-FFF2-40B4-BE49-F238E27FC236}">
                    <a16:creationId xmlns:a16="http://schemas.microsoft.com/office/drawing/2014/main" id="{DD27A773-D1E2-EE3A-7F4B-6396C83FC908}"/>
                  </a:ext>
                </a:extLst>
              </p:cNvPr>
              <p:cNvSpPr/>
              <p:nvPr/>
            </p:nvSpPr>
            <p:spPr>
              <a:xfrm>
                <a:off x="6273455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5" name="Freeform 30594">
                <a:extLst>
                  <a:ext uri="{FF2B5EF4-FFF2-40B4-BE49-F238E27FC236}">
                    <a16:creationId xmlns:a16="http://schemas.microsoft.com/office/drawing/2014/main" id="{FA2FA0A7-9296-B184-375F-72AC70617E31}"/>
                  </a:ext>
                </a:extLst>
              </p:cNvPr>
              <p:cNvSpPr/>
              <p:nvPr/>
            </p:nvSpPr>
            <p:spPr>
              <a:xfrm>
                <a:off x="6273951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6" name="Freeform 30595">
                <a:extLst>
                  <a:ext uri="{FF2B5EF4-FFF2-40B4-BE49-F238E27FC236}">
                    <a16:creationId xmlns:a16="http://schemas.microsoft.com/office/drawing/2014/main" id="{D6867468-EDBD-1231-575D-E2A0E75ABAA4}"/>
                  </a:ext>
                </a:extLst>
              </p:cNvPr>
              <p:cNvSpPr/>
              <p:nvPr/>
            </p:nvSpPr>
            <p:spPr>
              <a:xfrm>
                <a:off x="6274447" y="2413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7" name="Freeform 30596">
                <a:extLst>
                  <a:ext uri="{FF2B5EF4-FFF2-40B4-BE49-F238E27FC236}">
                    <a16:creationId xmlns:a16="http://schemas.microsoft.com/office/drawing/2014/main" id="{C07EDEEB-4BBD-5086-CE29-DE0565E60176}"/>
                  </a:ext>
                </a:extLst>
              </p:cNvPr>
              <p:cNvSpPr/>
              <p:nvPr/>
            </p:nvSpPr>
            <p:spPr>
              <a:xfrm>
                <a:off x="6275042" y="2197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8" name="Freeform 30597">
                <a:extLst>
                  <a:ext uri="{FF2B5EF4-FFF2-40B4-BE49-F238E27FC236}">
                    <a16:creationId xmlns:a16="http://schemas.microsoft.com/office/drawing/2014/main" id="{9636D9F6-AFA9-369B-8032-86F94BA17F7D}"/>
                  </a:ext>
                </a:extLst>
              </p:cNvPr>
              <p:cNvSpPr/>
              <p:nvPr/>
            </p:nvSpPr>
            <p:spPr>
              <a:xfrm>
                <a:off x="6275538" y="1633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9" name="Freeform 30598">
                <a:extLst>
                  <a:ext uri="{FF2B5EF4-FFF2-40B4-BE49-F238E27FC236}">
                    <a16:creationId xmlns:a16="http://schemas.microsoft.com/office/drawing/2014/main" id="{AC72E55D-26D5-FED3-16E7-C329C81BC034}"/>
                  </a:ext>
                </a:extLst>
              </p:cNvPr>
              <p:cNvSpPr/>
              <p:nvPr/>
            </p:nvSpPr>
            <p:spPr>
              <a:xfrm>
                <a:off x="6276034" y="1621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0" name="Freeform 30599">
                <a:extLst>
                  <a:ext uri="{FF2B5EF4-FFF2-40B4-BE49-F238E27FC236}">
                    <a16:creationId xmlns:a16="http://schemas.microsoft.com/office/drawing/2014/main" id="{C962A437-7CC7-81B9-F047-5A9DF4D0076B}"/>
                  </a:ext>
                </a:extLst>
              </p:cNvPr>
              <p:cNvSpPr/>
              <p:nvPr/>
            </p:nvSpPr>
            <p:spPr>
              <a:xfrm>
                <a:off x="6276630" y="1687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1" name="Freeform 30600">
                <a:extLst>
                  <a:ext uri="{FF2B5EF4-FFF2-40B4-BE49-F238E27FC236}">
                    <a16:creationId xmlns:a16="http://schemas.microsoft.com/office/drawing/2014/main" id="{B598CEDA-57B4-CB99-A834-FB03F7C13405}"/>
                  </a:ext>
                </a:extLst>
              </p:cNvPr>
              <p:cNvSpPr/>
              <p:nvPr/>
            </p:nvSpPr>
            <p:spPr>
              <a:xfrm>
                <a:off x="6277126" y="1663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2" name="Freeform 30601">
                <a:extLst>
                  <a:ext uri="{FF2B5EF4-FFF2-40B4-BE49-F238E27FC236}">
                    <a16:creationId xmlns:a16="http://schemas.microsoft.com/office/drawing/2014/main" id="{C7BA7E89-926E-A639-7E98-356F9BEEE070}"/>
                  </a:ext>
                </a:extLst>
              </p:cNvPr>
              <p:cNvSpPr/>
              <p:nvPr/>
            </p:nvSpPr>
            <p:spPr>
              <a:xfrm>
                <a:off x="6277622" y="1725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3" name="Freeform 30602">
                <a:extLst>
                  <a:ext uri="{FF2B5EF4-FFF2-40B4-BE49-F238E27FC236}">
                    <a16:creationId xmlns:a16="http://schemas.microsoft.com/office/drawing/2014/main" id="{7C2D4D65-6C10-A998-F594-C2919211CBEC}"/>
                  </a:ext>
                </a:extLst>
              </p:cNvPr>
              <p:cNvSpPr/>
              <p:nvPr/>
            </p:nvSpPr>
            <p:spPr>
              <a:xfrm>
                <a:off x="6278217" y="1835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4" name="Freeform 30603">
                <a:extLst>
                  <a:ext uri="{FF2B5EF4-FFF2-40B4-BE49-F238E27FC236}">
                    <a16:creationId xmlns:a16="http://schemas.microsoft.com/office/drawing/2014/main" id="{A2E58781-BF4A-B4CF-55DF-ACEE41C98C51}"/>
                  </a:ext>
                </a:extLst>
              </p:cNvPr>
              <p:cNvSpPr/>
              <p:nvPr/>
            </p:nvSpPr>
            <p:spPr>
              <a:xfrm>
                <a:off x="6278713" y="2015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5" name="Freeform 30604">
                <a:extLst>
                  <a:ext uri="{FF2B5EF4-FFF2-40B4-BE49-F238E27FC236}">
                    <a16:creationId xmlns:a16="http://schemas.microsoft.com/office/drawing/2014/main" id="{C9135B61-1DC0-0394-98F6-6E29A8BF2D92}"/>
                  </a:ext>
                </a:extLst>
              </p:cNvPr>
              <p:cNvSpPr/>
              <p:nvPr/>
            </p:nvSpPr>
            <p:spPr>
              <a:xfrm>
                <a:off x="6279209" y="2025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6" name="Freeform 30605">
                <a:extLst>
                  <a:ext uri="{FF2B5EF4-FFF2-40B4-BE49-F238E27FC236}">
                    <a16:creationId xmlns:a16="http://schemas.microsoft.com/office/drawing/2014/main" id="{6A5E97BA-9B07-694A-918D-5E75B6F458BE}"/>
                  </a:ext>
                </a:extLst>
              </p:cNvPr>
              <p:cNvSpPr/>
              <p:nvPr/>
            </p:nvSpPr>
            <p:spPr>
              <a:xfrm>
                <a:off x="6279805" y="2033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7" name="Freeform 30606">
                <a:extLst>
                  <a:ext uri="{FF2B5EF4-FFF2-40B4-BE49-F238E27FC236}">
                    <a16:creationId xmlns:a16="http://schemas.microsoft.com/office/drawing/2014/main" id="{C2D9A4B5-282B-B9FD-6FC0-ECF4E677737F}"/>
                  </a:ext>
                </a:extLst>
              </p:cNvPr>
              <p:cNvSpPr/>
              <p:nvPr/>
            </p:nvSpPr>
            <p:spPr>
              <a:xfrm>
                <a:off x="6280301" y="2011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8" name="Freeform 30607">
                <a:extLst>
                  <a:ext uri="{FF2B5EF4-FFF2-40B4-BE49-F238E27FC236}">
                    <a16:creationId xmlns:a16="http://schemas.microsoft.com/office/drawing/2014/main" id="{9C4B2D53-A6F6-DE0C-2DA1-B998C11A35B4}"/>
                  </a:ext>
                </a:extLst>
              </p:cNvPr>
              <p:cNvSpPr/>
              <p:nvPr/>
            </p:nvSpPr>
            <p:spPr>
              <a:xfrm>
                <a:off x="6280797" y="208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9" name="Freeform 30608">
                <a:extLst>
                  <a:ext uri="{FF2B5EF4-FFF2-40B4-BE49-F238E27FC236}">
                    <a16:creationId xmlns:a16="http://schemas.microsoft.com/office/drawing/2014/main" id="{8FE76819-D518-F954-52FE-63CFD07CD2A2}"/>
                  </a:ext>
                </a:extLst>
              </p:cNvPr>
              <p:cNvSpPr/>
              <p:nvPr/>
            </p:nvSpPr>
            <p:spPr>
              <a:xfrm>
                <a:off x="6281293" y="2372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0" name="Freeform 30609">
                <a:extLst>
                  <a:ext uri="{FF2B5EF4-FFF2-40B4-BE49-F238E27FC236}">
                    <a16:creationId xmlns:a16="http://schemas.microsoft.com/office/drawing/2014/main" id="{AF434544-C406-F412-B530-614CE3DC63B3}"/>
                  </a:ext>
                </a:extLst>
              </p:cNvPr>
              <p:cNvSpPr/>
              <p:nvPr/>
            </p:nvSpPr>
            <p:spPr>
              <a:xfrm>
                <a:off x="6281888" y="2392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1" name="Freeform 30610">
                <a:extLst>
                  <a:ext uri="{FF2B5EF4-FFF2-40B4-BE49-F238E27FC236}">
                    <a16:creationId xmlns:a16="http://schemas.microsoft.com/office/drawing/2014/main" id="{9F83CF58-5F63-1D78-627E-E1D45D1EF341}"/>
                  </a:ext>
                </a:extLst>
              </p:cNvPr>
              <p:cNvSpPr/>
              <p:nvPr/>
            </p:nvSpPr>
            <p:spPr>
              <a:xfrm>
                <a:off x="6282384" y="2404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2" name="Freeform 30611">
                <a:extLst>
                  <a:ext uri="{FF2B5EF4-FFF2-40B4-BE49-F238E27FC236}">
                    <a16:creationId xmlns:a16="http://schemas.microsoft.com/office/drawing/2014/main" id="{4F66288D-BD27-1718-2934-8ACBC9977303}"/>
                  </a:ext>
                </a:extLst>
              </p:cNvPr>
              <p:cNvSpPr/>
              <p:nvPr/>
            </p:nvSpPr>
            <p:spPr>
              <a:xfrm>
                <a:off x="6282880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3" name="Freeform 30612">
                <a:extLst>
                  <a:ext uri="{FF2B5EF4-FFF2-40B4-BE49-F238E27FC236}">
                    <a16:creationId xmlns:a16="http://schemas.microsoft.com/office/drawing/2014/main" id="{10ED5F7F-0FB4-4EE9-9930-1CAE9B9B8127}"/>
                  </a:ext>
                </a:extLst>
              </p:cNvPr>
              <p:cNvSpPr/>
              <p:nvPr/>
            </p:nvSpPr>
            <p:spPr>
              <a:xfrm>
                <a:off x="6283476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4" name="Freeform 30613">
                <a:extLst>
                  <a:ext uri="{FF2B5EF4-FFF2-40B4-BE49-F238E27FC236}">
                    <a16:creationId xmlns:a16="http://schemas.microsoft.com/office/drawing/2014/main" id="{6204F49A-5DB2-8905-6F98-2E2FEDDDDDFE}"/>
                  </a:ext>
                </a:extLst>
              </p:cNvPr>
              <p:cNvSpPr/>
              <p:nvPr/>
            </p:nvSpPr>
            <p:spPr>
              <a:xfrm>
                <a:off x="6283972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5" name="Freeform 30614">
                <a:extLst>
                  <a:ext uri="{FF2B5EF4-FFF2-40B4-BE49-F238E27FC236}">
                    <a16:creationId xmlns:a16="http://schemas.microsoft.com/office/drawing/2014/main" id="{677D85DA-A367-3DEA-73E6-BB2D0DBB8042}"/>
                  </a:ext>
                </a:extLst>
              </p:cNvPr>
              <p:cNvSpPr/>
              <p:nvPr/>
            </p:nvSpPr>
            <p:spPr>
              <a:xfrm>
                <a:off x="6284468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6" name="Freeform 30615">
                <a:extLst>
                  <a:ext uri="{FF2B5EF4-FFF2-40B4-BE49-F238E27FC236}">
                    <a16:creationId xmlns:a16="http://schemas.microsoft.com/office/drawing/2014/main" id="{01879F20-42A6-7EC8-0CD5-EF3D8C83553F}"/>
                  </a:ext>
                </a:extLst>
              </p:cNvPr>
              <p:cNvSpPr/>
              <p:nvPr/>
            </p:nvSpPr>
            <p:spPr>
              <a:xfrm>
                <a:off x="628506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7" name="Freeform 30616">
                <a:extLst>
                  <a:ext uri="{FF2B5EF4-FFF2-40B4-BE49-F238E27FC236}">
                    <a16:creationId xmlns:a16="http://schemas.microsoft.com/office/drawing/2014/main" id="{C5B59DCB-4C96-4D42-7F15-54564B3A176F}"/>
                  </a:ext>
                </a:extLst>
              </p:cNvPr>
              <p:cNvSpPr/>
              <p:nvPr/>
            </p:nvSpPr>
            <p:spPr>
              <a:xfrm>
                <a:off x="628555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8" name="Freeform 30617">
                <a:extLst>
                  <a:ext uri="{FF2B5EF4-FFF2-40B4-BE49-F238E27FC236}">
                    <a16:creationId xmlns:a16="http://schemas.microsoft.com/office/drawing/2014/main" id="{83D80986-8A20-8FC0-1808-C68708EA40CF}"/>
                  </a:ext>
                </a:extLst>
              </p:cNvPr>
              <p:cNvSpPr/>
              <p:nvPr/>
            </p:nvSpPr>
            <p:spPr>
              <a:xfrm>
                <a:off x="628605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9" name="Freeform 30618">
                <a:extLst>
                  <a:ext uri="{FF2B5EF4-FFF2-40B4-BE49-F238E27FC236}">
                    <a16:creationId xmlns:a16="http://schemas.microsoft.com/office/drawing/2014/main" id="{54A308DB-A769-E75B-4605-3D4225D20C6B}"/>
                  </a:ext>
                </a:extLst>
              </p:cNvPr>
              <p:cNvSpPr/>
              <p:nvPr/>
            </p:nvSpPr>
            <p:spPr>
              <a:xfrm>
                <a:off x="628665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0" name="Freeform 30619">
                <a:extLst>
                  <a:ext uri="{FF2B5EF4-FFF2-40B4-BE49-F238E27FC236}">
                    <a16:creationId xmlns:a16="http://schemas.microsoft.com/office/drawing/2014/main" id="{16B86690-D0C7-517B-F207-A7D6765A3BEF}"/>
                  </a:ext>
                </a:extLst>
              </p:cNvPr>
              <p:cNvSpPr/>
              <p:nvPr/>
            </p:nvSpPr>
            <p:spPr>
              <a:xfrm>
                <a:off x="6287147" y="2413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1" name="Freeform 30620">
                <a:extLst>
                  <a:ext uri="{FF2B5EF4-FFF2-40B4-BE49-F238E27FC236}">
                    <a16:creationId xmlns:a16="http://schemas.microsoft.com/office/drawing/2014/main" id="{D120662B-A406-A754-2890-B46DE26B6C8B}"/>
                  </a:ext>
                </a:extLst>
              </p:cNvPr>
              <p:cNvSpPr/>
              <p:nvPr/>
            </p:nvSpPr>
            <p:spPr>
              <a:xfrm>
                <a:off x="6287643" y="2148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2" name="Freeform 30621">
                <a:extLst>
                  <a:ext uri="{FF2B5EF4-FFF2-40B4-BE49-F238E27FC236}">
                    <a16:creationId xmlns:a16="http://schemas.microsoft.com/office/drawing/2014/main" id="{88225671-D05B-C50B-4D2B-73EBA95DB8A1}"/>
                  </a:ext>
                </a:extLst>
              </p:cNvPr>
              <p:cNvSpPr/>
              <p:nvPr/>
            </p:nvSpPr>
            <p:spPr>
              <a:xfrm>
                <a:off x="6288238" y="1664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3" name="Freeform 30622">
                <a:extLst>
                  <a:ext uri="{FF2B5EF4-FFF2-40B4-BE49-F238E27FC236}">
                    <a16:creationId xmlns:a16="http://schemas.microsoft.com/office/drawing/2014/main" id="{965FA921-C9A9-0C07-6B9E-347F709996EC}"/>
                  </a:ext>
                </a:extLst>
              </p:cNvPr>
              <p:cNvSpPr/>
              <p:nvPr/>
            </p:nvSpPr>
            <p:spPr>
              <a:xfrm>
                <a:off x="6288734" y="1646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4" name="Freeform 30623">
                <a:extLst>
                  <a:ext uri="{FF2B5EF4-FFF2-40B4-BE49-F238E27FC236}">
                    <a16:creationId xmlns:a16="http://schemas.microsoft.com/office/drawing/2014/main" id="{559E449A-66B6-7FD8-12FF-1EE192BDA06D}"/>
                  </a:ext>
                </a:extLst>
              </p:cNvPr>
              <p:cNvSpPr/>
              <p:nvPr/>
            </p:nvSpPr>
            <p:spPr>
              <a:xfrm>
                <a:off x="6289230" y="1628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5" name="Freeform 30624">
                <a:extLst>
                  <a:ext uri="{FF2B5EF4-FFF2-40B4-BE49-F238E27FC236}">
                    <a16:creationId xmlns:a16="http://schemas.microsoft.com/office/drawing/2014/main" id="{F604DCB7-71A2-7395-88AB-036E3C710B36}"/>
                  </a:ext>
                </a:extLst>
              </p:cNvPr>
              <p:cNvSpPr/>
              <p:nvPr/>
            </p:nvSpPr>
            <p:spPr>
              <a:xfrm>
                <a:off x="6289826" y="1711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6" name="Freeform 30625">
                <a:extLst>
                  <a:ext uri="{FF2B5EF4-FFF2-40B4-BE49-F238E27FC236}">
                    <a16:creationId xmlns:a16="http://schemas.microsoft.com/office/drawing/2014/main" id="{655AFF20-BA0F-7188-7C1A-A5E9D8974E90}"/>
                  </a:ext>
                </a:extLst>
              </p:cNvPr>
              <p:cNvSpPr/>
              <p:nvPr/>
            </p:nvSpPr>
            <p:spPr>
              <a:xfrm>
                <a:off x="6290322" y="1780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7" name="Freeform 30626">
                <a:extLst>
                  <a:ext uri="{FF2B5EF4-FFF2-40B4-BE49-F238E27FC236}">
                    <a16:creationId xmlns:a16="http://schemas.microsoft.com/office/drawing/2014/main" id="{A3267343-378A-179D-75F8-36587DC6D356}"/>
                  </a:ext>
                </a:extLst>
              </p:cNvPr>
              <p:cNvSpPr/>
              <p:nvPr/>
            </p:nvSpPr>
            <p:spPr>
              <a:xfrm>
                <a:off x="6290818" y="17955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8" name="Freeform 30627">
                <a:extLst>
                  <a:ext uri="{FF2B5EF4-FFF2-40B4-BE49-F238E27FC236}">
                    <a16:creationId xmlns:a16="http://schemas.microsoft.com/office/drawing/2014/main" id="{AF7F58D0-DD3C-5789-3954-620660AA163C}"/>
                  </a:ext>
                </a:extLst>
              </p:cNvPr>
              <p:cNvSpPr/>
              <p:nvPr/>
            </p:nvSpPr>
            <p:spPr>
              <a:xfrm>
                <a:off x="6291413" y="1966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9" name="Freeform 30628">
                <a:extLst>
                  <a:ext uri="{FF2B5EF4-FFF2-40B4-BE49-F238E27FC236}">
                    <a16:creationId xmlns:a16="http://schemas.microsoft.com/office/drawing/2014/main" id="{5F201C4D-FD09-6795-0294-386DD1C0A768}"/>
                  </a:ext>
                </a:extLst>
              </p:cNvPr>
              <p:cNvSpPr/>
              <p:nvPr/>
            </p:nvSpPr>
            <p:spPr>
              <a:xfrm>
                <a:off x="6291909" y="1978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0" name="Freeform 30629">
                <a:extLst>
                  <a:ext uri="{FF2B5EF4-FFF2-40B4-BE49-F238E27FC236}">
                    <a16:creationId xmlns:a16="http://schemas.microsoft.com/office/drawing/2014/main" id="{E23D8E1A-4D2F-1A0C-3CBC-17028A9F017F}"/>
                  </a:ext>
                </a:extLst>
              </p:cNvPr>
              <p:cNvSpPr/>
              <p:nvPr/>
            </p:nvSpPr>
            <p:spPr>
              <a:xfrm>
                <a:off x="6292405" y="1978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1" name="Freeform 30630">
                <a:extLst>
                  <a:ext uri="{FF2B5EF4-FFF2-40B4-BE49-F238E27FC236}">
                    <a16:creationId xmlns:a16="http://schemas.microsoft.com/office/drawing/2014/main" id="{C2B2F4CD-60F9-CEB2-3881-B136A692CE93}"/>
                  </a:ext>
                </a:extLst>
              </p:cNvPr>
              <p:cNvSpPr/>
              <p:nvPr/>
            </p:nvSpPr>
            <p:spPr>
              <a:xfrm>
                <a:off x="6292902" y="1963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2" name="Freeform 30631">
                <a:extLst>
                  <a:ext uri="{FF2B5EF4-FFF2-40B4-BE49-F238E27FC236}">
                    <a16:creationId xmlns:a16="http://schemas.microsoft.com/office/drawing/2014/main" id="{B249646A-1599-B74B-AED5-2494C8525AE7}"/>
                  </a:ext>
                </a:extLst>
              </p:cNvPr>
              <p:cNvSpPr/>
              <p:nvPr/>
            </p:nvSpPr>
            <p:spPr>
              <a:xfrm>
                <a:off x="6293497" y="19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3" name="Freeform 30632">
                <a:extLst>
                  <a:ext uri="{FF2B5EF4-FFF2-40B4-BE49-F238E27FC236}">
                    <a16:creationId xmlns:a16="http://schemas.microsoft.com/office/drawing/2014/main" id="{B9ED744B-4D14-F187-039F-0FC5A995AAED}"/>
                  </a:ext>
                </a:extLst>
              </p:cNvPr>
              <p:cNvSpPr/>
              <p:nvPr/>
            </p:nvSpPr>
            <p:spPr>
              <a:xfrm>
                <a:off x="6293993" y="217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4" name="Freeform 30633">
                <a:extLst>
                  <a:ext uri="{FF2B5EF4-FFF2-40B4-BE49-F238E27FC236}">
                    <a16:creationId xmlns:a16="http://schemas.microsoft.com/office/drawing/2014/main" id="{79AE990B-6366-D5A0-6DEF-04F228768092}"/>
                  </a:ext>
                </a:extLst>
              </p:cNvPr>
              <p:cNvSpPr/>
              <p:nvPr/>
            </p:nvSpPr>
            <p:spPr>
              <a:xfrm>
                <a:off x="6294489" y="2244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5" name="Freeform 30634">
                <a:extLst>
                  <a:ext uri="{FF2B5EF4-FFF2-40B4-BE49-F238E27FC236}">
                    <a16:creationId xmlns:a16="http://schemas.microsoft.com/office/drawing/2014/main" id="{00033FCA-6AA3-1E42-4ED7-A96B9A63EDFB}"/>
                  </a:ext>
                </a:extLst>
              </p:cNvPr>
              <p:cNvSpPr/>
              <p:nvPr/>
            </p:nvSpPr>
            <p:spPr>
              <a:xfrm>
                <a:off x="6295084" y="2255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6" name="Freeform 30635">
                <a:extLst>
                  <a:ext uri="{FF2B5EF4-FFF2-40B4-BE49-F238E27FC236}">
                    <a16:creationId xmlns:a16="http://schemas.microsoft.com/office/drawing/2014/main" id="{7C2A5D48-C466-7F42-146E-5111344490B3}"/>
                  </a:ext>
                </a:extLst>
              </p:cNvPr>
              <p:cNvSpPr/>
              <p:nvPr/>
            </p:nvSpPr>
            <p:spPr>
              <a:xfrm>
                <a:off x="6295580" y="2264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7" name="Freeform 30636">
                <a:extLst>
                  <a:ext uri="{FF2B5EF4-FFF2-40B4-BE49-F238E27FC236}">
                    <a16:creationId xmlns:a16="http://schemas.microsoft.com/office/drawing/2014/main" id="{46301DAF-B1B1-2103-20B3-2A773EF47468}"/>
                  </a:ext>
                </a:extLst>
              </p:cNvPr>
              <p:cNvSpPr/>
              <p:nvPr/>
            </p:nvSpPr>
            <p:spPr>
              <a:xfrm>
                <a:off x="6296077" y="2259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8" name="Freeform 30637">
                <a:extLst>
                  <a:ext uri="{FF2B5EF4-FFF2-40B4-BE49-F238E27FC236}">
                    <a16:creationId xmlns:a16="http://schemas.microsoft.com/office/drawing/2014/main" id="{C8CEB71D-AFF8-3632-A914-4EF258E2C2C4}"/>
                  </a:ext>
                </a:extLst>
              </p:cNvPr>
              <p:cNvSpPr/>
              <p:nvPr/>
            </p:nvSpPr>
            <p:spPr>
              <a:xfrm>
                <a:off x="6296672" y="2260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9" name="Freeform 30638">
                <a:extLst>
                  <a:ext uri="{FF2B5EF4-FFF2-40B4-BE49-F238E27FC236}">
                    <a16:creationId xmlns:a16="http://schemas.microsoft.com/office/drawing/2014/main" id="{12890DB7-AD23-522A-5F11-FBC023764F11}"/>
                  </a:ext>
                </a:extLst>
              </p:cNvPr>
              <p:cNvSpPr/>
              <p:nvPr/>
            </p:nvSpPr>
            <p:spPr>
              <a:xfrm>
                <a:off x="6297168" y="2262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0" name="Freeform 30639">
                <a:extLst>
                  <a:ext uri="{FF2B5EF4-FFF2-40B4-BE49-F238E27FC236}">
                    <a16:creationId xmlns:a16="http://schemas.microsoft.com/office/drawing/2014/main" id="{80B799C2-575E-8CDB-5C1C-E0F6908F038B}"/>
                  </a:ext>
                </a:extLst>
              </p:cNvPr>
              <p:cNvSpPr/>
              <p:nvPr/>
            </p:nvSpPr>
            <p:spPr>
              <a:xfrm>
                <a:off x="6297664" y="2266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1" name="Freeform 30640">
                <a:extLst>
                  <a:ext uri="{FF2B5EF4-FFF2-40B4-BE49-F238E27FC236}">
                    <a16:creationId xmlns:a16="http://schemas.microsoft.com/office/drawing/2014/main" id="{4E2FC437-F3B0-78DC-577B-7EA05E32C3F1}"/>
                  </a:ext>
                </a:extLst>
              </p:cNvPr>
              <p:cNvSpPr/>
              <p:nvPr/>
            </p:nvSpPr>
            <p:spPr>
              <a:xfrm>
                <a:off x="6298259" y="2265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2" name="Freeform 30641">
                <a:extLst>
                  <a:ext uri="{FF2B5EF4-FFF2-40B4-BE49-F238E27FC236}">
                    <a16:creationId xmlns:a16="http://schemas.microsoft.com/office/drawing/2014/main" id="{F0C2AEFF-DCD0-B2DA-E8D4-FD55727F5057}"/>
                  </a:ext>
                </a:extLst>
              </p:cNvPr>
              <p:cNvSpPr/>
              <p:nvPr/>
            </p:nvSpPr>
            <p:spPr>
              <a:xfrm>
                <a:off x="6298755" y="2268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3" name="Freeform 30642">
                <a:extLst>
                  <a:ext uri="{FF2B5EF4-FFF2-40B4-BE49-F238E27FC236}">
                    <a16:creationId xmlns:a16="http://schemas.microsoft.com/office/drawing/2014/main" id="{D2048D5D-8308-4034-2CD5-2777A26370E7}"/>
                  </a:ext>
                </a:extLst>
              </p:cNvPr>
              <p:cNvSpPr/>
              <p:nvPr/>
            </p:nvSpPr>
            <p:spPr>
              <a:xfrm>
                <a:off x="6299252" y="2266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4" name="Freeform 30643">
                <a:extLst>
                  <a:ext uri="{FF2B5EF4-FFF2-40B4-BE49-F238E27FC236}">
                    <a16:creationId xmlns:a16="http://schemas.microsoft.com/office/drawing/2014/main" id="{53E0F94B-7584-7621-532E-BAEA19D905C7}"/>
                  </a:ext>
                </a:extLst>
              </p:cNvPr>
              <p:cNvSpPr/>
              <p:nvPr/>
            </p:nvSpPr>
            <p:spPr>
              <a:xfrm>
                <a:off x="6299847" y="2266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5" name="Freeform 30644">
                <a:extLst>
                  <a:ext uri="{FF2B5EF4-FFF2-40B4-BE49-F238E27FC236}">
                    <a16:creationId xmlns:a16="http://schemas.microsoft.com/office/drawing/2014/main" id="{3A2862ED-DAE1-1025-DA14-2FDE0AC94DCA}"/>
                  </a:ext>
                </a:extLst>
              </p:cNvPr>
              <p:cNvSpPr/>
              <p:nvPr/>
            </p:nvSpPr>
            <p:spPr>
              <a:xfrm>
                <a:off x="6300343" y="2025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6" name="Freeform 30645">
                <a:extLst>
                  <a:ext uri="{FF2B5EF4-FFF2-40B4-BE49-F238E27FC236}">
                    <a16:creationId xmlns:a16="http://schemas.microsoft.com/office/drawing/2014/main" id="{3142D86A-F3F4-DDF5-C873-45E7C4265FAD}"/>
                  </a:ext>
                </a:extLst>
              </p:cNvPr>
              <p:cNvSpPr/>
              <p:nvPr/>
            </p:nvSpPr>
            <p:spPr>
              <a:xfrm>
                <a:off x="6300839" y="1562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7" name="Freeform 30646">
                <a:extLst>
                  <a:ext uri="{FF2B5EF4-FFF2-40B4-BE49-F238E27FC236}">
                    <a16:creationId xmlns:a16="http://schemas.microsoft.com/office/drawing/2014/main" id="{49F3AD4D-4E13-23E7-7F77-0B599B77FA2B}"/>
                  </a:ext>
                </a:extLst>
              </p:cNvPr>
              <p:cNvSpPr/>
              <p:nvPr/>
            </p:nvSpPr>
            <p:spPr>
              <a:xfrm>
                <a:off x="6301434" y="1534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8" name="Freeform 30647">
                <a:extLst>
                  <a:ext uri="{FF2B5EF4-FFF2-40B4-BE49-F238E27FC236}">
                    <a16:creationId xmlns:a16="http://schemas.microsoft.com/office/drawing/2014/main" id="{3FBFE264-41F4-EA7E-9381-24BD640D9F17}"/>
                  </a:ext>
                </a:extLst>
              </p:cNvPr>
              <p:cNvSpPr/>
              <p:nvPr/>
            </p:nvSpPr>
            <p:spPr>
              <a:xfrm>
                <a:off x="6301930" y="1558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9" name="Freeform 30648">
                <a:extLst>
                  <a:ext uri="{FF2B5EF4-FFF2-40B4-BE49-F238E27FC236}">
                    <a16:creationId xmlns:a16="http://schemas.microsoft.com/office/drawing/2014/main" id="{BE86284E-1FA0-DFBD-BD90-B3DA4251B47F}"/>
                  </a:ext>
                </a:extLst>
              </p:cNvPr>
              <p:cNvSpPr/>
              <p:nvPr/>
            </p:nvSpPr>
            <p:spPr>
              <a:xfrm>
                <a:off x="6302427" y="1611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0" name="Freeform 30649">
                <a:extLst>
                  <a:ext uri="{FF2B5EF4-FFF2-40B4-BE49-F238E27FC236}">
                    <a16:creationId xmlns:a16="http://schemas.microsoft.com/office/drawing/2014/main" id="{AB8468E5-A700-8778-1575-9387D13F4A8F}"/>
                  </a:ext>
                </a:extLst>
              </p:cNvPr>
              <p:cNvSpPr/>
              <p:nvPr/>
            </p:nvSpPr>
            <p:spPr>
              <a:xfrm>
                <a:off x="6303022" y="1566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1" name="Freeform 30650">
                <a:extLst>
                  <a:ext uri="{FF2B5EF4-FFF2-40B4-BE49-F238E27FC236}">
                    <a16:creationId xmlns:a16="http://schemas.microsoft.com/office/drawing/2014/main" id="{CCAB7109-5C9E-5362-7678-F2EB030FF3CA}"/>
                  </a:ext>
                </a:extLst>
              </p:cNvPr>
              <p:cNvSpPr/>
              <p:nvPr/>
            </p:nvSpPr>
            <p:spPr>
              <a:xfrm>
                <a:off x="6303518" y="1660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2" name="Freeform 30651">
                <a:extLst>
                  <a:ext uri="{FF2B5EF4-FFF2-40B4-BE49-F238E27FC236}">
                    <a16:creationId xmlns:a16="http://schemas.microsoft.com/office/drawing/2014/main" id="{6E88C84D-72AD-D09D-564E-C8F579816985}"/>
                  </a:ext>
                </a:extLst>
              </p:cNvPr>
              <p:cNvSpPr/>
              <p:nvPr/>
            </p:nvSpPr>
            <p:spPr>
              <a:xfrm>
                <a:off x="6304014" y="1742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3" name="Freeform 30652">
                <a:extLst>
                  <a:ext uri="{FF2B5EF4-FFF2-40B4-BE49-F238E27FC236}">
                    <a16:creationId xmlns:a16="http://schemas.microsoft.com/office/drawing/2014/main" id="{88D35853-F80A-AF33-FF83-C22E0727E975}"/>
                  </a:ext>
                </a:extLst>
              </p:cNvPr>
              <p:cNvSpPr/>
              <p:nvPr/>
            </p:nvSpPr>
            <p:spPr>
              <a:xfrm>
                <a:off x="6304510" y="178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4" name="Freeform 30653">
                <a:extLst>
                  <a:ext uri="{FF2B5EF4-FFF2-40B4-BE49-F238E27FC236}">
                    <a16:creationId xmlns:a16="http://schemas.microsoft.com/office/drawing/2014/main" id="{1A7804CE-2843-6E19-1698-B7A1C812BA0D}"/>
                  </a:ext>
                </a:extLst>
              </p:cNvPr>
              <p:cNvSpPr/>
              <p:nvPr/>
            </p:nvSpPr>
            <p:spPr>
              <a:xfrm>
                <a:off x="6305105" y="1769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5" name="Freeform 30654">
                <a:extLst>
                  <a:ext uri="{FF2B5EF4-FFF2-40B4-BE49-F238E27FC236}">
                    <a16:creationId xmlns:a16="http://schemas.microsoft.com/office/drawing/2014/main" id="{78224D9F-3318-69AC-741F-59DE78C9D2E4}"/>
                  </a:ext>
                </a:extLst>
              </p:cNvPr>
              <p:cNvSpPr/>
              <p:nvPr/>
            </p:nvSpPr>
            <p:spPr>
              <a:xfrm>
                <a:off x="6305602" y="1743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6" name="Freeform 30655">
                <a:extLst>
                  <a:ext uri="{FF2B5EF4-FFF2-40B4-BE49-F238E27FC236}">
                    <a16:creationId xmlns:a16="http://schemas.microsoft.com/office/drawing/2014/main" id="{55B1CDC9-0768-AFCD-80A6-19123323D091}"/>
                  </a:ext>
                </a:extLst>
              </p:cNvPr>
              <p:cNvSpPr/>
              <p:nvPr/>
            </p:nvSpPr>
            <p:spPr>
              <a:xfrm>
                <a:off x="6306098" y="1950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7" name="Freeform 30656">
                <a:extLst>
                  <a:ext uri="{FF2B5EF4-FFF2-40B4-BE49-F238E27FC236}">
                    <a16:creationId xmlns:a16="http://schemas.microsoft.com/office/drawing/2014/main" id="{91972A95-9599-46B8-08AF-1B93B9243DCC}"/>
                  </a:ext>
                </a:extLst>
              </p:cNvPr>
              <p:cNvSpPr/>
              <p:nvPr/>
            </p:nvSpPr>
            <p:spPr>
              <a:xfrm>
                <a:off x="6306693" y="2210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8" name="Freeform 30657">
                <a:extLst>
                  <a:ext uri="{FF2B5EF4-FFF2-40B4-BE49-F238E27FC236}">
                    <a16:creationId xmlns:a16="http://schemas.microsoft.com/office/drawing/2014/main" id="{34AEA3D1-91FA-487B-4716-5C79BB54631C}"/>
                  </a:ext>
                </a:extLst>
              </p:cNvPr>
              <p:cNvSpPr/>
              <p:nvPr/>
            </p:nvSpPr>
            <p:spPr>
              <a:xfrm>
                <a:off x="6307189" y="2258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9" name="Freeform 30658">
                <a:extLst>
                  <a:ext uri="{FF2B5EF4-FFF2-40B4-BE49-F238E27FC236}">
                    <a16:creationId xmlns:a16="http://schemas.microsoft.com/office/drawing/2014/main" id="{52766639-B6AB-495B-B728-0DA2CB71F681}"/>
                  </a:ext>
                </a:extLst>
              </p:cNvPr>
              <p:cNvSpPr/>
              <p:nvPr/>
            </p:nvSpPr>
            <p:spPr>
              <a:xfrm>
                <a:off x="6307685" y="2280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0" name="Freeform 30659">
                <a:extLst>
                  <a:ext uri="{FF2B5EF4-FFF2-40B4-BE49-F238E27FC236}">
                    <a16:creationId xmlns:a16="http://schemas.microsoft.com/office/drawing/2014/main" id="{281E920D-1C52-970A-1D9C-44589DFB7C1A}"/>
                  </a:ext>
                </a:extLst>
              </p:cNvPr>
              <p:cNvSpPr/>
              <p:nvPr/>
            </p:nvSpPr>
            <p:spPr>
              <a:xfrm>
                <a:off x="6308280" y="2281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1" name="Freeform 30660">
                <a:extLst>
                  <a:ext uri="{FF2B5EF4-FFF2-40B4-BE49-F238E27FC236}">
                    <a16:creationId xmlns:a16="http://schemas.microsoft.com/office/drawing/2014/main" id="{5E76B597-AB7C-BF1D-66F6-60F2C91F877B}"/>
                  </a:ext>
                </a:extLst>
              </p:cNvPr>
              <p:cNvSpPr/>
              <p:nvPr/>
            </p:nvSpPr>
            <p:spPr>
              <a:xfrm>
                <a:off x="6308777" y="2278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2" name="Freeform 30661">
                <a:extLst>
                  <a:ext uri="{FF2B5EF4-FFF2-40B4-BE49-F238E27FC236}">
                    <a16:creationId xmlns:a16="http://schemas.microsoft.com/office/drawing/2014/main" id="{A4D15F2F-C7D6-83FD-5DB3-2E736A9BE6B0}"/>
                  </a:ext>
                </a:extLst>
              </p:cNvPr>
              <p:cNvSpPr/>
              <p:nvPr/>
            </p:nvSpPr>
            <p:spPr>
              <a:xfrm>
                <a:off x="6309273" y="2282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3" name="Freeform 30662">
                <a:extLst>
                  <a:ext uri="{FF2B5EF4-FFF2-40B4-BE49-F238E27FC236}">
                    <a16:creationId xmlns:a16="http://schemas.microsoft.com/office/drawing/2014/main" id="{2F60FCE1-ED88-ECD3-1117-95FC6DEA5B20}"/>
                  </a:ext>
                </a:extLst>
              </p:cNvPr>
              <p:cNvSpPr/>
              <p:nvPr/>
            </p:nvSpPr>
            <p:spPr>
              <a:xfrm>
                <a:off x="6309868" y="2283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4" name="Freeform 30663">
                <a:extLst>
                  <a:ext uri="{FF2B5EF4-FFF2-40B4-BE49-F238E27FC236}">
                    <a16:creationId xmlns:a16="http://schemas.microsoft.com/office/drawing/2014/main" id="{1DBA1778-1F72-A2CF-3145-D42C1748C9E2}"/>
                  </a:ext>
                </a:extLst>
              </p:cNvPr>
              <p:cNvSpPr/>
              <p:nvPr/>
            </p:nvSpPr>
            <p:spPr>
              <a:xfrm>
                <a:off x="6310364" y="2284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5" name="Freeform 30664">
                <a:extLst>
                  <a:ext uri="{FF2B5EF4-FFF2-40B4-BE49-F238E27FC236}">
                    <a16:creationId xmlns:a16="http://schemas.microsoft.com/office/drawing/2014/main" id="{415503A8-FB1D-112C-A1A2-2349673F8225}"/>
                  </a:ext>
                </a:extLst>
              </p:cNvPr>
              <p:cNvSpPr/>
              <p:nvPr/>
            </p:nvSpPr>
            <p:spPr>
              <a:xfrm>
                <a:off x="6310860" y="2288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6" name="Freeform 30665">
                <a:extLst>
                  <a:ext uri="{FF2B5EF4-FFF2-40B4-BE49-F238E27FC236}">
                    <a16:creationId xmlns:a16="http://schemas.microsoft.com/office/drawing/2014/main" id="{090C525C-F9CA-17FD-0E31-0C6B6CA6E9B9}"/>
                  </a:ext>
                </a:extLst>
              </p:cNvPr>
              <p:cNvSpPr/>
              <p:nvPr/>
            </p:nvSpPr>
            <p:spPr>
              <a:xfrm>
                <a:off x="6311455" y="2291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7" name="Freeform 30666">
                <a:extLst>
                  <a:ext uri="{FF2B5EF4-FFF2-40B4-BE49-F238E27FC236}">
                    <a16:creationId xmlns:a16="http://schemas.microsoft.com/office/drawing/2014/main" id="{B8B9D2F6-842D-6BD1-3794-3B719595E171}"/>
                  </a:ext>
                </a:extLst>
              </p:cNvPr>
              <p:cNvSpPr/>
              <p:nvPr/>
            </p:nvSpPr>
            <p:spPr>
              <a:xfrm>
                <a:off x="6311952" y="2291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8" name="Freeform 30667">
                <a:extLst>
                  <a:ext uri="{FF2B5EF4-FFF2-40B4-BE49-F238E27FC236}">
                    <a16:creationId xmlns:a16="http://schemas.microsoft.com/office/drawing/2014/main" id="{9398D1A8-7350-4EDA-A60E-FA0B849A3D84}"/>
                  </a:ext>
                </a:extLst>
              </p:cNvPr>
              <p:cNvSpPr/>
              <p:nvPr/>
            </p:nvSpPr>
            <p:spPr>
              <a:xfrm>
                <a:off x="6312448" y="2288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9" name="Freeform 30668">
                <a:extLst>
                  <a:ext uri="{FF2B5EF4-FFF2-40B4-BE49-F238E27FC236}">
                    <a16:creationId xmlns:a16="http://schemas.microsoft.com/office/drawing/2014/main" id="{720521F8-7F2A-5E6C-DE52-7BE62343E2DC}"/>
                  </a:ext>
                </a:extLst>
              </p:cNvPr>
              <p:cNvSpPr/>
              <p:nvPr/>
            </p:nvSpPr>
            <p:spPr>
              <a:xfrm>
                <a:off x="6313043" y="198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0" name="Freeform 30669">
                <a:extLst>
                  <a:ext uri="{FF2B5EF4-FFF2-40B4-BE49-F238E27FC236}">
                    <a16:creationId xmlns:a16="http://schemas.microsoft.com/office/drawing/2014/main" id="{3C73A4B1-AF81-436A-7583-098C7172865E}"/>
                  </a:ext>
                </a:extLst>
              </p:cNvPr>
              <p:cNvSpPr/>
              <p:nvPr/>
            </p:nvSpPr>
            <p:spPr>
              <a:xfrm>
                <a:off x="6313539" y="1457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1" name="Freeform 30670">
                <a:extLst>
                  <a:ext uri="{FF2B5EF4-FFF2-40B4-BE49-F238E27FC236}">
                    <a16:creationId xmlns:a16="http://schemas.microsoft.com/office/drawing/2014/main" id="{30371F15-A4C7-336D-7B52-616902661325}"/>
                  </a:ext>
                </a:extLst>
              </p:cNvPr>
              <p:cNvSpPr/>
              <p:nvPr/>
            </p:nvSpPr>
            <p:spPr>
              <a:xfrm>
                <a:off x="6314035" y="1543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2" name="Freeform 30671">
                <a:extLst>
                  <a:ext uri="{FF2B5EF4-FFF2-40B4-BE49-F238E27FC236}">
                    <a16:creationId xmlns:a16="http://schemas.microsoft.com/office/drawing/2014/main" id="{17F5AC67-1AB0-FA02-B8CE-1F915B1BC46D}"/>
                  </a:ext>
                </a:extLst>
              </p:cNvPr>
              <p:cNvSpPr/>
              <p:nvPr/>
            </p:nvSpPr>
            <p:spPr>
              <a:xfrm>
                <a:off x="6314630" y="1581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3" name="Freeform 30672">
                <a:extLst>
                  <a:ext uri="{FF2B5EF4-FFF2-40B4-BE49-F238E27FC236}">
                    <a16:creationId xmlns:a16="http://schemas.microsoft.com/office/drawing/2014/main" id="{8F550A9D-A640-B429-4122-C05F3E3B4C4D}"/>
                  </a:ext>
                </a:extLst>
              </p:cNvPr>
              <p:cNvSpPr/>
              <p:nvPr/>
            </p:nvSpPr>
            <p:spPr>
              <a:xfrm>
                <a:off x="6315127" y="1610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4" name="Freeform 30673">
                <a:extLst>
                  <a:ext uri="{FF2B5EF4-FFF2-40B4-BE49-F238E27FC236}">
                    <a16:creationId xmlns:a16="http://schemas.microsoft.com/office/drawing/2014/main" id="{565E9F1C-5410-EEE8-4AFB-5A82B4E84B01}"/>
                  </a:ext>
                </a:extLst>
              </p:cNvPr>
              <p:cNvSpPr/>
              <p:nvPr/>
            </p:nvSpPr>
            <p:spPr>
              <a:xfrm>
                <a:off x="6315623" y="1646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5" name="Freeform 30674">
                <a:extLst>
                  <a:ext uri="{FF2B5EF4-FFF2-40B4-BE49-F238E27FC236}">
                    <a16:creationId xmlns:a16="http://schemas.microsoft.com/office/drawing/2014/main" id="{2FB4F0B8-6475-317F-C34C-975A0D7F69BF}"/>
                  </a:ext>
                </a:extLst>
              </p:cNvPr>
              <p:cNvSpPr/>
              <p:nvPr/>
            </p:nvSpPr>
            <p:spPr>
              <a:xfrm>
                <a:off x="6316218" y="1700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6" name="Freeform 30675">
                <a:extLst>
                  <a:ext uri="{FF2B5EF4-FFF2-40B4-BE49-F238E27FC236}">
                    <a16:creationId xmlns:a16="http://schemas.microsoft.com/office/drawing/2014/main" id="{424D2F86-AF9B-1CD6-6A21-DDC9A118820A}"/>
                  </a:ext>
                </a:extLst>
              </p:cNvPr>
              <p:cNvSpPr/>
              <p:nvPr/>
            </p:nvSpPr>
            <p:spPr>
              <a:xfrm>
                <a:off x="6316714" y="1779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7" name="Freeform 30676">
                <a:extLst>
                  <a:ext uri="{FF2B5EF4-FFF2-40B4-BE49-F238E27FC236}">
                    <a16:creationId xmlns:a16="http://schemas.microsoft.com/office/drawing/2014/main" id="{70755D95-608F-A69C-ADFC-215E9B58CC18}"/>
                  </a:ext>
                </a:extLst>
              </p:cNvPr>
              <p:cNvSpPr/>
              <p:nvPr/>
            </p:nvSpPr>
            <p:spPr>
              <a:xfrm>
                <a:off x="6317210" y="1831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8" name="Freeform 30677">
                <a:extLst>
                  <a:ext uri="{FF2B5EF4-FFF2-40B4-BE49-F238E27FC236}">
                    <a16:creationId xmlns:a16="http://schemas.microsoft.com/office/drawing/2014/main" id="{375C9723-E5A1-8F99-92A0-9CEEB2619844}"/>
                  </a:ext>
                </a:extLst>
              </p:cNvPr>
              <p:cNvSpPr/>
              <p:nvPr/>
            </p:nvSpPr>
            <p:spPr>
              <a:xfrm>
                <a:off x="6317706" y="1804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9" name="Freeform 30678">
                <a:extLst>
                  <a:ext uri="{FF2B5EF4-FFF2-40B4-BE49-F238E27FC236}">
                    <a16:creationId xmlns:a16="http://schemas.microsoft.com/office/drawing/2014/main" id="{26CF9DE7-9090-4886-5B97-3799F1E00F27}"/>
                  </a:ext>
                </a:extLst>
              </p:cNvPr>
              <p:cNvSpPr/>
              <p:nvPr/>
            </p:nvSpPr>
            <p:spPr>
              <a:xfrm>
                <a:off x="6318302" y="1783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0" name="Freeform 30679">
                <a:extLst>
                  <a:ext uri="{FF2B5EF4-FFF2-40B4-BE49-F238E27FC236}">
                    <a16:creationId xmlns:a16="http://schemas.microsoft.com/office/drawing/2014/main" id="{78640C10-4E53-6A52-4FAD-B5755CE553A7}"/>
                  </a:ext>
                </a:extLst>
              </p:cNvPr>
              <p:cNvSpPr/>
              <p:nvPr/>
            </p:nvSpPr>
            <p:spPr>
              <a:xfrm>
                <a:off x="6318798" y="1910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1" name="Freeform 30680">
                <a:extLst>
                  <a:ext uri="{FF2B5EF4-FFF2-40B4-BE49-F238E27FC236}">
                    <a16:creationId xmlns:a16="http://schemas.microsoft.com/office/drawing/2014/main" id="{80030356-2FC5-55EE-874F-AAAFFF6EC78D}"/>
                  </a:ext>
                </a:extLst>
              </p:cNvPr>
              <p:cNvSpPr/>
              <p:nvPr/>
            </p:nvSpPr>
            <p:spPr>
              <a:xfrm>
                <a:off x="6319294" y="2180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2" name="Freeform 30681">
                <a:extLst>
                  <a:ext uri="{FF2B5EF4-FFF2-40B4-BE49-F238E27FC236}">
                    <a16:creationId xmlns:a16="http://schemas.microsoft.com/office/drawing/2014/main" id="{05AEC9CB-D0FC-FD61-468F-2E9A01EC6DE6}"/>
                  </a:ext>
                </a:extLst>
              </p:cNvPr>
              <p:cNvSpPr/>
              <p:nvPr/>
            </p:nvSpPr>
            <p:spPr>
              <a:xfrm>
                <a:off x="6319889" y="2237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3" name="Freeform 30682">
                <a:extLst>
                  <a:ext uri="{FF2B5EF4-FFF2-40B4-BE49-F238E27FC236}">
                    <a16:creationId xmlns:a16="http://schemas.microsoft.com/office/drawing/2014/main" id="{74A858CE-EAE2-2DE6-478C-348460AFA573}"/>
                  </a:ext>
                </a:extLst>
              </p:cNvPr>
              <p:cNvSpPr/>
              <p:nvPr/>
            </p:nvSpPr>
            <p:spPr>
              <a:xfrm>
                <a:off x="6320385" y="2265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4" name="Freeform 30683">
                <a:extLst>
                  <a:ext uri="{FF2B5EF4-FFF2-40B4-BE49-F238E27FC236}">
                    <a16:creationId xmlns:a16="http://schemas.microsoft.com/office/drawing/2014/main" id="{0A8D9DBA-EB10-9976-8864-B37A23D8D151}"/>
                  </a:ext>
                </a:extLst>
              </p:cNvPr>
              <p:cNvSpPr/>
              <p:nvPr/>
            </p:nvSpPr>
            <p:spPr>
              <a:xfrm>
                <a:off x="6320881" y="2266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5" name="Freeform 30684">
                <a:extLst>
                  <a:ext uri="{FF2B5EF4-FFF2-40B4-BE49-F238E27FC236}">
                    <a16:creationId xmlns:a16="http://schemas.microsoft.com/office/drawing/2014/main" id="{D0E1BD9B-045A-9CEE-8B3C-864F7F62CB19}"/>
                  </a:ext>
                </a:extLst>
              </p:cNvPr>
              <p:cNvSpPr/>
              <p:nvPr/>
            </p:nvSpPr>
            <p:spPr>
              <a:xfrm>
                <a:off x="6321477" y="2271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6" name="Freeform 30685">
                <a:extLst>
                  <a:ext uri="{FF2B5EF4-FFF2-40B4-BE49-F238E27FC236}">
                    <a16:creationId xmlns:a16="http://schemas.microsoft.com/office/drawing/2014/main" id="{0B265BC3-EF85-CB77-E89A-069EB8980612}"/>
                  </a:ext>
                </a:extLst>
              </p:cNvPr>
              <p:cNvSpPr/>
              <p:nvPr/>
            </p:nvSpPr>
            <p:spPr>
              <a:xfrm>
                <a:off x="6321973" y="2275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7" name="Freeform 30686">
                <a:extLst>
                  <a:ext uri="{FF2B5EF4-FFF2-40B4-BE49-F238E27FC236}">
                    <a16:creationId xmlns:a16="http://schemas.microsoft.com/office/drawing/2014/main" id="{769FCE74-616A-FD8C-B9B8-0A2927DDA9E9}"/>
                  </a:ext>
                </a:extLst>
              </p:cNvPr>
              <p:cNvSpPr/>
              <p:nvPr/>
            </p:nvSpPr>
            <p:spPr>
              <a:xfrm>
                <a:off x="6322469" y="2279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8" name="Freeform 30687">
                <a:extLst>
                  <a:ext uri="{FF2B5EF4-FFF2-40B4-BE49-F238E27FC236}">
                    <a16:creationId xmlns:a16="http://schemas.microsoft.com/office/drawing/2014/main" id="{2D90FE23-2598-1AD2-5908-5CA3DA68B7A5}"/>
                  </a:ext>
                </a:extLst>
              </p:cNvPr>
              <p:cNvSpPr/>
              <p:nvPr/>
            </p:nvSpPr>
            <p:spPr>
              <a:xfrm>
                <a:off x="6323064" y="2274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9" name="Freeform 30688">
                <a:extLst>
                  <a:ext uri="{FF2B5EF4-FFF2-40B4-BE49-F238E27FC236}">
                    <a16:creationId xmlns:a16="http://schemas.microsoft.com/office/drawing/2014/main" id="{E50F5D6A-1ECE-16B1-4E9F-E6647E5A7A6C}"/>
                  </a:ext>
                </a:extLst>
              </p:cNvPr>
              <p:cNvSpPr/>
              <p:nvPr/>
            </p:nvSpPr>
            <p:spPr>
              <a:xfrm>
                <a:off x="6323560" y="2280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0" name="Freeform 30689">
                <a:extLst>
                  <a:ext uri="{FF2B5EF4-FFF2-40B4-BE49-F238E27FC236}">
                    <a16:creationId xmlns:a16="http://schemas.microsoft.com/office/drawing/2014/main" id="{D7EB6FC3-992E-BF5F-69D4-D642B0F8610F}"/>
                  </a:ext>
                </a:extLst>
              </p:cNvPr>
              <p:cNvSpPr/>
              <p:nvPr/>
            </p:nvSpPr>
            <p:spPr>
              <a:xfrm>
                <a:off x="6324056" y="2281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1" name="Freeform 30690">
                <a:extLst>
                  <a:ext uri="{FF2B5EF4-FFF2-40B4-BE49-F238E27FC236}">
                    <a16:creationId xmlns:a16="http://schemas.microsoft.com/office/drawing/2014/main" id="{CD80EF64-E796-09F9-6E0A-C29178E99B87}"/>
                  </a:ext>
                </a:extLst>
              </p:cNvPr>
              <p:cNvSpPr/>
              <p:nvPr/>
            </p:nvSpPr>
            <p:spPr>
              <a:xfrm>
                <a:off x="6324652" y="2281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2" name="Freeform 30691">
                <a:extLst>
                  <a:ext uri="{FF2B5EF4-FFF2-40B4-BE49-F238E27FC236}">
                    <a16:creationId xmlns:a16="http://schemas.microsoft.com/office/drawing/2014/main" id="{5ECA6866-B95D-70CE-FB46-D6906F5E0ED1}"/>
                  </a:ext>
                </a:extLst>
              </p:cNvPr>
              <p:cNvSpPr/>
              <p:nvPr/>
            </p:nvSpPr>
            <p:spPr>
              <a:xfrm>
                <a:off x="6325148" y="2273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3" name="Freeform 30692">
                <a:extLst>
                  <a:ext uri="{FF2B5EF4-FFF2-40B4-BE49-F238E27FC236}">
                    <a16:creationId xmlns:a16="http://schemas.microsoft.com/office/drawing/2014/main" id="{85F162BF-1B32-4D4D-842E-3E9F22AB4265}"/>
                  </a:ext>
                </a:extLst>
              </p:cNvPr>
              <p:cNvSpPr/>
              <p:nvPr/>
            </p:nvSpPr>
            <p:spPr>
              <a:xfrm>
                <a:off x="6325644" y="196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4" name="Freeform 30693">
                <a:extLst>
                  <a:ext uri="{FF2B5EF4-FFF2-40B4-BE49-F238E27FC236}">
                    <a16:creationId xmlns:a16="http://schemas.microsoft.com/office/drawing/2014/main" id="{974BAC47-4BBC-FEE4-C559-137A7F71E84E}"/>
                  </a:ext>
                </a:extLst>
              </p:cNvPr>
              <p:cNvSpPr/>
              <p:nvPr/>
            </p:nvSpPr>
            <p:spPr>
              <a:xfrm>
                <a:off x="6326239" y="1515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5" name="Freeform 30694">
                <a:extLst>
                  <a:ext uri="{FF2B5EF4-FFF2-40B4-BE49-F238E27FC236}">
                    <a16:creationId xmlns:a16="http://schemas.microsoft.com/office/drawing/2014/main" id="{7AF3F672-E8CD-61A4-990D-68B4C0657971}"/>
                  </a:ext>
                </a:extLst>
              </p:cNvPr>
              <p:cNvSpPr/>
              <p:nvPr/>
            </p:nvSpPr>
            <p:spPr>
              <a:xfrm>
                <a:off x="6326735" y="1540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6" name="Freeform 30695">
                <a:extLst>
                  <a:ext uri="{FF2B5EF4-FFF2-40B4-BE49-F238E27FC236}">
                    <a16:creationId xmlns:a16="http://schemas.microsoft.com/office/drawing/2014/main" id="{1B9392F7-D2BB-188C-4B8D-0D41BCB48A96}"/>
                  </a:ext>
                </a:extLst>
              </p:cNvPr>
              <p:cNvSpPr/>
              <p:nvPr/>
            </p:nvSpPr>
            <p:spPr>
              <a:xfrm>
                <a:off x="6327231" y="1574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7" name="Freeform 30696">
                <a:extLst>
                  <a:ext uri="{FF2B5EF4-FFF2-40B4-BE49-F238E27FC236}">
                    <a16:creationId xmlns:a16="http://schemas.microsoft.com/office/drawing/2014/main" id="{A2932650-9C73-D1C6-C014-0714B4BFF02A}"/>
                  </a:ext>
                </a:extLst>
              </p:cNvPr>
              <p:cNvSpPr/>
              <p:nvPr/>
            </p:nvSpPr>
            <p:spPr>
              <a:xfrm>
                <a:off x="6327827" y="1562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8" name="Freeform 30697">
                <a:extLst>
                  <a:ext uri="{FF2B5EF4-FFF2-40B4-BE49-F238E27FC236}">
                    <a16:creationId xmlns:a16="http://schemas.microsoft.com/office/drawing/2014/main" id="{F3558758-CBC5-8A65-9A3A-5195E766FBB0}"/>
                  </a:ext>
                </a:extLst>
              </p:cNvPr>
              <p:cNvSpPr/>
              <p:nvPr/>
            </p:nvSpPr>
            <p:spPr>
              <a:xfrm>
                <a:off x="6328323" y="1547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9" name="Freeform 30698">
                <a:extLst>
                  <a:ext uri="{FF2B5EF4-FFF2-40B4-BE49-F238E27FC236}">
                    <a16:creationId xmlns:a16="http://schemas.microsoft.com/office/drawing/2014/main" id="{8E759A0B-0866-6ED9-BA8B-A8B78CD24CFB}"/>
                  </a:ext>
                </a:extLst>
              </p:cNvPr>
              <p:cNvSpPr/>
              <p:nvPr/>
            </p:nvSpPr>
            <p:spPr>
              <a:xfrm>
                <a:off x="6328819" y="1646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0" name="Freeform 30699">
                <a:extLst>
                  <a:ext uri="{FF2B5EF4-FFF2-40B4-BE49-F238E27FC236}">
                    <a16:creationId xmlns:a16="http://schemas.microsoft.com/office/drawing/2014/main" id="{D9BC42A9-E9FA-0718-7C8F-60614C0AA320}"/>
                  </a:ext>
                </a:extLst>
              </p:cNvPr>
              <p:cNvSpPr/>
              <p:nvPr/>
            </p:nvSpPr>
            <p:spPr>
              <a:xfrm>
                <a:off x="6329315" y="1735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1" name="Freeform 30700">
                <a:extLst>
                  <a:ext uri="{FF2B5EF4-FFF2-40B4-BE49-F238E27FC236}">
                    <a16:creationId xmlns:a16="http://schemas.microsoft.com/office/drawing/2014/main" id="{5913512F-8513-8C90-E7C5-EE8DB9038FED}"/>
                  </a:ext>
                </a:extLst>
              </p:cNvPr>
              <p:cNvSpPr/>
              <p:nvPr/>
            </p:nvSpPr>
            <p:spPr>
              <a:xfrm>
                <a:off x="6329910" y="1785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2" name="Freeform 30701">
                <a:extLst>
                  <a:ext uri="{FF2B5EF4-FFF2-40B4-BE49-F238E27FC236}">
                    <a16:creationId xmlns:a16="http://schemas.microsoft.com/office/drawing/2014/main" id="{E1855D29-B33C-230E-99DB-B918BB2AC727}"/>
                  </a:ext>
                </a:extLst>
              </p:cNvPr>
              <p:cNvSpPr/>
              <p:nvPr/>
            </p:nvSpPr>
            <p:spPr>
              <a:xfrm>
                <a:off x="6330406" y="1779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3" name="Freeform 30702">
                <a:extLst>
                  <a:ext uri="{FF2B5EF4-FFF2-40B4-BE49-F238E27FC236}">
                    <a16:creationId xmlns:a16="http://schemas.microsoft.com/office/drawing/2014/main" id="{061CCEE2-4A45-91DB-5E06-514432C7C927}"/>
                  </a:ext>
                </a:extLst>
              </p:cNvPr>
              <p:cNvSpPr/>
              <p:nvPr/>
            </p:nvSpPr>
            <p:spPr>
              <a:xfrm>
                <a:off x="6330902" y="1775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4" name="Freeform 30703">
                <a:extLst>
                  <a:ext uri="{FF2B5EF4-FFF2-40B4-BE49-F238E27FC236}">
                    <a16:creationId xmlns:a16="http://schemas.microsoft.com/office/drawing/2014/main" id="{48ABF82B-92AA-D61A-D23A-2F8786A233E1}"/>
                  </a:ext>
                </a:extLst>
              </p:cNvPr>
              <p:cNvSpPr/>
              <p:nvPr/>
            </p:nvSpPr>
            <p:spPr>
              <a:xfrm>
                <a:off x="6331498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5" name="Freeform 30704">
                <a:extLst>
                  <a:ext uri="{FF2B5EF4-FFF2-40B4-BE49-F238E27FC236}">
                    <a16:creationId xmlns:a16="http://schemas.microsoft.com/office/drawing/2014/main" id="{596A5033-7135-ABF3-52EE-951E8200F012}"/>
                  </a:ext>
                </a:extLst>
              </p:cNvPr>
              <p:cNvSpPr/>
              <p:nvPr/>
            </p:nvSpPr>
            <p:spPr>
              <a:xfrm>
                <a:off x="6331994" y="2242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6" name="Freeform 30705">
                <a:extLst>
                  <a:ext uri="{FF2B5EF4-FFF2-40B4-BE49-F238E27FC236}">
                    <a16:creationId xmlns:a16="http://schemas.microsoft.com/office/drawing/2014/main" id="{04B3D400-FDFF-E1DF-3C07-2D7683D4E674}"/>
                  </a:ext>
                </a:extLst>
              </p:cNvPr>
              <p:cNvSpPr/>
              <p:nvPr/>
            </p:nvSpPr>
            <p:spPr>
              <a:xfrm>
                <a:off x="6332490" y="2296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7" name="Freeform 30706">
                <a:extLst>
                  <a:ext uri="{FF2B5EF4-FFF2-40B4-BE49-F238E27FC236}">
                    <a16:creationId xmlns:a16="http://schemas.microsoft.com/office/drawing/2014/main" id="{0876CF13-13CE-CC58-6F85-B5FA719E8C0C}"/>
                  </a:ext>
                </a:extLst>
              </p:cNvPr>
              <p:cNvSpPr/>
              <p:nvPr/>
            </p:nvSpPr>
            <p:spPr>
              <a:xfrm>
                <a:off x="6333085" y="2311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8" name="Freeform 30707">
                <a:extLst>
                  <a:ext uri="{FF2B5EF4-FFF2-40B4-BE49-F238E27FC236}">
                    <a16:creationId xmlns:a16="http://schemas.microsoft.com/office/drawing/2014/main" id="{0D0136CB-B069-8CF1-21B4-47ED6476F991}"/>
                  </a:ext>
                </a:extLst>
              </p:cNvPr>
              <p:cNvSpPr/>
              <p:nvPr/>
            </p:nvSpPr>
            <p:spPr>
              <a:xfrm>
                <a:off x="6333581" y="2311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9" name="Freeform 30708">
                <a:extLst>
                  <a:ext uri="{FF2B5EF4-FFF2-40B4-BE49-F238E27FC236}">
                    <a16:creationId xmlns:a16="http://schemas.microsoft.com/office/drawing/2014/main" id="{B4F1BAF6-A0C0-BFDC-F601-4D266E688555}"/>
                  </a:ext>
                </a:extLst>
              </p:cNvPr>
              <p:cNvSpPr/>
              <p:nvPr/>
            </p:nvSpPr>
            <p:spPr>
              <a:xfrm>
                <a:off x="6334077" y="2309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0" name="Freeform 30709">
                <a:extLst>
                  <a:ext uri="{FF2B5EF4-FFF2-40B4-BE49-F238E27FC236}">
                    <a16:creationId xmlns:a16="http://schemas.microsoft.com/office/drawing/2014/main" id="{0DE5C3F5-DD8C-FD9A-AD75-C8F5D6F5C9EF}"/>
                  </a:ext>
                </a:extLst>
              </p:cNvPr>
              <p:cNvSpPr/>
              <p:nvPr/>
            </p:nvSpPr>
            <p:spPr>
              <a:xfrm>
                <a:off x="6334673" y="2309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1" name="Freeform 30710">
                <a:extLst>
                  <a:ext uri="{FF2B5EF4-FFF2-40B4-BE49-F238E27FC236}">
                    <a16:creationId xmlns:a16="http://schemas.microsoft.com/office/drawing/2014/main" id="{4E06D198-DA8A-2685-B22E-684B82EA967A}"/>
                  </a:ext>
                </a:extLst>
              </p:cNvPr>
              <p:cNvSpPr/>
              <p:nvPr/>
            </p:nvSpPr>
            <p:spPr>
              <a:xfrm>
                <a:off x="6335169" y="2309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2" name="Freeform 30711">
                <a:extLst>
                  <a:ext uri="{FF2B5EF4-FFF2-40B4-BE49-F238E27FC236}">
                    <a16:creationId xmlns:a16="http://schemas.microsoft.com/office/drawing/2014/main" id="{7545B5A8-5827-5AB2-184B-21DA1DB3C604}"/>
                  </a:ext>
                </a:extLst>
              </p:cNvPr>
              <p:cNvSpPr/>
              <p:nvPr/>
            </p:nvSpPr>
            <p:spPr>
              <a:xfrm>
                <a:off x="6335665" y="2309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3" name="Freeform 30712">
                <a:extLst>
                  <a:ext uri="{FF2B5EF4-FFF2-40B4-BE49-F238E27FC236}">
                    <a16:creationId xmlns:a16="http://schemas.microsoft.com/office/drawing/2014/main" id="{A98CCA0E-979E-3E58-4688-4CA83A3E9344}"/>
                  </a:ext>
                </a:extLst>
              </p:cNvPr>
              <p:cNvSpPr/>
              <p:nvPr/>
            </p:nvSpPr>
            <p:spPr>
              <a:xfrm>
                <a:off x="6336260" y="2310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4" name="Freeform 30713">
                <a:extLst>
                  <a:ext uri="{FF2B5EF4-FFF2-40B4-BE49-F238E27FC236}">
                    <a16:creationId xmlns:a16="http://schemas.microsoft.com/office/drawing/2014/main" id="{5A092FB5-C140-3830-CA6D-67071DBB78F5}"/>
                  </a:ext>
                </a:extLst>
              </p:cNvPr>
              <p:cNvSpPr/>
              <p:nvPr/>
            </p:nvSpPr>
            <p:spPr>
              <a:xfrm>
                <a:off x="6336756" y="2312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5" name="Freeform 30714">
                <a:extLst>
                  <a:ext uri="{FF2B5EF4-FFF2-40B4-BE49-F238E27FC236}">
                    <a16:creationId xmlns:a16="http://schemas.microsoft.com/office/drawing/2014/main" id="{2EC73A7A-1559-DEF8-EA92-FF6EED800893}"/>
                  </a:ext>
                </a:extLst>
              </p:cNvPr>
              <p:cNvSpPr/>
              <p:nvPr/>
            </p:nvSpPr>
            <p:spPr>
              <a:xfrm>
                <a:off x="6337252" y="2311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6" name="Freeform 30715">
                <a:extLst>
                  <a:ext uri="{FF2B5EF4-FFF2-40B4-BE49-F238E27FC236}">
                    <a16:creationId xmlns:a16="http://schemas.microsoft.com/office/drawing/2014/main" id="{21ECFE6D-DF6F-A460-3F91-DF6955BEB3FE}"/>
                  </a:ext>
                </a:extLst>
              </p:cNvPr>
              <p:cNvSpPr/>
              <p:nvPr/>
            </p:nvSpPr>
            <p:spPr>
              <a:xfrm>
                <a:off x="6337848" y="2308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7" name="Freeform 30716">
                <a:extLst>
                  <a:ext uri="{FF2B5EF4-FFF2-40B4-BE49-F238E27FC236}">
                    <a16:creationId xmlns:a16="http://schemas.microsoft.com/office/drawing/2014/main" id="{A9DB0DE7-B188-10DC-FB04-1630753D5D35}"/>
                  </a:ext>
                </a:extLst>
              </p:cNvPr>
              <p:cNvSpPr/>
              <p:nvPr/>
            </p:nvSpPr>
            <p:spPr>
              <a:xfrm>
                <a:off x="6338344" y="193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8" name="Freeform 30717">
                <a:extLst>
                  <a:ext uri="{FF2B5EF4-FFF2-40B4-BE49-F238E27FC236}">
                    <a16:creationId xmlns:a16="http://schemas.microsoft.com/office/drawing/2014/main" id="{932E1A4A-5977-A9E5-D183-EDDE35E27B8C}"/>
                  </a:ext>
                </a:extLst>
              </p:cNvPr>
              <p:cNvSpPr/>
              <p:nvPr/>
            </p:nvSpPr>
            <p:spPr>
              <a:xfrm>
                <a:off x="6338840" y="1521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9" name="Freeform 30718">
                <a:extLst>
                  <a:ext uri="{FF2B5EF4-FFF2-40B4-BE49-F238E27FC236}">
                    <a16:creationId xmlns:a16="http://schemas.microsoft.com/office/drawing/2014/main" id="{AC1F8CE8-7DB9-A406-011A-A8E9141B368A}"/>
                  </a:ext>
                </a:extLst>
              </p:cNvPr>
              <p:cNvSpPr/>
              <p:nvPr/>
            </p:nvSpPr>
            <p:spPr>
              <a:xfrm>
                <a:off x="6339435" y="1526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0" name="Freeform 30719">
                <a:extLst>
                  <a:ext uri="{FF2B5EF4-FFF2-40B4-BE49-F238E27FC236}">
                    <a16:creationId xmlns:a16="http://schemas.microsoft.com/office/drawing/2014/main" id="{4AF65AE8-DC17-B86E-5926-9DB23BEABC6A}"/>
                  </a:ext>
                </a:extLst>
              </p:cNvPr>
              <p:cNvSpPr/>
              <p:nvPr/>
            </p:nvSpPr>
            <p:spPr>
              <a:xfrm>
                <a:off x="6339931" y="1600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1" name="Freeform 30720">
                <a:extLst>
                  <a:ext uri="{FF2B5EF4-FFF2-40B4-BE49-F238E27FC236}">
                    <a16:creationId xmlns:a16="http://schemas.microsoft.com/office/drawing/2014/main" id="{65E7ACE4-8A70-88F0-E06A-19878E5DF066}"/>
                  </a:ext>
                </a:extLst>
              </p:cNvPr>
              <p:cNvSpPr/>
              <p:nvPr/>
            </p:nvSpPr>
            <p:spPr>
              <a:xfrm>
                <a:off x="6340427" y="1639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2" name="Freeform 30721">
                <a:extLst>
                  <a:ext uri="{FF2B5EF4-FFF2-40B4-BE49-F238E27FC236}">
                    <a16:creationId xmlns:a16="http://schemas.microsoft.com/office/drawing/2014/main" id="{3BD72CCF-7150-9D83-09F6-CE63B8AB7903}"/>
                  </a:ext>
                </a:extLst>
              </p:cNvPr>
              <p:cNvSpPr/>
              <p:nvPr/>
            </p:nvSpPr>
            <p:spPr>
              <a:xfrm>
                <a:off x="6340923" y="1633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3" name="Freeform 30722">
                <a:extLst>
                  <a:ext uri="{FF2B5EF4-FFF2-40B4-BE49-F238E27FC236}">
                    <a16:creationId xmlns:a16="http://schemas.microsoft.com/office/drawing/2014/main" id="{0230AC96-5442-00AF-B66C-D877FE7041DF}"/>
                  </a:ext>
                </a:extLst>
              </p:cNvPr>
              <p:cNvSpPr/>
              <p:nvPr/>
            </p:nvSpPr>
            <p:spPr>
              <a:xfrm>
                <a:off x="6341519" y="1671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4" name="Freeform 30723">
                <a:extLst>
                  <a:ext uri="{FF2B5EF4-FFF2-40B4-BE49-F238E27FC236}">
                    <a16:creationId xmlns:a16="http://schemas.microsoft.com/office/drawing/2014/main" id="{97462098-45F5-B86D-69D6-5A9FA44F4ACD}"/>
                  </a:ext>
                </a:extLst>
              </p:cNvPr>
              <p:cNvSpPr/>
              <p:nvPr/>
            </p:nvSpPr>
            <p:spPr>
              <a:xfrm>
                <a:off x="6342015" y="1664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5" name="Freeform 30724">
                <a:extLst>
                  <a:ext uri="{FF2B5EF4-FFF2-40B4-BE49-F238E27FC236}">
                    <a16:creationId xmlns:a16="http://schemas.microsoft.com/office/drawing/2014/main" id="{896C80E8-B777-FD12-B839-24DFA2C23BB9}"/>
                  </a:ext>
                </a:extLst>
              </p:cNvPr>
              <p:cNvSpPr/>
              <p:nvPr/>
            </p:nvSpPr>
            <p:spPr>
              <a:xfrm>
                <a:off x="6342511" y="1639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6" name="Freeform 30725">
                <a:extLst>
                  <a:ext uri="{FF2B5EF4-FFF2-40B4-BE49-F238E27FC236}">
                    <a16:creationId xmlns:a16="http://schemas.microsoft.com/office/drawing/2014/main" id="{AD136EB3-A02D-73F5-A649-E6C3C6A5203B}"/>
                  </a:ext>
                </a:extLst>
              </p:cNvPr>
              <p:cNvSpPr/>
              <p:nvPr/>
            </p:nvSpPr>
            <p:spPr>
              <a:xfrm>
                <a:off x="6343106" y="1619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7" name="Freeform 30726">
                <a:extLst>
                  <a:ext uri="{FF2B5EF4-FFF2-40B4-BE49-F238E27FC236}">
                    <a16:creationId xmlns:a16="http://schemas.microsoft.com/office/drawing/2014/main" id="{BB4696D2-ECAC-C024-D1C5-8DDAF7DAAAB6}"/>
                  </a:ext>
                </a:extLst>
              </p:cNvPr>
              <p:cNvSpPr/>
              <p:nvPr/>
            </p:nvSpPr>
            <p:spPr>
              <a:xfrm>
                <a:off x="6343602" y="161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8" name="Freeform 30727">
                <a:extLst>
                  <a:ext uri="{FF2B5EF4-FFF2-40B4-BE49-F238E27FC236}">
                    <a16:creationId xmlns:a16="http://schemas.microsoft.com/office/drawing/2014/main" id="{FF226A0C-84C1-E20C-834C-01F7C2AB6CC5}"/>
                  </a:ext>
                </a:extLst>
              </p:cNvPr>
              <p:cNvSpPr/>
              <p:nvPr/>
            </p:nvSpPr>
            <p:spPr>
              <a:xfrm>
                <a:off x="6344098" y="1753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9" name="Freeform 30728">
                <a:extLst>
                  <a:ext uri="{FF2B5EF4-FFF2-40B4-BE49-F238E27FC236}">
                    <a16:creationId xmlns:a16="http://schemas.microsoft.com/office/drawing/2014/main" id="{7BC75496-ABD6-5DC9-B452-425AFB2AC549}"/>
                  </a:ext>
                </a:extLst>
              </p:cNvPr>
              <p:cNvSpPr/>
              <p:nvPr/>
            </p:nvSpPr>
            <p:spPr>
              <a:xfrm>
                <a:off x="6344694" y="2382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0" name="Freeform 30729">
                <a:extLst>
                  <a:ext uri="{FF2B5EF4-FFF2-40B4-BE49-F238E27FC236}">
                    <a16:creationId xmlns:a16="http://schemas.microsoft.com/office/drawing/2014/main" id="{6121AC8F-7122-3907-A8C4-C6B0B57C9F08}"/>
                  </a:ext>
                </a:extLst>
              </p:cNvPr>
              <p:cNvSpPr/>
              <p:nvPr/>
            </p:nvSpPr>
            <p:spPr>
              <a:xfrm>
                <a:off x="6345190" y="2404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1" name="Freeform 30730">
                <a:extLst>
                  <a:ext uri="{FF2B5EF4-FFF2-40B4-BE49-F238E27FC236}">
                    <a16:creationId xmlns:a16="http://schemas.microsoft.com/office/drawing/2014/main" id="{57377B31-1D0D-09A7-8B42-C4EF792C1B53}"/>
                  </a:ext>
                </a:extLst>
              </p:cNvPr>
              <p:cNvSpPr/>
              <p:nvPr/>
            </p:nvSpPr>
            <p:spPr>
              <a:xfrm>
                <a:off x="6345686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2" name="Freeform 30731">
                <a:extLst>
                  <a:ext uri="{FF2B5EF4-FFF2-40B4-BE49-F238E27FC236}">
                    <a16:creationId xmlns:a16="http://schemas.microsoft.com/office/drawing/2014/main" id="{E67CF17B-B5D5-852C-E48E-334C0C8CA06A}"/>
                  </a:ext>
                </a:extLst>
              </p:cNvPr>
              <p:cNvSpPr/>
              <p:nvPr/>
            </p:nvSpPr>
            <p:spPr>
              <a:xfrm>
                <a:off x="634628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3" name="Freeform 30732">
                <a:extLst>
                  <a:ext uri="{FF2B5EF4-FFF2-40B4-BE49-F238E27FC236}">
                    <a16:creationId xmlns:a16="http://schemas.microsoft.com/office/drawing/2014/main" id="{B5BF3E9F-9872-D976-C1B2-43EA9592D1FB}"/>
                  </a:ext>
                </a:extLst>
              </p:cNvPr>
              <p:cNvSpPr/>
              <p:nvPr/>
            </p:nvSpPr>
            <p:spPr>
              <a:xfrm>
                <a:off x="6346777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4" name="Freeform 30733">
                <a:extLst>
                  <a:ext uri="{FF2B5EF4-FFF2-40B4-BE49-F238E27FC236}">
                    <a16:creationId xmlns:a16="http://schemas.microsoft.com/office/drawing/2014/main" id="{DC843072-9AD1-3433-031A-0C2F7A7037DC}"/>
                  </a:ext>
                </a:extLst>
              </p:cNvPr>
              <p:cNvSpPr/>
              <p:nvPr/>
            </p:nvSpPr>
            <p:spPr>
              <a:xfrm>
                <a:off x="6347273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5" name="Freeform 30734">
                <a:extLst>
                  <a:ext uri="{FF2B5EF4-FFF2-40B4-BE49-F238E27FC236}">
                    <a16:creationId xmlns:a16="http://schemas.microsoft.com/office/drawing/2014/main" id="{802FD32E-5601-8A57-F6FF-ECD1982BCAC2}"/>
                  </a:ext>
                </a:extLst>
              </p:cNvPr>
              <p:cNvSpPr/>
              <p:nvPr/>
            </p:nvSpPr>
            <p:spPr>
              <a:xfrm>
                <a:off x="6347869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6" name="Freeform 30735">
                <a:extLst>
                  <a:ext uri="{FF2B5EF4-FFF2-40B4-BE49-F238E27FC236}">
                    <a16:creationId xmlns:a16="http://schemas.microsoft.com/office/drawing/2014/main" id="{D2C0C3C9-1B91-5E58-81B7-54BB39C460FC}"/>
                  </a:ext>
                </a:extLst>
              </p:cNvPr>
              <p:cNvSpPr/>
              <p:nvPr/>
            </p:nvSpPr>
            <p:spPr>
              <a:xfrm>
                <a:off x="6348365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7" name="Freeform 30736">
                <a:extLst>
                  <a:ext uri="{FF2B5EF4-FFF2-40B4-BE49-F238E27FC236}">
                    <a16:creationId xmlns:a16="http://schemas.microsoft.com/office/drawing/2014/main" id="{62C3622C-A492-046F-DC4B-665F79479CE4}"/>
                  </a:ext>
                </a:extLst>
              </p:cNvPr>
              <p:cNvSpPr/>
              <p:nvPr/>
            </p:nvSpPr>
            <p:spPr>
              <a:xfrm>
                <a:off x="6348861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8" name="Freeform 30737">
                <a:extLst>
                  <a:ext uri="{FF2B5EF4-FFF2-40B4-BE49-F238E27FC236}">
                    <a16:creationId xmlns:a16="http://schemas.microsoft.com/office/drawing/2014/main" id="{268CA04A-BDAA-4138-DFCC-EC24EB7D24E9}"/>
                  </a:ext>
                </a:extLst>
              </p:cNvPr>
              <p:cNvSpPr/>
              <p:nvPr/>
            </p:nvSpPr>
            <p:spPr>
              <a:xfrm>
                <a:off x="6349456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9" name="Freeform 30738">
                <a:extLst>
                  <a:ext uri="{FF2B5EF4-FFF2-40B4-BE49-F238E27FC236}">
                    <a16:creationId xmlns:a16="http://schemas.microsoft.com/office/drawing/2014/main" id="{0E07D660-DC1C-9873-34C7-74DC4264ED17}"/>
                  </a:ext>
                </a:extLst>
              </p:cNvPr>
              <p:cNvSpPr/>
              <p:nvPr/>
            </p:nvSpPr>
            <p:spPr>
              <a:xfrm>
                <a:off x="6349952" y="2413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0" name="Freeform 30739">
                <a:extLst>
                  <a:ext uri="{FF2B5EF4-FFF2-40B4-BE49-F238E27FC236}">
                    <a16:creationId xmlns:a16="http://schemas.microsoft.com/office/drawing/2014/main" id="{C6BFD5C9-B64D-C7AE-1BC5-CFD556835DE2}"/>
                  </a:ext>
                </a:extLst>
              </p:cNvPr>
              <p:cNvSpPr/>
              <p:nvPr/>
            </p:nvSpPr>
            <p:spPr>
              <a:xfrm>
                <a:off x="6350448" y="2414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1" name="Freeform 30740">
                <a:extLst>
                  <a:ext uri="{FF2B5EF4-FFF2-40B4-BE49-F238E27FC236}">
                    <a16:creationId xmlns:a16="http://schemas.microsoft.com/office/drawing/2014/main" id="{A1782C64-0650-52F9-5D9C-2FE5A6512DD7}"/>
                  </a:ext>
                </a:extLst>
              </p:cNvPr>
              <p:cNvSpPr/>
              <p:nvPr/>
            </p:nvSpPr>
            <p:spPr>
              <a:xfrm>
                <a:off x="6351044" y="201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2" name="Freeform 30741">
                <a:extLst>
                  <a:ext uri="{FF2B5EF4-FFF2-40B4-BE49-F238E27FC236}">
                    <a16:creationId xmlns:a16="http://schemas.microsoft.com/office/drawing/2014/main" id="{C6776385-0127-D02A-C063-52E779ECE067}"/>
                  </a:ext>
                </a:extLst>
              </p:cNvPr>
              <p:cNvSpPr/>
              <p:nvPr/>
            </p:nvSpPr>
            <p:spPr>
              <a:xfrm>
                <a:off x="6351540" y="1703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3" name="Freeform 30742">
                <a:extLst>
                  <a:ext uri="{FF2B5EF4-FFF2-40B4-BE49-F238E27FC236}">
                    <a16:creationId xmlns:a16="http://schemas.microsoft.com/office/drawing/2014/main" id="{46464117-6CCD-FA6C-915C-C8AABB5861CA}"/>
                  </a:ext>
                </a:extLst>
              </p:cNvPr>
              <p:cNvSpPr/>
              <p:nvPr/>
            </p:nvSpPr>
            <p:spPr>
              <a:xfrm>
                <a:off x="6352036" y="1653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4" name="Freeform 30743">
                <a:extLst>
                  <a:ext uri="{FF2B5EF4-FFF2-40B4-BE49-F238E27FC236}">
                    <a16:creationId xmlns:a16="http://schemas.microsoft.com/office/drawing/2014/main" id="{ADD468A7-AFB3-1A7C-4ABA-06B992213837}"/>
                  </a:ext>
                </a:extLst>
              </p:cNvPr>
              <p:cNvSpPr/>
              <p:nvPr/>
            </p:nvSpPr>
            <p:spPr>
              <a:xfrm>
                <a:off x="6352631" y="1671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5" name="Freeform 30744">
                <a:extLst>
                  <a:ext uri="{FF2B5EF4-FFF2-40B4-BE49-F238E27FC236}">
                    <a16:creationId xmlns:a16="http://schemas.microsoft.com/office/drawing/2014/main" id="{5F7A007D-EB94-D15F-13AB-684A23A3F391}"/>
                  </a:ext>
                </a:extLst>
              </p:cNvPr>
              <p:cNvSpPr/>
              <p:nvPr/>
            </p:nvSpPr>
            <p:spPr>
              <a:xfrm>
                <a:off x="6353127" y="1700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6" name="Freeform 30745">
                <a:extLst>
                  <a:ext uri="{FF2B5EF4-FFF2-40B4-BE49-F238E27FC236}">
                    <a16:creationId xmlns:a16="http://schemas.microsoft.com/office/drawing/2014/main" id="{FACDAA4B-925F-B012-D408-C7312E2CD57E}"/>
                  </a:ext>
                </a:extLst>
              </p:cNvPr>
              <p:cNvSpPr/>
              <p:nvPr/>
            </p:nvSpPr>
            <p:spPr>
              <a:xfrm>
                <a:off x="6353623" y="1651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7" name="Freeform 30746">
                <a:extLst>
                  <a:ext uri="{FF2B5EF4-FFF2-40B4-BE49-F238E27FC236}">
                    <a16:creationId xmlns:a16="http://schemas.microsoft.com/office/drawing/2014/main" id="{3BD803D7-B281-64EE-FD5C-64DE27A84EF2}"/>
                  </a:ext>
                </a:extLst>
              </p:cNvPr>
              <p:cNvSpPr/>
              <p:nvPr/>
            </p:nvSpPr>
            <p:spPr>
              <a:xfrm>
                <a:off x="6354120" y="1595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8" name="Freeform 30747">
                <a:extLst>
                  <a:ext uri="{FF2B5EF4-FFF2-40B4-BE49-F238E27FC236}">
                    <a16:creationId xmlns:a16="http://schemas.microsoft.com/office/drawing/2014/main" id="{B65625AC-000E-5CBD-45FF-D8A1A9FCAB26}"/>
                  </a:ext>
                </a:extLst>
              </p:cNvPr>
              <p:cNvSpPr/>
              <p:nvPr/>
            </p:nvSpPr>
            <p:spPr>
              <a:xfrm>
                <a:off x="6354715" y="1525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9" name="Freeform 30748">
                <a:extLst>
                  <a:ext uri="{FF2B5EF4-FFF2-40B4-BE49-F238E27FC236}">
                    <a16:creationId xmlns:a16="http://schemas.microsoft.com/office/drawing/2014/main" id="{6B17DE61-EBF7-3025-F2AE-36E55D2FD6B1}"/>
                  </a:ext>
                </a:extLst>
              </p:cNvPr>
              <p:cNvSpPr/>
              <p:nvPr/>
            </p:nvSpPr>
            <p:spPr>
              <a:xfrm>
                <a:off x="6355211" y="1527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0" name="Freeform 30749">
                <a:extLst>
                  <a:ext uri="{FF2B5EF4-FFF2-40B4-BE49-F238E27FC236}">
                    <a16:creationId xmlns:a16="http://schemas.microsoft.com/office/drawing/2014/main" id="{287D00A1-094E-E28E-5FFF-1FC369F5D39A}"/>
                  </a:ext>
                </a:extLst>
              </p:cNvPr>
              <p:cNvSpPr/>
              <p:nvPr/>
            </p:nvSpPr>
            <p:spPr>
              <a:xfrm>
                <a:off x="6355707" y="1553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1" name="Freeform 30750">
                <a:extLst>
                  <a:ext uri="{FF2B5EF4-FFF2-40B4-BE49-F238E27FC236}">
                    <a16:creationId xmlns:a16="http://schemas.microsoft.com/office/drawing/2014/main" id="{F665B33D-7509-0FFD-5E45-20CED03A428E}"/>
                  </a:ext>
                </a:extLst>
              </p:cNvPr>
              <p:cNvSpPr/>
              <p:nvPr/>
            </p:nvSpPr>
            <p:spPr>
              <a:xfrm>
                <a:off x="6356302" y="1535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2" name="Freeform 30751">
                <a:extLst>
                  <a:ext uri="{FF2B5EF4-FFF2-40B4-BE49-F238E27FC236}">
                    <a16:creationId xmlns:a16="http://schemas.microsoft.com/office/drawing/2014/main" id="{0883BE68-A5CA-D819-C9A5-F681A72A9447}"/>
                  </a:ext>
                </a:extLst>
              </p:cNvPr>
              <p:cNvSpPr/>
              <p:nvPr/>
            </p:nvSpPr>
            <p:spPr>
              <a:xfrm>
                <a:off x="6356798" y="1602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3" name="Freeform 30752">
                <a:extLst>
                  <a:ext uri="{FF2B5EF4-FFF2-40B4-BE49-F238E27FC236}">
                    <a16:creationId xmlns:a16="http://schemas.microsoft.com/office/drawing/2014/main" id="{53ACA69A-5535-BDDA-2A10-D5254FDE970C}"/>
                  </a:ext>
                </a:extLst>
              </p:cNvPr>
              <p:cNvSpPr/>
              <p:nvPr/>
            </p:nvSpPr>
            <p:spPr>
              <a:xfrm>
                <a:off x="6357295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4" name="Freeform 30753">
                <a:extLst>
                  <a:ext uri="{FF2B5EF4-FFF2-40B4-BE49-F238E27FC236}">
                    <a16:creationId xmlns:a16="http://schemas.microsoft.com/office/drawing/2014/main" id="{1B8DF1C9-00A3-3463-CC33-CFB779967032}"/>
                  </a:ext>
                </a:extLst>
              </p:cNvPr>
              <p:cNvSpPr/>
              <p:nvPr/>
            </p:nvSpPr>
            <p:spPr>
              <a:xfrm>
                <a:off x="6357890" y="2077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5" name="Freeform 30754">
                <a:extLst>
                  <a:ext uri="{FF2B5EF4-FFF2-40B4-BE49-F238E27FC236}">
                    <a16:creationId xmlns:a16="http://schemas.microsoft.com/office/drawing/2014/main" id="{D099DB2E-12EF-3B91-B827-5AA73D124514}"/>
                  </a:ext>
                </a:extLst>
              </p:cNvPr>
              <p:cNvSpPr/>
              <p:nvPr/>
            </p:nvSpPr>
            <p:spPr>
              <a:xfrm>
                <a:off x="6358386" y="2097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6" name="Freeform 30755">
                <a:extLst>
                  <a:ext uri="{FF2B5EF4-FFF2-40B4-BE49-F238E27FC236}">
                    <a16:creationId xmlns:a16="http://schemas.microsoft.com/office/drawing/2014/main" id="{B70FEACE-000C-F96F-939E-F8F362084069}"/>
                  </a:ext>
                </a:extLst>
              </p:cNvPr>
              <p:cNvSpPr/>
              <p:nvPr/>
            </p:nvSpPr>
            <p:spPr>
              <a:xfrm>
                <a:off x="6358882" y="2106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7" name="Freeform 30756">
                <a:extLst>
                  <a:ext uri="{FF2B5EF4-FFF2-40B4-BE49-F238E27FC236}">
                    <a16:creationId xmlns:a16="http://schemas.microsoft.com/office/drawing/2014/main" id="{62866CF7-6140-1C68-8501-D0BE86AE7824}"/>
                  </a:ext>
                </a:extLst>
              </p:cNvPr>
              <p:cNvSpPr/>
              <p:nvPr/>
            </p:nvSpPr>
            <p:spPr>
              <a:xfrm>
                <a:off x="6359477" y="2109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8" name="Freeform 30757">
                <a:extLst>
                  <a:ext uri="{FF2B5EF4-FFF2-40B4-BE49-F238E27FC236}">
                    <a16:creationId xmlns:a16="http://schemas.microsoft.com/office/drawing/2014/main" id="{1F013EAC-7F51-7FD7-A991-465AD8E04313}"/>
                  </a:ext>
                </a:extLst>
              </p:cNvPr>
              <p:cNvSpPr/>
              <p:nvPr/>
            </p:nvSpPr>
            <p:spPr>
              <a:xfrm>
                <a:off x="6359973" y="211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9" name="Freeform 30758">
                <a:extLst>
                  <a:ext uri="{FF2B5EF4-FFF2-40B4-BE49-F238E27FC236}">
                    <a16:creationId xmlns:a16="http://schemas.microsoft.com/office/drawing/2014/main" id="{2757E30F-F59F-C007-7A3B-B04159F7B868}"/>
                  </a:ext>
                </a:extLst>
              </p:cNvPr>
              <p:cNvSpPr/>
              <p:nvPr/>
            </p:nvSpPr>
            <p:spPr>
              <a:xfrm>
                <a:off x="6360470" y="2113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0" name="Freeform 30759">
                <a:extLst>
                  <a:ext uri="{FF2B5EF4-FFF2-40B4-BE49-F238E27FC236}">
                    <a16:creationId xmlns:a16="http://schemas.microsoft.com/office/drawing/2014/main" id="{5916191E-6565-A874-E85C-7E9A1ACBEB9D}"/>
                  </a:ext>
                </a:extLst>
              </p:cNvPr>
              <p:cNvSpPr/>
              <p:nvPr/>
            </p:nvSpPr>
            <p:spPr>
              <a:xfrm>
                <a:off x="6361065" y="2116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1" name="Freeform 30760">
                <a:extLst>
                  <a:ext uri="{FF2B5EF4-FFF2-40B4-BE49-F238E27FC236}">
                    <a16:creationId xmlns:a16="http://schemas.microsoft.com/office/drawing/2014/main" id="{214BC61C-AFB5-39FB-0340-8ABE59849682}"/>
                  </a:ext>
                </a:extLst>
              </p:cNvPr>
              <p:cNvSpPr/>
              <p:nvPr/>
            </p:nvSpPr>
            <p:spPr>
              <a:xfrm>
                <a:off x="6361561" y="2124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2" name="Freeform 30761">
                <a:extLst>
                  <a:ext uri="{FF2B5EF4-FFF2-40B4-BE49-F238E27FC236}">
                    <a16:creationId xmlns:a16="http://schemas.microsoft.com/office/drawing/2014/main" id="{73C347C6-841C-C7EA-633D-7AC953AF63C4}"/>
                  </a:ext>
                </a:extLst>
              </p:cNvPr>
              <p:cNvSpPr/>
              <p:nvPr/>
            </p:nvSpPr>
            <p:spPr>
              <a:xfrm>
                <a:off x="6362057" y="2128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3" name="Freeform 30762">
                <a:extLst>
                  <a:ext uri="{FF2B5EF4-FFF2-40B4-BE49-F238E27FC236}">
                    <a16:creationId xmlns:a16="http://schemas.microsoft.com/office/drawing/2014/main" id="{1FE185A7-E732-4031-ABF2-D09D3075D2E5}"/>
                  </a:ext>
                </a:extLst>
              </p:cNvPr>
              <p:cNvSpPr/>
              <p:nvPr/>
            </p:nvSpPr>
            <p:spPr>
              <a:xfrm>
                <a:off x="6362652" y="213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4" name="Freeform 30763">
                <a:extLst>
                  <a:ext uri="{FF2B5EF4-FFF2-40B4-BE49-F238E27FC236}">
                    <a16:creationId xmlns:a16="http://schemas.microsoft.com/office/drawing/2014/main" id="{92097A00-CBFF-C75F-4279-CF7A7A1324A8}"/>
                  </a:ext>
                </a:extLst>
              </p:cNvPr>
              <p:cNvSpPr/>
              <p:nvPr/>
            </p:nvSpPr>
            <p:spPr>
              <a:xfrm>
                <a:off x="6363148" y="2112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5" name="Freeform 30764">
                <a:extLst>
                  <a:ext uri="{FF2B5EF4-FFF2-40B4-BE49-F238E27FC236}">
                    <a16:creationId xmlns:a16="http://schemas.microsoft.com/office/drawing/2014/main" id="{443B2FAA-D53F-0BE1-5BF2-862F79461D45}"/>
                  </a:ext>
                </a:extLst>
              </p:cNvPr>
              <p:cNvSpPr/>
              <p:nvPr/>
            </p:nvSpPr>
            <p:spPr>
              <a:xfrm>
                <a:off x="6363645" y="1877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6" name="Freeform 30765">
                <a:extLst>
                  <a:ext uri="{FF2B5EF4-FFF2-40B4-BE49-F238E27FC236}">
                    <a16:creationId xmlns:a16="http://schemas.microsoft.com/office/drawing/2014/main" id="{35C16BDF-8629-1432-FAE5-F254B0A6653F}"/>
                  </a:ext>
                </a:extLst>
              </p:cNvPr>
              <p:cNvSpPr/>
              <p:nvPr/>
            </p:nvSpPr>
            <p:spPr>
              <a:xfrm>
                <a:off x="6364240" y="1512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7" name="Freeform 30766">
                <a:extLst>
                  <a:ext uri="{FF2B5EF4-FFF2-40B4-BE49-F238E27FC236}">
                    <a16:creationId xmlns:a16="http://schemas.microsoft.com/office/drawing/2014/main" id="{209F1523-A3F7-F975-4029-0065FD3D6F2F}"/>
                  </a:ext>
                </a:extLst>
              </p:cNvPr>
              <p:cNvSpPr/>
              <p:nvPr/>
            </p:nvSpPr>
            <p:spPr>
              <a:xfrm>
                <a:off x="6364736" y="147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8" name="Freeform 30767">
                <a:extLst>
                  <a:ext uri="{FF2B5EF4-FFF2-40B4-BE49-F238E27FC236}">
                    <a16:creationId xmlns:a16="http://schemas.microsoft.com/office/drawing/2014/main" id="{E629E57B-9083-F3EF-AD9D-A73ADF9C6462}"/>
                  </a:ext>
                </a:extLst>
              </p:cNvPr>
              <p:cNvSpPr/>
              <p:nvPr/>
            </p:nvSpPr>
            <p:spPr>
              <a:xfrm>
                <a:off x="6365232" y="1534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9" name="Freeform 30768">
                <a:extLst>
                  <a:ext uri="{FF2B5EF4-FFF2-40B4-BE49-F238E27FC236}">
                    <a16:creationId xmlns:a16="http://schemas.microsoft.com/office/drawing/2014/main" id="{C566F1FF-F8FA-CC62-441E-ECB44202D048}"/>
                  </a:ext>
                </a:extLst>
              </p:cNvPr>
              <p:cNvSpPr/>
              <p:nvPr/>
            </p:nvSpPr>
            <p:spPr>
              <a:xfrm>
                <a:off x="6365728" y="1627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0" name="Freeform 30769">
                <a:extLst>
                  <a:ext uri="{FF2B5EF4-FFF2-40B4-BE49-F238E27FC236}">
                    <a16:creationId xmlns:a16="http://schemas.microsoft.com/office/drawing/2014/main" id="{47B9ADD6-295A-4DD7-5BC2-ECE3B0FFD8D4}"/>
                  </a:ext>
                </a:extLst>
              </p:cNvPr>
              <p:cNvSpPr/>
              <p:nvPr/>
            </p:nvSpPr>
            <p:spPr>
              <a:xfrm>
                <a:off x="6366323" y="1645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1" name="Freeform 30770">
                <a:extLst>
                  <a:ext uri="{FF2B5EF4-FFF2-40B4-BE49-F238E27FC236}">
                    <a16:creationId xmlns:a16="http://schemas.microsoft.com/office/drawing/2014/main" id="{48383AD3-4BE6-1D44-5830-1B7E93FA5DC2}"/>
                  </a:ext>
                </a:extLst>
              </p:cNvPr>
              <p:cNvSpPr/>
              <p:nvPr/>
            </p:nvSpPr>
            <p:spPr>
              <a:xfrm>
                <a:off x="6366820" y="1642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2" name="Freeform 30771">
                <a:extLst>
                  <a:ext uri="{FF2B5EF4-FFF2-40B4-BE49-F238E27FC236}">
                    <a16:creationId xmlns:a16="http://schemas.microsoft.com/office/drawing/2014/main" id="{5A12BB5A-36DB-41CB-6D5E-3300502CA624}"/>
                  </a:ext>
                </a:extLst>
              </p:cNvPr>
              <p:cNvSpPr/>
              <p:nvPr/>
            </p:nvSpPr>
            <p:spPr>
              <a:xfrm>
                <a:off x="6367316" y="1621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3" name="Freeform 30772">
                <a:extLst>
                  <a:ext uri="{FF2B5EF4-FFF2-40B4-BE49-F238E27FC236}">
                    <a16:creationId xmlns:a16="http://schemas.microsoft.com/office/drawing/2014/main" id="{870AF5B2-82C4-6618-4695-4F988ACB1855}"/>
                  </a:ext>
                </a:extLst>
              </p:cNvPr>
              <p:cNvSpPr/>
              <p:nvPr/>
            </p:nvSpPr>
            <p:spPr>
              <a:xfrm>
                <a:off x="6367911" y="1663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4" name="Freeform 30773">
                <a:extLst>
                  <a:ext uri="{FF2B5EF4-FFF2-40B4-BE49-F238E27FC236}">
                    <a16:creationId xmlns:a16="http://schemas.microsoft.com/office/drawing/2014/main" id="{1EA3B3AF-A726-C5C3-41D9-2FE7EC533F0A}"/>
                  </a:ext>
                </a:extLst>
              </p:cNvPr>
              <p:cNvSpPr/>
              <p:nvPr/>
            </p:nvSpPr>
            <p:spPr>
              <a:xfrm>
                <a:off x="6368407" y="1605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5" name="Freeform 30774">
                <a:extLst>
                  <a:ext uri="{FF2B5EF4-FFF2-40B4-BE49-F238E27FC236}">
                    <a16:creationId xmlns:a16="http://schemas.microsoft.com/office/drawing/2014/main" id="{9F7AB4D7-7CF7-D51D-F135-D6B94B4A3C78}"/>
                  </a:ext>
                </a:extLst>
              </p:cNvPr>
              <p:cNvSpPr/>
              <p:nvPr/>
            </p:nvSpPr>
            <p:spPr>
              <a:xfrm>
                <a:off x="6368903" y="1600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6" name="Freeform 30775">
                <a:extLst>
                  <a:ext uri="{FF2B5EF4-FFF2-40B4-BE49-F238E27FC236}">
                    <a16:creationId xmlns:a16="http://schemas.microsoft.com/office/drawing/2014/main" id="{D9BC15A7-22F8-7BED-A64A-28F474002CA1}"/>
                  </a:ext>
                </a:extLst>
              </p:cNvPr>
              <p:cNvSpPr/>
              <p:nvPr/>
            </p:nvSpPr>
            <p:spPr>
              <a:xfrm>
                <a:off x="6369498" y="1586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7" name="Freeform 30776">
                <a:extLst>
                  <a:ext uri="{FF2B5EF4-FFF2-40B4-BE49-F238E27FC236}">
                    <a16:creationId xmlns:a16="http://schemas.microsoft.com/office/drawing/2014/main" id="{DDA0CDD6-2375-267F-7BC0-172EAD7CF8F9}"/>
                  </a:ext>
                </a:extLst>
              </p:cNvPr>
              <p:cNvSpPr/>
              <p:nvPr/>
            </p:nvSpPr>
            <p:spPr>
              <a:xfrm>
                <a:off x="6369995" y="20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8" name="Freeform 30777">
                <a:extLst>
                  <a:ext uri="{FF2B5EF4-FFF2-40B4-BE49-F238E27FC236}">
                    <a16:creationId xmlns:a16="http://schemas.microsoft.com/office/drawing/2014/main" id="{E6484F30-E9C1-0651-567A-7E0003D31827}"/>
                  </a:ext>
                </a:extLst>
              </p:cNvPr>
              <p:cNvSpPr/>
              <p:nvPr/>
            </p:nvSpPr>
            <p:spPr>
              <a:xfrm>
                <a:off x="6370491" y="210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9" name="Freeform 30778">
                <a:extLst>
                  <a:ext uri="{FF2B5EF4-FFF2-40B4-BE49-F238E27FC236}">
                    <a16:creationId xmlns:a16="http://schemas.microsoft.com/office/drawing/2014/main" id="{EE3E086E-06E5-3E8C-E1E4-E585D750E742}"/>
                  </a:ext>
                </a:extLst>
              </p:cNvPr>
              <p:cNvSpPr/>
              <p:nvPr/>
            </p:nvSpPr>
            <p:spPr>
              <a:xfrm>
                <a:off x="6371086" y="2126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0" name="Freeform 30779">
                <a:extLst>
                  <a:ext uri="{FF2B5EF4-FFF2-40B4-BE49-F238E27FC236}">
                    <a16:creationId xmlns:a16="http://schemas.microsoft.com/office/drawing/2014/main" id="{4A806D0C-5735-0E27-BF58-00E45FE550A7}"/>
                  </a:ext>
                </a:extLst>
              </p:cNvPr>
              <p:cNvSpPr/>
              <p:nvPr/>
            </p:nvSpPr>
            <p:spPr>
              <a:xfrm>
                <a:off x="6371582" y="2138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1" name="Freeform 30780">
                <a:extLst>
                  <a:ext uri="{FF2B5EF4-FFF2-40B4-BE49-F238E27FC236}">
                    <a16:creationId xmlns:a16="http://schemas.microsoft.com/office/drawing/2014/main" id="{FA59CBF7-29E1-F0DF-B360-317CEE0B3009}"/>
                  </a:ext>
                </a:extLst>
              </p:cNvPr>
              <p:cNvSpPr/>
              <p:nvPr/>
            </p:nvSpPr>
            <p:spPr>
              <a:xfrm>
                <a:off x="6372078" y="214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2" name="Freeform 30781">
                <a:extLst>
                  <a:ext uri="{FF2B5EF4-FFF2-40B4-BE49-F238E27FC236}">
                    <a16:creationId xmlns:a16="http://schemas.microsoft.com/office/drawing/2014/main" id="{EC91FF09-7FCA-6DB8-BB02-19A709CE9873}"/>
                  </a:ext>
                </a:extLst>
              </p:cNvPr>
              <p:cNvSpPr/>
              <p:nvPr/>
            </p:nvSpPr>
            <p:spPr>
              <a:xfrm>
                <a:off x="6372673" y="2148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3" name="Freeform 30782">
                <a:extLst>
                  <a:ext uri="{FF2B5EF4-FFF2-40B4-BE49-F238E27FC236}">
                    <a16:creationId xmlns:a16="http://schemas.microsoft.com/office/drawing/2014/main" id="{92BA5DD1-8FB4-DF28-F6DB-C34111F95E6E}"/>
                  </a:ext>
                </a:extLst>
              </p:cNvPr>
              <p:cNvSpPr/>
              <p:nvPr/>
            </p:nvSpPr>
            <p:spPr>
              <a:xfrm>
                <a:off x="6373170" y="214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4" name="Freeform 30783">
                <a:extLst>
                  <a:ext uri="{FF2B5EF4-FFF2-40B4-BE49-F238E27FC236}">
                    <a16:creationId xmlns:a16="http://schemas.microsoft.com/office/drawing/2014/main" id="{E910CBA7-2F5F-116B-2AB4-E6EAB42ABC3C}"/>
                  </a:ext>
                </a:extLst>
              </p:cNvPr>
              <p:cNvSpPr/>
              <p:nvPr/>
            </p:nvSpPr>
            <p:spPr>
              <a:xfrm>
                <a:off x="6373666" y="2148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5" name="Freeform 30784">
                <a:extLst>
                  <a:ext uri="{FF2B5EF4-FFF2-40B4-BE49-F238E27FC236}">
                    <a16:creationId xmlns:a16="http://schemas.microsoft.com/office/drawing/2014/main" id="{E6B3A87E-811C-65E1-2484-99DE542D43EE}"/>
                  </a:ext>
                </a:extLst>
              </p:cNvPr>
              <p:cNvSpPr/>
              <p:nvPr/>
            </p:nvSpPr>
            <p:spPr>
              <a:xfrm>
                <a:off x="6374261" y="2147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6" name="Freeform 30785">
                <a:extLst>
                  <a:ext uri="{FF2B5EF4-FFF2-40B4-BE49-F238E27FC236}">
                    <a16:creationId xmlns:a16="http://schemas.microsoft.com/office/drawing/2014/main" id="{C2B7D529-E997-0E73-905C-F6BFFFC8F493}"/>
                  </a:ext>
                </a:extLst>
              </p:cNvPr>
              <p:cNvSpPr/>
              <p:nvPr/>
            </p:nvSpPr>
            <p:spPr>
              <a:xfrm>
                <a:off x="6374757" y="2145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7" name="Freeform 30786">
                <a:extLst>
                  <a:ext uri="{FF2B5EF4-FFF2-40B4-BE49-F238E27FC236}">
                    <a16:creationId xmlns:a16="http://schemas.microsoft.com/office/drawing/2014/main" id="{D0268A03-468A-B0C1-A507-AB5902F5ED6F}"/>
                  </a:ext>
                </a:extLst>
              </p:cNvPr>
              <p:cNvSpPr/>
              <p:nvPr/>
            </p:nvSpPr>
            <p:spPr>
              <a:xfrm>
                <a:off x="6375253" y="214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8" name="Freeform 30787">
                <a:extLst>
                  <a:ext uri="{FF2B5EF4-FFF2-40B4-BE49-F238E27FC236}">
                    <a16:creationId xmlns:a16="http://schemas.microsoft.com/office/drawing/2014/main" id="{E421DD02-6C61-9336-1F59-D6FE2FA71E7A}"/>
                  </a:ext>
                </a:extLst>
              </p:cNvPr>
              <p:cNvSpPr/>
              <p:nvPr/>
            </p:nvSpPr>
            <p:spPr>
              <a:xfrm>
                <a:off x="6375848" y="2131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9" name="Freeform 30788">
                <a:extLst>
                  <a:ext uri="{FF2B5EF4-FFF2-40B4-BE49-F238E27FC236}">
                    <a16:creationId xmlns:a16="http://schemas.microsoft.com/office/drawing/2014/main" id="{B41A13C2-6B7E-D5AD-FA0D-8C4CCA4FCD1D}"/>
                  </a:ext>
                </a:extLst>
              </p:cNvPr>
              <p:cNvSpPr/>
              <p:nvPr/>
            </p:nvSpPr>
            <p:spPr>
              <a:xfrm>
                <a:off x="6376345" y="1896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0" name="Freeform 30789">
                <a:extLst>
                  <a:ext uri="{FF2B5EF4-FFF2-40B4-BE49-F238E27FC236}">
                    <a16:creationId xmlns:a16="http://schemas.microsoft.com/office/drawing/2014/main" id="{B627431E-FB1C-CD11-06C5-FCE87502076F}"/>
                  </a:ext>
                </a:extLst>
              </p:cNvPr>
              <p:cNvSpPr/>
              <p:nvPr/>
            </p:nvSpPr>
            <p:spPr>
              <a:xfrm>
                <a:off x="6376841" y="1553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1" name="Freeform 30790">
                <a:extLst>
                  <a:ext uri="{FF2B5EF4-FFF2-40B4-BE49-F238E27FC236}">
                    <a16:creationId xmlns:a16="http://schemas.microsoft.com/office/drawing/2014/main" id="{9B3F7F43-6D5B-F339-572E-CA5FE20F730F}"/>
                  </a:ext>
                </a:extLst>
              </p:cNvPr>
              <p:cNvSpPr/>
              <p:nvPr/>
            </p:nvSpPr>
            <p:spPr>
              <a:xfrm>
                <a:off x="6377337" y="151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2" name="Freeform 30791">
                <a:extLst>
                  <a:ext uri="{FF2B5EF4-FFF2-40B4-BE49-F238E27FC236}">
                    <a16:creationId xmlns:a16="http://schemas.microsoft.com/office/drawing/2014/main" id="{EB489BDF-748D-1BBE-DC75-5847A0E8C93F}"/>
                  </a:ext>
                </a:extLst>
              </p:cNvPr>
              <p:cNvSpPr/>
              <p:nvPr/>
            </p:nvSpPr>
            <p:spPr>
              <a:xfrm>
                <a:off x="6377932" y="1540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3" name="Freeform 30792">
                <a:extLst>
                  <a:ext uri="{FF2B5EF4-FFF2-40B4-BE49-F238E27FC236}">
                    <a16:creationId xmlns:a16="http://schemas.microsoft.com/office/drawing/2014/main" id="{46976D3C-E834-C224-A7E0-B58FB4FD345E}"/>
                  </a:ext>
                </a:extLst>
              </p:cNvPr>
              <p:cNvSpPr/>
              <p:nvPr/>
            </p:nvSpPr>
            <p:spPr>
              <a:xfrm>
                <a:off x="6378428" y="1617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4" name="Freeform 30793">
                <a:extLst>
                  <a:ext uri="{FF2B5EF4-FFF2-40B4-BE49-F238E27FC236}">
                    <a16:creationId xmlns:a16="http://schemas.microsoft.com/office/drawing/2014/main" id="{0CD6A9A2-08B8-EEA6-64DE-83ED7395003E}"/>
                  </a:ext>
                </a:extLst>
              </p:cNvPr>
              <p:cNvSpPr/>
              <p:nvPr/>
            </p:nvSpPr>
            <p:spPr>
              <a:xfrm>
                <a:off x="6378924" y="1612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5" name="Freeform 30794">
                <a:extLst>
                  <a:ext uri="{FF2B5EF4-FFF2-40B4-BE49-F238E27FC236}">
                    <a16:creationId xmlns:a16="http://schemas.microsoft.com/office/drawing/2014/main" id="{A53BCBBE-FE26-6BEC-B6F6-0D52DBD1A238}"/>
                  </a:ext>
                </a:extLst>
              </p:cNvPr>
              <p:cNvSpPr/>
              <p:nvPr/>
            </p:nvSpPr>
            <p:spPr>
              <a:xfrm>
                <a:off x="6379520" y="1613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6" name="Freeform 30795">
                <a:extLst>
                  <a:ext uri="{FF2B5EF4-FFF2-40B4-BE49-F238E27FC236}">
                    <a16:creationId xmlns:a16="http://schemas.microsoft.com/office/drawing/2014/main" id="{0DC77347-9B8A-027E-CE72-1664086B1D65}"/>
                  </a:ext>
                </a:extLst>
              </p:cNvPr>
              <p:cNvSpPr/>
              <p:nvPr/>
            </p:nvSpPr>
            <p:spPr>
              <a:xfrm>
                <a:off x="6380016" y="1665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7" name="Freeform 30796">
                <a:extLst>
                  <a:ext uri="{FF2B5EF4-FFF2-40B4-BE49-F238E27FC236}">
                    <a16:creationId xmlns:a16="http://schemas.microsoft.com/office/drawing/2014/main" id="{E8070402-76A6-5ACA-A3B4-E118CCEF2DBA}"/>
                  </a:ext>
                </a:extLst>
              </p:cNvPr>
              <p:cNvSpPr/>
              <p:nvPr/>
            </p:nvSpPr>
            <p:spPr>
              <a:xfrm>
                <a:off x="6380512" y="1633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8" name="Freeform 30797">
                <a:extLst>
                  <a:ext uri="{FF2B5EF4-FFF2-40B4-BE49-F238E27FC236}">
                    <a16:creationId xmlns:a16="http://schemas.microsoft.com/office/drawing/2014/main" id="{7A63ED88-D76C-4219-1F67-74022D03D216}"/>
                  </a:ext>
                </a:extLst>
              </p:cNvPr>
              <p:cNvSpPr/>
              <p:nvPr/>
            </p:nvSpPr>
            <p:spPr>
              <a:xfrm>
                <a:off x="6381107" y="1604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9" name="Freeform 30798">
                <a:extLst>
                  <a:ext uri="{FF2B5EF4-FFF2-40B4-BE49-F238E27FC236}">
                    <a16:creationId xmlns:a16="http://schemas.microsoft.com/office/drawing/2014/main" id="{FC72705F-680A-3A14-682A-D17B8A075957}"/>
                  </a:ext>
                </a:extLst>
              </p:cNvPr>
              <p:cNvSpPr/>
              <p:nvPr/>
            </p:nvSpPr>
            <p:spPr>
              <a:xfrm>
                <a:off x="6381603" y="1597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0" name="Freeform 30799">
                <a:extLst>
                  <a:ext uri="{FF2B5EF4-FFF2-40B4-BE49-F238E27FC236}">
                    <a16:creationId xmlns:a16="http://schemas.microsoft.com/office/drawing/2014/main" id="{EC3CBA99-2587-542C-AFF0-409485F9BBF4}"/>
                  </a:ext>
                </a:extLst>
              </p:cNvPr>
              <p:cNvSpPr/>
              <p:nvPr/>
            </p:nvSpPr>
            <p:spPr>
              <a:xfrm>
                <a:off x="6382099" y="1638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1" name="Freeform 30800">
                <a:extLst>
                  <a:ext uri="{FF2B5EF4-FFF2-40B4-BE49-F238E27FC236}">
                    <a16:creationId xmlns:a16="http://schemas.microsoft.com/office/drawing/2014/main" id="{42D886F6-0FF5-B2DC-CC87-E1C954430493}"/>
                  </a:ext>
                </a:extLst>
              </p:cNvPr>
              <p:cNvSpPr/>
              <p:nvPr/>
            </p:nvSpPr>
            <p:spPr>
              <a:xfrm>
                <a:off x="6382695" y="1822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2" name="Freeform 30801">
                <a:extLst>
                  <a:ext uri="{FF2B5EF4-FFF2-40B4-BE49-F238E27FC236}">
                    <a16:creationId xmlns:a16="http://schemas.microsoft.com/office/drawing/2014/main" id="{396A4D80-B5AC-237F-FFD0-B2A3AF6DAA41}"/>
                  </a:ext>
                </a:extLst>
              </p:cNvPr>
              <p:cNvSpPr/>
              <p:nvPr/>
            </p:nvSpPr>
            <p:spPr>
              <a:xfrm>
                <a:off x="6383191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3" name="Freeform 30802">
                <a:extLst>
                  <a:ext uri="{FF2B5EF4-FFF2-40B4-BE49-F238E27FC236}">
                    <a16:creationId xmlns:a16="http://schemas.microsoft.com/office/drawing/2014/main" id="{8AB92637-FECA-AA6A-FA35-180628ABD72D}"/>
                  </a:ext>
                </a:extLst>
              </p:cNvPr>
              <p:cNvSpPr/>
              <p:nvPr/>
            </p:nvSpPr>
            <p:spPr>
              <a:xfrm>
                <a:off x="6383687" y="2077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4" name="Freeform 30803">
                <a:extLst>
                  <a:ext uri="{FF2B5EF4-FFF2-40B4-BE49-F238E27FC236}">
                    <a16:creationId xmlns:a16="http://schemas.microsoft.com/office/drawing/2014/main" id="{94E072FA-53B2-A1A9-5B17-7BB8CEB00098}"/>
                  </a:ext>
                </a:extLst>
              </p:cNvPr>
              <p:cNvSpPr/>
              <p:nvPr/>
            </p:nvSpPr>
            <p:spPr>
              <a:xfrm>
                <a:off x="6384282" y="2104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5" name="Freeform 30804">
                <a:extLst>
                  <a:ext uri="{FF2B5EF4-FFF2-40B4-BE49-F238E27FC236}">
                    <a16:creationId xmlns:a16="http://schemas.microsoft.com/office/drawing/2014/main" id="{1A6B16B8-41AB-64EC-D633-1ECBB4C66AE1}"/>
                  </a:ext>
                </a:extLst>
              </p:cNvPr>
              <p:cNvSpPr/>
              <p:nvPr/>
            </p:nvSpPr>
            <p:spPr>
              <a:xfrm>
                <a:off x="6384778" y="2122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6" name="Freeform 30805">
                <a:extLst>
                  <a:ext uri="{FF2B5EF4-FFF2-40B4-BE49-F238E27FC236}">
                    <a16:creationId xmlns:a16="http://schemas.microsoft.com/office/drawing/2014/main" id="{14BCAEBB-5E67-9E02-507A-C8FD413781E0}"/>
                  </a:ext>
                </a:extLst>
              </p:cNvPr>
              <p:cNvSpPr/>
              <p:nvPr/>
            </p:nvSpPr>
            <p:spPr>
              <a:xfrm>
                <a:off x="6385274" y="2131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7" name="Freeform 30806">
                <a:extLst>
                  <a:ext uri="{FF2B5EF4-FFF2-40B4-BE49-F238E27FC236}">
                    <a16:creationId xmlns:a16="http://schemas.microsoft.com/office/drawing/2014/main" id="{EF6C65DA-DE18-4DF1-9F5B-B01E96A0AFF8}"/>
                  </a:ext>
                </a:extLst>
              </p:cNvPr>
              <p:cNvSpPr/>
              <p:nvPr/>
            </p:nvSpPr>
            <p:spPr>
              <a:xfrm>
                <a:off x="6385870" y="2137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8" name="Freeform 30807">
                <a:extLst>
                  <a:ext uri="{FF2B5EF4-FFF2-40B4-BE49-F238E27FC236}">
                    <a16:creationId xmlns:a16="http://schemas.microsoft.com/office/drawing/2014/main" id="{59657591-6676-CB27-9D6A-F0B5CC5323CE}"/>
                  </a:ext>
                </a:extLst>
              </p:cNvPr>
              <p:cNvSpPr/>
              <p:nvPr/>
            </p:nvSpPr>
            <p:spPr>
              <a:xfrm>
                <a:off x="6386366" y="2138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9" name="Freeform 30808">
                <a:extLst>
                  <a:ext uri="{FF2B5EF4-FFF2-40B4-BE49-F238E27FC236}">
                    <a16:creationId xmlns:a16="http://schemas.microsoft.com/office/drawing/2014/main" id="{A290A5B9-B98E-7183-85D1-65539F2D2EBF}"/>
                  </a:ext>
                </a:extLst>
              </p:cNvPr>
              <p:cNvSpPr/>
              <p:nvPr/>
            </p:nvSpPr>
            <p:spPr>
              <a:xfrm>
                <a:off x="6386862" y="2141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0" name="Freeform 30809">
                <a:extLst>
                  <a:ext uri="{FF2B5EF4-FFF2-40B4-BE49-F238E27FC236}">
                    <a16:creationId xmlns:a16="http://schemas.microsoft.com/office/drawing/2014/main" id="{AB7C8202-4BB2-47F9-723F-ED25AB10FC0E}"/>
                  </a:ext>
                </a:extLst>
              </p:cNvPr>
              <p:cNvSpPr/>
              <p:nvPr/>
            </p:nvSpPr>
            <p:spPr>
              <a:xfrm>
                <a:off x="6387457" y="214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1" name="Freeform 30810">
                <a:extLst>
                  <a:ext uri="{FF2B5EF4-FFF2-40B4-BE49-F238E27FC236}">
                    <a16:creationId xmlns:a16="http://schemas.microsoft.com/office/drawing/2014/main" id="{BEF325CF-B939-64C7-D825-8DE5C09C0EEF}"/>
                  </a:ext>
                </a:extLst>
              </p:cNvPr>
              <p:cNvSpPr/>
              <p:nvPr/>
            </p:nvSpPr>
            <p:spPr>
              <a:xfrm>
                <a:off x="6387953" y="2138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2" name="Freeform 30811">
                <a:extLst>
                  <a:ext uri="{FF2B5EF4-FFF2-40B4-BE49-F238E27FC236}">
                    <a16:creationId xmlns:a16="http://schemas.microsoft.com/office/drawing/2014/main" id="{6FC538C8-1F47-E116-6C01-76A15D1C9170}"/>
                  </a:ext>
                </a:extLst>
              </p:cNvPr>
              <p:cNvSpPr/>
              <p:nvPr/>
            </p:nvSpPr>
            <p:spPr>
              <a:xfrm>
                <a:off x="6388449" y="2122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3" name="Freeform 30812">
                <a:extLst>
                  <a:ext uri="{FF2B5EF4-FFF2-40B4-BE49-F238E27FC236}">
                    <a16:creationId xmlns:a16="http://schemas.microsoft.com/office/drawing/2014/main" id="{58AB1BFA-0BE6-1512-EDC7-95B2F598DE19}"/>
                  </a:ext>
                </a:extLst>
              </p:cNvPr>
              <p:cNvSpPr/>
              <p:nvPr/>
            </p:nvSpPr>
            <p:spPr>
              <a:xfrm>
                <a:off x="6389045" y="198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4" name="Freeform 30813">
                <a:extLst>
                  <a:ext uri="{FF2B5EF4-FFF2-40B4-BE49-F238E27FC236}">
                    <a16:creationId xmlns:a16="http://schemas.microsoft.com/office/drawing/2014/main" id="{9345B43A-5CD0-37BE-ADA2-8218DCA38855}"/>
                  </a:ext>
                </a:extLst>
              </p:cNvPr>
              <p:cNvSpPr/>
              <p:nvPr/>
            </p:nvSpPr>
            <p:spPr>
              <a:xfrm>
                <a:off x="6389541" y="1882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5" name="Freeform 30814">
                <a:extLst>
                  <a:ext uri="{FF2B5EF4-FFF2-40B4-BE49-F238E27FC236}">
                    <a16:creationId xmlns:a16="http://schemas.microsoft.com/office/drawing/2014/main" id="{AF019B88-41BF-A8A8-41A6-A9F4885BB8FE}"/>
                  </a:ext>
                </a:extLst>
              </p:cNvPr>
              <p:cNvSpPr/>
              <p:nvPr/>
            </p:nvSpPr>
            <p:spPr>
              <a:xfrm>
                <a:off x="6390037" y="1787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6" name="Freeform 30815">
                <a:extLst>
                  <a:ext uri="{FF2B5EF4-FFF2-40B4-BE49-F238E27FC236}">
                    <a16:creationId xmlns:a16="http://schemas.microsoft.com/office/drawing/2014/main" id="{AD8D8BED-81D8-F0C0-CA0D-442A69F1AEAD}"/>
                  </a:ext>
                </a:extLst>
              </p:cNvPr>
              <p:cNvSpPr/>
              <p:nvPr/>
            </p:nvSpPr>
            <p:spPr>
              <a:xfrm>
                <a:off x="6390533" y="1756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7" name="Freeform 30816">
                <a:extLst>
                  <a:ext uri="{FF2B5EF4-FFF2-40B4-BE49-F238E27FC236}">
                    <a16:creationId xmlns:a16="http://schemas.microsoft.com/office/drawing/2014/main" id="{3321AC0C-37A6-76F2-03EB-92E8606D7F61}"/>
                  </a:ext>
                </a:extLst>
              </p:cNvPr>
              <p:cNvSpPr/>
              <p:nvPr/>
            </p:nvSpPr>
            <p:spPr>
              <a:xfrm>
                <a:off x="6391128" y="1744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8" name="Freeform 30817">
                <a:extLst>
                  <a:ext uri="{FF2B5EF4-FFF2-40B4-BE49-F238E27FC236}">
                    <a16:creationId xmlns:a16="http://schemas.microsoft.com/office/drawing/2014/main" id="{2023C125-7329-BA6B-EC97-76B27ECAAA52}"/>
                  </a:ext>
                </a:extLst>
              </p:cNvPr>
              <p:cNvSpPr/>
              <p:nvPr/>
            </p:nvSpPr>
            <p:spPr>
              <a:xfrm>
                <a:off x="6391624" y="1690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9" name="Freeform 30818">
                <a:extLst>
                  <a:ext uri="{FF2B5EF4-FFF2-40B4-BE49-F238E27FC236}">
                    <a16:creationId xmlns:a16="http://schemas.microsoft.com/office/drawing/2014/main" id="{2A77895C-4E51-C3DA-8B47-6B051A9A03E2}"/>
                  </a:ext>
                </a:extLst>
              </p:cNvPr>
              <p:cNvSpPr/>
              <p:nvPr/>
            </p:nvSpPr>
            <p:spPr>
              <a:xfrm>
                <a:off x="6392120" y="1663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0" name="Freeform 30819">
                <a:extLst>
                  <a:ext uri="{FF2B5EF4-FFF2-40B4-BE49-F238E27FC236}">
                    <a16:creationId xmlns:a16="http://schemas.microsoft.com/office/drawing/2014/main" id="{132BC9D6-ED88-12FF-14DE-FDAE9C40394E}"/>
                  </a:ext>
                </a:extLst>
              </p:cNvPr>
              <p:cNvSpPr/>
              <p:nvPr/>
            </p:nvSpPr>
            <p:spPr>
              <a:xfrm>
                <a:off x="6392716" y="1646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1" name="Freeform 30820">
                <a:extLst>
                  <a:ext uri="{FF2B5EF4-FFF2-40B4-BE49-F238E27FC236}">
                    <a16:creationId xmlns:a16="http://schemas.microsoft.com/office/drawing/2014/main" id="{C2DB283F-7A29-48B5-C709-CB9004FB70FC}"/>
                  </a:ext>
                </a:extLst>
              </p:cNvPr>
              <p:cNvSpPr/>
              <p:nvPr/>
            </p:nvSpPr>
            <p:spPr>
              <a:xfrm>
                <a:off x="6393212" y="1604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2" name="Freeform 30821">
                <a:extLst>
                  <a:ext uri="{FF2B5EF4-FFF2-40B4-BE49-F238E27FC236}">
                    <a16:creationId xmlns:a16="http://schemas.microsoft.com/office/drawing/2014/main" id="{F899BE69-5DC6-64AD-9B29-821B9390F0D7}"/>
                  </a:ext>
                </a:extLst>
              </p:cNvPr>
              <p:cNvSpPr/>
              <p:nvPr/>
            </p:nvSpPr>
            <p:spPr>
              <a:xfrm>
                <a:off x="6393708" y="1575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3" name="Freeform 30822">
                <a:extLst>
                  <a:ext uri="{FF2B5EF4-FFF2-40B4-BE49-F238E27FC236}">
                    <a16:creationId xmlns:a16="http://schemas.microsoft.com/office/drawing/2014/main" id="{A02A2C41-7BFC-AA06-D038-B0DE5CDCA1F5}"/>
                  </a:ext>
                </a:extLst>
              </p:cNvPr>
              <p:cNvSpPr/>
              <p:nvPr/>
            </p:nvSpPr>
            <p:spPr>
              <a:xfrm>
                <a:off x="6394303" y="1573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4" name="Freeform 30823">
                <a:extLst>
                  <a:ext uri="{FF2B5EF4-FFF2-40B4-BE49-F238E27FC236}">
                    <a16:creationId xmlns:a16="http://schemas.microsoft.com/office/drawing/2014/main" id="{5D84D07D-5F1F-6FF5-5610-A09EAB04C747}"/>
                  </a:ext>
                </a:extLst>
              </p:cNvPr>
              <p:cNvSpPr/>
              <p:nvPr/>
            </p:nvSpPr>
            <p:spPr>
              <a:xfrm>
                <a:off x="6394799" y="1525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5" name="Freeform 30824">
                <a:extLst>
                  <a:ext uri="{FF2B5EF4-FFF2-40B4-BE49-F238E27FC236}">
                    <a16:creationId xmlns:a16="http://schemas.microsoft.com/office/drawing/2014/main" id="{1FCFE050-BEF4-7A6A-CED4-AE794506BCF0}"/>
                  </a:ext>
                </a:extLst>
              </p:cNvPr>
              <p:cNvSpPr/>
              <p:nvPr/>
            </p:nvSpPr>
            <p:spPr>
              <a:xfrm>
                <a:off x="6395295" y="1993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6" name="Freeform 30825">
                <a:extLst>
                  <a:ext uri="{FF2B5EF4-FFF2-40B4-BE49-F238E27FC236}">
                    <a16:creationId xmlns:a16="http://schemas.microsoft.com/office/drawing/2014/main" id="{B5DF19A5-9F76-C2BB-F634-BFBC3EBA7D77}"/>
                  </a:ext>
                </a:extLst>
              </p:cNvPr>
              <p:cNvSpPr/>
              <p:nvPr/>
            </p:nvSpPr>
            <p:spPr>
              <a:xfrm>
                <a:off x="6395891" y="2097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7" name="Freeform 30826">
                <a:extLst>
                  <a:ext uri="{FF2B5EF4-FFF2-40B4-BE49-F238E27FC236}">
                    <a16:creationId xmlns:a16="http://schemas.microsoft.com/office/drawing/2014/main" id="{3BE50537-5367-A8E3-3524-337F31662C0B}"/>
                  </a:ext>
                </a:extLst>
              </p:cNvPr>
              <p:cNvSpPr/>
              <p:nvPr/>
            </p:nvSpPr>
            <p:spPr>
              <a:xfrm>
                <a:off x="6396387" y="212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8" name="Freeform 30827">
                <a:extLst>
                  <a:ext uri="{FF2B5EF4-FFF2-40B4-BE49-F238E27FC236}">
                    <a16:creationId xmlns:a16="http://schemas.microsoft.com/office/drawing/2014/main" id="{4FE9B609-0AFD-B027-2107-9D92F8C4CA33}"/>
                  </a:ext>
                </a:extLst>
              </p:cNvPr>
              <p:cNvSpPr/>
              <p:nvPr/>
            </p:nvSpPr>
            <p:spPr>
              <a:xfrm>
                <a:off x="6396883" y="2133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9" name="Freeform 30828">
                <a:extLst>
                  <a:ext uri="{FF2B5EF4-FFF2-40B4-BE49-F238E27FC236}">
                    <a16:creationId xmlns:a16="http://schemas.microsoft.com/office/drawing/2014/main" id="{5020F37C-425F-15C2-26C3-11EC8D61832A}"/>
                  </a:ext>
                </a:extLst>
              </p:cNvPr>
              <p:cNvSpPr/>
              <p:nvPr/>
            </p:nvSpPr>
            <p:spPr>
              <a:xfrm>
                <a:off x="6397478" y="2138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0" name="Freeform 30829">
                <a:extLst>
                  <a:ext uri="{FF2B5EF4-FFF2-40B4-BE49-F238E27FC236}">
                    <a16:creationId xmlns:a16="http://schemas.microsoft.com/office/drawing/2014/main" id="{50537301-31B5-450C-9221-E1954B416D7A}"/>
                  </a:ext>
                </a:extLst>
              </p:cNvPr>
              <p:cNvSpPr/>
              <p:nvPr/>
            </p:nvSpPr>
            <p:spPr>
              <a:xfrm>
                <a:off x="6397974" y="214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1" name="Freeform 30830">
                <a:extLst>
                  <a:ext uri="{FF2B5EF4-FFF2-40B4-BE49-F238E27FC236}">
                    <a16:creationId xmlns:a16="http://schemas.microsoft.com/office/drawing/2014/main" id="{EFF101AA-D2A7-A230-269A-FFE53B9AB73D}"/>
                  </a:ext>
                </a:extLst>
              </p:cNvPr>
              <p:cNvSpPr/>
              <p:nvPr/>
            </p:nvSpPr>
            <p:spPr>
              <a:xfrm>
                <a:off x="6398470" y="2151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2" name="Freeform 30831">
                <a:extLst>
                  <a:ext uri="{FF2B5EF4-FFF2-40B4-BE49-F238E27FC236}">
                    <a16:creationId xmlns:a16="http://schemas.microsoft.com/office/drawing/2014/main" id="{2E922DC0-9D17-D7E6-CA5B-909AE710AD8E}"/>
                  </a:ext>
                </a:extLst>
              </p:cNvPr>
              <p:cNvSpPr/>
              <p:nvPr/>
            </p:nvSpPr>
            <p:spPr>
              <a:xfrm>
                <a:off x="6399066" y="2151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3" name="Freeform 30832">
                <a:extLst>
                  <a:ext uri="{FF2B5EF4-FFF2-40B4-BE49-F238E27FC236}">
                    <a16:creationId xmlns:a16="http://schemas.microsoft.com/office/drawing/2014/main" id="{C542DB8C-5326-E61D-C31C-23F31EC1A11A}"/>
                  </a:ext>
                </a:extLst>
              </p:cNvPr>
              <p:cNvSpPr/>
              <p:nvPr/>
            </p:nvSpPr>
            <p:spPr>
              <a:xfrm>
                <a:off x="6399562" y="214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4" name="Freeform 30833">
                <a:extLst>
                  <a:ext uri="{FF2B5EF4-FFF2-40B4-BE49-F238E27FC236}">
                    <a16:creationId xmlns:a16="http://schemas.microsoft.com/office/drawing/2014/main" id="{E4309074-2CCD-8D83-FBB0-07AD5E471541}"/>
                  </a:ext>
                </a:extLst>
              </p:cNvPr>
              <p:cNvSpPr/>
              <p:nvPr/>
            </p:nvSpPr>
            <p:spPr>
              <a:xfrm>
                <a:off x="6400058" y="2144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5" name="Freeform 30834">
                <a:extLst>
                  <a:ext uri="{FF2B5EF4-FFF2-40B4-BE49-F238E27FC236}">
                    <a16:creationId xmlns:a16="http://schemas.microsoft.com/office/drawing/2014/main" id="{86045D8D-3BB9-BDA2-2179-A81022304AED}"/>
                  </a:ext>
                </a:extLst>
              </p:cNvPr>
              <p:cNvSpPr/>
              <p:nvPr/>
            </p:nvSpPr>
            <p:spPr>
              <a:xfrm>
                <a:off x="6400653" y="2136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6" name="Freeform 30835">
                <a:extLst>
                  <a:ext uri="{FF2B5EF4-FFF2-40B4-BE49-F238E27FC236}">
                    <a16:creationId xmlns:a16="http://schemas.microsoft.com/office/drawing/2014/main" id="{A32AEF29-97F4-099C-6106-B24696808260}"/>
                  </a:ext>
                </a:extLst>
              </p:cNvPr>
              <p:cNvSpPr/>
              <p:nvPr/>
            </p:nvSpPr>
            <p:spPr>
              <a:xfrm>
                <a:off x="6401149" y="2119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7" name="Freeform 30836">
                <a:extLst>
                  <a:ext uri="{FF2B5EF4-FFF2-40B4-BE49-F238E27FC236}">
                    <a16:creationId xmlns:a16="http://schemas.microsoft.com/office/drawing/2014/main" id="{06548167-44D3-9AB5-4F2E-787C4DA76A92}"/>
                  </a:ext>
                </a:extLst>
              </p:cNvPr>
              <p:cNvSpPr/>
              <p:nvPr/>
            </p:nvSpPr>
            <p:spPr>
              <a:xfrm>
                <a:off x="6401645" y="1983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8" name="Freeform 30837">
                <a:extLst>
                  <a:ext uri="{FF2B5EF4-FFF2-40B4-BE49-F238E27FC236}">
                    <a16:creationId xmlns:a16="http://schemas.microsoft.com/office/drawing/2014/main" id="{4C8B9BA5-50F1-B772-0E9F-4EDF07FB7289}"/>
                  </a:ext>
                </a:extLst>
              </p:cNvPr>
              <p:cNvSpPr/>
              <p:nvPr/>
            </p:nvSpPr>
            <p:spPr>
              <a:xfrm>
                <a:off x="6402141" y="1615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9" name="Freeform 30838">
                <a:extLst>
                  <a:ext uri="{FF2B5EF4-FFF2-40B4-BE49-F238E27FC236}">
                    <a16:creationId xmlns:a16="http://schemas.microsoft.com/office/drawing/2014/main" id="{99F37FCB-FEE8-8078-2958-EC6E62EB9326}"/>
                  </a:ext>
                </a:extLst>
              </p:cNvPr>
              <p:cNvSpPr/>
              <p:nvPr/>
            </p:nvSpPr>
            <p:spPr>
              <a:xfrm>
                <a:off x="6402737" y="1527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0" name="Freeform 30839">
                <a:extLst>
                  <a:ext uri="{FF2B5EF4-FFF2-40B4-BE49-F238E27FC236}">
                    <a16:creationId xmlns:a16="http://schemas.microsoft.com/office/drawing/2014/main" id="{E25DC1A4-AA13-B97D-BB08-81A92FD87D48}"/>
                  </a:ext>
                </a:extLst>
              </p:cNvPr>
              <p:cNvSpPr/>
              <p:nvPr/>
            </p:nvSpPr>
            <p:spPr>
              <a:xfrm>
                <a:off x="6403233" y="1555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1" name="Freeform 30840">
                <a:extLst>
                  <a:ext uri="{FF2B5EF4-FFF2-40B4-BE49-F238E27FC236}">
                    <a16:creationId xmlns:a16="http://schemas.microsoft.com/office/drawing/2014/main" id="{BAEFC45A-0A4A-8F81-732D-77073E3D29B5}"/>
                  </a:ext>
                </a:extLst>
              </p:cNvPr>
              <p:cNvSpPr/>
              <p:nvPr/>
            </p:nvSpPr>
            <p:spPr>
              <a:xfrm>
                <a:off x="6403729" y="1588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2" name="Freeform 30841">
                <a:extLst>
                  <a:ext uri="{FF2B5EF4-FFF2-40B4-BE49-F238E27FC236}">
                    <a16:creationId xmlns:a16="http://schemas.microsoft.com/office/drawing/2014/main" id="{53358DD4-0327-D948-9DBF-C03A713B069E}"/>
                  </a:ext>
                </a:extLst>
              </p:cNvPr>
              <p:cNvSpPr/>
              <p:nvPr/>
            </p:nvSpPr>
            <p:spPr>
              <a:xfrm>
                <a:off x="6404324" y="1518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3" name="Freeform 30842">
                <a:extLst>
                  <a:ext uri="{FF2B5EF4-FFF2-40B4-BE49-F238E27FC236}">
                    <a16:creationId xmlns:a16="http://schemas.microsoft.com/office/drawing/2014/main" id="{99491B38-AAA2-454E-93BC-1C5BDE8A85E2}"/>
                  </a:ext>
                </a:extLst>
              </p:cNvPr>
              <p:cNvSpPr/>
              <p:nvPr/>
            </p:nvSpPr>
            <p:spPr>
              <a:xfrm>
                <a:off x="6404820" y="1561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4" name="Freeform 30843">
                <a:extLst>
                  <a:ext uri="{FF2B5EF4-FFF2-40B4-BE49-F238E27FC236}">
                    <a16:creationId xmlns:a16="http://schemas.microsoft.com/office/drawing/2014/main" id="{7DCDBEC0-12AB-6AE4-C028-23733384F6BC}"/>
                  </a:ext>
                </a:extLst>
              </p:cNvPr>
              <p:cNvSpPr/>
              <p:nvPr/>
            </p:nvSpPr>
            <p:spPr>
              <a:xfrm>
                <a:off x="6405316" y="1576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5" name="Freeform 30844">
                <a:extLst>
                  <a:ext uri="{FF2B5EF4-FFF2-40B4-BE49-F238E27FC236}">
                    <a16:creationId xmlns:a16="http://schemas.microsoft.com/office/drawing/2014/main" id="{742D4157-9603-EA6B-B520-2C999830A5E1}"/>
                  </a:ext>
                </a:extLst>
              </p:cNvPr>
              <p:cNvSpPr/>
              <p:nvPr/>
            </p:nvSpPr>
            <p:spPr>
              <a:xfrm>
                <a:off x="6405912" y="1539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6" name="Freeform 30845">
                <a:extLst>
                  <a:ext uri="{FF2B5EF4-FFF2-40B4-BE49-F238E27FC236}">
                    <a16:creationId xmlns:a16="http://schemas.microsoft.com/office/drawing/2014/main" id="{242C552A-DD6B-9EC5-43BB-DAEE4B2363C2}"/>
                  </a:ext>
                </a:extLst>
              </p:cNvPr>
              <p:cNvSpPr/>
              <p:nvPr/>
            </p:nvSpPr>
            <p:spPr>
              <a:xfrm>
                <a:off x="6406408" y="1505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7" name="Freeform 30846">
                <a:extLst>
                  <a:ext uri="{FF2B5EF4-FFF2-40B4-BE49-F238E27FC236}">
                    <a16:creationId xmlns:a16="http://schemas.microsoft.com/office/drawing/2014/main" id="{CD3E9C71-DF00-301F-B692-F66DA681AAD0}"/>
                  </a:ext>
                </a:extLst>
              </p:cNvPr>
              <p:cNvSpPr/>
              <p:nvPr/>
            </p:nvSpPr>
            <p:spPr>
              <a:xfrm>
                <a:off x="6406904" y="1447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8" name="Freeform 30847">
                <a:extLst>
                  <a:ext uri="{FF2B5EF4-FFF2-40B4-BE49-F238E27FC236}">
                    <a16:creationId xmlns:a16="http://schemas.microsoft.com/office/drawing/2014/main" id="{9D3E1948-DD24-1A4F-FA7F-D0538AD64EA4}"/>
                  </a:ext>
                </a:extLst>
              </p:cNvPr>
              <p:cNvSpPr/>
              <p:nvPr/>
            </p:nvSpPr>
            <p:spPr>
              <a:xfrm>
                <a:off x="6407499" y="1455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9" name="Freeform 30848">
                <a:extLst>
                  <a:ext uri="{FF2B5EF4-FFF2-40B4-BE49-F238E27FC236}">
                    <a16:creationId xmlns:a16="http://schemas.microsoft.com/office/drawing/2014/main" id="{62C4BB5D-CE4E-C394-97EF-77B094716B33}"/>
                  </a:ext>
                </a:extLst>
              </p:cNvPr>
              <p:cNvSpPr/>
              <p:nvPr/>
            </p:nvSpPr>
            <p:spPr>
              <a:xfrm>
                <a:off x="6407995" y="190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0" name="Freeform 30849">
                <a:extLst>
                  <a:ext uri="{FF2B5EF4-FFF2-40B4-BE49-F238E27FC236}">
                    <a16:creationId xmlns:a16="http://schemas.microsoft.com/office/drawing/2014/main" id="{BD45EE08-74AF-409F-ECCB-560A0A43D3F7}"/>
                  </a:ext>
                </a:extLst>
              </p:cNvPr>
              <p:cNvSpPr/>
              <p:nvPr/>
            </p:nvSpPr>
            <p:spPr>
              <a:xfrm>
                <a:off x="6408491" y="2029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1" name="Freeform 30850">
                <a:extLst>
                  <a:ext uri="{FF2B5EF4-FFF2-40B4-BE49-F238E27FC236}">
                    <a16:creationId xmlns:a16="http://schemas.microsoft.com/office/drawing/2014/main" id="{07B5D6BC-D26F-A07F-D6A5-3244A1897A22}"/>
                  </a:ext>
                </a:extLst>
              </p:cNvPr>
              <p:cNvSpPr/>
              <p:nvPr/>
            </p:nvSpPr>
            <p:spPr>
              <a:xfrm>
                <a:off x="6409087" y="2059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2" name="Freeform 30851">
                <a:extLst>
                  <a:ext uri="{FF2B5EF4-FFF2-40B4-BE49-F238E27FC236}">
                    <a16:creationId xmlns:a16="http://schemas.microsoft.com/office/drawing/2014/main" id="{9444FB3A-731A-CEC3-CD48-87E618E56B2E}"/>
                  </a:ext>
                </a:extLst>
              </p:cNvPr>
              <p:cNvSpPr/>
              <p:nvPr/>
            </p:nvSpPr>
            <p:spPr>
              <a:xfrm>
                <a:off x="6409583" y="2068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3" name="Freeform 30852">
                <a:extLst>
                  <a:ext uri="{FF2B5EF4-FFF2-40B4-BE49-F238E27FC236}">
                    <a16:creationId xmlns:a16="http://schemas.microsoft.com/office/drawing/2014/main" id="{E9234A09-F05A-A090-C527-6F87DED50AB6}"/>
                  </a:ext>
                </a:extLst>
              </p:cNvPr>
              <p:cNvSpPr/>
              <p:nvPr/>
            </p:nvSpPr>
            <p:spPr>
              <a:xfrm>
                <a:off x="6410079" y="20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4" name="Freeform 30853">
                <a:extLst>
                  <a:ext uri="{FF2B5EF4-FFF2-40B4-BE49-F238E27FC236}">
                    <a16:creationId xmlns:a16="http://schemas.microsoft.com/office/drawing/2014/main" id="{620EA9BC-57CD-BD6B-5406-A65E754E3F17}"/>
                  </a:ext>
                </a:extLst>
              </p:cNvPr>
              <p:cNvSpPr/>
              <p:nvPr/>
            </p:nvSpPr>
            <p:spPr>
              <a:xfrm>
                <a:off x="6410674" y="20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5" name="Freeform 30854">
                <a:extLst>
                  <a:ext uri="{FF2B5EF4-FFF2-40B4-BE49-F238E27FC236}">
                    <a16:creationId xmlns:a16="http://schemas.microsoft.com/office/drawing/2014/main" id="{E1EF74AE-24B7-0CD7-CC46-D2E4D8F62400}"/>
                  </a:ext>
                </a:extLst>
              </p:cNvPr>
              <p:cNvSpPr/>
              <p:nvPr/>
            </p:nvSpPr>
            <p:spPr>
              <a:xfrm>
                <a:off x="6411170" y="2080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6" name="Freeform 30855">
                <a:extLst>
                  <a:ext uri="{FF2B5EF4-FFF2-40B4-BE49-F238E27FC236}">
                    <a16:creationId xmlns:a16="http://schemas.microsoft.com/office/drawing/2014/main" id="{448BAEE5-D192-47DF-2231-A96299F41B8B}"/>
                  </a:ext>
                </a:extLst>
              </p:cNvPr>
              <p:cNvSpPr/>
              <p:nvPr/>
            </p:nvSpPr>
            <p:spPr>
              <a:xfrm>
                <a:off x="6411666" y="208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7" name="Freeform 30856">
                <a:extLst>
                  <a:ext uri="{FF2B5EF4-FFF2-40B4-BE49-F238E27FC236}">
                    <a16:creationId xmlns:a16="http://schemas.microsoft.com/office/drawing/2014/main" id="{1C2C27E1-F298-C3BE-310E-9A8FDB6936D0}"/>
                  </a:ext>
                </a:extLst>
              </p:cNvPr>
              <p:cNvSpPr/>
              <p:nvPr/>
            </p:nvSpPr>
            <p:spPr>
              <a:xfrm>
                <a:off x="6412262" y="208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8" name="Freeform 30857">
                <a:extLst>
                  <a:ext uri="{FF2B5EF4-FFF2-40B4-BE49-F238E27FC236}">
                    <a16:creationId xmlns:a16="http://schemas.microsoft.com/office/drawing/2014/main" id="{628B8B48-6D44-B6F4-4CBA-64C19B088BD6}"/>
                  </a:ext>
                </a:extLst>
              </p:cNvPr>
              <p:cNvSpPr/>
              <p:nvPr/>
            </p:nvSpPr>
            <p:spPr>
              <a:xfrm>
                <a:off x="6412758" y="208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9" name="Freeform 30858">
                <a:extLst>
                  <a:ext uri="{FF2B5EF4-FFF2-40B4-BE49-F238E27FC236}">
                    <a16:creationId xmlns:a16="http://schemas.microsoft.com/office/drawing/2014/main" id="{D98C2D71-E2A9-8FED-6B60-B7E258446793}"/>
                  </a:ext>
                </a:extLst>
              </p:cNvPr>
              <p:cNvSpPr/>
              <p:nvPr/>
            </p:nvSpPr>
            <p:spPr>
              <a:xfrm>
                <a:off x="6413254" y="2090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0" name="Freeform 30859">
                <a:extLst>
                  <a:ext uri="{FF2B5EF4-FFF2-40B4-BE49-F238E27FC236}">
                    <a16:creationId xmlns:a16="http://schemas.microsoft.com/office/drawing/2014/main" id="{2BDF244D-FC43-CBF5-EF21-DC167C240AF4}"/>
                  </a:ext>
                </a:extLst>
              </p:cNvPr>
              <p:cNvSpPr/>
              <p:nvPr/>
            </p:nvSpPr>
            <p:spPr>
              <a:xfrm>
                <a:off x="6413849" y="2065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1" name="Freeform 30860">
                <a:extLst>
                  <a:ext uri="{FF2B5EF4-FFF2-40B4-BE49-F238E27FC236}">
                    <a16:creationId xmlns:a16="http://schemas.microsoft.com/office/drawing/2014/main" id="{C5A7F34F-8DE5-5FAD-E9A0-6D0A1FA35DC6}"/>
                  </a:ext>
                </a:extLst>
              </p:cNvPr>
              <p:cNvSpPr/>
              <p:nvPr/>
            </p:nvSpPr>
            <p:spPr>
              <a:xfrm>
                <a:off x="6414345" y="1960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2" name="Freeform 30861">
                <a:extLst>
                  <a:ext uri="{FF2B5EF4-FFF2-40B4-BE49-F238E27FC236}">
                    <a16:creationId xmlns:a16="http://schemas.microsoft.com/office/drawing/2014/main" id="{F589252C-46D8-532F-B670-C34B3531F944}"/>
                  </a:ext>
                </a:extLst>
              </p:cNvPr>
              <p:cNvSpPr/>
              <p:nvPr/>
            </p:nvSpPr>
            <p:spPr>
              <a:xfrm>
                <a:off x="6414841" y="1529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3" name="Freeform 30862">
                <a:extLst>
                  <a:ext uri="{FF2B5EF4-FFF2-40B4-BE49-F238E27FC236}">
                    <a16:creationId xmlns:a16="http://schemas.microsoft.com/office/drawing/2014/main" id="{0C60E9A6-9FAA-851C-20D5-0348FEBEE2FC}"/>
                  </a:ext>
                </a:extLst>
              </p:cNvPr>
              <p:cNvSpPr/>
              <p:nvPr/>
            </p:nvSpPr>
            <p:spPr>
              <a:xfrm>
                <a:off x="6415338" y="1458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4" name="Freeform 30863">
                <a:extLst>
                  <a:ext uri="{FF2B5EF4-FFF2-40B4-BE49-F238E27FC236}">
                    <a16:creationId xmlns:a16="http://schemas.microsoft.com/office/drawing/2014/main" id="{D67619FC-F1E3-4C2F-0C51-43BDF0EDCE2D}"/>
                  </a:ext>
                </a:extLst>
              </p:cNvPr>
              <p:cNvSpPr/>
              <p:nvPr/>
            </p:nvSpPr>
            <p:spPr>
              <a:xfrm>
                <a:off x="6415933" y="1532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5" name="Freeform 30864">
                <a:extLst>
                  <a:ext uri="{FF2B5EF4-FFF2-40B4-BE49-F238E27FC236}">
                    <a16:creationId xmlns:a16="http://schemas.microsoft.com/office/drawing/2014/main" id="{C73217D3-3D78-DACE-18AB-164A32027CF6}"/>
                  </a:ext>
                </a:extLst>
              </p:cNvPr>
              <p:cNvSpPr/>
              <p:nvPr/>
            </p:nvSpPr>
            <p:spPr>
              <a:xfrm>
                <a:off x="6416429" y="1542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6" name="Freeform 30865">
                <a:extLst>
                  <a:ext uri="{FF2B5EF4-FFF2-40B4-BE49-F238E27FC236}">
                    <a16:creationId xmlns:a16="http://schemas.microsoft.com/office/drawing/2014/main" id="{5982F704-7923-0708-7C16-3ECCE686B0DD}"/>
                  </a:ext>
                </a:extLst>
              </p:cNvPr>
              <p:cNvSpPr/>
              <p:nvPr/>
            </p:nvSpPr>
            <p:spPr>
              <a:xfrm>
                <a:off x="6416925" y="1502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7" name="Freeform 30866">
                <a:extLst>
                  <a:ext uri="{FF2B5EF4-FFF2-40B4-BE49-F238E27FC236}">
                    <a16:creationId xmlns:a16="http://schemas.microsoft.com/office/drawing/2014/main" id="{777744FE-4ACA-29EA-BBA6-5DF6ACF53DC6}"/>
                  </a:ext>
                </a:extLst>
              </p:cNvPr>
              <p:cNvSpPr/>
              <p:nvPr/>
            </p:nvSpPr>
            <p:spPr>
              <a:xfrm>
                <a:off x="6417520" y="1505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8" name="Freeform 30867">
                <a:extLst>
                  <a:ext uri="{FF2B5EF4-FFF2-40B4-BE49-F238E27FC236}">
                    <a16:creationId xmlns:a16="http://schemas.microsoft.com/office/drawing/2014/main" id="{CC50A468-6D6A-2D4A-2D04-CF091436CC23}"/>
                  </a:ext>
                </a:extLst>
              </p:cNvPr>
              <p:cNvSpPr/>
              <p:nvPr/>
            </p:nvSpPr>
            <p:spPr>
              <a:xfrm>
                <a:off x="6418016" y="1595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9" name="Freeform 30868">
                <a:extLst>
                  <a:ext uri="{FF2B5EF4-FFF2-40B4-BE49-F238E27FC236}">
                    <a16:creationId xmlns:a16="http://schemas.microsoft.com/office/drawing/2014/main" id="{9C45C901-B8A4-592A-3AEF-EF8160C44CCF}"/>
                  </a:ext>
                </a:extLst>
              </p:cNvPr>
              <p:cNvSpPr/>
              <p:nvPr/>
            </p:nvSpPr>
            <p:spPr>
              <a:xfrm>
                <a:off x="6418513" y="1577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0" name="Freeform 30869">
                <a:extLst>
                  <a:ext uri="{FF2B5EF4-FFF2-40B4-BE49-F238E27FC236}">
                    <a16:creationId xmlns:a16="http://schemas.microsoft.com/office/drawing/2014/main" id="{CEDEB16C-C920-4276-A165-A6425C97BCC4}"/>
                  </a:ext>
                </a:extLst>
              </p:cNvPr>
              <p:cNvSpPr/>
              <p:nvPr/>
            </p:nvSpPr>
            <p:spPr>
              <a:xfrm>
                <a:off x="6419108" y="1561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1" name="Freeform 30870">
                <a:extLst>
                  <a:ext uri="{FF2B5EF4-FFF2-40B4-BE49-F238E27FC236}">
                    <a16:creationId xmlns:a16="http://schemas.microsoft.com/office/drawing/2014/main" id="{CC092FBC-BA4A-E184-F825-498B719C830E}"/>
                  </a:ext>
                </a:extLst>
              </p:cNvPr>
              <p:cNvSpPr/>
              <p:nvPr/>
            </p:nvSpPr>
            <p:spPr>
              <a:xfrm>
                <a:off x="6419604" y="1542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2" name="Freeform 30871">
                <a:extLst>
                  <a:ext uri="{FF2B5EF4-FFF2-40B4-BE49-F238E27FC236}">
                    <a16:creationId xmlns:a16="http://schemas.microsoft.com/office/drawing/2014/main" id="{AA2282B4-4CCF-AF00-391A-5F545758F8AC}"/>
                  </a:ext>
                </a:extLst>
              </p:cNvPr>
              <p:cNvSpPr/>
              <p:nvPr/>
            </p:nvSpPr>
            <p:spPr>
              <a:xfrm>
                <a:off x="6420100" y="150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3" name="Freeform 30872">
                <a:extLst>
                  <a:ext uri="{FF2B5EF4-FFF2-40B4-BE49-F238E27FC236}">
                    <a16:creationId xmlns:a16="http://schemas.microsoft.com/office/drawing/2014/main" id="{CA58D9C7-8096-EFBB-C281-821C9612C39B}"/>
                  </a:ext>
                </a:extLst>
              </p:cNvPr>
              <p:cNvSpPr/>
              <p:nvPr/>
            </p:nvSpPr>
            <p:spPr>
              <a:xfrm>
                <a:off x="6420695" y="1933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4" name="Freeform 30873">
                <a:extLst>
                  <a:ext uri="{FF2B5EF4-FFF2-40B4-BE49-F238E27FC236}">
                    <a16:creationId xmlns:a16="http://schemas.microsoft.com/office/drawing/2014/main" id="{A681E010-840D-2DAA-30D8-231D3E27626F}"/>
                  </a:ext>
                </a:extLst>
              </p:cNvPr>
              <p:cNvSpPr/>
              <p:nvPr/>
            </p:nvSpPr>
            <p:spPr>
              <a:xfrm>
                <a:off x="6421191" y="2044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5" name="Freeform 30874">
                <a:extLst>
                  <a:ext uri="{FF2B5EF4-FFF2-40B4-BE49-F238E27FC236}">
                    <a16:creationId xmlns:a16="http://schemas.microsoft.com/office/drawing/2014/main" id="{D6EB799E-AE06-37AB-5BBB-016EA4D3190F}"/>
                  </a:ext>
                </a:extLst>
              </p:cNvPr>
              <p:cNvSpPr/>
              <p:nvPr/>
            </p:nvSpPr>
            <p:spPr>
              <a:xfrm>
                <a:off x="6421688" y="2069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6" name="Freeform 30875">
                <a:extLst>
                  <a:ext uri="{FF2B5EF4-FFF2-40B4-BE49-F238E27FC236}">
                    <a16:creationId xmlns:a16="http://schemas.microsoft.com/office/drawing/2014/main" id="{BAF817EC-4745-E03A-A41B-6CFA689525C5}"/>
                  </a:ext>
                </a:extLst>
              </p:cNvPr>
              <p:cNvSpPr/>
              <p:nvPr/>
            </p:nvSpPr>
            <p:spPr>
              <a:xfrm>
                <a:off x="6422283" y="208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7" name="Freeform 30876">
                <a:extLst>
                  <a:ext uri="{FF2B5EF4-FFF2-40B4-BE49-F238E27FC236}">
                    <a16:creationId xmlns:a16="http://schemas.microsoft.com/office/drawing/2014/main" id="{109EC16F-49B7-25FC-4B4C-7DB0103C80D4}"/>
                  </a:ext>
                </a:extLst>
              </p:cNvPr>
              <p:cNvSpPr/>
              <p:nvPr/>
            </p:nvSpPr>
            <p:spPr>
              <a:xfrm>
                <a:off x="6422779" y="209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8" name="Freeform 30877">
                <a:extLst>
                  <a:ext uri="{FF2B5EF4-FFF2-40B4-BE49-F238E27FC236}">
                    <a16:creationId xmlns:a16="http://schemas.microsoft.com/office/drawing/2014/main" id="{0F6AE1D5-E680-0744-18B7-429A49B664AE}"/>
                  </a:ext>
                </a:extLst>
              </p:cNvPr>
              <p:cNvSpPr/>
              <p:nvPr/>
            </p:nvSpPr>
            <p:spPr>
              <a:xfrm>
                <a:off x="6423275" y="2102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9" name="Freeform 30878">
                <a:extLst>
                  <a:ext uri="{FF2B5EF4-FFF2-40B4-BE49-F238E27FC236}">
                    <a16:creationId xmlns:a16="http://schemas.microsoft.com/office/drawing/2014/main" id="{E32068B6-28ED-DDE1-D339-49CC9478AFA0}"/>
                  </a:ext>
                </a:extLst>
              </p:cNvPr>
              <p:cNvSpPr/>
              <p:nvPr/>
            </p:nvSpPr>
            <p:spPr>
              <a:xfrm>
                <a:off x="6423870" y="211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0" name="Freeform 30879">
                <a:extLst>
                  <a:ext uri="{FF2B5EF4-FFF2-40B4-BE49-F238E27FC236}">
                    <a16:creationId xmlns:a16="http://schemas.microsoft.com/office/drawing/2014/main" id="{C5A0F05A-D8E5-D7F8-5A6F-13F9683A32CC}"/>
                  </a:ext>
                </a:extLst>
              </p:cNvPr>
              <p:cNvSpPr/>
              <p:nvPr/>
            </p:nvSpPr>
            <p:spPr>
              <a:xfrm>
                <a:off x="6424366" y="210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1" name="Freeform 30880">
                <a:extLst>
                  <a:ext uri="{FF2B5EF4-FFF2-40B4-BE49-F238E27FC236}">
                    <a16:creationId xmlns:a16="http://schemas.microsoft.com/office/drawing/2014/main" id="{A4F07658-786D-FF48-A592-2F900983042E}"/>
                  </a:ext>
                </a:extLst>
              </p:cNvPr>
              <p:cNvSpPr/>
              <p:nvPr/>
            </p:nvSpPr>
            <p:spPr>
              <a:xfrm>
                <a:off x="6424863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2" name="Freeform 30881">
                <a:extLst>
                  <a:ext uri="{FF2B5EF4-FFF2-40B4-BE49-F238E27FC236}">
                    <a16:creationId xmlns:a16="http://schemas.microsoft.com/office/drawing/2014/main" id="{D4780143-BA34-3526-8F75-6775E092EB87}"/>
                  </a:ext>
                </a:extLst>
              </p:cNvPr>
              <p:cNvSpPr/>
              <p:nvPr/>
            </p:nvSpPr>
            <p:spPr>
              <a:xfrm>
                <a:off x="6425458" y="2106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3" name="Freeform 30882">
                <a:extLst>
                  <a:ext uri="{FF2B5EF4-FFF2-40B4-BE49-F238E27FC236}">
                    <a16:creationId xmlns:a16="http://schemas.microsoft.com/office/drawing/2014/main" id="{6D749BE9-DA7C-A7D5-C874-4FE0F78252A2}"/>
                  </a:ext>
                </a:extLst>
              </p:cNvPr>
              <p:cNvSpPr/>
              <p:nvPr/>
            </p:nvSpPr>
            <p:spPr>
              <a:xfrm>
                <a:off x="6425954" y="2097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4" name="Freeform 30883">
                <a:extLst>
                  <a:ext uri="{FF2B5EF4-FFF2-40B4-BE49-F238E27FC236}">
                    <a16:creationId xmlns:a16="http://schemas.microsoft.com/office/drawing/2014/main" id="{E35D2B84-5709-2639-823B-442790633922}"/>
                  </a:ext>
                </a:extLst>
              </p:cNvPr>
              <p:cNvSpPr/>
              <p:nvPr/>
            </p:nvSpPr>
            <p:spPr>
              <a:xfrm>
                <a:off x="6426450" y="2070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5" name="Freeform 30884">
                <a:extLst>
                  <a:ext uri="{FF2B5EF4-FFF2-40B4-BE49-F238E27FC236}">
                    <a16:creationId xmlns:a16="http://schemas.microsoft.com/office/drawing/2014/main" id="{D95B33BE-18A1-BF2C-010F-F6F9DAA270C5}"/>
                  </a:ext>
                </a:extLst>
              </p:cNvPr>
              <p:cNvSpPr/>
              <p:nvPr/>
            </p:nvSpPr>
            <p:spPr>
              <a:xfrm>
                <a:off x="6426946" y="1859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6" name="Freeform 30885">
                <a:extLst>
                  <a:ext uri="{FF2B5EF4-FFF2-40B4-BE49-F238E27FC236}">
                    <a16:creationId xmlns:a16="http://schemas.microsoft.com/office/drawing/2014/main" id="{56AA342C-20ED-C512-F9D6-4975F25A5AC7}"/>
                  </a:ext>
                </a:extLst>
              </p:cNvPr>
              <p:cNvSpPr/>
              <p:nvPr/>
            </p:nvSpPr>
            <p:spPr>
              <a:xfrm>
                <a:off x="6427541" y="1482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7" name="Freeform 30886">
                <a:extLst>
                  <a:ext uri="{FF2B5EF4-FFF2-40B4-BE49-F238E27FC236}">
                    <a16:creationId xmlns:a16="http://schemas.microsoft.com/office/drawing/2014/main" id="{C7DB4B6F-7BC1-C981-9411-4AE4658937CD}"/>
                  </a:ext>
                </a:extLst>
              </p:cNvPr>
              <p:cNvSpPr/>
              <p:nvPr/>
            </p:nvSpPr>
            <p:spPr>
              <a:xfrm>
                <a:off x="6428038" y="1433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8" name="Freeform 30887">
                <a:extLst>
                  <a:ext uri="{FF2B5EF4-FFF2-40B4-BE49-F238E27FC236}">
                    <a16:creationId xmlns:a16="http://schemas.microsoft.com/office/drawing/2014/main" id="{9D28A5B7-B0BE-274B-D254-8DDD2BD8CDF1}"/>
                  </a:ext>
                </a:extLst>
              </p:cNvPr>
              <p:cNvSpPr/>
              <p:nvPr/>
            </p:nvSpPr>
            <p:spPr>
              <a:xfrm>
                <a:off x="6428534" y="1506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9" name="Freeform 30888">
                <a:extLst>
                  <a:ext uri="{FF2B5EF4-FFF2-40B4-BE49-F238E27FC236}">
                    <a16:creationId xmlns:a16="http://schemas.microsoft.com/office/drawing/2014/main" id="{4533E38F-B52D-4CEF-A585-5FDDCF47A061}"/>
                  </a:ext>
                </a:extLst>
              </p:cNvPr>
              <p:cNvSpPr/>
              <p:nvPr/>
            </p:nvSpPr>
            <p:spPr>
              <a:xfrm>
                <a:off x="6429129" y="1547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0" name="Freeform 30889">
                <a:extLst>
                  <a:ext uri="{FF2B5EF4-FFF2-40B4-BE49-F238E27FC236}">
                    <a16:creationId xmlns:a16="http://schemas.microsoft.com/office/drawing/2014/main" id="{E0750075-CAC6-489C-7DB3-67D94538D167}"/>
                  </a:ext>
                </a:extLst>
              </p:cNvPr>
              <p:cNvSpPr/>
              <p:nvPr/>
            </p:nvSpPr>
            <p:spPr>
              <a:xfrm>
                <a:off x="6429625" y="1499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1" name="Freeform 30890">
                <a:extLst>
                  <a:ext uri="{FF2B5EF4-FFF2-40B4-BE49-F238E27FC236}">
                    <a16:creationId xmlns:a16="http://schemas.microsoft.com/office/drawing/2014/main" id="{062CD488-AE36-F66D-0C50-988731005538}"/>
                  </a:ext>
                </a:extLst>
              </p:cNvPr>
              <p:cNvSpPr/>
              <p:nvPr/>
            </p:nvSpPr>
            <p:spPr>
              <a:xfrm>
                <a:off x="6430121" y="152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2" name="Freeform 30891">
                <a:extLst>
                  <a:ext uri="{FF2B5EF4-FFF2-40B4-BE49-F238E27FC236}">
                    <a16:creationId xmlns:a16="http://schemas.microsoft.com/office/drawing/2014/main" id="{1BD02A9B-D5EA-893C-A393-7764B4C420AE}"/>
                  </a:ext>
                </a:extLst>
              </p:cNvPr>
              <p:cNvSpPr/>
              <p:nvPr/>
            </p:nvSpPr>
            <p:spPr>
              <a:xfrm>
                <a:off x="6430716" y="1542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3" name="Freeform 30892">
                <a:extLst>
                  <a:ext uri="{FF2B5EF4-FFF2-40B4-BE49-F238E27FC236}">
                    <a16:creationId xmlns:a16="http://schemas.microsoft.com/office/drawing/2014/main" id="{2994A34B-F826-B4D7-D9F0-A147B30E3E75}"/>
                  </a:ext>
                </a:extLst>
              </p:cNvPr>
              <p:cNvSpPr/>
              <p:nvPr/>
            </p:nvSpPr>
            <p:spPr>
              <a:xfrm>
                <a:off x="6431213" y="1509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4" name="Freeform 30893">
                <a:extLst>
                  <a:ext uri="{FF2B5EF4-FFF2-40B4-BE49-F238E27FC236}">
                    <a16:creationId xmlns:a16="http://schemas.microsoft.com/office/drawing/2014/main" id="{6A50BB7D-6055-0AC3-8BE8-391F0D1086FD}"/>
                  </a:ext>
                </a:extLst>
              </p:cNvPr>
              <p:cNvSpPr/>
              <p:nvPr/>
            </p:nvSpPr>
            <p:spPr>
              <a:xfrm>
                <a:off x="6431709" y="1492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5" name="Freeform 30894">
                <a:extLst>
                  <a:ext uri="{FF2B5EF4-FFF2-40B4-BE49-F238E27FC236}">
                    <a16:creationId xmlns:a16="http://schemas.microsoft.com/office/drawing/2014/main" id="{DC409F40-D1CB-E2C6-80C4-C955917F0F29}"/>
                  </a:ext>
                </a:extLst>
              </p:cNvPr>
              <p:cNvSpPr/>
              <p:nvPr/>
            </p:nvSpPr>
            <p:spPr>
              <a:xfrm>
                <a:off x="6432304" y="1501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6" name="Freeform 30895">
                <a:extLst>
                  <a:ext uri="{FF2B5EF4-FFF2-40B4-BE49-F238E27FC236}">
                    <a16:creationId xmlns:a16="http://schemas.microsoft.com/office/drawing/2014/main" id="{089748A2-4645-A542-5819-FC12094D8A5C}"/>
                  </a:ext>
                </a:extLst>
              </p:cNvPr>
              <p:cNvSpPr/>
              <p:nvPr/>
            </p:nvSpPr>
            <p:spPr>
              <a:xfrm>
                <a:off x="6432800" y="1639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7" name="Freeform 30896">
                <a:extLst>
                  <a:ext uri="{FF2B5EF4-FFF2-40B4-BE49-F238E27FC236}">
                    <a16:creationId xmlns:a16="http://schemas.microsoft.com/office/drawing/2014/main" id="{3D45C03C-ED3F-4921-46AE-145213799899}"/>
                  </a:ext>
                </a:extLst>
              </p:cNvPr>
              <p:cNvSpPr/>
              <p:nvPr/>
            </p:nvSpPr>
            <p:spPr>
              <a:xfrm>
                <a:off x="6433296" y="1954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8" name="Freeform 30897">
                <a:extLst>
                  <a:ext uri="{FF2B5EF4-FFF2-40B4-BE49-F238E27FC236}">
                    <a16:creationId xmlns:a16="http://schemas.microsoft.com/office/drawing/2014/main" id="{9565CE25-9D0F-02A7-3518-C7BF6FFAF17D}"/>
                  </a:ext>
                </a:extLst>
              </p:cNvPr>
              <p:cNvSpPr/>
              <p:nvPr/>
            </p:nvSpPr>
            <p:spPr>
              <a:xfrm>
                <a:off x="6433891" y="2064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9" name="Freeform 30898">
                <a:extLst>
                  <a:ext uri="{FF2B5EF4-FFF2-40B4-BE49-F238E27FC236}">
                    <a16:creationId xmlns:a16="http://schemas.microsoft.com/office/drawing/2014/main" id="{E8C35F3A-E28A-2BF5-324C-49AC9FECED77}"/>
                  </a:ext>
                </a:extLst>
              </p:cNvPr>
              <p:cNvSpPr/>
              <p:nvPr/>
            </p:nvSpPr>
            <p:spPr>
              <a:xfrm>
                <a:off x="6434388" y="2089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0" name="Freeform 30899">
                <a:extLst>
                  <a:ext uri="{FF2B5EF4-FFF2-40B4-BE49-F238E27FC236}">
                    <a16:creationId xmlns:a16="http://schemas.microsoft.com/office/drawing/2014/main" id="{FDECEC3C-5BCA-3A95-F11C-91962CC29B05}"/>
                  </a:ext>
                </a:extLst>
              </p:cNvPr>
              <p:cNvSpPr/>
              <p:nvPr/>
            </p:nvSpPr>
            <p:spPr>
              <a:xfrm>
                <a:off x="6434884" y="211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1" name="Freeform 30900">
                <a:extLst>
                  <a:ext uri="{FF2B5EF4-FFF2-40B4-BE49-F238E27FC236}">
                    <a16:creationId xmlns:a16="http://schemas.microsoft.com/office/drawing/2014/main" id="{18483592-7967-C43C-0598-CDDCF6642158}"/>
                  </a:ext>
                </a:extLst>
              </p:cNvPr>
              <p:cNvSpPr/>
              <p:nvPr/>
            </p:nvSpPr>
            <p:spPr>
              <a:xfrm>
                <a:off x="6435479" y="2120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2" name="Freeform 30901">
                <a:extLst>
                  <a:ext uri="{FF2B5EF4-FFF2-40B4-BE49-F238E27FC236}">
                    <a16:creationId xmlns:a16="http://schemas.microsoft.com/office/drawing/2014/main" id="{F6634F50-AB1D-EE11-E741-CB4102FF54C4}"/>
                  </a:ext>
                </a:extLst>
              </p:cNvPr>
              <p:cNvSpPr/>
              <p:nvPr/>
            </p:nvSpPr>
            <p:spPr>
              <a:xfrm>
                <a:off x="6435975" y="2124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3" name="Freeform 30902">
                <a:extLst>
                  <a:ext uri="{FF2B5EF4-FFF2-40B4-BE49-F238E27FC236}">
                    <a16:creationId xmlns:a16="http://schemas.microsoft.com/office/drawing/2014/main" id="{B81ACE21-E2D5-CF5C-D3F7-806917329EFF}"/>
                  </a:ext>
                </a:extLst>
              </p:cNvPr>
              <p:cNvSpPr/>
              <p:nvPr/>
            </p:nvSpPr>
            <p:spPr>
              <a:xfrm>
                <a:off x="6436471" y="212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4" name="Freeform 30903">
                <a:extLst>
                  <a:ext uri="{FF2B5EF4-FFF2-40B4-BE49-F238E27FC236}">
                    <a16:creationId xmlns:a16="http://schemas.microsoft.com/office/drawing/2014/main" id="{1721C813-4D95-E1D7-5143-54CC6A3F1662}"/>
                  </a:ext>
                </a:extLst>
              </p:cNvPr>
              <p:cNvSpPr/>
              <p:nvPr/>
            </p:nvSpPr>
            <p:spPr>
              <a:xfrm>
                <a:off x="6437066" y="212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5" name="Freeform 30904">
                <a:extLst>
                  <a:ext uri="{FF2B5EF4-FFF2-40B4-BE49-F238E27FC236}">
                    <a16:creationId xmlns:a16="http://schemas.microsoft.com/office/drawing/2014/main" id="{D9C99536-2EAC-0DD6-26A7-F63E57AE062A}"/>
                  </a:ext>
                </a:extLst>
              </p:cNvPr>
              <p:cNvSpPr/>
              <p:nvPr/>
            </p:nvSpPr>
            <p:spPr>
              <a:xfrm>
                <a:off x="6437563" y="2121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6" name="Freeform 30905">
                <a:extLst>
                  <a:ext uri="{FF2B5EF4-FFF2-40B4-BE49-F238E27FC236}">
                    <a16:creationId xmlns:a16="http://schemas.microsoft.com/office/drawing/2014/main" id="{80DBB8FA-C1BA-DF06-D9C8-4C8A891054C7}"/>
                  </a:ext>
                </a:extLst>
              </p:cNvPr>
              <p:cNvSpPr/>
              <p:nvPr/>
            </p:nvSpPr>
            <p:spPr>
              <a:xfrm>
                <a:off x="6438059" y="2117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7" name="Freeform 30906">
                <a:extLst>
                  <a:ext uri="{FF2B5EF4-FFF2-40B4-BE49-F238E27FC236}">
                    <a16:creationId xmlns:a16="http://schemas.microsoft.com/office/drawing/2014/main" id="{001123EE-3CD5-5FB0-3352-4B8049F5A5AC}"/>
                  </a:ext>
                </a:extLst>
              </p:cNvPr>
              <p:cNvSpPr/>
              <p:nvPr/>
            </p:nvSpPr>
            <p:spPr>
              <a:xfrm>
                <a:off x="6438555" y="2109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8" name="Freeform 30907">
                <a:extLst>
                  <a:ext uri="{FF2B5EF4-FFF2-40B4-BE49-F238E27FC236}">
                    <a16:creationId xmlns:a16="http://schemas.microsoft.com/office/drawing/2014/main" id="{2DDAD734-9517-9993-043C-9D4A81E5C045}"/>
                  </a:ext>
                </a:extLst>
              </p:cNvPr>
              <p:cNvSpPr/>
              <p:nvPr/>
            </p:nvSpPr>
            <p:spPr>
              <a:xfrm>
                <a:off x="6439150" y="208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9" name="Freeform 30908">
                <a:extLst>
                  <a:ext uri="{FF2B5EF4-FFF2-40B4-BE49-F238E27FC236}">
                    <a16:creationId xmlns:a16="http://schemas.microsoft.com/office/drawing/2014/main" id="{6229D05B-F146-EEF1-C2D3-A92969944083}"/>
                  </a:ext>
                </a:extLst>
              </p:cNvPr>
              <p:cNvSpPr/>
              <p:nvPr/>
            </p:nvSpPr>
            <p:spPr>
              <a:xfrm>
                <a:off x="6439646" y="1868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0" name="Freeform 30909">
                <a:extLst>
                  <a:ext uri="{FF2B5EF4-FFF2-40B4-BE49-F238E27FC236}">
                    <a16:creationId xmlns:a16="http://schemas.microsoft.com/office/drawing/2014/main" id="{AF1250DB-1846-DF15-3DF7-4BA1AE8686ED}"/>
                  </a:ext>
                </a:extLst>
              </p:cNvPr>
              <p:cNvSpPr/>
              <p:nvPr/>
            </p:nvSpPr>
            <p:spPr>
              <a:xfrm>
                <a:off x="6440142" y="1466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1" name="Freeform 30910">
                <a:extLst>
                  <a:ext uri="{FF2B5EF4-FFF2-40B4-BE49-F238E27FC236}">
                    <a16:creationId xmlns:a16="http://schemas.microsoft.com/office/drawing/2014/main" id="{1DD09DD3-A969-FB29-0DBF-607FB2A6344F}"/>
                  </a:ext>
                </a:extLst>
              </p:cNvPr>
              <p:cNvSpPr/>
              <p:nvPr/>
            </p:nvSpPr>
            <p:spPr>
              <a:xfrm>
                <a:off x="6440738" y="1458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2" name="Freeform 30911">
                <a:extLst>
                  <a:ext uri="{FF2B5EF4-FFF2-40B4-BE49-F238E27FC236}">
                    <a16:creationId xmlns:a16="http://schemas.microsoft.com/office/drawing/2014/main" id="{34366A4C-7202-6C06-2EBF-C0F8E0BAC00F}"/>
                  </a:ext>
                </a:extLst>
              </p:cNvPr>
              <p:cNvSpPr/>
              <p:nvPr/>
            </p:nvSpPr>
            <p:spPr>
              <a:xfrm>
                <a:off x="6441234" y="1559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3" name="Freeform 30912">
                <a:extLst>
                  <a:ext uri="{FF2B5EF4-FFF2-40B4-BE49-F238E27FC236}">
                    <a16:creationId xmlns:a16="http://schemas.microsoft.com/office/drawing/2014/main" id="{D05953AB-D694-049A-BE56-3334239E91D3}"/>
                  </a:ext>
                </a:extLst>
              </p:cNvPr>
              <p:cNvSpPr/>
              <p:nvPr/>
            </p:nvSpPr>
            <p:spPr>
              <a:xfrm>
                <a:off x="6441730" y="1553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4" name="Freeform 30913">
                <a:extLst>
                  <a:ext uri="{FF2B5EF4-FFF2-40B4-BE49-F238E27FC236}">
                    <a16:creationId xmlns:a16="http://schemas.microsoft.com/office/drawing/2014/main" id="{9DF5EC8E-C77B-69CB-6C59-6A88E9D152D3}"/>
                  </a:ext>
                </a:extLst>
              </p:cNvPr>
              <p:cNvSpPr/>
              <p:nvPr/>
            </p:nvSpPr>
            <p:spPr>
              <a:xfrm>
                <a:off x="6442325" y="1445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5" name="Freeform 30914">
                <a:extLst>
                  <a:ext uri="{FF2B5EF4-FFF2-40B4-BE49-F238E27FC236}">
                    <a16:creationId xmlns:a16="http://schemas.microsoft.com/office/drawing/2014/main" id="{A6294B38-83CB-E562-427F-1A29E5FF5973}"/>
                  </a:ext>
                </a:extLst>
              </p:cNvPr>
              <p:cNvSpPr/>
              <p:nvPr/>
            </p:nvSpPr>
            <p:spPr>
              <a:xfrm>
                <a:off x="6442821" y="1417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6" name="Freeform 30915">
                <a:extLst>
                  <a:ext uri="{FF2B5EF4-FFF2-40B4-BE49-F238E27FC236}">
                    <a16:creationId xmlns:a16="http://schemas.microsoft.com/office/drawing/2014/main" id="{5FA89DF4-16C9-CD17-27B5-206D7B1BA2F8}"/>
                  </a:ext>
                </a:extLst>
              </p:cNvPr>
              <p:cNvSpPr/>
              <p:nvPr/>
            </p:nvSpPr>
            <p:spPr>
              <a:xfrm>
                <a:off x="6443317" y="1481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7" name="Freeform 30916">
                <a:extLst>
                  <a:ext uri="{FF2B5EF4-FFF2-40B4-BE49-F238E27FC236}">
                    <a16:creationId xmlns:a16="http://schemas.microsoft.com/office/drawing/2014/main" id="{E50502F3-9463-7511-A0FA-A263F5C518A3}"/>
                  </a:ext>
                </a:extLst>
              </p:cNvPr>
              <p:cNvSpPr/>
              <p:nvPr/>
            </p:nvSpPr>
            <p:spPr>
              <a:xfrm>
                <a:off x="6443913" y="1455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8" name="Freeform 30917">
                <a:extLst>
                  <a:ext uri="{FF2B5EF4-FFF2-40B4-BE49-F238E27FC236}">
                    <a16:creationId xmlns:a16="http://schemas.microsoft.com/office/drawing/2014/main" id="{8D31EA37-26F7-4F60-1245-13A5B597E60E}"/>
                  </a:ext>
                </a:extLst>
              </p:cNvPr>
              <p:cNvSpPr/>
              <p:nvPr/>
            </p:nvSpPr>
            <p:spPr>
              <a:xfrm>
                <a:off x="6444409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9" name="Freeform 30918">
                <a:extLst>
                  <a:ext uri="{FF2B5EF4-FFF2-40B4-BE49-F238E27FC236}">
                    <a16:creationId xmlns:a16="http://schemas.microsoft.com/office/drawing/2014/main" id="{C80A79E1-527B-6026-9C2A-144C7375E3CE}"/>
                  </a:ext>
                </a:extLst>
              </p:cNvPr>
              <p:cNvSpPr/>
              <p:nvPr/>
            </p:nvSpPr>
            <p:spPr>
              <a:xfrm>
                <a:off x="6444905" y="1373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0" name="Freeform 30919">
                <a:extLst>
                  <a:ext uri="{FF2B5EF4-FFF2-40B4-BE49-F238E27FC236}">
                    <a16:creationId xmlns:a16="http://schemas.microsoft.com/office/drawing/2014/main" id="{60C304CC-9882-DCF1-796F-694B064BC86E}"/>
                  </a:ext>
                </a:extLst>
              </p:cNvPr>
              <p:cNvSpPr/>
              <p:nvPr/>
            </p:nvSpPr>
            <p:spPr>
              <a:xfrm>
                <a:off x="6445500" y="1419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1" name="Freeform 30920">
                <a:extLst>
                  <a:ext uri="{FF2B5EF4-FFF2-40B4-BE49-F238E27FC236}">
                    <a16:creationId xmlns:a16="http://schemas.microsoft.com/office/drawing/2014/main" id="{962BC486-9328-D14E-E086-0FCDEC3DEF35}"/>
                  </a:ext>
                </a:extLst>
              </p:cNvPr>
              <p:cNvSpPr/>
              <p:nvPr/>
            </p:nvSpPr>
            <p:spPr>
              <a:xfrm>
                <a:off x="6445996" y="17641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2" name="Freeform 30921">
                <a:extLst>
                  <a:ext uri="{FF2B5EF4-FFF2-40B4-BE49-F238E27FC236}">
                    <a16:creationId xmlns:a16="http://schemas.microsoft.com/office/drawing/2014/main" id="{34CE36E9-3F2E-D842-FE06-E18C31DCC072}"/>
                  </a:ext>
                </a:extLst>
              </p:cNvPr>
              <p:cNvSpPr/>
              <p:nvPr/>
            </p:nvSpPr>
            <p:spPr>
              <a:xfrm>
                <a:off x="6446492" y="1924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3" name="Freeform 30922">
                <a:extLst>
                  <a:ext uri="{FF2B5EF4-FFF2-40B4-BE49-F238E27FC236}">
                    <a16:creationId xmlns:a16="http://schemas.microsoft.com/office/drawing/2014/main" id="{E3647A62-B6D2-41CC-CDF5-9228640857AC}"/>
                  </a:ext>
                </a:extLst>
              </p:cNvPr>
              <p:cNvSpPr/>
              <p:nvPr/>
            </p:nvSpPr>
            <p:spPr>
              <a:xfrm>
                <a:off x="6447088" y="196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4" name="Freeform 30923">
                <a:extLst>
                  <a:ext uri="{FF2B5EF4-FFF2-40B4-BE49-F238E27FC236}">
                    <a16:creationId xmlns:a16="http://schemas.microsoft.com/office/drawing/2014/main" id="{82F5D979-F73E-AC3B-339B-FC03EFDDF38A}"/>
                  </a:ext>
                </a:extLst>
              </p:cNvPr>
              <p:cNvSpPr/>
              <p:nvPr/>
            </p:nvSpPr>
            <p:spPr>
              <a:xfrm>
                <a:off x="6447584" y="1971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5" name="Freeform 30924">
                <a:extLst>
                  <a:ext uri="{FF2B5EF4-FFF2-40B4-BE49-F238E27FC236}">
                    <a16:creationId xmlns:a16="http://schemas.microsoft.com/office/drawing/2014/main" id="{08480F00-09C1-608B-ABC7-76F9BF9F2C7C}"/>
                  </a:ext>
                </a:extLst>
              </p:cNvPr>
              <p:cNvSpPr/>
              <p:nvPr/>
            </p:nvSpPr>
            <p:spPr>
              <a:xfrm>
                <a:off x="6448080" y="1978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6" name="Freeform 30925">
                <a:extLst>
                  <a:ext uri="{FF2B5EF4-FFF2-40B4-BE49-F238E27FC236}">
                    <a16:creationId xmlns:a16="http://schemas.microsoft.com/office/drawing/2014/main" id="{91A9E87F-2DF8-456C-8C93-8C739714D9DD}"/>
                  </a:ext>
                </a:extLst>
              </p:cNvPr>
              <p:cNvSpPr/>
              <p:nvPr/>
            </p:nvSpPr>
            <p:spPr>
              <a:xfrm>
                <a:off x="6448675" y="19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7" name="Freeform 30926">
                <a:extLst>
                  <a:ext uri="{FF2B5EF4-FFF2-40B4-BE49-F238E27FC236}">
                    <a16:creationId xmlns:a16="http://schemas.microsoft.com/office/drawing/2014/main" id="{50FF4EF3-2149-72EE-07EF-88FB9F3A0BEE}"/>
                  </a:ext>
                </a:extLst>
              </p:cNvPr>
              <p:cNvSpPr/>
              <p:nvPr/>
            </p:nvSpPr>
            <p:spPr>
              <a:xfrm>
                <a:off x="6449171" y="1993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8" name="Freeform 30927">
                <a:extLst>
                  <a:ext uri="{FF2B5EF4-FFF2-40B4-BE49-F238E27FC236}">
                    <a16:creationId xmlns:a16="http://schemas.microsoft.com/office/drawing/2014/main" id="{008DE590-CE94-F1A5-C65E-4497C43E7D1B}"/>
                  </a:ext>
                </a:extLst>
              </p:cNvPr>
              <p:cNvSpPr/>
              <p:nvPr/>
            </p:nvSpPr>
            <p:spPr>
              <a:xfrm>
                <a:off x="6449667" y="1996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9" name="Freeform 30928">
                <a:extLst>
                  <a:ext uri="{FF2B5EF4-FFF2-40B4-BE49-F238E27FC236}">
                    <a16:creationId xmlns:a16="http://schemas.microsoft.com/office/drawing/2014/main" id="{0A2465C9-7235-9075-5C8B-838B0BC05C25}"/>
                  </a:ext>
                </a:extLst>
              </p:cNvPr>
              <p:cNvSpPr/>
              <p:nvPr/>
            </p:nvSpPr>
            <p:spPr>
              <a:xfrm>
                <a:off x="6450263" y="2000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0" name="Freeform 30929">
                <a:extLst>
                  <a:ext uri="{FF2B5EF4-FFF2-40B4-BE49-F238E27FC236}">
                    <a16:creationId xmlns:a16="http://schemas.microsoft.com/office/drawing/2014/main" id="{CFEC2AA9-FB1F-4453-A363-90C404293CDD}"/>
                  </a:ext>
                </a:extLst>
              </p:cNvPr>
              <p:cNvSpPr/>
              <p:nvPr/>
            </p:nvSpPr>
            <p:spPr>
              <a:xfrm>
                <a:off x="6450759" y="1997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1" name="Freeform 30930">
                <a:extLst>
                  <a:ext uri="{FF2B5EF4-FFF2-40B4-BE49-F238E27FC236}">
                    <a16:creationId xmlns:a16="http://schemas.microsoft.com/office/drawing/2014/main" id="{4C9BF9E6-CC1D-C704-CB15-1B913CCC337B}"/>
                  </a:ext>
                </a:extLst>
              </p:cNvPr>
              <p:cNvSpPr/>
              <p:nvPr/>
            </p:nvSpPr>
            <p:spPr>
              <a:xfrm>
                <a:off x="6451255" y="1980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2" name="Freeform 30931">
                <a:extLst>
                  <a:ext uri="{FF2B5EF4-FFF2-40B4-BE49-F238E27FC236}">
                    <a16:creationId xmlns:a16="http://schemas.microsoft.com/office/drawing/2014/main" id="{B6CBE1E6-CDCD-FB79-53EE-14018F0D00DB}"/>
                  </a:ext>
                </a:extLst>
              </p:cNvPr>
              <p:cNvSpPr/>
              <p:nvPr/>
            </p:nvSpPr>
            <p:spPr>
              <a:xfrm>
                <a:off x="6451751" y="1975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3" name="Freeform 30932">
                <a:extLst>
                  <a:ext uri="{FF2B5EF4-FFF2-40B4-BE49-F238E27FC236}">
                    <a16:creationId xmlns:a16="http://schemas.microsoft.com/office/drawing/2014/main" id="{D85F953F-8A35-B902-3E33-93B7CB60557A}"/>
                  </a:ext>
                </a:extLst>
              </p:cNvPr>
              <p:cNvSpPr/>
              <p:nvPr/>
            </p:nvSpPr>
            <p:spPr>
              <a:xfrm>
                <a:off x="6452346" y="1745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4" name="Freeform 30933">
                <a:extLst>
                  <a:ext uri="{FF2B5EF4-FFF2-40B4-BE49-F238E27FC236}">
                    <a16:creationId xmlns:a16="http://schemas.microsoft.com/office/drawing/2014/main" id="{24C3AFFA-6BE5-C432-EBC4-999A8F0CC671}"/>
                  </a:ext>
                </a:extLst>
              </p:cNvPr>
              <p:cNvSpPr/>
              <p:nvPr/>
            </p:nvSpPr>
            <p:spPr>
              <a:xfrm>
                <a:off x="6452842" y="137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5" name="Freeform 30934">
                <a:extLst>
                  <a:ext uri="{FF2B5EF4-FFF2-40B4-BE49-F238E27FC236}">
                    <a16:creationId xmlns:a16="http://schemas.microsoft.com/office/drawing/2014/main" id="{A841959D-B32A-42C0-93DD-CB3CEA749CAF}"/>
                  </a:ext>
                </a:extLst>
              </p:cNvPr>
              <p:cNvSpPr/>
              <p:nvPr/>
            </p:nvSpPr>
            <p:spPr>
              <a:xfrm>
                <a:off x="6453338" y="1343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6" name="Freeform 30935">
                <a:extLst>
                  <a:ext uri="{FF2B5EF4-FFF2-40B4-BE49-F238E27FC236}">
                    <a16:creationId xmlns:a16="http://schemas.microsoft.com/office/drawing/2014/main" id="{6E54ACDA-A43E-B3C1-7CB3-599ED85D3F0E}"/>
                  </a:ext>
                </a:extLst>
              </p:cNvPr>
              <p:cNvSpPr/>
              <p:nvPr/>
            </p:nvSpPr>
            <p:spPr>
              <a:xfrm>
                <a:off x="6453934" y="1394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7" name="Freeform 30936">
                <a:extLst>
                  <a:ext uri="{FF2B5EF4-FFF2-40B4-BE49-F238E27FC236}">
                    <a16:creationId xmlns:a16="http://schemas.microsoft.com/office/drawing/2014/main" id="{A52CCF8B-5890-A9A7-C323-65F02ACEC076}"/>
                  </a:ext>
                </a:extLst>
              </p:cNvPr>
              <p:cNvSpPr/>
              <p:nvPr/>
            </p:nvSpPr>
            <p:spPr>
              <a:xfrm>
                <a:off x="6454430" y="1362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8" name="Freeform 30937">
                <a:extLst>
                  <a:ext uri="{FF2B5EF4-FFF2-40B4-BE49-F238E27FC236}">
                    <a16:creationId xmlns:a16="http://schemas.microsoft.com/office/drawing/2014/main" id="{01F7E05E-933F-2BA2-7F04-79244468A5FF}"/>
                  </a:ext>
                </a:extLst>
              </p:cNvPr>
              <p:cNvSpPr/>
              <p:nvPr/>
            </p:nvSpPr>
            <p:spPr>
              <a:xfrm>
                <a:off x="6454926" y="1435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9" name="Freeform 30938">
                <a:extLst>
                  <a:ext uri="{FF2B5EF4-FFF2-40B4-BE49-F238E27FC236}">
                    <a16:creationId xmlns:a16="http://schemas.microsoft.com/office/drawing/2014/main" id="{3DD144C9-8FBD-D157-E10E-0E188D6B2F3C}"/>
                  </a:ext>
                </a:extLst>
              </p:cNvPr>
              <p:cNvSpPr/>
              <p:nvPr/>
            </p:nvSpPr>
            <p:spPr>
              <a:xfrm>
                <a:off x="6455521" y="1416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0" name="Freeform 30939">
                <a:extLst>
                  <a:ext uri="{FF2B5EF4-FFF2-40B4-BE49-F238E27FC236}">
                    <a16:creationId xmlns:a16="http://schemas.microsoft.com/office/drawing/2014/main" id="{7B0BBA0F-AA0B-B11A-5B48-BFFC838A2C71}"/>
                  </a:ext>
                </a:extLst>
              </p:cNvPr>
              <p:cNvSpPr/>
              <p:nvPr/>
            </p:nvSpPr>
            <p:spPr>
              <a:xfrm>
                <a:off x="6456017" y="1410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1" name="Freeform 30940">
                <a:extLst>
                  <a:ext uri="{FF2B5EF4-FFF2-40B4-BE49-F238E27FC236}">
                    <a16:creationId xmlns:a16="http://schemas.microsoft.com/office/drawing/2014/main" id="{5132C70C-6153-7C08-CF89-EC11BB0C6EC5}"/>
                  </a:ext>
                </a:extLst>
              </p:cNvPr>
              <p:cNvSpPr/>
              <p:nvPr/>
            </p:nvSpPr>
            <p:spPr>
              <a:xfrm>
                <a:off x="6456513" y="1436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2" name="Freeform 30941">
                <a:extLst>
                  <a:ext uri="{FF2B5EF4-FFF2-40B4-BE49-F238E27FC236}">
                    <a16:creationId xmlns:a16="http://schemas.microsoft.com/office/drawing/2014/main" id="{1ADC2028-B584-4ACB-A230-5C86C513A06C}"/>
                  </a:ext>
                </a:extLst>
              </p:cNvPr>
              <p:cNvSpPr/>
              <p:nvPr/>
            </p:nvSpPr>
            <p:spPr>
              <a:xfrm>
                <a:off x="6457109" y="1437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3" name="Freeform 30942">
                <a:extLst>
                  <a:ext uri="{FF2B5EF4-FFF2-40B4-BE49-F238E27FC236}">
                    <a16:creationId xmlns:a16="http://schemas.microsoft.com/office/drawing/2014/main" id="{6438B6E7-A0DB-5D31-BB08-DC18BAB5F38F}"/>
                  </a:ext>
                </a:extLst>
              </p:cNvPr>
              <p:cNvSpPr/>
              <p:nvPr/>
            </p:nvSpPr>
            <p:spPr>
              <a:xfrm>
                <a:off x="6457605" y="1353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4" name="Freeform 30943">
                <a:extLst>
                  <a:ext uri="{FF2B5EF4-FFF2-40B4-BE49-F238E27FC236}">
                    <a16:creationId xmlns:a16="http://schemas.microsoft.com/office/drawing/2014/main" id="{DBF9913C-786D-94F4-F939-D75FAED2AF1E}"/>
                  </a:ext>
                </a:extLst>
              </p:cNvPr>
              <p:cNvSpPr/>
              <p:nvPr/>
            </p:nvSpPr>
            <p:spPr>
              <a:xfrm>
                <a:off x="6458101" y="1315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5" name="Freeform 30944">
                <a:extLst>
                  <a:ext uri="{FF2B5EF4-FFF2-40B4-BE49-F238E27FC236}">
                    <a16:creationId xmlns:a16="http://schemas.microsoft.com/office/drawing/2014/main" id="{40EDDA46-0CB0-B7BA-A783-D1511B7FC012}"/>
                  </a:ext>
                </a:extLst>
              </p:cNvPr>
              <p:cNvSpPr/>
              <p:nvPr/>
            </p:nvSpPr>
            <p:spPr>
              <a:xfrm>
                <a:off x="6458696" y="1733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6" name="Freeform 30945">
                <a:extLst>
                  <a:ext uri="{FF2B5EF4-FFF2-40B4-BE49-F238E27FC236}">
                    <a16:creationId xmlns:a16="http://schemas.microsoft.com/office/drawing/2014/main" id="{735CF667-AAEF-222B-6163-33190C488497}"/>
                  </a:ext>
                </a:extLst>
              </p:cNvPr>
              <p:cNvSpPr/>
              <p:nvPr/>
            </p:nvSpPr>
            <p:spPr>
              <a:xfrm>
                <a:off x="6459192" y="1908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7" name="Freeform 30946">
                <a:extLst>
                  <a:ext uri="{FF2B5EF4-FFF2-40B4-BE49-F238E27FC236}">
                    <a16:creationId xmlns:a16="http://schemas.microsoft.com/office/drawing/2014/main" id="{7B562C3A-6792-E7E6-DA7B-15FD2DB8D8DA}"/>
                  </a:ext>
                </a:extLst>
              </p:cNvPr>
              <p:cNvSpPr/>
              <p:nvPr/>
            </p:nvSpPr>
            <p:spPr>
              <a:xfrm>
                <a:off x="6459688" y="1955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8" name="Freeform 30947">
                <a:extLst>
                  <a:ext uri="{FF2B5EF4-FFF2-40B4-BE49-F238E27FC236}">
                    <a16:creationId xmlns:a16="http://schemas.microsoft.com/office/drawing/2014/main" id="{ADA1FF71-B79A-27F0-A130-01F3C8EAAD64}"/>
                  </a:ext>
                </a:extLst>
              </p:cNvPr>
              <p:cNvSpPr/>
              <p:nvPr/>
            </p:nvSpPr>
            <p:spPr>
              <a:xfrm>
                <a:off x="6460284" y="1968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9" name="Freeform 30948">
                <a:extLst>
                  <a:ext uri="{FF2B5EF4-FFF2-40B4-BE49-F238E27FC236}">
                    <a16:creationId xmlns:a16="http://schemas.microsoft.com/office/drawing/2014/main" id="{808DBBF1-3A64-0A3A-E819-5A0D83E2131F}"/>
                  </a:ext>
                </a:extLst>
              </p:cNvPr>
              <p:cNvSpPr/>
              <p:nvPr/>
            </p:nvSpPr>
            <p:spPr>
              <a:xfrm>
                <a:off x="6460780" y="1980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0" name="Freeform 30949">
                <a:extLst>
                  <a:ext uri="{FF2B5EF4-FFF2-40B4-BE49-F238E27FC236}">
                    <a16:creationId xmlns:a16="http://schemas.microsoft.com/office/drawing/2014/main" id="{78B3589C-5A96-03E1-E250-8FB01A6A6DE1}"/>
                  </a:ext>
                </a:extLst>
              </p:cNvPr>
              <p:cNvSpPr/>
              <p:nvPr/>
            </p:nvSpPr>
            <p:spPr>
              <a:xfrm>
                <a:off x="6461276" y="198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1" name="Freeform 30950">
                <a:extLst>
                  <a:ext uri="{FF2B5EF4-FFF2-40B4-BE49-F238E27FC236}">
                    <a16:creationId xmlns:a16="http://schemas.microsoft.com/office/drawing/2014/main" id="{E881654B-D753-D33F-D868-4DA456026A10}"/>
                  </a:ext>
                </a:extLst>
              </p:cNvPr>
              <p:cNvSpPr/>
              <p:nvPr/>
            </p:nvSpPr>
            <p:spPr>
              <a:xfrm>
                <a:off x="6461871" y="1994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2" name="Freeform 30951">
                <a:extLst>
                  <a:ext uri="{FF2B5EF4-FFF2-40B4-BE49-F238E27FC236}">
                    <a16:creationId xmlns:a16="http://schemas.microsoft.com/office/drawing/2014/main" id="{57F905C5-5E04-2005-EDFD-58448DD636AC}"/>
                  </a:ext>
                </a:extLst>
              </p:cNvPr>
              <p:cNvSpPr/>
              <p:nvPr/>
            </p:nvSpPr>
            <p:spPr>
              <a:xfrm>
                <a:off x="6462367" y="2004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3" name="Freeform 30952">
                <a:extLst>
                  <a:ext uri="{FF2B5EF4-FFF2-40B4-BE49-F238E27FC236}">
                    <a16:creationId xmlns:a16="http://schemas.microsoft.com/office/drawing/2014/main" id="{2E230BC7-A294-2679-DFE9-5587C5195AFD}"/>
                  </a:ext>
                </a:extLst>
              </p:cNvPr>
              <p:cNvSpPr/>
              <p:nvPr/>
            </p:nvSpPr>
            <p:spPr>
              <a:xfrm>
                <a:off x="6462863" y="2011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4" name="Freeform 30953">
                <a:extLst>
                  <a:ext uri="{FF2B5EF4-FFF2-40B4-BE49-F238E27FC236}">
                    <a16:creationId xmlns:a16="http://schemas.microsoft.com/office/drawing/2014/main" id="{AA32AD26-1D4E-AA39-4F1E-E07D39F9DDE6}"/>
                  </a:ext>
                </a:extLst>
              </p:cNvPr>
              <p:cNvSpPr/>
              <p:nvPr/>
            </p:nvSpPr>
            <p:spPr>
              <a:xfrm>
                <a:off x="6463359" y="2011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5" name="Freeform 30954">
                <a:extLst>
                  <a:ext uri="{FF2B5EF4-FFF2-40B4-BE49-F238E27FC236}">
                    <a16:creationId xmlns:a16="http://schemas.microsoft.com/office/drawing/2014/main" id="{B5EB8679-8714-A22E-CBCA-1A1DDFF8DED4}"/>
                  </a:ext>
                </a:extLst>
              </p:cNvPr>
              <p:cNvSpPr/>
              <p:nvPr/>
            </p:nvSpPr>
            <p:spPr>
              <a:xfrm>
                <a:off x="6463955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6" name="Freeform 30955">
                <a:extLst>
                  <a:ext uri="{FF2B5EF4-FFF2-40B4-BE49-F238E27FC236}">
                    <a16:creationId xmlns:a16="http://schemas.microsoft.com/office/drawing/2014/main" id="{2D7BC786-7100-EECA-84F6-9B125227A289}"/>
                  </a:ext>
                </a:extLst>
              </p:cNvPr>
              <p:cNvSpPr/>
              <p:nvPr/>
            </p:nvSpPr>
            <p:spPr>
              <a:xfrm>
                <a:off x="6464451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7" name="Freeform 30956">
                <a:extLst>
                  <a:ext uri="{FF2B5EF4-FFF2-40B4-BE49-F238E27FC236}">
                    <a16:creationId xmlns:a16="http://schemas.microsoft.com/office/drawing/2014/main" id="{27DC1713-4A3B-4BEB-9238-CBD426200698}"/>
                  </a:ext>
                </a:extLst>
              </p:cNvPr>
              <p:cNvSpPr/>
              <p:nvPr/>
            </p:nvSpPr>
            <p:spPr>
              <a:xfrm>
                <a:off x="6464947" y="1659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8" name="Freeform 30957">
                <a:extLst>
                  <a:ext uri="{FF2B5EF4-FFF2-40B4-BE49-F238E27FC236}">
                    <a16:creationId xmlns:a16="http://schemas.microsoft.com/office/drawing/2014/main" id="{FC138EAD-C17D-52F6-3A83-1771BFBC6798}"/>
                  </a:ext>
                </a:extLst>
              </p:cNvPr>
              <p:cNvSpPr/>
              <p:nvPr/>
            </p:nvSpPr>
            <p:spPr>
              <a:xfrm>
                <a:off x="6465542" y="1283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9" name="Freeform 30958">
                <a:extLst>
                  <a:ext uri="{FF2B5EF4-FFF2-40B4-BE49-F238E27FC236}">
                    <a16:creationId xmlns:a16="http://schemas.microsoft.com/office/drawing/2014/main" id="{CF80AFD5-D729-4796-17E8-6ADD590D944A}"/>
                  </a:ext>
                </a:extLst>
              </p:cNvPr>
              <p:cNvSpPr/>
              <p:nvPr/>
            </p:nvSpPr>
            <p:spPr>
              <a:xfrm>
                <a:off x="6466038" y="1234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0" name="Freeform 30959">
                <a:extLst>
                  <a:ext uri="{FF2B5EF4-FFF2-40B4-BE49-F238E27FC236}">
                    <a16:creationId xmlns:a16="http://schemas.microsoft.com/office/drawing/2014/main" id="{BF46878A-4E1A-F976-C31C-FB7A82BFC0B4}"/>
                  </a:ext>
                </a:extLst>
              </p:cNvPr>
              <p:cNvSpPr/>
              <p:nvPr/>
            </p:nvSpPr>
            <p:spPr>
              <a:xfrm>
                <a:off x="6466534" y="1269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1" name="Freeform 30960">
                <a:extLst>
                  <a:ext uri="{FF2B5EF4-FFF2-40B4-BE49-F238E27FC236}">
                    <a16:creationId xmlns:a16="http://schemas.microsoft.com/office/drawing/2014/main" id="{14FBE1F5-3C2B-0DA4-CE87-9650C985618C}"/>
                  </a:ext>
                </a:extLst>
              </p:cNvPr>
              <p:cNvSpPr/>
              <p:nvPr/>
            </p:nvSpPr>
            <p:spPr>
              <a:xfrm>
                <a:off x="6467130" y="126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2" name="Freeform 30961">
                <a:extLst>
                  <a:ext uri="{FF2B5EF4-FFF2-40B4-BE49-F238E27FC236}">
                    <a16:creationId xmlns:a16="http://schemas.microsoft.com/office/drawing/2014/main" id="{361D65B6-5F07-D6E5-23BB-BE4F10FF39C6}"/>
                  </a:ext>
                </a:extLst>
              </p:cNvPr>
              <p:cNvSpPr/>
              <p:nvPr/>
            </p:nvSpPr>
            <p:spPr>
              <a:xfrm>
                <a:off x="6467626" y="1324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3" name="Freeform 30962">
                <a:extLst>
                  <a:ext uri="{FF2B5EF4-FFF2-40B4-BE49-F238E27FC236}">
                    <a16:creationId xmlns:a16="http://schemas.microsoft.com/office/drawing/2014/main" id="{C2C900C0-8053-ED85-9F99-7B1A24E9E013}"/>
                  </a:ext>
                </a:extLst>
              </p:cNvPr>
              <p:cNvSpPr/>
              <p:nvPr/>
            </p:nvSpPr>
            <p:spPr>
              <a:xfrm>
                <a:off x="6468122" y="135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4" name="Freeform 30963">
                <a:extLst>
                  <a:ext uri="{FF2B5EF4-FFF2-40B4-BE49-F238E27FC236}">
                    <a16:creationId xmlns:a16="http://schemas.microsoft.com/office/drawing/2014/main" id="{92032AC7-BC62-C0B5-9785-6E661278B7AB}"/>
                  </a:ext>
                </a:extLst>
              </p:cNvPr>
              <p:cNvSpPr/>
              <p:nvPr/>
            </p:nvSpPr>
            <p:spPr>
              <a:xfrm>
                <a:off x="6468717" y="1333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5" name="Freeform 30964">
                <a:extLst>
                  <a:ext uri="{FF2B5EF4-FFF2-40B4-BE49-F238E27FC236}">
                    <a16:creationId xmlns:a16="http://schemas.microsoft.com/office/drawing/2014/main" id="{B9BB58D1-EE8D-DD83-19CD-F4FDB4E5533F}"/>
                  </a:ext>
                </a:extLst>
              </p:cNvPr>
              <p:cNvSpPr/>
              <p:nvPr/>
            </p:nvSpPr>
            <p:spPr>
              <a:xfrm>
                <a:off x="6469213" y="13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6" name="Freeform 30965">
                <a:extLst>
                  <a:ext uri="{FF2B5EF4-FFF2-40B4-BE49-F238E27FC236}">
                    <a16:creationId xmlns:a16="http://schemas.microsoft.com/office/drawing/2014/main" id="{2EE78054-7212-05D4-6B6C-9B8052C67DEF}"/>
                  </a:ext>
                </a:extLst>
              </p:cNvPr>
              <p:cNvSpPr/>
              <p:nvPr/>
            </p:nvSpPr>
            <p:spPr>
              <a:xfrm>
                <a:off x="6469709" y="1299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7" name="Freeform 30966">
                <a:extLst>
                  <a:ext uri="{FF2B5EF4-FFF2-40B4-BE49-F238E27FC236}">
                    <a16:creationId xmlns:a16="http://schemas.microsoft.com/office/drawing/2014/main" id="{6B716379-F3D6-974F-DA1E-1E414D58EC8E}"/>
                  </a:ext>
                </a:extLst>
              </p:cNvPr>
              <p:cNvSpPr/>
              <p:nvPr/>
            </p:nvSpPr>
            <p:spPr>
              <a:xfrm>
                <a:off x="6470305" y="11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8" name="Freeform 30967">
                <a:extLst>
                  <a:ext uri="{FF2B5EF4-FFF2-40B4-BE49-F238E27FC236}">
                    <a16:creationId xmlns:a16="http://schemas.microsoft.com/office/drawing/2014/main" id="{4197D145-0E72-B0F6-ABAC-F16454E55072}"/>
                  </a:ext>
                </a:extLst>
              </p:cNvPr>
              <p:cNvSpPr/>
              <p:nvPr/>
            </p:nvSpPr>
            <p:spPr>
              <a:xfrm>
                <a:off x="6470801" y="1172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9" name="Freeform 30968">
                <a:extLst>
                  <a:ext uri="{FF2B5EF4-FFF2-40B4-BE49-F238E27FC236}">
                    <a16:creationId xmlns:a16="http://schemas.microsoft.com/office/drawing/2014/main" id="{6C8DC73F-E896-A66C-2CE6-1F83353A2F86}"/>
                  </a:ext>
                </a:extLst>
              </p:cNvPr>
              <p:cNvSpPr/>
              <p:nvPr/>
            </p:nvSpPr>
            <p:spPr>
              <a:xfrm>
                <a:off x="6471297" y="1684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0" name="Freeform 30969">
                <a:extLst>
                  <a:ext uri="{FF2B5EF4-FFF2-40B4-BE49-F238E27FC236}">
                    <a16:creationId xmlns:a16="http://schemas.microsoft.com/office/drawing/2014/main" id="{0C1241B2-3D88-DAA6-D673-6EDB4BD54964}"/>
                  </a:ext>
                </a:extLst>
              </p:cNvPr>
              <p:cNvSpPr/>
              <p:nvPr/>
            </p:nvSpPr>
            <p:spPr>
              <a:xfrm>
                <a:off x="6471892" y="187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1" name="Freeform 30970">
                <a:extLst>
                  <a:ext uri="{FF2B5EF4-FFF2-40B4-BE49-F238E27FC236}">
                    <a16:creationId xmlns:a16="http://schemas.microsoft.com/office/drawing/2014/main" id="{C5CECAD7-484E-F666-8F7F-36D1B127DAB3}"/>
                  </a:ext>
                </a:extLst>
              </p:cNvPr>
              <p:cNvSpPr/>
              <p:nvPr/>
            </p:nvSpPr>
            <p:spPr>
              <a:xfrm>
                <a:off x="6472388" y="1921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2" name="Freeform 30971">
                <a:extLst>
                  <a:ext uri="{FF2B5EF4-FFF2-40B4-BE49-F238E27FC236}">
                    <a16:creationId xmlns:a16="http://schemas.microsoft.com/office/drawing/2014/main" id="{BBD24C0E-AE00-F1D1-8062-6705CF857A4A}"/>
                  </a:ext>
                </a:extLst>
              </p:cNvPr>
              <p:cNvSpPr/>
              <p:nvPr/>
            </p:nvSpPr>
            <p:spPr>
              <a:xfrm>
                <a:off x="6472884" y="1943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3" name="Freeform 30972">
                <a:extLst>
                  <a:ext uri="{FF2B5EF4-FFF2-40B4-BE49-F238E27FC236}">
                    <a16:creationId xmlns:a16="http://schemas.microsoft.com/office/drawing/2014/main" id="{C33BD64F-EDA3-3152-52C4-DC282A654337}"/>
                  </a:ext>
                </a:extLst>
              </p:cNvPr>
              <p:cNvSpPr/>
              <p:nvPr/>
            </p:nvSpPr>
            <p:spPr>
              <a:xfrm>
                <a:off x="6473480" y="1960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4" name="Freeform 30973">
                <a:extLst>
                  <a:ext uri="{FF2B5EF4-FFF2-40B4-BE49-F238E27FC236}">
                    <a16:creationId xmlns:a16="http://schemas.microsoft.com/office/drawing/2014/main" id="{16277C6B-7E8F-799E-4DB5-0A7B2B2B13F0}"/>
                  </a:ext>
                </a:extLst>
              </p:cNvPr>
              <p:cNvSpPr/>
              <p:nvPr/>
            </p:nvSpPr>
            <p:spPr>
              <a:xfrm>
                <a:off x="6473976" y="1976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5" name="Freeform 30974">
                <a:extLst>
                  <a:ext uri="{FF2B5EF4-FFF2-40B4-BE49-F238E27FC236}">
                    <a16:creationId xmlns:a16="http://schemas.microsoft.com/office/drawing/2014/main" id="{FC022465-C92C-EBEE-3ECC-201DE47F6F09}"/>
                  </a:ext>
                </a:extLst>
              </p:cNvPr>
              <p:cNvSpPr/>
              <p:nvPr/>
            </p:nvSpPr>
            <p:spPr>
              <a:xfrm>
                <a:off x="6474472" y="1974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6" name="Freeform 30975">
                <a:extLst>
                  <a:ext uri="{FF2B5EF4-FFF2-40B4-BE49-F238E27FC236}">
                    <a16:creationId xmlns:a16="http://schemas.microsoft.com/office/drawing/2014/main" id="{4DAA557A-2B2B-9772-8894-3183C3A282F6}"/>
                  </a:ext>
                </a:extLst>
              </p:cNvPr>
              <p:cNvSpPr/>
              <p:nvPr/>
            </p:nvSpPr>
            <p:spPr>
              <a:xfrm>
                <a:off x="6474968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7" name="Freeform 30976">
                <a:extLst>
                  <a:ext uri="{FF2B5EF4-FFF2-40B4-BE49-F238E27FC236}">
                    <a16:creationId xmlns:a16="http://schemas.microsoft.com/office/drawing/2014/main" id="{19500D75-E433-D9A6-726F-D25E7062C9BC}"/>
                  </a:ext>
                </a:extLst>
              </p:cNvPr>
              <p:cNvSpPr/>
              <p:nvPr/>
            </p:nvSpPr>
            <p:spPr>
              <a:xfrm>
                <a:off x="6475563" y="1973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8" name="Freeform 30977">
                <a:extLst>
                  <a:ext uri="{FF2B5EF4-FFF2-40B4-BE49-F238E27FC236}">
                    <a16:creationId xmlns:a16="http://schemas.microsoft.com/office/drawing/2014/main" id="{83CDC16A-8645-3864-A55C-2E85DEB38D6F}"/>
                  </a:ext>
                </a:extLst>
              </p:cNvPr>
              <p:cNvSpPr/>
              <p:nvPr/>
            </p:nvSpPr>
            <p:spPr>
              <a:xfrm>
                <a:off x="6476059" y="1925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9" name="Freeform 30978">
                <a:extLst>
                  <a:ext uri="{FF2B5EF4-FFF2-40B4-BE49-F238E27FC236}">
                    <a16:creationId xmlns:a16="http://schemas.microsoft.com/office/drawing/2014/main" id="{740C9261-3A5F-7D92-E87B-358DF6751934}"/>
                  </a:ext>
                </a:extLst>
              </p:cNvPr>
              <p:cNvSpPr/>
              <p:nvPr/>
            </p:nvSpPr>
            <p:spPr>
              <a:xfrm>
                <a:off x="6476555" y="1859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0" name="Freeform 30979">
                <a:extLst>
                  <a:ext uri="{FF2B5EF4-FFF2-40B4-BE49-F238E27FC236}">
                    <a16:creationId xmlns:a16="http://schemas.microsoft.com/office/drawing/2014/main" id="{04BFA1A4-8A9E-2611-A690-3A9D374DDAE5}"/>
                  </a:ext>
                </a:extLst>
              </p:cNvPr>
              <p:cNvSpPr/>
              <p:nvPr/>
            </p:nvSpPr>
            <p:spPr>
              <a:xfrm>
                <a:off x="6477151" y="1761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1" name="Freeform 30980">
                <a:extLst>
                  <a:ext uri="{FF2B5EF4-FFF2-40B4-BE49-F238E27FC236}">
                    <a16:creationId xmlns:a16="http://schemas.microsoft.com/office/drawing/2014/main" id="{99D6BD94-1676-CF3C-65C0-8A82EE6ED46E}"/>
                  </a:ext>
                </a:extLst>
              </p:cNvPr>
              <p:cNvSpPr/>
              <p:nvPr/>
            </p:nvSpPr>
            <p:spPr>
              <a:xfrm>
                <a:off x="6477647" y="1527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2" name="Freeform 30981">
                <a:extLst>
                  <a:ext uri="{FF2B5EF4-FFF2-40B4-BE49-F238E27FC236}">
                    <a16:creationId xmlns:a16="http://schemas.microsoft.com/office/drawing/2014/main" id="{2E036C20-621D-3B68-3D6E-ED0759D02C08}"/>
                  </a:ext>
                </a:extLst>
              </p:cNvPr>
              <p:cNvSpPr/>
              <p:nvPr/>
            </p:nvSpPr>
            <p:spPr>
              <a:xfrm>
                <a:off x="6478143" y="1172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3" name="Freeform 30982">
                <a:extLst>
                  <a:ext uri="{FF2B5EF4-FFF2-40B4-BE49-F238E27FC236}">
                    <a16:creationId xmlns:a16="http://schemas.microsoft.com/office/drawing/2014/main" id="{85034BA4-1F7D-CB7B-D5D7-350A36A02579}"/>
                  </a:ext>
                </a:extLst>
              </p:cNvPr>
              <p:cNvSpPr/>
              <p:nvPr/>
            </p:nvSpPr>
            <p:spPr>
              <a:xfrm>
                <a:off x="6478738" y="12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4" name="Freeform 30983">
                <a:extLst>
                  <a:ext uri="{FF2B5EF4-FFF2-40B4-BE49-F238E27FC236}">
                    <a16:creationId xmlns:a16="http://schemas.microsoft.com/office/drawing/2014/main" id="{9BA28555-224F-F2B3-596C-612BD0644252}"/>
                  </a:ext>
                </a:extLst>
              </p:cNvPr>
              <p:cNvSpPr/>
              <p:nvPr/>
            </p:nvSpPr>
            <p:spPr>
              <a:xfrm>
                <a:off x="6479234" y="1233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5" name="Freeform 30984">
                <a:extLst>
                  <a:ext uri="{FF2B5EF4-FFF2-40B4-BE49-F238E27FC236}">
                    <a16:creationId xmlns:a16="http://schemas.microsoft.com/office/drawing/2014/main" id="{AE462091-E4A1-09E3-4CE7-B9C7CD02FEC7}"/>
                  </a:ext>
                </a:extLst>
              </p:cNvPr>
              <p:cNvSpPr/>
              <p:nvPr/>
            </p:nvSpPr>
            <p:spPr>
              <a:xfrm>
                <a:off x="6479730" y="1055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6" name="Freeform 30985">
                <a:extLst>
                  <a:ext uri="{FF2B5EF4-FFF2-40B4-BE49-F238E27FC236}">
                    <a16:creationId xmlns:a16="http://schemas.microsoft.com/office/drawing/2014/main" id="{EC2EA8E7-2D7A-307D-37AA-8E25D2AE071A}"/>
                  </a:ext>
                </a:extLst>
              </p:cNvPr>
              <p:cNvSpPr/>
              <p:nvPr/>
            </p:nvSpPr>
            <p:spPr>
              <a:xfrm>
                <a:off x="6480326" y="1183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7" name="Freeform 30986">
                <a:extLst>
                  <a:ext uri="{FF2B5EF4-FFF2-40B4-BE49-F238E27FC236}">
                    <a16:creationId xmlns:a16="http://schemas.microsoft.com/office/drawing/2014/main" id="{08F4BF37-CA85-B4A0-129F-72CBC833D611}"/>
                  </a:ext>
                </a:extLst>
              </p:cNvPr>
              <p:cNvSpPr/>
              <p:nvPr/>
            </p:nvSpPr>
            <p:spPr>
              <a:xfrm>
                <a:off x="6480822" y="119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8" name="Freeform 30987">
                <a:extLst>
                  <a:ext uri="{FF2B5EF4-FFF2-40B4-BE49-F238E27FC236}">
                    <a16:creationId xmlns:a16="http://schemas.microsoft.com/office/drawing/2014/main" id="{E5402E12-370F-BF2A-39C5-91E9650E38EB}"/>
                  </a:ext>
                </a:extLst>
              </p:cNvPr>
              <p:cNvSpPr/>
              <p:nvPr/>
            </p:nvSpPr>
            <p:spPr>
              <a:xfrm>
                <a:off x="6481318" y="12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9" name="Freeform 30988">
                <a:extLst>
                  <a:ext uri="{FF2B5EF4-FFF2-40B4-BE49-F238E27FC236}">
                    <a16:creationId xmlns:a16="http://schemas.microsoft.com/office/drawing/2014/main" id="{56B70695-40C0-979C-8411-1AB8E7C80887}"/>
                  </a:ext>
                </a:extLst>
              </p:cNvPr>
              <p:cNvSpPr/>
              <p:nvPr/>
            </p:nvSpPr>
            <p:spPr>
              <a:xfrm>
                <a:off x="6481913" y="1223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0" name="Freeform 30989">
                <a:extLst>
                  <a:ext uri="{FF2B5EF4-FFF2-40B4-BE49-F238E27FC236}">
                    <a16:creationId xmlns:a16="http://schemas.microsoft.com/office/drawing/2014/main" id="{BB14CC44-8399-62EA-8709-29F8E633806D}"/>
                  </a:ext>
                </a:extLst>
              </p:cNvPr>
              <p:cNvSpPr/>
              <p:nvPr/>
            </p:nvSpPr>
            <p:spPr>
              <a:xfrm>
                <a:off x="6482409" y="1137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1" name="Freeform 30990">
                <a:extLst>
                  <a:ext uri="{FF2B5EF4-FFF2-40B4-BE49-F238E27FC236}">
                    <a16:creationId xmlns:a16="http://schemas.microsoft.com/office/drawing/2014/main" id="{F55F777F-2B30-C681-ED02-290E7088FB1E}"/>
                  </a:ext>
                </a:extLst>
              </p:cNvPr>
              <p:cNvSpPr/>
              <p:nvPr/>
            </p:nvSpPr>
            <p:spPr>
              <a:xfrm>
                <a:off x="6482905" y="1071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2" name="Freeform 30991">
                <a:extLst>
                  <a:ext uri="{FF2B5EF4-FFF2-40B4-BE49-F238E27FC236}">
                    <a16:creationId xmlns:a16="http://schemas.microsoft.com/office/drawing/2014/main" id="{ABC93994-DE4C-C1E2-4C15-7A5CD3B3EFE1}"/>
                  </a:ext>
                </a:extLst>
              </p:cNvPr>
              <p:cNvSpPr/>
              <p:nvPr/>
            </p:nvSpPr>
            <p:spPr>
              <a:xfrm>
                <a:off x="6483501" y="1068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3" name="Freeform 30992">
                <a:extLst>
                  <a:ext uri="{FF2B5EF4-FFF2-40B4-BE49-F238E27FC236}">
                    <a16:creationId xmlns:a16="http://schemas.microsoft.com/office/drawing/2014/main" id="{2B9CF111-9CFB-03E8-3982-E7B7D3F47784}"/>
                  </a:ext>
                </a:extLst>
              </p:cNvPr>
              <p:cNvSpPr/>
              <p:nvPr/>
            </p:nvSpPr>
            <p:spPr>
              <a:xfrm>
                <a:off x="6483997" y="1269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4" name="Freeform 30993">
                <a:extLst>
                  <a:ext uri="{FF2B5EF4-FFF2-40B4-BE49-F238E27FC236}">
                    <a16:creationId xmlns:a16="http://schemas.microsoft.com/office/drawing/2014/main" id="{AF978623-9B1F-BB7E-5F5D-A7694C972E0C}"/>
                  </a:ext>
                </a:extLst>
              </p:cNvPr>
              <p:cNvSpPr/>
              <p:nvPr/>
            </p:nvSpPr>
            <p:spPr>
              <a:xfrm>
                <a:off x="6484493" y="1390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5" name="Freeform 30994">
                <a:extLst>
                  <a:ext uri="{FF2B5EF4-FFF2-40B4-BE49-F238E27FC236}">
                    <a16:creationId xmlns:a16="http://schemas.microsoft.com/office/drawing/2014/main" id="{3383E5B0-571F-2272-B480-65B638C6FDC6}"/>
                  </a:ext>
                </a:extLst>
              </p:cNvPr>
              <p:cNvSpPr/>
              <p:nvPr/>
            </p:nvSpPr>
            <p:spPr>
              <a:xfrm>
                <a:off x="6485088" y="1507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6" name="Freeform 30995">
                <a:extLst>
                  <a:ext uri="{FF2B5EF4-FFF2-40B4-BE49-F238E27FC236}">
                    <a16:creationId xmlns:a16="http://schemas.microsoft.com/office/drawing/2014/main" id="{993B863C-E84F-C921-E78A-46BF39023D8B}"/>
                  </a:ext>
                </a:extLst>
              </p:cNvPr>
              <p:cNvSpPr/>
              <p:nvPr/>
            </p:nvSpPr>
            <p:spPr>
              <a:xfrm>
                <a:off x="6485584" y="1573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7" name="Freeform 30996">
                <a:extLst>
                  <a:ext uri="{FF2B5EF4-FFF2-40B4-BE49-F238E27FC236}">
                    <a16:creationId xmlns:a16="http://schemas.microsoft.com/office/drawing/2014/main" id="{F96B3E25-3DBB-CD11-8634-194E73E76935}"/>
                  </a:ext>
                </a:extLst>
              </p:cNvPr>
              <p:cNvSpPr/>
              <p:nvPr/>
            </p:nvSpPr>
            <p:spPr>
              <a:xfrm>
                <a:off x="6486080" y="1667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8" name="Freeform 30997">
                <a:extLst>
                  <a:ext uri="{FF2B5EF4-FFF2-40B4-BE49-F238E27FC236}">
                    <a16:creationId xmlns:a16="http://schemas.microsoft.com/office/drawing/2014/main" id="{A51F21D8-87D0-0C3A-C2B3-A95FC2BE6849}"/>
                  </a:ext>
                </a:extLst>
              </p:cNvPr>
              <p:cNvSpPr/>
              <p:nvPr/>
            </p:nvSpPr>
            <p:spPr>
              <a:xfrm>
                <a:off x="6486676" y="1696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9" name="Freeform 30998">
                <a:extLst>
                  <a:ext uri="{FF2B5EF4-FFF2-40B4-BE49-F238E27FC236}">
                    <a16:creationId xmlns:a16="http://schemas.microsoft.com/office/drawing/2014/main" id="{299E2680-E187-50BA-4BEE-D6F3767B0E78}"/>
                  </a:ext>
                </a:extLst>
              </p:cNvPr>
              <p:cNvSpPr/>
              <p:nvPr/>
            </p:nvSpPr>
            <p:spPr>
              <a:xfrm>
                <a:off x="6487172" y="1660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0" name="Freeform 30999">
                <a:extLst>
                  <a:ext uri="{FF2B5EF4-FFF2-40B4-BE49-F238E27FC236}">
                    <a16:creationId xmlns:a16="http://schemas.microsoft.com/office/drawing/2014/main" id="{68252CD3-30E4-B4A0-6A6B-85D613E224DC}"/>
                  </a:ext>
                </a:extLst>
              </p:cNvPr>
              <p:cNvSpPr/>
              <p:nvPr/>
            </p:nvSpPr>
            <p:spPr>
              <a:xfrm>
                <a:off x="6487668" y="1722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1" name="Freeform 31000">
                <a:extLst>
                  <a:ext uri="{FF2B5EF4-FFF2-40B4-BE49-F238E27FC236}">
                    <a16:creationId xmlns:a16="http://schemas.microsoft.com/office/drawing/2014/main" id="{A8C31340-4B99-9A94-7B62-A82B59C4FD8C}"/>
                  </a:ext>
                </a:extLst>
              </p:cNvPr>
              <p:cNvSpPr/>
              <p:nvPr/>
            </p:nvSpPr>
            <p:spPr>
              <a:xfrm>
                <a:off x="6488164" y="1647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2" name="Freeform 31001">
                <a:extLst>
                  <a:ext uri="{FF2B5EF4-FFF2-40B4-BE49-F238E27FC236}">
                    <a16:creationId xmlns:a16="http://schemas.microsoft.com/office/drawing/2014/main" id="{69524F8F-ABC4-B634-6159-CBC86F211B15}"/>
                  </a:ext>
                </a:extLst>
              </p:cNvPr>
              <p:cNvSpPr/>
              <p:nvPr/>
            </p:nvSpPr>
            <p:spPr>
              <a:xfrm>
                <a:off x="6488759" y="1646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3" name="Freeform 31002">
                <a:extLst>
                  <a:ext uri="{FF2B5EF4-FFF2-40B4-BE49-F238E27FC236}">
                    <a16:creationId xmlns:a16="http://schemas.microsoft.com/office/drawing/2014/main" id="{EB629D71-1896-EE70-7E54-8717B6A9D5BD}"/>
                  </a:ext>
                </a:extLst>
              </p:cNvPr>
              <p:cNvSpPr/>
              <p:nvPr/>
            </p:nvSpPr>
            <p:spPr>
              <a:xfrm>
                <a:off x="6489255" y="1574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4" name="Freeform 31003">
                <a:extLst>
                  <a:ext uri="{FF2B5EF4-FFF2-40B4-BE49-F238E27FC236}">
                    <a16:creationId xmlns:a16="http://schemas.microsoft.com/office/drawing/2014/main" id="{D7F3C326-332D-0CEC-F917-4834D2A4A502}"/>
                  </a:ext>
                </a:extLst>
              </p:cNvPr>
              <p:cNvSpPr/>
              <p:nvPr/>
            </p:nvSpPr>
            <p:spPr>
              <a:xfrm>
                <a:off x="6489752" y="1526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5" name="Freeform 31004">
                <a:extLst>
                  <a:ext uri="{FF2B5EF4-FFF2-40B4-BE49-F238E27FC236}">
                    <a16:creationId xmlns:a16="http://schemas.microsoft.com/office/drawing/2014/main" id="{9DC7F7FE-2A3C-AA05-7991-5313D19624B5}"/>
                  </a:ext>
                </a:extLst>
              </p:cNvPr>
              <p:cNvSpPr/>
              <p:nvPr/>
            </p:nvSpPr>
            <p:spPr>
              <a:xfrm>
                <a:off x="6490347" y="1467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6" name="Freeform 31005">
                <a:extLst>
                  <a:ext uri="{FF2B5EF4-FFF2-40B4-BE49-F238E27FC236}">
                    <a16:creationId xmlns:a16="http://schemas.microsoft.com/office/drawing/2014/main" id="{18EF5B06-53E4-20A0-0610-B5C3302F0257}"/>
                  </a:ext>
                </a:extLst>
              </p:cNvPr>
              <p:cNvSpPr/>
              <p:nvPr/>
            </p:nvSpPr>
            <p:spPr>
              <a:xfrm>
                <a:off x="6490843" y="1342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7" name="Freeform 31006">
                <a:extLst>
                  <a:ext uri="{FF2B5EF4-FFF2-40B4-BE49-F238E27FC236}">
                    <a16:creationId xmlns:a16="http://schemas.microsoft.com/office/drawing/2014/main" id="{8D13C1CD-DEAC-9B50-1D37-E60F9A3C54D5}"/>
                  </a:ext>
                </a:extLst>
              </p:cNvPr>
              <p:cNvSpPr/>
              <p:nvPr/>
            </p:nvSpPr>
            <p:spPr>
              <a:xfrm>
                <a:off x="6491339" y="1283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8" name="Freeform 31007">
                <a:extLst>
                  <a:ext uri="{FF2B5EF4-FFF2-40B4-BE49-F238E27FC236}">
                    <a16:creationId xmlns:a16="http://schemas.microsoft.com/office/drawing/2014/main" id="{01A3E18B-5C82-734B-9448-67892C6B9B9F}"/>
                  </a:ext>
                </a:extLst>
              </p:cNvPr>
              <p:cNvSpPr/>
              <p:nvPr/>
            </p:nvSpPr>
            <p:spPr>
              <a:xfrm>
                <a:off x="6491934" y="1338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9" name="Freeform 31008">
                <a:extLst>
                  <a:ext uri="{FF2B5EF4-FFF2-40B4-BE49-F238E27FC236}">
                    <a16:creationId xmlns:a16="http://schemas.microsoft.com/office/drawing/2014/main" id="{9FEC7445-B405-EE06-E9EF-D41F70212119}"/>
                  </a:ext>
                </a:extLst>
              </p:cNvPr>
              <p:cNvSpPr/>
              <p:nvPr/>
            </p:nvSpPr>
            <p:spPr>
              <a:xfrm>
                <a:off x="6492430" y="1241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0" name="Freeform 31009">
                <a:extLst>
                  <a:ext uri="{FF2B5EF4-FFF2-40B4-BE49-F238E27FC236}">
                    <a16:creationId xmlns:a16="http://schemas.microsoft.com/office/drawing/2014/main" id="{2869BF88-FCE5-C42D-785E-BE43BFDEEF0B}"/>
                  </a:ext>
                </a:extLst>
              </p:cNvPr>
              <p:cNvSpPr/>
              <p:nvPr/>
            </p:nvSpPr>
            <p:spPr>
              <a:xfrm>
                <a:off x="6492927" y="1227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1" name="Freeform 31010">
                <a:extLst>
                  <a:ext uri="{FF2B5EF4-FFF2-40B4-BE49-F238E27FC236}">
                    <a16:creationId xmlns:a16="http://schemas.microsoft.com/office/drawing/2014/main" id="{5B5A46F8-BFE7-8344-B69A-820465B423CB}"/>
                  </a:ext>
                </a:extLst>
              </p:cNvPr>
              <p:cNvSpPr/>
              <p:nvPr/>
            </p:nvSpPr>
            <p:spPr>
              <a:xfrm>
                <a:off x="6493522" y="1236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2" name="Freeform 31011">
                <a:extLst>
                  <a:ext uri="{FF2B5EF4-FFF2-40B4-BE49-F238E27FC236}">
                    <a16:creationId xmlns:a16="http://schemas.microsoft.com/office/drawing/2014/main" id="{8C12B4EA-9B56-12CC-7463-76270DF8EA95}"/>
                  </a:ext>
                </a:extLst>
              </p:cNvPr>
              <p:cNvSpPr/>
              <p:nvPr/>
            </p:nvSpPr>
            <p:spPr>
              <a:xfrm>
                <a:off x="6494018" y="1256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3" name="Freeform 31012">
                <a:extLst>
                  <a:ext uri="{FF2B5EF4-FFF2-40B4-BE49-F238E27FC236}">
                    <a16:creationId xmlns:a16="http://schemas.microsoft.com/office/drawing/2014/main" id="{3B90BE9D-C716-C297-3012-0A058B0B2B33}"/>
                  </a:ext>
                </a:extLst>
              </p:cNvPr>
              <p:cNvSpPr/>
              <p:nvPr/>
            </p:nvSpPr>
            <p:spPr>
              <a:xfrm>
                <a:off x="6494514" y="1293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4" name="Freeform 31013">
                <a:extLst>
                  <a:ext uri="{FF2B5EF4-FFF2-40B4-BE49-F238E27FC236}">
                    <a16:creationId xmlns:a16="http://schemas.microsoft.com/office/drawing/2014/main" id="{1EEFA8DB-48AC-EA1C-B1AA-17521717DA63}"/>
                  </a:ext>
                </a:extLst>
              </p:cNvPr>
              <p:cNvSpPr/>
              <p:nvPr/>
            </p:nvSpPr>
            <p:spPr>
              <a:xfrm>
                <a:off x="6495109" y="1244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5" name="Freeform 31014">
                <a:extLst>
                  <a:ext uri="{FF2B5EF4-FFF2-40B4-BE49-F238E27FC236}">
                    <a16:creationId xmlns:a16="http://schemas.microsoft.com/office/drawing/2014/main" id="{536CCF66-2957-03F4-491D-C641B0EDA180}"/>
                  </a:ext>
                </a:extLst>
              </p:cNvPr>
              <p:cNvSpPr/>
              <p:nvPr/>
            </p:nvSpPr>
            <p:spPr>
              <a:xfrm>
                <a:off x="6495605" y="1235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6" name="Freeform 31015">
                <a:extLst>
                  <a:ext uri="{FF2B5EF4-FFF2-40B4-BE49-F238E27FC236}">
                    <a16:creationId xmlns:a16="http://schemas.microsoft.com/office/drawing/2014/main" id="{E24122E9-2E6B-DD80-EE59-7FD8CC338A1E}"/>
                  </a:ext>
                </a:extLst>
              </p:cNvPr>
              <p:cNvSpPr/>
              <p:nvPr/>
            </p:nvSpPr>
            <p:spPr>
              <a:xfrm>
                <a:off x="6496102" y="1186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7" name="Freeform 31016">
                <a:extLst>
                  <a:ext uri="{FF2B5EF4-FFF2-40B4-BE49-F238E27FC236}">
                    <a16:creationId xmlns:a16="http://schemas.microsoft.com/office/drawing/2014/main" id="{3E5AB6B9-47B0-CCB0-3F4B-E1B4EE62C6CB}"/>
                  </a:ext>
                </a:extLst>
              </p:cNvPr>
              <p:cNvSpPr/>
              <p:nvPr/>
            </p:nvSpPr>
            <p:spPr>
              <a:xfrm>
                <a:off x="6496697" y="1372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8" name="Freeform 31017">
                <a:extLst>
                  <a:ext uri="{FF2B5EF4-FFF2-40B4-BE49-F238E27FC236}">
                    <a16:creationId xmlns:a16="http://schemas.microsoft.com/office/drawing/2014/main" id="{0D8C442E-9857-9384-C858-4D530B880E05}"/>
                  </a:ext>
                </a:extLst>
              </p:cNvPr>
              <p:cNvSpPr/>
              <p:nvPr/>
            </p:nvSpPr>
            <p:spPr>
              <a:xfrm>
                <a:off x="6497193" y="1607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9" name="Freeform 31018">
                <a:extLst>
                  <a:ext uri="{FF2B5EF4-FFF2-40B4-BE49-F238E27FC236}">
                    <a16:creationId xmlns:a16="http://schemas.microsoft.com/office/drawing/2014/main" id="{5D98ADE3-E03F-0C73-3E71-DC5D55E27C94}"/>
                  </a:ext>
                </a:extLst>
              </p:cNvPr>
              <p:cNvSpPr/>
              <p:nvPr/>
            </p:nvSpPr>
            <p:spPr>
              <a:xfrm>
                <a:off x="6497689" y="1734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0" name="Freeform 31019">
                <a:extLst>
                  <a:ext uri="{FF2B5EF4-FFF2-40B4-BE49-F238E27FC236}">
                    <a16:creationId xmlns:a16="http://schemas.microsoft.com/office/drawing/2014/main" id="{711F431B-3968-769B-559C-9F20FDCDF720}"/>
                  </a:ext>
                </a:extLst>
              </p:cNvPr>
              <p:cNvSpPr/>
              <p:nvPr/>
            </p:nvSpPr>
            <p:spPr>
              <a:xfrm>
                <a:off x="6498284" y="1800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1" name="Freeform 31020">
                <a:extLst>
                  <a:ext uri="{FF2B5EF4-FFF2-40B4-BE49-F238E27FC236}">
                    <a16:creationId xmlns:a16="http://schemas.microsoft.com/office/drawing/2014/main" id="{EFF2053D-2A96-91F6-1947-D0E1BC0F4D18}"/>
                  </a:ext>
                </a:extLst>
              </p:cNvPr>
              <p:cNvSpPr/>
              <p:nvPr/>
            </p:nvSpPr>
            <p:spPr>
              <a:xfrm>
                <a:off x="6498780" y="1839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2" name="Freeform 31021">
                <a:extLst>
                  <a:ext uri="{FF2B5EF4-FFF2-40B4-BE49-F238E27FC236}">
                    <a16:creationId xmlns:a16="http://schemas.microsoft.com/office/drawing/2014/main" id="{6D4602AF-0DE7-3F5A-AF71-83CF5F7EA18A}"/>
                  </a:ext>
                </a:extLst>
              </p:cNvPr>
              <p:cNvSpPr/>
              <p:nvPr/>
            </p:nvSpPr>
            <p:spPr>
              <a:xfrm>
                <a:off x="6499277" y="1854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3" name="Freeform 31022">
                <a:extLst>
                  <a:ext uri="{FF2B5EF4-FFF2-40B4-BE49-F238E27FC236}">
                    <a16:creationId xmlns:a16="http://schemas.microsoft.com/office/drawing/2014/main" id="{FC5E8DD5-4310-40A8-6287-226543B205B9}"/>
                  </a:ext>
                </a:extLst>
              </p:cNvPr>
              <p:cNvSpPr/>
              <p:nvPr/>
            </p:nvSpPr>
            <p:spPr>
              <a:xfrm>
                <a:off x="6499773" y="1868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4" name="Freeform 31023">
                <a:extLst>
                  <a:ext uri="{FF2B5EF4-FFF2-40B4-BE49-F238E27FC236}">
                    <a16:creationId xmlns:a16="http://schemas.microsoft.com/office/drawing/2014/main" id="{D2277889-ED33-4F75-18DA-9F0017B1B59E}"/>
                  </a:ext>
                </a:extLst>
              </p:cNvPr>
              <p:cNvSpPr/>
              <p:nvPr/>
            </p:nvSpPr>
            <p:spPr>
              <a:xfrm>
                <a:off x="6500368" y="1874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5" name="Freeform 31024">
                <a:extLst>
                  <a:ext uri="{FF2B5EF4-FFF2-40B4-BE49-F238E27FC236}">
                    <a16:creationId xmlns:a16="http://schemas.microsoft.com/office/drawing/2014/main" id="{7BD0CC02-BE4B-AC46-CE6B-7C166F67AA25}"/>
                  </a:ext>
                </a:extLst>
              </p:cNvPr>
              <p:cNvSpPr/>
              <p:nvPr/>
            </p:nvSpPr>
            <p:spPr>
              <a:xfrm>
                <a:off x="6500864" y="1840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6" name="Freeform 31025">
                <a:extLst>
                  <a:ext uri="{FF2B5EF4-FFF2-40B4-BE49-F238E27FC236}">
                    <a16:creationId xmlns:a16="http://schemas.microsoft.com/office/drawing/2014/main" id="{B46E429C-9CB6-3AD3-369A-6338EAC9D221}"/>
                  </a:ext>
                </a:extLst>
              </p:cNvPr>
              <p:cNvSpPr/>
              <p:nvPr/>
            </p:nvSpPr>
            <p:spPr>
              <a:xfrm>
                <a:off x="6501360" y="17996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7" name="Freeform 31026">
                <a:extLst>
                  <a:ext uri="{FF2B5EF4-FFF2-40B4-BE49-F238E27FC236}">
                    <a16:creationId xmlns:a16="http://schemas.microsoft.com/office/drawing/2014/main" id="{9A5652F9-120F-BE69-36F7-5945B8A96B25}"/>
                  </a:ext>
                </a:extLst>
              </p:cNvPr>
              <p:cNvSpPr/>
              <p:nvPr/>
            </p:nvSpPr>
            <p:spPr>
              <a:xfrm>
                <a:off x="6501955" y="1841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8" name="Freeform 31027">
                <a:extLst>
                  <a:ext uri="{FF2B5EF4-FFF2-40B4-BE49-F238E27FC236}">
                    <a16:creationId xmlns:a16="http://schemas.microsoft.com/office/drawing/2014/main" id="{2B6852AB-A1A1-1877-C75E-411189C6F974}"/>
                  </a:ext>
                </a:extLst>
              </p:cNvPr>
              <p:cNvSpPr/>
              <p:nvPr/>
            </p:nvSpPr>
            <p:spPr>
              <a:xfrm>
                <a:off x="6502452" y="1753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9" name="Freeform 31028">
                <a:extLst>
                  <a:ext uri="{FF2B5EF4-FFF2-40B4-BE49-F238E27FC236}">
                    <a16:creationId xmlns:a16="http://schemas.microsoft.com/office/drawing/2014/main" id="{9BDA7363-37D6-873F-F0C8-52CD1A203274}"/>
                  </a:ext>
                </a:extLst>
              </p:cNvPr>
              <p:cNvSpPr/>
              <p:nvPr/>
            </p:nvSpPr>
            <p:spPr>
              <a:xfrm>
                <a:off x="6502948" y="1553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0" name="Freeform 31029">
                <a:extLst>
                  <a:ext uri="{FF2B5EF4-FFF2-40B4-BE49-F238E27FC236}">
                    <a16:creationId xmlns:a16="http://schemas.microsoft.com/office/drawing/2014/main" id="{EF8F537A-5867-5E3F-778E-52002FCFDEEA}"/>
                  </a:ext>
                </a:extLst>
              </p:cNvPr>
              <p:cNvSpPr/>
              <p:nvPr/>
            </p:nvSpPr>
            <p:spPr>
              <a:xfrm>
                <a:off x="6503543" y="1399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1" name="Freeform 31030">
                <a:extLst>
                  <a:ext uri="{FF2B5EF4-FFF2-40B4-BE49-F238E27FC236}">
                    <a16:creationId xmlns:a16="http://schemas.microsoft.com/office/drawing/2014/main" id="{52D3CDB7-51CA-4169-36CF-ECD1695E05A7}"/>
                  </a:ext>
                </a:extLst>
              </p:cNvPr>
              <p:cNvSpPr/>
              <p:nvPr/>
            </p:nvSpPr>
            <p:spPr>
              <a:xfrm>
                <a:off x="6504039" y="1412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2" name="Freeform 31031">
                <a:extLst>
                  <a:ext uri="{FF2B5EF4-FFF2-40B4-BE49-F238E27FC236}">
                    <a16:creationId xmlns:a16="http://schemas.microsoft.com/office/drawing/2014/main" id="{BC9E6BDD-5F66-C812-51CE-F787D503C657}"/>
                  </a:ext>
                </a:extLst>
              </p:cNvPr>
              <p:cNvSpPr/>
              <p:nvPr/>
            </p:nvSpPr>
            <p:spPr>
              <a:xfrm>
                <a:off x="6504535" y="1419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3" name="Freeform 31032">
                <a:extLst>
                  <a:ext uri="{FF2B5EF4-FFF2-40B4-BE49-F238E27FC236}">
                    <a16:creationId xmlns:a16="http://schemas.microsoft.com/office/drawing/2014/main" id="{77803DAD-058E-9B0A-3B0C-15911B2B2E01}"/>
                  </a:ext>
                </a:extLst>
              </p:cNvPr>
              <p:cNvSpPr/>
              <p:nvPr/>
            </p:nvSpPr>
            <p:spPr>
              <a:xfrm>
                <a:off x="6505130" y="1333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4" name="Freeform 31033">
                <a:extLst>
                  <a:ext uri="{FF2B5EF4-FFF2-40B4-BE49-F238E27FC236}">
                    <a16:creationId xmlns:a16="http://schemas.microsoft.com/office/drawing/2014/main" id="{1BA834B8-B7A5-9818-5D6C-4B1E2B111AE2}"/>
                  </a:ext>
                </a:extLst>
              </p:cNvPr>
              <p:cNvSpPr/>
              <p:nvPr/>
            </p:nvSpPr>
            <p:spPr>
              <a:xfrm>
                <a:off x="6505627" y="1347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5" name="Freeform 31034">
                <a:extLst>
                  <a:ext uri="{FF2B5EF4-FFF2-40B4-BE49-F238E27FC236}">
                    <a16:creationId xmlns:a16="http://schemas.microsoft.com/office/drawing/2014/main" id="{AFAD156B-E7F7-EDF4-CF7C-155AE685A186}"/>
                  </a:ext>
                </a:extLst>
              </p:cNvPr>
              <p:cNvSpPr/>
              <p:nvPr/>
            </p:nvSpPr>
            <p:spPr>
              <a:xfrm>
                <a:off x="6506123" y="1406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6" name="Freeform 31035">
                <a:extLst>
                  <a:ext uri="{FF2B5EF4-FFF2-40B4-BE49-F238E27FC236}">
                    <a16:creationId xmlns:a16="http://schemas.microsoft.com/office/drawing/2014/main" id="{BCBFDDC9-64E9-10C5-374E-5F85692F8EBF}"/>
                  </a:ext>
                </a:extLst>
              </p:cNvPr>
              <p:cNvSpPr/>
              <p:nvPr/>
            </p:nvSpPr>
            <p:spPr>
              <a:xfrm>
                <a:off x="6506718" y="1411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7" name="Freeform 31036">
                <a:extLst>
                  <a:ext uri="{FF2B5EF4-FFF2-40B4-BE49-F238E27FC236}">
                    <a16:creationId xmlns:a16="http://schemas.microsoft.com/office/drawing/2014/main" id="{717946A7-37E4-106B-C270-29AE7FCF611E}"/>
                  </a:ext>
                </a:extLst>
              </p:cNvPr>
              <p:cNvSpPr/>
              <p:nvPr/>
            </p:nvSpPr>
            <p:spPr>
              <a:xfrm>
                <a:off x="6507214" y="1389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8" name="Freeform 31037">
                <a:extLst>
                  <a:ext uri="{FF2B5EF4-FFF2-40B4-BE49-F238E27FC236}">
                    <a16:creationId xmlns:a16="http://schemas.microsoft.com/office/drawing/2014/main" id="{6E927ED4-9509-22D8-EE09-65BFAB55E73E}"/>
                  </a:ext>
                </a:extLst>
              </p:cNvPr>
              <p:cNvSpPr/>
              <p:nvPr/>
            </p:nvSpPr>
            <p:spPr>
              <a:xfrm>
                <a:off x="6507710" y="1371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9" name="Freeform 31038">
                <a:extLst>
                  <a:ext uri="{FF2B5EF4-FFF2-40B4-BE49-F238E27FC236}">
                    <a16:creationId xmlns:a16="http://schemas.microsoft.com/office/drawing/2014/main" id="{CF1C9BF7-0173-AC74-46AF-363F7DFF4E7A}"/>
                  </a:ext>
                </a:extLst>
              </p:cNvPr>
              <p:cNvSpPr/>
              <p:nvPr/>
            </p:nvSpPr>
            <p:spPr>
              <a:xfrm>
                <a:off x="6508305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0" name="Freeform 31039">
                <a:extLst>
                  <a:ext uri="{FF2B5EF4-FFF2-40B4-BE49-F238E27FC236}">
                    <a16:creationId xmlns:a16="http://schemas.microsoft.com/office/drawing/2014/main" id="{4F0480EA-6068-BC18-F258-33CB2F049CE2}"/>
                  </a:ext>
                </a:extLst>
              </p:cNvPr>
              <p:cNvSpPr/>
              <p:nvPr/>
            </p:nvSpPr>
            <p:spPr>
              <a:xfrm>
                <a:off x="6508802" y="1342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1" name="Freeform 31040">
                <a:extLst>
                  <a:ext uri="{FF2B5EF4-FFF2-40B4-BE49-F238E27FC236}">
                    <a16:creationId xmlns:a16="http://schemas.microsoft.com/office/drawing/2014/main" id="{B04E6460-84B6-7580-57F7-4AD88B370545}"/>
                  </a:ext>
                </a:extLst>
              </p:cNvPr>
              <p:cNvSpPr/>
              <p:nvPr/>
            </p:nvSpPr>
            <p:spPr>
              <a:xfrm>
                <a:off x="6509298" y="1835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2" name="Freeform 31041">
                <a:extLst>
                  <a:ext uri="{FF2B5EF4-FFF2-40B4-BE49-F238E27FC236}">
                    <a16:creationId xmlns:a16="http://schemas.microsoft.com/office/drawing/2014/main" id="{8CF2D18E-2FCB-A094-5844-D6C1B576CFBF}"/>
                  </a:ext>
                </a:extLst>
              </p:cNvPr>
              <p:cNvSpPr/>
              <p:nvPr/>
            </p:nvSpPr>
            <p:spPr>
              <a:xfrm>
                <a:off x="6509893" y="2024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3" name="Freeform 31042">
                <a:extLst>
                  <a:ext uri="{FF2B5EF4-FFF2-40B4-BE49-F238E27FC236}">
                    <a16:creationId xmlns:a16="http://schemas.microsoft.com/office/drawing/2014/main" id="{3DF903BC-43A9-888A-6A6D-9E32373BEB80}"/>
                  </a:ext>
                </a:extLst>
              </p:cNvPr>
              <p:cNvSpPr/>
              <p:nvPr/>
            </p:nvSpPr>
            <p:spPr>
              <a:xfrm>
                <a:off x="6510389" y="2064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4" name="Freeform 31043">
                <a:extLst>
                  <a:ext uri="{FF2B5EF4-FFF2-40B4-BE49-F238E27FC236}">
                    <a16:creationId xmlns:a16="http://schemas.microsoft.com/office/drawing/2014/main" id="{0522B200-8407-0BEB-61C5-6E7D938ABF55}"/>
                  </a:ext>
                </a:extLst>
              </p:cNvPr>
              <p:cNvSpPr/>
              <p:nvPr/>
            </p:nvSpPr>
            <p:spPr>
              <a:xfrm>
                <a:off x="6510885" y="207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5" name="Freeform 31044">
                <a:extLst>
                  <a:ext uri="{FF2B5EF4-FFF2-40B4-BE49-F238E27FC236}">
                    <a16:creationId xmlns:a16="http://schemas.microsoft.com/office/drawing/2014/main" id="{F534E7C3-4077-EF5F-5339-6D9685CFD41E}"/>
                  </a:ext>
                </a:extLst>
              </p:cNvPr>
              <p:cNvSpPr/>
              <p:nvPr/>
            </p:nvSpPr>
            <p:spPr>
              <a:xfrm>
                <a:off x="6511381" y="2080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6" name="Freeform 31045">
                <a:extLst>
                  <a:ext uri="{FF2B5EF4-FFF2-40B4-BE49-F238E27FC236}">
                    <a16:creationId xmlns:a16="http://schemas.microsoft.com/office/drawing/2014/main" id="{68AB598C-3BCB-BED2-2172-4417A0D8BB88}"/>
                  </a:ext>
                </a:extLst>
              </p:cNvPr>
              <p:cNvSpPr/>
              <p:nvPr/>
            </p:nvSpPr>
            <p:spPr>
              <a:xfrm>
                <a:off x="6511977" y="2091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7" name="Freeform 31046">
                <a:extLst>
                  <a:ext uri="{FF2B5EF4-FFF2-40B4-BE49-F238E27FC236}">
                    <a16:creationId xmlns:a16="http://schemas.microsoft.com/office/drawing/2014/main" id="{D80CF1F3-A4F1-B08A-3D67-5889762F29B3}"/>
                  </a:ext>
                </a:extLst>
              </p:cNvPr>
              <p:cNvSpPr/>
              <p:nvPr/>
            </p:nvSpPr>
            <p:spPr>
              <a:xfrm>
                <a:off x="6512473" y="2097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8" name="Freeform 31047">
                <a:extLst>
                  <a:ext uri="{FF2B5EF4-FFF2-40B4-BE49-F238E27FC236}">
                    <a16:creationId xmlns:a16="http://schemas.microsoft.com/office/drawing/2014/main" id="{A9F06DEE-0FA7-AA16-73BB-42C8AB550F90}"/>
                  </a:ext>
                </a:extLst>
              </p:cNvPr>
              <p:cNvSpPr/>
              <p:nvPr/>
            </p:nvSpPr>
            <p:spPr>
              <a:xfrm>
                <a:off x="6512969" y="209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9" name="Freeform 31048">
                <a:extLst>
                  <a:ext uri="{FF2B5EF4-FFF2-40B4-BE49-F238E27FC236}">
                    <a16:creationId xmlns:a16="http://schemas.microsoft.com/office/drawing/2014/main" id="{94D698C9-5CA5-5569-49B8-44504CA25ED2}"/>
                  </a:ext>
                </a:extLst>
              </p:cNvPr>
              <p:cNvSpPr/>
              <p:nvPr/>
            </p:nvSpPr>
            <p:spPr>
              <a:xfrm>
                <a:off x="6513564" y="2093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0" name="Freeform 31049">
                <a:extLst>
                  <a:ext uri="{FF2B5EF4-FFF2-40B4-BE49-F238E27FC236}">
                    <a16:creationId xmlns:a16="http://schemas.microsoft.com/office/drawing/2014/main" id="{3BF68903-BA61-0D87-4896-3D7BBFCF9FFE}"/>
                  </a:ext>
                </a:extLst>
              </p:cNvPr>
              <p:cNvSpPr/>
              <p:nvPr/>
            </p:nvSpPr>
            <p:spPr>
              <a:xfrm>
                <a:off x="6514060" y="208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1" name="Freeform 31050">
                <a:extLst>
                  <a:ext uri="{FF2B5EF4-FFF2-40B4-BE49-F238E27FC236}">
                    <a16:creationId xmlns:a16="http://schemas.microsoft.com/office/drawing/2014/main" id="{53FB885F-A458-F12A-8FE4-F772E4004EE1}"/>
                  </a:ext>
                </a:extLst>
              </p:cNvPr>
              <p:cNvSpPr/>
              <p:nvPr/>
            </p:nvSpPr>
            <p:spPr>
              <a:xfrm>
                <a:off x="6514556" y="2084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2" name="Freeform 31051">
                <a:extLst>
                  <a:ext uri="{FF2B5EF4-FFF2-40B4-BE49-F238E27FC236}">
                    <a16:creationId xmlns:a16="http://schemas.microsoft.com/office/drawing/2014/main" id="{CC24D340-33BE-8603-DB59-8A5C29B806C4}"/>
                  </a:ext>
                </a:extLst>
              </p:cNvPr>
              <p:cNvSpPr/>
              <p:nvPr/>
            </p:nvSpPr>
            <p:spPr>
              <a:xfrm>
                <a:off x="6515152" y="20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3" name="Freeform 31052">
                <a:extLst>
                  <a:ext uri="{FF2B5EF4-FFF2-40B4-BE49-F238E27FC236}">
                    <a16:creationId xmlns:a16="http://schemas.microsoft.com/office/drawing/2014/main" id="{60F0D282-B628-6216-3F8E-4BE22EE8E2C3}"/>
                  </a:ext>
                </a:extLst>
              </p:cNvPr>
              <p:cNvSpPr/>
              <p:nvPr/>
            </p:nvSpPr>
            <p:spPr>
              <a:xfrm>
                <a:off x="6515648" y="1721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4" name="Freeform 31053">
                <a:extLst>
                  <a:ext uri="{FF2B5EF4-FFF2-40B4-BE49-F238E27FC236}">
                    <a16:creationId xmlns:a16="http://schemas.microsoft.com/office/drawing/2014/main" id="{1F88E881-BE99-0862-F196-4A52A77C390E}"/>
                  </a:ext>
                </a:extLst>
              </p:cNvPr>
              <p:cNvSpPr/>
              <p:nvPr/>
            </p:nvSpPr>
            <p:spPr>
              <a:xfrm>
                <a:off x="6516144" y="1615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5" name="Freeform 31054">
                <a:extLst>
                  <a:ext uri="{FF2B5EF4-FFF2-40B4-BE49-F238E27FC236}">
                    <a16:creationId xmlns:a16="http://schemas.microsoft.com/office/drawing/2014/main" id="{4A8DEB45-10D2-F7A1-1BDD-4C1CCF9706FC}"/>
                  </a:ext>
                </a:extLst>
              </p:cNvPr>
              <p:cNvSpPr/>
              <p:nvPr/>
            </p:nvSpPr>
            <p:spPr>
              <a:xfrm>
                <a:off x="6516739" y="1588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6" name="Freeform 31055">
                <a:extLst>
                  <a:ext uri="{FF2B5EF4-FFF2-40B4-BE49-F238E27FC236}">
                    <a16:creationId xmlns:a16="http://schemas.microsoft.com/office/drawing/2014/main" id="{89A946DC-52E4-8ECB-2C55-4C658B24CFF6}"/>
                  </a:ext>
                </a:extLst>
              </p:cNvPr>
              <p:cNvSpPr/>
              <p:nvPr/>
            </p:nvSpPr>
            <p:spPr>
              <a:xfrm>
                <a:off x="6517235" y="1607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7" name="Freeform 31056">
                <a:extLst>
                  <a:ext uri="{FF2B5EF4-FFF2-40B4-BE49-F238E27FC236}">
                    <a16:creationId xmlns:a16="http://schemas.microsoft.com/office/drawing/2014/main" id="{BB2CCB7D-882B-2ABB-056A-F08D79C5706A}"/>
                  </a:ext>
                </a:extLst>
              </p:cNvPr>
              <p:cNvSpPr/>
              <p:nvPr/>
            </p:nvSpPr>
            <p:spPr>
              <a:xfrm>
                <a:off x="6517731" y="1683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8" name="Freeform 31057">
                <a:extLst>
                  <a:ext uri="{FF2B5EF4-FFF2-40B4-BE49-F238E27FC236}">
                    <a16:creationId xmlns:a16="http://schemas.microsoft.com/office/drawing/2014/main" id="{EFC9B767-B05C-33F2-03C5-47E170F9987E}"/>
                  </a:ext>
                </a:extLst>
              </p:cNvPr>
              <p:cNvSpPr/>
              <p:nvPr/>
            </p:nvSpPr>
            <p:spPr>
              <a:xfrm>
                <a:off x="6518327" y="1669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9" name="Freeform 31058">
                <a:extLst>
                  <a:ext uri="{FF2B5EF4-FFF2-40B4-BE49-F238E27FC236}">
                    <a16:creationId xmlns:a16="http://schemas.microsoft.com/office/drawing/2014/main" id="{A9C37611-8244-7471-6C11-9BBB56CF7083}"/>
                  </a:ext>
                </a:extLst>
              </p:cNvPr>
              <p:cNvSpPr/>
              <p:nvPr/>
            </p:nvSpPr>
            <p:spPr>
              <a:xfrm>
                <a:off x="6518823" y="1677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0" name="Freeform 31059">
                <a:extLst>
                  <a:ext uri="{FF2B5EF4-FFF2-40B4-BE49-F238E27FC236}">
                    <a16:creationId xmlns:a16="http://schemas.microsoft.com/office/drawing/2014/main" id="{5A5DE112-CE97-E9D8-1784-1A3C351BED05}"/>
                  </a:ext>
                </a:extLst>
              </p:cNvPr>
              <p:cNvSpPr/>
              <p:nvPr/>
            </p:nvSpPr>
            <p:spPr>
              <a:xfrm>
                <a:off x="6519319" y="1648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1" name="Freeform 31060">
                <a:extLst>
                  <a:ext uri="{FF2B5EF4-FFF2-40B4-BE49-F238E27FC236}">
                    <a16:creationId xmlns:a16="http://schemas.microsoft.com/office/drawing/2014/main" id="{A28AEBE3-4B06-EB42-B0FC-7C878501BF0F}"/>
                  </a:ext>
                </a:extLst>
              </p:cNvPr>
              <p:cNvSpPr/>
              <p:nvPr/>
            </p:nvSpPr>
            <p:spPr>
              <a:xfrm>
                <a:off x="6519914" y="1681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2" name="Freeform 31061">
                <a:extLst>
                  <a:ext uri="{FF2B5EF4-FFF2-40B4-BE49-F238E27FC236}">
                    <a16:creationId xmlns:a16="http://schemas.microsoft.com/office/drawing/2014/main" id="{6DA62337-E48C-282B-6215-DF1904DF82B2}"/>
                  </a:ext>
                </a:extLst>
              </p:cNvPr>
              <p:cNvSpPr/>
              <p:nvPr/>
            </p:nvSpPr>
            <p:spPr>
              <a:xfrm>
                <a:off x="6520410" y="1702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3" name="Freeform 31062">
                <a:extLst>
                  <a:ext uri="{FF2B5EF4-FFF2-40B4-BE49-F238E27FC236}">
                    <a16:creationId xmlns:a16="http://schemas.microsoft.com/office/drawing/2014/main" id="{8B0E57AF-8020-C43F-5254-69EE80F4E4C8}"/>
                  </a:ext>
                </a:extLst>
              </p:cNvPr>
              <p:cNvSpPr/>
              <p:nvPr/>
            </p:nvSpPr>
            <p:spPr>
              <a:xfrm>
                <a:off x="6520906" y="1657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4" name="Freeform 31063">
                <a:extLst>
                  <a:ext uri="{FF2B5EF4-FFF2-40B4-BE49-F238E27FC236}">
                    <a16:creationId xmlns:a16="http://schemas.microsoft.com/office/drawing/2014/main" id="{52263F67-8CB2-B29E-2C0E-CD79EA4C3BBA}"/>
                  </a:ext>
                </a:extLst>
              </p:cNvPr>
              <p:cNvSpPr/>
              <p:nvPr/>
            </p:nvSpPr>
            <p:spPr>
              <a:xfrm>
                <a:off x="6521502" y="1641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5" name="Freeform 31064">
                <a:extLst>
                  <a:ext uri="{FF2B5EF4-FFF2-40B4-BE49-F238E27FC236}">
                    <a16:creationId xmlns:a16="http://schemas.microsoft.com/office/drawing/2014/main" id="{81191363-A89E-305C-B585-1CF686E859AD}"/>
                  </a:ext>
                </a:extLst>
              </p:cNvPr>
              <p:cNvSpPr/>
              <p:nvPr/>
            </p:nvSpPr>
            <p:spPr>
              <a:xfrm>
                <a:off x="6521998" y="2075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6" name="Freeform 31065">
                <a:extLst>
                  <a:ext uri="{FF2B5EF4-FFF2-40B4-BE49-F238E27FC236}">
                    <a16:creationId xmlns:a16="http://schemas.microsoft.com/office/drawing/2014/main" id="{92057053-B64B-190F-3AD1-BC72B07E2A34}"/>
                  </a:ext>
                </a:extLst>
              </p:cNvPr>
              <p:cNvSpPr/>
              <p:nvPr/>
            </p:nvSpPr>
            <p:spPr>
              <a:xfrm>
                <a:off x="6522494" y="2224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7" name="Freeform 31066">
                <a:extLst>
                  <a:ext uri="{FF2B5EF4-FFF2-40B4-BE49-F238E27FC236}">
                    <a16:creationId xmlns:a16="http://schemas.microsoft.com/office/drawing/2014/main" id="{2DC0C06D-2BED-D05C-BBB6-E7C32F6CC467}"/>
                  </a:ext>
                </a:extLst>
              </p:cNvPr>
              <p:cNvSpPr/>
              <p:nvPr/>
            </p:nvSpPr>
            <p:spPr>
              <a:xfrm>
                <a:off x="6523089" y="225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8" name="Freeform 31067">
                <a:extLst>
                  <a:ext uri="{FF2B5EF4-FFF2-40B4-BE49-F238E27FC236}">
                    <a16:creationId xmlns:a16="http://schemas.microsoft.com/office/drawing/2014/main" id="{95AB9EEA-A2A1-1C2A-6856-E20AC01BE63D}"/>
                  </a:ext>
                </a:extLst>
              </p:cNvPr>
              <p:cNvSpPr/>
              <p:nvPr/>
            </p:nvSpPr>
            <p:spPr>
              <a:xfrm>
                <a:off x="6523585" y="2264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9" name="Freeform 31068">
                <a:extLst>
                  <a:ext uri="{FF2B5EF4-FFF2-40B4-BE49-F238E27FC236}">
                    <a16:creationId xmlns:a16="http://schemas.microsoft.com/office/drawing/2014/main" id="{D944FBD0-D978-AE8C-8F20-CB8C7EDE84BD}"/>
                  </a:ext>
                </a:extLst>
              </p:cNvPr>
              <p:cNvSpPr/>
              <p:nvPr/>
            </p:nvSpPr>
            <p:spPr>
              <a:xfrm>
                <a:off x="6524081" y="2272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0" name="Freeform 31069">
                <a:extLst>
                  <a:ext uri="{FF2B5EF4-FFF2-40B4-BE49-F238E27FC236}">
                    <a16:creationId xmlns:a16="http://schemas.microsoft.com/office/drawing/2014/main" id="{FBDCDC24-8BFB-3F59-0387-27730B80FE1E}"/>
                  </a:ext>
                </a:extLst>
              </p:cNvPr>
              <p:cNvSpPr/>
              <p:nvPr/>
            </p:nvSpPr>
            <p:spPr>
              <a:xfrm>
                <a:off x="6524577" y="2273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1" name="Freeform 31070">
                <a:extLst>
                  <a:ext uri="{FF2B5EF4-FFF2-40B4-BE49-F238E27FC236}">
                    <a16:creationId xmlns:a16="http://schemas.microsoft.com/office/drawing/2014/main" id="{9F8A29B6-1FDC-7C16-4985-B13F28878242}"/>
                  </a:ext>
                </a:extLst>
              </p:cNvPr>
              <p:cNvSpPr/>
              <p:nvPr/>
            </p:nvSpPr>
            <p:spPr>
              <a:xfrm>
                <a:off x="6525173" y="2277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2" name="Freeform 31071">
                <a:extLst>
                  <a:ext uri="{FF2B5EF4-FFF2-40B4-BE49-F238E27FC236}">
                    <a16:creationId xmlns:a16="http://schemas.microsoft.com/office/drawing/2014/main" id="{29D259EA-9A07-C7F0-D930-4905E29C2CC4}"/>
                  </a:ext>
                </a:extLst>
              </p:cNvPr>
              <p:cNvSpPr/>
              <p:nvPr/>
            </p:nvSpPr>
            <p:spPr>
              <a:xfrm>
                <a:off x="6525669" y="2276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3" name="Freeform 31072">
                <a:extLst>
                  <a:ext uri="{FF2B5EF4-FFF2-40B4-BE49-F238E27FC236}">
                    <a16:creationId xmlns:a16="http://schemas.microsoft.com/office/drawing/2014/main" id="{4FB33886-6664-6B1E-A790-642D35D30CEE}"/>
                  </a:ext>
                </a:extLst>
              </p:cNvPr>
              <p:cNvSpPr/>
              <p:nvPr/>
            </p:nvSpPr>
            <p:spPr>
              <a:xfrm>
                <a:off x="6526165" y="2278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4" name="Freeform 31073">
                <a:extLst>
                  <a:ext uri="{FF2B5EF4-FFF2-40B4-BE49-F238E27FC236}">
                    <a16:creationId xmlns:a16="http://schemas.microsoft.com/office/drawing/2014/main" id="{F753E8D7-0989-B349-0A2D-47FF7DE51BD1}"/>
                  </a:ext>
                </a:extLst>
              </p:cNvPr>
              <p:cNvSpPr/>
              <p:nvPr/>
            </p:nvSpPr>
            <p:spPr>
              <a:xfrm>
                <a:off x="6526760" y="2282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5" name="Freeform 31074">
                <a:extLst>
                  <a:ext uri="{FF2B5EF4-FFF2-40B4-BE49-F238E27FC236}">
                    <a16:creationId xmlns:a16="http://schemas.microsoft.com/office/drawing/2014/main" id="{36856F7F-F33D-5749-7CC8-E2DCDDA19728}"/>
                  </a:ext>
                </a:extLst>
              </p:cNvPr>
              <p:cNvSpPr/>
              <p:nvPr/>
            </p:nvSpPr>
            <p:spPr>
              <a:xfrm>
                <a:off x="6527256" y="2280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6" name="Freeform 31075">
                <a:extLst>
                  <a:ext uri="{FF2B5EF4-FFF2-40B4-BE49-F238E27FC236}">
                    <a16:creationId xmlns:a16="http://schemas.microsoft.com/office/drawing/2014/main" id="{BDD94359-7646-74E6-CCBC-8140C958D489}"/>
                  </a:ext>
                </a:extLst>
              </p:cNvPr>
              <p:cNvSpPr/>
              <p:nvPr/>
            </p:nvSpPr>
            <p:spPr>
              <a:xfrm>
                <a:off x="6527752" y="2275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7" name="Freeform 31076">
                <a:extLst>
                  <a:ext uri="{FF2B5EF4-FFF2-40B4-BE49-F238E27FC236}">
                    <a16:creationId xmlns:a16="http://schemas.microsoft.com/office/drawing/2014/main" id="{DA18CDC3-428A-CD1A-F940-F22A577A5008}"/>
                  </a:ext>
                </a:extLst>
              </p:cNvPr>
              <p:cNvSpPr/>
              <p:nvPr/>
            </p:nvSpPr>
            <p:spPr>
              <a:xfrm>
                <a:off x="6528348" y="19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8" name="Freeform 31077">
                <a:extLst>
                  <a:ext uri="{FF2B5EF4-FFF2-40B4-BE49-F238E27FC236}">
                    <a16:creationId xmlns:a16="http://schemas.microsoft.com/office/drawing/2014/main" id="{4F72947B-C801-78A9-250B-F2434DFC6705}"/>
                  </a:ext>
                </a:extLst>
              </p:cNvPr>
              <p:cNvSpPr/>
              <p:nvPr/>
            </p:nvSpPr>
            <p:spPr>
              <a:xfrm>
                <a:off x="6528844" y="1684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9" name="Freeform 31078">
                <a:extLst>
                  <a:ext uri="{FF2B5EF4-FFF2-40B4-BE49-F238E27FC236}">
                    <a16:creationId xmlns:a16="http://schemas.microsoft.com/office/drawing/2014/main" id="{1710F8D0-C1C4-1866-65F1-986879EB5FAF}"/>
                  </a:ext>
                </a:extLst>
              </p:cNvPr>
              <p:cNvSpPr/>
              <p:nvPr/>
            </p:nvSpPr>
            <p:spPr>
              <a:xfrm>
                <a:off x="6529340" y="16612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0" name="Freeform 31079">
                <a:extLst>
                  <a:ext uri="{FF2B5EF4-FFF2-40B4-BE49-F238E27FC236}">
                    <a16:creationId xmlns:a16="http://schemas.microsoft.com/office/drawing/2014/main" id="{088979F9-1576-A36C-8564-618E7D22B8BC}"/>
                  </a:ext>
                </a:extLst>
              </p:cNvPr>
              <p:cNvSpPr/>
              <p:nvPr/>
            </p:nvSpPr>
            <p:spPr>
              <a:xfrm>
                <a:off x="6529935" y="1672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1" name="Freeform 31080">
                <a:extLst>
                  <a:ext uri="{FF2B5EF4-FFF2-40B4-BE49-F238E27FC236}">
                    <a16:creationId xmlns:a16="http://schemas.microsoft.com/office/drawing/2014/main" id="{058C0B22-523B-8840-1A40-B1C3C669A8E3}"/>
                  </a:ext>
                </a:extLst>
              </p:cNvPr>
              <p:cNvSpPr/>
              <p:nvPr/>
            </p:nvSpPr>
            <p:spPr>
              <a:xfrm>
                <a:off x="6530431" y="174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2" name="Freeform 31081">
                <a:extLst>
                  <a:ext uri="{FF2B5EF4-FFF2-40B4-BE49-F238E27FC236}">
                    <a16:creationId xmlns:a16="http://schemas.microsoft.com/office/drawing/2014/main" id="{B27AA6B5-6BDB-0159-A1F6-339F8C72F09E}"/>
                  </a:ext>
                </a:extLst>
              </p:cNvPr>
              <p:cNvSpPr/>
              <p:nvPr/>
            </p:nvSpPr>
            <p:spPr>
              <a:xfrm>
                <a:off x="6530927" y="1702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3" name="Freeform 31082">
                <a:extLst>
                  <a:ext uri="{FF2B5EF4-FFF2-40B4-BE49-F238E27FC236}">
                    <a16:creationId xmlns:a16="http://schemas.microsoft.com/office/drawing/2014/main" id="{B9B1BF2B-25A5-9FDE-33E0-A3BE7E6192A4}"/>
                  </a:ext>
                </a:extLst>
              </p:cNvPr>
              <p:cNvSpPr/>
              <p:nvPr/>
            </p:nvSpPr>
            <p:spPr>
              <a:xfrm>
                <a:off x="6531523" y="1675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4" name="Freeform 31083">
                <a:extLst>
                  <a:ext uri="{FF2B5EF4-FFF2-40B4-BE49-F238E27FC236}">
                    <a16:creationId xmlns:a16="http://schemas.microsoft.com/office/drawing/2014/main" id="{5F1F9F40-1954-0F91-04EA-7B15EE170ADE}"/>
                  </a:ext>
                </a:extLst>
              </p:cNvPr>
              <p:cNvSpPr/>
              <p:nvPr/>
            </p:nvSpPr>
            <p:spPr>
              <a:xfrm>
                <a:off x="6532019" y="1647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5" name="Freeform 31084">
                <a:extLst>
                  <a:ext uri="{FF2B5EF4-FFF2-40B4-BE49-F238E27FC236}">
                    <a16:creationId xmlns:a16="http://schemas.microsoft.com/office/drawing/2014/main" id="{6C77BD0A-5356-95F2-E76E-2740F81C398B}"/>
                  </a:ext>
                </a:extLst>
              </p:cNvPr>
              <p:cNvSpPr/>
              <p:nvPr/>
            </p:nvSpPr>
            <p:spPr>
              <a:xfrm>
                <a:off x="6532515" y="1633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6" name="Freeform 31085">
                <a:extLst>
                  <a:ext uri="{FF2B5EF4-FFF2-40B4-BE49-F238E27FC236}">
                    <a16:creationId xmlns:a16="http://schemas.microsoft.com/office/drawing/2014/main" id="{880F7FBB-B8F1-CBDA-C404-9E671F1D3736}"/>
                  </a:ext>
                </a:extLst>
              </p:cNvPr>
              <p:cNvSpPr/>
              <p:nvPr/>
            </p:nvSpPr>
            <p:spPr>
              <a:xfrm>
                <a:off x="6533110" y="1574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7" name="Freeform 31086">
                <a:extLst>
                  <a:ext uri="{FF2B5EF4-FFF2-40B4-BE49-F238E27FC236}">
                    <a16:creationId xmlns:a16="http://schemas.microsoft.com/office/drawing/2014/main" id="{7EB51257-2047-8566-48BB-1CC6CC2372E1}"/>
                  </a:ext>
                </a:extLst>
              </p:cNvPr>
              <p:cNvSpPr/>
              <p:nvPr/>
            </p:nvSpPr>
            <p:spPr>
              <a:xfrm>
                <a:off x="6533606" y="1544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8" name="Freeform 31087">
                <a:extLst>
                  <a:ext uri="{FF2B5EF4-FFF2-40B4-BE49-F238E27FC236}">
                    <a16:creationId xmlns:a16="http://schemas.microsoft.com/office/drawing/2014/main" id="{767E3E03-508A-E35E-4613-2A522BC7DDB3}"/>
                  </a:ext>
                </a:extLst>
              </p:cNvPr>
              <p:cNvSpPr/>
              <p:nvPr/>
            </p:nvSpPr>
            <p:spPr>
              <a:xfrm>
                <a:off x="6534102" y="1571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9" name="Freeform 31088">
                <a:extLst>
                  <a:ext uri="{FF2B5EF4-FFF2-40B4-BE49-F238E27FC236}">
                    <a16:creationId xmlns:a16="http://schemas.microsoft.com/office/drawing/2014/main" id="{9B358940-4890-C379-8FAD-5D17E4E10D85}"/>
                  </a:ext>
                </a:extLst>
              </p:cNvPr>
              <p:cNvSpPr/>
              <p:nvPr/>
            </p:nvSpPr>
            <p:spPr>
              <a:xfrm>
                <a:off x="6534698" y="1971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0" name="Freeform 31089">
                <a:extLst>
                  <a:ext uri="{FF2B5EF4-FFF2-40B4-BE49-F238E27FC236}">
                    <a16:creationId xmlns:a16="http://schemas.microsoft.com/office/drawing/2014/main" id="{37BB2E22-B01F-DC59-365E-5F99889D6C6F}"/>
                  </a:ext>
                </a:extLst>
              </p:cNvPr>
              <p:cNvSpPr/>
              <p:nvPr/>
            </p:nvSpPr>
            <p:spPr>
              <a:xfrm>
                <a:off x="6535194" y="210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1" name="Freeform 31090">
                <a:extLst>
                  <a:ext uri="{FF2B5EF4-FFF2-40B4-BE49-F238E27FC236}">
                    <a16:creationId xmlns:a16="http://schemas.microsoft.com/office/drawing/2014/main" id="{4A088DD2-BA15-285D-05B9-1CEA0A19ED07}"/>
                  </a:ext>
                </a:extLst>
              </p:cNvPr>
              <p:cNvSpPr/>
              <p:nvPr/>
            </p:nvSpPr>
            <p:spPr>
              <a:xfrm>
                <a:off x="6535690" y="2140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2" name="Freeform 31091">
                <a:extLst>
                  <a:ext uri="{FF2B5EF4-FFF2-40B4-BE49-F238E27FC236}">
                    <a16:creationId xmlns:a16="http://schemas.microsoft.com/office/drawing/2014/main" id="{97CD32DA-41D1-5E5B-40D4-BBC7809197DD}"/>
                  </a:ext>
                </a:extLst>
              </p:cNvPr>
              <p:cNvSpPr/>
              <p:nvPr/>
            </p:nvSpPr>
            <p:spPr>
              <a:xfrm>
                <a:off x="6536186" y="2148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3" name="Freeform 31092">
                <a:extLst>
                  <a:ext uri="{FF2B5EF4-FFF2-40B4-BE49-F238E27FC236}">
                    <a16:creationId xmlns:a16="http://schemas.microsoft.com/office/drawing/2014/main" id="{C4F3910E-0275-703A-0689-7B882E382C68}"/>
                  </a:ext>
                </a:extLst>
              </p:cNvPr>
              <p:cNvSpPr/>
              <p:nvPr/>
            </p:nvSpPr>
            <p:spPr>
              <a:xfrm>
                <a:off x="6536781" y="2156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4" name="Freeform 31093">
                <a:extLst>
                  <a:ext uri="{FF2B5EF4-FFF2-40B4-BE49-F238E27FC236}">
                    <a16:creationId xmlns:a16="http://schemas.microsoft.com/office/drawing/2014/main" id="{D400DD97-F6EF-60E4-BEB2-A661784B96D8}"/>
                  </a:ext>
                </a:extLst>
              </p:cNvPr>
              <p:cNvSpPr/>
              <p:nvPr/>
            </p:nvSpPr>
            <p:spPr>
              <a:xfrm>
                <a:off x="6537277" y="2159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5" name="Freeform 31094">
                <a:extLst>
                  <a:ext uri="{FF2B5EF4-FFF2-40B4-BE49-F238E27FC236}">
                    <a16:creationId xmlns:a16="http://schemas.microsoft.com/office/drawing/2014/main" id="{057F4E19-447F-0A84-AEFF-3AA39FA7B038}"/>
                  </a:ext>
                </a:extLst>
              </p:cNvPr>
              <p:cNvSpPr/>
              <p:nvPr/>
            </p:nvSpPr>
            <p:spPr>
              <a:xfrm>
                <a:off x="6537773" y="2162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6" name="Freeform 31095">
                <a:extLst>
                  <a:ext uri="{FF2B5EF4-FFF2-40B4-BE49-F238E27FC236}">
                    <a16:creationId xmlns:a16="http://schemas.microsoft.com/office/drawing/2014/main" id="{5190C708-C938-FF34-DCBE-51FDE65C2F9E}"/>
                  </a:ext>
                </a:extLst>
              </p:cNvPr>
              <p:cNvSpPr/>
              <p:nvPr/>
            </p:nvSpPr>
            <p:spPr>
              <a:xfrm>
                <a:off x="6538369" y="2164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7" name="Freeform 31096">
                <a:extLst>
                  <a:ext uri="{FF2B5EF4-FFF2-40B4-BE49-F238E27FC236}">
                    <a16:creationId xmlns:a16="http://schemas.microsoft.com/office/drawing/2014/main" id="{DF2D6AF1-7BA1-AFC5-D3F4-51B6125730A0}"/>
                  </a:ext>
                </a:extLst>
              </p:cNvPr>
              <p:cNvSpPr/>
              <p:nvPr/>
            </p:nvSpPr>
            <p:spPr>
              <a:xfrm>
                <a:off x="6538865" y="2158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8" name="Freeform 31097">
                <a:extLst>
                  <a:ext uri="{FF2B5EF4-FFF2-40B4-BE49-F238E27FC236}">
                    <a16:creationId xmlns:a16="http://schemas.microsoft.com/office/drawing/2014/main" id="{04B5CCFC-8154-9591-DDA1-213157C8D5A1}"/>
                  </a:ext>
                </a:extLst>
              </p:cNvPr>
              <p:cNvSpPr/>
              <p:nvPr/>
            </p:nvSpPr>
            <p:spPr>
              <a:xfrm>
                <a:off x="6539361" y="2155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9" name="Freeform 31098">
                <a:extLst>
                  <a:ext uri="{FF2B5EF4-FFF2-40B4-BE49-F238E27FC236}">
                    <a16:creationId xmlns:a16="http://schemas.microsoft.com/office/drawing/2014/main" id="{79A31B02-84E0-78BA-2564-552C02A396B3}"/>
                  </a:ext>
                </a:extLst>
              </p:cNvPr>
              <p:cNvSpPr/>
              <p:nvPr/>
            </p:nvSpPr>
            <p:spPr>
              <a:xfrm>
                <a:off x="6539956" y="21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0" name="Freeform 31099">
                <a:extLst>
                  <a:ext uri="{FF2B5EF4-FFF2-40B4-BE49-F238E27FC236}">
                    <a16:creationId xmlns:a16="http://schemas.microsoft.com/office/drawing/2014/main" id="{9816952C-7D37-4240-6336-23ED3FCAAAC2}"/>
                  </a:ext>
                </a:extLst>
              </p:cNvPr>
              <p:cNvSpPr/>
              <p:nvPr/>
            </p:nvSpPr>
            <p:spPr>
              <a:xfrm>
                <a:off x="6540452" y="2115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1" name="Freeform 31100">
                <a:extLst>
                  <a:ext uri="{FF2B5EF4-FFF2-40B4-BE49-F238E27FC236}">
                    <a16:creationId xmlns:a16="http://schemas.microsoft.com/office/drawing/2014/main" id="{F85A5FDD-0478-70EE-3758-B49FC5665580}"/>
                  </a:ext>
                </a:extLst>
              </p:cNvPr>
              <p:cNvSpPr/>
              <p:nvPr/>
            </p:nvSpPr>
            <p:spPr>
              <a:xfrm>
                <a:off x="6540948" y="1975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2" name="Freeform 31101">
                <a:extLst>
                  <a:ext uri="{FF2B5EF4-FFF2-40B4-BE49-F238E27FC236}">
                    <a16:creationId xmlns:a16="http://schemas.microsoft.com/office/drawing/2014/main" id="{6CF37CA2-F9E4-C3DE-6FA4-92C9BA80A8E5}"/>
                  </a:ext>
                </a:extLst>
              </p:cNvPr>
              <p:cNvSpPr/>
              <p:nvPr/>
            </p:nvSpPr>
            <p:spPr>
              <a:xfrm>
                <a:off x="6541544" y="1495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3" name="Freeform 31102">
                <a:extLst>
                  <a:ext uri="{FF2B5EF4-FFF2-40B4-BE49-F238E27FC236}">
                    <a16:creationId xmlns:a16="http://schemas.microsoft.com/office/drawing/2014/main" id="{1446D072-E389-2EAF-9A9A-C1BC0496F380}"/>
                  </a:ext>
                </a:extLst>
              </p:cNvPr>
              <p:cNvSpPr/>
              <p:nvPr/>
            </p:nvSpPr>
            <p:spPr>
              <a:xfrm>
                <a:off x="6542040" y="1508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4" name="Freeform 31103">
                <a:extLst>
                  <a:ext uri="{FF2B5EF4-FFF2-40B4-BE49-F238E27FC236}">
                    <a16:creationId xmlns:a16="http://schemas.microsoft.com/office/drawing/2014/main" id="{287E554C-E410-F4EF-AB28-C8B562409AED}"/>
                  </a:ext>
                </a:extLst>
              </p:cNvPr>
              <p:cNvSpPr/>
              <p:nvPr/>
            </p:nvSpPr>
            <p:spPr>
              <a:xfrm>
                <a:off x="6542536" y="1530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5" name="Freeform 31104">
                <a:extLst>
                  <a:ext uri="{FF2B5EF4-FFF2-40B4-BE49-F238E27FC236}">
                    <a16:creationId xmlns:a16="http://schemas.microsoft.com/office/drawing/2014/main" id="{73E4B7C5-2B66-5F76-8167-9AFDA16650C7}"/>
                  </a:ext>
                </a:extLst>
              </p:cNvPr>
              <p:cNvSpPr/>
              <p:nvPr/>
            </p:nvSpPr>
            <p:spPr>
              <a:xfrm>
                <a:off x="6543131" y="1491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6" name="Freeform 31105">
                <a:extLst>
                  <a:ext uri="{FF2B5EF4-FFF2-40B4-BE49-F238E27FC236}">
                    <a16:creationId xmlns:a16="http://schemas.microsoft.com/office/drawing/2014/main" id="{31A3C9B1-5970-8D7F-4174-9B6022ECBC5D}"/>
                  </a:ext>
                </a:extLst>
              </p:cNvPr>
              <p:cNvSpPr/>
              <p:nvPr/>
            </p:nvSpPr>
            <p:spPr>
              <a:xfrm>
                <a:off x="6543627" y="1552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7" name="Freeform 31106">
                <a:extLst>
                  <a:ext uri="{FF2B5EF4-FFF2-40B4-BE49-F238E27FC236}">
                    <a16:creationId xmlns:a16="http://schemas.microsoft.com/office/drawing/2014/main" id="{1E2E5D38-0F8E-CD93-6C29-1ED901687E3E}"/>
                  </a:ext>
                </a:extLst>
              </p:cNvPr>
              <p:cNvSpPr/>
              <p:nvPr/>
            </p:nvSpPr>
            <p:spPr>
              <a:xfrm>
                <a:off x="6544123" y="1625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8" name="Freeform 31107">
                <a:extLst>
                  <a:ext uri="{FF2B5EF4-FFF2-40B4-BE49-F238E27FC236}">
                    <a16:creationId xmlns:a16="http://schemas.microsoft.com/office/drawing/2014/main" id="{C8A94BE0-7D44-F7EB-26E3-77EF38986BBA}"/>
                  </a:ext>
                </a:extLst>
              </p:cNvPr>
              <p:cNvSpPr/>
              <p:nvPr/>
            </p:nvSpPr>
            <p:spPr>
              <a:xfrm>
                <a:off x="6544719" y="1569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9" name="Freeform 31108">
                <a:extLst>
                  <a:ext uri="{FF2B5EF4-FFF2-40B4-BE49-F238E27FC236}">
                    <a16:creationId xmlns:a16="http://schemas.microsoft.com/office/drawing/2014/main" id="{9902C384-4606-4929-7692-4DADF7B62827}"/>
                  </a:ext>
                </a:extLst>
              </p:cNvPr>
              <p:cNvSpPr/>
              <p:nvPr/>
            </p:nvSpPr>
            <p:spPr>
              <a:xfrm>
                <a:off x="6545215" y="1506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0" name="Freeform 31109">
                <a:extLst>
                  <a:ext uri="{FF2B5EF4-FFF2-40B4-BE49-F238E27FC236}">
                    <a16:creationId xmlns:a16="http://schemas.microsoft.com/office/drawing/2014/main" id="{E1DCF8B2-C771-A154-E536-AD521A3F12B7}"/>
                  </a:ext>
                </a:extLst>
              </p:cNvPr>
              <p:cNvSpPr/>
              <p:nvPr/>
            </p:nvSpPr>
            <p:spPr>
              <a:xfrm>
                <a:off x="6545711" y="1475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1" name="Freeform 31110">
                <a:extLst>
                  <a:ext uri="{FF2B5EF4-FFF2-40B4-BE49-F238E27FC236}">
                    <a16:creationId xmlns:a16="http://schemas.microsoft.com/office/drawing/2014/main" id="{DF1A7E24-4147-AB5D-4570-506E303D6F71}"/>
                  </a:ext>
                </a:extLst>
              </p:cNvPr>
              <p:cNvSpPr/>
              <p:nvPr/>
            </p:nvSpPr>
            <p:spPr>
              <a:xfrm>
                <a:off x="6546306" y="1440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2" name="Freeform 31111">
                <a:extLst>
                  <a:ext uri="{FF2B5EF4-FFF2-40B4-BE49-F238E27FC236}">
                    <a16:creationId xmlns:a16="http://schemas.microsoft.com/office/drawing/2014/main" id="{DA4AC10D-D203-9ABC-0FBF-F81151034F94}"/>
                  </a:ext>
                </a:extLst>
              </p:cNvPr>
              <p:cNvSpPr/>
              <p:nvPr/>
            </p:nvSpPr>
            <p:spPr>
              <a:xfrm>
                <a:off x="6546802" y="1475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3" name="Freeform 31112">
                <a:extLst>
                  <a:ext uri="{FF2B5EF4-FFF2-40B4-BE49-F238E27FC236}">
                    <a16:creationId xmlns:a16="http://schemas.microsoft.com/office/drawing/2014/main" id="{6276534C-3A6E-F170-079F-C8F7849C8D41}"/>
                  </a:ext>
                </a:extLst>
              </p:cNvPr>
              <p:cNvSpPr/>
              <p:nvPr/>
            </p:nvSpPr>
            <p:spPr>
              <a:xfrm>
                <a:off x="6547298" y="1890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4" name="Freeform 31113">
                <a:extLst>
                  <a:ext uri="{FF2B5EF4-FFF2-40B4-BE49-F238E27FC236}">
                    <a16:creationId xmlns:a16="http://schemas.microsoft.com/office/drawing/2014/main" id="{183F1D67-203A-BC88-FDE3-0BEE21054AED}"/>
                  </a:ext>
                </a:extLst>
              </p:cNvPr>
              <p:cNvSpPr/>
              <p:nvPr/>
            </p:nvSpPr>
            <p:spPr>
              <a:xfrm>
                <a:off x="6547795" y="2019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5" name="Freeform 31114">
                <a:extLst>
                  <a:ext uri="{FF2B5EF4-FFF2-40B4-BE49-F238E27FC236}">
                    <a16:creationId xmlns:a16="http://schemas.microsoft.com/office/drawing/2014/main" id="{22609F03-08DA-136E-576C-DA80DD521D92}"/>
                  </a:ext>
                </a:extLst>
              </p:cNvPr>
              <p:cNvSpPr/>
              <p:nvPr/>
            </p:nvSpPr>
            <p:spPr>
              <a:xfrm>
                <a:off x="6548390" y="2046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6" name="Freeform 31115">
                <a:extLst>
                  <a:ext uri="{FF2B5EF4-FFF2-40B4-BE49-F238E27FC236}">
                    <a16:creationId xmlns:a16="http://schemas.microsoft.com/office/drawing/2014/main" id="{F297B32D-446E-948C-3B12-5D9EFBAB89AF}"/>
                  </a:ext>
                </a:extLst>
              </p:cNvPr>
              <p:cNvSpPr/>
              <p:nvPr/>
            </p:nvSpPr>
            <p:spPr>
              <a:xfrm>
                <a:off x="6548886" y="2057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7" name="Freeform 31116">
                <a:extLst>
                  <a:ext uri="{FF2B5EF4-FFF2-40B4-BE49-F238E27FC236}">
                    <a16:creationId xmlns:a16="http://schemas.microsoft.com/office/drawing/2014/main" id="{595EE356-CF6E-658F-51A0-F976A5781319}"/>
                  </a:ext>
                </a:extLst>
              </p:cNvPr>
              <p:cNvSpPr/>
              <p:nvPr/>
            </p:nvSpPr>
            <p:spPr>
              <a:xfrm>
                <a:off x="6549382" y="2062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8" name="Freeform 31117">
                <a:extLst>
                  <a:ext uri="{FF2B5EF4-FFF2-40B4-BE49-F238E27FC236}">
                    <a16:creationId xmlns:a16="http://schemas.microsoft.com/office/drawing/2014/main" id="{5025FE9D-B9E6-4BBA-6700-9483311D02DA}"/>
                  </a:ext>
                </a:extLst>
              </p:cNvPr>
              <p:cNvSpPr/>
              <p:nvPr/>
            </p:nvSpPr>
            <p:spPr>
              <a:xfrm>
                <a:off x="6549977" y="2080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9" name="Freeform 31118">
                <a:extLst>
                  <a:ext uri="{FF2B5EF4-FFF2-40B4-BE49-F238E27FC236}">
                    <a16:creationId xmlns:a16="http://schemas.microsoft.com/office/drawing/2014/main" id="{5787D4A6-0093-469E-6A52-23459FBEB5B8}"/>
                  </a:ext>
                </a:extLst>
              </p:cNvPr>
              <p:cNvSpPr/>
              <p:nvPr/>
            </p:nvSpPr>
            <p:spPr>
              <a:xfrm>
                <a:off x="6550473" y="2082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0" name="Freeform 31119">
                <a:extLst>
                  <a:ext uri="{FF2B5EF4-FFF2-40B4-BE49-F238E27FC236}">
                    <a16:creationId xmlns:a16="http://schemas.microsoft.com/office/drawing/2014/main" id="{7D7FEF7E-BCC3-A4BD-35FE-7FAF48D19E6D}"/>
                  </a:ext>
                </a:extLst>
              </p:cNvPr>
              <p:cNvSpPr/>
              <p:nvPr/>
            </p:nvSpPr>
            <p:spPr>
              <a:xfrm>
                <a:off x="6550970" y="2086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1" name="Freeform 31120">
                <a:extLst>
                  <a:ext uri="{FF2B5EF4-FFF2-40B4-BE49-F238E27FC236}">
                    <a16:creationId xmlns:a16="http://schemas.microsoft.com/office/drawing/2014/main" id="{F8D4F61D-4E61-6C64-BD14-BCC9ECE6FACB}"/>
                  </a:ext>
                </a:extLst>
              </p:cNvPr>
              <p:cNvSpPr/>
              <p:nvPr/>
            </p:nvSpPr>
            <p:spPr>
              <a:xfrm>
                <a:off x="6551565" y="208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2" name="Freeform 31121">
                <a:extLst>
                  <a:ext uri="{FF2B5EF4-FFF2-40B4-BE49-F238E27FC236}">
                    <a16:creationId xmlns:a16="http://schemas.microsoft.com/office/drawing/2014/main" id="{B47E5D38-654C-BC01-A6BC-51B623F63A6C}"/>
                  </a:ext>
                </a:extLst>
              </p:cNvPr>
              <p:cNvSpPr/>
              <p:nvPr/>
            </p:nvSpPr>
            <p:spPr>
              <a:xfrm>
                <a:off x="6552061" y="2083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3" name="Freeform 31122">
                <a:extLst>
                  <a:ext uri="{FF2B5EF4-FFF2-40B4-BE49-F238E27FC236}">
                    <a16:creationId xmlns:a16="http://schemas.microsoft.com/office/drawing/2014/main" id="{7A63543D-C66D-E554-9F83-FD9C8FBF15D8}"/>
                  </a:ext>
                </a:extLst>
              </p:cNvPr>
              <p:cNvSpPr/>
              <p:nvPr/>
            </p:nvSpPr>
            <p:spPr>
              <a:xfrm>
                <a:off x="6552557" y="207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4" name="Freeform 31123">
                <a:extLst>
                  <a:ext uri="{FF2B5EF4-FFF2-40B4-BE49-F238E27FC236}">
                    <a16:creationId xmlns:a16="http://schemas.microsoft.com/office/drawing/2014/main" id="{89B34A7C-BC03-2778-EEAD-DEA62262EBB0}"/>
                  </a:ext>
                </a:extLst>
              </p:cNvPr>
              <p:cNvSpPr/>
              <p:nvPr/>
            </p:nvSpPr>
            <p:spPr>
              <a:xfrm>
                <a:off x="6553152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5" name="Freeform 31124">
                <a:extLst>
                  <a:ext uri="{FF2B5EF4-FFF2-40B4-BE49-F238E27FC236}">
                    <a16:creationId xmlns:a16="http://schemas.microsoft.com/office/drawing/2014/main" id="{2B6895A9-0532-79C8-CD04-1A78B3819D5C}"/>
                  </a:ext>
                </a:extLst>
              </p:cNvPr>
              <p:cNvSpPr/>
              <p:nvPr/>
            </p:nvSpPr>
            <p:spPr>
              <a:xfrm>
                <a:off x="6553648" y="1924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6" name="Freeform 31125">
                <a:extLst>
                  <a:ext uri="{FF2B5EF4-FFF2-40B4-BE49-F238E27FC236}">
                    <a16:creationId xmlns:a16="http://schemas.microsoft.com/office/drawing/2014/main" id="{000E1003-B2C8-9ABC-13A7-3CFCAA9D4A90}"/>
                  </a:ext>
                </a:extLst>
              </p:cNvPr>
              <p:cNvSpPr/>
              <p:nvPr/>
            </p:nvSpPr>
            <p:spPr>
              <a:xfrm>
                <a:off x="6554145" y="1566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7" name="Freeform 31126">
                <a:extLst>
                  <a:ext uri="{FF2B5EF4-FFF2-40B4-BE49-F238E27FC236}">
                    <a16:creationId xmlns:a16="http://schemas.microsoft.com/office/drawing/2014/main" id="{6E10E4FC-0A6E-C5A8-591C-A072C59B66F0}"/>
                  </a:ext>
                </a:extLst>
              </p:cNvPr>
              <p:cNvSpPr/>
              <p:nvPr/>
            </p:nvSpPr>
            <p:spPr>
              <a:xfrm>
                <a:off x="6554740" y="1630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8" name="Freeform 31127">
                <a:extLst>
                  <a:ext uri="{FF2B5EF4-FFF2-40B4-BE49-F238E27FC236}">
                    <a16:creationId xmlns:a16="http://schemas.microsoft.com/office/drawing/2014/main" id="{6A9DD654-103A-F0EE-9BA5-E0679BB09318}"/>
                  </a:ext>
                </a:extLst>
              </p:cNvPr>
              <p:cNvSpPr/>
              <p:nvPr/>
            </p:nvSpPr>
            <p:spPr>
              <a:xfrm>
                <a:off x="6555236" y="1669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9" name="Freeform 31128">
                <a:extLst>
                  <a:ext uri="{FF2B5EF4-FFF2-40B4-BE49-F238E27FC236}">
                    <a16:creationId xmlns:a16="http://schemas.microsoft.com/office/drawing/2014/main" id="{C5C2E7FB-339F-281A-0D4C-37C1071D1BF0}"/>
                  </a:ext>
                </a:extLst>
              </p:cNvPr>
              <p:cNvSpPr/>
              <p:nvPr/>
            </p:nvSpPr>
            <p:spPr>
              <a:xfrm>
                <a:off x="6555732" y="1617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0" name="Freeform 31129">
                <a:extLst>
                  <a:ext uri="{FF2B5EF4-FFF2-40B4-BE49-F238E27FC236}">
                    <a16:creationId xmlns:a16="http://schemas.microsoft.com/office/drawing/2014/main" id="{B7C65D9E-4532-D976-BA1E-A8FF38F6D448}"/>
                  </a:ext>
                </a:extLst>
              </p:cNvPr>
              <p:cNvSpPr/>
              <p:nvPr/>
            </p:nvSpPr>
            <p:spPr>
              <a:xfrm>
                <a:off x="6556327" y="1551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1" name="Freeform 31130">
                <a:extLst>
                  <a:ext uri="{FF2B5EF4-FFF2-40B4-BE49-F238E27FC236}">
                    <a16:creationId xmlns:a16="http://schemas.microsoft.com/office/drawing/2014/main" id="{D2F1A6EC-6042-E3B7-8C17-D2BBA3CE0941}"/>
                  </a:ext>
                </a:extLst>
              </p:cNvPr>
              <p:cNvSpPr/>
              <p:nvPr/>
            </p:nvSpPr>
            <p:spPr>
              <a:xfrm>
                <a:off x="6556823" y="1566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2" name="Freeform 31131">
                <a:extLst>
                  <a:ext uri="{FF2B5EF4-FFF2-40B4-BE49-F238E27FC236}">
                    <a16:creationId xmlns:a16="http://schemas.microsoft.com/office/drawing/2014/main" id="{36A9B800-FAC1-15AD-59D3-89B87A034E7C}"/>
                  </a:ext>
                </a:extLst>
              </p:cNvPr>
              <p:cNvSpPr/>
              <p:nvPr/>
            </p:nvSpPr>
            <p:spPr>
              <a:xfrm>
                <a:off x="6557320" y="1540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3" name="Freeform 31132">
                <a:extLst>
                  <a:ext uri="{FF2B5EF4-FFF2-40B4-BE49-F238E27FC236}">
                    <a16:creationId xmlns:a16="http://schemas.microsoft.com/office/drawing/2014/main" id="{7FB1EB72-C760-05DB-526B-A93EFC20D6A3}"/>
                  </a:ext>
                </a:extLst>
              </p:cNvPr>
              <p:cNvSpPr/>
              <p:nvPr/>
            </p:nvSpPr>
            <p:spPr>
              <a:xfrm>
                <a:off x="6557915" y="1517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4" name="Freeform 31133">
                <a:extLst>
                  <a:ext uri="{FF2B5EF4-FFF2-40B4-BE49-F238E27FC236}">
                    <a16:creationId xmlns:a16="http://schemas.microsoft.com/office/drawing/2014/main" id="{0BA04E67-1375-0653-444B-3F0335BC5BF4}"/>
                  </a:ext>
                </a:extLst>
              </p:cNvPr>
              <p:cNvSpPr/>
              <p:nvPr/>
            </p:nvSpPr>
            <p:spPr>
              <a:xfrm>
                <a:off x="6558411" y="1485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5" name="Freeform 31134">
                <a:extLst>
                  <a:ext uri="{FF2B5EF4-FFF2-40B4-BE49-F238E27FC236}">
                    <a16:creationId xmlns:a16="http://schemas.microsoft.com/office/drawing/2014/main" id="{CF0D55EF-7990-9A30-B9D2-D10524AE7561}"/>
                  </a:ext>
                </a:extLst>
              </p:cNvPr>
              <p:cNvSpPr/>
              <p:nvPr/>
            </p:nvSpPr>
            <p:spPr>
              <a:xfrm>
                <a:off x="6558907" y="1481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6" name="Freeform 31135">
                <a:extLst>
                  <a:ext uri="{FF2B5EF4-FFF2-40B4-BE49-F238E27FC236}">
                    <a16:creationId xmlns:a16="http://schemas.microsoft.com/office/drawing/2014/main" id="{FA37C5B3-4414-D0EA-DD30-C8E2B14A0958}"/>
                  </a:ext>
                </a:extLst>
              </p:cNvPr>
              <p:cNvSpPr/>
              <p:nvPr/>
            </p:nvSpPr>
            <p:spPr>
              <a:xfrm>
                <a:off x="6559502" y="1381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7" name="Freeform 31136">
                <a:extLst>
                  <a:ext uri="{FF2B5EF4-FFF2-40B4-BE49-F238E27FC236}">
                    <a16:creationId xmlns:a16="http://schemas.microsoft.com/office/drawing/2014/main" id="{5F0895EA-4520-FD77-EB3A-CE8BC698D6C7}"/>
                  </a:ext>
                </a:extLst>
              </p:cNvPr>
              <p:cNvSpPr/>
              <p:nvPr/>
            </p:nvSpPr>
            <p:spPr>
              <a:xfrm>
                <a:off x="6559998" y="1725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8" name="Freeform 31137">
                <a:extLst>
                  <a:ext uri="{FF2B5EF4-FFF2-40B4-BE49-F238E27FC236}">
                    <a16:creationId xmlns:a16="http://schemas.microsoft.com/office/drawing/2014/main" id="{5E8E50BE-8971-C762-A70F-43F78AD7B426}"/>
                  </a:ext>
                </a:extLst>
              </p:cNvPr>
              <p:cNvSpPr/>
              <p:nvPr/>
            </p:nvSpPr>
            <p:spPr>
              <a:xfrm>
                <a:off x="6560495" y="1939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9" name="Freeform 31138">
                <a:extLst>
                  <a:ext uri="{FF2B5EF4-FFF2-40B4-BE49-F238E27FC236}">
                    <a16:creationId xmlns:a16="http://schemas.microsoft.com/office/drawing/2014/main" id="{B877A2A9-0E5A-F644-5957-CBC8159F961F}"/>
                  </a:ext>
                </a:extLst>
              </p:cNvPr>
              <p:cNvSpPr/>
              <p:nvPr/>
            </p:nvSpPr>
            <p:spPr>
              <a:xfrm>
                <a:off x="6560991" y="201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0" name="Freeform 31139">
                <a:extLst>
                  <a:ext uri="{FF2B5EF4-FFF2-40B4-BE49-F238E27FC236}">
                    <a16:creationId xmlns:a16="http://schemas.microsoft.com/office/drawing/2014/main" id="{17CE7BF1-3B4B-66C4-FC1A-88764C42D9BC}"/>
                  </a:ext>
                </a:extLst>
              </p:cNvPr>
              <p:cNvSpPr/>
              <p:nvPr/>
            </p:nvSpPr>
            <p:spPr>
              <a:xfrm>
                <a:off x="6561586" y="2032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1" name="Freeform 31140">
                <a:extLst>
                  <a:ext uri="{FF2B5EF4-FFF2-40B4-BE49-F238E27FC236}">
                    <a16:creationId xmlns:a16="http://schemas.microsoft.com/office/drawing/2014/main" id="{52932959-02AD-3944-E4E1-99CDE7068EAE}"/>
                  </a:ext>
                </a:extLst>
              </p:cNvPr>
              <p:cNvSpPr/>
              <p:nvPr/>
            </p:nvSpPr>
            <p:spPr>
              <a:xfrm>
                <a:off x="6562082" y="2039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2" name="Freeform 31141">
                <a:extLst>
                  <a:ext uri="{FF2B5EF4-FFF2-40B4-BE49-F238E27FC236}">
                    <a16:creationId xmlns:a16="http://schemas.microsoft.com/office/drawing/2014/main" id="{8A4ED1F8-F2D0-A29A-6F34-63CD07076302}"/>
                  </a:ext>
                </a:extLst>
              </p:cNvPr>
              <p:cNvSpPr/>
              <p:nvPr/>
            </p:nvSpPr>
            <p:spPr>
              <a:xfrm>
                <a:off x="6562578" y="2047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3" name="Freeform 31142">
                <a:extLst>
                  <a:ext uri="{FF2B5EF4-FFF2-40B4-BE49-F238E27FC236}">
                    <a16:creationId xmlns:a16="http://schemas.microsoft.com/office/drawing/2014/main" id="{9918F571-45ED-6984-9EA9-A86C70A3210C}"/>
                  </a:ext>
                </a:extLst>
              </p:cNvPr>
              <p:cNvSpPr/>
              <p:nvPr/>
            </p:nvSpPr>
            <p:spPr>
              <a:xfrm>
                <a:off x="6563173" y="20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4" name="Freeform 31143">
                <a:extLst>
                  <a:ext uri="{FF2B5EF4-FFF2-40B4-BE49-F238E27FC236}">
                    <a16:creationId xmlns:a16="http://schemas.microsoft.com/office/drawing/2014/main" id="{DE9E4408-6650-43F8-6FE4-B61F07030BFB}"/>
                  </a:ext>
                </a:extLst>
              </p:cNvPr>
              <p:cNvSpPr/>
              <p:nvPr/>
            </p:nvSpPr>
            <p:spPr>
              <a:xfrm>
                <a:off x="6563670" y="205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5" name="Freeform 31144">
                <a:extLst>
                  <a:ext uri="{FF2B5EF4-FFF2-40B4-BE49-F238E27FC236}">
                    <a16:creationId xmlns:a16="http://schemas.microsoft.com/office/drawing/2014/main" id="{B05518CF-13D0-B977-2712-E672047B3B59}"/>
                  </a:ext>
                </a:extLst>
              </p:cNvPr>
              <p:cNvSpPr/>
              <p:nvPr/>
            </p:nvSpPr>
            <p:spPr>
              <a:xfrm>
                <a:off x="6564166" y="204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6" name="Freeform 31145">
                <a:extLst>
                  <a:ext uri="{FF2B5EF4-FFF2-40B4-BE49-F238E27FC236}">
                    <a16:creationId xmlns:a16="http://schemas.microsoft.com/office/drawing/2014/main" id="{B089E6C8-4289-7A02-B82C-13A3D4D3E6DC}"/>
                  </a:ext>
                </a:extLst>
              </p:cNvPr>
              <p:cNvSpPr/>
              <p:nvPr/>
            </p:nvSpPr>
            <p:spPr>
              <a:xfrm>
                <a:off x="6564761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7" name="Freeform 31146">
                <a:extLst>
                  <a:ext uri="{FF2B5EF4-FFF2-40B4-BE49-F238E27FC236}">
                    <a16:creationId xmlns:a16="http://schemas.microsoft.com/office/drawing/2014/main" id="{37790258-0EAC-2FF1-48B0-DFBF0BB4529A}"/>
                  </a:ext>
                </a:extLst>
              </p:cNvPr>
              <p:cNvSpPr/>
              <p:nvPr/>
            </p:nvSpPr>
            <p:spPr>
              <a:xfrm>
                <a:off x="6565257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8" name="Freeform 31147">
                <a:extLst>
                  <a:ext uri="{FF2B5EF4-FFF2-40B4-BE49-F238E27FC236}">
                    <a16:creationId xmlns:a16="http://schemas.microsoft.com/office/drawing/2014/main" id="{BDC3168A-5512-374F-E3DB-43CAC701CE77}"/>
                  </a:ext>
                </a:extLst>
              </p:cNvPr>
              <p:cNvSpPr/>
              <p:nvPr/>
            </p:nvSpPr>
            <p:spPr>
              <a:xfrm>
                <a:off x="6565753" y="1901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9" name="Freeform 31148">
                <a:extLst>
                  <a:ext uri="{FF2B5EF4-FFF2-40B4-BE49-F238E27FC236}">
                    <a16:creationId xmlns:a16="http://schemas.microsoft.com/office/drawing/2014/main" id="{5F776CDA-F696-395C-B387-1FB4831ECB56}"/>
                  </a:ext>
                </a:extLst>
              </p:cNvPr>
              <p:cNvSpPr/>
              <p:nvPr/>
            </p:nvSpPr>
            <p:spPr>
              <a:xfrm>
                <a:off x="6566348" y="1722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0" name="Freeform 31149">
                <a:extLst>
                  <a:ext uri="{FF2B5EF4-FFF2-40B4-BE49-F238E27FC236}">
                    <a16:creationId xmlns:a16="http://schemas.microsoft.com/office/drawing/2014/main" id="{A4D39BC8-C618-5743-E4A4-031AC08D25A4}"/>
                  </a:ext>
                </a:extLst>
              </p:cNvPr>
              <p:cNvSpPr/>
              <p:nvPr/>
            </p:nvSpPr>
            <p:spPr>
              <a:xfrm>
                <a:off x="6566845" y="1506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1" name="Freeform 31150">
                <a:extLst>
                  <a:ext uri="{FF2B5EF4-FFF2-40B4-BE49-F238E27FC236}">
                    <a16:creationId xmlns:a16="http://schemas.microsoft.com/office/drawing/2014/main" id="{20C8C302-7E14-A2ED-A87D-86192793DCCD}"/>
                  </a:ext>
                </a:extLst>
              </p:cNvPr>
              <p:cNvSpPr/>
              <p:nvPr/>
            </p:nvSpPr>
            <p:spPr>
              <a:xfrm>
                <a:off x="6567341" y="1540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2" name="Freeform 31151">
                <a:extLst>
                  <a:ext uri="{FF2B5EF4-FFF2-40B4-BE49-F238E27FC236}">
                    <a16:creationId xmlns:a16="http://schemas.microsoft.com/office/drawing/2014/main" id="{1873D3D1-9A63-9F7D-B14A-E047D3F98DB9}"/>
                  </a:ext>
                </a:extLst>
              </p:cNvPr>
              <p:cNvSpPr/>
              <p:nvPr/>
            </p:nvSpPr>
            <p:spPr>
              <a:xfrm>
                <a:off x="6567936" y="152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3" name="Freeform 31152">
                <a:extLst>
                  <a:ext uri="{FF2B5EF4-FFF2-40B4-BE49-F238E27FC236}">
                    <a16:creationId xmlns:a16="http://schemas.microsoft.com/office/drawing/2014/main" id="{C0786F88-1DF3-5D89-7141-BBC5EEDA677D}"/>
                  </a:ext>
                </a:extLst>
              </p:cNvPr>
              <p:cNvSpPr/>
              <p:nvPr/>
            </p:nvSpPr>
            <p:spPr>
              <a:xfrm>
                <a:off x="6568432" y="1336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4" name="Freeform 31153">
                <a:extLst>
                  <a:ext uri="{FF2B5EF4-FFF2-40B4-BE49-F238E27FC236}">
                    <a16:creationId xmlns:a16="http://schemas.microsoft.com/office/drawing/2014/main" id="{7A1B546A-7285-E7FC-6CBE-C7FCAB6EC751}"/>
                  </a:ext>
                </a:extLst>
              </p:cNvPr>
              <p:cNvSpPr/>
              <p:nvPr/>
            </p:nvSpPr>
            <p:spPr>
              <a:xfrm>
                <a:off x="6568928" y="1344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5" name="Freeform 31154">
                <a:extLst>
                  <a:ext uri="{FF2B5EF4-FFF2-40B4-BE49-F238E27FC236}">
                    <a16:creationId xmlns:a16="http://schemas.microsoft.com/office/drawing/2014/main" id="{1A6A5162-4A0B-F838-12BD-F57603CD77A7}"/>
                  </a:ext>
                </a:extLst>
              </p:cNvPr>
              <p:cNvSpPr/>
              <p:nvPr/>
            </p:nvSpPr>
            <p:spPr>
              <a:xfrm>
                <a:off x="6569523" y="1308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6" name="Freeform 31155">
                <a:extLst>
                  <a:ext uri="{FF2B5EF4-FFF2-40B4-BE49-F238E27FC236}">
                    <a16:creationId xmlns:a16="http://schemas.microsoft.com/office/drawing/2014/main" id="{1FF66633-91AF-4034-748E-E9DD9BD9C4DD}"/>
                  </a:ext>
                </a:extLst>
              </p:cNvPr>
              <p:cNvSpPr/>
              <p:nvPr/>
            </p:nvSpPr>
            <p:spPr>
              <a:xfrm>
                <a:off x="6570020" y="1367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7" name="Freeform 31156">
                <a:extLst>
                  <a:ext uri="{FF2B5EF4-FFF2-40B4-BE49-F238E27FC236}">
                    <a16:creationId xmlns:a16="http://schemas.microsoft.com/office/drawing/2014/main" id="{E99FFA74-0E16-770B-EB70-E2C9FB61ABFE}"/>
                  </a:ext>
                </a:extLst>
              </p:cNvPr>
              <p:cNvSpPr/>
              <p:nvPr/>
            </p:nvSpPr>
            <p:spPr>
              <a:xfrm>
                <a:off x="6570516" y="1378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8" name="Freeform 31157">
                <a:extLst>
                  <a:ext uri="{FF2B5EF4-FFF2-40B4-BE49-F238E27FC236}">
                    <a16:creationId xmlns:a16="http://schemas.microsoft.com/office/drawing/2014/main" id="{1D06BAA9-2878-9922-C409-3ED9606A26A9}"/>
                  </a:ext>
                </a:extLst>
              </p:cNvPr>
              <p:cNvSpPr/>
              <p:nvPr/>
            </p:nvSpPr>
            <p:spPr>
              <a:xfrm>
                <a:off x="6571111" y="1349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9" name="Freeform 31158">
                <a:extLst>
                  <a:ext uri="{FF2B5EF4-FFF2-40B4-BE49-F238E27FC236}">
                    <a16:creationId xmlns:a16="http://schemas.microsoft.com/office/drawing/2014/main" id="{F0B1FFA2-9EF7-D4A5-0CDF-BC16E12978F6}"/>
                  </a:ext>
                </a:extLst>
              </p:cNvPr>
              <p:cNvSpPr/>
              <p:nvPr/>
            </p:nvSpPr>
            <p:spPr>
              <a:xfrm>
                <a:off x="6571607" y="1337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0" name="Freeform 31159">
                <a:extLst>
                  <a:ext uri="{FF2B5EF4-FFF2-40B4-BE49-F238E27FC236}">
                    <a16:creationId xmlns:a16="http://schemas.microsoft.com/office/drawing/2014/main" id="{1EDF76E4-17B2-CE90-09B2-EDDD3A161FBC}"/>
                  </a:ext>
                </a:extLst>
              </p:cNvPr>
              <p:cNvSpPr/>
              <p:nvPr/>
            </p:nvSpPr>
            <p:spPr>
              <a:xfrm>
                <a:off x="6572103" y="1289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1" name="Freeform 31160">
                <a:extLst>
                  <a:ext uri="{FF2B5EF4-FFF2-40B4-BE49-F238E27FC236}">
                    <a16:creationId xmlns:a16="http://schemas.microsoft.com/office/drawing/2014/main" id="{32DA1BBF-01B4-CD2F-5FBC-0FAC69EE4B87}"/>
                  </a:ext>
                </a:extLst>
              </p:cNvPr>
              <p:cNvSpPr/>
              <p:nvPr/>
            </p:nvSpPr>
            <p:spPr>
              <a:xfrm>
                <a:off x="6572599" y="1501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2" name="Freeform 31161">
                <a:extLst>
                  <a:ext uri="{FF2B5EF4-FFF2-40B4-BE49-F238E27FC236}">
                    <a16:creationId xmlns:a16="http://schemas.microsoft.com/office/drawing/2014/main" id="{7D67F4C3-9DCC-BA03-092F-EFB75B74645E}"/>
                  </a:ext>
                </a:extLst>
              </p:cNvPr>
              <p:cNvSpPr/>
              <p:nvPr/>
            </p:nvSpPr>
            <p:spPr>
              <a:xfrm>
                <a:off x="6573195" y="1733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3" name="Freeform 31162">
                <a:extLst>
                  <a:ext uri="{FF2B5EF4-FFF2-40B4-BE49-F238E27FC236}">
                    <a16:creationId xmlns:a16="http://schemas.microsoft.com/office/drawing/2014/main" id="{30427BBB-A505-97B1-0773-B1D2231DDBF8}"/>
                  </a:ext>
                </a:extLst>
              </p:cNvPr>
              <p:cNvSpPr/>
              <p:nvPr/>
            </p:nvSpPr>
            <p:spPr>
              <a:xfrm>
                <a:off x="6573691" y="1819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4" name="Freeform 31163">
                <a:extLst>
                  <a:ext uri="{FF2B5EF4-FFF2-40B4-BE49-F238E27FC236}">
                    <a16:creationId xmlns:a16="http://schemas.microsoft.com/office/drawing/2014/main" id="{B7A1DA80-68E1-04AB-91C1-6C2D7B50C5F9}"/>
                  </a:ext>
                </a:extLst>
              </p:cNvPr>
              <p:cNvSpPr/>
              <p:nvPr/>
            </p:nvSpPr>
            <p:spPr>
              <a:xfrm>
                <a:off x="6574187" y="1891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5" name="Freeform 31164">
                <a:extLst>
                  <a:ext uri="{FF2B5EF4-FFF2-40B4-BE49-F238E27FC236}">
                    <a16:creationId xmlns:a16="http://schemas.microsoft.com/office/drawing/2014/main" id="{B3D6890D-1033-F339-7BCF-DEA28A120FF3}"/>
                  </a:ext>
                </a:extLst>
              </p:cNvPr>
              <p:cNvSpPr/>
              <p:nvPr/>
            </p:nvSpPr>
            <p:spPr>
              <a:xfrm>
                <a:off x="6574782" y="1931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6" name="Freeform 31165">
                <a:extLst>
                  <a:ext uri="{FF2B5EF4-FFF2-40B4-BE49-F238E27FC236}">
                    <a16:creationId xmlns:a16="http://schemas.microsoft.com/office/drawing/2014/main" id="{F45AFA7A-BAB6-1127-AA55-36BFD4E35CAF}"/>
                  </a:ext>
                </a:extLst>
              </p:cNvPr>
              <p:cNvSpPr/>
              <p:nvPr/>
            </p:nvSpPr>
            <p:spPr>
              <a:xfrm>
                <a:off x="6575278" y="1948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7" name="Freeform 31166">
                <a:extLst>
                  <a:ext uri="{FF2B5EF4-FFF2-40B4-BE49-F238E27FC236}">
                    <a16:creationId xmlns:a16="http://schemas.microsoft.com/office/drawing/2014/main" id="{E192C20D-98C8-ED14-9A4F-FB75316844E5}"/>
                  </a:ext>
                </a:extLst>
              </p:cNvPr>
              <p:cNvSpPr/>
              <p:nvPr/>
            </p:nvSpPr>
            <p:spPr>
              <a:xfrm>
                <a:off x="6575774" y="1950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8" name="Freeform 31167">
                <a:extLst>
                  <a:ext uri="{FF2B5EF4-FFF2-40B4-BE49-F238E27FC236}">
                    <a16:creationId xmlns:a16="http://schemas.microsoft.com/office/drawing/2014/main" id="{79F79D06-C1AB-2BB4-06F1-18015C266C38}"/>
                  </a:ext>
                </a:extLst>
              </p:cNvPr>
              <p:cNvSpPr/>
              <p:nvPr/>
            </p:nvSpPr>
            <p:spPr>
              <a:xfrm>
                <a:off x="6576370" y="1944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9" name="Freeform 31168">
                <a:extLst>
                  <a:ext uri="{FF2B5EF4-FFF2-40B4-BE49-F238E27FC236}">
                    <a16:creationId xmlns:a16="http://schemas.microsoft.com/office/drawing/2014/main" id="{55A4CCA0-2771-9F63-3D93-77BD8EE77374}"/>
                  </a:ext>
                </a:extLst>
              </p:cNvPr>
              <p:cNvSpPr/>
              <p:nvPr/>
            </p:nvSpPr>
            <p:spPr>
              <a:xfrm>
                <a:off x="6576866" y="194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0" name="Freeform 31169">
                <a:extLst>
                  <a:ext uri="{FF2B5EF4-FFF2-40B4-BE49-F238E27FC236}">
                    <a16:creationId xmlns:a16="http://schemas.microsoft.com/office/drawing/2014/main" id="{13FC9FE7-14D2-9662-FB5C-732C358254A0}"/>
                  </a:ext>
                </a:extLst>
              </p:cNvPr>
              <p:cNvSpPr/>
              <p:nvPr/>
            </p:nvSpPr>
            <p:spPr>
              <a:xfrm>
                <a:off x="6577362" y="195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1" name="Freeform 31170">
                <a:extLst>
                  <a:ext uri="{FF2B5EF4-FFF2-40B4-BE49-F238E27FC236}">
                    <a16:creationId xmlns:a16="http://schemas.microsoft.com/office/drawing/2014/main" id="{B8864924-B6AB-E882-AEEF-872BE99D6572}"/>
                  </a:ext>
                </a:extLst>
              </p:cNvPr>
              <p:cNvSpPr/>
              <p:nvPr/>
            </p:nvSpPr>
            <p:spPr>
              <a:xfrm>
                <a:off x="6577957" y="1961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2" name="Freeform 31171">
                <a:extLst>
                  <a:ext uri="{FF2B5EF4-FFF2-40B4-BE49-F238E27FC236}">
                    <a16:creationId xmlns:a16="http://schemas.microsoft.com/office/drawing/2014/main" id="{50E11D28-F0C7-EBE9-6333-62EA70861F9A}"/>
                  </a:ext>
                </a:extLst>
              </p:cNvPr>
              <p:cNvSpPr/>
              <p:nvPr/>
            </p:nvSpPr>
            <p:spPr>
              <a:xfrm>
                <a:off x="6578453" y="193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3" name="Freeform 31172">
                <a:extLst>
                  <a:ext uri="{FF2B5EF4-FFF2-40B4-BE49-F238E27FC236}">
                    <a16:creationId xmlns:a16="http://schemas.microsoft.com/office/drawing/2014/main" id="{0D5CFED9-C365-67B7-B809-DB77578CC903}"/>
                  </a:ext>
                </a:extLst>
              </p:cNvPr>
              <p:cNvSpPr/>
              <p:nvPr/>
            </p:nvSpPr>
            <p:spPr>
              <a:xfrm>
                <a:off x="6578949" y="1723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4" name="Freeform 31173">
                <a:extLst>
                  <a:ext uri="{FF2B5EF4-FFF2-40B4-BE49-F238E27FC236}">
                    <a16:creationId xmlns:a16="http://schemas.microsoft.com/office/drawing/2014/main" id="{4B00A23E-3B63-0221-2FC0-8EA95FB509B9}"/>
                  </a:ext>
                </a:extLst>
              </p:cNvPr>
              <p:cNvSpPr/>
              <p:nvPr/>
            </p:nvSpPr>
            <p:spPr>
              <a:xfrm>
                <a:off x="6579545" y="1272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5" name="Freeform 31174">
                <a:extLst>
                  <a:ext uri="{FF2B5EF4-FFF2-40B4-BE49-F238E27FC236}">
                    <a16:creationId xmlns:a16="http://schemas.microsoft.com/office/drawing/2014/main" id="{F0DBCAD6-6278-D07D-504D-8AD40A44EA45}"/>
                  </a:ext>
                </a:extLst>
              </p:cNvPr>
              <p:cNvSpPr/>
              <p:nvPr/>
            </p:nvSpPr>
            <p:spPr>
              <a:xfrm>
                <a:off x="6580041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6" name="Freeform 31175">
                <a:extLst>
                  <a:ext uri="{FF2B5EF4-FFF2-40B4-BE49-F238E27FC236}">
                    <a16:creationId xmlns:a16="http://schemas.microsoft.com/office/drawing/2014/main" id="{B4092E11-5CB1-2068-0AC2-9E363553C31C}"/>
                  </a:ext>
                </a:extLst>
              </p:cNvPr>
              <p:cNvSpPr/>
              <p:nvPr/>
            </p:nvSpPr>
            <p:spPr>
              <a:xfrm>
                <a:off x="6580537" y="1479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7" name="Freeform 31176">
                <a:extLst>
                  <a:ext uri="{FF2B5EF4-FFF2-40B4-BE49-F238E27FC236}">
                    <a16:creationId xmlns:a16="http://schemas.microsoft.com/office/drawing/2014/main" id="{38D1784C-2780-92A3-51C4-44FBE3659734}"/>
                  </a:ext>
                </a:extLst>
              </p:cNvPr>
              <p:cNvSpPr/>
              <p:nvPr/>
            </p:nvSpPr>
            <p:spPr>
              <a:xfrm>
                <a:off x="6581132" y="1377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8" name="Freeform 31177">
                <a:extLst>
                  <a:ext uri="{FF2B5EF4-FFF2-40B4-BE49-F238E27FC236}">
                    <a16:creationId xmlns:a16="http://schemas.microsoft.com/office/drawing/2014/main" id="{E36F4B11-238F-D82D-93DB-F8F725FB08EC}"/>
                  </a:ext>
                </a:extLst>
              </p:cNvPr>
              <p:cNvSpPr/>
              <p:nvPr/>
            </p:nvSpPr>
            <p:spPr>
              <a:xfrm>
                <a:off x="6581628" y="1388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9" name="Freeform 31178">
                <a:extLst>
                  <a:ext uri="{FF2B5EF4-FFF2-40B4-BE49-F238E27FC236}">
                    <a16:creationId xmlns:a16="http://schemas.microsoft.com/office/drawing/2014/main" id="{5A4CCF13-FC91-021B-0CFA-E18339422E17}"/>
                  </a:ext>
                </a:extLst>
              </p:cNvPr>
              <p:cNvSpPr/>
              <p:nvPr/>
            </p:nvSpPr>
            <p:spPr>
              <a:xfrm>
                <a:off x="6582124" y="1404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0" name="Freeform 31179">
                <a:extLst>
                  <a:ext uri="{FF2B5EF4-FFF2-40B4-BE49-F238E27FC236}">
                    <a16:creationId xmlns:a16="http://schemas.microsoft.com/office/drawing/2014/main" id="{482B4E85-967D-A4CF-6B65-DBF39EB51868}"/>
                  </a:ext>
                </a:extLst>
              </p:cNvPr>
              <p:cNvSpPr/>
              <p:nvPr/>
            </p:nvSpPr>
            <p:spPr>
              <a:xfrm>
                <a:off x="6582720" y="1408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1" name="Freeform 31180">
                <a:extLst>
                  <a:ext uri="{FF2B5EF4-FFF2-40B4-BE49-F238E27FC236}">
                    <a16:creationId xmlns:a16="http://schemas.microsoft.com/office/drawing/2014/main" id="{258DB5D3-3684-CF67-DBE6-150492F60145}"/>
                  </a:ext>
                </a:extLst>
              </p:cNvPr>
              <p:cNvSpPr/>
              <p:nvPr/>
            </p:nvSpPr>
            <p:spPr>
              <a:xfrm>
                <a:off x="6583216" y="1376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2" name="Freeform 31181">
                <a:extLst>
                  <a:ext uri="{FF2B5EF4-FFF2-40B4-BE49-F238E27FC236}">
                    <a16:creationId xmlns:a16="http://schemas.microsoft.com/office/drawing/2014/main" id="{1CC0A92D-3548-329C-80B9-987C92491CF8}"/>
                  </a:ext>
                </a:extLst>
              </p:cNvPr>
              <p:cNvSpPr/>
              <p:nvPr/>
            </p:nvSpPr>
            <p:spPr>
              <a:xfrm>
                <a:off x="6583712" y="1340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3" name="Freeform 31182">
                <a:extLst>
                  <a:ext uri="{FF2B5EF4-FFF2-40B4-BE49-F238E27FC236}">
                    <a16:creationId xmlns:a16="http://schemas.microsoft.com/office/drawing/2014/main" id="{B0523B57-914E-3ABC-D7B7-F91E30C09C10}"/>
                  </a:ext>
                </a:extLst>
              </p:cNvPr>
              <p:cNvSpPr/>
              <p:nvPr/>
            </p:nvSpPr>
            <p:spPr>
              <a:xfrm>
                <a:off x="6584208" y="1335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4" name="Freeform 31183">
                <a:extLst>
                  <a:ext uri="{FF2B5EF4-FFF2-40B4-BE49-F238E27FC236}">
                    <a16:creationId xmlns:a16="http://schemas.microsoft.com/office/drawing/2014/main" id="{5979AB62-9BFB-5389-8A60-4755F04D0435}"/>
                  </a:ext>
                </a:extLst>
              </p:cNvPr>
              <p:cNvSpPr/>
              <p:nvPr/>
            </p:nvSpPr>
            <p:spPr>
              <a:xfrm>
                <a:off x="6584803" y="1335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5" name="Freeform 31184">
                <a:extLst>
                  <a:ext uri="{FF2B5EF4-FFF2-40B4-BE49-F238E27FC236}">
                    <a16:creationId xmlns:a16="http://schemas.microsoft.com/office/drawing/2014/main" id="{F557A2CB-8E8C-F333-E0E5-DFB2C0F56704}"/>
                  </a:ext>
                </a:extLst>
              </p:cNvPr>
              <p:cNvSpPr/>
              <p:nvPr/>
            </p:nvSpPr>
            <p:spPr>
              <a:xfrm>
                <a:off x="6585299" y="1709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6" name="Freeform 31185">
                <a:extLst>
                  <a:ext uri="{FF2B5EF4-FFF2-40B4-BE49-F238E27FC236}">
                    <a16:creationId xmlns:a16="http://schemas.microsoft.com/office/drawing/2014/main" id="{96096719-AD69-3CCD-C4CA-0F84D116D4C0}"/>
                  </a:ext>
                </a:extLst>
              </p:cNvPr>
              <p:cNvSpPr/>
              <p:nvPr/>
            </p:nvSpPr>
            <p:spPr>
              <a:xfrm>
                <a:off x="6585795" y="1909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7" name="Freeform 31186">
                <a:extLst>
                  <a:ext uri="{FF2B5EF4-FFF2-40B4-BE49-F238E27FC236}">
                    <a16:creationId xmlns:a16="http://schemas.microsoft.com/office/drawing/2014/main" id="{25909905-F216-B158-C694-A683F3ACAA37}"/>
                  </a:ext>
                </a:extLst>
              </p:cNvPr>
              <p:cNvSpPr/>
              <p:nvPr/>
            </p:nvSpPr>
            <p:spPr>
              <a:xfrm>
                <a:off x="6586391" y="196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8" name="Freeform 31187">
                <a:extLst>
                  <a:ext uri="{FF2B5EF4-FFF2-40B4-BE49-F238E27FC236}">
                    <a16:creationId xmlns:a16="http://schemas.microsoft.com/office/drawing/2014/main" id="{14D70E0B-B795-CBBC-1762-6E64F2ED0707}"/>
                  </a:ext>
                </a:extLst>
              </p:cNvPr>
              <p:cNvSpPr/>
              <p:nvPr/>
            </p:nvSpPr>
            <p:spPr>
              <a:xfrm>
                <a:off x="6586887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9" name="Freeform 31188">
                <a:extLst>
                  <a:ext uri="{FF2B5EF4-FFF2-40B4-BE49-F238E27FC236}">
                    <a16:creationId xmlns:a16="http://schemas.microsoft.com/office/drawing/2014/main" id="{45EDFEDD-CB99-ECF6-3F43-D350EC153DFC}"/>
                  </a:ext>
                </a:extLst>
              </p:cNvPr>
              <p:cNvSpPr/>
              <p:nvPr/>
            </p:nvSpPr>
            <p:spPr>
              <a:xfrm>
                <a:off x="6587383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0" name="Freeform 31189">
                <a:extLst>
                  <a:ext uri="{FF2B5EF4-FFF2-40B4-BE49-F238E27FC236}">
                    <a16:creationId xmlns:a16="http://schemas.microsoft.com/office/drawing/2014/main" id="{2D5BE2C7-F445-8726-213A-88F0C28A2F03}"/>
                  </a:ext>
                </a:extLst>
              </p:cNvPr>
              <p:cNvSpPr/>
              <p:nvPr/>
            </p:nvSpPr>
            <p:spPr>
              <a:xfrm>
                <a:off x="6587978" y="198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1" name="Freeform 31190">
                <a:extLst>
                  <a:ext uri="{FF2B5EF4-FFF2-40B4-BE49-F238E27FC236}">
                    <a16:creationId xmlns:a16="http://schemas.microsoft.com/office/drawing/2014/main" id="{ABA1D791-DC55-686B-6961-FAA5C8CFE8D9}"/>
                  </a:ext>
                </a:extLst>
              </p:cNvPr>
              <p:cNvSpPr/>
              <p:nvPr/>
            </p:nvSpPr>
            <p:spPr>
              <a:xfrm>
                <a:off x="6588474" y="1996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2" name="Freeform 31191">
                <a:extLst>
                  <a:ext uri="{FF2B5EF4-FFF2-40B4-BE49-F238E27FC236}">
                    <a16:creationId xmlns:a16="http://schemas.microsoft.com/office/drawing/2014/main" id="{A22431ED-2271-2AE2-6C34-C78EFC59C67D}"/>
                  </a:ext>
                </a:extLst>
              </p:cNvPr>
              <p:cNvSpPr/>
              <p:nvPr/>
            </p:nvSpPr>
            <p:spPr>
              <a:xfrm>
                <a:off x="6588970" y="2004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3" name="Freeform 31192">
                <a:extLst>
                  <a:ext uri="{FF2B5EF4-FFF2-40B4-BE49-F238E27FC236}">
                    <a16:creationId xmlns:a16="http://schemas.microsoft.com/office/drawing/2014/main" id="{DC31B9FA-3676-42FB-CF4F-828FAD454C88}"/>
                  </a:ext>
                </a:extLst>
              </p:cNvPr>
              <p:cNvSpPr/>
              <p:nvPr/>
            </p:nvSpPr>
            <p:spPr>
              <a:xfrm>
                <a:off x="6589566" y="2008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4" name="Freeform 31193">
                <a:extLst>
                  <a:ext uri="{FF2B5EF4-FFF2-40B4-BE49-F238E27FC236}">
                    <a16:creationId xmlns:a16="http://schemas.microsoft.com/office/drawing/2014/main" id="{67170A47-B42C-B526-28AD-817B9523A709}"/>
                  </a:ext>
                </a:extLst>
              </p:cNvPr>
              <p:cNvSpPr/>
              <p:nvPr/>
            </p:nvSpPr>
            <p:spPr>
              <a:xfrm>
                <a:off x="6590062" y="2008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5" name="Freeform 31194">
                <a:extLst>
                  <a:ext uri="{FF2B5EF4-FFF2-40B4-BE49-F238E27FC236}">
                    <a16:creationId xmlns:a16="http://schemas.microsoft.com/office/drawing/2014/main" id="{72CEC7B3-9DB7-2F88-2310-4E5245E19026}"/>
                  </a:ext>
                </a:extLst>
              </p:cNvPr>
              <p:cNvSpPr/>
              <p:nvPr/>
            </p:nvSpPr>
            <p:spPr>
              <a:xfrm>
                <a:off x="6590558" y="2002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6" name="Freeform 31195">
                <a:extLst>
                  <a:ext uri="{FF2B5EF4-FFF2-40B4-BE49-F238E27FC236}">
                    <a16:creationId xmlns:a16="http://schemas.microsoft.com/office/drawing/2014/main" id="{E319E8A9-99DD-D17D-9A1A-3FDC20DBCAA1}"/>
                  </a:ext>
                </a:extLst>
              </p:cNvPr>
              <p:cNvSpPr/>
              <p:nvPr/>
            </p:nvSpPr>
            <p:spPr>
              <a:xfrm>
                <a:off x="6591153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7" name="Freeform 31196">
                <a:extLst>
                  <a:ext uri="{FF2B5EF4-FFF2-40B4-BE49-F238E27FC236}">
                    <a16:creationId xmlns:a16="http://schemas.microsoft.com/office/drawing/2014/main" id="{8CADFCFF-6E20-5DAA-A4FD-4B6D4C92D61C}"/>
                  </a:ext>
                </a:extLst>
              </p:cNvPr>
              <p:cNvSpPr/>
              <p:nvPr/>
            </p:nvSpPr>
            <p:spPr>
              <a:xfrm>
                <a:off x="6591649" y="1711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8" name="Freeform 31197">
                <a:extLst>
                  <a:ext uri="{FF2B5EF4-FFF2-40B4-BE49-F238E27FC236}">
                    <a16:creationId xmlns:a16="http://schemas.microsoft.com/office/drawing/2014/main" id="{41794D1F-E8B0-20B7-7CA9-00B211DFC50C}"/>
                  </a:ext>
                </a:extLst>
              </p:cNvPr>
              <p:cNvSpPr/>
              <p:nvPr/>
            </p:nvSpPr>
            <p:spPr>
              <a:xfrm>
                <a:off x="6592145" y="1395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9" name="Freeform 31198">
                <a:extLst>
                  <a:ext uri="{FF2B5EF4-FFF2-40B4-BE49-F238E27FC236}">
                    <a16:creationId xmlns:a16="http://schemas.microsoft.com/office/drawing/2014/main" id="{F9C6398E-EF66-E457-AE98-216980E529B1}"/>
                  </a:ext>
                </a:extLst>
              </p:cNvPr>
              <p:cNvSpPr/>
              <p:nvPr/>
            </p:nvSpPr>
            <p:spPr>
              <a:xfrm>
                <a:off x="6592741" y="1404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0" name="Freeform 31199">
                <a:extLst>
                  <a:ext uri="{FF2B5EF4-FFF2-40B4-BE49-F238E27FC236}">
                    <a16:creationId xmlns:a16="http://schemas.microsoft.com/office/drawing/2014/main" id="{32E509F0-820E-F386-943B-0873BA1936C7}"/>
                  </a:ext>
                </a:extLst>
              </p:cNvPr>
              <p:cNvSpPr/>
              <p:nvPr/>
            </p:nvSpPr>
            <p:spPr>
              <a:xfrm>
                <a:off x="6593237" y="1481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1" name="Freeform 31200">
                <a:extLst>
                  <a:ext uri="{FF2B5EF4-FFF2-40B4-BE49-F238E27FC236}">
                    <a16:creationId xmlns:a16="http://schemas.microsoft.com/office/drawing/2014/main" id="{799943A8-E4EB-5AE3-10B2-2F0514F3D162}"/>
                  </a:ext>
                </a:extLst>
              </p:cNvPr>
              <p:cNvSpPr/>
              <p:nvPr/>
            </p:nvSpPr>
            <p:spPr>
              <a:xfrm>
                <a:off x="6593733" y="1438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2" name="Freeform 31201">
                <a:extLst>
                  <a:ext uri="{FF2B5EF4-FFF2-40B4-BE49-F238E27FC236}">
                    <a16:creationId xmlns:a16="http://schemas.microsoft.com/office/drawing/2014/main" id="{57158A77-4ADA-0E99-B596-661A947ECFAE}"/>
                  </a:ext>
                </a:extLst>
              </p:cNvPr>
              <p:cNvSpPr/>
              <p:nvPr/>
            </p:nvSpPr>
            <p:spPr>
              <a:xfrm>
                <a:off x="6594328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3" name="Freeform 31202">
                <a:extLst>
                  <a:ext uri="{FF2B5EF4-FFF2-40B4-BE49-F238E27FC236}">
                    <a16:creationId xmlns:a16="http://schemas.microsoft.com/office/drawing/2014/main" id="{61BD5B71-D49F-EA87-119C-018F2A75B687}"/>
                  </a:ext>
                </a:extLst>
              </p:cNvPr>
              <p:cNvSpPr/>
              <p:nvPr/>
            </p:nvSpPr>
            <p:spPr>
              <a:xfrm>
                <a:off x="6594824" y="1388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4" name="Freeform 31203">
                <a:extLst>
                  <a:ext uri="{FF2B5EF4-FFF2-40B4-BE49-F238E27FC236}">
                    <a16:creationId xmlns:a16="http://schemas.microsoft.com/office/drawing/2014/main" id="{B4910CE2-36B8-57A4-4E5F-BF77EFFF6CBF}"/>
                  </a:ext>
                </a:extLst>
              </p:cNvPr>
              <p:cNvSpPr/>
              <p:nvPr/>
            </p:nvSpPr>
            <p:spPr>
              <a:xfrm>
                <a:off x="6595320" y="1302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5" name="Freeform 31204">
                <a:extLst>
                  <a:ext uri="{FF2B5EF4-FFF2-40B4-BE49-F238E27FC236}">
                    <a16:creationId xmlns:a16="http://schemas.microsoft.com/office/drawing/2014/main" id="{A7498CC0-0F5B-A6EB-6D39-818865D4A8E8}"/>
                  </a:ext>
                </a:extLst>
              </p:cNvPr>
              <p:cNvSpPr/>
              <p:nvPr/>
            </p:nvSpPr>
            <p:spPr>
              <a:xfrm>
                <a:off x="6595916" y="12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6" name="Freeform 31205">
                <a:extLst>
                  <a:ext uri="{FF2B5EF4-FFF2-40B4-BE49-F238E27FC236}">
                    <a16:creationId xmlns:a16="http://schemas.microsoft.com/office/drawing/2014/main" id="{04AA0FC6-78E2-DD83-10BA-E9A553A62A3E}"/>
                  </a:ext>
                </a:extLst>
              </p:cNvPr>
              <p:cNvSpPr/>
              <p:nvPr/>
            </p:nvSpPr>
            <p:spPr>
              <a:xfrm>
                <a:off x="6596412" y="1231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7" name="Freeform 31206">
                <a:extLst>
                  <a:ext uri="{FF2B5EF4-FFF2-40B4-BE49-F238E27FC236}">
                    <a16:creationId xmlns:a16="http://schemas.microsoft.com/office/drawing/2014/main" id="{20690A94-6A89-9B3F-609E-D3C25877C907}"/>
                  </a:ext>
                </a:extLst>
              </p:cNvPr>
              <p:cNvSpPr/>
              <p:nvPr/>
            </p:nvSpPr>
            <p:spPr>
              <a:xfrm>
                <a:off x="6596908" y="1204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8" name="Freeform 31207">
                <a:extLst>
                  <a:ext uri="{FF2B5EF4-FFF2-40B4-BE49-F238E27FC236}">
                    <a16:creationId xmlns:a16="http://schemas.microsoft.com/office/drawing/2014/main" id="{42EE03D0-5619-95E4-080B-05204A6B7C25}"/>
                  </a:ext>
                </a:extLst>
              </p:cNvPr>
              <p:cNvSpPr/>
              <p:nvPr/>
            </p:nvSpPr>
            <p:spPr>
              <a:xfrm>
                <a:off x="6597404" y="1244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9" name="Freeform 31208">
                <a:extLst>
                  <a:ext uri="{FF2B5EF4-FFF2-40B4-BE49-F238E27FC236}">
                    <a16:creationId xmlns:a16="http://schemas.microsoft.com/office/drawing/2014/main" id="{22907935-7796-215A-E0C6-2ED793EE8CB8}"/>
                  </a:ext>
                </a:extLst>
              </p:cNvPr>
              <p:cNvSpPr/>
              <p:nvPr/>
            </p:nvSpPr>
            <p:spPr>
              <a:xfrm>
                <a:off x="6597999" y="1741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0" name="Freeform 31209">
                <a:extLst>
                  <a:ext uri="{FF2B5EF4-FFF2-40B4-BE49-F238E27FC236}">
                    <a16:creationId xmlns:a16="http://schemas.microsoft.com/office/drawing/2014/main" id="{5D435215-9FED-2E70-6067-16B7A8CF5EE9}"/>
                  </a:ext>
                </a:extLst>
              </p:cNvPr>
              <p:cNvSpPr/>
              <p:nvPr/>
            </p:nvSpPr>
            <p:spPr>
              <a:xfrm>
                <a:off x="6598495" y="1921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1" name="Freeform 31210">
                <a:extLst>
                  <a:ext uri="{FF2B5EF4-FFF2-40B4-BE49-F238E27FC236}">
                    <a16:creationId xmlns:a16="http://schemas.microsoft.com/office/drawing/2014/main" id="{6BC585AC-F333-5803-480F-F51698B8BA6A}"/>
                  </a:ext>
                </a:extLst>
              </p:cNvPr>
              <p:cNvSpPr/>
              <p:nvPr/>
            </p:nvSpPr>
            <p:spPr>
              <a:xfrm>
                <a:off x="6598991" y="195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2" name="Freeform 31211">
                <a:extLst>
                  <a:ext uri="{FF2B5EF4-FFF2-40B4-BE49-F238E27FC236}">
                    <a16:creationId xmlns:a16="http://schemas.microsoft.com/office/drawing/2014/main" id="{D64C1954-771A-6F37-87FE-C659ED2E2B0A}"/>
                  </a:ext>
                </a:extLst>
              </p:cNvPr>
              <p:cNvSpPr/>
              <p:nvPr/>
            </p:nvSpPr>
            <p:spPr>
              <a:xfrm>
                <a:off x="6599587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3" name="Freeform 31212">
                <a:extLst>
                  <a:ext uri="{FF2B5EF4-FFF2-40B4-BE49-F238E27FC236}">
                    <a16:creationId xmlns:a16="http://schemas.microsoft.com/office/drawing/2014/main" id="{3CCC40F0-8E24-22E4-2366-2EB7D2A6A512}"/>
                  </a:ext>
                </a:extLst>
              </p:cNvPr>
              <p:cNvSpPr/>
              <p:nvPr/>
            </p:nvSpPr>
            <p:spPr>
              <a:xfrm>
                <a:off x="6600083" y="1993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4" name="Freeform 31213">
                <a:extLst>
                  <a:ext uri="{FF2B5EF4-FFF2-40B4-BE49-F238E27FC236}">
                    <a16:creationId xmlns:a16="http://schemas.microsoft.com/office/drawing/2014/main" id="{13CCA210-2CC6-9C1E-6008-B5F362D67917}"/>
                  </a:ext>
                </a:extLst>
              </p:cNvPr>
              <p:cNvSpPr/>
              <p:nvPr/>
            </p:nvSpPr>
            <p:spPr>
              <a:xfrm>
                <a:off x="6600579" y="1998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5" name="Freeform 31214">
                <a:extLst>
                  <a:ext uri="{FF2B5EF4-FFF2-40B4-BE49-F238E27FC236}">
                    <a16:creationId xmlns:a16="http://schemas.microsoft.com/office/drawing/2014/main" id="{E5A0BA0A-48FF-DE20-3449-8EEC8FF28C2E}"/>
                  </a:ext>
                </a:extLst>
              </p:cNvPr>
              <p:cNvSpPr/>
              <p:nvPr/>
            </p:nvSpPr>
            <p:spPr>
              <a:xfrm>
                <a:off x="6601174" y="200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6" name="Freeform 31215">
                <a:extLst>
                  <a:ext uri="{FF2B5EF4-FFF2-40B4-BE49-F238E27FC236}">
                    <a16:creationId xmlns:a16="http://schemas.microsoft.com/office/drawing/2014/main" id="{C3AA24FD-9234-EE13-1B9B-3EED74ECABF7}"/>
                  </a:ext>
                </a:extLst>
              </p:cNvPr>
              <p:cNvSpPr/>
              <p:nvPr/>
            </p:nvSpPr>
            <p:spPr>
              <a:xfrm>
                <a:off x="6601670" y="200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7" name="Freeform 31216">
                <a:extLst>
                  <a:ext uri="{FF2B5EF4-FFF2-40B4-BE49-F238E27FC236}">
                    <a16:creationId xmlns:a16="http://schemas.microsoft.com/office/drawing/2014/main" id="{A5F168E5-B117-4900-118C-ECE62A115306}"/>
                  </a:ext>
                </a:extLst>
              </p:cNvPr>
              <p:cNvSpPr/>
              <p:nvPr/>
            </p:nvSpPr>
            <p:spPr>
              <a:xfrm>
                <a:off x="6602166" y="2001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8" name="Freeform 31217">
                <a:extLst>
                  <a:ext uri="{FF2B5EF4-FFF2-40B4-BE49-F238E27FC236}">
                    <a16:creationId xmlns:a16="http://schemas.microsoft.com/office/drawing/2014/main" id="{3697D7AF-8EC4-D9A3-F2A5-71425AF2174F}"/>
                  </a:ext>
                </a:extLst>
              </p:cNvPr>
              <p:cNvSpPr/>
              <p:nvPr/>
            </p:nvSpPr>
            <p:spPr>
              <a:xfrm>
                <a:off x="6602762" y="1991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9" name="Freeform 31218">
                <a:extLst>
                  <a:ext uri="{FF2B5EF4-FFF2-40B4-BE49-F238E27FC236}">
                    <a16:creationId xmlns:a16="http://schemas.microsoft.com/office/drawing/2014/main" id="{6D80A803-60AD-9639-703D-0102EAFBFB9F}"/>
                  </a:ext>
                </a:extLst>
              </p:cNvPr>
              <p:cNvSpPr/>
              <p:nvPr/>
            </p:nvSpPr>
            <p:spPr>
              <a:xfrm>
                <a:off x="6603258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0" name="Freeform 31219">
                <a:extLst>
                  <a:ext uri="{FF2B5EF4-FFF2-40B4-BE49-F238E27FC236}">
                    <a16:creationId xmlns:a16="http://schemas.microsoft.com/office/drawing/2014/main" id="{8F057210-B194-61AB-4EF3-4872B376DA15}"/>
                  </a:ext>
                </a:extLst>
              </p:cNvPr>
              <p:cNvSpPr/>
              <p:nvPr/>
            </p:nvSpPr>
            <p:spPr>
              <a:xfrm>
                <a:off x="6603754" y="193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1" name="Freeform 31220">
                <a:extLst>
                  <a:ext uri="{FF2B5EF4-FFF2-40B4-BE49-F238E27FC236}">
                    <a16:creationId xmlns:a16="http://schemas.microsoft.com/office/drawing/2014/main" id="{5983430E-7C30-2020-3F26-42D28DFDF497}"/>
                  </a:ext>
                </a:extLst>
              </p:cNvPr>
              <p:cNvSpPr/>
              <p:nvPr/>
            </p:nvSpPr>
            <p:spPr>
              <a:xfrm>
                <a:off x="6604349" y="1762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2" name="Freeform 31221">
                <a:extLst>
                  <a:ext uri="{FF2B5EF4-FFF2-40B4-BE49-F238E27FC236}">
                    <a16:creationId xmlns:a16="http://schemas.microsoft.com/office/drawing/2014/main" id="{4892D4A2-A398-B4E0-0304-82F552322211}"/>
                  </a:ext>
                </a:extLst>
              </p:cNvPr>
              <p:cNvSpPr/>
              <p:nvPr/>
            </p:nvSpPr>
            <p:spPr>
              <a:xfrm>
                <a:off x="6604845" y="1374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3" name="Freeform 31222">
                <a:extLst>
                  <a:ext uri="{FF2B5EF4-FFF2-40B4-BE49-F238E27FC236}">
                    <a16:creationId xmlns:a16="http://schemas.microsoft.com/office/drawing/2014/main" id="{ADFD54BC-A4F4-6641-746F-EF142A087BCF}"/>
                  </a:ext>
                </a:extLst>
              </p:cNvPr>
              <p:cNvSpPr/>
              <p:nvPr/>
            </p:nvSpPr>
            <p:spPr>
              <a:xfrm>
                <a:off x="6605341" y="1379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4" name="Freeform 31223">
                <a:extLst>
                  <a:ext uri="{FF2B5EF4-FFF2-40B4-BE49-F238E27FC236}">
                    <a16:creationId xmlns:a16="http://schemas.microsoft.com/office/drawing/2014/main" id="{0025E6B5-2E53-A403-C9B1-03EE37814034}"/>
                  </a:ext>
                </a:extLst>
              </p:cNvPr>
              <p:cNvSpPr/>
              <p:nvPr/>
            </p:nvSpPr>
            <p:spPr>
              <a:xfrm>
                <a:off x="6605937" y="1407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5" name="Freeform 31224">
                <a:extLst>
                  <a:ext uri="{FF2B5EF4-FFF2-40B4-BE49-F238E27FC236}">
                    <a16:creationId xmlns:a16="http://schemas.microsoft.com/office/drawing/2014/main" id="{8E7C3555-5B4C-77EF-6198-009D20D1B50D}"/>
                  </a:ext>
                </a:extLst>
              </p:cNvPr>
              <p:cNvSpPr/>
              <p:nvPr/>
            </p:nvSpPr>
            <p:spPr>
              <a:xfrm>
                <a:off x="6606433" y="1283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6" name="Freeform 31225">
                <a:extLst>
                  <a:ext uri="{FF2B5EF4-FFF2-40B4-BE49-F238E27FC236}">
                    <a16:creationId xmlns:a16="http://schemas.microsoft.com/office/drawing/2014/main" id="{A6064CCD-FFB1-CA7F-F909-DCB54D209197}"/>
                  </a:ext>
                </a:extLst>
              </p:cNvPr>
              <p:cNvSpPr/>
              <p:nvPr/>
            </p:nvSpPr>
            <p:spPr>
              <a:xfrm>
                <a:off x="6606929" y="1378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7" name="Freeform 31226">
                <a:extLst>
                  <a:ext uri="{FF2B5EF4-FFF2-40B4-BE49-F238E27FC236}">
                    <a16:creationId xmlns:a16="http://schemas.microsoft.com/office/drawing/2014/main" id="{0400E625-7B09-89D5-A2DF-1E7D0D2DADD4}"/>
                  </a:ext>
                </a:extLst>
              </p:cNvPr>
              <p:cNvSpPr/>
              <p:nvPr/>
            </p:nvSpPr>
            <p:spPr>
              <a:xfrm>
                <a:off x="6607524" y="1426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8" name="Freeform 31227">
                <a:extLst>
                  <a:ext uri="{FF2B5EF4-FFF2-40B4-BE49-F238E27FC236}">
                    <a16:creationId xmlns:a16="http://schemas.microsoft.com/office/drawing/2014/main" id="{52DB7088-5EAE-CFE3-CE4F-E20A04F67552}"/>
                  </a:ext>
                </a:extLst>
              </p:cNvPr>
              <p:cNvSpPr/>
              <p:nvPr/>
            </p:nvSpPr>
            <p:spPr>
              <a:xfrm>
                <a:off x="6608020" y="1410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9" name="Freeform 31228">
                <a:extLst>
                  <a:ext uri="{FF2B5EF4-FFF2-40B4-BE49-F238E27FC236}">
                    <a16:creationId xmlns:a16="http://schemas.microsoft.com/office/drawing/2014/main" id="{8B3A3226-535B-313B-22BF-96B73CB142CA}"/>
                  </a:ext>
                </a:extLst>
              </p:cNvPr>
              <p:cNvSpPr/>
              <p:nvPr/>
            </p:nvSpPr>
            <p:spPr>
              <a:xfrm>
                <a:off x="6608516" y="1373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0" name="Freeform 31229">
                <a:extLst>
                  <a:ext uri="{FF2B5EF4-FFF2-40B4-BE49-F238E27FC236}">
                    <a16:creationId xmlns:a16="http://schemas.microsoft.com/office/drawing/2014/main" id="{9FCEB3B8-0A69-0910-5B8C-8D38B072F8EE}"/>
                  </a:ext>
                </a:extLst>
              </p:cNvPr>
              <p:cNvSpPr/>
              <p:nvPr/>
            </p:nvSpPr>
            <p:spPr>
              <a:xfrm>
                <a:off x="6609013" y="1326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1" name="Freeform 31230">
                <a:extLst>
                  <a:ext uri="{FF2B5EF4-FFF2-40B4-BE49-F238E27FC236}">
                    <a16:creationId xmlns:a16="http://schemas.microsoft.com/office/drawing/2014/main" id="{01598BED-661B-B730-6BF5-1247C7924649}"/>
                  </a:ext>
                </a:extLst>
              </p:cNvPr>
              <p:cNvSpPr/>
              <p:nvPr/>
            </p:nvSpPr>
            <p:spPr>
              <a:xfrm>
                <a:off x="6609608" y="125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2" name="Freeform 31231">
                <a:extLst>
                  <a:ext uri="{FF2B5EF4-FFF2-40B4-BE49-F238E27FC236}">
                    <a16:creationId xmlns:a16="http://schemas.microsoft.com/office/drawing/2014/main" id="{45B11444-9AAC-7B4C-818F-EECA1095567F}"/>
                  </a:ext>
                </a:extLst>
              </p:cNvPr>
              <p:cNvSpPr/>
              <p:nvPr/>
            </p:nvSpPr>
            <p:spPr>
              <a:xfrm>
                <a:off x="6610104" y="1209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3" name="Freeform 31232">
                <a:extLst>
                  <a:ext uri="{FF2B5EF4-FFF2-40B4-BE49-F238E27FC236}">
                    <a16:creationId xmlns:a16="http://schemas.microsoft.com/office/drawing/2014/main" id="{DD8B5FB6-574C-E1FD-CB0A-C92FD7F3EF74}"/>
                  </a:ext>
                </a:extLst>
              </p:cNvPr>
              <p:cNvSpPr/>
              <p:nvPr/>
            </p:nvSpPr>
            <p:spPr>
              <a:xfrm>
                <a:off x="6610600" y="1699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4" name="Freeform 31233">
                <a:extLst>
                  <a:ext uri="{FF2B5EF4-FFF2-40B4-BE49-F238E27FC236}">
                    <a16:creationId xmlns:a16="http://schemas.microsoft.com/office/drawing/2014/main" id="{3580487C-DFFF-15EF-379F-9408A89584A8}"/>
                  </a:ext>
                </a:extLst>
              </p:cNvPr>
              <p:cNvSpPr/>
              <p:nvPr/>
            </p:nvSpPr>
            <p:spPr>
              <a:xfrm>
                <a:off x="6611195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5" name="Freeform 31234">
                <a:extLst>
                  <a:ext uri="{FF2B5EF4-FFF2-40B4-BE49-F238E27FC236}">
                    <a16:creationId xmlns:a16="http://schemas.microsoft.com/office/drawing/2014/main" id="{59AA089B-E44E-059A-3669-C62081C8CD4F}"/>
                  </a:ext>
                </a:extLst>
              </p:cNvPr>
              <p:cNvSpPr/>
              <p:nvPr/>
            </p:nvSpPr>
            <p:spPr>
              <a:xfrm>
                <a:off x="6611691" y="195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6" name="Freeform 31235">
                <a:extLst>
                  <a:ext uri="{FF2B5EF4-FFF2-40B4-BE49-F238E27FC236}">
                    <a16:creationId xmlns:a16="http://schemas.microsoft.com/office/drawing/2014/main" id="{C1F4FDD6-CC74-D638-0299-FED0A17DDBDD}"/>
                  </a:ext>
                </a:extLst>
              </p:cNvPr>
              <p:cNvSpPr/>
              <p:nvPr/>
            </p:nvSpPr>
            <p:spPr>
              <a:xfrm>
                <a:off x="6612188" y="1976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7" name="Freeform 31236">
                <a:extLst>
                  <a:ext uri="{FF2B5EF4-FFF2-40B4-BE49-F238E27FC236}">
                    <a16:creationId xmlns:a16="http://schemas.microsoft.com/office/drawing/2014/main" id="{625BCEB7-74FF-8F70-8240-43259117B0A7}"/>
                  </a:ext>
                </a:extLst>
              </p:cNvPr>
              <p:cNvSpPr/>
              <p:nvPr/>
            </p:nvSpPr>
            <p:spPr>
              <a:xfrm>
                <a:off x="6612783" y="1986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8" name="Freeform 31237">
                <a:extLst>
                  <a:ext uri="{FF2B5EF4-FFF2-40B4-BE49-F238E27FC236}">
                    <a16:creationId xmlns:a16="http://schemas.microsoft.com/office/drawing/2014/main" id="{6784A235-2A91-0D9B-B9E7-B45B299859E6}"/>
                  </a:ext>
                </a:extLst>
              </p:cNvPr>
              <p:cNvSpPr/>
              <p:nvPr/>
            </p:nvSpPr>
            <p:spPr>
              <a:xfrm>
                <a:off x="6613279" y="199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9" name="Freeform 31238">
                <a:extLst>
                  <a:ext uri="{FF2B5EF4-FFF2-40B4-BE49-F238E27FC236}">
                    <a16:creationId xmlns:a16="http://schemas.microsoft.com/office/drawing/2014/main" id="{3A6C5247-A6C1-23AE-38D1-F8ED765062C3}"/>
                  </a:ext>
                </a:extLst>
              </p:cNvPr>
              <p:cNvSpPr/>
              <p:nvPr/>
            </p:nvSpPr>
            <p:spPr>
              <a:xfrm>
                <a:off x="6613775" y="2004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0" name="Freeform 31239">
                <a:extLst>
                  <a:ext uri="{FF2B5EF4-FFF2-40B4-BE49-F238E27FC236}">
                    <a16:creationId xmlns:a16="http://schemas.microsoft.com/office/drawing/2014/main" id="{33AAEA1F-6B68-1C98-7908-F548EEF3C653}"/>
                  </a:ext>
                </a:extLst>
              </p:cNvPr>
              <p:cNvSpPr/>
              <p:nvPr/>
            </p:nvSpPr>
            <p:spPr>
              <a:xfrm>
                <a:off x="6614370" y="2003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1" name="Freeform 31240">
                <a:extLst>
                  <a:ext uri="{FF2B5EF4-FFF2-40B4-BE49-F238E27FC236}">
                    <a16:creationId xmlns:a16="http://schemas.microsoft.com/office/drawing/2014/main" id="{1D52A70B-91AE-9E38-52DD-5ED35BDFCF75}"/>
                  </a:ext>
                </a:extLst>
              </p:cNvPr>
              <p:cNvSpPr/>
              <p:nvPr/>
            </p:nvSpPr>
            <p:spPr>
              <a:xfrm>
                <a:off x="6614866" y="2000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2" name="Freeform 31241">
                <a:extLst>
                  <a:ext uri="{FF2B5EF4-FFF2-40B4-BE49-F238E27FC236}">
                    <a16:creationId xmlns:a16="http://schemas.microsoft.com/office/drawing/2014/main" id="{14850C5F-1187-9252-3134-C3D0B38D41A9}"/>
                  </a:ext>
                </a:extLst>
              </p:cNvPr>
              <p:cNvSpPr/>
              <p:nvPr/>
            </p:nvSpPr>
            <p:spPr>
              <a:xfrm>
                <a:off x="6615363" y="2000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3" name="Freeform 31242">
                <a:extLst>
                  <a:ext uri="{FF2B5EF4-FFF2-40B4-BE49-F238E27FC236}">
                    <a16:creationId xmlns:a16="http://schemas.microsoft.com/office/drawing/2014/main" id="{F14B2B8F-A653-24A7-9661-EB675145BB38}"/>
                  </a:ext>
                </a:extLst>
              </p:cNvPr>
              <p:cNvSpPr/>
              <p:nvPr/>
            </p:nvSpPr>
            <p:spPr>
              <a:xfrm>
                <a:off x="6615958" y="2003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4" name="Freeform 31243">
                <a:extLst>
                  <a:ext uri="{FF2B5EF4-FFF2-40B4-BE49-F238E27FC236}">
                    <a16:creationId xmlns:a16="http://schemas.microsoft.com/office/drawing/2014/main" id="{6E29BD33-45AD-5E0E-9E5C-2D312FC2EE26}"/>
                  </a:ext>
                </a:extLst>
              </p:cNvPr>
              <p:cNvSpPr/>
              <p:nvPr/>
            </p:nvSpPr>
            <p:spPr>
              <a:xfrm>
                <a:off x="6616454" y="1982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5" name="Freeform 31244">
                <a:extLst>
                  <a:ext uri="{FF2B5EF4-FFF2-40B4-BE49-F238E27FC236}">
                    <a16:creationId xmlns:a16="http://schemas.microsoft.com/office/drawing/2014/main" id="{13BE2A6D-7DFC-869C-EA9C-234DC6085803}"/>
                  </a:ext>
                </a:extLst>
              </p:cNvPr>
              <p:cNvSpPr/>
              <p:nvPr/>
            </p:nvSpPr>
            <p:spPr>
              <a:xfrm>
                <a:off x="6616950" y="1748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6" name="Freeform 31245">
                <a:extLst>
                  <a:ext uri="{FF2B5EF4-FFF2-40B4-BE49-F238E27FC236}">
                    <a16:creationId xmlns:a16="http://schemas.microsoft.com/office/drawing/2014/main" id="{B84CE31C-3D9E-BA1F-8AFC-A8DE115CD980}"/>
                  </a:ext>
                </a:extLst>
              </p:cNvPr>
              <p:cNvSpPr/>
              <p:nvPr/>
            </p:nvSpPr>
            <p:spPr>
              <a:xfrm>
                <a:off x="6617545" y="1446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7" name="Freeform 31246">
                <a:extLst>
                  <a:ext uri="{FF2B5EF4-FFF2-40B4-BE49-F238E27FC236}">
                    <a16:creationId xmlns:a16="http://schemas.microsoft.com/office/drawing/2014/main" id="{2AACECAB-74F8-48E9-EEE8-51E067B57C33}"/>
                  </a:ext>
                </a:extLst>
              </p:cNvPr>
              <p:cNvSpPr/>
              <p:nvPr/>
            </p:nvSpPr>
            <p:spPr>
              <a:xfrm>
                <a:off x="6618041" y="1492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8" name="Freeform 31247">
                <a:extLst>
                  <a:ext uri="{FF2B5EF4-FFF2-40B4-BE49-F238E27FC236}">
                    <a16:creationId xmlns:a16="http://schemas.microsoft.com/office/drawing/2014/main" id="{590F8691-C3D6-5CCF-BEA5-3E96717787F1}"/>
                  </a:ext>
                </a:extLst>
              </p:cNvPr>
              <p:cNvSpPr/>
              <p:nvPr/>
            </p:nvSpPr>
            <p:spPr>
              <a:xfrm>
                <a:off x="6618538" y="1526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9" name="Freeform 31248">
                <a:extLst>
                  <a:ext uri="{FF2B5EF4-FFF2-40B4-BE49-F238E27FC236}">
                    <a16:creationId xmlns:a16="http://schemas.microsoft.com/office/drawing/2014/main" id="{1CF433B8-EE1F-031A-3A6F-5EA2AB8BEC49}"/>
                  </a:ext>
                </a:extLst>
              </p:cNvPr>
              <p:cNvSpPr/>
              <p:nvPr/>
            </p:nvSpPr>
            <p:spPr>
              <a:xfrm>
                <a:off x="6619133" y="1490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0" name="Freeform 31249">
                <a:extLst>
                  <a:ext uri="{FF2B5EF4-FFF2-40B4-BE49-F238E27FC236}">
                    <a16:creationId xmlns:a16="http://schemas.microsoft.com/office/drawing/2014/main" id="{0E79C429-93CF-7F53-88F8-967485DE99C9}"/>
                  </a:ext>
                </a:extLst>
              </p:cNvPr>
              <p:cNvSpPr/>
              <p:nvPr/>
            </p:nvSpPr>
            <p:spPr>
              <a:xfrm>
                <a:off x="6619629" y="1411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1" name="Freeform 31250">
                <a:extLst>
                  <a:ext uri="{FF2B5EF4-FFF2-40B4-BE49-F238E27FC236}">
                    <a16:creationId xmlns:a16="http://schemas.microsoft.com/office/drawing/2014/main" id="{99F64BC1-696E-C6D4-2B08-AE9C355C6506}"/>
                  </a:ext>
                </a:extLst>
              </p:cNvPr>
              <p:cNvSpPr/>
              <p:nvPr/>
            </p:nvSpPr>
            <p:spPr>
              <a:xfrm>
                <a:off x="6620125" y="1390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2" name="Freeform 31251">
                <a:extLst>
                  <a:ext uri="{FF2B5EF4-FFF2-40B4-BE49-F238E27FC236}">
                    <a16:creationId xmlns:a16="http://schemas.microsoft.com/office/drawing/2014/main" id="{A0091AA4-3649-D5BE-E054-F44E318B53C5}"/>
                  </a:ext>
                </a:extLst>
              </p:cNvPr>
              <p:cNvSpPr/>
              <p:nvPr/>
            </p:nvSpPr>
            <p:spPr>
              <a:xfrm>
                <a:off x="6620720" y="1320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3" name="Freeform 31252">
                <a:extLst>
                  <a:ext uri="{FF2B5EF4-FFF2-40B4-BE49-F238E27FC236}">
                    <a16:creationId xmlns:a16="http://schemas.microsoft.com/office/drawing/2014/main" id="{2A13C6A1-FE7B-C8DE-F794-F7FFA46E24B1}"/>
                  </a:ext>
                </a:extLst>
              </p:cNvPr>
              <p:cNvSpPr/>
              <p:nvPr/>
            </p:nvSpPr>
            <p:spPr>
              <a:xfrm>
                <a:off x="6621216" y="1262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4" name="Freeform 31253">
                <a:extLst>
                  <a:ext uri="{FF2B5EF4-FFF2-40B4-BE49-F238E27FC236}">
                    <a16:creationId xmlns:a16="http://schemas.microsoft.com/office/drawing/2014/main" id="{2232B979-2744-ED22-6FFF-380A0C430366}"/>
                  </a:ext>
                </a:extLst>
              </p:cNvPr>
              <p:cNvSpPr/>
              <p:nvPr/>
            </p:nvSpPr>
            <p:spPr>
              <a:xfrm>
                <a:off x="6621713" y="1212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5" name="Freeform 31254">
                <a:extLst>
                  <a:ext uri="{FF2B5EF4-FFF2-40B4-BE49-F238E27FC236}">
                    <a16:creationId xmlns:a16="http://schemas.microsoft.com/office/drawing/2014/main" id="{7F7F6D23-2DD4-C23E-38F9-F9B97ADBBA36}"/>
                  </a:ext>
                </a:extLst>
              </p:cNvPr>
              <p:cNvSpPr/>
              <p:nvPr/>
            </p:nvSpPr>
            <p:spPr>
              <a:xfrm>
                <a:off x="6622209" y="122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6" name="Freeform 31255">
                <a:extLst>
                  <a:ext uri="{FF2B5EF4-FFF2-40B4-BE49-F238E27FC236}">
                    <a16:creationId xmlns:a16="http://schemas.microsoft.com/office/drawing/2014/main" id="{53E8C9B7-99B6-D05F-8648-1ABD4E766BC1}"/>
                  </a:ext>
                </a:extLst>
              </p:cNvPr>
              <p:cNvSpPr/>
              <p:nvPr/>
            </p:nvSpPr>
            <p:spPr>
              <a:xfrm>
                <a:off x="6622804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7" name="Freeform 31256">
                <a:extLst>
                  <a:ext uri="{FF2B5EF4-FFF2-40B4-BE49-F238E27FC236}">
                    <a16:creationId xmlns:a16="http://schemas.microsoft.com/office/drawing/2014/main" id="{486CA140-D447-AA58-5240-C9BD19C26927}"/>
                  </a:ext>
                </a:extLst>
              </p:cNvPr>
              <p:cNvSpPr/>
              <p:nvPr/>
            </p:nvSpPr>
            <p:spPr>
              <a:xfrm>
                <a:off x="6623300" y="1609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8" name="Freeform 31257">
                <a:extLst>
                  <a:ext uri="{FF2B5EF4-FFF2-40B4-BE49-F238E27FC236}">
                    <a16:creationId xmlns:a16="http://schemas.microsoft.com/office/drawing/2014/main" id="{F29A1509-FC96-E374-0B1A-9E83E758E558}"/>
                  </a:ext>
                </a:extLst>
              </p:cNvPr>
              <p:cNvSpPr/>
              <p:nvPr/>
            </p:nvSpPr>
            <p:spPr>
              <a:xfrm>
                <a:off x="6623796" y="1878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9" name="Freeform 31258">
                <a:extLst>
                  <a:ext uri="{FF2B5EF4-FFF2-40B4-BE49-F238E27FC236}">
                    <a16:creationId xmlns:a16="http://schemas.microsoft.com/office/drawing/2014/main" id="{DE2D88EC-EF17-B3F6-2A13-2C020AB56FC5}"/>
                  </a:ext>
                </a:extLst>
              </p:cNvPr>
              <p:cNvSpPr/>
              <p:nvPr/>
            </p:nvSpPr>
            <p:spPr>
              <a:xfrm>
                <a:off x="6624391" y="195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0" name="Freeform 31259">
                <a:extLst>
                  <a:ext uri="{FF2B5EF4-FFF2-40B4-BE49-F238E27FC236}">
                    <a16:creationId xmlns:a16="http://schemas.microsoft.com/office/drawing/2014/main" id="{41BEBF44-61C2-351F-C578-EB4A5DD936A6}"/>
                  </a:ext>
                </a:extLst>
              </p:cNvPr>
              <p:cNvSpPr/>
              <p:nvPr/>
            </p:nvSpPr>
            <p:spPr>
              <a:xfrm>
                <a:off x="6624888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1" name="Freeform 31260">
                <a:extLst>
                  <a:ext uri="{FF2B5EF4-FFF2-40B4-BE49-F238E27FC236}">
                    <a16:creationId xmlns:a16="http://schemas.microsoft.com/office/drawing/2014/main" id="{66DF99BC-96DF-927C-7576-8A3AD6EB5024}"/>
                  </a:ext>
                </a:extLst>
              </p:cNvPr>
              <p:cNvSpPr/>
              <p:nvPr/>
            </p:nvSpPr>
            <p:spPr>
              <a:xfrm>
                <a:off x="6625384" y="19873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2" name="Freeform 31261">
                <a:extLst>
                  <a:ext uri="{FF2B5EF4-FFF2-40B4-BE49-F238E27FC236}">
                    <a16:creationId xmlns:a16="http://schemas.microsoft.com/office/drawing/2014/main" id="{7D20C712-918D-C956-3907-CCC7380193D3}"/>
                  </a:ext>
                </a:extLst>
              </p:cNvPr>
              <p:cNvSpPr/>
              <p:nvPr/>
            </p:nvSpPr>
            <p:spPr>
              <a:xfrm>
                <a:off x="6625979" y="1997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3" name="Freeform 31262">
                <a:extLst>
                  <a:ext uri="{FF2B5EF4-FFF2-40B4-BE49-F238E27FC236}">
                    <a16:creationId xmlns:a16="http://schemas.microsoft.com/office/drawing/2014/main" id="{01053C6B-97A2-1423-C6B7-83EFA547DBAE}"/>
                  </a:ext>
                </a:extLst>
              </p:cNvPr>
              <p:cNvSpPr/>
              <p:nvPr/>
            </p:nvSpPr>
            <p:spPr>
              <a:xfrm>
                <a:off x="6626475" y="2000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4" name="Freeform 31263">
                <a:extLst>
                  <a:ext uri="{FF2B5EF4-FFF2-40B4-BE49-F238E27FC236}">
                    <a16:creationId xmlns:a16="http://schemas.microsoft.com/office/drawing/2014/main" id="{87FD6DF6-AB1D-C173-6459-0DB61735880F}"/>
                  </a:ext>
                </a:extLst>
              </p:cNvPr>
              <p:cNvSpPr/>
              <p:nvPr/>
            </p:nvSpPr>
            <p:spPr>
              <a:xfrm>
                <a:off x="6626971" y="2000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5" name="Freeform 31264">
                <a:extLst>
                  <a:ext uri="{FF2B5EF4-FFF2-40B4-BE49-F238E27FC236}">
                    <a16:creationId xmlns:a16="http://schemas.microsoft.com/office/drawing/2014/main" id="{5E086FA0-D54E-6602-C85F-B061E7F24EB8}"/>
                  </a:ext>
                </a:extLst>
              </p:cNvPr>
              <p:cNvSpPr/>
              <p:nvPr/>
            </p:nvSpPr>
            <p:spPr>
              <a:xfrm>
                <a:off x="6627566" y="2004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6" name="Freeform 31265">
                <a:extLst>
                  <a:ext uri="{FF2B5EF4-FFF2-40B4-BE49-F238E27FC236}">
                    <a16:creationId xmlns:a16="http://schemas.microsoft.com/office/drawing/2014/main" id="{7408E571-F956-F338-F2AA-10303CC7834D}"/>
                  </a:ext>
                </a:extLst>
              </p:cNvPr>
              <p:cNvSpPr/>
              <p:nvPr/>
            </p:nvSpPr>
            <p:spPr>
              <a:xfrm>
                <a:off x="6628063" y="2008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7" name="Freeform 31266">
                <a:extLst>
                  <a:ext uri="{FF2B5EF4-FFF2-40B4-BE49-F238E27FC236}">
                    <a16:creationId xmlns:a16="http://schemas.microsoft.com/office/drawing/2014/main" id="{81536816-9F42-48B6-E5A6-6B3952120BE8}"/>
                  </a:ext>
                </a:extLst>
              </p:cNvPr>
              <p:cNvSpPr/>
              <p:nvPr/>
            </p:nvSpPr>
            <p:spPr>
              <a:xfrm>
                <a:off x="6628559" y="2008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8" name="Freeform 31267">
                <a:extLst>
                  <a:ext uri="{FF2B5EF4-FFF2-40B4-BE49-F238E27FC236}">
                    <a16:creationId xmlns:a16="http://schemas.microsoft.com/office/drawing/2014/main" id="{740A8499-409B-AF5B-000F-FCB75715BCF9}"/>
                  </a:ext>
                </a:extLst>
              </p:cNvPr>
              <p:cNvSpPr/>
              <p:nvPr/>
            </p:nvSpPr>
            <p:spPr>
              <a:xfrm>
                <a:off x="6629154" y="2011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9" name="Freeform 31268">
                <a:extLst>
                  <a:ext uri="{FF2B5EF4-FFF2-40B4-BE49-F238E27FC236}">
                    <a16:creationId xmlns:a16="http://schemas.microsoft.com/office/drawing/2014/main" id="{1806F41E-EB8E-6E07-E59D-486D83879BD4}"/>
                  </a:ext>
                </a:extLst>
              </p:cNvPr>
              <p:cNvSpPr/>
              <p:nvPr/>
            </p:nvSpPr>
            <p:spPr>
              <a:xfrm>
                <a:off x="6629650" y="1771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0" name="Freeform 31269">
                <a:extLst>
                  <a:ext uri="{FF2B5EF4-FFF2-40B4-BE49-F238E27FC236}">
                    <a16:creationId xmlns:a16="http://schemas.microsoft.com/office/drawing/2014/main" id="{511BAE6A-D80E-40B6-39E1-CD653878BF4A}"/>
                  </a:ext>
                </a:extLst>
              </p:cNvPr>
              <p:cNvSpPr/>
              <p:nvPr/>
            </p:nvSpPr>
            <p:spPr>
              <a:xfrm>
                <a:off x="6630146" y="1373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1" name="Freeform 31270">
                <a:extLst>
                  <a:ext uri="{FF2B5EF4-FFF2-40B4-BE49-F238E27FC236}">
                    <a16:creationId xmlns:a16="http://schemas.microsoft.com/office/drawing/2014/main" id="{94DC6584-F679-B2CE-145E-3F2FDE43C6C9}"/>
                  </a:ext>
                </a:extLst>
              </p:cNvPr>
              <p:cNvSpPr/>
              <p:nvPr/>
            </p:nvSpPr>
            <p:spPr>
              <a:xfrm>
                <a:off x="6630741" y="1384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2" name="Freeform 31271">
                <a:extLst>
                  <a:ext uri="{FF2B5EF4-FFF2-40B4-BE49-F238E27FC236}">
                    <a16:creationId xmlns:a16="http://schemas.microsoft.com/office/drawing/2014/main" id="{FDF7D895-C274-41E3-CCD8-1557F2E9BB60}"/>
                  </a:ext>
                </a:extLst>
              </p:cNvPr>
              <p:cNvSpPr/>
              <p:nvPr/>
            </p:nvSpPr>
            <p:spPr>
              <a:xfrm>
                <a:off x="6631238" y="146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3" name="Freeform 31272">
                <a:extLst>
                  <a:ext uri="{FF2B5EF4-FFF2-40B4-BE49-F238E27FC236}">
                    <a16:creationId xmlns:a16="http://schemas.microsoft.com/office/drawing/2014/main" id="{20367C61-6A88-FDC4-0B3A-6201C6B534DC}"/>
                  </a:ext>
                </a:extLst>
              </p:cNvPr>
              <p:cNvSpPr/>
              <p:nvPr/>
            </p:nvSpPr>
            <p:spPr>
              <a:xfrm>
                <a:off x="6631734" y="1486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4" name="Freeform 31273">
                <a:extLst>
                  <a:ext uri="{FF2B5EF4-FFF2-40B4-BE49-F238E27FC236}">
                    <a16:creationId xmlns:a16="http://schemas.microsoft.com/office/drawing/2014/main" id="{D15106EA-9D62-7D32-3232-EE5EEA8C05D1}"/>
                  </a:ext>
                </a:extLst>
              </p:cNvPr>
              <p:cNvSpPr/>
              <p:nvPr/>
            </p:nvSpPr>
            <p:spPr>
              <a:xfrm>
                <a:off x="6632329" y="1394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5" name="Freeform 31274">
                <a:extLst>
                  <a:ext uri="{FF2B5EF4-FFF2-40B4-BE49-F238E27FC236}">
                    <a16:creationId xmlns:a16="http://schemas.microsoft.com/office/drawing/2014/main" id="{33FF9A03-B807-A749-3905-1226C5808FFA}"/>
                  </a:ext>
                </a:extLst>
              </p:cNvPr>
              <p:cNvSpPr/>
              <p:nvPr/>
            </p:nvSpPr>
            <p:spPr>
              <a:xfrm>
                <a:off x="6632825" y="1443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6" name="Freeform 31275">
                <a:extLst>
                  <a:ext uri="{FF2B5EF4-FFF2-40B4-BE49-F238E27FC236}">
                    <a16:creationId xmlns:a16="http://schemas.microsoft.com/office/drawing/2014/main" id="{A5D17B1B-D445-AA12-3505-A776895C9C84}"/>
                  </a:ext>
                </a:extLst>
              </p:cNvPr>
              <p:cNvSpPr/>
              <p:nvPr/>
            </p:nvSpPr>
            <p:spPr>
              <a:xfrm>
                <a:off x="6633321" y="1472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7" name="Freeform 31276">
                <a:extLst>
                  <a:ext uri="{FF2B5EF4-FFF2-40B4-BE49-F238E27FC236}">
                    <a16:creationId xmlns:a16="http://schemas.microsoft.com/office/drawing/2014/main" id="{14883B21-2DC3-A9FE-ABD4-35ECBED0009F}"/>
                  </a:ext>
                </a:extLst>
              </p:cNvPr>
              <p:cNvSpPr/>
              <p:nvPr/>
            </p:nvSpPr>
            <p:spPr>
              <a:xfrm>
                <a:off x="6633817" y="1444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8" name="Freeform 31277">
                <a:extLst>
                  <a:ext uri="{FF2B5EF4-FFF2-40B4-BE49-F238E27FC236}">
                    <a16:creationId xmlns:a16="http://schemas.microsoft.com/office/drawing/2014/main" id="{CDD78005-5906-3323-8F10-155146EBC9E9}"/>
                  </a:ext>
                </a:extLst>
              </p:cNvPr>
              <p:cNvSpPr/>
              <p:nvPr/>
            </p:nvSpPr>
            <p:spPr>
              <a:xfrm>
                <a:off x="6634413" y="1393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9" name="Freeform 31278">
                <a:extLst>
                  <a:ext uri="{FF2B5EF4-FFF2-40B4-BE49-F238E27FC236}">
                    <a16:creationId xmlns:a16="http://schemas.microsoft.com/office/drawing/2014/main" id="{EDDAEE8C-BF8D-D5B6-7F4E-DBC0275268E3}"/>
                  </a:ext>
                </a:extLst>
              </p:cNvPr>
              <p:cNvSpPr/>
              <p:nvPr/>
            </p:nvSpPr>
            <p:spPr>
              <a:xfrm>
                <a:off x="6634909" y="1386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0" name="Freeform 31279">
                <a:extLst>
                  <a:ext uri="{FF2B5EF4-FFF2-40B4-BE49-F238E27FC236}">
                    <a16:creationId xmlns:a16="http://schemas.microsoft.com/office/drawing/2014/main" id="{FC8CBB9F-464D-C9A6-A81D-8EFB27AF29C6}"/>
                  </a:ext>
                </a:extLst>
              </p:cNvPr>
              <p:cNvSpPr/>
              <p:nvPr/>
            </p:nvSpPr>
            <p:spPr>
              <a:xfrm>
                <a:off x="6635405" y="1389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1" name="Freeform 31280">
                <a:extLst>
                  <a:ext uri="{FF2B5EF4-FFF2-40B4-BE49-F238E27FC236}">
                    <a16:creationId xmlns:a16="http://schemas.microsoft.com/office/drawing/2014/main" id="{A584B6EE-1BBE-52B1-CEF1-5A5482F4F70E}"/>
                  </a:ext>
                </a:extLst>
              </p:cNvPr>
              <p:cNvSpPr/>
              <p:nvPr/>
            </p:nvSpPr>
            <p:spPr>
              <a:xfrm>
                <a:off x="6636000" y="1809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2" name="Freeform 31281">
                <a:extLst>
                  <a:ext uri="{FF2B5EF4-FFF2-40B4-BE49-F238E27FC236}">
                    <a16:creationId xmlns:a16="http://schemas.microsoft.com/office/drawing/2014/main" id="{01C99222-15A4-F77F-E2F2-A911997D024E}"/>
                  </a:ext>
                </a:extLst>
              </p:cNvPr>
              <p:cNvSpPr/>
              <p:nvPr/>
            </p:nvSpPr>
            <p:spPr>
              <a:xfrm>
                <a:off x="6636496" y="199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3" name="Freeform 31282">
                <a:extLst>
                  <a:ext uri="{FF2B5EF4-FFF2-40B4-BE49-F238E27FC236}">
                    <a16:creationId xmlns:a16="http://schemas.microsoft.com/office/drawing/2014/main" id="{DEEC7BEB-43FD-C1EF-3366-86DDFD2EC1EB}"/>
                  </a:ext>
                </a:extLst>
              </p:cNvPr>
              <p:cNvSpPr/>
              <p:nvPr/>
            </p:nvSpPr>
            <p:spPr>
              <a:xfrm>
                <a:off x="6636992" y="2034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4" name="Freeform 31283">
                <a:extLst>
                  <a:ext uri="{FF2B5EF4-FFF2-40B4-BE49-F238E27FC236}">
                    <a16:creationId xmlns:a16="http://schemas.microsoft.com/office/drawing/2014/main" id="{64F06799-B745-15C9-F1BC-62E088D137C2}"/>
                  </a:ext>
                </a:extLst>
              </p:cNvPr>
              <p:cNvSpPr/>
              <p:nvPr/>
            </p:nvSpPr>
            <p:spPr>
              <a:xfrm>
                <a:off x="6637588" y="2054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5" name="Freeform 31284">
                <a:extLst>
                  <a:ext uri="{FF2B5EF4-FFF2-40B4-BE49-F238E27FC236}">
                    <a16:creationId xmlns:a16="http://schemas.microsoft.com/office/drawing/2014/main" id="{A1933E7A-F6FC-4E87-E065-8BCDBB1B5F1F}"/>
                  </a:ext>
                </a:extLst>
              </p:cNvPr>
              <p:cNvSpPr/>
              <p:nvPr/>
            </p:nvSpPr>
            <p:spPr>
              <a:xfrm>
                <a:off x="6638084" y="2066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6" name="Freeform 31285">
                <a:extLst>
                  <a:ext uri="{FF2B5EF4-FFF2-40B4-BE49-F238E27FC236}">
                    <a16:creationId xmlns:a16="http://schemas.microsoft.com/office/drawing/2014/main" id="{A1A6F794-108E-A4DD-21A9-D350682814D4}"/>
                  </a:ext>
                </a:extLst>
              </p:cNvPr>
              <p:cNvSpPr/>
              <p:nvPr/>
            </p:nvSpPr>
            <p:spPr>
              <a:xfrm>
                <a:off x="6638580" y="207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7" name="Freeform 31286">
                <a:extLst>
                  <a:ext uri="{FF2B5EF4-FFF2-40B4-BE49-F238E27FC236}">
                    <a16:creationId xmlns:a16="http://schemas.microsoft.com/office/drawing/2014/main" id="{78640545-526D-253C-3A35-49992222E2DC}"/>
                  </a:ext>
                </a:extLst>
              </p:cNvPr>
              <p:cNvSpPr/>
              <p:nvPr/>
            </p:nvSpPr>
            <p:spPr>
              <a:xfrm>
                <a:off x="6639175" y="2076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8" name="Freeform 31287">
                <a:extLst>
                  <a:ext uri="{FF2B5EF4-FFF2-40B4-BE49-F238E27FC236}">
                    <a16:creationId xmlns:a16="http://schemas.microsoft.com/office/drawing/2014/main" id="{4F98E19F-727F-C3FB-4656-1869F248CDD1}"/>
                  </a:ext>
                </a:extLst>
              </p:cNvPr>
              <p:cNvSpPr/>
              <p:nvPr/>
            </p:nvSpPr>
            <p:spPr>
              <a:xfrm>
                <a:off x="6639671" y="207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9" name="Freeform 31288">
                <a:extLst>
                  <a:ext uri="{FF2B5EF4-FFF2-40B4-BE49-F238E27FC236}">
                    <a16:creationId xmlns:a16="http://schemas.microsoft.com/office/drawing/2014/main" id="{A1362357-6899-73D9-D7A9-6BF62AB11D8C}"/>
                  </a:ext>
                </a:extLst>
              </p:cNvPr>
              <p:cNvSpPr/>
              <p:nvPr/>
            </p:nvSpPr>
            <p:spPr>
              <a:xfrm>
                <a:off x="6640167" y="2082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0" name="Freeform 31289">
                <a:extLst>
                  <a:ext uri="{FF2B5EF4-FFF2-40B4-BE49-F238E27FC236}">
                    <a16:creationId xmlns:a16="http://schemas.microsoft.com/office/drawing/2014/main" id="{3AD24189-BA07-2CB1-942B-9BCD6F1DAEEF}"/>
                  </a:ext>
                </a:extLst>
              </p:cNvPr>
              <p:cNvSpPr/>
              <p:nvPr/>
            </p:nvSpPr>
            <p:spPr>
              <a:xfrm>
                <a:off x="6640763" y="2084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1" name="Freeform 31290">
                <a:extLst>
                  <a:ext uri="{FF2B5EF4-FFF2-40B4-BE49-F238E27FC236}">
                    <a16:creationId xmlns:a16="http://schemas.microsoft.com/office/drawing/2014/main" id="{A1BF0850-4627-CCD1-1C87-71E2DC4F95C5}"/>
                  </a:ext>
                </a:extLst>
              </p:cNvPr>
              <p:cNvSpPr/>
              <p:nvPr/>
            </p:nvSpPr>
            <p:spPr>
              <a:xfrm>
                <a:off x="6641259" y="207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2" name="Freeform 31291">
                <a:extLst>
                  <a:ext uri="{FF2B5EF4-FFF2-40B4-BE49-F238E27FC236}">
                    <a16:creationId xmlns:a16="http://schemas.microsoft.com/office/drawing/2014/main" id="{F0AD327C-A3BA-31A3-7336-FE553AC54EC4}"/>
                  </a:ext>
                </a:extLst>
              </p:cNvPr>
              <p:cNvSpPr/>
              <p:nvPr/>
            </p:nvSpPr>
            <p:spPr>
              <a:xfrm>
                <a:off x="6641755" y="2047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3" name="Freeform 31292">
                <a:extLst>
                  <a:ext uri="{FF2B5EF4-FFF2-40B4-BE49-F238E27FC236}">
                    <a16:creationId xmlns:a16="http://schemas.microsoft.com/office/drawing/2014/main" id="{C9635714-1F7B-0F83-11F8-423F35E419D1}"/>
                  </a:ext>
                </a:extLst>
              </p:cNvPr>
              <p:cNvSpPr/>
              <p:nvPr/>
            </p:nvSpPr>
            <p:spPr>
              <a:xfrm>
                <a:off x="6642350" y="1865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4" name="Freeform 31293">
                <a:extLst>
                  <a:ext uri="{FF2B5EF4-FFF2-40B4-BE49-F238E27FC236}">
                    <a16:creationId xmlns:a16="http://schemas.microsoft.com/office/drawing/2014/main" id="{EB993F4C-7CAC-8771-EFC2-5C045C8EE9F4}"/>
                  </a:ext>
                </a:extLst>
              </p:cNvPr>
              <p:cNvSpPr/>
              <p:nvPr/>
            </p:nvSpPr>
            <p:spPr>
              <a:xfrm>
                <a:off x="6642846" y="1380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5" name="Freeform 31294">
                <a:extLst>
                  <a:ext uri="{FF2B5EF4-FFF2-40B4-BE49-F238E27FC236}">
                    <a16:creationId xmlns:a16="http://schemas.microsoft.com/office/drawing/2014/main" id="{E72E52D2-5514-65FE-3121-291DA54FEF64}"/>
                  </a:ext>
                </a:extLst>
              </p:cNvPr>
              <p:cNvSpPr/>
              <p:nvPr/>
            </p:nvSpPr>
            <p:spPr>
              <a:xfrm>
                <a:off x="6643342" y="1434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6" name="Freeform 31295">
                <a:extLst>
                  <a:ext uri="{FF2B5EF4-FFF2-40B4-BE49-F238E27FC236}">
                    <a16:creationId xmlns:a16="http://schemas.microsoft.com/office/drawing/2014/main" id="{FD82E65A-BC4C-D1DC-525F-9FEFDE9A6BB7}"/>
                  </a:ext>
                </a:extLst>
              </p:cNvPr>
              <p:cNvSpPr/>
              <p:nvPr/>
            </p:nvSpPr>
            <p:spPr>
              <a:xfrm>
                <a:off x="6643938" y="1523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7" name="Freeform 31296">
                <a:extLst>
                  <a:ext uri="{FF2B5EF4-FFF2-40B4-BE49-F238E27FC236}">
                    <a16:creationId xmlns:a16="http://schemas.microsoft.com/office/drawing/2014/main" id="{CBD6CEDF-0130-8AD0-02C5-7E436E68620B}"/>
                  </a:ext>
                </a:extLst>
              </p:cNvPr>
              <p:cNvSpPr/>
              <p:nvPr/>
            </p:nvSpPr>
            <p:spPr>
              <a:xfrm>
                <a:off x="6644434" y="1523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8" name="Freeform 31297">
                <a:extLst>
                  <a:ext uri="{FF2B5EF4-FFF2-40B4-BE49-F238E27FC236}">
                    <a16:creationId xmlns:a16="http://schemas.microsoft.com/office/drawing/2014/main" id="{CB20C1FC-7D4C-5FDF-C230-32591BDC4F04}"/>
                  </a:ext>
                </a:extLst>
              </p:cNvPr>
              <p:cNvSpPr/>
              <p:nvPr/>
            </p:nvSpPr>
            <p:spPr>
              <a:xfrm>
                <a:off x="6644930" y="1499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9" name="Freeform 31298">
                <a:extLst>
                  <a:ext uri="{FF2B5EF4-FFF2-40B4-BE49-F238E27FC236}">
                    <a16:creationId xmlns:a16="http://schemas.microsoft.com/office/drawing/2014/main" id="{474B66F5-6CEB-91A0-E897-4365BD27BADF}"/>
                  </a:ext>
                </a:extLst>
              </p:cNvPr>
              <p:cNvSpPr/>
              <p:nvPr/>
            </p:nvSpPr>
            <p:spPr>
              <a:xfrm>
                <a:off x="6645426" y="1511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0" name="Freeform 31299">
                <a:extLst>
                  <a:ext uri="{FF2B5EF4-FFF2-40B4-BE49-F238E27FC236}">
                    <a16:creationId xmlns:a16="http://schemas.microsoft.com/office/drawing/2014/main" id="{16E5568C-C984-9E3D-6318-3F5CC2380F89}"/>
                  </a:ext>
                </a:extLst>
              </p:cNvPr>
              <p:cNvSpPr/>
              <p:nvPr/>
            </p:nvSpPr>
            <p:spPr>
              <a:xfrm>
                <a:off x="6646021" y="1554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1" name="Freeform 31300">
                <a:extLst>
                  <a:ext uri="{FF2B5EF4-FFF2-40B4-BE49-F238E27FC236}">
                    <a16:creationId xmlns:a16="http://schemas.microsoft.com/office/drawing/2014/main" id="{569922EF-0093-A849-62F7-178FE2BA3298}"/>
                  </a:ext>
                </a:extLst>
              </p:cNvPr>
              <p:cNvSpPr/>
              <p:nvPr/>
            </p:nvSpPr>
            <p:spPr>
              <a:xfrm>
                <a:off x="6646517" y="1524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2" name="Freeform 31301">
                <a:extLst>
                  <a:ext uri="{FF2B5EF4-FFF2-40B4-BE49-F238E27FC236}">
                    <a16:creationId xmlns:a16="http://schemas.microsoft.com/office/drawing/2014/main" id="{A9892256-C725-BA3F-8D83-996FE0485378}"/>
                  </a:ext>
                </a:extLst>
              </p:cNvPr>
              <p:cNvSpPr/>
              <p:nvPr/>
            </p:nvSpPr>
            <p:spPr>
              <a:xfrm>
                <a:off x="6647013" y="1496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3" name="Freeform 31302">
                <a:extLst>
                  <a:ext uri="{FF2B5EF4-FFF2-40B4-BE49-F238E27FC236}">
                    <a16:creationId xmlns:a16="http://schemas.microsoft.com/office/drawing/2014/main" id="{61A108F2-43F9-2EC9-2BD2-0813E607CAC4}"/>
                  </a:ext>
                </a:extLst>
              </p:cNvPr>
              <p:cNvSpPr/>
              <p:nvPr/>
            </p:nvSpPr>
            <p:spPr>
              <a:xfrm>
                <a:off x="6647609" y="1465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4" name="Freeform 31303">
                <a:extLst>
                  <a:ext uri="{FF2B5EF4-FFF2-40B4-BE49-F238E27FC236}">
                    <a16:creationId xmlns:a16="http://schemas.microsoft.com/office/drawing/2014/main" id="{C1E6480A-3887-313A-B76D-F8D5987A7377}"/>
                  </a:ext>
                </a:extLst>
              </p:cNvPr>
              <p:cNvSpPr/>
              <p:nvPr/>
            </p:nvSpPr>
            <p:spPr>
              <a:xfrm>
                <a:off x="6648105" y="1475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5" name="Freeform 31304">
                <a:extLst>
                  <a:ext uri="{FF2B5EF4-FFF2-40B4-BE49-F238E27FC236}">
                    <a16:creationId xmlns:a16="http://schemas.microsoft.com/office/drawing/2014/main" id="{0556F35D-FC28-9040-63B2-AD7A7B600F59}"/>
                  </a:ext>
                </a:extLst>
              </p:cNvPr>
              <p:cNvSpPr/>
              <p:nvPr/>
            </p:nvSpPr>
            <p:spPr>
              <a:xfrm>
                <a:off x="6648601" y="1859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6" name="Freeform 31305">
                <a:extLst>
                  <a:ext uri="{FF2B5EF4-FFF2-40B4-BE49-F238E27FC236}">
                    <a16:creationId xmlns:a16="http://schemas.microsoft.com/office/drawing/2014/main" id="{FCE66236-4378-78CF-329D-42EE0E6DFA0B}"/>
                  </a:ext>
                </a:extLst>
              </p:cNvPr>
              <p:cNvSpPr/>
              <p:nvPr/>
            </p:nvSpPr>
            <p:spPr>
              <a:xfrm>
                <a:off x="6649196" y="2030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7" name="Freeform 31306">
                <a:extLst>
                  <a:ext uri="{FF2B5EF4-FFF2-40B4-BE49-F238E27FC236}">
                    <a16:creationId xmlns:a16="http://schemas.microsoft.com/office/drawing/2014/main" id="{2E0D7284-E45F-D5EE-79C2-4A10B22F9FD1}"/>
                  </a:ext>
                </a:extLst>
              </p:cNvPr>
              <p:cNvSpPr/>
              <p:nvPr/>
            </p:nvSpPr>
            <p:spPr>
              <a:xfrm>
                <a:off x="6649692" y="2062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8" name="Freeform 31307">
                <a:extLst>
                  <a:ext uri="{FF2B5EF4-FFF2-40B4-BE49-F238E27FC236}">
                    <a16:creationId xmlns:a16="http://schemas.microsoft.com/office/drawing/2014/main" id="{F0FB5048-9FF8-EAF0-A92A-35C29EE6099B}"/>
                  </a:ext>
                </a:extLst>
              </p:cNvPr>
              <p:cNvSpPr/>
              <p:nvPr/>
            </p:nvSpPr>
            <p:spPr>
              <a:xfrm>
                <a:off x="6650188" y="207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9" name="Freeform 31308">
                <a:extLst>
                  <a:ext uri="{FF2B5EF4-FFF2-40B4-BE49-F238E27FC236}">
                    <a16:creationId xmlns:a16="http://schemas.microsoft.com/office/drawing/2014/main" id="{145E4756-6981-7ECE-C3A6-1AADE8178BB0}"/>
                  </a:ext>
                </a:extLst>
              </p:cNvPr>
              <p:cNvSpPr/>
              <p:nvPr/>
            </p:nvSpPr>
            <p:spPr>
              <a:xfrm>
                <a:off x="6650784" y="2078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0" name="Freeform 31309">
                <a:extLst>
                  <a:ext uri="{FF2B5EF4-FFF2-40B4-BE49-F238E27FC236}">
                    <a16:creationId xmlns:a16="http://schemas.microsoft.com/office/drawing/2014/main" id="{9ED6DA18-E378-4905-1BAC-3D28905027DD}"/>
                  </a:ext>
                </a:extLst>
              </p:cNvPr>
              <p:cNvSpPr/>
              <p:nvPr/>
            </p:nvSpPr>
            <p:spPr>
              <a:xfrm>
                <a:off x="6651280" y="208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1" name="Freeform 31310">
                <a:extLst>
                  <a:ext uri="{FF2B5EF4-FFF2-40B4-BE49-F238E27FC236}">
                    <a16:creationId xmlns:a16="http://schemas.microsoft.com/office/drawing/2014/main" id="{9ED9AAAA-CBFF-EA2F-A87E-C226E337B9DE}"/>
                  </a:ext>
                </a:extLst>
              </p:cNvPr>
              <p:cNvSpPr/>
              <p:nvPr/>
            </p:nvSpPr>
            <p:spPr>
              <a:xfrm>
                <a:off x="6651776" y="2082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2" name="Freeform 31311">
                <a:extLst>
                  <a:ext uri="{FF2B5EF4-FFF2-40B4-BE49-F238E27FC236}">
                    <a16:creationId xmlns:a16="http://schemas.microsoft.com/office/drawing/2014/main" id="{BB5245A0-7EE6-F78C-C1F4-2D449E0F6AED}"/>
                  </a:ext>
                </a:extLst>
              </p:cNvPr>
              <p:cNvSpPr/>
              <p:nvPr/>
            </p:nvSpPr>
            <p:spPr>
              <a:xfrm>
                <a:off x="6652371" y="2086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3" name="Freeform 31312">
                <a:extLst>
                  <a:ext uri="{FF2B5EF4-FFF2-40B4-BE49-F238E27FC236}">
                    <a16:creationId xmlns:a16="http://schemas.microsoft.com/office/drawing/2014/main" id="{767DE6C5-A8A9-A868-E1B8-C48036961998}"/>
                  </a:ext>
                </a:extLst>
              </p:cNvPr>
              <p:cNvSpPr/>
              <p:nvPr/>
            </p:nvSpPr>
            <p:spPr>
              <a:xfrm>
                <a:off x="6652867" y="2090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4" name="Freeform 31313">
                <a:extLst>
                  <a:ext uri="{FF2B5EF4-FFF2-40B4-BE49-F238E27FC236}">
                    <a16:creationId xmlns:a16="http://schemas.microsoft.com/office/drawing/2014/main" id="{370AB43A-5922-6072-2AF3-80A12E976820}"/>
                  </a:ext>
                </a:extLst>
              </p:cNvPr>
              <p:cNvSpPr/>
              <p:nvPr/>
            </p:nvSpPr>
            <p:spPr>
              <a:xfrm>
                <a:off x="6653363" y="209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5" name="Freeform 31314">
                <a:extLst>
                  <a:ext uri="{FF2B5EF4-FFF2-40B4-BE49-F238E27FC236}">
                    <a16:creationId xmlns:a16="http://schemas.microsoft.com/office/drawing/2014/main" id="{AEE0B901-E4C5-3D98-9C08-82078BC0ED28}"/>
                  </a:ext>
                </a:extLst>
              </p:cNvPr>
              <p:cNvSpPr/>
              <p:nvPr/>
            </p:nvSpPr>
            <p:spPr>
              <a:xfrm>
                <a:off x="6653959" y="207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6" name="Freeform 31315">
                <a:extLst>
                  <a:ext uri="{FF2B5EF4-FFF2-40B4-BE49-F238E27FC236}">
                    <a16:creationId xmlns:a16="http://schemas.microsoft.com/office/drawing/2014/main" id="{576768FE-86D3-A387-A456-D8B892B322F6}"/>
                  </a:ext>
                </a:extLst>
              </p:cNvPr>
              <p:cNvSpPr/>
              <p:nvPr/>
            </p:nvSpPr>
            <p:spPr>
              <a:xfrm>
                <a:off x="6654455" y="2059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7" name="Freeform 31316">
                <a:extLst>
                  <a:ext uri="{FF2B5EF4-FFF2-40B4-BE49-F238E27FC236}">
                    <a16:creationId xmlns:a16="http://schemas.microsoft.com/office/drawing/2014/main" id="{1C81A8E7-9702-9B27-87A6-06B65AA2461E}"/>
                  </a:ext>
                </a:extLst>
              </p:cNvPr>
              <p:cNvSpPr/>
              <p:nvPr/>
            </p:nvSpPr>
            <p:spPr>
              <a:xfrm>
                <a:off x="6654951" y="1803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8" name="Freeform 31317">
                <a:extLst>
                  <a:ext uri="{FF2B5EF4-FFF2-40B4-BE49-F238E27FC236}">
                    <a16:creationId xmlns:a16="http://schemas.microsoft.com/office/drawing/2014/main" id="{3040278D-CE00-C130-AFEE-CFEEB8E9B623}"/>
                  </a:ext>
                </a:extLst>
              </p:cNvPr>
              <p:cNvSpPr/>
              <p:nvPr/>
            </p:nvSpPr>
            <p:spPr>
              <a:xfrm>
                <a:off x="6655546" y="12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9" name="Freeform 31318">
                <a:extLst>
                  <a:ext uri="{FF2B5EF4-FFF2-40B4-BE49-F238E27FC236}">
                    <a16:creationId xmlns:a16="http://schemas.microsoft.com/office/drawing/2014/main" id="{4618457D-5005-340C-F444-0A744629E81F}"/>
                  </a:ext>
                </a:extLst>
              </p:cNvPr>
              <p:cNvSpPr/>
              <p:nvPr/>
            </p:nvSpPr>
            <p:spPr>
              <a:xfrm>
                <a:off x="6656042" y="1246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0" name="Freeform 31319">
                <a:extLst>
                  <a:ext uri="{FF2B5EF4-FFF2-40B4-BE49-F238E27FC236}">
                    <a16:creationId xmlns:a16="http://schemas.microsoft.com/office/drawing/2014/main" id="{43BA442C-1A06-1AB0-0760-4B2C3A325878}"/>
                  </a:ext>
                </a:extLst>
              </p:cNvPr>
              <p:cNvSpPr/>
              <p:nvPr/>
            </p:nvSpPr>
            <p:spPr>
              <a:xfrm>
                <a:off x="6656538" y="1379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1" name="Freeform 31320">
                <a:extLst>
                  <a:ext uri="{FF2B5EF4-FFF2-40B4-BE49-F238E27FC236}">
                    <a16:creationId xmlns:a16="http://schemas.microsoft.com/office/drawing/2014/main" id="{559E117C-D36B-8414-C2D4-EB2E90D7FB14}"/>
                  </a:ext>
                </a:extLst>
              </p:cNvPr>
              <p:cNvSpPr/>
              <p:nvPr/>
            </p:nvSpPr>
            <p:spPr>
              <a:xfrm>
                <a:off x="6657134" y="1345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2" name="Freeform 31321">
                <a:extLst>
                  <a:ext uri="{FF2B5EF4-FFF2-40B4-BE49-F238E27FC236}">
                    <a16:creationId xmlns:a16="http://schemas.microsoft.com/office/drawing/2014/main" id="{D84594C7-1051-6E31-E0EE-BE6C60FA0767}"/>
                  </a:ext>
                </a:extLst>
              </p:cNvPr>
              <p:cNvSpPr/>
              <p:nvPr/>
            </p:nvSpPr>
            <p:spPr>
              <a:xfrm>
                <a:off x="6657630" y="1421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3" name="Freeform 31322">
                <a:extLst>
                  <a:ext uri="{FF2B5EF4-FFF2-40B4-BE49-F238E27FC236}">
                    <a16:creationId xmlns:a16="http://schemas.microsoft.com/office/drawing/2014/main" id="{1C9C6D37-BAC5-3131-5676-9EC4A852A7A6}"/>
                  </a:ext>
                </a:extLst>
              </p:cNvPr>
              <p:cNvSpPr/>
              <p:nvPr/>
            </p:nvSpPr>
            <p:spPr>
              <a:xfrm>
                <a:off x="6658126" y="1462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4" name="Freeform 31323">
                <a:extLst>
                  <a:ext uri="{FF2B5EF4-FFF2-40B4-BE49-F238E27FC236}">
                    <a16:creationId xmlns:a16="http://schemas.microsoft.com/office/drawing/2014/main" id="{C8186FA8-63AA-9F38-BA27-5C610DBFE5A5}"/>
                  </a:ext>
                </a:extLst>
              </p:cNvPr>
              <p:cNvSpPr/>
              <p:nvPr/>
            </p:nvSpPr>
            <p:spPr>
              <a:xfrm>
                <a:off x="6658622" y="1482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5" name="Freeform 31324">
                <a:extLst>
                  <a:ext uri="{FF2B5EF4-FFF2-40B4-BE49-F238E27FC236}">
                    <a16:creationId xmlns:a16="http://schemas.microsoft.com/office/drawing/2014/main" id="{0022CAE9-5BBF-9CC9-435E-1D3A37B0C8EA}"/>
                  </a:ext>
                </a:extLst>
              </p:cNvPr>
              <p:cNvSpPr/>
              <p:nvPr/>
            </p:nvSpPr>
            <p:spPr>
              <a:xfrm>
                <a:off x="6659217" y="1416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6" name="Freeform 31325">
                <a:extLst>
                  <a:ext uri="{FF2B5EF4-FFF2-40B4-BE49-F238E27FC236}">
                    <a16:creationId xmlns:a16="http://schemas.microsoft.com/office/drawing/2014/main" id="{82BAEF8F-FAE2-7335-A6FA-01D2569F034C}"/>
                  </a:ext>
                </a:extLst>
              </p:cNvPr>
              <p:cNvSpPr/>
              <p:nvPr/>
            </p:nvSpPr>
            <p:spPr>
              <a:xfrm>
                <a:off x="6659713" y="1342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7" name="Freeform 31326">
                <a:extLst>
                  <a:ext uri="{FF2B5EF4-FFF2-40B4-BE49-F238E27FC236}">
                    <a16:creationId xmlns:a16="http://schemas.microsoft.com/office/drawing/2014/main" id="{5C7266A6-5B0C-CF9C-D47E-853884B09039}"/>
                  </a:ext>
                </a:extLst>
              </p:cNvPr>
              <p:cNvSpPr/>
              <p:nvPr/>
            </p:nvSpPr>
            <p:spPr>
              <a:xfrm>
                <a:off x="6660209" y="1353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8" name="Freeform 31327">
                <a:extLst>
                  <a:ext uri="{FF2B5EF4-FFF2-40B4-BE49-F238E27FC236}">
                    <a16:creationId xmlns:a16="http://schemas.microsoft.com/office/drawing/2014/main" id="{0AC20E09-3B5B-EE77-5CBB-A08F61991D62}"/>
                  </a:ext>
                </a:extLst>
              </p:cNvPr>
              <p:cNvSpPr/>
              <p:nvPr/>
            </p:nvSpPr>
            <p:spPr>
              <a:xfrm>
                <a:off x="6660805" y="1308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9" name="Freeform 31328">
                <a:extLst>
                  <a:ext uri="{FF2B5EF4-FFF2-40B4-BE49-F238E27FC236}">
                    <a16:creationId xmlns:a16="http://schemas.microsoft.com/office/drawing/2014/main" id="{B45EB068-723D-F48C-E983-97F8BB941D20}"/>
                  </a:ext>
                </a:extLst>
              </p:cNvPr>
              <p:cNvSpPr/>
              <p:nvPr/>
            </p:nvSpPr>
            <p:spPr>
              <a:xfrm>
                <a:off x="6661301" y="1774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0" name="Freeform 31329">
                <a:extLst>
                  <a:ext uri="{FF2B5EF4-FFF2-40B4-BE49-F238E27FC236}">
                    <a16:creationId xmlns:a16="http://schemas.microsoft.com/office/drawing/2014/main" id="{00BD8BFE-B9F8-C218-2E58-1749700122FD}"/>
                  </a:ext>
                </a:extLst>
              </p:cNvPr>
              <p:cNvSpPr/>
              <p:nvPr/>
            </p:nvSpPr>
            <p:spPr>
              <a:xfrm>
                <a:off x="6661797" y="1965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1" name="Freeform 31330">
                <a:extLst>
                  <a:ext uri="{FF2B5EF4-FFF2-40B4-BE49-F238E27FC236}">
                    <a16:creationId xmlns:a16="http://schemas.microsoft.com/office/drawing/2014/main" id="{AFEEE57F-A569-2E20-6B2D-B2746AE9E409}"/>
                  </a:ext>
                </a:extLst>
              </p:cNvPr>
              <p:cNvSpPr/>
              <p:nvPr/>
            </p:nvSpPr>
            <p:spPr>
              <a:xfrm>
                <a:off x="6662392" y="2001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2" name="Freeform 31331">
                <a:extLst>
                  <a:ext uri="{FF2B5EF4-FFF2-40B4-BE49-F238E27FC236}">
                    <a16:creationId xmlns:a16="http://schemas.microsoft.com/office/drawing/2014/main" id="{013DE3B9-1E66-6389-CC4E-47FF16188F66}"/>
                  </a:ext>
                </a:extLst>
              </p:cNvPr>
              <p:cNvSpPr/>
              <p:nvPr/>
            </p:nvSpPr>
            <p:spPr>
              <a:xfrm>
                <a:off x="6662888" y="2011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3" name="Freeform 31332">
                <a:extLst>
                  <a:ext uri="{FF2B5EF4-FFF2-40B4-BE49-F238E27FC236}">
                    <a16:creationId xmlns:a16="http://schemas.microsoft.com/office/drawing/2014/main" id="{271BF3BB-8EE4-3B47-A8D2-421B8D730C08}"/>
                  </a:ext>
                </a:extLst>
              </p:cNvPr>
              <p:cNvSpPr/>
              <p:nvPr/>
            </p:nvSpPr>
            <p:spPr>
              <a:xfrm>
                <a:off x="6663384" y="2023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4" name="Freeform 31333">
                <a:extLst>
                  <a:ext uri="{FF2B5EF4-FFF2-40B4-BE49-F238E27FC236}">
                    <a16:creationId xmlns:a16="http://schemas.microsoft.com/office/drawing/2014/main" id="{EDDF7DF4-08CE-EF67-8B05-8CB3278DB1EF}"/>
                  </a:ext>
                </a:extLst>
              </p:cNvPr>
              <p:cNvSpPr/>
              <p:nvPr/>
            </p:nvSpPr>
            <p:spPr>
              <a:xfrm>
                <a:off x="6663980" y="2024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5" name="Freeform 31334">
                <a:extLst>
                  <a:ext uri="{FF2B5EF4-FFF2-40B4-BE49-F238E27FC236}">
                    <a16:creationId xmlns:a16="http://schemas.microsoft.com/office/drawing/2014/main" id="{51A409F6-7A88-E4CA-8C9E-ED83BEE27AF2}"/>
                  </a:ext>
                </a:extLst>
              </p:cNvPr>
              <p:cNvSpPr/>
              <p:nvPr/>
            </p:nvSpPr>
            <p:spPr>
              <a:xfrm>
                <a:off x="6664476" y="2032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6" name="Freeform 31335">
                <a:extLst>
                  <a:ext uri="{FF2B5EF4-FFF2-40B4-BE49-F238E27FC236}">
                    <a16:creationId xmlns:a16="http://schemas.microsoft.com/office/drawing/2014/main" id="{5F30C4FA-EFEF-D878-ED8E-66ADFFAB1080}"/>
                  </a:ext>
                </a:extLst>
              </p:cNvPr>
              <p:cNvSpPr/>
              <p:nvPr/>
            </p:nvSpPr>
            <p:spPr>
              <a:xfrm>
                <a:off x="6664972" y="2033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7" name="Freeform 31336">
                <a:extLst>
                  <a:ext uri="{FF2B5EF4-FFF2-40B4-BE49-F238E27FC236}">
                    <a16:creationId xmlns:a16="http://schemas.microsoft.com/office/drawing/2014/main" id="{5CBA7FEE-BA22-BC6E-576D-25B571CB91AB}"/>
                  </a:ext>
                </a:extLst>
              </p:cNvPr>
              <p:cNvSpPr/>
              <p:nvPr/>
            </p:nvSpPr>
            <p:spPr>
              <a:xfrm>
                <a:off x="6665567" y="203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8" name="Freeform 31337">
                <a:extLst>
                  <a:ext uri="{FF2B5EF4-FFF2-40B4-BE49-F238E27FC236}">
                    <a16:creationId xmlns:a16="http://schemas.microsoft.com/office/drawing/2014/main" id="{717EFE88-38BE-5DB9-FFFD-251CAD69BC96}"/>
                  </a:ext>
                </a:extLst>
              </p:cNvPr>
              <p:cNvSpPr/>
              <p:nvPr/>
            </p:nvSpPr>
            <p:spPr>
              <a:xfrm>
                <a:off x="6666063" y="2038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9" name="Freeform 31338">
                <a:extLst>
                  <a:ext uri="{FF2B5EF4-FFF2-40B4-BE49-F238E27FC236}">
                    <a16:creationId xmlns:a16="http://schemas.microsoft.com/office/drawing/2014/main" id="{9AB350EC-FAD5-AD63-3181-EB2523E53012}"/>
                  </a:ext>
                </a:extLst>
              </p:cNvPr>
              <p:cNvSpPr/>
              <p:nvPr/>
            </p:nvSpPr>
            <p:spPr>
              <a:xfrm>
                <a:off x="6666559" y="202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0" name="Freeform 31339">
                <a:extLst>
                  <a:ext uri="{FF2B5EF4-FFF2-40B4-BE49-F238E27FC236}">
                    <a16:creationId xmlns:a16="http://schemas.microsoft.com/office/drawing/2014/main" id="{EE930B27-6A6C-2F0A-C3ED-4A1A7DE5491E}"/>
                  </a:ext>
                </a:extLst>
              </p:cNvPr>
              <p:cNvSpPr/>
              <p:nvPr/>
            </p:nvSpPr>
            <p:spPr>
              <a:xfrm>
                <a:off x="6667155" y="1993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1" name="Freeform 31340">
                <a:extLst>
                  <a:ext uri="{FF2B5EF4-FFF2-40B4-BE49-F238E27FC236}">
                    <a16:creationId xmlns:a16="http://schemas.microsoft.com/office/drawing/2014/main" id="{D4399CF6-B52D-34A9-BA95-D8630AD3F848}"/>
                  </a:ext>
                </a:extLst>
              </p:cNvPr>
              <p:cNvSpPr/>
              <p:nvPr/>
            </p:nvSpPr>
            <p:spPr>
              <a:xfrm>
                <a:off x="6667651" y="1742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2" name="Freeform 31341">
                <a:extLst>
                  <a:ext uri="{FF2B5EF4-FFF2-40B4-BE49-F238E27FC236}">
                    <a16:creationId xmlns:a16="http://schemas.microsoft.com/office/drawing/2014/main" id="{6BE87225-80E8-735B-4C4A-218329A07754}"/>
                  </a:ext>
                </a:extLst>
              </p:cNvPr>
              <p:cNvSpPr/>
              <p:nvPr/>
            </p:nvSpPr>
            <p:spPr>
              <a:xfrm>
                <a:off x="6668147" y="1303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3" name="Freeform 31342">
                <a:extLst>
                  <a:ext uri="{FF2B5EF4-FFF2-40B4-BE49-F238E27FC236}">
                    <a16:creationId xmlns:a16="http://schemas.microsoft.com/office/drawing/2014/main" id="{DA9B0E74-DCDA-0D18-DF72-3B7024CDF3E5}"/>
                  </a:ext>
                </a:extLst>
              </p:cNvPr>
              <p:cNvSpPr/>
              <p:nvPr/>
            </p:nvSpPr>
            <p:spPr>
              <a:xfrm>
                <a:off x="6668742" y="1393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4" name="Freeform 31343">
                <a:extLst>
                  <a:ext uri="{FF2B5EF4-FFF2-40B4-BE49-F238E27FC236}">
                    <a16:creationId xmlns:a16="http://schemas.microsoft.com/office/drawing/2014/main" id="{124DA03B-95F3-34D8-7C1B-C45D075D784E}"/>
                  </a:ext>
                </a:extLst>
              </p:cNvPr>
              <p:cNvSpPr/>
              <p:nvPr/>
            </p:nvSpPr>
            <p:spPr>
              <a:xfrm>
                <a:off x="6669238" y="1520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5" name="Freeform 31344">
                <a:extLst>
                  <a:ext uri="{FF2B5EF4-FFF2-40B4-BE49-F238E27FC236}">
                    <a16:creationId xmlns:a16="http://schemas.microsoft.com/office/drawing/2014/main" id="{4C883FDE-AA0D-B5FC-C534-1F68156AAF96}"/>
                  </a:ext>
                </a:extLst>
              </p:cNvPr>
              <p:cNvSpPr/>
              <p:nvPr/>
            </p:nvSpPr>
            <p:spPr>
              <a:xfrm>
                <a:off x="6669734" y="1504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6" name="Freeform 31345">
                <a:extLst>
                  <a:ext uri="{FF2B5EF4-FFF2-40B4-BE49-F238E27FC236}">
                    <a16:creationId xmlns:a16="http://schemas.microsoft.com/office/drawing/2014/main" id="{10B13661-DC79-A29B-60B7-B37C17C0C767}"/>
                  </a:ext>
                </a:extLst>
              </p:cNvPr>
              <p:cNvSpPr/>
              <p:nvPr/>
            </p:nvSpPr>
            <p:spPr>
              <a:xfrm>
                <a:off x="6670230" y="1458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7" name="Freeform 31346">
                <a:extLst>
                  <a:ext uri="{FF2B5EF4-FFF2-40B4-BE49-F238E27FC236}">
                    <a16:creationId xmlns:a16="http://schemas.microsoft.com/office/drawing/2014/main" id="{A011CE04-25F9-02FE-3571-2BB6A89605BA}"/>
                  </a:ext>
                </a:extLst>
              </p:cNvPr>
              <p:cNvSpPr/>
              <p:nvPr/>
            </p:nvSpPr>
            <p:spPr>
              <a:xfrm>
                <a:off x="6670826" y="1534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8" name="Freeform 31347">
                <a:extLst>
                  <a:ext uri="{FF2B5EF4-FFF2-40B4-BE49-F238E27FC236}">
                    <a16:creationId xmlns:a16="http://schemas.microsoft.com/office/drawing/2014/main" id="{EF455A5C-EDAE-11A8-968E-C6A321D3E5F5}"/>
                  </a:ext>
                </a:extLst>
              </p:cNvPr>
              <p:cNvSpPr/>
              <p:nvPr/>
            </p:nvSpPr>
            <p:spPr>
              <a:xfrm>
                <a:off x="6671322" y="1579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9" name="Freeform 31348">
                <a:extLst>
                  <a:ext uri="{FF2B5EF4-FFF2-40B4-BE49-F238E27FC236}">
                    <a16:creationId xmlns:a16="http://schemas.microsoft.com/office/drawing/2014/main" id="{5CB5A16A-ED48-01E5-227B-2F7FF5D6034A}"/>
                  </a:ext>
                </a:extLst>
              </p:cNvPr>
              <p:cNvSpPr/>
              <p:nvPr/>
            </p:nvSpPr>
            <p:spPr>
              <a:xfrm>
                <a:off x="6671818" y="1491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0" name="Freeform 31349">
                <a:extLst>
                  <a:ext uri="{FF2B5EF4-FFF2-40B4-BE49-F238E27FC236}">
                    <a16:creationId xmlns:a16="http://schemas.microsoft.com/office/drawing/2014/main" id="{90C210D0-968D-734C-D417-3D53490BE91C}"/>
                  </a:ext>
                </a:extLst>
              </p:cNvPr>
              <p:cNvSpPr/>
              <p:nvPr/>
            </p:nvSpPr>
            <p:spPr>
              <a:xfrm>
                <a:off x="6672413" y="1530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1" name="Freeform 31350">
                <a:extLst>
                  <a:ext uri="{FF2B5EF4-FFF2-40B4-BE49-F238E27FC236}">
                    <a16:creationId xmlns:a16="http://schemas.microsoft.com/office/drawing/2014/main" id="{9B8B159D-4600-9743-D3BF-BC6E9B5912A6}"/>
                  </a:ext>
                </a:extLst>
              </p:cNvPr>
              <p:cNvSpPr/>
              <p:nvPr/>
            </p:nvSpPr>
            <p:spPr>
              <a:xfrm>
                <a:off x="6672909" y="1488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2" name="Freeform 31351">
                <a:extLst>
                  <a:ext uri="{FF2B5EF4-FFF2-40B4-BE49-F238E27FC236}">
                    <a16:creationId xmlns:a16="http://schemas.microsoft.com/office/drawing/2014/main" id="{2B7A4001-D534-6FED-BAB2-1F0534AAD721}"/>
                  </a:ext>
                </a:extLst>
              </p:cNvPr>
              <p:cNvSpPr/>
              <p:nvPr/>
            </p:nvSpPr>
            <p:spPr>
              <a:xfrm>
                <a:off x="6673405" y="1464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3" name="Freeform 31352">
                <a:extLst>
                  <a:ext uri="{FF2B5EF4-FFF2-40B4-BE49-F238E27FC236}">
                    <a16:creationId xmlns:a16="http://schemas.microsoft.com/office/drawing/2014/main" id="{82D47F88-D7AB-E832-AC53-2C9383277598}"/>
                  </a:ext>
                </a:extLst>
              </p:cNvPr>
              <p:cNvSpPr/>
              <p:nvPr/>
            </p:nvSpPr>
            <p:spPr>
              <a:xfrm>
                <a:off x="6674001" y="1857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4" name="Freeform 31353">
                <a:extLst>
                  <a:ext uri="{FF2B5EF4-FFF2-40B4-BE49-F238E27FC236}">
                    <a16:creationId xmlns:a16="http://schemas.microsoft.com/office/drawing/2014/main" id="{B4B2D423-C193-56E9-8241-6800B8DE28A0}"/>
                  </a:ext>
                </a:extLst>
              </p:cNvPr>
              <p:cNvSpPr/>
              <p:nvPr/>
            </p:nvSpPr>
            <p:spPr>
              <a:xfrm>
                <a:off x="6674497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5" name="Freeform 31354">
                <a:extLst>
                  <a:ext uri="{FF2B5EF4-FFF2-40B4-BE49-F238E27FC236}">
                    <a16:creationId xmlns:a16="http://schemas.microsoft.com/office/drawing/2014/main" id="{DD65B411-89AF-0494-377D-AAF6040B758C}"/>
                  </a:ext>
                </a:extLst>
              </p:cNvPr>
              <p:cNvSpPr/>
              <p:nvPr/>
            </p:nvSpPr>
            <p:spPr>
              <a:xfrm>
                <a:off x="6674993" y="2054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6" name="Freeform 31355">
                <a:extLst>
                  <a:ext uri="{FF2B5EF4-FFF2-40B4-BE49-F238E27FC236}">
                    <a16:creationId xmlns:a16="http://schemas.microsoft.com/office/drawing/2014/main" id="{A1D259D9-9E23-6CE4-BF59-2B5152F74535}"/>
                  </a:ext>
                </a:extLst>
              </p:cNvPr>
              <p:cNvSpPr/>
              <p:nvPr/>
            </p:nvSpPr>
            <p:spPr>
              <a:xfrm>
                <a:off x="6675588" y="2063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7" name="Freeform 31356">
                <a:extLst>
                  <a:ext uri="{FF2B5EF4-FFF2-40B4-BE49-F238E27FC236}">
                    <a16:creationId xmlns:a16="http://schemas.microsoft.com/office/drawing/2014/main" id="{7FB7D483-BFD5-D74E-AB37-DED3338C70B8}"/>
                  </a:ext>
                </a:extLst>
              </p:cNvPr>
              <p:cNvSpPr/>
              <p:nvPr/>
            </p:nvSpPr>
            <p:spPr>
              <a:xfrm>
                <a:off x="6676084" y="2066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8" name="Freeform 31357">
                <a:extLst>
                  <a:ext uri="{FF2B5EF4-FFF2-40B4-BE49-F238E27FC236}">
                    <a16:creationId xmlns:a16="http://schemas.microsoft.com/office/drawing/2014/main" id="{660A6C7C-941A-5187-2882-C7E16611336A}"/>
                  </a:ext>
                </a:extLst>
              </p:cNvPr>
              <p:cNvSpPr/>
              <p:nvPr/>
            </p:nvSpPr>
            <p:spPr>
              <a:xfrm>
                <a:off x="6676580" y="2077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9" name="Freeform 31358">
                <a:extLst>
                  <a:ext uri="{FF2B5EF4-FFF2-40B4-BE49-F238E27FC236}">
                    <a16:creationId xmlns:a16="http://schemas.microsoft.com/office/drawing/2014/main" id="{2CFB71AA-252D-252F-167B-3EE07379873A}"/>
                  </a:ext>
                </a:extLst>
              </p:cNvPr>
              <p:cNvSpPr/>
              <p:nvPr/>
            </p:nvSpPr>
            <p:spPr>
              <a:xfrm>
                <a:off x="6677176" y="208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0" name="Freeform 31359">
                <a:extLst>
                  <a:ext uri="{FF2B5EF4-FFF2-40B4-BE49-F238E27FC236}">
                    <a16:creationId xmlns:a16="http://schemas.microsoft.com/office/drawing/2014/main" id="{17EAB670-D586-3529-E026-0DD40969DA1C}"/>
                  </a:ext>
                </a:extLst>
              </p:cNvPr>
              <p:cNvSpPr/>
              <p:nvPr/>
            </p:nvSpPr>
            <p:spPr>
              <a:xfrm>
                <a:off x="6677672" y="2099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1" name="Freeform 31360">
                <a:extLst>
                  <a:ext uri="{FF2B5EF4-FFF2-40B4-BE49-F238E27FC236}">
                    <a16:creationId xmlns:a16="http://schemas.microsoft.com/office/drawing/2014/main" id="{C9351F83-1FB3-D3D4-D088-48D0012A8A81}"/>
                  </a:ext>
                </a:extLst>
              </p:cNvPr>
              <p:cNvSpPr/>
              <p:nvPr/>
            </p:nvSpPr>
            <p:spPr>
              <a:xfrm>
                <a:off x="6678168" y="210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2" name="Freeform 31361">
                <a:extLst>
                  <a:ext uri="{FF2B5EF4-FFF2-40B4-BE49-F238E27FC236}">
                    <a16:creationId xmlns:a16="http://schemas.microsoft.com/office/drawing/2014/main" id="{BD111F19-10AB-2E98-92F9-8F17087E8177}"/>
                  </a:ext>
                </a:extLst>
              </p:cNvPr>
              <p:cNvSpPr/>
              <p:nvPr/>
            </p:nvSpPr>
            <p:spPr>
              <a:xfrm>
                <a:off x="6678763" y="21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3" name="Freeform 31362">
                <a:extLst>
                  <a:ext uri="{FF2B5EF4-FFF2-40B4-BE49-F238E27FC236}">
                    <a16:creationId xmlns:a16="http://schemas.microsoft.com/office/drawing/2014/main" id="{4172C838-E0C2-4044-AA82-0EDA9AFE2FF1}"/>
                  </a:ext>
                </a:extLst>
              </p:cNvPr>
              <p:cNvSpPr/>
              <p:nvPr/>
            </p:nvSpPr>
            <p:spPr>
              <a:xfrm>
                <a:off x="6679259" y="2102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4" name="Freeform 31363">
                <a:extLst>
                  <a:ext uri="{FF2B5EF4-FFF2-40B4-BE49-F238E27FC236}">
                    <a16:creationId xmlns:a16="http://schemas.microsoft.com/office/drawing/2014/main" id="{76A1A504-8F1B-2AF4-0B28-272E8654B8DC}"/>
                  </a:ext>
                </a:extLst>
              </p:cNvPr>
              <p:cNvSpPr/>
              <p:nvPr/>
            </p:nvSpPr>
            <p:spPr>
              <a:xfrm>
                <a:off x="6679755" y="207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5" name="Freeform 31364">
                <a:extLst>
                  <a:ext uri="{FF2B5EF4-FFF2-40B4-BE49-F238E27FC236}">
                    <a16:creationId xmlns:a16="http://schemas.microsoft.com/office/drawing/2014/main" id="{36CF42E5-DD8A-C76C-8FC1-08E257C7EEB0}"/>
                  </a:ext>
                </a:extLst>
              </p:cNvPr>
              <p:cNvSpPr/>
              <p:nvPr/>
            </p:nvSpPr>
            <p:spPr>
              <a:xfrm>
                <a:off x="6680351" y="1817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6" name="Freeform 31365">
                <a:extLst>
                  <a:ext uri="{FF2B5EF4-FFF2-40B4-BE49-F238E27FC236}">
                    <a16:creationId xmlns:a16="http://schemas.microsoft.com/office/drawing/2014/main" id="{89B8199F-B800-5BC6-BB77-8B6BCAB55010}"/>
                  </a:ext>
                </a:extLst>
              </p:cNvPr>
              <p:cNvSpPr/>
              <p:nvPr/>
            </p:nvSpPr>
            <p:spPr>
              <a:xfrm>
                <a:off x="6680847" y="1544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7" name="Freeform 31366">
                <a:extLst>
                  <a:ext uri="{FF2B5EF4-FFF2-40B4-BE49-F238E27FC236}">
                    <a16:creationId xmlns:a16="http://schemas.microsoft.com/office/drawing/2014/main" id="{8A659CC1-2B39-B295-214A-DDA8872601B2}"/>
                  </a:ext>
                </a:extLst>
              </p:cNvPr>
              <p:cNvSpPr/>
              <p:nvPr/>
            </p:nvSpPr>
            <p:spPr>
              <a:xfrm>
                <a:off x="6681343" y="1544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8" name="Freeform 31367">
                <a:extLst>
                  <a:ext uri="{FF2B5EF4-FFF2-40B4-BE49-F238E27FC236}">
                    <a16:creationId xmlns:a16="http://schemas.microsoft.com/office/drawing/2014/main" id="{B07737DC-D609-1D97-9BB2-ECAF371B452B}"/>
                  </a:ext>
                </a:extLst>
              </p:cNvPr>
              <p:cNvSpPr/>
              <p:nvPr/>
            </p:nvSpPr>
            <p:spPr>
              <a:xfrm>
                <a:off x="6681839" y="1610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9" name="Freeform 31368">
                <a:extLst>
                  <a:ext uri="{FF2B5EF4-FFF2-40B4-BE49-F238E27FC236}">
                    <a16:creationId xmlns:a16="http://schemas.microsoft.com/office/drawing/2014/main" id="{37AA42AC-B1F4-0931-5758-05FB95698AF2}"/>
                  </a:ext>
                </a:extLst>
              </p:cNvPr>
              <p:cNvSpPr/>
              <p:nvPr/>
            </p:nvSpPr>
            <p:spPr>
              <a:xfrm>
                <a:off x="6682434" y="1628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0" name="Freeform 31369">
                <a:extLst>
                  <a:ext uri="{FF2B5EF4-FFF2-40B4-BE49-F238E27FC236}">
                    <a16:creationId xmlns:a16="http://schemas.microsoft.com/office/drawing/2014/main" id="{1F64D8C0-A78E-C02B-15F5-D479F74705B9}"/>
                  </a:ext>
                </a:extLst>
              </p:cNvPr>
              <p:cNvSpPr/>
              <p:nvPr/>
            </p:nvSpPr>
            <p:spPr>
              <a:xfrm>
                <a:off x="6682930" y="1631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1" name="Freeform 31370">
                <a:extLst>
                  <a:ext uri="{FF2B5EF4-FFF2-40B4-BE49-F238E27FC236}">
                    <a16:creationId xmlns:a16="http://schemas.microsoft.com/office/drawing/2014/main" id="{8C1522B3-F4E9-743E-8498-690111689C8D}"/>
                  </a:ext>
                </a:extLst>
              </p:cNvPr>
              <p:cNvSpPr/>
              <p:nvPr/>
            </p:nvSpPr>
            <p:spPr>
              <a:xfrm>
                <a:off x="6683427" y="1632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2" name="Freeform 31371">
                <a:extLst>
                  <a:ext uri="{FF2B5EF4-FFF2-40B4-BE49-F238E27FC236}">
                    <a16:creationId xmlns:a16="http://schemas.microsoft.com/office/drawing/2014/main" id="{0C40FA61-CB54-D60A-4F47-4A122EA676A4}"/>
                  </a:ext>
                </a:extLst>
              </p:cNvPr>
              <p:cNvSpPr/>
              <p:nvPr/>
            </p:nvSpPr>
            <p:spPr>
              <a:xfrm>
                <a:off x="6684022" y="1598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3" name="Freeform 31372">
                <a:extLst>
                  <a:ext uri="{FF2B5EF4-FFF2-40B4-BE49-F238E27FC236}">
                    <a16:creationId xmlns:a16="http://schemas.microsoft.com/office/drawing/2014/main" id="{71DD31EE-F997-0888-86ED-DF55B5AEC2C1}"/>
                  </a:ext>
                </a:extLst>
              </p:cNvPr>
              <p:cNvSpPr/>
              <p:nvPr/>
            </p:nvSpPr>
            <p:spPr>
              <a:xfrm>
                <a:off x="6684518" y="1555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4" name="Freeform 31373">
                <a:extLst>
                  <a:ext uri="{FF2B5EF4-FFF2-40B4-BE49-F238E27FC236}">
                    <a16:creationId xmlns:a16="http://schemas.microsoft.com/office/drawing/2014/main" id="{59FBB36C-1EB7-3E65-49F4-5B3A9FDDA1CD}"/>
                  </a:ext>
                </a:extLst>
              </p:cNvPr>
              <p:cNvSpPr/>
              <p:nvPr/>
            </p:nvSpPr>
            <p:spPr>
              <a:xfrm>
                <a:off x="6685014" y="1508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5" name="Freeform 31374">
                <a:extLst>
                  <a:ext uri="{FF2B5EF4-FFF2-40B4-BE49-F238E27FC236}">
                    <a16:creationId xmlns:a16="http://schemas.microsoft.com/office/drawing/2014/main" id="{0E8FEF2F-F4CC-BAD9-2F5C-371CC5D0D930}"/>
                  </a:ext>
                </a:extLst>
              </p:cNvPr>
              <p:cNvSpPr/>
              <p:nvPr/>
            </p:nvSpPr>
            <p:spPr>
              <a:xfrm>
                <a:off x="6685609" y="1488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6" name="Freeform 31375">
                <a:extLst>
                  <a:ext uri="{FF2B5EF4-FFF2-40B4-BE49-F238E27FC236}">
                    <a16:creationId xmlns:a16="http://schemas.microsoft.com/office/drawing/2014/main" id="{81B6FA6A-AAFF-B210-211B-EF7A8690C90F}"/>
                  </a:ext>
                </a:extLst>
              </p:cNvPr>
              <p:cNvSpPr/>
              <p:nvPr/>
            </p:nvSpPr>
            <p:spPr>
              <a:xfrm>
                <a:off x="6686105" y="147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7" name="Freeform 31376">
                <a:extLst>
                  <a:ext uri="{FF2B5EF4-FFF2-40B4-BE49-F238E27FC236}">
                    <a16:creationId xmlns:a16="http://schemas.microsoft.com/office/drawing/2014/main" id="{D27370E0-575D-538D-439A-40B00F99CC92}"/>
                  </a:ext>
                </a:extLst>
              </p:cNvPr>
              <p:cNvSpPr/>
              <p:nvPr/>
            </p:nvSpPr>
            <p:spPr>
              <a:xfrm>
                <a:off x="6686602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8" name="Freeform 31377">
                <a:extLst>
                  <a:ext uri="{FF2B5EF4-FFF2-40B4-BE49-F238E27FC236}">
                    <a16:creationId xmlns:a16="http://schemas.microsoft.com/office/drawing/2014/main" id="{CA2F6C05-E5C5-D34D-A76A-D7E5B3333A3E}"/>
                  </a:ext>
                </a:extLst>
              </p:cNvPr>
              <p:cNvSpPr/>
              <p:nvPr/>
            </p:nvSpPr>
            <p:spPr>
              <a:xfrm>
                <a:off x="6687197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9" name="Freeform 31378">
                <a:extLst>
                  <a:ext uri="{FF2B5EF4-FFF2-40B4-BE49-F238E27FC236}">
                    <a16:creationId xmlns:a16="http://schemas.microsoft.com/office/drawing/2014/main" id="{C7B4D9F6-675D-5515-EAB8-D04D1C6E2ECC}"/>
                  </a:ext>
                </a:extLst>
              </p:cNvPr>
              <p:cNvSpPr/>
              <p:nvPr/>
            </p:nvSpPr>
            <p:spPr>
              <a:xfrm>
                <a:off x="6687693" y="2131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0" name="Freeform 31379">
                <a:extLst>
                  <a:ext uri="{FF2B5EF4-FFF2-40B4-BE49-F238E27FC236}">
                    <a16:creationId xmlns:a16="http://schemas.microsoft.com/office/drawing/2014/main" id="{5D575030-8AC7-6E73-B319-8EF792845689}"/>
                  </a:ext>
                </a:extLst>
              </p:cNvPr>
              <p:cNvSpPr/>
              <p:nvPr/>
            </p:nvSpPr>
            <p:spPr>
              <a:xfrm>
                <a:off x="6688189" y="2140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1" name="Freeform 31380">
                <a:extLst>
                  <a:ext uri="{FF2B5EF4-FFF2-40B4-BE49-F238E27FC236}">
                    <a16:creationId xmlns:a16="http://schemas.microsoft.com/office/drawing/2014/main" id="{2F06778D-37B7-8BC8-7579-896048D6CB10}"/>
                  </a:ext>
                </a:extLst>
              </p:cNvPr>
              <p:cNvSpPr/>
              <p:nvPr/>
            </p:nvSpPr>
            <p:spPr>
              <a:xfrm>
                <a:off x="6688784" y="2145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2" name="Freeform 31381">
                <a:extLst>
                  <a:ext uri="{FF2B5EF4-FFF2-40B4-BE49-F238E27FC236}">
                    <a16:creationId xmlns:a16="http://schemas.microsoft.com/office/drawing/2014/main" id="{871406F1-6BC0-067D-9BC3-6FF4C8C8BDA2}"/>
                  </a:ext>
                </a:extLst>
              </p:cNvPr>
              <p:cNvSpPr/>
              <p:nvPr/>
            </p:nvSpPr>
            <p:spPr>
              <a:xfrm>
                <a:off x="6689280" y="2147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3" name="Freeform 31382">
                <a:extLst>
                  <a:ext uri="{FF2B5EF4-FFF2-40B4-BE49-F238E27FC236}">
                    <a16:creationId xmlns:a16="http://schemas.microsoft.com/office/drawing/2014/main" id="{4860E9CC-AF2C-0966-123A-59D444BA254B}"/>
                  </a:ext>
                </a:extLst>
              </p:cNvPr>
              <p:cNvSpPr/>
              <p:nvPr/>
            </p:nvSpPr>
            <p:spPr>
              <a:xfrm>
                <a:off x="6689777" y="214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4" name="Freeform 31383">
                <a:extLst>
                  <a:ext uri="{FF2B5EF4-FFF2-40B4-BE49-F238E27FC236}">
                    <a16:creationId xmlns:a16="http://schemas.microsoft.com/office/drawing/2014/main" id="{D99D42E1-E895-5F21-E8EB-519D40358950}"/>
                  </a:ext>
                </a:extLst>
              </p:cNvPr>
              <p:cNvSpPr/>
              <p:nvPr/>
            </p:nvSpPr>
            <p:spPr>
              <a:xfrm>
                <a:off x="6690372" y="2143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5" name="Freeform 31384">
                <a:extLst>
                  <a:ext uri="{FF2B5EF4-FFF2-40B4-BE49-F238E27FC236}">
                    <a16:creationId xmlns:a16="http://schemas.microsoft.com/office/drawing/2014/main" id="{271ED9EA-20B0-83B6-624C-ED536D9EBD62}"/>
                  </a:ext>
                </a:extLst>
              </p:cNvPr>
              <p:cNvSpPr/>
              <p:nvPr/>
            </p:nvSpPr>
            <p:spPr>
              <a:xfrm>
                <a:off x="6690868" y="2144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6" name="Freeform 31385">
                <a:extLst>
                  <a:ext uri="{FF2B5EF4-FFF2-40B4-BE49-F238E27FC236}">
                    <a16:creationId xmlns:a16="http://schemas.microsoft.com/office/drawing/2014/main" id="{3F45144F-FA2B-7E06-B341-EE4BBB86BB1B}"/>
                  </a:ext>
                </a:extLst>
              </p:cNvPr>
              <p:cNvSpPr/>
              <p:nvPr/>
            </p:nvSpPr>
            <p:spPr>
              <a:xfrm>
                <a:off x="6691364" y="2144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7" name="Freeform 31386">
                <a:extLst>
                  <a:ext uri="{FF2B5EF4-FFF2-40B4-BE49-F238E27FC236}">
                    <a16:creationId xmlns:a16="http://schemas.microsoft.com/office/drawing/2014/main" id="{6177B2FA-C259-FD1F-FDDC-434D668F633D}"/>
                  </a:ext>
                </a:extLst>
              </p:cNvPr>
              <p:cNvSpPr/>
              <p:nvPr/>
            </p:nvSpPr>
            <p:spPr>
              <a:xfrm>
                <a:off x="6691959" y="2137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8" name="Freeform 31387">
                <a:extLst>
                  <a:ext uri="{FF2B5EF4-FFF2-40B4-BE49-F238E27FC236}">
                    <a16:creationId xmlns:a16="http://schemas.microsoft.com/office/drawing/2014/main" id="{2E6E0690-4F35-9F36-A2B3-96D728702F16}"/>
                  </a:ext>
                </a:extLst>
              </p:cNvPr>
              <p:cNvSpPr/>
              <p:nvPr/>
            </p:nvSpPr>
            <p:spPr>
              <a:xfrm>
                <a:off x="6692455" y="21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9" name="Freeform 31388">
                <a:extLst>
                  <a:ext uri="{FF2B5EF4-FFF2-40B4-BE49-F238E27FC236}">
                    <a16:creationId xmlns:a16="http://schemas.microsoft.com/office/drawing/2014/main" id="{E5FE4112-D8B5-3330-A565-8E4E54140CED}"/>
                  </a:ext>
                </a:extLst>
              </p:cNvPr>
              <p:cNvSpPr/>
              <p:nvPr/>
            </p:nvSpPr>
            <p:spPr>
              <a:xfrm>
                <a:off x="6692952" y="1897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0" name="Freeform 31389">
                <a:extLst>
                  <a:ext uri="{FF2B5EF4-FFF2-40B4-BE49-F238E27FC236}">
                    <a16:creationId xmlns:a16="http://schemas.microsoft.com/office/drawing/2014/main" id="{12864ED9-7B59-5881-C8B0-8F9A53FF5E6D}"/>
                  </a:ext>
                </a:extLst>
              </p:cNvPr>
              <p:cNvSpPr/>
              <p:nvPr/>
            </p:nvSpPr>
            <p:spPr>
              <a:xfrm>
                <a:off x="6693547" y="1586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1" name="Freeform 31390">
                <a:extLst>
                  <a:ext uri="{FF2B5EF4-FFF2-40B4-BE49-F238E27FC236}">
                    <a16:creationId xmlns:a16="http://schemas.microsoft.com/office/drawing/2014/main" id="{F71AD77C-A60D-E33B-00FF-8C2550637E2E}"/>
                  </a:ext>
                </a:extLst>
              </p:cNvPr>
              <p:cNvSpPr/>
              <p:nvPr/>
            </p:nvSpPr>
            <p:spPr>
              <a:xfrm>
                <a:off x="6694043" y="1640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2" name="Freeform 31391">
                <a:extLst>
                  <a:ext uri="{FF2B5EF4-FFF2-40B4-BE49-F238E27FC236}">
                    <a16:creationId xmlns:a16="http://schemas.microsoft.com/office/drawing/2014/main" id="{CEAAE086-A36D-A9F6-0046-D9A28627D1FD}"/>
                  </a:ext>
                </a:extLst>
              </p:cNvPr>
              <p:cNvSpPr/>
              <p:nvPr/>
            </p:nvSpPr>
            <p:spPr>
              <a:xfrm>
                <a:off x="6694539" y="1638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3" name="Freeform 31392">
                <a:extLst>
                  <a:ext uri="{FF2B5EF4-FFF2-40B4-BE49-F238E27FC236}">
                    <a16:creationId xmlns:a16="http://schemas.microsoft.com/office/drawing/2014/main" id="{42D3572F-F99D-7AC8-0FAD-DFEC427936B7}"/>
                  </a:ext>
                </a:extLst>
              </p:cNvPr>
              <p:cNvSpPr/>
              <p:nvPr/>
            </p:nvSpPr>
            <p:spPr>
              <a:xfrm>
                <a:off x="6695035" y="1575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4" name="Freeform 31393">
                <a:extLst>
                  <a:ext uri="{FF2B5EF4-FFF2-40B4-BE49-F238E27FC236}">
                    <a16:creationId xmlns:a16="http://schemas.microsoft.com/office/drawing/2014/main" id="{CB03E3D2-D8A5-B558-DE85-12EA4B02B1E7}"/>
                  </a:ext>
                </a:extLst>
              </p:cNvPr>
              <p:cNvSpPr/>
              <p:nvPr/>
            </p:nvSpPr>
            <p:spPr>
              <a:xfrm>
                <a:off x="6695630" y="1543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5" name="Freeform 31394">
                <a:extLst>
                  <a:ext uri="{FF2B5EF4-FFF2-40B4-BE49-F238E27FC236}">
                    <a16:creationId xmlns:a16="http://schemas.microsoft.com/office/drawing/2014/main" id="{8D33944A-A2E7-B517-8503-7FAFEECE4CB6}"/>
                  </a:ext>
                </a:extLst>
              </p:cNvPr>
              <p:cNvSpPr/>
              <p:nvPr/>
            </p:nvSpPr>
            <p:spPr>
              <a:xfrm>
                <a:off x="6696127" y="1505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6" name="Freeform 31395">
                <a:extLst>
                  <a:ext uri="{FF2B5EF4-FFF2-40B4-BE49-F238E27FC236}">
                    <a16:creationId xmlns:a16="http://schemas.microsoft.com/office/drawing/2014/main" id="{67ADB57F-4409-0BC8-E28C-2EDAF17513DC}"/>
                  </a:ext>
                </a:extLst>
              </p:cNvPr>
              <p:cNvSpPr/>
              <p:nvPr/>
            </p:nvSpPr>
            <p:spPr>
              <a:xfrm>
                <a:off x="6696623" y="1575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7" name="Freeform 31396">
                <a:extLst>
                  <a:ext uri="{FF2B5EF4-FFF2-40B4-BE49-F238E27FC236}">
                    <a16:creationId xmlns:a16="http://schemas.microsoft.com/office/drawing/2014/main" id="{BE6DBCAF-82D6-4604-4DAB-77AF346A9F95}"/>
                  </a:ext>
                </a:extLst>
              </p:cNvPr>
              <p:cNvSpPr/>
              <p:nvPr/>
            </p:nvSpPr>
            <p:spPr>
              <a:xfrm>
                <a:off x="6697218" y="1559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8" name="Freeform 31397">
                <a:extLst>
                  <a:ext uri="{FF2B5EF4-FFF2-40B4-BE49-F238E27FC236}">
                    <a16:creationId xmlns:a16="http://schemas.microsoft.com/office/drawing/2014/main" id="{680E8F1B-6FD0-0A64-AE16-680BA9090361}"/>
                  </a:ext>
                </a:extLst>
              </p:cNvPr>
              <p:cNvSpPr/>
              <p:nvPr/>
            </p:nvSpPr>
            <p:spPr>
              <a:xfrm>
                <a:off x="6697714" y="1491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9" name="Freeform 31398">
                <a:extLst>
                  <a:ext uri="{FF2B5EF4-FFF2-40B4-BE49-F238E27FC236}">
                    <a16:creationId xmlns:a16="http://schemas.microsoft.com/office/drawing/2014/main" id="{9EB94EBE-9C52-F4F8-B8E6-E58754BFFE3D}"/>
                  </a:ext>
                </a:extLst>
              </p:cNvPr>
              <p:cNvSpPr/>
              <p:nvPr/>
            </p:nvSpPr>
            <p:spPr>
              <a:xfrm>
                <a:off x="6698210" y="1488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0" name="Freeform 31399">
                <a:extLst>
                  <a:ext uri="{FF2B5EF4-FFF2-40B4-BE49-F238E27FC236}">
                    <a16:creationId xmlns:a16="http://schemas.microsoft.com/office/drawing/2014/main" id="{AB907D0E-642D-F3C0-B521-0F94A9EF45C5}"/>
                  </a:ext>
                </a:extLst>
              </p:cNvPr>
              <p:cNvSpPr/>
              <p:nvPr/>
            </p:nvSpPr>
            <p:spPr>
              <a:xfrm>
                <a:off x="6698805" y="1464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1" name="Freeform 31400">
                <a:extLst>
                  <a:ext uri="{FF2B5EF4-FFF2-40B4-BE49-F238E27FC236}">
                    <a16:creationId xmlns:a16="http://schemas.microsoft.com/office/drawing/2014/main" id="{76D51883-9413-61DA-D239-ABF6770482A6}"/>
                  </a:ext>
                </a:extLst>
              </p:cNvPr>
              <p:cNvSpPr/>
              <p:nvPr/>
            </p:nvSpPr>
            <p:spPr>
              <a:xfrm>
                <a:off x="6699302" y="1841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2" name="Freeform 31401">
                <a:extLst>
                  <a:ext uri="{FF2B5EF4-FFF2-40B4-BE49-F238E27FC236}">
                    <a16:creationId xmlns:a16="http://schemas.microsoft.com/office/drawing/2014/main" id="{81B8F314-6F7E-998B-FD0A-7ABE64CEFC47}"/>
                  </a:ext>
                </a:extLst>
              </p:cNvPr>
              <p:cNvSpPr/>
              <p:nvPr/>
            </p:nvSpPr>
            <p:spPr>
              <a:xfrm>
                <a:off x="6699798" y="2011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3" name="Freeform 31402">
                <a:extLst>
                  <a:ext uri="{FF2B5EF4-FFF2-40B4-BE49-F238E27FC236}">
                    <a16:creationId xmlns:a16="http://schemas.microsoft.com/office/drawing/2014/main" id="{9B2A9734-9D6F-3552-7580-2F050A5CA6E6}"/>
                  </a:ext>
                </a:extLst>
              </p:cNvPr>
              <p:cNvSpPr/>
              <p:nvPr/>
            </p:nvSpPr>
            <p:spPr>
              <a:xfrm>
                <a:off x="6700393" y="2052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4" name="Freeform 31403">
                <a:extLst>
                  <a:ext uri="{FF2B5EF4-FFF2-40B4-BE49-F238E27FC236}">
                    <a16:creationId xmlns:a16="http://schemas.microsoft.com/office/drawing/2014/main" id="{B9CFDDE7-CE71-3B6A-82B1-07FFF95452F8}"/>
                  </a:ext>
                </a:extLst>
              </p:cNvPr>
              <p:cNvSpPr/>
              <p:nvPr/>
            </p:nvSpPr>
            <p:spPr>
              <a:xfrm>
                <a:off x="6700889" y="2072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5" name="Freeform 31404">
                <a:extLst>
                  <a:ext uri="{FF2B5EF4-FFF2-40B4-BE49-F238E27FC236}">
                    <a16:creationId xmlns:a16="http://schemas.microsoft.com/office/drawing/2014/main" id="{60F3BAED-39D5-D7F0-4794-C894F8C024B9}"/>
                  </a:ext>
                </a:extLst>
              </p:cNvPr>
              <p:cNvSpPr/>
              <p:nvPr/>
            </p:nvSpPr>
            <p:spPr>
              <a:xfrm>
                <a:off x="6701385" y="2076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6" name="Freeform 31405">
                <a:extLst>
                  <a:ext uri="{FF2B5EF4-FFF2-40B4-BE49-F238E27FC236}">
                    <a16:creationId xmlns:a16="http://schemas.microsoft.com/office/drawing/2014/main" id="{7A5F50D8-CF4F-FBCA-732F-9D0855BB6685}"/>
                  </a:ext>
                </a:extLst>
              </p:cNvPr>
              <p:cNvSpPr/>
              <p:nvPr/>
            </p:nvSpPr>
            <p:spPr>
              <a:xfrm>
                <a:off x="6701980" y="207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7" name="Freeform 31406">
                <a:extLst>
                  <a:ext uri="{FF2B5EF4-FFF2-40B4-BE49-F238E27FC236}">
                    <a16:creationId xmlns:a16="http://schemas.microsoft.com/office/drawing/2014/main" id="{ED28DDA0-C312-43BF-C3C7-83857D39163F}"/>
                  </a:ext>
                </a:extLst>
              </p:cNvPr>
              <p:cNvSpPr/>
              <p:nvPr/>
            </p:nvSpPr>
            <p:spPr>
              <a:xfrm>
                <a:off x="6702477" y="207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8" name="Freeform 31407">
                <a:extLst>
                  <a:ext uri="{FF2B5EF4-FFF2-40B4-BE49-F238E27FC236}">
                    <a16:creationId xmlns:a16="http://schemas.microsoft.com/office/drawing/2014/main" id="{080B7BA9-B2AB-274F-FB3A-8DD1B947D3CC}"/>
                  </a:ext>
                </a:extLst>
              </p:cNvPr>
              <p:cNvSpPr/>
              <p:nvPr/>
            </p:nvSpPr>
            <p:spPr>
              <a:xfrm>
                <a:off x="6702973" y="2076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9" name="Freeform 31408">
                <a:extLst>
                  <a:ext uri="{FF2B5EF4-FFF2-40B4-BE49-F238E27FC236}">
                    <a16:creationId xmlns:a16="http://schemas.microsoft.com/office/drawing/2014/main" id="{7CB6958D-922B-95CB-7A28-47B7047C4051}"/>
                  </a:ext>
                </a:extLst>
              </p:cNvPr>
              <p:cNvSpPr/>
              <p:nvPr/>
            </p:nvSpPr>
            <p:spPr>
              <a:xfrm>
                <a:off x="6703568" y="2080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0" name="Freeform 31409">
                <a:extLst>
                  <a:ext uri="{FF2B5EF4-FFF2-40B4-BE49-F238E27FC236}">
                    <a16:creationId xmlns:a16="http://schemas.microsoft.com/office/drawing/2014/main" id="{C459E8BB-7313-DD04-46F1-A3275FD23528}"/>
                  </a:ext>
                </a:extLst>
              </p:cNvPr>
              <p:cNvSpPr/>
              <p:nvPr/>
            </p:nvSpPr>
            <p:spPr>
              <a:xfrm>
                <a:off x="6704064" y="2078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1" name="Freeform 31410">
                <a:extLst>
                  <a:ext uri="{FF2B5EF4-FFF2-40B4-BE49-F238E27FC236}">
                    <a16:creationId xmlns:a16="http://schemas.microsoft.com/office/drawing/2014/main" id="{99D91E16-E54C-669C-19E5-817690DB0185}"/>
                  </a:ext>
                </a:extLst>
              </p:cNvPr>
              <p:cNvSpPr/>
              <p:nvPr/>
            </p:nvSpPr>
            <p:spPr>
              <a:xfrm>
                <a:off x="6704560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2" name="Freeform 31411">
                <a:extLst>
                  <a:ext uri="{FF2B5EF4-FFF2-40B4-BE49-F238E27FC236}">
                    <a16:creationId xmlns:a16="http://schemas.microsoft.com/office/drawing/2014/main" id="{9ADD5581-02F5-6078-FD20-5EFC22E3C6A9}"/>
                  </a:ext>
                </a:extLst>
              </p:cNvPr>
              <p:cNvSpPr/>
              <p:nvPr/>
            </p:nvSpPr>
            <p:spPr>
              <a:xfrm>
                <a:off x="6705155" y="2051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3" name="Freeform 31412">
                <a:extLst>
                  <a:ext uri="{FF2B5EF4-FFF2-40B4-BE49-F238E27FC236}">
                    <a16:creationId xmlns:a16="http://schemas.microsoft.com/office/drawing/2014/main" id="{46D97039-E0AF-09C5-A818-9B242E093980}"/>
                  </a:ext>
                </a:extLst>
              </p:cNvPr>
              <p:cNvSpPr/>
              <p:nvPr/>
            </p:nvSpPr>
            <p:spPr>
              <a:xfrm>
                <a:off x="6705652" y="1801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4" name="Freeform 31413">
                <a:extLst>
                  <a:ext uri="{FF2B5EF4-FFF2-40B4-BE49-F238E27FC236}">
                    <a16:creationId xmlns:a16="http://schemas.microsoft.com/office/drawing/2014/main" id="{BA0B2012-2A73-45F8-AC35-0705B08C6B96}"/>
                  </a:ext>
                </a:extLst>
              </p:cNvPr>
              <p:cNvSpPr/>
              <p:nvPr/>
            </p:nvSpPr>
            <p:spPr>
              <a:xfrm>
                <a:off x="6706148" y="1585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5" name="Freeform 31414">
                <a:extLst>
                  <a:ext uri="{FF2B5EF4-FFF2-40B4-BE49-F238E27FC236}">
                    <a16:creationId xmlns:a16="http://schemas.microsoft.com/office/drawing/2014/main" id="{71D56FF0-F376-5AB6-8262-3B43A137B2BF}"/>
                  </a:ext>
                </a:extLst>
              </p:cNvPr>
              <p:cNvSpPr/>
              <p:nvPr/>
            </p:nvSpPr>
            <p:spPr>
              <a:xfrm>
                <a:off x="6706644" y="1560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6" name="Freeform 31415">
                <a:extLst>
                  <a:ext uri="{FF2B5EF4-FFF2-40B4-BE49-F238E27FC236}">
                    <a16:creationId xmlns:a16="http://schemas.microsoft.com/office/drawing/2014/main" id="{E4F215BF-3252-EBD5-25CD-873BAFFBA4FE}"/>
                  </a:ext>
                </a:extLst>
              </p:cNvPr>
              <p:cNvSpPr/>
              <p:nvPr/>
            </p:nvSpPr>
            <p:spPr>
              <a:xfrm>
                <a:off x="6707239" y="1563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7" name="Freeform 31416">
                <a:extLst>
                  <a:ext uri="{FF2B5EF4-FFF2-40B4-BE49-F238E27FC236}">
                    <a16:creationId xmlns:a16="http://schemas.microsoft.com/office/drawing/2014/main" id="{CA1D9D82-BCA9-6201-0E7D-1E9914CC6BD8}"/>
                  </a:ext>
                </a:extLst>
              </p:cNvPr>
              <p:cNvSpPr/>
              <p:nvPr/>
            </p:nvSpPr>
            <p:spPr>
              <a:xfrm>
                <a:off x="6707735" y="1500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8" name="Freeform 31417">
                <a:extLst>
                  <a:ext uri="{FF2B5EF4-FFF2-40B4-BE49-F238E27FC236}">
                    <a16:creationId xmlns:a16="http://schemas.microsoft.com/office/drawing/2014/main" id="{9B1D2DBA-C32E-9628-799F-5C6A5761D29A}"/>
                  </a:ext>
                </a:extLst>
              </p:cNvPr>
              <p:cNvSpPr/>
              <p:nvPr/>
            </p:nvSpPr>
            <p:spPr>
              <a:xfrm>
                <a:off x="6708231" y="1437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9" name="Freeform 31418">
                <a:extLst>
                  <a:ext uri="{FF2B5EF4-FFF2-40B4-BE49-F238E27FC236}">
                    <a16:creationId xmlns:a16="http://schemas.microsoft.com/office/drawing/2014/main" id="{F74A9B44-C0F9-7F97-3CA3-9AA308CD8CF8}"/>
                  </a:ext>
                </a:extLst>
              </p:cNvPr>
              <p:cNvSpPr/>
              <p:nvPr/>
            </p:nvSpPr>
            <p:spPr>
              <a:xfrm>
                <a:off x="6708827" y="1415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0" name="Freeform 31419">
                <a:extLst>
                  <a:ext uri="{FF2B5EF4-FFF2-40B4-BE49-F238E27FC236}">
                    <a16:creationId xmlns:a16="http://schemas.microsoft.com/office/drawing/2014/main" id="{005B23B6-CA73-F8F8-AA6C-0BCD0EEB73D1}"/>
                  </a:ext>
                </a:extLst>
              </p:cNvPr>
              <p:cNvSpPr/>
              <p:nvPr/>
            </p:nvSpPr>
            <p:spPr>
              <a:xfrm>
                <a:off x="6709323" y="1470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1" name="Freeform 31420">
                <a:extLst>
                  <a:ext uri="{FF2B5EF4-FFF2-40B4-BE49-F238E27FC236}">
                    <a16:creationId xmlns:a16="http://schemas.microsoft.com/office/drawing/2014/main" id="{D91D3724-3CCB-5088-89C5-38B54F33DEF8}"/>
                  </a:ext>
                </a:extLst>
              </p:cNvPr>
              <p:cNvSpPr/>
              <p:nvPr/>
            </p:nvSpPr>
            <p:spPr>
              <a:xfrm>
                <a:off x="6709819" y="1409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2" name="Freeform 31421">
                <a:extLst>
                  <a:ext uri="{FF2B5EF4-FFF2-40B4-BE49-F238E27FC236}">
                    <a16:creationId xmlns:a16="http://schemas.microsoft.com/office/drawing/2014/main" id="{9C35C589-4193-06FC-45B9-820649E035F7}"/>
                  </a:ext>
                </a:extLst>
              </p:cNvPr>
              <p:cNvSpPr/>
              <p:nvPr/>
            </p:nvSpPr>
            <p:spPr>
              <a:xfrm>
                <a:off x="6710414" y="1401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3" name="Freeform 31422">
                <a:extLst>
                  <a:ext uri="{FF2B5EF4-FFF2-40B4-BE49-F238E27FC236}">
                    <a16:creationId xmlns:a16="http://schemas.microsoft.com/office/drawing/2014/main" id="{9C358BBE-FA0F-A6FC-EE12-CFCACEA68DA4}"/>
                  </a:ext>
                </a:extLst>
              </p:cNvPr>
              <p:cNvSpPr/>
              <p:nvPr/>
            </p:nvSpPr>
            <p:spPr>
              <a:xfrm>
                <a:off x="6710910" y="1406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4" name="Freeform 31423">
                <a:extLst>
                  <a:ext uri="{FF2B5EF4-FFF2-40B4-BE49-F238E27FC236}">
                    <a16:creationId xmlns:a16="http://schemas.microsoft.com/office/drawing/2014/main" id="{CC13A8F6-E950-BDE8-101A-0FC66506C8E0}"/>
                  </a:ext>
                </a:extLst>
              </p:cNvPr>
              <p:cNvSpPr/>
              <p:nvPr/>
            </p:nvSpPr>
            <p:spPr>
              <a:xfrm>
                <a:off x="6711406" y="1454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5" name="Freeform 31424">
                <a:extLst>
                  <a:ext uri="{FF2B5EF4-FFF2-40B4-BE49-F238E27FC236}">
                    <a16:creationId xmlns:a16="http://schemas.microsoft.com/office/drawing/2014/main" id="{29DB3B40-2396-8D7A-8FA4-090518CFFEF8}"/>
                  </a:ext>
                </a:extLst>
              </p:cNvPr>
              <p:cNvSpPr/>
              <p:nvPr/>
            </p:nvSpPr>
            <p:spPr>
              <a:xfrm>
                <a:off x="6712002" y="1655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6" name="Freeform 31425">
                <a:extLst>
                  <a:ext uri="{FF2B5EF4-FFF2-40B4-BE49-F238E27FC236}">
                    <a16:creationId xmlns:a16="http://schemas.microsoft.com/office/drawing/2014/main" id="{9906B998-723C-D7D8-EA9B-712EA9B9E169}"/>
                  </a:ext>
                </a:extLst>
              </p:cNvPr>
              <p:cNvSpPr/>
              <p:nvPr/>
            </p:nvSpPr>
            <p:spPr>
              <a:xfrm>
                <a:off x="6712498" y="195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7" name="Freeform 31426">
                <a:extLst>
                  <a:ext uri="{FF2B5EF4-FFF2-40B4-BE49-F238E27FC236}">
                    <a16:creationId xmlns:a16="http://schemas.microsoft.com/office/drawing/2014/main" id="{E0CB2C11-DA98-69B0-5660-F3F2DB99E238}"/>
                  </a:ext>
                </a:extLst>
              </p:cNvPr>
              <p:cNvSpPr/>
              <p:nvPr/>
            </p:nvSpPr>
            <p:spPr>
              <a:xfrm>
                <a:off x="6712994" y="2012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8" name="Freeform 31427">
                <a:extLst>
                  <a:ext uri="{FF2B5EF4-FFF2-40B4-BE49-F238E27FC236}">
                    <a16:creationId xmlns:a16="http://schemas.microsoft.com/office/drawing/2014/main" id="{4F762F59-9AF6-CE58-D9D1-1BF0EA0AB7D1}"/>
                  </a:ext>
                </a:extLst>
              </p:cNvPr>
              <p:cNvSpPr/>
              <p:nvPr/>
            </p:nvSpPr>
            <p:spPr>
              <a:xfrm>
                <a:off x="6713589" y="2029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9" name="Freeform 31428">
                <a:extLst>
                  <a:ext uri="{FF2B5EF4-FFF2-40B4-BE49-F238E27FC236}">
                    <a16:creationId xmlns:a16="http://schemas.microsoft.com/office/drawing/2014/main" id="{89F860D9-FFA6-B58E-2737-DC25E25DBC0E}"/>
                  </a:ext>
                </a:extLst>
              </p:cNvPr>
              <p:cNvSpPr/>
              <p:nvPr/>
            </p:nvSpPr>
            <p:spPr>
              <a:xfrm>
                <a:off x="6714085" y="2037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0" name="Freeform 31429">
                <a:extLst>
                  <a:ext uri="{FF2B5EF4-FFF2-40B4-BE49-F238E27FC236}">
                    <a16:creationId xmlns:a16="http://schemas.microsoft.com/office/drawing/2014/main" id="{6EE5A446-DA31-FB7A-7B18-D218CF1FC6B5}"/>
                  </a:ext>
                </a:extLst>
              </p:cNvPr>
              <p:cNvSpPr/>
              <p:nvPr/>
            </p:nvSpPr>
            <p:spPr>
              <a:xfrm>
                <a:off x="6714581" y="2047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1" name="Freeform 31430">
                <a:extLst>
                  <a:ext uri="{FF2B5EF4-FFF2-40B4-BE49-F238E27FC236}">
                    <a16:creationId xmlns:a16="http://schemas.microsoft.com/office/drawing/2014/main" id="{D5BD10B1-B89E-CDD0-CC0A-FD88AF146505}"/>
                  </a:ext>
                </a:extLst>
              </p:cNvPr>
              <p:cNvSpPr/>
              <p:nvPr/>
            </p:nvSpPr>
            <p:spPr>
              <a:xfrm>
                <a:off x="6715177" y="205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2" name="Freeform 31431">
                <a:extLst>
                  <a:ext uri="{FF2B5EF4-FFF2-40B4-BE49-F238E27FC236}">
                    <a16:creationId xmlns:a16="http://schemas.microsoft.com/office/drawing/2014/main" id="{F0D03AF8-E736-7EEC-6EA8-BD103C854458}"/>
                  </a:ext>
                </a:extLst>
              </p:cNvPr>
              <p:cNvSpPr/>
              <p:nvPr/>
            </p:nvSpPr>
            <p:spPr>
              <a:xfrm>
                <a:off x="6715673" y="2049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3" name="Freeform 31432">
                <a:extLst>
                  <a:ext uri="{FF2B5EF4-FFF2-40B4-BE49-F238E27FC236}">
                    <a16:creationId xmlns:a16="http://schemas.microsoft.com/office/drawing/2014/main" id="{1FDAFB8C-C9B3-6A8C-2185-AD12297B8A9B}"/>
                  </a:ext>
                </a:extLst>
              </p:cNvPr>
              <p:cNvSpPr/>
              <p:nvPr/>
            </p:nvSpPr>
            <p:spPr>
              <a:xfrm>
                <a:off x="6716169" y="2046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4" name="Freeform 31433">
                <a:extLst>
                  <a:ext uri="{FF2B5EF4-FFF2-40B4-BE49-F238E27FC236}">
                    <a16:creationId xmlns:a16="http://schemas.microsoft.com/office/drawing/2014/main" id="{361D085C-2ADF-3912-3EF1-5CB556D129CD}"/>
                  </a:ext>
                </a:extLst>
              </p:cNvPr>
              <p:cNvSpPr/>
              <p:nvPr/>
            </p:nvSpPr>
            <p:spPr>
              <a:xfrm>
                <a:off x="6716764" y="2040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5" name="Freeform 31434">
                <a:extLst>
                  <a:ext uri="{FF2B5EF4-FFF2-40B4-BE49-F238E27FC236}">
                    <a16:creationId xmlns:a16="http://schemas.microsoft.com/office/drawing/2014/main" id="{163F3C4F-85DD-D881-D117-126EF9842823}"/>
                  </a:ext>
                </a:extLst>
              </p:cNvPr>
              <p:cNvSpPr/>
              <p:nvPr/>
            </p:nvSpPr>
            <p:spPr>
              <a:xfrm>
                <a:off x="6717260" y="2033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6" name="Freeform 31435">
                <a:extLst>
                  <a:ext uri="{FF2B5EF4-FFF2-40B4-BE49-F238E27FC236}">
                    <a16:creationId xmlns:a16="http://schemas.microsoft.com/office/drawing/2014/main" id="{7653397D-36CB-7711-2EC6-9C05AB279391}"/>
                  </a:ext>
                </a:extLst>
              </p:cNvPr>
              <p:cNvSpPr/>
              <p:nvPr/>
            </p:nvSpPr>
            <p:spPr>
              <a:xfrm>
                <a:off x="6717756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7" name="Freeform 31436">
                <a:extLst>
                  <a:ext uri="{FF2B5EF4-FFF2-40B4-BE49-F238E27FC236}">
                    <a16:creationId xmlns:a16="http://schemas.microsoft.com/office/drawing/2014/main" id="{CEF98664-9AE1-B7B7-11E3-D5916C82DD66}"/>
                  </a:ext>
                </a:extLst>
              </p:cNvPr>
              <p:cNvSpPr/>
              <p:nvPr/>
            </p:nvSpPr>
            <p:spPr>
              <a:xfrm>
                <a:off x="6718252" y="1798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8" name="Freeform 31437">
                <a:extLst>
                  <a:ext uri="{FF2B5EF4-FFF2-40B4-BE49-F238E27FC236}">
                    <a16:creationId xmlns:a16="http://schemas.microsoft.com/office/drawing/2014/main" id="{F1DEF316-47A9-CF5F-5462-1346530D9A60}"/>
                  </a:ext>
                </a:extLst>
              </p:cNvPr>
              <p:cNvSpPr/>
              <p:nvPr/>
            </p:nvSpPr>
            <p:spPr>
              <a:xfrm>
                <a:off x="6718848" y="1373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9" name="Freeform 31438">
                <a:extLst>
                  <a:ext uri="{FF2B5EF4-FFF2-40B4-BE49-F238E27FC236}">
                    <a16:creationId xmlns:a16="http://schemas.microsoft.com/office/drawing/2014/main" id="{E1738FF1-C553-1461-68DB-172C80A17CA6}"/>
                  </a:ext>
                </a:extLst>
              </p:cNvPr>
              <p:cNvSpPr/>
              <p:nvPr/>
            </p:nvSpPr>
            <p:spPr>
              <a:xfrm>
                <a:off x="6719344" y="1441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0" name="Freeform 31439">
                <a:extLst>
                  <a:ext uri="{FF2B5EF4-FFF2-40B4-BE49-F238E27FC236}">
                    <a16:creationId xmlns:a16="http://schemas.microsoft.com/office/drawing/2014/main" id="{31ACA0F2-9980-5D2C-8BE6-2BB865C0A733}"/>
                  </a:ext>
                </a:extLst>
              </p:cNvPr>
              <p:cNvSpPr/>
              <p:nvPr/>
            </p:nvSpPr>
            <p:spPr>
              <a:xfrm>
                <a:off x="6719840" y="1487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1" name="Freeform 31440">
                <a:extLst>
                  <a:ext uri="{FF2B5EF4-FFF2-40B4-BE49-F238E27FC236}">
                    <a16:creationId xmlns:a16="http://schemas.microsoft.com/office/drawing/2014/main" id="{123E0F79-C16D-75AA-6235-A5C9F6E90C63}"/>
                  </a:ext>
                </a:extLst>
              </p:cNvPr>
              <p:cNvSpPr/>
              <p:nvPr/>
            </p:nvSpPr>
            <p:spPr>
              <a:xfrm>
                <a:off x="6720435" y="1338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2" name="Freeform 31441">
                <a:extLst>
                  <a:ext uri="{FF2B5EF4-FFF2-40B4-BE49-F238E27FC236}">
                    <a16:creationId xmlns:a16="http://schemas.microsoft.com/office/drawing/2014/main" id="{655DC9C6-915B-4994-A466-40917C835B8D}"/>
                  </a:ext>
                </a:extLst>
              </p:cNvPr>
              <p:cNvSpPr/>
              <p:nvPr/>
            </p:nvSpPr>
            <p:spPr>
              <a:xfrm>
                <a:off x="6720931" y="1336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3" name="Freeform 31442">
                <a:extLst>
                  <a:ext uri="{FF2B5EF4-FFF2-40B4-BE49-F238E27FC236}">
                    <a16:creationId xmlns:a16="http://schemas.microsoft.com/office/drawing/2014/main" id="{02551A6B-F363-E34F-3D77-5C354395117A}"/>
                  </a:ext>
                </a:extLst>
              </p:cNvPr>
              <p:cNvSpPr/>
              <p:nvPr/>
            </p:nvSpPr>
            <p:spPr>
              <a:xfrm>
                <a:off x="6721427" y="1294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4" name="Freeform 31443">
                <a:extLst>
                  <a:ext uri="{FF2B5EF4-FFF2-40B4-BE49-F238E27FC236}">
                    <a16:creationId xmlns:a16="http://schemas.microsoft.com/office/drawing/2014/main" id="{370C50DC-830A-7B09-D01F-856DE5460087}"/>
                  </a:ext>
                </a:extLst>
              </p:cNvPr>
              <p:cNvSpPr/>
              <p:nvPr/>
            </p:nvSpPr>
            <p:spPr>
              <a:xfrm>
                <a:off x="6722023" y="1347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5" name="Freeform 31444">
                <a:extLst>
                  <a:ext uri="{FF2B5EF4-FFF2-40B4-BE49-F238E27FC236}">
                    <a16:creationId xmlns:a16="http://schemas.microsoft.com/office/drawing/2014/main" id="{9E864B04-7E75-7EEB-3C60-2570E17F4A2E}"/>
                  </a:ext>
                </a:extLst>
              </p:cNvPr>
              <p:cNvSpPr/>
              <p:nvPr/>
            </p:nvSpPr>
            <p:spPr>
              <a:xfrm>
                <a:off x="6722519" y="1295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6" name="Freeform 31445">
                <a:extLst>
                  <a:ext uri="{FF2B5EF4-FFF2-40B4-BE49-F238E27FC236}">
                    <a16:creationId xmlns:a16="http://schemas.microsoft.com/office/drawing/2014/main" id="{C2A2888E-4D89-EF87-8DAF-557BB4AFA859}"/>
                  </a:ext>
                </a:extLst>
              </p:cNvPr>
              <p:cNvSpPr/>
              <p:nvPr/>
            </p:nvSpPr>
            <p:spPr>
              <a:xfrm>
                <a:off x="6723015" y="1259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7" name="Freeform 31446">
                <a:extLst>
                  <a:ext uri="{FF2B5EF4-FFF2-40B4-BE49-F238E27FC236}">
                    <a16:creationId xmlns:a16="http://schemas.microsoft.com/office/drawing/2014/main" id="{8330F649-EB1F-C1C6-56F9-9089E338AD43}"/>
                  </a:ext>
                </a:extLst>
              </p:cNvPr>
              <p:cNvSpPr/>
              <p:nvPr/>
            </p:nvSpPr>
            <p:spPr>
              <a:xfrm>
                <a:off x="6723610" y="1248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8" name="Freeform 31447">
                <a:extLst>
                  <a:ext uri="{FF2B5EF4-FFF2-40B4-BE49-F238E27FC236}">
                    <a16:creationId xmlns:a16="http://schemas.microsoft.com/office/drawing/2014/main" id="{4C4A2184-BAEA-D165-9B0C-2654069929A4}"/>
                  </a:ext>
                </a:extLst>
              </p:cNvPr>
              <p:cNvSpPr/>
              <p:nvPr/>
            </p:nvSpPr>
            <p:spPr>
              <a:xfrm>
                <a:off x="6724106" y="12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9" name="Freeform 31448">
                <a:extLst>
                  <a:ext uri="{FF2B5EF4-FFF2-40B4-BE49-F238E27FC236}">
                    <a16:creationId xmlns:a16="http://schemas.microsoft.com/office/drawing/2014/main" id="{715DE41D-57F3-6ACC-62B8-DC2513B93CB5}"/>
                  </a:ext>
                </a:extLst>
              </p:cNvPr>
              <p:cNvSpPr/>
              <p:nvPr/>
            </p:nvSpPr>
            <p:spPr>
              <a:xfrm>
                <a:off x="6724602" y="1493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0" name="Freeform 31449">
                <a:extLst>
                  <a:ext uri="{FF2B5EF4-FFF2-40B4-BE49-F238E27FC236}">
                    <a16:creationId xmlns:a16="http://schemas.microsoft.com/office/drawing/2014/main" id="{AF5ECC8A-FA07-1E94-FEFE-D6DEFCBB0DC1}"/>
                  </a:ext>
                </a:extLst>
              </p:cNvPr>
              <p:cNvSpPr/>
              <p:nvPr/>
            </p:nvSpPr>
            <p:spPr>
              <a:xfrm>
                <a:off x="6725198" y="1751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1" name="Freeform 31450">
                <a:extLst>
                  <a:ext uri="{FF2B5EF4-FFF2-40B4-BE49-F238E27FC236}">
                    <a16:creationId xmlns:a16="http://schemas.microsoft.com/office/drawing/2014/main" id="{ABB0FB11-0AB1-80FC-66C7-7438B942A1A1}"/>
                  </a:ext>
                </a:extLst>
              </p:cNvPr>
              <p:cNvSpPr/>
              <p:nvPr/>
            </p:nvSpPr>
            <p:spPr>
              <a:xfrm>
                <a:off x="6725694" y="1829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2" name="Freeform 31451">
                <a:extLst>
                  <a:ext uri="{FF2B5EF4-FFF2-40B4-BE49-F238E27FC236}">
                    <a16:creationId xmlns:a16="http://schemas.microsoft.com/office/drawing/2014/main" id="{4974AFE2-F7F6-4BFB-0FAE-60F851C8C231}"/>
                  </a:ext>
                </a:extLst>
              </p:cNvPr>
              <p:cNvSpPr/>
              <p:nvPr/>
            </p:nvSpPr>
            <p:spPr>
              <a:xfrm>
                <a:off x="6726190" y="1858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3" name="Freeform 31452">
                <a:extLst>
                  <a:ext uri="{FF2B5EF4-FFF2-40B4-BE49-F238E27FC236}">
                    <a16:creationId xmlns:a16="http://schemas.microsoft.com/office/drawing/2014/main" id="{13B308AE-B607-A04D-1D92-E745CED2D4A8}"/>
                  </a:ext>
                </a:extLst>
              </p:cNvPr>
              <p:cNvSpPr/>
              <p:nvPr/>
            </p:nvSpPr>
            <p:spPr>
              <a:xfrm>
                <a:off x="6726785" y="1891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4" name="Freeform 31453">
                <a:extLst>
                  <a:ext uri="{FF2B5EF4-FFF2-40B4-BE49-F238E27FC236}">
                    <a16:creationId xmlns:a16="http://schemas.microsoft.com/office/drawing/2014/main" id="{C927C722-AB21-B6A7-61A8-A1D8EC0BF2F3}"/>
                  </a:ext>
                </a:extLst>
              </p:cNvPr>
              <p:cNvSpPr/>
              <p:nvPr/>
            </p:nvSpPr>
            <p:spPr>
              <a:xfrm>
                <a:off x="6727281" y="1908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5" name="Freeform 31454">
                <a:extLst>
                  <a:ext uri="{FF2B5EF4-FFF2-40B4-BE49-F238E27FC236}">
                    <a16:creationId xmlns:a16="http://schemas.microsoft.com/office/drawing/2014/main" id="{703BA65D-8578-D9EF-B149-E2B21BA73ED1}"/>
                  </a:ext>
                </a:extLst>
              </p:cNvPr>
              <p:cNvSpPr/>
              <p:nvPr/>
            </p:nvSpPr>
            <p:spPr>
              <a:xfrm>
                <a:off x="6727777" y="1916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6" name="Freeform 31455">
                <a:extLst>
                  <a:ext uri="{FF2B5EF4-FFF2-40B4-BE49-F238E27FC236}">
                    <a16:creationId xmlns:a16="http://schemas.microsoft.com/office/drawing/2014/main" id="{F0979823-0320-5516-A9E6-7693EACFDE71}"/>
                  </a:ext>
                </a:extLst>
              </p:cNvPr>
              <p:cNvSpPr/>
              <p:nvPr/>
            </p:nvSpPr>
            <p:spPr>
              <a:xfrm>
                <a:off x="6728373" y="1933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7" name="Freeform 31456">
                <a:extLst>
                  <a:ext uri="{FF2B5EF4-FFF2-40B4-BE49-F238E27FC236}">
                    <a16:creationId xmlns:a16="http://schemas.microsoft.com/office/drawing/2014/main" id="{79E70AC1-E405-243B-F33E-88A065EFA6E3}"/>
                  </a:ext>
                </a:extLst>
              </p:cNvPr>
              <p:cNvSpPr/>
              <p:nvPr/>
            </p:nvSpPr>
            <p:spPr>
              <a:xfrm>
                <a:off x="6728869" y="195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8" name="Freeform 31457">
                <a:extLst>
                  <a:ext uri="{FF2B5EF4-FFF2-40B4-BE49-F238E27FC236}">
                    <a16:creationId xmlns:a16="http://schemas.microsoft.com/office/drawing/2014/main" id="{588DAB2D-8590-32DB-EDCA-035A68043AC9}"/>
                  </a:ext>
                </a:extLst>
              </p:cNvPr>
              <p:cNvSpPr/>
              <p:nvPr/>
            </p:nvSpPr>
            <p:spPr>
              <a:xfrm>
                <a:off x="6729365" y="19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9" name="Freeform 31458">
                <a:extLst>
                  <a:ext uri="{FF2B5EF4-FFF2-40B4-BE49-F238E27FC236}">
                    <a16:creationId xmlns:a16="http://schemas.microsoft.com/office/drawing/2014/main" id="{F6E5D944-C4F4-D267-3DEB-3B8CE315E412}"/>
                  </a:ext>
                </a:extLst>
              </p:cNvPr>
              <p:cNvSpPr/>
              <p:nvPr/>
            </p:nvSpPr>
            <p:spPr>
              <a:xfrm>
                <a:off x="6729960" y="199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0" name="Freeform 31459">
                <a:extLst>
                  <a:ext uri="{FF2B5EF4-FFF2-40B4-BE49-F238E27FC236}">
                    <a16:creationId xmlns:a16="http://schemas.microsoft.com/office/drawing/2014/main" id="{FFC4C050-CB97-9F1E-81FE-50E14A5B56D8}"/>
                  </a:ext>
                </a:extLst>
              </p:cNvPr>
              <p:cNvSpPr/>
              <p:nvPr/>
            </p:nvSpPr>
            <p:spPr>
              <a:xfrm>
                <a:off x="6730456" y="1935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1" name="Freeform 31460">
                <a:extLst>
                  <a:ext uri="{FF2B5EF4-FFF2-40B4-BE49-F238E27FC236}">
                    <a16:creationId xmlns:a16="http://schemas.microsoft.com/office/drawing/2014/main" id="{EBEB8AFD-90D1-B895-E36E-0D77A5F26AB8}"/>
                  </a:ext>
                </a:extLst>
              </p:cNvPr>
              <p:cNvSpPr/>
              <p:nvPr/>
            </p:nvSpPr>
            <p:spPr>
              <a:xfrm>
                <a:off x="6730952" y="1732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2" name="Freeform 31461">
                <a:extLst>
                  <a:ext uri="{FF2B5EF4-FFF2-40B4-BE49-F238E27FC236}">
                    <a16:creationId xmlns:a16="http://schemas.microsoft.com/office/drawing/2014/main" id="{9E65E9A3-F073-705A-FFB1-931A6E9B5F94}"/>
                  </a:ext>
                </a:extLst>
              </p:cNvPr>
              <p:cNvSpPr/>
              <p:nvPr/>
            </p:nvSpPr>
            <p:spPr>
              <a:xfrm>
                <a:off x="6731448" y="1292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3" name="Freeform 31462">
                <a:extLst>
                  <a:ext uri="{FF2B5EF4-FFF2-40B4-BE49-F238E27FC236}">
                    <a16:creationId xmlns:a16="http://schemas.microsoft.com/office/drawing/2014/main" id="{109DC781-3BA7-5347-C398-38E2F50F13D5}"/>
                  </a:ext>
                </a:extLst>
              </p:cNvPr>
              <p:cNvSpPr/>
              <p:nvPr/>
            </p:nvSpPr>
            <p:spPr>
              <a:xfrm>
                <a:off x="6732044" y="1351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4" name="Freeform 31463">
                <a:extLst>
                  <a:ext uri="{FF2B5EF4-FFF2-40B4-BE49-F238E27FC236}">
                    <a16:creationId xmlns:a16="http://schemas.microsoft.com/office/drawing/2014/main" id="{75F5BA91-6355-6475-11EA-6ED46B2EB2F5}"/>
                  </a:ext>
                </a:extLst>
              </p:cNvPr>
              <p:cNvSpPr/>
              <p:nvPr/>
            </p:nvSpPr>
            <p:spPr>
              <a:xfrm>
                <a:off x="6732540" y="1411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5" name="Freeform 31464">
                <a:extLst>
                  <a:ext uri="{FF2B5EF4-FFF2-40B4-BE49-F238E27FC236}">
                    <a16:creationId xmlns:a16="http://schemas.microsoft.com/office/drawing/2014/main" id="{CBC3911E-E4C5-CE95-6DD0-C92F047D7E8F}"/>
                  </a:ext>
                </a:extLst>
              </p:cNvPr>
              <p:cNvSpPr/>
              <p:nvPr/>
            </p:nvSpPr>
            <p:spPr>
              <a:xfrm>
                <a:off x="6733036" y="1246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6" name="Freeform 31465">
                <a:extLst>
                  <a:ext uri="{FF2B5EF4-FFF2-40B4-BE49-F238E27FC236}">
                    <a16:creationId xmlns:a16="http://schemas.microsoft.com/office/drawing/2014/main" id="{6D943A83-845F-CA1A-C9F7-630429629433}"/>
                  </a:ext>
                </a:extLst>
              </p:cNvPr>
              <p:cNvSpPr/>
              <p:nvPr/>
            </p:nvSpPr>
            <p:spPr>
              <a:xfrm>
                <a:off x="6733631" y="1355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7" name="Freeform 31466">
                <a:extLst>
                  <a:ext uri="{FF2B5EF4-FFF2-40B4-BE49-F238E27FC236}">
                    <a16:creationId xmlns:a16="http://schemas.microsoft.com/office/drawing/2014/main" id="{347A4CF3-EC48-4147-0C6D-052305732C45}"/>
                  </a:ext>
                </a:extLst>
              </p:cNvPr>
              <p:cNvSpPr/>
              <p:nvPr/>
            </p:nvSpPr>
            <p:spPr>
              <a:xfrm>
                <a:off x="6734127" y="1431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8" name="Freeform 31467">
                <a:extLst>
                  <a:ext uri="{FF2B5EF4-FFF2-40B4-BE49-F238E27FC236}">
                    <a16:creationId xmlns:a16="http://schemas.microsoft.com/office/drawing/2014/main" id="{4B4E9E7C-19FA-98C7-49D0-8125EEB0A802}"/>
                  </a:ext>
                </a:extLst>
              </p:cNvPr>
              <p:cNvSpPr/>
              <p:nvPr/>
            </p:nvSpPr>
            <p:spPr>
              <a:xfrm>
                <a:off x="6734623" y="150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9" name="Freeform 31468">
                <a:extLst>
                  <a:ext uri="{FF2B5EF4-FFF2-40B4-BE49-F238E27FC236}">
                    <a16:creationId xmlns:a16="http://schemas.microsoft.com/office/drawing/2014/main" id="{9B30CA9F-2796-57D9-D6BB-17E1205BEF4A}"/>
                  </a:ext>
                </a:extLst>
              </p:cNvPr>
              <p:cNvSpPr/>
              <p:nvPr/>
            </p:nvSpPr>
            <p:spPr>
              <a:xfrm>
                <a:off x="6735219" y="1487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0" name="Freeform 31469">
                <a:extLst>
                  <a:ext uri="{FF2B5EF4-FFF2-40B4-BE49-F238E27FC236}">
                    <a16:creationId xmlns:a16="http://schemas.microsoft.com/office/drawing/2014/main" id="{21D197C7-9690-4A5D-130C-C2CC7FB01A70}"/>
                  </a:ext>
                </a:extLst>
              </p:cNvPr>
              <p:cNvSpPr/>
              <p:nvPr/>
            </p:nvSpPr>
            <p:spPr>
              <a:xfrm>
                <a:off x="6735715" y="1518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1" name="Freeform 31470">
                <a:extLst>
                  <a:ext uri="{FF2B5EF4-FFF2-40B4-BE49-F238E27FC236}">
                    <a16:creationId xmlns:a16="http://schemas.microsoft.com/office/drawing/2014/main" id="{50FCBA84-6B77-B507-DA1F-C7E6F3EA1329}"/>
                  </a:ext>
                </a:extLst>
              </p:cNvPr>
              <p:cNvSpPr/>
              <p:nvPr/>
            </p:nvSpPr>
            <p:spPr>
              <a:xfrm>
                <a:off x="6736211" y="1518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2" name="Freeform 31471">
                <a:extLst>
                  <a:ext uri="{FF2B5EF4-FFF2-40B4-BE49-F238E27FC236}">
                    <a16:creationId xmlns:a16="http://schemas.microsoft.com/office/drawing/2014/main" id="{2B6FA577-8029-8507-7955-43A0023C0AC8}"/>
                  </a:ext>
                </a:extLst>
              </p:cNvPr>
              <p:cNvSpPr/>
              <p:nvPr/>
            </p:nvSpPr>
            <p:spPr>
              <a:xfrm>
                <a:off x="6736806" y="1541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3" name="Freeform 31472">
                <a:extLst>
                  <a:ext uri="{FF2B5EF4-FFF2-40B4-BE49-F238E27FC236}">
                    <a16:creationId xmlns:a16="http://schemas.microsoft.com/office/drawing/2014/main" id="{F0DEE1D7-C0E3-6189-5FBC-7CD239CD5ABE}"/>
                  </a:ext>
                </a:extLst>
              </p:cNvPr>
              <p:cNvSpPr/>
              <p:nvPr/>
            </p:nvSpPr>
            <p:spPr>
              <a:xfrm>
                <a:off x="6737302" y="1774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4" name="Freeform 31473">
                <a:extLst>
                  <a:ext uri="{FF2B5EF4-FFF2-40B4-BE49-F238E27FC236}">
                    <a16:creationId xmlns:a16="http://schemas.microsoft.com/office/drawing/2014/main" id="{7C17AFCF-AAEF-9C49-F603-9DE310FF2DE5}"/>
                  </a:ext>
                </a:extLst>
              </p:cNvPr>
              <p:cNvSpPr/>
              <p:nvPr/>
            </p:nvSpPr>
            <p:spPr>
              <a:xfrm>
                <a:off x="6737798" y="1923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5" name="Freeform 31474">
                <a:extLst>
                  <a:ext uri="{FF2B5EF4-FFF2-40B4-BE49-F238E27FC236}">
                    <a16:creationId xmlns:a16="http://schemas.microsoft.com/office/drawing/2014/main" id="{072F86ED-1224-097D-0AF4-05B7F398ACEB}"/>
                  </a:ext>
                </a:extLst>
              </p:cNvPr>
              <p:cNvSpPr/>
              <p:nvPr/>
            </p:nvSpPr>
            <p:spPr>
              <a:xfrm>
                <a:off x="6738394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6" name="Freeform 31475">
                <a:extLst>
                  <a:ext uri="{FF2B5EF4-FFF2-40B4-BE49-F238E27FC236}">
                    <a16:creationId xmlns:a16="http://schemas.microsoft.com/office/drawing/2014/main" id="{6D411A80-CD0B-7B4E-FB12-BE22BF6E7D17}"/>
                  </a:ext>
                </a:extLst>
              </p:cNvPr>
              <p:cNvSpPr/>
              <p:nvPr/>
            </p:nvSpPr>
            <p:spPr>
              <a:xfrm>
                <a:off x="6738890" y="1997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7" name="Freeform 31476">
                <a:extLst>
                  <a:ext uri="{FF2B5EF4-FFF2-40B4-BE49-F238E27FC236}">
                    <a16:creationId xmlns:a16="http://schemas.microsoft.com/office/drawing/2014/main" id="{DC64C213-45E7-523D-C3F5-3DB9E7BBB73F}"/>
                  </a:ext>
                </a:extLst>
              </p:cNvPr>
              <p:cNvSpPr/>
              <p:nvPr/>
            </p:nvSpPr>
            <p:spPr>
              <a:xfrm>
                <a:off x="6739386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8" name="Freeform 31477">
                <a:extLst>
                  <a:ext uri="{FF2B5EF4-FFF2-40B4-BE49-F238E27FC236}">
                    <a16:creationId xmlns:a16="http://schemas.microsoft.com/office/drawing/2014/main" id="{4208088E-78FC-ED76-939C-A602EA5B49EC}"/>
                  </a:ext>
                </a:extLst>
              </p:cNvPr>
              <p:cNvSpPr/>
              <p:nvPr/>
            </p:nvSpPr>
            <p:spPr>
              <a:xfrm>
                <a:off x="6739981" y="2028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9" name="Freeform 31478">
                <a:extLst>
                  <a:ext uri="{FF2B5EF4-FFF2-40B4-BE49-F238E27FC236}">
                    <a16:creationId xmlns:a16="http://schemas.microsoft.com/office/drawing/2014/main" id="{C2CD1B63-77A0-DF83-63EF-574EB57FBB0C}"/>
                  </a:ext>
                </a:extLst>
              </p:cNvPr>
              <p:cNvSpPr/>
              <p:nvPr/>
            </p:nvSpPr>
            <p:spPr>
              <a:xfrm>
                <a:off x="6740477" y="2040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0" name="Freeform 31479">
                <a:extLst>
                  <a:ext uri="{FF2B5EF4-FFF2-40B4-BE49-F238E27FC236}">
                    <a16:creationId xmlns:a16="http://schemas.microsoft.com/office/drawing/2014/main" id="{13E5E920-B699-91EA-38F2-2986A9848AA1}"/>
                  </a:ext>
                </a:extLst>
              </p:cNvPr>
              <p:cNvSpPr/>
              <p:nvPr/>
            </p:nvSpPr>
            <p:spPr>
              <a:xfrm>
                <a:off x="6740973" y="2048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1" name="Freeform 31480">
                <a:extLst>
                  <a:ext uri="{FF2B5EF4-FFF2-40B4-BE49-F238E27FC236}">
                    <a16:creationId xmlns:a16="http://schemas.microsoft.com/office/drawing/2014/main" id="{3A44B1D7-93C2-2B05-3E74-E09163D332B9}"/>
                  </a:ext>
                </a:extLst>
              </p:cNvPr>
              <p:cNvSpPr/>
              <p:nvPr/>
            </p:nvSpPr>
            <p:spPr>
              <a:xfrm>
                <a:off x="6741569" y="2060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2" name="Freeform 31481">
                <a:extLst>
                  <a:ext uri="{FF2B5EF4-FFF2-40B4-BE49-F238E27FC236}">
                    <a16:creationId xmlns:a16="http://schemas.microsoft.com/office/drawing/2014/main" id="{1635EFEC-80BB-FA7C-F87F-E06B6CE91434}"/>
                  </a:ext>
                </a:extLst>
              </p:cNvPr>
              <p:cNvSpPr/>
              <p:nvPr/>
            </p:nvSpPr>
            <p:spPr>
              <a:xfrm>
                <a:off x="6742065" y="2065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3" name="Freeform 31482">
                <a:extLst>
                  <a:ext uri="{FF2B5EF4-FFF2-40B4-BE49-F238E27FC236}">
                    <a16:creationId xmlns:a16="http://schemas.microsoft.com/office/drawing/2014/main" id="{764E83C4-A543-224B-E0C3-F9DE26B50FE8}"/>
                  </a:ext>
                </a:extLst>
              </p:cNvPr>
              <p:cNvSpPr/>
              <p:nvPr/>
            </p:nvSpPr>
            <p:spPr>
              <a:xfrm>
                <a:off x="6742561" y="205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4" name="Freeform 31483">
                <a:extLst>
                  <a:ext uri="{FF2B5EF4-FFF2-40B4-BE49-F238E27FC236}">
                    <a16:creationId xmlns:a16="http://schemas.microsoft.com/office/drawing/2014/main" id="{C8F28945-3F8E-1BAF-0027-5A96847033D9}"/>
                  </a:ext>
                </a:extLst>
              </p:cNvPr>
              <p:cNvSpPr/>
              <p:nvPr/>
            </p:nvSpPr>
            <p:spPr>
              <a:xfrm>
                <a:off x="6743057" y="2036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5" name="Freeform 31484">
                <a:extLst>
                  <a:ext uri="{FF2B5EF4-FFF2-40B4-BE49-F238E27FC236}">
                    <a16:creationId xmlns:a16="http://schemas.microsoft.com/office/drawing/2014/main" id="{C6D01EDE-D564-1967-8CD0-740E01461ADF}"/>
                  </a:ext>
                </a:extLst>
              </p:cNvPr>
              <p:cNvSpPr/>
              <p:nvPr/>
            </p:nvSpPr>
            <p:spPr>
              <a:xfrm>
                <a:off x="6743652" y="1757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6" name="Freeform 31485">
                <a:extLst>
                  <a:ext uri="{FF2B5EF4-FFF2-40B4-BE49-F238E27FC236}">
                    <a16:creationId xmlns:a16="http://schemas.microsoft.com/office/drawing/2014/main" id="{EBF9C93B-96A8-A09B-DD78-C45714272283}"/>
                  </a:ext>
                </a:extLst>
              </p:cNvPr>
              <p:cNvSpPr/>
              <p:nvPr/>
            </p:nvSpPr>
            <p:spPr>
              <a:xfrm>
                <a:off x="6744148" y="1291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7" name="Freeform 31486">
                <a:extLst>
                  <a:ext uri="{FF2B5EF4-FFF2-40B4-BE49-F238E27FC236}">
                    <a16:creationId xmlns:a16="http://schemas.microsoft.com/office/drawing/2014/main" id="{C68C36BE-73BF-C9F0-44D9-0AB1F546A3A2}"/>
                  </a:ext>
                </a:extLst>
              </p:cNvPr>
              <p:cNvSpPr/>
              <p:nvPr/>
            </p:nvSpPr>
            <p:spPr>
              <a:xfrm>
                <a:off x="6744645" y="13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8" name="Freeform 31487">
                <a:extLst>
                  <a:ext uri="{FF2B5EF4-FFF2-40B4-BE49-F238E27FC236}">
                    <a16:creationId xmlns:a16="http://schemas.microsoft.com/office/drawing/2014/main" id="{F2ED5D57-805E-D4AF-70F2-FB9013E469F3}"/>
                  </a:ext>
                </a:extLst>
              </p:cNvPr>
              <p:cNvSpPr/>
              <p:nvPr/>
            </p:nvSpPr>
            <p:spPr>
              <a:xfrm>
                <a:off x="6745240" y="1371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9" name="Freeform 31488">
                <a:extLst>
                  <a:ext uri="{FF2B5EF4-FFF2-40B4-BE49-F238E27FC236}">
                    <a16:creationId xmlns:a16="http://schemas.microsoft.com/office/drawing/2014/main" id="{7AFD631E-0990-FFA5-48B7-CE2E68F6F180}"/>
                  </a:ext>
                </a:extLst>
              </p:cNvPr>
              <p:cNvSpPr/>
              <p:nvPr/>
            </p:nvSpPr>
            <p:spPr>
              <a:xfrm>
                <a:off x="6745736" y="1324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0" name="Freeform 31489">
                <a:extLst>
                  <a:ext uri="{FF2B5EF4-FFF2-40B4-BE49-F238E27FC236}">
                    <a16:creationId xmlns:a16="http://schemas.microsoft.com/office/drawing/2014/main" id="{97F62892-925B-9A4E-24C0-C43C4B91DE4C}"/>
                  </a:ext>
                </a:extLst>
              </p:cNvPr>
              <p:cNvSpPr/>
              <p:nvPr/>
            </p:nvSpPr>
            <p:spPr>
              <a:xfrm>
                <a:off x="6746232" y="1426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1" name="Freeform 31490">
                <a:extLst>
                  <a:ext uri="{FF2B5EF4-FFF2-40B4-BE49-F238E27FC236}">
                    <a16:creationId xmlns:a16="http://schemas.microsoft.com/office/drawing/2014/main" id="{356D76F6-AB28-5583-F71D-19ACDB5B22E5}"/>
                  </a:ext>
                </a:extLst>
              </p:cNvPr>
              <p:cNvSpPr/>
              <p:nvPr/>
            </p:nvSpPr>
            <p:spPr>
              <a:xfrm>
                <a:off x="6746827" y="1515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2" name="Freeform 31491">
                <a:extLst>
                  <a:ext uri="{FF2B5EF4-FFF2-40B4-BE49-F238E27FC236}">
                    <a16:creationId xmlns:a16="http://schemas.microsoft.com/office/drawing/2014/main" id="{9A372A66-A041-20E0-7120-4784241AE147}"/>
                  </a:ext>
                </a:extLst>
              </p:cNvPr>
              <p:cNvSpPr/>
              <p:nvPr/>
            </p:nvSpPr>
            <p:spPr>
              <a:xfrm>
                <a:off x="6747323" y="1539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3" name="Freeform 31492">
                <a:extLst>
                  <a:ext uri="{FF2B5EF4-FFF2-40B4-BE49-F238E27FC236}">
                    <a16:creationId xmlns:a16="http://schemas.microsoft.com/office/drawing/2014/main" id="{C60E9B90-78E3-3227-D4DD-887674B7B5A6}"/>
                  </a:ext>
                </a:extLst>
              </p:cNvPr>
              <p:cNvSpPr/>
              <p:nvPr/>
            </p:nvSpPr>
            <p:spPr>
              <a:xfrm>
                <a:off x="6747820" y="1569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4" name="Freeform 31493">
                <a:extLst>
                  <a:ext uri="{FF2B5EF4-FFF2-40B4-BE49-F238E27FC236}">
                    <a16:creationId xmlns:a16="http://schemas.microsoft.com/office/drawing/2014/main" id="{9353DE77-E08F-32E6-564E-F3CD330F3A1C}"/>
                  </a:ext>
                </a:extLst>
              </p:cNvPr>
              <p:cNvSpPr/>
              <p:nvPr/>
            </p:nvSpPr>
            <p:spPr>
              <a:xfrm>
                <a:off x="6748415" y="1556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5" name="Freeform 31494">
                <a:extLst>
                  <a:ext uri="{FF2B5EF4-FFF2-40B4-BE49-F238E27FC236}">
                    <a16:creationId xmlns:a16="http://schemas.microsoft.com/office/drawing/2014/main" id="{EA49FD33-B32C-FA44-BCD6-2B4C3DB1FE8E}"/>
                  </a:ext>
                </a:extLst>
              </p:cNvPr>
              <p:cNvSpPr/>
              <p:nvPr/>
            </p:nvSpPr>
            <p:spPr>
              <a:xfrm>
                <a:off x="6748911" y="1552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6" name="Freeform 31495">
                <a:extLst>
                  <a:ext uri="{FF2B5EF4-FFF2-40B4-BE49-F238E27FC236}">
                    <a16:creationId xmlns:a16="http://schemas.microsoft.com/office/drawing/2014/main" id="{97C81141-B7AA-3786-AC88-EBAF6433B130}"/>
                  </a:ext>
                </a:extLst>
              </p:cNvPr>
              <p:cNvSpPr/>
              <p:nvPr/>
            </p:nvSpPr>
            <p:spPr>
              <a:xfrm>
                <a:off x="6749407" y="1557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7" name="Freeform 31496">
                <a:extLst>
                  <a:ext uri="{FF2B5EF4-FFF2-40B4-BE49-F238E27FC236}">
                    <a16:creationId xmlns:a16="http://schemas.microsoft.com/office/drawing/2014/main" id="{E8E31A5D-AFA2-79B2-B94E-3D0005F1008E}"/>
                  </a:ext>
                </a:extLst>
              </p:cNvPr>
              <p:cNvSpPr/>
              <p:nvPr/>
            </p:nvSpPr>
            <p:spPr>
              <a:xfrm>
                <a:off x="6750002" y="1778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8" name="Freeform 31497">
                <a:extLst>
                  <a:ext uri="{FF2B5EF4-FFF2-40B4-BE49-F238E27FC236}">
                    <a16:creationId xmlns:a16="http://schemas.microsoft.com/office/drawing/2014/main" id="{B6945F47-128D-97C1-029F-30DE806ACDDA}"/>
                  </a:ext>
                </a:extLst>
              </p:cNvPr>
              <p:cNvSpPr/>
              <p:nvPr/>
            </p:nvSpPr>
            <p:spPr>
              <a:xfrm>
                <a:off x="6750498" y="197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9" name="Freeform 31498">
                <a:extLst>
                  <a:ext uri="{FF2B5EF4-FFF2-40B4-BE49-F238E27FC236}">
                    <a16:creationId xmlns:a16="http://schemas.microsoft.com/office/drawing/2014/main" id="{41DDEF13-7F91-1C77-FCD6-9ABA44800548}"/>
                  </a:ext>
                </a:extLst>
              </p:cNvPr>
              <p:cNvSpPr/>
              <p:nvPr/>
            </p:nvSpPr>
            <p:spPr>
              <a:xfrm>
                <a:off x="6750995" y="2019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0" name="Freeform 31499">
                <a:extLst>
                  <a:ext uri="{FF2B5EF4-FFF2-40B4-BE49-F238E27FC236}">
                    <a16:creationId xmlns:a16="http://schemas.microsoft.com/office/drawing/2014/main" id="{8E3A127E-869B-686C-78B0-BCD469A287A3}"/>
                  </a:ext>
                </a:extLst>
              </p:cNvPr>
              <p:cNvSpPr/>
              <p:nvPr/>
            </p:nvSpPr>
            <p:spPr>
              <a:xfrm>
                <a:off x="6751590" y="2034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1" name="Freeform 31500">
                <a:extLst>
                  <a:ext uri="{FF2B5EF4-FFF2-40B4-BE49-F238E27FC236}">
                    <a16:creationId xmlns:a16="http://schemas.microsoft.com/office/drawing/2014/main" id="{50F992E1-16C3-6667-701B-E45C31E0791C}"/>
                  </a:ext>
                </a:extLst>
              </p:cNvPr>
              <p:cNvSpPr/>
              <p:nvPr/>
            </p:nvSpPr>
            <p:spPr>
              <a:xfrm>
                <a:off x="6752086" y="2036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2" name="Freeform 31501">
                <a:extLst>
                  <a:ext uri="{FF2B5EF4-FFF2-40B4-BE49-F238E27FC236}">
                    <a16:creationId xmlns:a16="http://schemas.microsoft.com/office/drawing/2014/main" id="{5CE2047E-AA4D-5D8F-7D81-C8DAEEACEA5D}"/>
                  </a:ext>
                </a:extLst>
              </p:cNvPr>
              <p:cNvSpPr/>
              <p:nvPr/>
            </p:nvSpPr>
            <p:spPr>
              <a:xfrm>
                <a:off x="6752582" y="2044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3" name="Freeform 31502">
                <a:extLst>
                  <a:ext uri="{FF2B5EF4-FFF2-40B4-BE49-F238E27FC236}">
                    <a16:creationId xmlns:a16="http://schemas.microsoft.com/office/drawing/2014/main" id="{FF5FD23E-4DA0-698B-249E-A2D3B263B081}"/>
                  </a:ext>
                </a:extLst>
              </p:cNvPr>
              <p:cNvSpPr/>
              <p:nvPr/>
            </p:nvSpPr>
            <p:spPr>
              <a:xfrm>
                <a:off x="6753177" y="2055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4" name="Freeform 31503">
                <a:extLst>
                  <a:ext uri="{FF2B5EF4-FFF2-40B4-BE49-F238E27FC236}">
                    <a16:creationId xmlns:a16="http://schemas.microsoft.com/office/drawing/2014/main" id="{517BCA2A-F9A9-7740-9929-BDD04D2BBBC3}"/>
                  </a:ext>
                </a:extLst>
              </p:cNvPr>
              <p:cNvSpPr/>
              <p:nvPr/>
            </p:nvSpPr>
            <p:spPr>
              <a:xfrm>
                <a:off x="6753673" y="2064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5" name="Freeform 31504">
                <a:extLst>
                  <a:ext uri="{FF2B5EF4-FFF2-40B4-BE49-F238E27FC236}">
                    <a16:creationId xmlns:a16="http://schemas.microsoft.com/office/drawing/2014/main" id="{D6CB711D-47D7-B37C-C128-CC1B13A20C46}"/>
                  </a:ext>
                </a:extLst>
              </p:cNvPr>
              <p:cNvSpPr/>
              <p:nvPr/>
            </p:nvSpPr>
            <p:spPr>
              <a:xfrm>
                <a:off x="6754170" y="2072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6" name="Freeform 31505">
                <a:extLst>
                  <a:ext uri="{FF2B5EF4-FFF2-40B4-BE49-F238E27FC236}">
                    <a16:creationId xmlns:a16="http://schemas.microsoft.com/office/drawing/2014/main" id="{557AC555-0B79-D6BD-0C0E-FF3BEF32A760}"/>
                  </a:ext>
                </a:extLst>
              </p:cNvPr>
              <p:cNvSpPr/>
              <p:nvPr/>
            </p:nvSpPr>
            <p:spPr>
              <a:xfrm>
                <a:off x="6754666" y="207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7" name="Freeform 31506">
                <a:extLst>
                  <a:ext uri="{FF2B5EF4-FFF2-40B4-BE49-F238E27FC236}">
                    <a16:creationId xmlns:a16="http://schemas.microsoft.com/office/drawing/2014/main" id="{FDCFF592-9049-A8DF-C710-22C241C2B0A2}"/>
                  </a:ext>
                </a:extLst>
              </p:cNvPr>
              <p:cNvSpPr/>
              <p:nvPr/>
            </p:nvSpPr>
            <p:spPr>
              <a:xfrm>
                <a:off x="6755261" y="2062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8" name="Freeform 31507">
                <a:extLst>
                  <a:ext uri="{FF2B5EF4-FFF2-40B4-BE49-F238E27FC236}">
                    <a16:creationId xmlns:a16="http://schemas.microsoft.com/office/drawing/2014/main" id="{79B9DC81-E0CA-A268-EA03-13D7B3687CCD}"/>
                  </a:ext>
                </a:extLst>
              </p:cNvPr>
              <p:cNvSpPr/>
              <p:nvPr/>
            </p:nvSpPr>
            <p:spPr>
              <a:xfrm>
                <a:off x="6755757" y="2000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9" name="Freeform 31508">
                <a:extLst>
                  <a:ext uri="{FF2B5EF4-FFF2-40B4-BE49-F238E27FC236}">
                    <a16:creationId xmlns:a16="http://schemas.microsoft.com/office/drawing/2014/main" id="{9C5C37F8-077F-C6A6-E380-8FC33099292B}"/>
                  </a:ext>
                </a:extLst>
              </p:cNvPr>
              <p:cNvSpPr/>
              <p:nvPr/>
            </p:nvSpPr>
            <p:spPr>
              <a:xfrm>
                <a:off x="6756253" y="1736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0" name="Freeform 31509">
                <a:extLst>
                  <a:ext uri="{FF2B5EF4-FFF2-40B4-BE49-F238E27FC236}">
                    <a16:creationId xmlns:a16="http://schemas.microsoft.com/office/drawing/2014/main" id="{470A2FD6-E598-D0C9-A702-B7C36E447D73}"/>
                  </a:ext>
                </a:extLst>
              </p:cNvPr>
              <p:cNvSpPr/>
              <p:nvPr/>
            </p:nvSpPr>
            <p:spPr>
              <a:xfrm>
                <a:off x="6756848" y="1273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1" name="Freeform 31510">
                <a:extLst>
                  <a:ext uri="{FF2B5EF4-FFF2-40B4-BE49-F238E27FC236}">
                    <a16:creationId xmlns:a16="http://schemas.microsoft.com/office/drawing/2014/main" id="{72F20C13-4DD7-7EE4-8F39-08865A438AD6}"/>
                  </a:ext>
                </a:extLst>
              </p:cNvPr>
              <p:cNvSpPr/>
              <p:nvPr/>
            </p:nvSpPr>
            <p:spPr>
              <a:xfrm>
                <a:off x="6757345" y="1305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2" name="Freeform 31511">
                <a:extLst>
                  <a:ext uri="{FF2B5EF4-FFF2-40B4-BE49-F238E27FC236}">
                    <a16:creationId xmlns:a16="http://schemas.microsoft.com/office/drawing/2014/main" id="{FC26A08F-6F03-5724-0431-AF9F5B955439}"/>
                  </a:ext>
                </a:extLst>
              </p:cNvPr>
              <p:cNvSpPr/>
              <p:nvPr/>
            </p:nvSpPr>
            <p:spPr>
              <a:xfrm>
                <a:off x="6757841" y="1349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3" name="Freeform 31512">
                <a:extLst>
                  <a:ext uri="{FF2B5EF4-FFF2-40B4-BE49-F238E27FC236}">
                    <a16:creationId xmlns:a16="http://schemas.microsoft.com/office/drawing/2014/main" id="{224D242D-FBAD-9654-3281-7F2BDCC65AD7}"/>
                  </a:ext>
                </a:extLst>
              </p:cNvPr>
              <p:cNvSpPr/>
              <p:nvPr/>
            </p:nvSpPr>
            <p:spPr>
              <a:xfrm>
                <a:off x="6758436" y="1225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4" name="Freeform 31513">
                <a:extLst>
                  <a:ext uri="{FF2B5EF4-FFF2-40B4-BE49-F238E27FC236}">
                    <a16:creationId xmlns:a16="http://schemas.microsoft.com/office/drawing/2014/main" id="{98F067BD-A331-013C-D0AD-D022B1D57D12}"/>
                  </a:ext>
                </a:extLst>
              </p:cNvPr>
              <p:cNvSpPr/>
              <p:nvPr/>
            </p:nvSpPr>
            <p:spPr>
              <a:xfrm>
                <a:off x="6758932" y="1358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5" name="Freeform 31514">
                <a:extLst>
                  <a:ext uri="{FF2B5EF4-FFF2-40B4-BE49-F238E27FC236}">
                    <a16:creationId xmlns:a16="http://schemas.microsoft.com/office/drawing/2014/main" id="{0217217D-7D65-99D0-9E6E-ECA732AFBCB0}"/>
                  </a:ext>
                </a:extLst>
              </p:cNvPr>
              <p:cNvSpPr/>
              <p:nvPr/>
            </p:nvSpPr>
            <p:spPr>
              <a:xfrm>
                <a:off x="6759428" y="1432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6" name="Freeform 31515">
                <a:extLst>
                  <a:ext uri="{FF2B5EF4-FFF2-40B4-BE49-F238E27FC236}">
                    <a16:creationId xmlns:a16="http://schemas.microsoft.com/office/drawing/2014/main" id="{5C2438B3-FC88-5ABF-448F-8580FE30F431}"/>
                  </a:ext>
                </a:extLst>
              </p:cNvPr>
              <p:cNvSpPr/>
              <p:nvPr/>
            </p:nvSpPr>
            <p:spPr>
              <a:xfrm>
                <a:off x="6760023" y="151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7" name="Freeform 31516">
                <a:extLst>
                  <a:ext uri="{FF2B5EF4-FFF2-40B4-BE49-F238E27FC236}">
                    <a16:creationId xmlns:a16="http://schemas.microsoft.com/office/drawing/2014/main" id="{B755BDAB-D891-AE1C-EFD6-85285246EF86}"/>
                  </a:ext>
                </a:extLst>
              </p:cNvPr>
              <p:cNvSpPr/>
              <p:nvPr/>
            </p:nvSpPr>
            <p:spPr>
              <a:xfrm>
                <a:off x="6760520" y="1495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8" name="Freeform 31517">
                <a:extLst>
                  <a:ext uri="{FF2B5EF4-FFF2-40B4-BE49-F238E27FC236}">
                    <a16:creationId xmlns:a16="http://schemas.microsoft.com/office/drawing/2014/main" id="{CFF191EE-BA98-CBB0-CFB3-00753EFD3655}"/>
                  </a:ext>
                </a:extLst>
              </p:cNvPr>
              <p:cNvSpPr/>
              <p:nvPr/>
            </p:nvSpPr>
            <p:spPr>
              <a:xfrm>
                <a:off x="6761016" y="1475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9" name="Freeform 31518">
                <a:extLst>
                  <a:ext uri="{FF2B5EF4-FFF2-40B4-BE49-F238E27FC236}">
                    <a16:creationId xmlns:a16="http://schemas.microsoft.com/office/drawing/2014/main" id="{4A6B2BB8-5E5D-AED1-FBA1-69621052CD56}"/>
                  </a:ext>
                </a:extLst>
              </p:cNvPr>
              <p:cNvSpPr/>
              <p:nvPr/>
            </p:nvSpPr>
            <p:spPr>
              <a:xfrm>
                <a:off x="6761611" y="1445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0" name="Freeform 31519">
                <a:extLst>
                  <a:ext uri="{FF2B5EF4-FFF2-40B4-BE49-F238E27FC236}">
                    <a16:creationId xmlns:a16="http://schemas.microsoft.com/office/drawing/2014/main" id="{27080C6C-02F0-55D8-00C0-6E03169B4836}"/>
                  </a:ext>
                </a:extLst>
              </p:cNvPr>
              <p:cNvSpPr/>
              <p:nvPr/>
            </p:nvSpPr>
            <p:spPr>
              <a:xfrm>
                <a:off x="6762107" y="1444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1" name="Freeform 31520">
                <a:extLst>
                  <a:ext uri="{FF2B5EF4-FFF2-40B4-BE49-F238E27FC236}">
                    <a16:creationId xmlns:a16="http://schemas.microsoft.com/office/drawing/2014/main" id="{BA5B3062-07A3-0D37-C6F5-11864F138ADB}"/>
                  </a:ext>
                </a:extLst>
              </p:cNvPr>
              <p:cNvSpPr/>
              <p:nvPr/>
            </p:nvSpPr>
            <p:spPr>
              <a:xfrm>
                <a:off x="6762603" y="1686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2" name="Freeform 31521">
                <a:extLst>
                  <a:ext uri="{FF2B5EF4-FFF2-40B4-BE49-F238E27FC236}">
                    <a16:creationId xmlns:a16="http://schemas.microsoft.com/office/drawing/2014/main" id="{FE5CA0A6-FF46-4CA5-A82C-C1ECD63B7FFB}"/>
                  </a:ext>
                </a:extLst>
              </p:cNvPr>
              <p:cNvSpPr/>
              <p:nvPr/>
            </p:nvSpPr>
            <p:spPr>
              <a:xfrm>
                <a:off x="6763198" y="1895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3" name="Freeform 31522">
                <a:extLst>
                  <a:ext uri="{FF2B5EF4-FFF2-40B4-BE49-F238E27FC236}">
                    <a16:creationId xmlns:a16="http://schemas.microsoft.com/office/drawing/2014/main" id="{0373CAC1-5D9D-204D-B3C5-084B88EF812D}"/>
                  </a:ext>
                </a:extLst>
              </p:cNvPr>
              <p:cNvSpPr/>
              <p:nvPr/>
            </p:nvSpPr>
            <p:spPr>
              <a:xfrm>
                <a:off x="6763695" y="1953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4" name="Freeform 31523">
                <a:extLst>
                  <a:ext uri="{FF2B5EF4-FFF2-40B4-BE49-F238E27FC236}">
                    <a16:creationId xmlns:a16="http://schemas.microsoft.com/office/drawing/2014/main" id="{45875A5B-B346-F4DD-DDD3-1056796EAD91}"/>
                  </a:ext>
                </a:extLst>
              </p:cNvPr>
              <p:cNvSpPr/>
              <p:nvPr/>
            </p:nvSpPr>
            <p:spPr>
              <a:xfrm>
                <a:off x="6764191" y="1979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5" name="Freeform 31524">
                <a:extLst>
                  <a:ext uri="{FF2B5EF4-FFF2-40B4-BE49-F238E27FC236}">
                    <a16:creationId xmlns:a16="http://schemas.microsoft.com/office/drawing/2014/main" id="{999C7897-A844-6930-E1FE-C4FD2293AC7E}"/>
                  </a:ext>
                </a:extLst>
              </p:cNvPr>
              <p:cNvSpPr/>
              <p:nvPr/>
            </p:nvSpPr>
            <p:spPr>
              <a:xfrm>
                <a:off x="6764786" y="1993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6" name="Freeform 31525">
                <a:extLst>
                  <a:ext uri="{FF2B5EF4-FFF2-40B4-BE49-F238E27FC236}">
                    <a16:creationId xmlns:a16="http://schemas.microsoft.com/office/drawing/2014/main" id="{A49EF5BA-AD56-9762-FFCD-5D9E2228B48B}"/>
                  </a:ext>
                </a:extLst>
              </p:cNvPr>
              <p:cNvSpPr/>
              <p:nvPr/>
            </p:nvSpPr>
            <p:spPr>
              <a:xfrm>
                <a:off x="6765282" y="199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7" name="Freeform 31526">
                <a:extLst>
                  <a:ext uri="{FF2B5EF4-FFF2-40B4-BE49-F238E27FC236}">
                    <a16:creationId xmlns:a16="http://schemas.microsoft.com/office/drawing/2014/main" id="{4F6C5B68-007A-D330-C221-3D6AEF858DAE}"/>
                  </a:ext>
                </a:extLst>
              </p:cNvPr>
              <p:cNvSpPr/>
              <p:nvPr/>
            </p:nvSpPr>
            <p:spPr>
              <a:xfrm>
                <a:off x="6765778" y="199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8" name="Freeform 31527">
                <a:extLst>
                  <a:ext uri="{FF2B5EF4-FFF2-40B4-BE49-F238E27FC236}">
                    <a16:creationId xmlns:a16="http://schemas.microsoft.com/office/drawing/2014/main" id="{6E446FE3-6AE1-7717-47C7-6C3CE9992786}"/>
                  </a:ext>
                </a:extLst>
              </p:cNvPr>
              <p:cNvSpPr/>
              <p:nvPr/>
            </p:nvSpPr>
            <p:spPr>
              <a:xfrm>
                <a:off x="6766373" y="199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9" name="Freeform 31528">
                <a:extLst>
                  <a:ext uri="{FF2B5EF4-FFF2-40B4-BE49-F238E27FC236}">
                    <a16:creationId xmlns:a16="http://schemas.microsoft.com/office/drawing/2014/main" id="{B7E5ECB5-C386-0109-CA4B-DC11A0B33932}"/>
                  </a:ext>
                </a:extLst>
              </p:cNvPr>
              <p:cNvSpPr/>
              <p:nvPr/>
            </p:nvSpPr>
            <p:spPr>
              <a:xfrm>
                <a:off x="6766870" y="199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0" name="Freeform 31529">
                <a:extLst>
                  <a:ext uri="{FF2B5EF4-FFF2-40B4-BE49-F238E27FC236}">
                    <a16:creationId xmlns:a16="http://schemas.microsoft.com/office/drawing/2014/main" id="{AEB31CCB-A500-86EF-FB51-37B55672D21D}"/>
                  </a:ext>
                </a:extLst>
              </p:cNvPr>
              <p:cNvSpPr/>
              <p:nvPr/>
            </p:nvSpPr>
            <p:spPr>
              <a:xfrm>
                <a:off x="6767366" y="1975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1" name="Freeform 31530">
                <a:extLst>
                  <a:ext uri="{FF2B5EF4-FFF2-40B4-BE49-F238E27FC236}">
                    <a16:creationId xmlns:a16="http://schemas.microsoft.com/office/drawing/2014/main" id="{7070D92F-A72F-669B-2DF2-10D8E63238FB}"/>
                  </a:ext>
                </a:extLst>
              </p:cNvPr>
              <p:cNvSpPr/>
              <p:nvPr/>
            </p:nvSpPr>
            <p:spPr>
              <a:xfrm>
                <a:off x="6767862" y="1980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2" name="Freeform 31531">
                <a:extLst>
                  <a:ext uri="{FF2B5EF4-FFF2-40B4-BE49-F238E27FC236}">
                    <a16:creationId xmlns:a16="http://schemas.microsoft.com/office/drawing/2014/main" id="{6C2AB443-3993-2126-1430-5386040D9A32}"/>
                  </a:ext>
                </a:extLst>
              </p:cNvPr>
              <p:cNvSpPr/>
              <p:nvPr/>
            </p:nvSpPr>
            <p:spPr>
              <a:xfrm>
                <a:off x="6768457" y="1864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3" name="Freeform 31532">
                <a:extLst>
                  <a:ext uri="{FF2B5EF4-FFF2-40B4-BE49-F238E27FC236}">
                    <a16:creationId xmlns:a16="http://schemas.microsoft.com/office/drawing/2014/main" id="{B2833B0D-6DBD-B59A-95EC-A1A5D0E7F366}"/>
                  </a:ext>
                </a:extLst>
              </p:cNvPr>
              <p:cNvSpPr/>
              <p:nvPr/>
            </p:nvSpPr>
            <p:spPr>
              <a:xfrm>
                <a:off x="6768953" y="1692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4" name="Freeform 31533">
                <a:extLst>
                  <a:ext uri="{FF2B5EF4-FFF2-40B4-BE49-F238E27FC236}">
                    <a16:creationId xmlns:a16="http://schemas.microsoft.com/office/drawing/2014/main" id="{FE1EA3DB-B643-54F7-D262-186C13EA3C46}"/>
                  </a:ext>
                </a:extLst>
              </p:cNvPr>
              <p:cNvSpPr/>
              <p:nvPr/>
            </p:nvSpPr>
            <p:spPr>
              <a:xfrm>
                <a:off x="6769449" y="1342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5" name="Freeform 31534">
                <a:extLst>
                  <a:ext uri="{FF2B5EF4-FFF2-40B4-BE49-F238E27FC236}">
                    <a16:creationId xmlns:a16="http://schemas.microsoft.com/office/drawing/2014/main" id="{B006C5C8-2306-69FF-84AA-1E40F6F19236}"/>
                  </a:ext>
                </a:extLst>
              </p:cNvPr>
              <p:cNvSpPr/>
              <p:nvPr/>
            </p:nvSpPr>
            <p:spPr>
              <a:xfrm>
                <a:off x="6770045" y="1385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6" name="Freeform 31535">
                <a:extLst>
                  <a:ext uri="{FF2B5EF4-FFF2-40B4-BE49-F238E27FC236}">
                    <a16:creationId xmlns:a16="http://schemas.microsoft.com/office/drawing/2014/main" id="{B78BDC82-9604-AC1E-6F90-C5A7D13009FE}"/>
                  </a:ext>
                </a:extLst>
              </p:cNvPr>
              <p:cNvSpPr/>
              <p:nvPr/>
            </p:nvSpPr>
            <p:spPr>
              <a:xfrm>
                <a:off x="6770541" y="1446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7" name="Freeform 31536">
                <a:extLst>
                  <a:ext uri="{FF2B5EF4-FFF2-40B4-BE49-F238E27FC236}">
                    <a16:creationId xmlns:a16="http://schemas.microsoft.com/office/drawing/2014/main" id="{E3289926-C86B-6A75-22E3-B33A7D580841}"/>
                  </a:ext>
                </a:extLst>
              </p:cNvPr>
              <p:cNvSpPr/>
              <p:nvPr/>
            </p:nvSpPr>
            <p:spPr>
              <a:xfrm>
                <a:off x="6771037" y="1323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8" name="Freeform 31537">
                <a:extLst>
                  <a:ext uri="{FF2B5EF4-FFF2-40B4-BE49-F238E27FC236}">
                    <a16:creationId xmlns:a16="http://schemas.microsoft.com/office/drawing/2014/main" id="{4CDF6B50-EDAC-AA8D-3245-97FBA5C028D9}"/>
                  </a:ext>
                </a:extLst>
              </p:cNvPr>
              <p:cNvSpPr/>
              <p:nvPr/>
            </p:nvSpPr>
            <p:spPr>
              <a:xfrm>
                <a:off x="6771632" y="1348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9" name="Freeform 31538">
                <a:extLst>
                  <a:ext uri="{FF2B5EF4-FFF2-40B4-BE49-F238E27FC236}">
                    <a16:creationId xmlns:a16="http://schemas.microsoft.com/office/drawing/2014/main" id="{3BED66F6-64F6-A95B-3D9F-531F901F56BC}"/>
                  </a:ext>
                </a:extLst>
              </p:cNvPr>
              <p:cNvSpPr/>
              <p:nvPr/>
            </p:nvSpPr>
            <p:spPr>
              <a:xfrm>
                <a:off x="6772128" y="1408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0" name="Freeform 31539">
                <a:extLst>
                  <a:ext uri="{FF2B5EF4-FFF2-40B4-BE49-F238E27FC236}">
                    <a16:creationId xmlns:a16="http://schemas.microsoft.com/office/drawing/2014/main" id="{569F84C9-569E-9D38-BBCC-F70F0F66E382}"/>
                  </a:ext>
                </a:extLst>
              </p:cNvPr>
              <p:cNvSpPr/>
              <p:nvPr/>
            </p:nvSpPr>
            <p:spPr>
              <a:xfrm>
                <a:off x="6772624" y="1384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1" name="Freeform 31540">
                <a:extLst>
                  <a:ext uri="{FF2B5EF4-FFF2-40B4-BE49-F238E27FC236}">
                    <a16:creationId xmlns:a16="http://schemas.microsoft.com/office/drawing/2014/main" id="{B35C7BD2-F584-59A4-D720-55759FEF5F1C}"/>
                  </a:ext>
                </a:extLst>
              </p:cNvPr>
              <p:cNvSpPr/>
              <p:nvPr/>
            </p:nvSpPr>
            <p:spPr>
              <a:xfrm>
                <a:off x="6773220" y="1348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2" name="Freeform 31541">
                <a:extLst>
                  <a:ext uri="{FF2B5EF4-FFF2-40B4-BE49-F238E27FC236}">
                    <a16:creationId xmlns:a16="http://schemas.microsoft.com/office/drawing/2014/main" id="{0BB9AAEA-FD37-5B9A-E402-14CD1324BD11}"/>
                  </a:ext>
                </a:extLst>
              </p:cNvPr>
              <p:cNvSpPr/>
              <p:nvPr/>
            </p:nvSpPr>
            <p:spPr>
              <a:xfrm>
                <a:off x="6773716" y="1397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3" name="Freeform 31542">
                <a:extLst>
                  <a:ext uri="{FF2B5EF4-FFF2-40B4-BE49-F238E27FC236}">
                    <a16:creationId xmlns:a16="http://schemas.microsoft.com/office/drawing/2014/main" id="{72959504-D1D6-83CF-D95E-EEC1B0D84320}"/>
                  </a:ext>
                </a:extLst>
              </p:cNvPr>
              <p:cNvSpPr/>
              <p:nvPr/>
            </p:nvSpPr>
            <p:spPr>
              <a:xfrm>
                <a:off x="6774212" y="1400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4" name="Freeform 31543">
                <a:extLst>
                  <a:ext uri="{FF2B5EF4-FFF2-40B4-BE49-F238E27FC236}">
                    <a16:creationId xmlns:a16="http://schemas.microsoft.com/office/drawing/2014/main" id="{001091AC-CC64-AE57-F46B-9EFFF6407D75}"/>
                  </a:ext>
                </a:extLst>
              </p:cNvPr>
              <p:cNvSpPr/>
              <p:nvPr/>
            </p:nvSpPr>
            <p:spPr>
              <a:xfrm>
                <a:off x="6774807" y="1351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5" name="Freeform 31544">
                <a:extLst>
                  <a:ext uri="{FF2B5EF4-FFF2-40B4-BE49-F238E27FC236}">
                    <a16:creationId xmlns:a16="http://schemas.microsoft.com/office/drawing/2014/main" id="{9A7862B8-CF70-967A-EE12-5269E8DF2331}"/>
                  </a:ext>
                </a:extLst>
              </p:cNvPr>
              <p:cNvSpPr/>
              <p:nvPr/>
            </p:nvSpPr>
            <p:spPr>
              <a:xfrm>
                <a:off x="6775303" y="1577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6" name="Freeform 31545">
                <a:extLst>
                  <a:ext uri="{FF2B5EF4-FFF2-40B4-BE49-F238E27FC236}">
                    <a16:creationId xmlns:a16="http://schemas.microsoft.com/office/drawing/2014/main" id="{1F925FBF-E6F9-C0C1-5FCD-A80405E22F3C}"/>
                  </a:ext>
                </a:extLst>
              </p:cNvPr>
              <p:cNvSpPr/>
              <p:nvPr/>
            </p:nvSpPr>
            <p:spPr>
              <a:xfrm>
                <a:off x="6775799" y="190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7" name="Freeform 31546">
                <a:extLst>
                  <a:ext uri="{FF2B5EF4-FFF2-40B4-BE49-F238E27FC236}">
                    <a16:creationId xmlns:a16="http://schemas.microsoft.com/office/drawing/2014/main" id="{D31A81E5-F26A-F848-C6F9-B5B56CE345E6}"/>
                  </a:ext>
                </a:extLst>
              </p:cNvPr>
              <p:cNvSpPr/>
              <p:nvPr/>
            </p:nvSpPr>
            <p:spPr>
              <a:xfrm>
                <a:off x="6776395" y="1973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8" name="Freeform 31547">
                <a:extLst>
                  <a:ext uri="{FF2B5EF4-FFF2-40B4-BE49-F238E27FC236}">
                    <a16:creationId xmlns:a16="http://schemas.microsoft.com/office/drawing/2014/main" id="{905AEF11-DDD0-1ED9-C25A-0498EDE65291}"/>
                  </a:ext>
                </a:extLst>
              </p:cNvPr>
              <p:cNvSpPr/>
              <p:nvPr/>
            </p:nvSpPr>
            <p:spPr>
              <a:xfrm>
                <a:off x="6776891" y="2005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9" name="Freeform 31548">
                <a:extLst>
                  <a:ext uri="{FF2B5EF4-FFF2-40B4-BE49-F238E27FC236}">
                    <a16:creationId xmlns:a16="http://schemas.microsoft.com/office/drawing/2014/main" id="{E07731FF-F28D-03BE-5AE2-939D16E59E0A}"/>
                  </a:ext>
                </a:extLst>
              </p:cNvPr>
              <p:cNvSpPr/>
              <p:nvPr/>
            </p:nvSpPr>
            <p:spPr>
              <a:xfrm>
                <a:off x="6777387" y="199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0" name="Freeform 31549">
                <a:extLst>
                  <a:ext uri="{FF2B5EF4-FFF2-40B4-BE49-F238E27FC236}">
                    <a16:creationId xmlns:a16="http://schemas.microsoft.com/office/drawing/2014/main" id="{9101A4FD-947D-53AC-F4FD-3F94FC705495}"/>
                  </a:ext>
                </a:extLst>
              </p:cNvPr>
              <p:cNvSpPr/>
              <p:nvPr/>
            </p:nvSpPr>
            <p:spPr>
              <a:xfrm>
                <a:off x="6777982" y="2002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1" name="Freeform 31550">
                <a:extLst>
                  <a:ext uri="{FF2B5EF4-FFF2-40B4-BE49-F238E27FC236}">
                    <a16:creationId xmlns:a16="http://schemas.microsoft.com/office/drawing/2014/main" id="{0AB01484-7E77-FD4F-E7F6-1EA022793CD8}"/>
                  </a:ext>
                </a:extLst>
              </p:cNvPr>
              <p:cNvSpPr/>
              <p:nvPr/>
            </p:nvSpPr>
            <p:spPr>
              <a:xfrm>
                <a:off x="6778478" y="2019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2" name="Freeform 31551">
                <a:extLst>
                  <a:ext uri="{FF2B5EF4-FFF2-40B4-BE49-F238E27FC236}">
                    <a16:creationId xmlns:a16="http://schemas.microsoft.com/office/drawing/2014/main" id="{CC3528AD-D424-FB51-3D00-F6655218705C}"/>
                  </a:ext>
                </a:extLst>
              </p:cNvPr>
              <p:cNvSpPr/>
              <p:nvPr/>
            </p:nvSpPr>
            <p:spPr>
              <a:xfrm>
                <a:off x="6778974" y="20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3" name="Freeform 31552">
                <a:extLst>
                  <a:ext uri="{FF2B5EF4-FFF2-40B4-BE49-F238E27FC236}">
                    <a16:creationId xmlns:a16="http://schemas.microsoft.com/office/drawing/2014/main" id="{C40D2BD1-73D1-B180-FAA8-990C93D15AEF}"/>
                  </a:ext>
                </a:extLst>
              </p:cNvPr>
              <p:cNvSpPr/>
              <p:nvPr/>
            </p:nvSpPr>
            <p:spPr>
              <a:xfrm>
                <a:off x="6779470" y="201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4" name="Freeform 31553">
                <a:extLst>
                  <a:ext uri="{FF2B5EF4-FFF2-40B4-BE49-F238E27FC236}">
                    <a16:creationId xmlns:a16="http://schemas.microsoft.com/office/drawing/2014/main" id="{0FAD15A3-E0E1-99B7-E611-1DFF9CAF34B6}"/>
                  </a:ext>
                </a:extLst>
              </p:cNvPr>
              <p:cNvSpPr/>
              <p:nvPr/>
            </p:nvSpPr>
            <p:spPr>
              <a:xfrm>
                <a:off x="6780066" y="20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5" name="Freeform 31554">
                <a:extLst>
                  <a:ext uri="{FF2B5EF4-FFF2-40B4-BE49-F238E27FC236}">
                    <a16:creationId xmlns:a16="http://schemas.microsoft.com/office/drawing/2014/main" id="{E926E719-9C2D-4B54-73F8-32C57BD934F5}"/>
                  </a:ext>
                </a:extLst>
              </p:cNvPr>
              <p:cNvSpPr/>
              <p:nvPr/>
            </p:nvSpPr>
            <p:spPr>
              <a:xfrm>
                <a:off x="6780562" y="1987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6" name="Freeform 31555">
                <a:extLst>
                  <a:ext uri="{FF2B5EF4-FFF2-40B4-BE49-F238E27FC236}">
                    <a16:creationId xmlns:a16="http://schemas.microsoft.com/office/drawing/2014/main" id="{C71876A7-E406-B8E2-C856-77E2B07C7426}"/>
                  </a:ext>
                </a:extLst>
              </p:cNvPr>
              <p:cNvSpPr/>
              <p:nvPr/>
            </p:nvSpPr>
            <p:spPr>
              <a:xfrm>
                <a:off x="6781058" y="195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7" name="Freeform 31556">
                <a:extLst>
                  <a:ext uri="{FF2B5EF4-FFF2-40B4-BE49-F238E27FC236}">
                    <a16:creationId xmlns:a16="http://schemas.microsoft.com/office/drawing/2014/main" id="{42EC03E5-5A14-2394-5C2D-07AACA21535A}"/>
                  </a:ext>
                </a:extLst>
              </p:cNvPr>
              <p:cNvSpPr/>
              <p:nvPr/>
            </p:nvSpPr>
            <p:spPr>
              <a:xfrm>
                <a:off x="6781653" y="1691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8" name="Freeform 31557">
                <a:extLst>
                  <a:ext uri="{FF2B5EF4-FFF2-40B4-BE49-F238E27FC236}">
                    <a16:creationId xmlns:a16="http://schemas.microsoft.com/office/drawing/2014/main" id="{5C609B26-1915-C574-213A-EB2F138E08F7}"/>
                  </a:ext>
                </a:extLst>
              </p:cNvPr>
              <p:cNvSpPr/>
              <p:nvPr/>
            </p:nvSpPr>
            <p:spPr>
              <a:xfrm>
                <a:off x="6782149" y="1295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9" name="Freeform 31558">
                <a:extLst>
                  <a:ext uri="{FF2B5EF4-FFF2-40B4-BE49-F238E27FC236}">
                    <a16:creationId xmlns:a16="http://schemas.microsoft.com/office/drawing/2014/main" id="{18C960D5-BDF1-F43B-A562-F7422B6552FB}"/>
                  </a:ext>
                </a:extLst>
              </p:cNvPr>
              <p:cNvSpPr/>
              <p:nvPr/>
            </p:nvSpPr>
            <p:spPr>
              <a:xfrm>
                <a:off x="6782645" y="135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0" name="Freeform 31559">
                <a:extLst>
                  <a:ext uri="{FF2B5EF4-FFF2-40B4-BE49-F238E27FC236}">
                    <a16:creationId xmlns:a16="http://schemas.microsoft.com/office/drawing/2014/main" id="{FF20D090-E005-B1F6-D61A-F1D602C0FFC6}"/>
                  </a:ext>
                </a:extLst>
              </p:cNvPr>
              <p:cNvSpPr/>
              <p:nvPr/>
            </p:nvSpPr>
            <p:spPr>
              <a:xfrm>
                <a:off x="6783241" y="1435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1" name="Freeform 31560">
                <a:extLst>
                  <a:ext uri="{FF2B5EF4-FFF2-40B4-BE49-F238E27FC236}">
                    <a16:creationId xmlns:a16="http://schemas.microsoft.com/office/drawing/2014/main" id="{2D558C59-E05E-F984-071D-A319A7BB0232}"/>
                  </a:ext>
                </a:extLst>
              </p:cNvPr>
              <p:cNvSpPr/>
              <p:nvPr/>
            </p:nvSpPr>
            <p:spPr>
              <a:xfrm>
                <a:off x="6783737" y="1215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2" name="Freeform 31561">
                <a:extLst>
                  <a:ext uri="{FF2B5EF4-FFF2-40B4-BE49-F238E27FC236}">
                    <a16:creationId xmlns:a16="http://schemas.microsoft.com/office/drawing/2014/main" id="{B962C400-9FB8-08F6-3727-04D388A6DD4E}"/>
                  </a:ext>
                </a:extLst>
              </p:cNvPr>
              <p:cNvSpPr/>
              <p:nvPr/>
            </p:nvSpPr>
            <p:spPr>
              <a:xfrm>
                <a:off x="6784233" y="1382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3" name="Freeform 31562">
                <a:extLst>
                  <a:ext uri="{FF2B5EF4-FFF2-40B4-BE49-F238E27FC236}">
                    <a16:creationId xmlns:a16="http://schemas.microsoft.com/office/drawing/2014/main" id="{CC9335AB-E8FF-5EA8-27C2-98306921555B}"/>
                  </a:ext>
                </a:extLst>
              </p:cNvPr>
              <p:cNvSpPr/>
              <p:nvPr/>
            </p:nvSpPr>
            <p:spPr>
              <a:xfrm>
                <a:off x="6784828" y="138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4" name="Freeform 31563">
                <a:extLst>
                  <a:ext uri="{FF2B5EF4-FFF2-40B4-BE49-F238E27FC236}">
                    <a16:creationId xmlns:a16="http://schemas.microsoft.com/office/drawing/2014/main" id="{0FEAA475-7B85-2375-943E-F399A78C2FFE}"/>
                  </a:ext>
                </a:extLst>
              </p:cNvPr>
              <p:cNvSpPr/>
              <p:nvPr/>
            </p:nvSpPr>
            <p:spPr>
              <a:xfrm>
                <a:off x="6785324" y="1450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5" name="Freeform 31564">
                <a:extLst>
                  <a:ext uri="{FF2B5EF4-FFF2-40B4-BE49-F238E27FC236}">
                    <a16:creationId xmlns:a16="http://schemas.microsoft.com/office/drawing/2014/main" id="{81FE8C41-D31B-ED95-7230-D4BB61A27B0B}"/>
                  </a:ext>
                </a:extLst>
              </p:cNvPr>
              <p:cNvSpPr/>
              <p:nvPr/>
            </p:nvSpPr>
            <p:spPr>
              <a:xfrm>
                <a:off x="6785820" y="1442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6" name="Freeform 31565">
                <a:extLst>
                  <a:ext uri="{FF2B5EF4-FFF2-40B4-BE49-F238E27FC236}">
                    <a16:creationId xmlns:a16="http://schemas.microsoft.com/office/drawing/2014/main" id="{1B384553-241C-4C28-50DB-FD35199EB002}"/>
                  </a:ext>
                </a:extLst>
              </p:cNvPr>
              <p:cNvSpPr/>
              <p:nvPr/>
            </p:nvSpPr>
            <p:spPr>
              <a:xfrm>
                <a:off x="6786416" y="1455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7" name="Freeform 31566">
                <a:extLst>
                  <a:ext uri="{FF2B5EF4-FFF2-40B4-BE49-F238E27FC236}">
                    <a16:creationId xmlns:a16="http://schemas.microsoft.com/office/drawing/2014/main" id="{9D18B3C8-1C5A-DCDE-AB8C-E01EE9367EDB}"/>
                  </a:ext>
                </a:extLst>
              </p:cNvPr>
              <p:cNvSpPr/>
              <p:nvPr/>
            </p:nvSpPr>
            <p:spPr>
              <a:xfrm>
                <a:off x="6786912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8" name="Freeform 31567">
                <a:extLst>
                  <a:ext uri="{FF2B5EF4-FFF2-40B4-BE49-F238E27FC236}">
                    <a16:creationId xmlns:a16="http://schemas.microsoft.com/office/drawing/2014/main" id="{A9FDEAA2-78BA-0D51-2BDC-1732BA01EC93}"/>
                  </a:ext>
                </a:extLst>
              </p:cNvPr>
              <p:cNvSpPr/>
              <p:nvPr/>
            </p:nvSpPr>
            <p:spPr>
              <a:xfrm>
                <a:off x="6787408" y="144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9" name="Freeform 31568">
                <a:extLst>
                  <a:ext uri="{FF2B5EF4-FFF2-40B4-BE49-F238E27FC236}">
                    <a16:creationId xmlns:a16="http://schemas.microsoft.com/office/drawing/2014/main" id="{03F089F1-08FE-236D-6BB4-398D73987F80}"/>
                  </a:ext>
                </a:extLst>
              </p:cNvPr>
              <p:cNvSpPr/>
              <p:nvPr/>
            </p:nvSpPr>
            <p:spPr>
              <a:xfrm>
                <a:off x="6788003" y="1631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0" name="Freeform 31569">
                <a:extLst>
                  <a:ext uri="{FF2B5EF4-FFF2-40B4-BE49-F238E27FC236}">
                    <a16:creationId xmlns:a16="http://schemas.microsoft.com/office/drawing/2014/main" id="{F57CC615-5808-32EE-805F-ECDE1F1770AA}"/>
                  </a:ext>
                </a:extLst>
              </p:cNvPr>
              <p:cNvSpPr/>
              <p:nvPr/>
            </p:nvSpPr>
            <p:spPr>
              <a:xfrm>
                <a:off x="6788499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1" name="Freeform 31570">
                <a:extLst>
                  <a:ext uri="{FF2B5EF4-FFF2-40B4-BE49-F238E27FC236}">
                    <a16:creationId xmlns:a16="http://schemas.microsoft.com/office/drawing/2014/main" id="{CD7EBB07-ABF6-9721-C725-68A15B4A7DD9}"/>
                  </a:ext>
                </a:extLst>
              </p:cNvPr>
              <p:cNvSpPr/>
              <p:nvPr/>
            </p:nvSpPr>
            <p:spPr>
              <a:xfrm>
                <a:off x="6788995" y="2022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2" name="Freeform 31571">
                <a:extLst>
                  <a:ext uri="{FF2B5EF4-FFF2-40B4-BE49-F238E27FC236}">
                    <a16:creationId xmlns:a16="http://schemas.microsoft.com/office/drawing/2014/main" id="{09D548C9-5D33-0E4E-C864-E95CD6369981}"/>
                  </a:ext>
                </a:extLst>
              </p:cNvPr>
              <p:cNvSpPr/>
              <p:nvPr/>
            </p:nvSpPr>
            <p:spPr>
              <a:xfrm>
                <a:off x="6789591" y="2040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3" name="Freeform 31572">
                <a:extLst>
                  <a:ext uri="{FF2B5EF4-FFF2-40B4-BE49-F238E27FC236}">
                    <a16:creationId xmlns:a16="http://schemas.microsoft.com/office/drawing/2014/main" id="{9C5AC5AE-10A1-D4AE-DF3E-1B24F01B787D}"/>
                  </a:ext>
                </a:extLst>
              </p:cNvPr>
              <p:cNvSpPr/>
              <p:nvPr/>
            </p:nvSpPr>
            <p:spPr>
              <a:xfrm>
                <a:off x="6790087" y="2045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4" name="Freeform 31573">
                <a:extLst>
                  <a:ext uri="{FF2B5EF4-FFF2-40B4-BE49-F238E27FC236}">
                    <a16:creationId xmlns:a16="http://schemas.microsoft.com/office/drawing/2014/main" id="{F3150F4D-F2D3-92B0-35D2-8D5B56248E40}"/>
                  </a:ext>
                </a:extLst>
              </p:cNvPr>
              <p:cNvSpPr/>
              <p:nvPr/>
            </p:nvSpPr>
            <p:spPr>
              <a:xfrm>
                <a:off x="6790583" y="204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5" name="Freeform 31574">
                <a:extLst>
                  <a:ext uri="{FF2B5EF4-FFF2-40B4-BE49-F238E27FC236}">
                    <a16:creationId xmlns:a16="http://schemas.microsoft.com/office/drawing/2014/main" id="{C187EC29-7ABA-7F51-8EE7-6B41789710F9}"/>
                  </a:ext>
                </a:extLst>
              </p:cNvPr>
              <p:cNvSpPr/>
              <p:nvPr/>
            </p:nvSpPr>
            <p:spPr>
              <a:xfrm>
                <a:off x="6791178" y="205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6" name="Freeform 31575">
                <a:extLst>
                  <a:ext uri="{FF2B5EF4-FFF2-40B4-BE49-F238E27FC236}">
                    <a16:creationId xmlns:a16="http://schemas.microsoft.com/office/drawing/2014/main" id="{81A940D7-C51D-0A20-B6CB-288E2FBCF474}"/>
                  </a:ext>
                </a:extLst>
              </p:cNvPr>
              <p:cNvSpPr/>
              <p:nvPr/>
            </p:nvSpPr>
            <p:spPr>
              <a:xfrm>
                <a:off x="6791674" y="2057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7" name="Freeform 31576">
                <a:extLst>
                  <a:ext uri="{FF2B5EF4-FFF2-40B4-BE49-F238E27FC236}">
                    <a16:creationId xmlns:a16="http://schemas.microsoft.com/office/drawing/2014/main" id="{C9250A70-4410-641E-6A6B-FCCD3E3B6F13}"/>
                  </a:ext>
                </a:extLst>
              </p:cNvPr>
              <p:cNvSpPr/>
              <p:nvPr/>
            </p:nvSpPr>
            <p:spPr>
              <a:xfrm>
                <a:off x="6792170" y="2053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8" name="Freeform 31577">
                <a:extLst>
                  <a:ext uri="{FF2B5EF4-FFF2-40B4-BE49-F238E27FC236}">
                    <a16:creationId xmlns:a16="http://schemas.microsoft.com/office/drawing/2014/main" id="{143F276F-5703-5297-4461-E5C4B19C8852}"/>
                  </a:ext>
                </a:extLst>
              </p:cNvPr>
              <p:cNvSpPr/>
              <p:nvPr/>
            </p:nvSpPr>
            <p:spPr>
              <a:xfrm>
                <a:off x="6792666" y="2053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9" name="Freeform 31578">
                <a:extLst>
                  <a:ext uri="{FF2B5EF4-FFF2-40B4-BE49-F238E27FC236}">
                    <a16:creationId xmlns:a16="http://schemas.microsoft.com/office/drawing/2014/main" id="{1EA874F6-B708-1853-9283-9441C08D8764}"/>
                  </a:ext>
                </a:extLst>
              </p:cNvPr>
              <p:cNvSpPr/>
              <p:nvPr/>
            </p:nvSpPr>
            <p:spPr>
              <a:xfrm>
                <a:off x="6793262" y="2031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0" name="Freeform 31579">
                <a:extLst>
                  <a:ext uri="{FF2B5EF4-FFF2-40B4-BE49-F238E27FC236}">
                    <a16:creationId xmlns:a16="http://schemas.microsoft.com/office/drawing/2014/main" id="{D0CCC811-A0B2-1CEC-6FFB-2061CF06AC12}"/>
                  </a:ext>
                </a:extLst>
              </p:cNvPr>
              <p:cNvSpPr/>
              <p:nvPr/>
            </p:nvSpPr>
            <p:spPr>
              <a:xfrm>
                <a:off x="6793758" y="2005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1" name="Freeform 31580">
                <a:extLst>
                  <a:ext uri="{FF2B5EF4-FFF2-40B4-BE49-F238E27FC236}">
                    <a16:creationId xmlns:a16="http://schemas.microsoft.com/office/drawing/2014/main" id="{FDE32ACD-3072-0FAB-C41A-E71653FAC626}"/>
                  </a:ext>
                </a:extLst>
              </p:cNvPr>
              <p:cNvSpPr/>
              <p:nvPr/>
            </p:nvSpPr>
            <p:spPr>
              <a:xfrm>
                <a:off x="6794254" y="1744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2" name="Freeform 31581">
                <a:extLst>
                  <a:ext uri="{FF2B5EF4-FFF2-40B4-BE49-F238E27FC236}">
                    <a16:creationId xmlns:a16="http://schemas.microsoft.com/office/drawing/2014/main" id="{A7E61C02-BE50-6E3E-4BDF-090E7B84669E}"/>
                  </a:ext>
                </a:extLst>
              </p:cNvPr>
              <p:cNvSpPr/>
              <p:nvPr/>
            </p:nvSpPr>
            <p:spPr>
              <a:xfrm>
                <a:off x="6794849" y="137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3" name="Freeform 31582">
                <a:extLst>
                  <a:ext uri="{FF2B5EF4-FFF2-40B4-BE49-F238E27FC236}">
                    <a16:creationId xmlns:a16="http://schemas.microsoft.com/office/drawing/2014/main" id="{A26A698B-51FE-E094-3CAD-B9A71F4FC3BF}"/>
                  </a:ext>
                </a:extLst>
              </p:cNvPr>
              <p:cNvSpPr/>
              <p:nvPr/>
            </p:nvSpPr>
            <p:spPr>
              <a:xfrm>
                <a:off x="6795345" y="1446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4" name="Freeform 31583">
                <a:extLst>
                  <a:ext uri="{FF2B5EF4-FFF2-40B4-BE49-F238E27FC236}">
                    <a16:creationId xmlns:a16="http://schemas.microsoft.com/office/drawing/2014/main" id="{E8125300-2A05-3C2F-C9C1-39C2D82547A6}"/>
                  </a:ext>
                </a:extLst>
              </p:cNvPr>
              <p:cNvSpPr/>
              <p:nvPr/>
            </p:nvSpPr>
            <p:spPr>
              <a:xfrm>
                <a:off x="6795841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5" name="Freeform 31584">
                <a:extLst>
                  <a:ext uri="{FF2B5EF4-FFF2-40B4-BE49-F238E27FC236}">
                    <a16:creationId xmlns:a16="http://schemas.microsoft.com/office/drawing/2014/main" id="{1A44ED6C-3A99-8660-0110-49C08F179C8C}"/>
                  </a:ext>
                </a:extLst>
              </p:cNvPr>
              <p:cNvSpPr/>
              <p:nvPr/>
            </p:nvSpPr>
            <p:spPr>
              <a:xfrm>
                <a:off x="6796437" y="1256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6" name="Freeform 31585">
                <a:extLst>
                  <a:ext uri="{FF2B5EF4-FFF2-40B4-BE49-F238E27FC236}">
                    <a16:creationId xmlns:a16="http://schemas.microsoft.com/office/drawing/2014/main" id="{2028107E-3E7C-8229-74EA-F00F8B7E3E7D}"/>
                  </a:ext>
                </a:extLst>
              </p:cNvPr>
              <p:cNvSpPr/>
              <p:nvPr/>
            </p:nvSpPr>
            <p:spPr>
              <a:xfrm>
                <a:off x="6796933" y="1324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7" name="Freeform 31586">
                <a:extLst>
                  <a:ext uri="{FF2B5EF4-FFF2-40B4-BE49-F238E27FC236}">
                    <a16:creationId xmlns:a16="http://schemas.microsoft.com/office/drawing/2014/main" id="{9837974D-F7B9-CD99-66EA-F6CE7711B8D6}"/>
                  </a:ext>
                </a:extLst>
              </p:cNvPr>
              <p:cNvSpPr/>
              <p:nvPr/>
            </p:nvSpPr>
            <p:spPr>
              <a:xfrm>
                <a:off x="6797429" y="1320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8" name="Freeform 31587">
                <a:extLst>
                  <a:ext uri="{FF2B5EF4-FFF2-40B4-BE49-F238E27FC236}">
                    <a16:creationId xmlns:a16="http://schemas.microsoft.com/office/drawing/2014/main" id="{4F465928-9082-9105-3249-83F1BFE92022}"/>
                  </a:ext>
                </a:extLst>
              </p:cNvPr>
              <p:cNvSpPr/>
              <p:nvPr/>
            </p:nvSpPr>
            <p:spPr>
              <a:xfrm>
                <a:off x="6798024" y="1380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9" name="Freeform 31588">
                <a:extLst>
                  <a:ext uri="{FF2B5EF4-FFF2-40B4-BE49-F238E27FC236}">
                    <a16:creationId xmlns:a16="http://schemas.microsoft.com/office/drawing/2014/main" id="{489E06C5-8B24-6997-1BF4-A8C339F5CE05}"/>
                  </a:ext>
                </a:extLst>
              </p:cNvPr>
              <p:cNvSpPr/>
              <p:nvPr/>
            </p:nvSpPr>
            <p:spPr>
              <a:xfrm>
                <a:off x="6798520" y="1329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0" name="Freeform 31589">
                <a:extLst>
                  <a:ext uri="{FF2B5EF4-FFF2-40B4-BE49-F238E27FC236}">
                    <a16:creationId xmlns:a16="http://schemas.microsoft.com/office/drawing/2014/main" id="{C01C399A-8942-8D1B-23DE-405510F1ECEF}"/>
                  </a:ext>
                </a:extLst>
              </p:cNvPr>
              <p:cNvSpPr/>
              <p:nvPr/>
            </p:nvSpPr>
            <p:spPr>
              <a:xfrm>
                <a:off x="6799016" y="1262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1" name="Freeform 31590">
                <a:extLst>
                  <a:ext uri="{FF2B5EF4-FFF2-40B4-BE49-F238E27FC236}">
                    <a16:creationId xmlns:a16="http://schemas.microsoft.com/office/drawing/2014/main" id="{0B07941E-453C-4160-46B5-1FA6F0142D7A}"/>
                  </a:ext>
                </a:extLst>
              </p:cNvPr>
              <p:cNvSpPr/>
              <p:nvPr/>
            </p:nvSpPr>
            <p:spPr>
              <a:xfrm>
                <a:off x="6799612" y="1267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2" name="Freeform 31591">
                <a:extLst>
                  <a:ext uri="{FF2B5EF4-FFF2-40B4-BE49-F238E27FC236}">
                    <a16:creationId xmlns:a16="http://schemas.microsoft.com/office/drawing/2014/main" id="{43786B6E-2261-6C11-65F2-746C4430BEE3}"/>
                  </a:ext>
                </a:extLst>
              </p:cNvPr>
              <p:cNvSpPr/>
              <p:nvPr/>
            </p:nvSpPr>
            <p:spPr>
              <a:xfrm>
                <a:off x="6800108" y="1260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3" name="Freeform 31592">
                <a:extLst>
                  <a:ext uri="{FF2B5EF4-FFF2-40B4-BE49-F238E27FC236}">
                    <a16:creationId xmlns:a16="http://schemas.microsoft.com/office/drawing/2014/main" id="{663ECD12-F3B0-1507-56DD-713424298C4D}"/>
                  </a:ext>
                </a:extLst>
              </p:cNvPr>
              <p:cNvSpPr/>
              <p:nvPr/>
            </p:nvSpPr>
            <p:spPr>
              <a:xfrm>
                <a:off x="6800604" y="1523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4" name="Freeform 31593">
                <a:extLst>
                  <a:ext uri="{FF2B5EF4-FFF2-40B4-BE49-F238E27FC236}">
                    <a16:creationId xmlns:a16="http://schemas.microsoft.com/office/drawing/2014/main" id="{983E8ED7-2BA8-23AE-9C02-2DD16DF7B35E}"/>
                  </a:ext>
                </a:extLst>
              </p:cNvPr>
              <p:cNvSpPr/>
              <p:nvPr/>
            </p:nvSpPr>
            <p:spPr>
              <a:xfrm>
                <a:off x="6801199" y="1852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5" name="Freeform 31594">
                <a:extLst>
                  <a:ext uri="{FF2B5EF4-FFF2-40B4-BE49-F238E27FC236}">
                    <a16:creationId xmlns:a16="http://schemas.microsoft.com/office/drawing/2014/main" id="{B3CDB1DA-0554-8B97-292D-78260B5063BD}"/>
                  </a:ext>
                </a:extLst>
              </p:cNvPr>
              <p:cNvSpPr/>
              <p:nvPr/>
            </p:nvSpPr>
            <p:spPr>
              <a:xfrm>
                <a:off x="6801695" y="1942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6" name="Freeform 31595">
                <a:extLst>
                  <a:ext uri="{FF2B5EF4-FFF2-40B4-BE49-F238E27FC236}">
                    <a16:creationId xmlns:a16="http://schemas.microsoft.com/office/drawing/2014/main" id="{23FCB2A9-C807-367B-AD49-AED1EDB394F9}"/>
                  </a:ext>
                </a:extLst>
              </p:cNvPr>
              <p:cNvSpPr/>
              <p:nvPr/>
            </p:nvSpPr>
            <p:spPr>
              <a:xfrm>
                <a:off x="6802191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7" name="Freeform 31596">
                <a:extLst>
                  <a:ext uri="{FF2B5EF4-FFF2-40B4-BE49-F238E27FC236}">
                    <a16:creationId xmlns:a16="http://schemas.microsoft.com/office/drawing/2014/main" id="{1C093165-06A1-917B-3A1F-9F7E7E8D17F9}"/>
                  </a:ext>
                </a:extLst>
              </p:cNvPr>
              <p:cNvSpPr/>
              <p:nvPr/>
            </p:nvSpPr>
            <p:spPr>
              <a:xfrm>
                <a:off x="6802787" y="196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8" name="Freeform 31597">
                <a:extLst>
                  <a:ext uri="{FF2B5EF4-FFF2-40B4-BE49-F238E27FC236}">
                    <a16:creationId xmlns:a16="http://schemas.microsoft.com/office/drawing/2014/main" id="{45F901A7-58E5-5750-D87A-712AD6BDF2D8}"/>
                  </a:ext>
                </a:extLst>
              </p:cNvPr>
              <p:cNvSpPr/>
              <p:nvPr/>
            </p:nvSpPr>
            <p:spPr>
              <a:xfrm>
                <a:off x="6803283" y="1972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9" name="Freeform 31598">
                <a:extLst>
                  <a:ext uri="{FF2B5EF4-FFF2-40B4-BE49-F238E27FC236}">
                    <a16:creationId xmlns:a16="http://schemas.microsoft.com/office/drawing/2014/main" id="{047F0038-0515-1103-2A1A-D791A0B245D4}"/>
                  </a:ext>
                </a:extLst>
              </p:cNvPr>
              <p:cNvSpPr/>
              <p:nvPr/>
            </p:nvSpPr>
            <p:spPr>
              <a:xfrm>
                <a:off x="6803779" y="197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0" name="Freeform 31599">
                <a:extLst>
                  <a:ext uri="{FF2B5EF4-FFF2-40B4-BE49-F238E27FC236}">
                    <a16:creationId xmlns:a16="http://schemas.microsoft.com/office/drawing/2014/main" id="{97EA0637-CB07-D78D-D836-67C504CCE4B6}"/>
                  </a:ext>
                </a:extLst>
              </p:cNvPr>
              <p:cNvSpPr/>
              <p:nvPr/>
            </p:nvSpPr>
            <p:spPr>
              <a:xfrm>
                <a:off x="6804275" y="197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1" name="Freeform 31600">
                <a:extLst>
                  <a:ext uri="{FF2B5EF4-FFF2-40B4-BE49-F238E27FC236}">
                    <a16:creationId xmlns:a16="http://schemas.microsoft.com/office/drawing/2014/main" id="{144700AE-D867-9F8A-8A16-543D758ABED2}"/>
                  </a:ext>
                </a:extLst>
              </p:cNvPr>
              <p:cNvSpPr/>
              <p:nvPr/>
            </p:nvSpPr>
            <p:spPr>
              <a:xfrm>
                <a:off x="6804870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2" name="Freeform 31601">
                <a:extLst>
                  <a:ext uri="{FF2B5EF4-FFF2-40B4-BE49-F238E27FC236}">
                    <a16:creationId xmlns:a16="http://schemas.microsoft.com/office/drawing/2014/main" id="{55B0599E-2FEA-89D8-26A7-FC09E1FFE124}"/>
                  </a:ext>
                </a:extLst>
              </p:cNvPr>
              <p:cNvSpPr/>
              <p:nvPr/>
            </p:nvSpPr>
            <p:spPr>
              <a:xfrm>
                <a:off x="6805366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3" name="Freeform 31602">
                <a:extLst>
                  <a:ext uri="{FF2B5EF4-FFF2-40B4-BE49-F238E27FC236}">
                    <a16:creationId xmlns:a16="http://schemas.microsoft.com/office/drawing/2014/main" id="{397C311E-F1D5-9106-3670-9FB299479F8B}"/>
                  </a:ext>
                </a:extLst>
              </p:cNvPr>
              <p:cNvSpPr/>
              <p:nvPr/>
            </p:nvSpPr>
            <p:spPr>
              <a:xfrm>
                <a:off x="6805863" y="1974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4" name="Freeform 31603">
                <a:extLst>
                  <a:ext uri="{FF2B5EF4-FFF2-40B4-BE49-F238E27FC236}">
                    <a16:creationId xmlns:a16="http://schemas.microsoft.com/office/drawing/2014/main" id="{9247B352-876B-4929-2AC4-4FF3AE5A66CF}"/>
                  </a:ext>
                </a:extLst>
              </p:cNvPr>
              <p:cNvSpPr/>
              <p:nvPr/>
            </p:nvSpPr>
            <p:spPr>
              <a:xfrm>
                <a:off x="6806458" y="1882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5" name="Freeform 31604">
                <a:extLst>
                  <a:ext uri="{FF2B5EF4-FFF2-40B4-BE49-F238E27FC236}">
                    <a16:creationId xmlns:a16="http://schemas.microsoft.com/office/drawing/2014/main" id="{36333EDA-C33E-C64B-0123-5759FCC87B8D}"/>
                  </a:ext>
                </a:extLst>
              </p:cNvPr>
              <p:cNvSpPr/>
              <p:nvPr/>
            </p:nvSpPr>
            <p:spPr>
              <a:xfrm>
                <a:off x="6806954" y="1515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6" name="Freeform 31605">
                <a:extLst>
                  <a:ext uri="{FF2B5EF4-FFF2-40B4-BE49-F238E27FC236}">
                    <a16:creationId xmlns:a16="http://schemas.microsoft.com/office/drawing/2014/main" id="{80A6D005-7492-6C02-098E-8EBCCC00A9DB}"/>
                  </a:ext>
                </a:extLst>
              </p:cNvPr>
              <p:cNvSpPr/>
              <p:nvPr/>
            </p:nvSpPr>
            <p:spPr>
              <a:xfrm>
                <a:off x="6807450" y="10339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7" name="Freeform 31606">
                <a:extLst>
                  <a:ext uri="{FF2B5EF4-FFF2-40B4-BE49-F238E27FC236}">
                    <a16:creationId xmlns:a16="http://schemas.microsoft.com/office/drawing/2014/main" id="{C2DEAEA8-2FB8-50AF-8302-B65C1514A8A6}"/>
                  </a:ext>
                </a:extLst>
              </p:cNvPr>
              <p:cNvSpPr/>
              <p:nvPr/>
            </p:nvSpPr>
            <p:spPr>
              <a:xfrm>
                <a:off x="6808045" y="1141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8" name="Freeform 31607">
                <a:extLst>
                  <a:ext uri="{FF2B5EF4-FFF2-40B4-BE49-F238E27FC236}">
                    <a16:creationId xmlns:a16="http://schemas.microsoft.com/office/drawing/2014/main" id="{7DB4A802-3001-2EFE-0083-C1915F98EFEC}"/>
                  </a:ext>
                </a:extLst>
              </p:cNvPr>
              <p:cNvSpPr/>
              <p:nvPr/>
            </p:nvSpPr>
            <p:spPr>
              <a:xfrm>
                <a:off x="6808541" y="1179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9" name="Freeform 31608">
                <a:extLst>
                  <a:ext uri="{FF2B5EF4-FFF2-40B4-BE49-F238E27FC236}">
                    <a16:creationId xmlns:a16="http://schemas.microsoft.com/office/drawing/2014/main" id="{82F6B94F-7BFF-0C06-0CFE-D01F998683B1}"/>
                  </a:ext>
                </a:extLst>
              </p:cNvPr>
              <p:cNvSpPr/>
              <p:nvPr/>
            </p:nvSpPr>
            <p:spPr>
              <a:xfrm>
                <a:off x="6809038" y="101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0" name="Freeform 31609">
                <a:extLst>
                  <a:ext uri="{FF2B5EF4-FFF2-40B4-BE49-F238E27FC236}">
                    <a16:creationId xmlns:a16="http://schemas.microsoft.com/office/drawing/2014/main" id="{1EBB0122-4A9E-B8A9-B93F-67673A4EE245}"/>
                  </a:ext>
                </a:extLst>
              </p:cNvPr>
              <p:cNvSpPr/>
              <p:nvPr/>
            </p:nvSpPr>
            <p:spPr>
              <a:xfrm>
                <a:off x="6809633" y="1268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1" name="Freeform 31610">
                <a:extLst>
                  <a:ext uri="{FF2B5EF4-FFF2-40B4-BE49-F238E27FC236}">
                    <a16:creationId xmlns:a16="http://schemas.microsoft.com/office/drawing/2014/main" id="{333BB9AA-6785-D83A-9DAC-07B55B4B5FDB}"/>
                  </a:ext>
                </a:extLst>
              </p:cNvPr>
              <p:cNvSpPr/>
              <p:nvPr/>
            </p:nvSpPr>
            <p:spPr>
              <a:xfrm>
                <a:off x="6810129" y="1269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2" name="Freeform 31611">
                <a:extLst>
                  <a:ext uri="{FF2B5EF4-FFF2-40B4-BE49-F238E27FC236}">
                    <a16:creationId xmlns:a16="http://schemas.microsoft.com/office/drawing/2014/main" id="{FBB70959-DE94-1908-0F8F-3C650E472C63}"/>
                  </a:ext>
                </a:extLst>
              </p:cNvPr>
              <p:cNvSpPr/>
              <p:nvPr/>
            </p:nvSpPr>
            <p:spPr>
              <a:xfrm>
                <a:off x="6810625" y="1280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3" name="Freeform 31612">
                <a:extLst>
                  <a:ext uri="{FF2B5EF4-FFF2-40B4-BE49-F238E27FC236}">
                    <a16:creationId xmlns:a16="http://schemas.microsoft.com/office/drawing/2014/main" id="{4DB36230-4270-1AF8-36FA-5491DBFFA6AE}"/>
                  </a:ext>
                </a:extLst>
              </p:cNvPr>
              <p:cNvSpPr/>
              <p:nvPr/>
            </p:nvSpPr>
            <p:spPr>
              <a:xfrm>
                <a:off x="6811220" y="1313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4" name="Freeform 31613">
                <a:extLst>
                  <a:ext uri="{FF2B5EF4-FFF2-40B4-BE49-F238E27FC236}">
                    <a16:creationId xmlns:a16="http://schemas.microsoft.com/office/drawing/2014/main" id="{2E8B9E65-1922-8B3B-FA41-F06B61A18A2C}"/>
                  </a:ext>
                </a:extLst>
              </p:cNvPr>
              <p:cNvSpPr/>
              <p:nvPr/>
            </p:nvSpPr>
            <p:spPr>
              <a:xfrm>
                <a:off x="6811716" y="1240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5" name="Freeform 31614">
                <a:extLst>
                  <a:ext uri="{FF2B5EF4-FFF2-40B4-BE49-F238E27FC236}">
                    <a16:creationId xmlns:a16="http://schemas.microsoft.com/office/drawing/2014/main" id="{5AC63B10-1606-1570-B201-194CF469457B}"/>
                  </a:ext>
                </a:extLst>
              </p:cNvPr>
              <p:cNvSpPr/>
              <p:nvPr/>
            </p:nvSpPr>
            <p:spPr>
              <a:xfrm>
                <a:off x="6812213" y="118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6" name="Freeform 31615">
                <a:extLst>
                  <a:ext uri="{FF2B5EF4-FFF2-40B4-BE49-F238E27FC236}">
                    <a16:creationId xmlns:a16="http://schemas.microsoft.com/office/drawing/2014/main" id="{0F4E60AE-667F-215C-0584-2E2819386B08}"/>
                  </a:ext>
                </a:extLst>
              </p:cNvPr>
              <p:cNvSpPr/>
              <p:nvPr/>
            </p:nvSpPr>
            <p:spPr>
              <a:xfrm>
                <a:off x="6812808" y="1214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7" name="Freeform 31616">
                <a:extLst>
                  <a:ext uri="{FF2B5EF4-FFF2-40B4-BE49-F238E27FC236}">
                    <a16:creationId xmlns:a16="http://schemas.microsoft.com/office/drawing/2014/main" id="{D9CBCC5D-6F77-3325-2B54-586D28E87EA7}"/>
                  </a:ext>
                </a:extLst>
              </p:cNvPr>
              <p:cNvSpPr/>
              <p:nvPr/>
            </p:nvSpPr>
            <p:spPr>
              <a:xfrm>
                <a:off x="6813304" y="1555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8" name="Freeform 31617">
                <a:extLst>
                  <a:ext uri="{FF2B5EF4-FFF2-40B4-BE49-F238E27FC236}">
                    <a16:creationId xmlns:a16="http://schemas.microsoft.com/office/drawing/2014/main" id="{470D6E08-DACF-D9D4-3FE5-FE5350CEB552}"/>
                  </a:ext>
                </a:extLst>
              </p:cNvPr>
              <p:cNvSpPr/>
              <p:nvPr/>
            </p:nvSpPr>
            <p:spPr>
              <a:xfrm>
                <a:off x="6813800" y="1870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9" name="Freeform 31618">
                <a:extLst>
                  <a:ext uri="{FF2B5EF4-FFF2-40B4-BE49-F238E27FC236}">
                    <a16:creationId xmlns:a16="http://schemas.microsoft.com/office/drawing/2014/main" id="{58829C69-F393-C131-1728-AA26FA4962B7}"/>
                  </a:ext>
                </a:extLst>
              </p:cNvPr>
              <p:cNvSpPr/>
              <p:nvPr/>
            </p:nvSpPr>
            <p:spPr>
              <a:xfrm>
                <a:off x="6814395" y="193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0" name="Freeform 31619">
                <a:extLst>
                  <a:ext uri="{FF2B5EF4-FFF2-40B4-BE49-F238E27FC236}">
                    <a16:creationId xmlns:a16="http://schemas.microsoft.com/office/drawing/2014/main" id="{76B6C0EE-9320-C6AC-21CC-539EE6A84803}"/>
                  </a:ext>
                </a:extLst>
              </p:cNvPr>
              <p:cNvSpPr/>
              <p:nvPr/>
            </p:nvSpPr>
            <p:spPr>
              <a:xfrm>
                <a:off x="6814891" y="1958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1" name="Freeform 31620">
                <a:extLst>
                  <a:ext uri="{FF2B5EF4-FFF2-40B4-BE49-F238E27FC236}">
                    <a16:creationId xmlns:a16="http://schemas.microsoft.com/office/drawing/2014/main" id="{CB12259F-4193-00DF-8CED-9A3A54687C53}"/>
                  </a:ext>
                </a:extLst>
              </p:cNvPr>
              <p:cNvSpPr/>
              <p:nvPr/>
            </p:nvSpPr>
            <p:spPr>
              <a:xfrm>
                <a:off x="6815388" y="1929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2" name="Freeform 31621">
                <a:extLst>
                  <a:ext uri="{FF2B5EF4-FFF2-40B4-BE49-F238E27FC236}">
                    <a16:creationId xmlns:a16="http://schemas.microsoft.com/office/drawing/2014/main" id="{3F4FDDA2-C1A4-F6C4-D38F-54E7F1EF08A8}"/>
                  </a:ext>
                </a:extLst>
              </p:cNvPr>
              <p:cNvSpPr/>
              <p:nvPr/>
            </p:nvSpPr>
            <p:spPr>
              <a:xfrm>
                <a:off x="6815884" y="1919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3" name="Freeform 31622">
                <a:extLst>
                  <a:ext uri="{FF2B5EF4-FFF2-40B4-BE49-F238E27FC236}">
                    <a16:creationId xmlns:a16="http://schemas.microsoft.com/office/drawing/2014/main" id="{FE9092CA-5824-1F34-1A4B-8593CD088F73}"/>
                  </a:ext>
                </a:extLst>
              </p:cNvPr>
              <p:cNvSpPr/>
              <p:nvPr/>
            </p:nvSpPr>
            <p:spPr>
              <a:xfrm>
                <a:off x="6816479" y="1923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4" name="Freeform 31623">
                <a:extLst>
                  <a:ext uri="{FF2B5EF4-FFF2-40B4-BE49-F238E27FC236}">
                    <a16:creationId xmlns:a16="http://schemas.microsoft.com/office/drawing/2014/main" id="{7B87AF4B-39DB-6B2E-F0DC-3960B2AFCF68}"/>
                  </a:ext>
                </a:extLst>
              </p:cNvPr>
              <p:cNvSpPr/>
              <p:nvPr/>
            </p:nvSpPr>
            <p:spPr>
              <a:xfrm>
                <a:off x="6816975" y="1919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5" name="Freeform 31624">
                <a:extLst>
                  <a:ext uri="{FF2B5EF4-FFF2-40B4-BE49-F238E27FC236}">
                    <a16:creationId xmlns:a16="http://schemas.microsoft.com/office/drawing/2014/main" id="{6F45E5CE-1A48-7403-0ECC-ADCBEE2309A7}"/>
                  </a:ext>
                </a:extLst>
              </p:cNvPr>
              <p:cNvSpPr/>
              <p:nvPr/>
            </p:nvSpPr>
            <p:spPr>
              <a:xfrm>
                <a:off x="6817471" y="192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6" name="Freeform 31625">
                <a:extLst>
                  <a:ext uri="{FF2B5EF4-FFF2-40B4-BE49-F238E27FC236}">
                    <a16:creationId xmlns:a16="http://schemas.microsoft.com/office/drawing/2014/main" id="{61BCD74B-3B23-1109-2061-476A9ACA205E}"/>
                  </a:ext>
                </a:extLst>
              </p:cNvPr>
              <p:cNvSpPr/>
              <p:nvPr/>
            </p:nvSpPr>
            <p:spPr>
              <a:xfrm>
                <a:off x="6818066" y="1942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7" name="Freeform 31626">
                <a:extLst>
                  <a:ext uri="{FF2B5EF4-FFF2-40B4-BE49-F238E27FC236}">
                    <a16:creationId xmlns:a16="http://schemas.microsoft.com/office/drawing/2014/main" id="{FBB17651-DB49-4F74-5A4D-6B0E6FCE4C39}"/>
                  </a:ext>
                </a:extLst>
              </p:cNvPr>
              <p:cNvSpPr/>
              <p:nvPr/>
            </p:nvSpPr>
            <p:spPr>
              <a:xfrm>
                <a:off x="6818563" y="1933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8" name="Freeform 31627">
                <a:extLst>
                  <a:ext uri="{FF2B5EF4-FFF2-40B4-BE49-F238E27FC236}">
                    <a16:creationId xmlns:a16="http://schemas.microsoft.com/office/drawing/2014/main" id="{9D1005B8-3CD2-051D-B805-DE1AEA974E20}"/>
                  </a:ext>
                </a:extLst>
              </p:cNvPr>
              <p:cNvSpPr/>
              <p:nvPr/>
            </p:nvSpPr>
            <p:spPr>
              <a:xfrm>
                <a:off x="6819059" y="1839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9" name="Freeform 31628">
                <a:extLst>
                  <a:ext uri="{FF2B5EF4-FFF2-40B4-BE49-F238E27FC236}">
                    <a16:creationId xmlns:a16="http://schemas.microsoft.com/office/drawing/2014/main" id="{12864FAC-F994-F02F-18B1-FB72B1690589}"/>
                  </a:ext>
                </a:extLst>
              </p:cNvPr>
              <p:cNvSpPr/>
              <p:nvPr/>
            </p:nvSpPr>
            <p:spPr>
              <a:xfrm>
                <a:off x="6819654" y="1459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0" name="Freeform 31629">
                <a:extLst>
                  <a:ext uri="{FF2B5EF4-FFF2-40B4-BE49-F238E27FC236}">
                    <a16:creationId xmlns:a16="http://schemas.microsoft.com/office/drawing/2014/main" id="{743B3EDB-5657-FA7E-C888-8D6B6A60018E}"/>
                  </a:ext>
                </a:extLst>
              </p:cNvPr>
              <p:cNvSpPr/>
              <p:nvPr/>
            </p:nvSpPr>
            <p:spPr>
              <a:xfrm>
                <a:off x="6820150" y="1052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1" name="Freeform 31630">
                <a:extLst>
                  <a:ext uri="{FF2B5EF4-FFF2-40B4-BE49-F238E27FC236}">
                    <a16:creationId xmlns:a16="http://schemas.microsoft.com/office/drawing/2014/main" id="{7D758653-8E18-02BD-74DD-D21AB8F0FA39}"/>
                  </a:ext>
                </a:extLst>
              </p:cNvPr>
              <p:cNvSpPr/>
              <p:nvPr/>
            </p:nvSpPr>
            <p:spPr>
              <a:xfrm>
                <a:off x="6820646" y="1119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2" name="Freeform 31631">
                <a:extLst>
                  <a:ext uri="{FF2B5EF4-FFF2-40B4-BE49-F238E27FC236}">
                    <a16:creationId xmlns:a16="http://schemas.microsoft.com/office/drawing/2014/main" id="{7BC59643-06AD-764E-E5FF-36B268FC8120}"/>
                  </a:ext>
                </a:extLst>
              </p:cNvPr>
              <p:cNvSpPr/>
              <p:nvPr/>
            </p:nvSpPr>
            <p:spPr>
              <a:xfrm>
                <a:off x="6821241" y="1154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3" name="Freeform 31632">
                <a:extLst>
                  <a:ext uri="{FF2B5EF4-FFF2-40B4-BE49-F238E27FC236}">
                    <a16:creationId xmlns:a16="http://schemas.microsoft.com/office/drawing/2014/main" id="{7FDD3365-839B-794F-F01A-305574D0E4A9}"/>
                  </a:ext>
                </a:extLst>
              </p:cNvPr>
              <p:cNvSpPr/>
              <p:nvPr/>
            </p:nvSpPr>
            <p:spPr>
              <a:xfrm>
                <a:off x="6821738" y="1020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4" name="Freeform 31633">
                <a:extLst>
                  <a:ext uri="{FF2B5EF4-FFF2-40B4-BE49-F238E27FC236}">
                    <a16:creationId xmlns:a16="http://schemas.microsoft.com/office/drawing/2014/main" id="{C2A3C9AA-4D42-2938-8E63-B1C45EB87C45}"/>
                  </a:ext>
                </a:extLst>
              </p:cNvPr>
              <p:cNvSpPr/>
              <p:nvPr/>
            </p:nvSpPr>
            <p:spPr>
              <a:xfrm>
                <a:off x="6822234" y="1223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5" name="Freeform 31634">
                <a:extLst>
                  <a:ext uri="{FF2B5EF4-FFF2-40B4-BE49-F238E27FC236}">
                    <a16:creationId xmlns:a16="http://schemas.microsoft.com/office/drawing/2014/main" id="{E8EA90E0-8604-909A-6AC9-EB8849689E50}"/>
                  </a:ext>
                </a:extLst>
              </p:cNvPr>
              <p:cNvSpPr/>
              <p:nvPr/>
            </p:nvSpPr>
            <p:spPr>
              <a:xfrm>
                <a:off x="6822829" y="1324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6" name="Freeform 31635">
                <a:extLst>
                  <a:ext uri="{FF2B5EF4-FFF2-40B4-BE49-F238E27FC236}">
                    <a16:creationId xmlns:a16="http://schemas.microsoft.com/office/drawing/2014/main" id="{9FFE7891-61FA-CFE2-1C8A-5C0CBB1D4487}"/>
                  </a:ext>
                </a:extLst>
              </p:cNvPr>
              <p:cNvSpPr/>
              <p:nvPr/>
            </p:nvSpPr>
            <p:spPr>
              <a:xfrm>
                <a:off x="6823325" y="1291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7" name="Freeform 31636">
                <a:extLst>
                  <a:ext uri="{FF2B5EF4-FFF2-40B4-BE49-F238E27FC236}">
                    <a16:creationId xmlns:a16="http://schemas.microsoft.com/office/drawing/2014/main" id="{FD0754C8-3C3F-2B4B-D98C-9766C8B3470E}"/>
                  </a:ext>
                </a:extLst>
              </p:cNvPr>
              <p:cNvSpPr/>
              <p:nvPr/>
            </p:nvSpPr>
            <p:spPr>
              <a:xfrm>
                <a:off x="6823821" y="1332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8" name="Freeform 31637">
                <a:extLst>
                  <a:ext uri="{FF2B5EF4-FFF2-40B4-BE49-F238E27FC236}">
                    <a16:creationId xmlns:a16="http://schemas.microsoft.com/office/drawing/2014/main" id="{5D3A53FD-F342-4ABF-0FB1-F8FFA30BA6D3}"/>
                  </a:ext>
                </a:extLst>
              </p:cNvPr>
              <p:cNvSpPr/>
              <p:nvPr/>
            </p:nvSpPr>
            <p:spPr>
              <a:xfrm>
                <a:off x="6824416" y="1328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9" name="Freeform 31638">
                <a:extLst>
                  <a:ext uri="{FF2B5EF4-FFF2-40B4-BE49-F238E27FC236}">
                    <a16:creationId xmlns:a16="http://schemas.microsoft.com/office/drawing/2014/main" id="{BA48AE5F-4B0A-45DC-EB86-9DE5899CDC58}"/>
                  </a:ext>
                </a:extLst>
              </p:cNvPr>
              <p:cNvSpPr/>
              <p:nvPr/>
            </p:nvSpPr>
            <p:spPr>
              <a:xfrm>
                <a:off x="6824913" y="1322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0" name="Freeform 31639">
                <a:extLst>
                  <a:ext uri="{FF2B5EF4-FFF2-40B4-BE49-F238E27FC236}">
                    <a16:creationId xmlns:a16="http://schemas.microsoft.com/office/drawing/2014/main" id="{BD32836A-67DB-089B-99A3-E8B1EC5B1BAD}"/>
                  </a:ext>
                </a:extLst>
              </p:cNvPr>
              <p:cNvSpPr/>
              <p:nvPr/>
            </p:nvSpPr>
            <p:spPr>
              <a:xfrm>
                <a:off x="6825409" y="1240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1" name="Freeform 31640">
                <a:extLst>
                  <a:ext uri="{FF2B5EF4-FFF2-40B4-BE49-F238E27FC236}">
                    <a16:creationId xmlns:a16="http://schemas.microsoft.com/office/drawing/2014/main" id="{66DDBACB-E12E-9C93-1142-255DA3790F46}"/>
                  </a:ext>
                </a:extLst>
              </p:cNvPr>
              <p:cNvSpPr/>
              <p:nvPr/>
            </p:nvSpPr>
            <p:spPr>
              <a:xfrm>
                <a:off x="6826004" y="1581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2" name="Freeform 31641">
                <a:extLst>
                  <a:ext uri="{FF2B5EF4-FFF2-40B4-BE49-F238E27FC236}">
                    <a16:creationId xmlns:a16="http://schemas.microsoft.com/office/drawing/2014/main" id="{802A200D-322B-59A1-34A4-6BA4BCBFA159}"/>
                  </a:ext>
                </a:extLst>
              </p:cNvPr>
              <p:cNvSpPr/>
              <p:nvPr/>
            </p:nvSpPr>
            <p:spPr>
              <a:xfrm>
                <a:off x="6826500" y="1883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3" name="Freeform 31642">
                <a:extLst>
                  <a:ext uri="{FF2B5EF4-FFF2-40B4-BE49-F238E27FC236}">
                    <a16:creationId xmlns:a16="http://schemas.microsoft.com/office/drawing/2014/main" id="{45A78594-5F0C-C7BD-8F54-CEA904DACCA5}"/>
                  </a:ext>
                </a:extLst>
              </p:cNvPr>
              <p:cNvSpPr/>
              <p:nvPr/>
            </p:nvSpPr>
            <p:spPr>
              <a:xfrm>
                <a:off x="6826996" y="1944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4" name="Freeform 31643">
                <a:extLst>
                  <a:ext uri="{FF2B5EF4-FFF2-40B4-BE49-F238E27FC236}">
                    <a16:creationId xmlns:a16="http://schemas.microsoft.com/office/drawing/2014/main" id="{84D6B8F4-8AAD-1C3C-2CD9-7FDE449D70F7}"/>
                  </a:ext>
                </a:extLst>
              </p:cNvPr>
              <p:cNvSpPr/>
              <p:nvPr/>
            </p:nvSpPr>
            <p:spPr>
              <a:xfrm>
                <a:off x="6827591" y="195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5" name="Freeform 31644">
                <a:extLst>
                  <a:ext uri="{FF2B5EF4-FFF2-40B4-BE49-F238E27FC236}">
                    <a16:creationId xmlns:a16="http://schemas.microsoft.com/office/drawing/2014/main" id="{8FD17D84-E0D1-0CBB-9B0C-9BF86A0CF2D8}"/>
                  </a:ext>
                </a:extLst>
              </p:cNvPr>
              <p:cNvSpPr/>
              <p:nvPr/>
            </p:nvSpPr>
            <p:spPr>
              <a:xfrm>
                <a:off x="6828088" y="1968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6" name="Freeform 31645">
                <a:extLst>
                  <a:ext uri="{FF2B5EF4-FFF2-40B4-BE49-F238E27FC236}">
                    <a16:creationId xmlns:a16="http://schemas.microsoft.com/office/drawing/2014/main" id="{902C63B2-7368-9EF4-B75B-EE169BD62BCD}"/>
                  </a:ext>
                </a:extLst>
              </p:cNvPr>
              <p:cNvSpPr/>
              <p:nvPr/>
            </p:nvSpPr>
            <p:spPr>
              <a:xfrm>
                <a:off x="6828584" y="1972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7" name="Freeform 31646">
                <a:extLst>
                  <a:ext uri="{FF2B5EF4-FFF2-40B4-BE49-F238E27FC236}">
                    <a16:creationId xmlns:a16="http://schemas.microsoft.com/office/drawing/2014/main" id="{0473151A-C0D7-FB6D-0CE1-3E80411F617C}"/>
                  </a:ext>
                </a:extLst>
              </p:cNvPr>
              <p:cNvSpPr/>
              <p:nvPr/>
            </p:nvSpPr>
            <p:spPr>
              <a:xfrm>
                <a:off x="6829080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8" name="Freeform 31647">
                <a:extLst>
                  <a:ext uri="{FF2B5EF4-FFF2-40B4-BE49-F238E27FC236}">
                    <a16:creationId xmlns:a16="http://schemas.microsoft.com/office/drawing/2014/main" id="{4F90CA96-194C-A253-DCB7-0307A0A872F8}"/>
                  </a:ext>
                </a:extLst>
              </p:cNvPr>
              <p:cNvSpPr/>
              <p:nvPr/>
            </p:nvSpPr>
            <p:spPr>
              <a:xfrm>
                <a:off x="6829675" y="1968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9" name="Freeform 31648">
                <a:extLst>
                  <a:ext uri="{FF2B5EF4-FFF2-40B4-BE49-F238E27FC236}">
                    <a16:creationId xmlns:a16="http://schemas.microsoft.com/office/drawing/2014/main" id="{2FC13F40-1A15-430D-6241-2205FBD85E62}"/>
                  </a:ext>
                </a:extLst>
              </p:cNvPr>
              <p:cNvSpPr/>
              <p:nvPr/>
            </p:nvSpPr>
            <p:spPr>
              <a:xfrm>
                <a:off x="6830171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0" name="Freeform 31649">
                <a:extLst>
                  <a:ext uri="{FF2B5EF4-FFF2-40B4-BE49-F238E27FC236}">
                    <a16:creationId xmlns:a16="http://schemas.microsoft.com/office/drawing/2014/main" id="{6B0CEA48-239D-8D1B-EF5F-BA71A6A1EC32}"/>
                  </a:ext>
                </a:extLst>
              </p:cNvPr>
              <p:cNvSpPr/>
              <p:nvPr/>
            </p:nvSpPr>
            <p:spPr>
              <a:xfrm>
                <a:off x="6830667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1" name="Freeform 31650">
                <a:extLst>
                  <a:ext uri="{FF2B5EF4-FFF2-40B4-BE49-F238E27FC236}">
                    <a16:creationId xmlns:a16="http://schemas.microsoft.com/office/drawing/2014/main" id="{623EBA03-407C-DD65-7BFF-0A72E7A5C382}"/>
                  </a:ext>
                </a:extLst>
              </p:cNvPr>
              <p:cNvSpPr/>
              <p:nvPr/>
            </p:nvSpPr>
            <p:spPr>
              <a:xfrm>
                <a:off x="6831263" y="195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2" name="Freeform 31651">
                <a:extLst>
                  <a:ext uri="{FF2B5EF4-FFF2-40B4-BE49-F238E27FC236}">
                    <a16:creationId xmlns:a16="http://schemas.microsoft.com/office/drawing/2014/main" id="{633735FD-685A-D341-CD49-A310FFBE7080}"/>
                  </a:ext>
                </a:extLst>
              </p:cNvPr>
              <p:cNvSpPr/>
              <p:nvPr/>
            </p:nvSpPr>
            <p:spPr>
              <a:xfrm>
                <a:off x="6831759" y="1867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3" name="Freeform 31652">
                <a:extLst>
                  <a:ext uri="{FF2B5EF4-FFF2-40B4-BE49-F238E27FC236}">
                    <a16:creationId xmlns:a16="http://schemas.microsoft.com/office/drawing/2014/main" id="{5130C55E-BFC6-7A52-01BC-E121594301D8}"/>
                  </a:ext>
                </a:extLst>
              </p:cNvPr>
              <p:cNvSpPr/>
              <p:nvPr/>
            </p:nvSpPr>
            <p:spPr>
              <a:xfrm>
                <a:off x="6832255" y="1455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4" name="Freeform 31653">
                <a:extLst>
                  <a:ext uri="{FF2B5EF4-FFF2-40B4-BE49-F238E27FC236}">
                    <a16:creationId xmlns:a16="http://schemas.microsoft.com/office/drawing/2014/main" id="{316BEC52-1230-C2DD-E66C-6619A38F1E16}"/>
                  </a:ext>
                </a:extLst>
              </p:cNvPr>
              <p:cNvSpPr/>
              <p:nvPr/>
            </p:nvSpPr>
            <p:spPr>
              <a:xfrm>
                <a:off x="6832850" y="1027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5" name="Freeform 31654">
                <a:extLst>
                  <a:ext uri="{FF2B5EF4-FFF2-40B4-BE49-F238E27FC236}">
                    <a16:creationId xmlns:a16="http://schemas.microsoft.com/office/drawing/2014/main" id="{28172525-DD07-93D5-1D96-DBE4645FA939}"/>
                  </a:ext>
                </a:extLst>
              </p:cNvPr>
              <p:cNvSpPr/>
              <p:nvPr/>
            </p:nvSpPr>
            <p:spPr>
              <a:xfrm>
                <a:off x="6833346" y="1120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6" name="Freeform 31655">
                <a:extLst>
                  <a:ext uri="{FF2B5EF4-FFF2-40B4-BE49-F238E27FC236}">
                    <a16:creationId xmlns:a16="http://schemas.microsoft.com/office/drawing/2014/main" id="{9199E443-D2BB-FDF9-227C-30DC1EF7BEAF}"/>
                  </a:ext>
                </a:extLst>
              </p:cNvPr>
              <p:cNvSpPr/>
              <p:nvPr/>
            </p:nvSpPr>
            <p:spPr>
              <a:xfrm>
                <a:off x="6833842" y="1166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7" name="Freeform 31656">
                <a:extLst>
                  <a:ext uri="{FF2B5EF4-FFF2-40B4-BE49-F238E27FC236}">
                    <a16:creationId xmlns:a16="http://schemas.microsoft.com/office/drawing/2014/main" id="{F649BC9C-DA74-8772-F01B-63646D9823C6}"/>
                  </a:ext>
                </a:extLst>
              </p:cNvPr>
              <p:cNvSpPr/>
              <p:nvPr/>
            </p:nvSpPr>
            <p:spPr>
              <a:xfrm>
                <a:off x="6834438" y="1046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8" name="Freeform 31657">
                <a:extLst>
                  <a:ext uri="{FF2B5EF4-FFF2-40B4-BE49-F238E27FC236}">
                    <a16:creationId xmlns:a16="http://schemas.microsoft.com/office/drawing/2014/main" id="{3ECEE7C7-24E3-83CB-835B-2AAB5E789B3A}"/>
                  </a:ext>
                </a:extLst>
              </p:cNvPr>
              <p:cNvSpPr/>
              <p:nvPr/>
            </p:nvSpPr>
            <p:spPr>
              <a:xfrm>
                <a:off x="6834934" y="1135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9" name="Freeform 31658">
                <a:extLst>
                  <a:ext uri="{FF2B5EF4-FFF2-40B4-BE49-F238E27FC236}">
                    <a16:creationId xmlns:a16="http://schemas.microsoft.com/office/drawing/2014/main" id="{E3690C6B-3D3E-602C-F442-FE10AFE78B90}"/>
                  </a:ext>
                </a:extLst>
              </p:cNvPr>
              <p:cNvSpPr/>
              <p:nvPr/>
            </p:nvSpPr>
            <p:spPr>
              <a:xfrm>
                <a:off x="6835430" y="1200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0" name="Freeform 31659">
                <a:extLst>
                  <a:ext uri="{FF2B5EF4-FFF2-40B4-BE49-F238E27FC236}">
                    <a16:creationId xmlns:a16="http://schemas.microsoft.com/office/drawing/2014/main" id="{FB168290-CA2E-0DEC-8818-F9D0B4B65278}"/>
                  </a:ext>
                </a:extLst>
              </p:cNvPr>
              <p:cNvSpPr/>
              <p:nvPr/>
            </p:nvSpPr>
            <p:spPr>
              <a:xfrm>
                <a:off x="6836025" y="1248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1" name="Freeform 31660">
                <a:extLst>
                  <a:ext uri="{FF2B5EF4-FFF2-40B4-BE49-F238E27FC236}">
                    <a16:creationId xmlns:a16="http://schemas.microsoft.com/office/drawing/2014/main" id="{CE5CEAFF-F873-B599-8109-40384E5E441E}"/>
                  </a:ext>
                </a:extLst>
              </p:cNvPr>
              <p:cNvSpPr/>
              <p:nvPr/>
            </p:nvSpPr>
            <p:spPr>
              <a:xfrm>
                <a:off x="6836521" y="125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2" name="Freeform 31661">
                <a:extLst>
                  <a:ext uri="{FF2B5EF4-FFF2-40B4-BE49-F238E27FC236}">
                    <a16:creationId xmlns:a16="http://schemas.microsoft.com/office/drawing/2014/main" id="{445DEE5C-DFC2-E7BD-B061-A59769DD0265}"/>
                  </a:ext>
                </a:extLst>
              </p:cNvPr>
              <p:cNvSpPr/>
              <p:nvPr/>
            </p:nvSpPr>
            <p:spPr>
              <a:xfrm>
                <a:off x="6837017" y="1164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3" name="Freeform 31662">
                <a:extLst>
                  <a:ext uri="{FF2B5EF4-FFF2-40B4-BE49-F238E27FC236}">
                    <a16:creationId xmlns:a16="http://schemas.microsoft.com/office/drawing/2014/main" id="{44C7647D-BCB7-C039-69A5-9A263101A27E}"/>
                  </a:ext>
                </a:extLst>
              </p:cNvPr>
              <p:cNvSpPr/>
              <p:nvPr/>
            </p:nvSpPr>
            <p:spPr>
              <a:xfrm>
                <a:off x="6837613" y="1157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4" name="Freeform 31663">
                <a:extLst>
                  <a:ext uri="{FF2B5EF4-FFF2-40B4-BE49-F238E27FC236}">
                    <a16:creationId xmlns:a16="http://schemas.microsoft.com/office/drawing/2014/main" id="{0DF23E48-E21F-C392-7A7E-58C4F453A79A}"/>
                  </a:ext>
                </a:extLst>
              </p:cNvPr>
              <p:cNvSpPr/>
              <p:nvPr/>
            </p:nvSpPr>
            <p:spPr>
              <a:xfrm>
                <a:off x="6838109" y="1124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5" name="Freeform 31664">
                <a:extLst>
                  <a:ext uri="{FF2B5EF4-FFF2-40B4-BE49-F238E27FC236}">
                    <a16:creationId xmlns:a16="http://schemas.microsoft.com/office/drawing/2014/main" id="{83B8D77D-1B83-A71F-E644-B3B041573BB9}"/>
                  </a:ext>
                </a:extLst>
              </p:cNvPr>
              <p:cNvSpPr/>
              <p:nvPr/>
            </p:nvSpPr>
            <p:spPr>
              <a:xfrm>
                <a:off x="6838605" y="1396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6" name="Freeform 31665">
                <a:extLst>
                  <a:ext uri="{FF2B5EF4-FFF2-40B4-BE49-F238E27FC236}">
                    <a16:creationId xmlns:a16="http://schemas.microsoft.com/office/drawing/2014/main" id="{3FE072D1-B701-0AC9-E546-3D0AB73F60A7}"/>
                  </a:ext>
                </a:extLst>
              </p:cNvPr>
              <p:cNvSpPr/>
              <p:nvPr/>
            </p:nvSpPr>
            <p:spPr>
              <a:xfrm>
                <a:off x="6839200" y="1792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7" name="Freeform 31666">
                <a:extLst>
                  <a:ext uri="{FF2B5EF4-FFF2-40B4-BE49-F238E27FC236}">
                    <a16:creationId xmlns:a16="http://schemas.microsoft.com/office/drawing/2014/main" id="{66F28AB4-1A13-DF34-F43E-201E5FF97486}"/>
                  </a:ext>
                </a:extLst>
              </p:cNvPr>
              <p:cNvSpPr/>
              <p:nvPr/>
            </p:nvSpPr>
            <p:spPr>
              <a:xfrm>
                <a:off x="6839696" y="190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8" name="Freeform 31667">
                <a:extLst>
                  <a:ext uri="{FF2B5EF4-FFF2-40B4-BE49-F238E27FC236}">
                    <a16:creationId xmlns:a16="http://schemas.microsoft.com/office/drawing/2014/main" id="{D9BB2C5C-F12D-082E-F8BD-D618DA81B853}"/>
                  </a:ext>
                </a:extLst>
              </p:cNvPr>
              <p:cNvSpPr/>
              <p:nvPr/>
            </p:nvSpPr>
            <p:spPr>
              <a:xfrm>
                <a:off x="6840192" y="192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9" name="Freeform 31668">
                <a:extLst>
                  <a:ext uri="{FF2B5EF4-FFF2-40B4-BE49-F238E27FC236}">
                    <a16:creationId xmlns:a16="http://schemas.microsoft.com/office/drawing/2014/main" id="{32B84D12-7CD9-AE7E-D9DA-D6570ECE9897}"/>
                  </a:ext>
                </a:extLst>
              </p:cNvPr>
              <p:cNvSpPr/>
              <p:nvPr/>
            </p:nvSpPr>
            <p:spPr>
              <a:xfrm>
                <a:off x="6840688" y="190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0" name="Freeform 31669">
                <a:extLst>
                  <a:ext uri="{FF2B5EF4-FFF2-40B4-BE49-F238E27FC236}">
                    <a16:creationId xmlns:a16="http://schemas.microsoft.com/office/drawing/2014/main" id="{D4A16C07-50FC-D46D-BEA6-BAB9D8DF73B4}"/>
                  </a:ext>
                </a:extLst>
              </p:cNvPr>
              <p:cNvSpPr/>
              <p:nvPr/>
            </p:nvSpPr>
            <p:spPr>
              <a:xfrm>
                <a:off x="6841284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1" name="Freeform 31670">
                <a:extLst>
                  <a:ext uri="{FF2B5EF4-FFF2-40B4-BE49-F238E27FC236}">
                    <a16:creationId xmlns:a16="http://schemas.microsoft.com/office/drawing/2014/main" id="{FF1E588D-00E1-99EA-2512-A1FBA43BA053}"/>
                  </a:ext>
                </a:extLst>
              </p:cNvPr>
              <p:cNvSpPr/>
              <p:nvPr/>
            </p:nvSpPr>
            <p:spPr>
              <a:xfrm>
                <a:off x="6841780" y="193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2" name="Freeform 31671">
                <a:extLst>
                  <a:ext uri="{FF2B5EF4-FFF2-40B4-BE49-F238E27FC236}">
                    <a16:creationId xmlns:a16="http://schemas.microsoft.com/office/drawing/2014/main" id="{30DE99CB-B34C-0465-1F5C-012BE3C5F8F7}"/>
                  </a:ext>
                </a:extLst>
              </p:cNvPr>
              <p:cNvSpPr/>
              <p:nvPr/>
            </p:nvSpPr>
            <p:spPr>
              <a:xfrm>
                <a:off x="6842276" y="19179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3" name="Freeform 31672">
                <a:extLst>
                  <a:ext uri="{FF2B5EF4-FFF2-40B4-BE49-F238E27FC236}">
                    <a16:creationId xmlns:a16="http://schemas.microsoft.com/office/drawing/2014/main" id="{549C624E-9387-0C5D-BB8E-8A284098A5AC}"/>
                  </a:ext>
                </a:extLst>
              </p:cNvPr>
              <p:cNvSpPr/>
              <p:nvPr/>
            </p:nvSpPr>
            <p:spPr>
              <a:xfrm>
                <a:off x="6842871" y="1872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4" name="Freeform 31673">
                <a:extLst>
                  <a:ext uri="{FF2B5EF4-FFF2-40B4-BE49-F238E27FC236}">
                    <a16:creationId xmlns:a16="http://schemas.microsoft.com/office/drawing/2014/main" id="{F8A2795F-30AC-83F0-E723-ADC38E33FBBB}"/>
                  </a:ext>
                </a:extLst>
              </p:cNvPr>
              <p:cNvSpPr/>
              <p:nvPr/>
            </p:nvSpPr>
            <p:spPr>
              <a:xfrm>
                <a:off x="6843367" y="1853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5" name="Freeform 31674">
                <a:extLst>
                  <a:ext uri="{FF2B5EF4-FFF2-40B4-BE49-F238E27FC236}">
                    <a16:creationId xmlns:a16="http://schemas.microsoft.com/office/drawing/2014/main" id="{16871142-BC19-B5F6-CE91-13FCB68A4599}"/>
                  </a:ext>
                </a:extLst>
              </p:cNvPr>
              <p:cNvSpPr/>
              <p:nvPr/>
            </p:nvSpPr>
            <p:spPr>
              <a:xfrm>
                <a:off x="6843863" y="1805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6" name="Freeform 31675">
                <a:extLst>
                  <a:ext uri="{FF2B5EF4-FFF2-40B4-BE49-F238E27FC236}">
                    <a16:creationId xmlns:a16="http://schemas.microsoft.com/office/drawing/2014/main" id="{1ACD9954-E218-EA48-23FB-003762971C7B}"/>
                  </a:ext>
                </a:extLst>
              </p:cNvPr>
              <p:cNvSpPr/>
              <p:nvPr/>
            </p:nvSpPr>
            <p:spPr>
              <a:xfrm>
                <a:off x="6844459" y="1721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7" name="Freeform 31676">
                <a:extLst>
                  <a:ext uri="{FF2B5EF4-FFF2-40B4-BE49-F238E27FC236}">
                    <a16:creationId xmlns:a16="http://schemas.microsoft.com/office/drawing/2014/main" id="{7B0B5714-B1B4-5B76-13BC-FABEF4B3C888}"/>
                  </a:ext>
                </a:extLst>
              </p:cNvPr>
              <p:cNvSpPr/>
              <p:nvPr/>
            </p:nvSpPr>
            <p:spPr>
              <a:xfrm>
                <a:off x="6844955" y="1355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8" name="Freeform 31677">
                <a:extLst>
                  <a:ext uri="{FF2B5EF4-FFF2-40B4-BE49-F238E27FC236}">
                    <a16:creationId xmlns:a16="http://schemas.microsoft.com/office/drawing/2014/main" id="{3C1D00DF-F3DA-C95C-8F71-4F806C22C97F}"/>
                  </a:ext>
                </a:extLst>
              </p:cNvPr>
              <p:cNvSpPr/>
              <p:nvPr/>
            </p:nvSpPr>
            <p:spPr>
              <a:xfrm>
                <a:off x="6845451" y="1022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9" name="Freeform 31678">
                <a:extLst>
                  <a:ext uri="{FF2B5EF4-FFF2-40B4-BE49-F238E27FC236}">
                    <a16:creationId xmlns:a16="http://schemas.microsoft.com/office/drawing/2014/main" id="{5771079F-53C5-4224-C71A-0CA23D60C3FD}"/>
                  </a:ext>
                </a:extLst>
              </p:cNvPr>
              <p:cNvSpPr/>
              <p:nvPr/>
            </p:nvSpPr>
            <p:spPr>
              <a:xfrm>
                <a:off x="6846046" y="1125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0" name="Freeform 31679">
                <a:extLst>
                  <a:ext uri="{FF2B5EF4-FFF2-40B4-BE49-F238E27FC236}">
                    <a16:creationId xmlns:a16="http://schemas.microsoft.com/office/drawing/2014/main" id="{776CEA06-F5FB-F6F4-6800-6DC3CEB4EF73}"/>
                  </a:ext>
                </a:extLst>
              </p:cNvPr>
              <p:cNvSpPr/>
              <p:nvPr/>
            </p:nvSpPr>
            <p:spPr>
              <a:xfrm>
                <a:off x="6846542" y="1178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1" name="Freeform 31680">
                <a:extLst>
                  <a:ext uri="{FF2B5EF4-FFF2-40B4-BE49-F238E27FC236}">
                    <a16:creationId xmlns:a16="http://schemas.microsoft.com/office/drawing/2014/main" id="{ED40EA62-F98A-AAD8-F44D-88768EE99A41}"/>
                  </a:ext>
                </a:extLst>
              </p:cNvPr>
              <p:cNvSpPr/>
              <p:nvPr/>
            </p:nvSpPr>
            <p:spPr>
              <a:xfrm>
                <a:off x="6847038" y="1080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2" name="Freeform 31681">
                <a:extLst>
                  <a:ext uri="{FF2B5EF4-FFF2-40B4-BE49-F238E27FC236}">
                    <a16:creationId xmlns:a16="http://schemas.microsoft.com/office/drawing/2014/main" id="{19EC2891-740F-54C0-B098-8ADDB9D08F3F}"/>
                  </a:ext>
                </a:extLst>
              </p:cNvPr>
              <p:cNvSpPr/>
              <p:nvPr/>
            </p:nvSpPr>
            <p:spPr>
              <a:xfrm>
                <a:off x="6847634" y="1138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3" name="Freeform 31682">
                <a:extLst>
                  <a:ext uri="{FF2B5EF4-FFF2-40B4-BE49-F238E27FC236}">
                    <a16:creationId xmlns:a16="http://schemas.microsoft.com/office/drawing/2014/main" id="{F527BE9B-A3DD-DD49-ED69-C19E1A8E30A9}"/>
                  </a:ext>
                </a:extLst>
              </p:cNvPr>
              <p:cNvSpPr/>
              <p:nvPr/>
            </p:nvSpPr>
            <p:spPr>
              <a:xfrm>
                <a:off x="6848130" y="1179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4" name="Freeform 31683">
                <a:extLst>
                  <a:ext uri="{FF2B5EF4-FFF2-40B4-BE49-F238E27FC236}">
                    <a16:creationId xmlns:a16="http://schemas.microsoft.com/office/drawing/2014/main" id="{BCC6C4A9-9623-9D40-109F-482939FDE7B2}"/>
                  </a:ext>
                </a:extLst>
              </p:cNvPr>
              <p:cNvSpPr/>
              <p:nvPr/>
            </p:nvSpPr>
            <p:spPr>
              <a:xfrm>
                <a:off x="6848626" y="1221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5" name="Freeform 31684">
                <a:extLst>
                  <a:ext uri="{FF2B5EF4-FFF2-40B4-BE49-F238E27FC236}">
                    <a16:creationId xmlns:a16="http://schemas.microsoft.com/office/drawing/2014/main" id="{488DC44F-D7C6-6E10-25A9-534FACE34F50}"/>
                  </a:ext>
                </a:extLst>
              </p:cNvPr>
              <p:cNvSpPr/>
              <p:nvPr/>
            </p:nvSpPr>
            <p:spPr>
              <a:xfrm>
                <a:off x="6849221" y="1168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6" name="Freeform 31685">
                <a:extLst>
                  <a:ext uri="{FF2B5EF4-FFF2-40B4-BE49-F238E27FC236}">
                    <a16:creationId xmlns:a16="http://schemas.microsoft.com/office/drawing/2014/main" id="{991F2885-94E0-7F42-E7B5-623100CD26BF}"/>
                  </a:ext>
                </a:extLst>
              </p:cNvPr>
              <p:cNvSpPr/>
              <p:nvPr/>
            </p:nvSpPr>
            <p:spPr>
              <a:xfrm>
                <a:off x="6849717" y="1114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7" name="Freeform 31686">
                <a:extLst>
                  <a:ext uri="{FF2B5EF4-FFF2-40B4-BE49-F238E27FC236}">
                    <a16:creationId xmlns:a16="http://schemas.microsoft.com/office/drawing/2014/main" id="{B5F46EB9-7B96-FB12-0A27-A37197E62F33}"/>
                  </a:ext>
                </a:extLst>
              </p:cNvPr>
              <p:cNvSpPr/>
              <p:nvPr/>
            </p:nvSpPr>
            <p:spPr>
              <a:xfrm>
                <a:off x="6850213" y="1061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8" name="Freeform 31687">
                <a:extLst>
                  <a:ext uri="{FF2B5EF4-FFF2-40B4-BE49-F238E27FC236}">
                    <a16:creationId xmlns:a16="http://schemas.microsoft.com/office/drawing/2014/main" id="{5DD969BA-0470-93B9-F2C4-7B1DC3375C3D}"/>
                  </a:ext>
                </a:extLst>
              </p:cNvPr>
              <p:cNvSpPr/>
              <p:nvPr/>
            </p:nvSpPr>
            <p:spPr>
              <a:xfrm>
                <a:off x="6850809" y="10547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9" name="Freeform 31688">
                <a:extLst>
                  <a:ext uri="{FF2B5EF4-FFF2-40B4-BE49-F238E27FC236}">
                    <a16:creationId xmlns:a16="http://schemas.microsoft.com/office/drawing/2014/main" id="{DD8A8D9B-4FE2-39FB-1138-EC9A630C9364}"/>
                  </a:ext>
                </a:extLst>
              </p:cNvPr>
              <p:cNvSpPr/>
              <p:nvPr/>
            </p:nvSpPr>
            <p:spPr>
              <a:xfrm>
                <a:off x="6851305" y="1343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0" name="Freeform 31689">
                <a:extLst>
                  <a:ext uri="{FF2B5EF4-FFF2-40B4-BE49-F238E27FC236}">
                    <a16:creationId xmlns:a16="http://schemas.microsoft.com/office/drawing/2014/main" id="{4D5B2906-A7BC-B69A-ADAF-CCC0B693CDD9}"/>
                  </a:ext>
                </a:extLst>
              </p:cNvPr>
              <p:cNvSpPr/>
              <p:nvPr/>
            </p:nvSpPr>
            <p:spPr>
              <a:xfrm>
                <a:off x="6851801" y="1786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1" name="Freeform 31690">
                <a:extLst>
                  <a:ext uri="{FF2B5EF4-FFF2-40B4-BE49-F238E27FC236}">
                    <a16:creationId xmlns:a16="http://schemas.microsoft.com/office/drawing/2014/main" id="{069C2351-B3BD-44A9-D10D-35C9856CC27F}"/>
                  </a:ext>
                </a:extLst>
              </p:cNvPr>
              <p:cNvSpPr/>
              <p:nvPr/>
            </p:nvSpPr>
            <p:spPr>
              <a:xfrm>
                <a:off x="6852297" y="1889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2" name="Freeform 31691">
                <a:extLst>
                  <a:ext uri="{FF2B5EF4-FFF2-40B4-BE49-F238E27FC236}">
                    <a16:creationId xmlns:a16="http://schemas.microsoft.com/office/drawing/2014/main" id="{165CAF92-7953-0CEB-48FE-297EAFBBFBB9}"/>
                  </a:ext>
                </a:extLst>
              </p:cNvPr>
              <p:cNvSpPr/>
              <p:nvPr/>
            </p:nvSpPr>
            <p:spPr>
              <a:xfrm>
                <a:off x="6852892" y="190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3" name="Freeform 31692">
                <a:extLst>
                  <a:ext uri="{FF2B5EF4-FFF2-40B4-BE49-F238E27FC236}">
                    <a16:creationId xmlns:a16="http://schemas.microsoft.com/office/drawing/2014/main" id="{AC6048AC-4827-5312-533F-0FB1FF82DEDD}"/>
                  </a:ext>
                </a:extLst>
              </p:cNvPr>
              <p:cNvSpPr/>
              <p:nvPr/>
            </p:nvSpPr>
            <p:spPr>
              <a:xfrm>
                <a:off x="6853388" y="1886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4" name="Freeform 31693">
                <a:extLst>
                  <a:ext uri="{FF2B5EF4-FFF2-40B4-BE49-F238E27FC236}">
                    <a16:creationId xmlns:a16="http://schemas.microsoft.com/office/drawing/2014/main" id="{DA8B9B34-7D39-73AD-8886-5A3C110DCCB7}"/>
                  </a:ext>
                </a:extLst>
              </p:cNvPr>
              <p:cNvSpPr/>
              <p:nvPr/>
            </p:nvSpPr>
            <p:spPr>
              <a:xfrm>
                <a:off x="6853884" y="1878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5" name="Freeform 31694">
                <a:extLst>
                  <a:ext uri="{FF2B5EF4-FFF2-40B4-BE49-F238E27FC236}">
                    <a16:creationId xmlns:a16="http://schemas.microsoft.com/office/drawing/2014/main" id="{3DE4B650-4D5E-12D4-8FAD-C2A2F3802FEC}"/>
                  </a:ext>
                </a:extLst>
              </p:cNvPr>
              <p:cNvSpPr/>
              <p:nvPr/>
            </p:nvSpPr>
            <p:spPr>
              <a:xfrm>
                <a:off x="6854480" y="1882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6" name="Freeform 31695">
                <a:extLst>
                  <a:ext uri="{FF2B5EF4-FFF2-40B4-BE49-F238E27FC236}">
                    <a16:creationId xmlns:a16="http://schemas.microsoft.com/office/drawing/2014/main" id="{9F0194C8-CE54-A458-3DC4-61152FFA749B}"/>
                  </a:ext>
                </a:extLst>
              </p:cNvPr>
              <p:cNvSpPr/>
              <p:nvPr/>
            </p:nvSpPr>
            <p:spPr>
              <a:xfrm>
                <a:off x="6854976" y="1875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7" name="Freeform 31696">
                <a:extLst>
                  <a:ext uri="{FF2B5EF4-FFF2-40B4-BE49-F238E27FC236}">
                    <a16:creationId xmlns:a16="http://schemas.microsoft.com/office/drawing/2014/main" id="{8034788A-AB5F-50F3-D018-A8AD27CE4C3D}"/>
                  </a:ext>
                </a:extLst>
              </p:cNvPr>
              <p:cNvSpPr/>
              <p:nvPr/>
            </p:nvSpPr>
            <p:spPr>
              <a:xfrm>
                <a:off x="6855472" y="1879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8" name="Freeform 31697">
                <a:extLst>
                  <a:ext uri="{FF2B5EF4-FFF2-40B4-BE49-F238E27FC236}">
                    <a16:creationId xmlns:a16="http://schemas.microsoft.com/office/drawing/2014/main" id="{22C285AC-EFDB-B0F2-42F5-51581B938E8B}"/>
                  </a:ext>
                </a:extLst>
              </p:cNvPr>
              <p:cNvSpPr/>
              <p:nvPr/>
            </p:nvSpPr>
            <p:spPr>
              <a:xfrm>
                <a:off x="6856067" y="1848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9" name="Freeform 31698">
                <a:extLst>
                  <a:ext uri="{FF2B5EF4-FFF2-40B4-BE49-F238E27FC236}">
                    <a16:creationId xmlns:a16="http://schemas.microsoft.com/office/drawing/2014/main" id="{F3A89D27-937B-4BB7-A312-8160F70AAC52}"/>
                  </a:ext>
                </a:extLst>
              </p:cNvPr>
              <p:cNvSpPr/>
              <p:nvPr/>
            </p:nvSpPr>
            <p:spPr>
              <a:xfrm>
                <a:off x="6856563" y="1847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0" name="Freeform 31699">
                <a:extLst>
                  <a:ext uri="{FF2B5EF4-FFF2-40B4-BE49-F238E27FC236}">
                    <a16:creationId xmlns:a16="http://schemas.microsoft.com/office/drawing/2014/main" id="{077407CD-1193-0547-7AB8-7F908C12BABC}"/>
                  </a:ext>
                </a:extLst>
              </p:cNvPr>
              <p:cNvSpPr/>
              <p:nvPr/>
            </p:nvSpPr>
            <p:spPr>
              <a:xfrm>
                <a:off x="6857059" y="1702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1" name="Freeform 31700">
                <a:extLst>
                  <a:ext uri="{FF2B5EF4-FFF2-40B4-BE49-F238E27FC236}">
                    <a16:creationId xmlns:a16="http://schemas.microsoft.com/office/drawing/2014/main" id="{C166BBEE-36E1-8EED-3E6B-BA7F3C741899}"/>
                  </a:ext>
                </a:extLst>
              </p:cNvPr>
              <p:cNvSpPr/>
              <p:nvPr/>
            </p:nvSpPr>
            <p:spPr>
              <a:xfrm>
                <a:off x="6857655" y="1373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2" name="Freeform 31701">
                <a:extLst>
                  <a:ext uri="{FF2B5EF4-FFF2-40B4-BE49-F238E27FC236}">
                    <a16:creationId xmlns:a16="http://schemas.microsoft.com/office/drawing/2014/main" id="{AD52118E-41C0-0842-5630-712061B79933}"/>
                  </a:ext>
                </a:extLst>
              </p:cNvPr>
              <p:cNvSpPr/>
              <p:nvPr/>
            </p:nvSpPr>
            <p:spPr>
              <a:xfrm>
                <a:off x="6858151" y="1074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3" name="Freeform 31702">
                <a:extLst>
                  <a:ext uri="{FF2B5EF4-FFF2-40B4-BE49-F238E27FC236}">
                    <a16:creationId xmlns:a16="http://schemas.microsoft.com/office/drawing/2014/main" id="{0D79921A-FEE2-90CF-F48E-8EF1F569BD22}"/>
                  </a:ext>
                </a:extLst>
              </p:cNvPr>
              <p:cNvSpPr/>
              <p:nvPr/>
            </p:nvSpPr>
            <p:spPr>
              <a:xfrm>
                <a:off x="6858647" y="1162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4" name="Freeform 31703">
                <a:extLst>
                  <a:ext uri="{FF2B5EF4-FFF2-40B4-BE49-F238E27FC236}">
                    <a16:creationId xmlns:a16="http://schemas.microsoft.com/office/drawing/2014/main" id="{A19EC239-C9A4-FE78-C4C4-406F6BCF07A1}"/>
                  </a:ext>
                </a:extLst>
              </p:cNvPr>
              <p:cNvSpPr/>
              <p:nvPr/>
            </p:nvSpPr>
            <p:spPr>
              <a:xfrm>
                <a:off x="6859242" y="1177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5" name="Freeform 31704">
                <a:extLst>
                  <a:ext uri="{FF2B5EF4-FFF2-40B4-BE49-F238E27FC236}">
                    <a16:creationId xmlns:a16="http://schemas.microsoft.com/office/drawing/2014/main" id="{9E586BCF-6ECD-F18B-7F99-ADD4729F668E}"/>
                  </a:ext>
                </a:extLst>
              </p:cNvPr>
              <p:cNvSpPr/>
              <p:nvPr/>
            </p:nvSpPr>
            <p:spPr>
              <a:xfrm>
                <a:off x="6859738" y="1032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6" name="Freeform 31705">
                <a:extLst>
                  <a:ext uri="{FF2B5EF4-FFF2-40B4-BE49-F238E27FC236}">
                    <a16:creationId xmlns:a16="http://schemas.microsoft.com/office/drawing/2014/main" id="{C2980439-37B2-C17F-F33A-C30FF307D5ED}"/>
                  </a:ext>
                </a:extLst>
              </p:cNvPr>
              <p:cNvSpPr/>
              <p:nvPr/>
            </p:nvSpPr>
            <p:spPr>
              <a:xfrm>
                <a:off x="6860234" y="1136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7" name="Freeform 31706">
                <a:extLst>
                  <a:ext uri="{FF2B5EF4-FFF2-40B4-BE49-F238E27FC236}">
                    <a16:creationId xmlns:a16="http://schemas.microsoft.com/office/drawing/2014/main" id="{93DA3229-49D6-4E2B-E554-70388B3214F3}"/>
                  </a:ext>
                </a:extLst>
              </p:cNvPr>
              <p:cNvSpPr/>
              <p:nvPr/>
            </p:nvSpPr>
            <p:spPr>
              <a:xfrm>
                <a:off x="6860830" y="1151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8" name="Freeform 31707">
                <a:extLst>
                  <a:ext uri="{FF2B5EF4-FFF2-40B4-BE49-F238E27FC236}">
                    <a16:creationId xmlns:a16="http://schemas.microsoft.com/office/drawing/2014/main" id="{CB9ECA8C-151A-BB0A-845F-EF6FB1CCDCF6}"/>
                  </a:ext>
                </a:extLst>
              </p:cNvPr>
              <p:cNvSpPr/>
              <p:nvPr/>
            </p:nvSpPr>
            <p:spPr>
              <a:xfrm>
                <a:off x="6861326" y="1080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9" name="Freeform 31708">
                <a:extLst>
                  <a:ext uri="{FF2B5EF4-FFF2-40B4-BE49-F238E27FC236}">
                    <a16:creationId xmlns:a16="http://schemas.microsoft.com/office/drawing/2014/main" id="{41865B3B-E5D6-216C-E83D-B6C1FCCFFFEC}"/>
                  </a:ext>
                </a:extLst>
              </p:cNvPr>
              <p:cNvSpPr/>
              <p:nvPr/>
            </p:nvSpPr>
            <p:spPr>
              <a:xfrm>
                <a:off x="6861822" y="1024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0" name="Freeform 31709">
                <a:extLst>
                  <a:ext uri="{FF2B5EF4-FFF2-40B4-BE49-F238E27FC236}">
                    <a16:creationId xmlns:a16="http://schemas.microsoft.com/office/drawing/2014/main" id="{DEEC1824-9645-8DEA-CF9C-679612E5C0AD}"/>
                  </a:ext>
                </a:extLst>
              </p:cNvPr>
              <p:cNvSpPr/>
              <p:nvPr/>
            </p:nvSpPr>
            <p:spPr>
              <a:xfrm>
                <a:off x="6862417" y="944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1" name="Freeform 31710">
                <a:extLst>
                  <a:ext uri="{FF2B5EF4-FFF2-40B4-BE49-F238E27FC236}">
                    <a16:creationId xmlns:a16="http://schemas.microsoft.com/office/drawing/2014/main" id="{8B78A716-D57E-843A-C87A-180179D184DF}"/>
                  </a:ext>
                </a:extLst>
              </p:cNvPr>
              <p:cNvSpPr/>
              <p:nvPr/>
            </p:nvSpPr>
            <p:spPr>
              <a:xfrm>
                <a:off x="6862913" y="961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2" name="Freeform 31711">
                <a:extLst>
                  <a:ext uri="{FF2B5EF4-FFF2-40B4-BE49-F238E27FC236}">
                    <a16:creationId xmlns:a16="http://schemas.microsoft.com/office/drawing/2014/main" id="{837D2DA7-0B83-32B4-C700-F9EE9382FED6}"/>
                  </a:ext>
                </a:extLst>
              </p:cNvPr>
              <p:cNvSpPr/>
              <p:nvPr/>
            </p:nvSpPr>
            <p:spPr>
              <a:xfrm>
                <a:off x="6863409" y="935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3" name="Freeform 31712">
                <a:extLst>
                  <a:ext uri="{FF2B5EF4-FFF2-40B4-BE49-F238E27FC236}">
                    <a16:creationId xmlns:a16="http://schemas.microsoft.com/office/drawing/2014/main" id="{D57FF528-3878-E082-7A24-6F59E55A133F}"/>
                  </a:ext>
                </a:extLst>
              </p:cNvPr>
              <p:cNvSpPr/>
              <p:nvPr/>
            </p:nvSpPr>
            <p:spPr>
              <a:xfrm>
                <a:off x="6864005" y="1340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4" name="Freeform 31713">
                <a:extLst>
                  <a:ext uri="{FF2B5EF4-FFF2-40B4-BE49-F238E27FC236}">
                    <a16:creationId xmlns:a16="http://schemas.microsoft.com/office/drawing/2014/main" id="{2BEB5361-AC7D-1E50-088E-F8ED4B48EE90}"/>
                  </a:ext>
                </a:extLst>
              </p:cNvPr>
              <p:cNvSpPr/>
              <p:nvPr/>
            </p:nvSpPr>
            <p:spPr>
              <a:xfrm>
                <a:off x="6864501" y="1798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5" name="Freeform 31714">
                <a:extLst>
                  <a:ext uri="{FF2B5EF4-FFF2-40B4-BE49-F238E27FC236}">
                    <a16:creationId xmlns:a16="http://schemas.microsoft.com/office/drawing/2014/main" id="{7866D6B3-5BE5-AD60-9415-085D165A311D}"/>
                  </a:ext>
                </a:extLst>
              </p:cNvPr>
              <p:cNvSpPr/>
              <p:nvPr/>
            </p:nvSpPr>
            <p:spPr>
              <a:xfrm>
                <a:off x="6864997" y="1876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6" name="Freeform 31715">
                <a:extLst>
                  <a:ext uri="{FF2B5EF4-FFF2-40B4-BE49-F238E27FC236}">
                    <a16:creationId xmlns:a16="http://schemas.microsoft.com/office/drawing/2014/main" id="{6B506259-8FD3-45BF-6478-41BD1C7D9D72}"/>
                  </a:ext>
                </a:extLst>
              </p:cNvPr>
              <p:cNvSpPr/>
              <p:nvPr/>
            </p:nvSpPr>
            <p:spPr>
              <a:xfrm>
                <a:off x="6865493" y="192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7" name="Freeform 31716">
                <a:extLst>
                  <a:ext uri="{FF2B5EF4-FFF2-40B4-BE49-F238E27FC236}">
                    <a16:creationId xmlns:a16="http://schemas.microsoft.com/office/drawing/2014/main" id="{E909E3BD-B35C-507B-C592-264D5E70E7D7}"/>
                  </a:ext>
                </a:extLst>
              </p:cNvPr>
              <p:cNvSpPr/>
              <p:nvPr/>
            </p:nvSpPr>
            <p:spPr>
              <a:xfrm>
                <a:off x="6866088" y="193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8" name="Freeform 31717">
                <a:extLst>
                  <a:ext uri="{FF2B5EF4-FFF2-40B4-BE49-F238E27FC236}">
                    <a16:creationId xmlns:a16="http://schemas.microsoft.com/office/drawing/2014/main" id="{71BF3442-CEC8-3048-BEC1-C2B9022709F9}"/>
                  </a:ext>
                </a:extLst>
              </p:cNvPr>
              <p:cNvSpPr/>
              <p:nvPr/>
            </p:nvSpPr>
            <p:spPr>
              <a:xfrm>
                <a:off x="6866584" y="1904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9" name="Freeform 31718">
                <a:extLst>
                  <a:ext uri="{FF2B5EF4-FFF2-40B4-BE49-F238E27FC236}">
                    <a16:creationId xmlns:a16="http://schemas.microsoft.com/office/drawing/2014/main" id="{1B7A2E82-70B2-413A-5B73-62554C5F9863}"/>
                  </a:ext>
                </a:extLst>
              </p:cNvPr>
              <p:cNvSpPr/>
              <p:nvPr/>
            </p:nvSpPr>
            <p:spPr>
              <a:xfrm>
                <a:off x="6867080" y="1912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0" name="Freeform 31719">
                <a:extLst>
                  <a:ext uri="{FF2B5EF4-FFF2-40B4-BE49-F238E27FC236}">
                    <a16:creationId xmlns:a16="http://schemas.microsoft.com/office/drawing/2014/main" id="{7D45DE76-3F1A-EEE8-B26F-AEE5A94ADC5B}"/>
                  </a:ext>
                </a:extLst>
              </p:cNvPr>
              <p:cNvSpPr/>
              <p:nvPr/>
            </p:nvSpPr>
            <p:spPr>
              <a:xfrm>
                <a:off x="6867676" y="1880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1" name="Freeform 31720">
                <a:extLst>
                  <a:ext uri="{FF2B5EF4-FFF2-40B4-BE49-F238E27FC236}">
                    <a16:creationId xmlns:a16="http://schemas.microsoft.com/office/drawing/2014/main" id="{C2D701B1-4E1C-AD5C-6EA7-1F13DA9C953B}"/>
                  </a:ext>
                </a:extLst>
              </p:cNvPr>
              <p:cNvSpPr/>
              <p:nvPr/>
            </p:nvSpPr>
            <p:spPr>
              <a:xfrm>
                <a:off x="6868172" y="1804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2" name="Freeform 31721">
                <a:extLst>
                  <a:ext uri="{FF2B5EF4-FFF2-40B4-BE49-F238E27FC236}">
                    <a16:creationId xmlns:a16="http://schemas.microsoft.com/office/drawing/2014/main" id="{AF52B504-0CC5-F1B2-AE03-53596745BE99}"/>
                  </a:ext>
                </a:extLst>
              </p:cNvPr>
              <p:cNvSpPr/>
              <p:nvPr/>
            </p:nvSpPr>
            <p:spPr>
              <a:xfrm>
                <a:off x="6868668" y="1680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3" name="Freeform 31722">
                <a:extLst>
                  <a:ext uri="{FF2B5EF4-FFF2-40B4-BE49-F238E27FC236}">
                    <a16:creationId xmlns:a16="http://schemas.microsoft.com/office/drawing/2014/main" id="{A6192D1A-427D-7F47-55E5-E2FFC42A63D8}"/>
                  </a:ext>
                </a:extLst>
              </p:cNvPr>
              <p:cNvSpPr/>
              <p:nvPr/>
            </p:nvSpPr>
            <p:spPr>
              <a:xfrm>
                <a:off x="6869263" y="1646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4" name="Freeform 31723">
                <a:extLst>
                  <a:ext uri="{FF2B5EF4-FFF2-40B4-BE49-F238E27FC236}">
                    <a16:creationId xmlns:a16="http://schemas.microsoft.com/office/drawing/2014/main" id="{6BD70FD2-F4ED-6638-A416-8D93B907EBD9}"/>
                  </a:ext>
                </a:extLst>
              </p:cNvPr>
              <p:cNvSpPr/>
              <p:nvPr/>
            </p:nvSpPr>
            <p:spPr>
              <a:xfrm>
                <a:off x="6869759" y="1586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5" name="Freeform 31724">
                <a:extLst>
                  <a:ext uri="{FF2B5EF4-FFF2-40B4-BE49-F238E27FC236}">
                    <a16:creationId xmlns:a16="http://schemas.microsoft.com/office/drawing/2014/main" id="{A3A7B042-865A-D6B4-3AC3-DF8723367F07}"/>
                  </a:ext>
                </a:extLst>
              </p:cNvPr>
              <p:cNvSpPr/>
              <p:nvPr/>
            </p:nvSpPr>
            <p:spPr>
              <a:xfrm>
                <a:off x="6870255" y="1375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6" name="Freeform 31725">
                <a:extLst>
                  <a:ext uri="{FF2B5EF4-FFF2-40B4-BE49-F238E27FC236}">
                    <a16:creationId xmlns:a16="http://schemas.microsoft.com/office/drawing/2014/main" id="{10A7CD5B-E81C-7AD5-167E-B6F303A5CD5B}"/>
                  </a:ext>
                </a:extLst>
              </p:cNvPr>
              <p:cNvSpPr/>
              <p:nvPr/>
            </p:nvSpPr>
            <p:spPr>
              <a:xfrm>
                <a:off x="6870851" y="1101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7" name="Freeform 31726">
                <a:extLst>
                  <a:ext uri="{FF2B5EF4-FFF2-40B4-BE49-F238E27FC236}">
                    <a16:creationId xmlns:a16="http://schemas.microsoft.com/office/drawing/2014/main" id="{905B79FD-D9FD-4853-BAAB-E09CE6C2571A}"/>
                  </a:ext>
                </a:extLst>
              </p:cNvPr>
              <p:cNvSpPr/>
              <p:nvPr/>
            </p:nvSpPr>
            <p:spPr>
              <a:xfrm>
                <a:off x="6871347" y="1166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8" name="Freeform 31727">
                <a:extLst>
                  <a:ext uri="{FF2B5EF4-FFF2-40B4-BE49-F238E27FC236}">
                    <a16:creationId xmlns:a16="http://schemas.microsoft.com/office/drawing/2014/main" id="{65C73D80-DB9A-771E-CEC1-7EC69F839D79}"/>
                  </a:ext>
                </a:extLst>
              </p:cNvPr>
              <p:cNvSpPr/>
              <p:nvPr/>
            </p:nvSpPr>
            <p:spPr>
              <a:xfrm>
                <a:off x="6871843" y="1204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9" name="Freeform 31728">
                <a:extLst>
                  <a:ext uri="{FF2B5EF4-FFF2-40B4-BE49-F238E27FC236}">
                    <a16:creationId xmlns:a16="http://schemas.microsoft.com/office/drawing/2014/main" id="{9D6A90C9-BB31-FD56-147C-715A1CBD1B70}"/>
                  </a:ext>
                </a:extLst>
              </p:cNvPr>
              <p:cNvSpPr/>
              <p:nvPr/>
            </p:nvSpPr>
            <p:spPr>
              <a:xfrm>
                <a:off x="6872438" y="1164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0" name="Freeform 31729">
                <a:extLst>
                  <a:ext uri="{FF2B5EF4-FFF2-40B4-BE49-F238E27FC236}">
                    <a16:creationId xmlns:a16="http://schemas.microsoft.com/office/drawing/2014/main" id="{1F7E390B-F9E7-0440-48F4-8F3C9F898097}"/>
                  </a:ext>
                </a:extLst>
              </p:cNvPr>
              <p:cNvSpPr/>
              <p:nvPr/>
            </p:nvSpPr>
            <p:spPr>
              <a:xfrm>
                <a:off x="6872934" y="1198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1" name="Freeform 31730">
                <a:extLst>
                  <a:ext uri="{FF2B5EF4-FFF2-40B4-BE49-F238E27FC236}">
                    <a16:creationId xmlns:a16="http://schemas.microsoft.com/office/drawing/2014/main" id="{160A0F22-1952-036A-5594-01BDE7869031}"/>
                  </a:ext>
                </a:extLst>
              </p:cNvPr>
              <p:cNvSpPr/>
              <p:nvPr/>
            </p:nvSpPr>
            <p:spPr>
              <a:xfrm>
                <a:off x="6873430" y="11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2" name="Freeform 31731">
                <a:extLst>
                  <a:ext uri="{FF2B5EF4-FFF2-40B4-BE49-F238E27FC236}">
                    <a16:creationId xmlns:a16="http://schemas.microsoft.com/office/drawing/2014/main" id="{EE763357-80B2-4FDD-B180-21E1E0BE0198}"/>
                  </a:ext>
                </a:extLst>
              </p:cNvPr>
              <p:cNvSpPr/>
              <p:nvPr/>
            </p:nvSpPr>
            <p:spPr>
              <a:xfrm>
                <a:off x="6874026" y="1185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3" name="Freeform 31732">
                <a:extLst>
                  <a:ext uri="{FF2B5EF4-FFF2-40B4-BE49-F238E27FC236}">
                    <a16:creationId xmlns:a16="http://schemas.microsoft.com/office/drawing/2014/main" id="{96A354B9-C3E8-B402-C9F8-B81FCEA31505}"/>
                  </a:ext>
                </a:extLst>
              </p:cNvPr>
              <p:cNvSpPr/>
              <p:nvPr/>
            </p:nvSpPr>
            <p:spPr>
              <a:xfrm>
                <a:off x="6874522" y="1135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4" name="Freeform 31733">
                <a:extLst>
                  <a:ext uri="{FF2B5EF4-FFF2-40B4-BE49-F238E27FC236}">
                    <a16:creationId xmlns:a16="http://schemas.microsoft.com/office/drawing/2014/main" id="{A52F17D7-779E-6463-A2E4-AD1B026415FF}"/>
                  </a:ext>
                </a:extLst>
              </p:cNvPr>
              <p:cNvSpPr/>
              <p:nvPr/>
            </p:nvSpPr>
            <p:spPr>
              <a:xfrm>
                <a:off x="6875018" y="10588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5" name="Freeform 31734">
                <a:extLst>
                  <a:ext uri="{FF2B5EF4-FFF2-40B4-BE49-F238E27FC236}">
                    <a16:creationId xmlns:a16="http://schemas.microsoft.com/office/drawing/2014/main" id="{B584D765-EFA4-EA8A-8574-D7FD58DCFC46}"/>
                  </a:ext>
                </a:extLst>
              </p:cNvPr>
              <p:cNvSpPr/>
              <p:nvPr/>
            </p:nvSpPr>
            <p:spPr>
              <a:xfrm>
                <a:off x="6875613" y="1013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6" name="Freeform 31735">
                <a:extLst>
                  <a:ext uri="{FF2B5EF4-FFF2-40B4-BE49-F238E27FC236}">
                    <a16:creationId xmlns:a16="http://schemas.microsoft.com/office/drawing/2014/main" id="{73B32015-A26A-6C77-B19B-1046455E75D6}"/>
                  </a:ext>
                </a:extLst>
              </p:cNvPr>
              <p:cNvSpPr/>
              <p:nvPr/>
            </p:nvSpPr>
            <p:spPr>
              <a:xfrm>
                <a:off x="6876109" y="997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7" name="Freeform 31736">
                <a:extLst>
                  <a:ext uri="{FF2B5EF4-FFF2-40B4-BE49-F238E27FC236}">
                    <a16:creationId xmlns:a16="http://schemas.microsoft.com/office/drawing/2014/main" id="{9C32BDD9-07C2-7A47-4C57-4BB5BC969A93}"/>
                  </a:ext>
                </a:extLst>
              </p:cNvPr>
              <p:cNvSpPr/>
              <p:nvPr/>
            </p:nvSpPr>
            <p:spPr>
              <a:xfrm>
                <a:off x="6876605" y="1220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8" name="Freeform 31737">
                <a:extLst>
                  <a:ext uri="{FF2B5EF4-FFF2-40B4-BE49-F238E27FC236}">
                    <a16:creationId xmlns:a16="http://schemas.microsoft.com/office/drawing/2014/main" id="{447FFB4C-C243-8BCA-6FEF-7AE81DE40226}"/>
                  </a:ext>
                </a:extLst>
              </p:cNvPr>
              <p:cNvSpPr/>
              <p:nvPr/>
            </p:nvSpPr>
            <p:spPr>
              <a:xfrm>
                <a:off x="6877102" y="1774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9" name="Freeform 31738">
                <a:extLst>
                  <a:ext uri="{FF2B5EF4-FFF2-40B4-BE49-F238E27FC236}">
                    <a16:creationId xmlns:a16="http://schemas.microsoft.com/office/drawing/2014/main" id="{B9842193-1B30-58E9-0492-2C8C33FE54AA}"/>
                  </a:ext>
                </a:extLst>
              </p:cNvPr>
              <p:cNvSpPr/>
              <p:nvPr/>
            </p:nvSpPr>
            <p:spPr>
              <a:xfrm>
                <a:off x="6877697" y="1857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0" name="Freeform 31739">
                <a:extLst>
                  <a:ext uri="{FF2B5EF4-FFF2-40B4-BE49-F238E27FC236}">
                    <a16:creationId xmlns:a16="http://schemas.microsoft.com/office/drawing/2014/main" id="{7797A094-382E-5BF9-5100-AF6C43E00E05}"/>
                  </a:ext>
                </a:extLst>
              </p:cNvPr>
              <p:cNvSpPr/>
              <p:nvPr/>
            </p:nvSpPr>
            <p:spPr>
              <a:xfrm>
                <a:off x="6878193" y="1907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1" name="Freeform 31740">
                <a:extLst>
                  <a:ext uri="{FF2B5EF4-FFF2-40B4-BE49-F238E27FC236}">
                    <a16:creationId xmlns:a16="http://schemas.microsoft.com/office/drawing/2014/main" id="{E61252F2-5462-6644-5CCA-318903F35A8E}"/>
                  </a:ext>
                </a:extLst>
              </p:cNvPr>
              <p:cNvSpPr/>
              <p:nvPr/>
            </p:nvSpPr>
            <p:spPr>
              <a:xfrm>
                <a:off x="6878689" y="194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2" name="Freeform 31741">
                <a:extLst>
                  <a:ext uri="{FF2B5EF4-FFF2-40B4-BE49-F238E27FC236}">
                    <a16:creationId xmlns:a16="http://schemas.microsoft.com/office/drawing/2014/main" id="{3FF21129-7F71-E149-500C-EEB8F6BA8471}"/>
                  </a:ext>
                </a:extLst>
              </p:cNvPr>
              <p:cNvSpPr/>
              <p:nvPr/>
            </p:nvSpPr>
            <p:spPr>
              <a:xfrm>
                <a:off x="6879284" y="19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3" name="Freeform 31742">
                <a:extLst>
                  <a:ext uri="{FF2B5EF4-FFF2-40B4-BE49-F238E27FC236}">
                    <a16:creationId xmlns:a16="http://schemas.microsoft.com/office/drawing/2014/main" id="{4AD674BC-9C08-A02C-1515-F094FD044596}"/>
                  </a:ext>
                </a:extLst>
              </p:cNvPr>
              <p:cNvSpPr/>
              <p:nvPr/>
            </p:nvSpPr>
            <p:spPr>
              <a:xfrm>
                <a:off x="6879780" y="1943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4" name="Freeform 31743">
                <a:extLst>
                  <a:ext uri="{FF2B5EF4-FFF2-40B4-BE49-F238E27FC236}">
                    <a16:creationId xmlns:a16="http://schemas.microsoft.com/office/drawing/2014/main" id="{6FE585CC-7528-0E0B-6A0B-871EB4EFB15A}"/>
                  </a:ext>
                </a:extLst>
              </p:cNvPr>
              <p:cNvSpPr/>
              <p:nvPr/>
            </p:nvSpPr>
            <p:spPr>
              <a:xfrm>
                <a:off x="6880277" y="19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5" name="Freeform 31744">
                <a:extLst>
                  <a:ext uri="{FF2B5EF4-FFF2-40B4-BE49-F238E27FC236}">
                    <a16:creationId xmlns:a16="http://schemas.microsoft.com/office/drawing/2014/main" id="{B3C4FF6C-19E2-8E12-C6D7-C2B522E888D4}"/>
                  </a:ext>
                </a:extLst>
              </p:cNvPr>
              <p:cNvSpPr/>
              <p:nvPr/>
            </p:nvSpPr>
            <p:spPr>
              <a:xfrm>
                <a:off x="6880872" y="1873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6" name="Freeform 31745">
                <a:extLst>
                  <a:ext uri="{FF2B5EF4-FFF2-40B4-BE49-F238E27FC236}">
                    <a16:creationId xmlns:a16="http://schemas.microsoft.com/office/drawing/2014/main" id="{E12D177E-3D05-3C32-C99C-6A2F94391986}"/>
                  </a:ext>
                </a:extLst>
              </p:cNvPr>
              <p:cNvSpPr/>
              <p:nvPr/>
            </p:nvSpPr>
            <p:spPr>
              <a:xfrm>
                <a:off x="6881368" y="1782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7" name="Freeform 31746">
                <a:extLst>
                  <a:ext uri="{FF2B5EF4-FFF2-40B4-BE49-F238E27FC236}">
                    <a16:creationId xmlns:a16="http://schemas.microsoft.com/office/drawing/2014/main" id="{AD26C996-B04C-E218-8927-7A319858208F}"/>
                  </a:ext>
                </a:extLst>
              </p:cNvPr>
              <p:cNvSpPr/>
              <p:nvPr/>
            </p:nvSpPr>
            <p:spPr>
              <a:xfrm>
                <a:off x="6881864" y="1736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8" name="Freeform 31747">
                <a:extLst>
                  <a:ext uri="{FF2B5EF4-FFF2-40B4-BE49-F238E27FC236}">
                    <a16:creationId xmlns:a16="http://schemas.microsoft.com/office/drawing/2014/main" id="{45DF408F-478E-4BB3-740E-84D91FDA5D7C}"/>
                  </a:ext>
                </a:extLst>
              </p:cNvPr>
              <p:cNvSpPr/>
              <p:nvPr/>
            </p:nvSpPr>
            <p:spPr>
              <a:xfrm>
                <a:off x="6882459" y="1622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9" name="Freeform 31748">
                <a:extLst>
                  <a:ext uri="{FF2B5EF4-FFF2-40B4-BE49-F238E27FC236}">
                    <a16:creationId xmlns:a16="http://schemas.microsoft.com/office/drawing/2014/main" id="{479678F3-979C-330F-7F0D-6C2D156D8AA9}"/>
                  </a:ext>
                </a:extLst>
              </p:cNvPr>
              <p:cNvSpPr/>
              <p:nvPr/>
            </p:nvSpPr>
            <p:spPr>
              <a:xfrm>
                <a:off x="6882955" y="1330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0" name="Freeform 31749">
                <a:extLst>
                  <a:ext uri="{FF2B5EF4-FFF2-40B4-BE49-F238E27FC236}">
                    <a16:creationId xmlns:a16="http://schemas.microsoft.com/office/drawing/2014/main" id="{DF1B1315-845F-8B72-FCCB-D13DFD6496F4}"/>
                  </a:ext>
                </a:extLst>
              </p:cNvPr>
              <p:cNvSpPr/>
              <p:nvPr/>
            </p:nvSpPr>
            <p:spPr>
              <a:xfrm>
                <a:off x="6883452" y="1093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1" name="Freeform 31750">
                <a:extLst>
                  <a:ext uri="{FF2B5EF4-FFF2-40B4-BE49-F238E27FC236}">
                    <a16:creationId xmlns:a16="http://schemas.microsoft.com/office/drawing/2014/main" id="{12B992C7-0263-767A-9BB8-31923BA58584}"/>
                  </a:ext>
                </a:extLst>
              </p:cNvPr>
              <p:cNvSpPr/>
              <p:nvPr/>
            </p:nvSpPr>
            <p:spPr>
              <a:xfrm>
                <a:off x="6884047" y="1180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2" name="Freeform 31751">
                <a:extLst>
                  <a:ext uri="{FF2B5EF4-FFF2-40B4-BE49-F238E27FC236}">
                    <a16:creationId xmlns:a16="http://schemas.microsoft.com/office/drawing/2014/main" id="{B9D285E5-644A-3C94-2C58-32CADB167C13}"/>
                  </a:ext>
                </a:extLst>
              </p:cNvPr>
              <p:cNvSpPr/>
              <p:nvPr/>
            </p:nvSpPr>
            <p:spPr>
              <a:xfrm>
                <a:off x="6884543" y="1204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3" name="Freeform 31752">
                <a:extLst>
                  <a:ext uri="{FF2B5EF4-FFF2-40B4-BE49-F238E27FC236}">
                    <a16:creationId xmlns:a16="http://schemas.microsoft.com/office/drawing/2014/main" id="{59D86849-20B8-F730-5F8E-DAE0D665E0B5}"/>
                  </a:ext>
                </a:extLst>
              </p:cNvPr>
              <p:cNvSpPr/>
              <p:nvPr/>
            </p:nvSpPr>
            <p:spPr>
              <a:xfrm>
                <a:off x="6885039" y="1124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4" name="Freeform 31753">
                <a:extLst>
                  <a:ext uri="{FF2B5EF4-FFF2-40B4-BE49-F238E27FC236}">
                    <a16:creationId xmlns:a16="http://schemas.microsoft.com/office/drawing/2014/main" id="{665C630D-8228-85D9-0819-CCB9B219CA72}"/>
                  </a:ext>
                </a:extLst>
              </p:cNvPr>
              <p:cNvSpPr/>
              <p:nvPr/>
            </p:nvSpPr>
            <p:spPr>
              <a:xfrm>
                <a:off x="6885634" y="117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5" name="Freeform 31754">
                <a:extLst>
                  <a:ext uri="{FF2B5EF4-FFF2-40B4-BE49-F238E27FC236}">
                    <a16:creationId xmlns:a16="http://schemas.microsoft.com/office/drawing/2014/main" id="{923AD1FC-9B66-703B-EDAF-1A2E6BD24B2E}"/>
                  </a:ext>
                </a:extLst>
              </p:cNvPr>
              <p:cNvSpPr/>
              <p:nvPr/>
            </p:nvSpPr>
            <p:spPr>
              <a:xfrm>
                <a:off x="6886130" y="1184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6" name="Freeform 31755">
                <a:extLst>
                  <a:ext uri="{FF2B5EF4-FFF2-40B4-BE49-F238E27FC236}">
                    <a16:creationId xmlns:a16="http://schemas.microsoft.com/office/drawing/2014/main" id="{54B72DFF-A445-603E-ACC7-08884CA5601B}"/>
                  </a:ext>
                </a:extLst>
              </p:cNvPr>
              <p:cNvSpPr/>
              <p:nvPr/>
            </p:nvSpPr>
            <p:spPr>
              <a:xfrm>
                <a:off x="6886627" y="1173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7" name="Freeform 31756">
                <a:extLst>
                  <a:ext uri="{FF2B5EF4-FFF2-40B4-BE49-F238E27FC236}">
                    <a16:creationId xmlns:a16="http://schemas.microsoft.com/office/drawing/2014/main" id="{BC9C2DE2-6434-0635-3DC2-AFDCEFFE2C6A}"/>
                  </a:ext>
                </a:extLst>
              </p:cNvPr>
              <p:cNvSpPr/>
              <p:nvPr/>
            </p:nvSpPr>
            <p:spPr>
              <a:xfrm>
                <a:off x="6887222" y="1195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8" name="Freeform 31757">
                <a:extLst>
                  <a:ext uri="{FF2B5EF4-FFF2-40B4-BE49-F238E27FC236}">
                    <a16:creationId xmlns:a16="http://schemas.microsoft.com/office/drawing/2014/main" id="{19A77567-851D-64A8-06EE-251690B43C7C}"/>
                  </a:ext>
                </a:extLst>
              </p:cNvPr>
              <p:cNvSpPr/>
              <p:nvPr/>
            </p:nvSpPr>
            <p:spPr>
              <a:xfrm>
                <a:off x="6887718" y="1135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9" name="Freeform 31758">
                <a:extLst>
                  <a:ext uri="{FF2B5EF4-FFF2-40B4-BE49-F238E27FC236}">
                    <a16:creationId xmlns:a16="http://schemas.microsoft.com/office/drawing/2014/main" id="{0A67222A-7CC0-5D13-243A-B9FACA2354EC}"/>
                  </a:ext>
                </a:extLst>
              </p:cNvPr>
              <p:cNvSpPr/>
              <p:nvPr/>
            </p:nvSpPr>
            <p:spPr>
              <a:xfrm>
                <a:off x="6888214" y="1017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0" name="Freeform 31759">
                <a:extLst>
                  <a:ext uri="{FF2B5EF4-FFF2-40B4-BE49-F238E27FC236}">
                    <a16:creationId xmlns:a16="http://schemas.microsoft.com/office/drawing/2014/main" id="{5519081F-AEFD-8057-76AE-85C206FEB42D}"/>
                  </a:ext>
                </a:extLst>
              </p:cNvPr>
              <p:cNvSpPr/>
              <p:nvPr/>
            </p:nvSpPr>
            <p:spPr>
              <a:xfrm>
                <a:off x="6888710" y="1031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1" name="Freeform 31760">
                <a:extLst>
                  <a:ext uri="{FF2B5EF4-FFF2-40B4-BE49-F238E27FC236}">
                    <a16:creationId xmlns:a16="http://schemas.microsoft.com/office/drawing/2014/main" id="{ED518DE2-AE2B-DE9F-7642-5DE827CB3840}"/>
                  </a:ext>
                </a:extLst>
              </p:cNvPr>
              <p:cNvSpPr/>
              <p:nvPr/>
            </p:nvSpPr>
            <p:spPr>
              <a:xfrm>
                <a:off x="6889305" y="1318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2" name="Freeform 31761">
                <a:extLst>
                  <a:ext uri="{FF2B5EF4-FFF2-40B4-BE49-F238E27FC236}">
                    <a16:creationId xmlns:a16="http://schemas.microsoft.com/office/drawing/2014/main" id="{9156968F-D855-43DC-2570-71B17D114C9D}"/>
                  </a:ext>
                </a:extLst>
              </p:cNvPr>
              <p:cNvSpPr/>
              <p:nvPr/>
            </p:nvSpPr>
            <p:spPr>
              <a:xfrm>
                <a:off x="6889802" y="1769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3" name="Freeform 31762">
                <a:extLst>
                  <a:ext uri="{FF2B5EF4-FFF2-40B4-BE49-F238E27FC236}">
                    <a16:creationId xmlns:a16="http://schemas.microsoft.com/office/drawing/2014/main" id="{2AF12BFD-94D4-DC42-77F5-0C618EFAC3EB}"/>
                  </a:ext>
                </a:extLst>
              </p:cNvPr>
              <p:cNvSpPr/>
              <p:nvPr/>
            </p:nvSpPr>
            <p:spPr>
              <a:xfrm>
                <a:off x="6890298" y="1870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4" name="Freeform 31763">
                <a:extLst>
                  <a:ext uri="{FF2B5EF4-FFF2-40B4-BE49-F238E27FC236}">
                    <a16:creationId xmlns:a16="http://schemas.microsoft.com/office/drawing/2014/main" id="{D1229931-05A6-1253-0F3A-AAD4427FEEF4}"/>
                  </a:ext>
                </a:extLst>
              </p:cNvPr>
              <p:cNvSpPr/>
              <p:nvPr/>
            </p:nvSpPr>
            <p:spPr>
              <a:xfrm>
                <a:off x="6890893" y="1912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5" name="Freeform 31764">
                <a:extLst>
                  <a:ext uri="{FF2B5EF4-FFF2-40B4-BE49-F238E27FC236}">
                    <a16:creationId xmlns:a16="http://schemas.microsoft.com/office/drawing/2014/main" id="{A17669B2-B593-18B1-656F-C157FFD62AFF}"/>
                  </a:ext>
                </a:extLst>
              </p:cNvPr>
              <p:cNvSpPr/>
              <p:nvPr/>
            </p:nvSpPr>
            <p:spPr>
              <a:xfrm>
                <a:off x="6891389" y="1878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6" name="Freeform 31765">
                <a:extLst>
                  <a:ext uri="{FF2B5EF4-FFF2-40B4-BE49-F238E27FC236}">
                    <a16:creationId xmlns:a16="http://schemas.microsoft.com/office/drawing/2014/main" id="{B34F03BE-43A3-D6A3-6D68-4297A811A134}"/>
                  </a:ext>
                </a:extLst>
              </p:cNvPr>
              <p:cNvSpPr/>
              <p:nvPr/>
            </p:nvSpPr>
            <p:spPr>
              <a:xfrm>
                <a:off x="6891885" y="187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7" name="Freeform 31766">
                <a:extLst>
                  <a:ext uri="{FF2B5EF4-FFF2-40B4-BE49-F238E27FC236}">
                    <a16:creationId xmlns:a16="http://schemas.microsoft.com/office/drawing/2014/main" id="{93FB9339-0A43-EBDA-37A4-F6D5AF023DD6}"/>
                  </a:ext>
                </a:extLst>
              </p:cNvPr>
              <p:cNvSpPr/>
              <p:nvPr/>
            </p:nvSpPr>
            <p:spPr>
              <a:xfrm>
                <a:off x="6892480" y="1867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8" name="Freeform 31767">
                <a:extLst>
                  <a:ext uri="{FF2B5EF4-FFF2-40B4-BE49-F238E27FC236}">
                    <a16:creationId xmlns:a16="http://schemas.microsoft.com/office/drawing/2014/main" id="{FF766828-4F25-540D-BE10-07550B56B0B8}"/>
                  </a:ext>
                </a:extLst>
              </p:cNvPr>
              <p:cNvSpPr/>
              <p:nvPr/>
            </p:nvSpPr>
            <p:spPr>
              <a:xfrm>
                <a:off x="6892977" y="1798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9" name="Freeform 31768">
                <a:extLst>
                  <a:ext uri="{FF2B5EF4-FFF2-40B4-BE49-F238E27FC236}">
                    <a16:creationId xmlns:a16="http://schemas.microsoft.com/office/drawing/2014/main" id="{2D92B499-3E44-5004-957A-027E2C413E4D}"/>
                  </a:ext>
                </a:extLst>
              </p:cNvPr>
              <p:cNvSpPr/>
              <p:nvPr/>
            </p:nvSpPr>
            <p:spPr>
              <a:xfrm>
                <a:off x="6893473" y="180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0" name="Freeform 31769">
                <a:extLst>
                  <a:ext uri="{FF2B5EF4-FFF2-40B4-BE49-F238E27FC236}">
                    <a16:creationId xmlns:a16="http://schemas.microsoft.com/office/drawing/2014/main" id="{F0B780B2-D22E-40D3-1195-87B966D11D3D}"/>
                  </a:ext>
                </a:extLst>
              </p:cNvPr>
              <p:cNvSpPr/>
              <p:nvPr/>
            </p:nvSpPr>
            <p:spPr>
              <a:xfrm>
                <a:off x="6894068" y="1771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1" name="Freeform 31770">
                <a:extLst>
                  <a:ext uri="{FF2B5EF4-FFF2-40B4-BE49-F238E27FC236}">
                    <a16:creationId xmlns:a16="http://schemas.microsoft.com/office/drawing/2014/main" id="{79DB6BCF-E0C4-EE9B-CFEA-6F97D97C752D}"/>
                  </a:ext>
                </a:extLst>
              </p:cNvPr>
              <p:cNvSpPr/>
              <p:nvPr/>
            </p:nvSpPr>
            <p:spPr>
              <a:xfrm>
                <a:off x="6894564" y="1680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2" name="Freeform 31771">
                <a:extLst>
                  <a:ext uri="{FF2B5EF4-FFF2-40B4-BE49-F238E27FC236}">
                    <a16:creationId xmlns:a16="http://schemas.microsoft.com/office/drawing/2014/main" id="{E8A91315-E51F-FC5B-1AD8-AD7B645029EE}"/>
                  </a:ext>
                </a:extLst>
              </p:cNvPr>
              <p:cNvSpPr/>
              <p:nvPr/>
            </p:nvSpPr>
            <p:spPr>
              <a:xfrm>
                <a:off x="6895060" y="1542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3" name="Freeform 31772">
                <a:extLst>
                  <a:ext uri="{FF2B5EF4-FFF2-40B4-BE49-F238E27FC236}">
                    <a16:creationId xmlns:a16="http://schemas.microsoft.com/office/drawing/2014/main" id="{1D753D4D-6C1F-946E-6038-2901B2F60938}"/>
                  </a:ext>
                </a:extLst>
              </p:cNvPr>
              <p:cNvSpPr/>
              <p:nvPr/>
            </p:nvSpPr>
            <p:spPr>
              <a:xfrm>
                <a:off x="6895655" y="1209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4" name="Freeform 31773">
                <a:extLst>
                  <a:ext uri="{FF2B5EF4-FFF2-40B4-BE49-F238E27FC236}">
                    <a16:creationId xmlns:a16="http://schemas.microsoft.com/office/drawing/2014/main" id="{5C65BED8-C305-0AD7-D2A1-37F222927DBA}"/>
                  </a:ext>
                </a:extLst>
              </p:cNvPr>
              <p:cNvSpPr/>
              <p:nvPr/>
            </p:nvSpPr>
            <p:spPr>
              <a:xfrm>
                <a:off x="6896152" y="901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5" name="Freeform 31774">
                <a:extLst>
                  <a:ext uri="{FF2B5EF4-FFF2-40B4-BE49-F238E27FC236}">
                    <a16:creationId xmlns:a16="http://schemas.microsoft.com/office/drawing/2014/main" id="{0693CAB6-0FD4-F9AE-3F24-28AAAE3DC8A1}"/>
                  </a:ext>
                </a:extLst>
              </p:cNvPr>
              <p:cNvSpPr/>
              <p:nvPr/>
            </p:nvSpPr>
            <p:spPr>
              <a:xfrm>
                <a:off x="6896648" y="994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6" name="Freeform 31775">
                <a:extLst>
                  <a:ext uri="{FF2B5EF4-FFF2-40B4-BE49-F238E27FC236}">
                    <a16:creationId xmlns:a16="http://schemas.microsoft.com/office/drawing/2014/main" id="{12708C09-73E2-DDE0-2F53-DEE67BA9F62B}"/>
                  </a:ext>
                </a:extLst>
              </p:cNvPr>
              <p:cNvSpPr/>
              <p:nvPr/>
            </p:nvSpPr>
            <p:spPr>
              <a:xfrm>
                <a:off x="6897243" y="1062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7" name="Freeform 31776">
                <a:extLst>
                  <a:ext uri="{FF2B5EF4-FFF2-40B4-BE49-F238E27FC236}">
                    <a16:creationId xmlns:a16="http://schemas.microsoft.com/office/drawing/2014/main" id="{346B12E2-7B2F-BA30-173C-B10F12270345}"/>
                  </a:ext>
                </a:extLst>
              </p:cNvPr>
              <p:cNvSpPr/>
              <p:nvPr/>
            </p:nvSpPr>
            <p:spPr>
              <a:xfrm>
                <a:off x="6897739" y="953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8" name="Freeform 31777">
                <a:extLst>
                  <a:ext uri="{FF2B5EF4-FFF2-40B4-BE49-F238E27FC236}">
                    <a16:creationId xmlns:a16="http://schemas.microsoft.com/office/drawing/2014/main" id="{2F8D2CED-8015-C1C8-A464-3927DE338BEA}"/>
                  </a:ext>
                </a:extLst>
              </p:cNvPr>
              <p:cNvSpPr/>
              <p:nvPr/>
            </p:nvSpPr>
            <p:spPr>
              <a:xfrm>
                <a:off x="6898235" y="1080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9" name="Freeform 31778">
                <a:extLst>
                  <a:ext uri="{FF2B5EF4-FFF2-40B4-BE49-F238E27FC236}">
                    <a16:creationId xmlns:a16="http://schemas.microsoft.com/office/drawing/2014/main" id="{2F318E51-D398-6EC2-E08B-6B69F2EEC7C4}"/>
                  </a:ext>
                </a:extLst>
              </p:cNvPr>
              <p:cNvSpPr/>
              <p:nvPr/>
            </p:nvSpPr>
            <p:spPr>
              <a:xfrm>
                <a:off x="6898830" y="1165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0" name="Freeform 31779">
                <a:extLst>
                  <a:ext uri="{FF2B5EF4-FFF2-40B4-BE49-F238E27FC236}">
                    <a16:creationId xmlns:a16="http://schemas.microsoft.com/office/drawing/2014/main" id="{3526C75B-7A8F-6C5F-75E3-E05C3AA7EFE8}"/>
                  </a:ext>
                </a:extLst>
              </p:cNvPr>
              <p:cNvSpPr/>
              <p:nvPr/>
            </p:nvSpPr>
            <p:spPr>
              <a:xfrm>
                <a:off x="6899327" y="11559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1" name="Freeform 31780">
                <a:extLst>
                  <a:ext uri="{FF2B5EF4-FFF2-40B4-BE49-F238E27FC236}">
                    <a16:creationId xmlns:a16="http://schemas.microsoft.com/office/drawing/2014/main" id="{2A517469-C850-7133-E263-01461FEEFF05}"/>
                  </a:ext>
                </a:extLst>
              </p:cNvPr>
              <p:cNvSpPr/>
              <p:nvPr/>
            </p:nvSpPr>
            <p:spPr>
              <a:xfrm>
                <a:off x="6899823" y="1063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2" name="Freeform 31781">
                <a:extLst>
                  <a:ext uri="{FF2B5EF4-FFF2-40B4-BE49-F238E27FC236}">
                    <a16:creationId xmlns:a16="http://schemas.microsoft.com/office/drawing/2014/main" id="{FBA2EE73-7E01-9BAE-EF65-7D7F00D0728B}"/>
                  </a:ext>
                </a:extLst>
              </p:cNvPr>
              <p:cNvSpPr/>
              <p:nvPr/>
            </p:nvSpPr>
            <p:spPr>
              <a:xfrm>
                <a:off x="6900418" y="1019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3" name="Freeform 31782">
                <a:extLst>
                  <a:ext uri="{FF2B5EF4-FFF2-40B4-BE49-F238E27FC236}">
                    <a16:creationId xmlns:a16="http://schemas.microsoft.com/office/drawing/2014/main" id="{AC4886DC-B3F8-535F-BC63-30AB9FF56144}"/>
                  </a:ext>
                </a:extLst>
              </p:cNvPr>
              <p:cNvSpPr/>
              <p:nvPr/>
            </p:nvSpPr>
            <p:spPr>
              <a:xfrm>
                <a:off x="6900914" y="1007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4" name="Freeform 31783">
                <a:extLst>
                  <a:ext uri="{FF2B5EF4-FFF2-40B4-BE49-F238E27FC236}">
                    <a16:creationId xmlns:a16="http://schemas.microsoft.com/office/drawing/2014/main" id="{8C2ECD4B-F71E-29D2-B526-3CCF3F1FF99A}"/>
                  </a:ext>
                </a:extLst>
              </p:cNvPr>
              <p:cNvSpPr/>
              <p:nvPr/>
            </p:nvSpPr>
            <p:spPr>
              <a:xfrm>
                <a:off x="6901410" y="996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5" name="Freeform 31784">
                <a:extLst>
                  <a:ext uri="{FF2B5EF4-FFF2-40B4-BE49-F238E27FC236}">
                    <a16:creationId xmlns:a16="http://schemas.microsoft.com/office/drawing/2014/main" id="{CCEFCCD6-C8FB-D1E5-C2CA-0EB70E9D7A49}"/>
                  </a:ext>
                </a:extLst>
              </p:cNvPr>
              <p:cNvSpPr/>
              <p:nvPr/>
            </p:nvSpPr>
            <p:spPr>
              <a:xfrm>
                <a:off x="6901906" y="1346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6" name="Freeform 31785">
                <a:extLst>
                  <a:ext uri="{FF2B5EF4-FFF2-40B4-BE49-F238E27FC236}">
                    <a16:creationId xmlns:a16="http://schemas.microsoft.com/office/drawing/2014/main" id="{AE601533-59C4-FA5B-8D3C-31A4DA8DFA11}"/>
                  </a:ext>
                </a:extLst>
              </p:cNvPr>
              <p:cNvSpPr/>
              <p:nvPr/>
            </p:nvSpPr>
            <p:spPr>
              <a:xfrm>
                <a:off x="6902502" y="17849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7" name="Freeform 31786">
                <a:extLst>
                  <a:ext uri="{FF2B5EF4-FFF2-40B4-BE49-F238E27FC236}">
                    <a16:creationId xmlns:a16="http://schemas.microsoft.com/office/drawing/2014/main" id="{B38DB1FD-B6C9-EC30-BFFC-3A20D0302D13}"/>
                  </a:ext>
                </a:extLst>
              </p:cNvPr>
              <p:cNvSpPr/>
              <p:nvPr/>
            </p:nvSpPr>
            <p:spPr>
              <a:xfrm>
                <a:off x="6902998" y="1907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8" name="Freeform 31787">
                <a:extLst>
                  <a:ext uri="{FF2B5EF4-FFF2-40B4-BE49-F238E27FC236}">
                    <a16:creationId xmlns:a16="http://schemas.microsoft.com/office/drawing/2014/main" id="{5E4F7C79-CF1E-DC7A-7636-D8C1A2B38A6D}"/>
                  </a:ext>
                </a:extLst>
              </p:cNvPr>
              <p:cNvSpPr/>
              <p:nvPr/>
            </p:nvSpPr>
            <p:spPr>
              <a:xfrm>
                <a:off x="6903494" y="193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9" name="Freeform 31788">
                <a:extLst>
                  <a:ext uri="{FF2B5EF4-FFF2-40B4-BE49-F238E27FC236}">
                    <a16:creationId xmlns:a16="http://schemas.microsoft.com/office/drawing/2014/main" id="{8195D6B9-4046-9F55-B913-8F02C66060F4}"/>
                  </a:ext>
                </a:extLst>
              </p:cNvPr>
              <p:cNvSpPr/>
              <p:nvPr/>
            </p:nvSpPr>
            <p:spPr>
              <a:xfrm>
                <a:off x="6904089" y="193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0" name="Freeform 31789">
                <a:extLst>
                  <a:ext uri="{FF2B5EF4-FFF2-40B4-BE49-F238E27FC236}">
                    <a16:creationId xmlns:a16="http://schemas.microsoft.com/office/drawing/2014/main" id="{F2983AB5-5B64-5F4A-17F0-E3E29B29E0C3}"/>
                  </a:ext>
                </a:extLst>
              </p:cNvPr>
              <p:cNvSpPr/>
              <p:nvPr/>
            </p:nvSpPr>
            <p:spPr>
              <a:xfrm>
                <a:off x="6904585" y="1907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1" name="Freeform 31790">
                <a:extLst>
                  <a:ext uri="{FF2B5EF4-FFF2-40B4-BE49-F238E27FC236}">
                    <a16:creationId xmlns:a16="http://schemas.microsoft.com/office/drawing/2014/main" id="{C9797837-B84A-6403-0619-13C2072FAF3B}"/>
                  </a:ext>
                </a:extLst>
              </p:cNvPr>
              <p:cNvSpPr/>
              <p:nvPr/>
            </p:nvSpPr>
            <p:spPr>
              <a:xfrm>
                <a:off x="6905081" y="1920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2" name="Freeform 31791">
                <a:extLst>
                  <a:ext uri="{FF2B5EF4-FFF2-40B4-BE49-F238E27FC236}">
                    <a16:creationId xmlns:a16="http://schemas.microsoft.com/office/drawing/2014/main" id="{50BEF0FC-4B63-C374-3D39-0CB4FB526F1D}"/>
                  </a:ext>
                </a:extLst>
              </p:cNvPr>
              <p:cNvSpPr/>
              <p:nvPr/>
            </p:nvSpPr>
            <p:spPr>
              <a:xfrm>
                <a:off x="6905677" y="1921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3" name="Freeform 31792">
                <a:extLst>
                  <a:ext uri="{FF2B5EF4-FFF2-40B4-BE49-F238E27FC236}">
                    <a16:creationId xmlns:a16="http://schemas.microsoft.com/office/drawing/2014/main" id="{B9556302-7E44-72D5-AE3B-A6408FC1736B}"/>
                  </a:ext>
                </a:extLst>
              </p:cNvPr>
              <p:cNvSpPr/>
              <p:nvPr/>
            </p:nvSpPr>
            <p:spPr>
              <a:xfrm>
                <a:off x="6906173" y="1877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4" name="Freeform 31793">
                <a:extLst>
                  <a:ext uri="{FF2B5EF4-FFF2-40B4-BE49-F238E27FC236}">
                    <a16:creationId xmlns:a16="http://schemas.microsoft.com/office/drawing/2014/main" id="{E48673C4-1E84-8947-54E9-D00DE38C265E}"/>
                  </a:ext>
                </a:extLst>
              </p:cNvPr>
              <p:cNvSpPr/>
              <p:nvPr/>
            </p:nvSpPr>
            <p:spPr>
              <a:xfrm>
                <a:off x="6906669" y="1879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5" name="Freeform 31794">
                <a:extLst>
                  <a:ext uri="{FF2B5EF4-FFF2-40B4-BE49-F238E27FC236}">
                    <a16:creationId xmlns:a16="http://schemas.microsoft.com/office/drawing/2014/main" id="{2A0FBB01-186A-5F41-1756-1B067B17DAA1}"/>
                  </a:ext>
                </a:extLst>
              </p:cNvPr>
              <p:cNvSpPr/>
              <p:nvPr/>
            </p:nvSpPr>
            <p:spPr>
              <a:xfrm>
                <a:off x="6907264" y="1751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6" name="Freeform 31795">
                <a:extLst>
                  <a:ext uri="{FF2B5EF4-FFF2-40B4-BE49-F238E27FC236}">
                    <a16:creationId xmlns:a16="http://schemas.microsoft.com/office/drawing/2014/main" id="{102ED0D3-2335-0E7B-ADA1-28EFD2184BA6}"/>
                  </a:ext>
                </a:extLst>
              </p:cNvPr>
              <p:cNvSpPr/>
              <p:nvPr/>
            </p:nvSpPr>
            <p:spPr>
              <a:xfrm>
                <a:off x="6907760" y="1656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7" name="Freeform 31796">
                <a:extLst>
                  <a:ext uri="{FF2B5EF4-FFF2-40B4-BE49-F238E27FC236}">
                    <a16:creationId xmlns:a16="http://schemas.microsoft.com/office/drawing/2014/main" id="{77A96194-B8D4-EF2D-FCAC-3CF25D19E848}"/>
                  </a:ext>
                </a:extLst>
              </p:cNvPr>
              <p:cNvSpPr/>
              <p:nvPr/>
            </p:nvSpPr>
            <p:spPr>
              <a:xfrm>
                <a:off x="6908256" y="1300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8" name="Freeform 31797">
                <a:extLst>
                  <a:ext uri="{FF2B5EF4-FFF2-40B4-BE49-F238E27FC236}">
                    <a16:creationId xmlns:a16="http://schemas.microsoft.com/office/drawing/2014/main" id="{397EEF4A-1285-7C1F-CC85-3EB93768BDEF}"/>
                  </a:ext>
                </a:extLst>
              </p:cNvPr>
              <p:cNvSpPr/>
              <p:nvPr/>
            </p:nvSpPr>
            <p:spPr>
              <a:xfrm>
                <a:off x="6908852" y="1024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9" name="Freeform 31798">
                <a:extLst>
                  <a:ext uri="{FF2B5EF4-FFF2-40B4-BE49-F238E27FC236}">
                    <a16:creationId xmlns:a16="http://schemas.microsoft.com/office/drawing/2014/main" id="{C4F8DB94-6758-3EB3-3BFE-CD88D40A9B19}"/>
                  </a:ext>
                </a:extLst>
              </p:cNvPr>
              <p:cNvSpPr/>
              <p:nvPr/>
            </p:nvSpPr>
            <p:spPr>
              <a:xfrm>
                <a:off x="6909348" y="1141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0" name="Freeform 31799">
                <a:extLst>
                  <a:ext uri="{FF2B5EF4-FFF2-40B4-BE49-F238E27FC236}">
                    <a16:creationId xmlns:a16="http://schemas.microsoft.com/office/drawing/2014/main" id="{BBFCBB3B-1A26-394B-7AC0-9E9B0A33D793}"/>
                  </a:ext>
                </a:extLst>
              </p:cNvPr>
              <p:cNvSpPr/>
              <p:nvPr/>
            </p:nvSpPr>
            <p:spPr>
              <a:xfrm>
                <a:off x="6909844" y="118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1" name="Freeform 31800">
                <a:extLst>
                  <a:ext uri="{FF2B5EF4-FFF2-40B4-BE49-F238E27FC236}">
                    <a16:creationId xmlns:a16="http://schemas.microsoft.com/office/drawing/2014/main" id="{AE7CE5A2-CC33-A9AA-960F-8F4478DAD801}"/>
                  </a:ext>
                </a:extLst>
              </p:cNvPr>
              <p:cNvSpPr/>
              <p:nvPr/>
            </p:nvSpPr>
            <p:spPr>
              <a:xfrm>
                <a:off x="6910439" y="10592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2" name="Freeform 31801">
                <a:extLst>
                  <a:ext uri="{FF2B5EF4-FFF2-40B4-BE49-F238E27FC236}">
                    <a16:creationId xmlns:a16="http://schemas.microsoft.com/office/drawing/2014/main" id="{0D48FC06-F8C3-4923-50CD-8AFCFB61E026}"/>
                  </a:ext>
                </a:extLst>
              </p:cNvPr>
              <p:cNvSpPr/>
              <p:nvPr/>
            </p:nvSpPr>
            <p:spPr>
              <a:xfrm>
                <a:off x="6910935" y="1159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3" name="Freeform 31802">
                <a:extLst>
                  <a:ext uri="{FF2B5EF4-FFF2-40B4-BE49-F238E27FC236}">
                    <a16:creationId xmlns:a16="http://schemas.microsoft.com/office/drawing/2014/main" id="{B7FF19B8-0420-65B0-3114-1483A13AE3F4}"/>
                  </a:ext>
                </a:extLst>
              </p:cNvPr>
              <p:cNvSpPr/>
              <p:nvPr/>
            </p:nvSpPr>
            <p:spPr>
              <a:xfrm>
                <a:off x="6911431" y="1241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4" name="Freeform 31803">
                <a:extLst>
                  <a:ext uri="{FF2B5EF4-FFF2-40B4-BE49-F238E27FC236}">
                    <a16:creationId xmlns:a16="http://schemas.microsoft.com/office/drawing/2014/main" id="{93C20127-D708-01EC-F394-88A9E4F98B56}"/>
                  </a:ext>
                </a:extLst>
              </p:cNvPr>
              <p:cNvSpPr/>
              <p:nvPr/>
            </p:nvSpPr>
            <p:spPr>
              <a:xfrm>
                <a:off x="6912027" y="1230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5" name="Freeform 31804">
                <a:extLst>
                  <a:ext uri="{FF2B5EF4-FFF2-40B4-BE49-F238E27FC236}">
                    <a16:creationId xmlns:a16="http://schemas.microsoft.com/office/drawing/2014/main" id="{48AB52F4-AF68-66DE-5F1F-C2AB750F5AF0}"/>
                  </a:ext>
                </a:extLst>
              </p:cNvPr>
              <p:cNvSpPr/>
              <p:nvPr/>
            </p:nvSpPr>
            <p:spPr>
              <a:xfrm>
                <a:off x="6912523" y="1114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6" name="Freeform 31805">
                <a:extLst>
                  <a:ext uri="{FF2B5EF4-FFF2-40B4-BE49-F238E27FC236}">
                    <a16:creationId xmlns:a16="http://schemas.microsoft.com/office/drawing/2014/main" id="{CC00A639-F097-9023-1FD3-EB49A7C0E5B7}"/>
                  </a:ext>
                </a:extLst>
              </p:cNvPr>
              <p:cNvSpPr/>
              <p:nvPr/>
            </p:nvSpPr>
            <p:spPr>
              <a:xfrm>
                <a:off x="6913019" y="10543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7" name="Freeform 31806">
                <a:extLst>
                  <a:ext uri="{FF2B5EF4-FFF2-40B4-BE49-F238E27FC236}">
                    <a16:creationId xmlns:a16="http://schemas.microsoft.com/office/drawing/2014/main" id="{C3792FA8-E74C-2EEC-CDCA-ED92614E3F20}"/>
                  </a:ext>
                </a:extLst>
              </p:cNvPr>
              <p:cNvSpPr/>
              <p:nvPr/>
            </p:nvSpPr>
            <p:spPr>
              <a:xfrm>
                <a:off x="6913515" y="1082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8" name="Freeform 31807">
                <a:extLst>
                  <a:ext uri="{FF2B5EF4-FFF2-40B4-BE49-F238E27FC236}">
                    <a16:creationId xmlns:a16="http://schemas.microsoft.com/office/drawing/2014/main" id="{F21D57A4-F875-797C-6033-6B2EC9C02ABC}"/>
                  </a:ext>
                </a:extLst>
              </p:cNvPr>
              <p:cNvSpPr/>
              <p:nvPr/>
            </p:nvSpPr>
            <p:spPr>
              <a:xfrm>
                <a:off x="6914110" y="1064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9" name="Freeform 31808">
                <a:extLst>
                  <a:ext uri="{FF2B5EF4-FFF2-40B4-BE49-F238E27FC236}">
                    <a16:creationId xmlns:a16="http://schemas.microsoft.com/office/drawing/2014/main" id="{3174C639-FD3B-F8F5-182B-FF1B092EA359}"/>
                  </a:ext>
                </a:extLst>
              </p:cNvPr>
              <p:cNvSpPr/>
              <p:nvPr/>
            </p:nvSpPr>
            <p:spPr>
              <a:xfrm>
                <a:off x="6914606" y="1344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0" name="Freeform 31809">
                <a:extLst>
                  <a:ext uri="{FF2B5EF4-FFF2-40B4-BE49-F238E27FC236}">
                    <a16:creationId xmlns:a16="http://schemas.microsoft.com/office/drawing/2014/main" id="{3BB66834-5469-A25A-B6ED-1D8D1076262C}"/>
                  </a:ext>
                </a:extLst>
              </p:cNvPr>
              <p:cNvSpPr/>
              <p:nvPr/>
            </p:nvSpPr>
            <p:spPr>
              <a:xfrm>
                <a:off x="6915102" y="1794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1" name="Freeform 31810">
                <a:extLst>
                  <a:ext uri="{FF2B5EF4-FFF2-40B4-BE49-F238E27FC236}">
                    <a16:creationId xmlns:a16="http://schemas.microsoft.com/office/drawing/2014/main" id="{F724C18D-F89A-05E9-B4F6-06999591DC46}"/>
                  </a:ext>
                </a:extLst>
              </p:cNvPr>
              <p:cNvSpPr/>
              <p:nvPr/>
            </p:nvSpPr>
            <p:spPr>
              <a:xfrm>
                <a:off x="6915698" y="1889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2" name="Freeform 31811">
                <a:extLst>
                  <a:ext uri="{FF2B5EF4-FFF2-40B4-BE49-F238E27FC236}">
                    <a16:creationId xmlns:a16="http://schemas.microsoft.com/office/drawing/2014/main" id="{042B14AB-0E15-4EEC-9BFD-1249C08972F9}"/>
                  </a:ext>
                </a:extLst>
              </p:cNvPr>
              <p:cNvSpPr/>
              <p:nvPr/>
            </p:nvSpPr>
            <p:spPr>
              <a:xfrm>
                <a:off x="6916194" y="1921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3" name="Freeform 31812">
                <a:extLst>
                  <a:ext uri="{FF2B5EF4-FFF2-40B4-BE49-F238E27FC236}">
                    <a16:creationId xmlns:a16="http://schemas.microsoft.com/office/drawing/2014/main" id="{CAED164D-D31F-4583-1590-D8D4AC608D18}"/>
                  </a:ext>
                </a:extLst>
              </p:cNvPr>
              <p:cNvSpPr/>
              <p:nvPr/>
            </p:nvSpPr>
            <p:spPr>
              <a:xfrm>
                <a:off x="6916690" y="1919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4" name="Freeform 31813">
                <a:extLst>
                  <a:ext uri="{FF2B5EF4-FFF2-40B4-BE49-F238E27FC236}">
                    <a16:creationId xmlns:a16="http://schemas.microsoft.com/office/drawing/2014/main" id="{FE770C59-2C0B-17A9-5B5C-5988BD14B30C}"/>
                  </a:ext>
                </a:extLst>
              </p:cNvPr>
              <p:cNvSpPr/>
              <p:nvPr/>
            </p:nvSpPr>
            <p:spPr>
              <a:xfrm>
                <a:off x="6917285" y="1916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5" name="Freeform 31814">
                <a:extLst>
                  <a:ext uri="{FF2B5EF4-FFF2-40B4-BE49-F238E27FC236}">
                    <a16:creationId xmlns:a16="http://schemas.microsoft.com/office/drawing/2014/main" id="{BA0C1A9C-039C-C8CD-92DC-DFD070657569}"/>
                  </a:ext>
                </a:extLst>
              </p:cNvPr>
              <p:cNvSpPr/>
              <p:nvPr/>
            </p:nvSpPr>
            <p:spPr>
              <a:xfrm>
                <a:off x="6917781" y="1915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6" name="Freeform 31815">
                <a:extLst>
                  <a:ext uri="{FF2B5EF4-FFF2-40B4-BE49-F238E27FC236}">
                    <a16:creationId xmlns:a16="http://schemas.microsoft.com/office/drawing/2014/main" id="{3AF7A309-84D4-E30B-69D4-8E3E94BC4EDF}"/>
                  </a:ext>
                </a:extLst>
              </p:cNvPr>
              <p:cNvSpPr/>
              <p:nvPr/>
            </p:nvSpPr>
            <p:spPr>
              <a:xfrm>
                <a:off x="6918277" y="190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7" name="Freeform 31816">
                <a:extLst>
                  <a:ext uri="{FF2B5EF4-FFF2-40B4-BE49-F238E27FC236}">
                    <a16:creationId xmlns:a16="http://schemas.microsoft.com/office/drawing/2014/main" id="{C03043C7-D96B-E4F6-D199-0DA54B976A27}"/>
                  </a:ext>
                </a:extLst>
              </p:cNvPr>
              <p:cNvSpPr/>
              <p:nvPr/>
            </p:nvSpPr>
            <p:spPr>
              <a:xfrm>
                <a:off x="6918873" y="1895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8" name="Freeform 31817">
                <a:extLst>
                  <a:ext uri="{FF2B5EF4-FFF2-40B4-BE49-F238E27FC236}">
                    <a16:creationId xmlns:a16="http://schemas.microsoft.com/office/drawing/2014/main" id="{67F7046D-A569-9FAD-1EC4-5CF0A45B0818}"/>
                  </a:ext>
                </a:extLst>
              </p:cNvPr>
              <p:cNvSpPr/>
              <p:nvPr/>
            </p:nvSpPr>
            <p:spPr>
              <a:xfrm>
                <a:off x="6919369" y="1836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9" name="Freeform 31818">
                <a:extLst>
                  <a:ext uri="{FF2B5EF4-FFF2-40B4-BE49-F238E27FC236}">
                    <a16:creationId xmlns:a16="http://schemas.microsoft.com/office/drawing/2014/main" id="{5E676F37-8EAC-6AEB-6860-10D0B10C2BD7}"/>
                  </a:ext>
                </a:extLst>
              </p:cNvPr>
              <p:cNvSpPr/>
              <p:nvPr/>
            </p:nvSpPr>
            <p:spPr>
              <a:xfrm>
                <a:off x="6919865" y="1799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0" name="Freeform 31819">
                <a:extLst>
                  <a:ext uri="{FF2B5EF4-FFF2-40B4-BE49-F238E27FC236}">
                    <a16:creationId xmlns:a16="http://schemas.microsoft.com/office/drawing/2014/main" id="{8613BC8F-EC25-ABE2-C5CE-40BB1CB85608}"/>
                  </a:ext>
                </a:extLst>
              </p:cNvPr>
              <p:cNvSpPr/>
              <p:nvPr/>
            </p:nvSpPr>
            <p:spPr>
              <a:xfrm>
                <a:off x="6920460" y="1656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1" name="Freeform 31820">
                <a:extLst>
                  <a:ext uri="{FF2B5EF4-FFF2-40B4-BE49-F238E27FC236}">
                    <a16:creationId xmlns:a16="http://schemas.microsoft.com/office/drawing/2014/main" id="{27DDEBE5-0649-F93C-5BE7-CD24661EA2EB}"/>
                  </a:ext>
                </a:extLst>
              </p:cNvPr>
              <p:cNvSpPr/>
              <p:nvPr/>
            </p:nvSpPr>
            <p:spPr>
              <a:xfrm>
                <a:off x="6920956" y="1402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2" name="Freeform 31821">
                <a:extLst>
                  <a:ext uri="{FF2B5EF4-FFF2-40B4-BE49-F238E27FC236}">
                    <a16:creationId xmlns:a16="http://schemas.microsoft.com/office/drawing/2014/main" id="{451A4390-19E8-24BC-6966-A973D05E3066}"/>
                  </a:ext>
                </a:extLst>
              </p:cNvPr>
              <p:cNvSpPr/>
              <p:nvPr/>
            </p:nvSpPr>
            <p:spPr>
              <a:xfrm>
                <a:off x="6921452" y="1204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3" name="Freeform 31822">
                <a:extLst>
                  <a:ext uri="{FF2B5EF4-FFF2-40B4-BE49-F238E27FC236}">
                    <a16:creationId xmlns:a16="http://schemas.microsoft.com/office/drawing/2014/main" id="{3D68C2BB-CE4B-1732-91B6-E10ACC2B2CC3}"/>
                  </a:ext>
                </a:extLst>
              </p:cNvPr>
              <p:cNvSpPr/>
              <p:nvPr/>
            </p:nvSpPr>
            <p:spPr>
              <a:xfrm>
                <a:off x="6922048" y="1269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4" name="Freeform 31823">
                <a:extLst>
                  <a:ext uri="{FF2B5EF4-FFF2-40B4-BE49-F238E27FC236}">
                    <a16:creationId xmlns:a16="http://schemas.microsoft.com/office/drawing/2014/main" id="{5338A43B-3A27-4684-C4A3-71D35236F2C2}"/>
                  </a:ext>
                </a:extLst>
              </p:cNvPr>
              <p:cNvSpPr/>
              <p:nvPr/>
            </p:nvSpPr>
            <p:spPr>
              <a:xfrm>
                <a:off x="6922544" y="1293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5" name="Freeform 31824">
                <a:extLst>
                  <a:ext uri="{FF2B5EF4-FFF2-40B4-BE49-F238E27FC236}">
                    <a16:creationId xmlns:a16="http://schemas.microsoft.com/office/drawing/2014/main" id="{5653D81C-A44F-C267-89C3-1E518BDB8741}"/>
                  </a:ext>
                </a:extLst>
              </p:cNvPr>
              <p:cNvSpPr/>
              <p:nvPr/>
            </p:nvSpPr>
            <p:spPr>
              <a:xfrm>
                <a:off x="6923040" y="1173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6" name="Freeform 31825">
                <a:extLst>
                  <a:ext uri="{FF2B5EF4-FFF2-40B4-BE49-F238E27FC236}">
                    <a16:creationId xmlns:a16="http://schemas.microsoft.com/office/drawing/2014/main" id="{6733A13F-7BC0-4CBA-8C84-B60FCC8B7970}"/>
                  </a:ext>
                </a:extLst>
              </p:cNvPr>
              <p:cNvSpPr/>
              <p:nvPr/>
            </p:nvSpPr>
            <p:spPr>
              <a:xfrm>
                <a:off x="6923635" y="1167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7" name="Freeform 31826">
                <a:extLst>
                  <a:ext uri="{FF2B5EF4-FFF2-40B4-BE49-F238E27FC236}">
                    <a16:creationId xmlns:a16="http://schemas.microsoft.com/office/drawing/2014/main" id="{96F4521F-C7C7-7A21-6AF8-9240349000EB}"/>
                  </a:ext>
                </a:extLst>
              </p:cNvPr>
              <p:cNvSpPr/>
              <p:nvPr/>
            </p:nvSpPr>
            <p:spPr>
              <a:xfrm>
                <a:off x="6924131" y="1194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8" name="Freeform 31827">
                <a:extLst>
                  <a:ext uri="{FF2B5EF4-FFF2-40B4-BE49-F238E27FC236}">
                    <a16:creationId xmlns:a16="http://schemas.microsoft.com/office/drawing/2014/main" id="{7E99EE3F-B926-8AC3-0A6E-AE43D4086A45}"/>
                  </a:ext>
                </a:extLst>
              </p:cNvPr>
              <p:cNvSpPr/>
              <p:nvPr/>
            </p:nvSpPr>
            <p:spPr>
              <a:xfrm>
                <a:off x="6924627" y="1142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9" name="Freeform 31828">
                <a:extLst>
                  <a:ext uri="{FF2B5EF4-FFF2-40B4-BE49-F238E27FC236}">
                    <a16:creationId xmlns:a16="http://schemas.microsoft.com/office/drawing/2014/main" id="{A7CA5352-905D-0723-087D-6BED22BF449D}"/>
                  </a:ext>
                </a:extLst>
              </p:cNvPr>
              <p:cNvSpPr/>
              <p:nvPr/>
            </p:nvSpPr>
            <p:spPr>
              <a:xfrm>
                <a:off x="6925123" y="1050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0" name="Freeform 31829">
                <a:extLst>
                  <a:ext uri="{FF2B5EF4-FFF2-40B4-BE49-F238E27FC236}">
                    <a16:creationId xmlns:a16="http://schemas.microsoft.com/office/drawing/2014/main" id="{6B8BC023-1537-2FD1-9B81-240F39ADC0F0}"/>
                  </a:ext>
                </a:extLst>
              </p:cNvPr>
              <p:cNvSpPr/>
              <p:nvPr/>
            </p:nvSpPr>
            <p:spPr>
              <a:xfrm>
                <a:off x="6925719" y="97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1" name="Freeform 31830">
                <a:extLst>
                  <a:ext uri="{FF2B5EF4-FFF2-40B4-BE49-F238E27FC236}">
                    <a16:creationId xmlns:a16="http://schemas.microsoft.com/office/drawing/2014/main" id="{70F54911-F757-DF64-EC7E-5426EB686B5B}"/>
                  </a:ext>
                </a:extLst>
              </p:cNvPr>
              <p:cNvSpPr/>
              <p:nvPr/>
            </p:nvSpPr>
            <p:spPr>
              <a:xfrm>
                <a:off x="6926215" y="938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2" name="Freeform 31831">
                <a:extLst>
                  <a:ext uri="{FF2B5EF4-FFF2-40B4-BE49-F238E27FC236}">
                    <a16:creationId xmlns:a16="http://schemas.microsoft.com/office/drawing/2014/main" id="{E2606F20-D5E9-DD8B-44EF-6D45724E05FA}"/>
                  </a:ext>
                </a:extLst>
              </p:cNvPr>
              <p:cNvSpPr/>
              <p:nvPr/>
            </p:nvSpPr>
            <p:spPr>
              <a:xfrm>
                <a:off x="6926711" y="97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3" name="Freeform 31832">
                <a:extLst>
                  <a:ext uri="{FF2B5EF4-FFF2-40B4-BE49-F238E27FC236}">
                    <a16:creationId xmlns:a16="http://schemas.microsoft.com/office/drawing/2014/main" id="{6B386527-7F7C-5DA6-2C74-3BB82E71F2CC}"/>
                  </a:ext>
                </a:extLst>
              </p:cNvPr>
              <p:cNvSpPr/>
              <p:nvPr/>
            </p:nvSpPr>
            <p:spPr>
              <a:xfrm>
                <a:off x="6927306" y="1233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4" name="Freeform 31833">
                <a:extLst>
                  <a:ext uri="{FF2B5EF4-FFF2-40B4-BE49-F238E27FC236}">
                    <a16:creationId xmlns:a16="http://schemas.microsoft.com/office/drawing/2014/main" id="{7EF9C95A-9622-34EE-2417-90FDFD47B3D6}"/>
                  </a:ext>
                </a:extLst>
              </p:cNvPr>
              <p:cNvSpPr/>
              <p:nvPr/>
            </p:nvSpPr>
            <p:spPr>
              <a:xfrm>
                <a:off x="6927802" y="1634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5" name="Freeform 31834">
                <a:extLst>
                  <a:ext uri="{FF2B5EF4-FFF2-40B4-BE49-F238E27FC236}">
                    <a16:creationId xmlns:a16="http://schemas.microsoft.com/office/drawing/2014/main" id="{47689257-DCDB-F4D1-92A1-155C0C4DC2C7}"/>
                  </a:ext>
                </a:extLst>
              </p:cNvPr>
              <p:cNvSpPr/>
              <p:nvPr/>
            </p:nvSpPr>
            <p:spPr>
              <a:xfrm>
                <a:off x="6928298" y="1778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6" name="Freeform 31835">
                <a:extLst>
                  <a:ext uri="{FF2B5EF4-FFF2-40B4-BE49-F238E27FC236}">
                    <a16:creationId xmlns:a16="http://schemas.microsoft.com/office/drawing/2014/main" id="{F6EE9EF6-796B-D3E9-42EA-99B050D2B45D}"/>
                  </a:ext>
                </a:extLst>
              </p:cNvPr>
              <p:cNvSpPr/>
              <p:nvPr/>
            </p:nvSpPr>
            <p:spPr>
              <a:xfrm>
                <a:off x="6928894" y="1826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7" name="Freeform 31836">
                <a:extLst>
                  <a:ext uri="{FF2B5EF4-FFF2-40B4-BE49-F238E27FC236}">
                    <a16:creationId xmlns:a16="http://schemas.microsoft.com/office/drawing/2014/main" id="{0DF57DB2-771C-EA0F-7B22-87D2706FAD25}"/>
                  </a:ext>
                </a:extLst>
              </p:cNvPr>
              <p:cNvSpPr/>
              <p:nvPr/>
            </p:nvSpPr>
            <p:spPr>
              <a:xfrm>
                <a:off x="6929390" y="1800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8" name="Freeform 31837">
                <a:extLst>
                  <a:ext uri="{FF2B5EF4-FFF2-40B4-BE49-F238E27FC236}">
                    <a16:creationId xmlns:a16="http://schemas.microsoft.com/office/drawing/2014/main" id="{DB8078D0-B226-FE72-222F-E98DF493BCB8}"/>
                  </a:ext>
                </a:extLst>
              </p:cNvPr>
              <p:cNvSpPr/>
              <p:nvPr/>
            </p:nvSpPr>
            <p:spPr>
              <a:xfrm>
                <a:off x="6929886" y="1832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9" name="Freeform 31838">
                <a:extLst>
                  <a:ext uri="{FF2B5EF4-FFF2-40B4-BE49-F238E27FC236}">
                    <a16:creationId xmlns:a16="http://schemas.microsoft.com/office/drawing/2014/main" id="{40D1DDE3-BB2C-4838-2945-1B4866A8DBA6}"/>
                  </a:ext>
                </a:extLst>
              </p:cNvPr>
              <p:cNvSpPr/>
              <p:nvPr/>
            </p:nvSpPr>
            <p:spPr>
              <a:xfrm>
                <a:off x="6930481" y="1864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0" name="Freeform 31839">
                <a:extLst>
                  <a:ext uri="{FF2B5EF4-FFF2-40B4-BE49-F238E27FC236}">
                    <a16:creationId xmlns:a16="http://schemas.microsoft.com/office/drawing/2014/main" id="{511F6278-DBEF-B157-5A0D-AA1C3D98796D}"/>
                  </a:ext>
                </a:extLst>
              </p:cNvPr>
              <p:cNvSpPr/>
              <p:nvPr/>
            </p:nvSpPr>
            <p:spPr>
              <a:xfrm>
                <a:off x="6930977" y="1794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1" name="Freeform 31840">
                <a:extLst>
                  <a:ext uri="{FF2B5EF4-FFF2-40B4-BE49-F238E27FC236}">
                    <a16:creationId xmlns:a16="http://schemas.microsoft.com/office/drawing/2014/main" id="{CA31A0F0-888E-3DAF-CEF5-E2D555C0BE5F}"/>
                  </a:ext>
                </a:extLst>
              </p:cNvPr>
              <p:cNvSpPr/>
              <p:nvPr/>
            </p:nvSpPr>
            <p:spPr>
              <a:xfrm>
                <a:off x="6931473" y="1762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2" name="Freeform 31841">
                <a:extLst>
                  <a:ext uri="{FF2B5EF4-FFF2-40B4-BE49-F238E27FC236}">
                    <a16:creationId xmlns:a16="http://schemas.microsoft.com/office/drawing/2014/main" id="{34D78534-4DA6-51B4-DDBD-F9FD30A977C3}"/>
                  </a:ext>
                </a:extLst>
              </p:cNvPr>
              <p:cNvSpPr/>
              <p:nvPr/>
            </p:nvSpPr>
            <p:spPr>
              <a:xfrm>
                <a:off x="6932069" y="1811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3" name="Freeform 31842">
                <a:extLst>
                  <a:ext uri="{FF2B5EF4-FFF2-40B4-BE49-F238E27FC236}">
                    <a16:creationId xmlns:a16="http://schemas.microsoft.com/office/drawing/2014/main" id="{44950F57-D284-D8FE-B1AD-5DD655508478}"/>
                  </a:ext>
                </a:extLst>
              </p:cNvPr>
              <p:cNvSpPr/>
              <p:nvPr/>
            </p:nvSpPr>
            <p:spPr>
              <a:xfrm>
                <a:off x="6932565" y="1736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4" name="Freeform 31843">
                <a:extLst>
                  <a:ext uri="{FF2B5EF4-FFF2-40B4-BE49-F238E27FC236}">
                    <a16:creationId xmlns:a16="http://schemas.microsoft.com/office/drawing/2014/main" id="{EDE26E33-E7FC-5018-39CA-594018E7B8C6}"/>
                  </a:ext>
                </a:extLst>
              </p:cNvPr>
              <p:cNvSpPr/>
              <p:nvPr/>
            </p:nvSpPr>
            <p:spPr>
              <a:xfrm>
                <a:off x="6933061" y="1667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5" name="Freeform 31844">
                <a:extLst>
                  <a:ext uri="{FF2B5EF4-FFF2-40B4-BE49-F238E27FC236}">
                    <a16:creationId xmlns:a16="http://schemas.microsoft.com/office/drawing/2014/main" id="{ECFEC537-8876-7A0B-D7BB-28A144971F9C}"/>
                  </a:ext>
                </a:extLst>
              </p:cNvPr>
              <p:cNvSpPr/>
              <p:nvPr/>
            </p:nvSpPr>
            <p:spPr>
              <a:xfrm>
                <a:off x="6933656" y="1305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6" name="Freeform 31845">
                <a:extLst>
                  <a:ext uri="{FF2B5EF4-FFF2-40B4-BE49-F238E27FC236}">
                    <a16:creationId xmlns:a16="http://schemas.microsoft.com/office/drawing/2014/main" id="{4D5531E9-DC13-C021-15D8-965542EFDDB9}"/>
                  </a:ext>
                </a:extLst>
              </p:cNvPr>
              <p:cNvSpPr/>
              <p:nvPr/>
            </p:nvSpPr>
            <p:spPr>
              <a:xfrm>
                <a:off x="6934152" y="984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7" name="Freeform 31846">
                <a:extLst>
                  <a:ext uri="{FF2B5EF4-FFF2-40B4-BE49-F238E27FC236}">
                    <a16:creationId xmlns:a16="http://schemas.microsoft.com/office/drawing/2014/main" id="{DD361807-3629-792A-E71F-104C6C5AFB2F}"/>
                  </a:ext>
                </a:extLst>
              </p:cNvPr>
              <p:cNvSpPr/>
              <p:nvPr/>
            </p:nvSpPr>
            <p:spPr>
              <a:xfrm>
                <a:off x="6934648" y="1087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8" name="Freeform 31847">
                <a:extLst>
                  <a:ext uri="{FF2B5EF4-FFF2-40B4-BE49-F238E27FC236}">
                    <a16:creationId xmlns:a16="http://schemas.microsoft.com/office/drawing/2014/main" id="{631D5706-A5ED-6CDC-F8B7-C50BF6EF5E6D}"/>
                  </a:ext>
                </a:extLst>
              </p:cNvPr>
              <p:cNvSpPr/>
              <p:nvPr/>
            </p:nvSpPr>
            <p:spPr>
              <a:xfrm>
                <a:off x="6935244" y="1120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9" name="Freeform 31848">
                <a:extLst>
                  <a:ext uri="{FF2B5EF4-FFF2-40B4-BE49-F238E27FC236}">
                    <a16:creationId xmlns:a16="http://schemas.microsoft.com/office/drawing/2014/main" id="{DC5382B8-16F9-02FF-8FA9-D78EE1E21459}"/>
                  </a:ext>
                </a:extLst>
              </p:cNvPr>
              <p:cNvSpPr/>
              <p:nvPr/>
            </p:nvSpPr>
            <p:spPr>
              <a:xfrm>
                <a:off x="6935740" y="102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0" name="Freeform 31849">
                <a:extLst>
                  <a:ext uri="{FF2B5EF4-FFF2-40B4-BE49-F238E27FC236}">
                    <a16:creationId xmlns:a16="http://schemas.microsoft.com/office/drawing/2014/main" id="{4547B193-C0F5-D02A-8D71-B3F4BBE72C9C}"/>
                  </a:ext>
                </a:extLst>
              </p:cNvPr>
              <p:cNvSpPr/>
              <p:nvPr/>
            </p:nvSpPr>
            <p:spPr>
              <a:xfrm>
                <a:off x="6936236" y="1130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1" name="Freeform 31850">
                <a:extLst>
                  <a:ext uri="{FF2B5EF4-FFF2-40B4-BE49-F238E27FC236}">
                    <a16:creationId xmlns:a16="http://schemas.microsoft.com/office/drawing/2014/main" id="{7C56B3B0-5EED-D59D-4CC5-5FA025DF30A8}"/>
                  </a:ext>
                </a:extLst>
              </p:cNvPr>
              <p:cNvSpPr/>
              <p:nvPr/>
            </p:nvSpPr>
            <p:spPr>
              <a:xfrm>
                <a:off x="6936831" y="1135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2" name="Freeform 31851">
                <a:extLst>
                  <a:ext uri="{FF2B5EF4-FFF2-40B4-BE49-F238E27FC236}">
                    <a16:creationId xmlns:a16="http://schemas.microsoft.com/office/drawing/2014/main" id="{CE1CA55B-5E57-BFC1-2297-94931A07F589}"/>
                  </a:ext>
                </a:extLst>
              </p:cNvPr>
              <p:cNvSpPr/>
              <p:nvPr/>
            </p:nvSpPr>
            <p:spPr>
              <a:xfrm>
                <a:off x="6937327" y="1149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3" name="Freeform 31852">
                <a:extLst>
                  <a:ext uri="{FF2B5EF4-FFF2-40B4-BE49-F238E27FC236}">
                    <a16:creationId xmlns:a16="http://schemas.microsoft.com/office/drawing/2014/main" id="{1F45ACDC-29C7-1197-A65B-4A3B5A147BA9}"/>
                  </a:ext>
                </a:extLst>
              </p:cNvPr>
              <p:cNvSpPr/>
              <p:nvPr/>
            </p:nvSpPr>
            <p:spPr>
              <a:xfrm>
                <a:off x="6937823" y="1092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4" name="Freeform 31853">
                <a:extLst>
                  <a:ext uri="{FF2B5EF4-FFF2-40B4-BE49-F238E27FC236}">
                    <a16:creationId xmlns:a16="http://schemas.microsoft.com/office/drawing/2014/main" id="{E17DC0BD-2A4A-E61A-1016-1A6E8CA38B29}"/>
                  </a:ext>
                </a:extLst>
              </p:cNvPr>
              <p:cNvSpPr/>
              <p:nvPr/>
            </p:nvSpPr>
            <p:spPr>
              <a:xfrm>
                <a:off x="6938320" y="1047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5" name="Freeform 31854">
                <a:extLst>
                  <a:ext uri="{FF2B5EF4-FFF2-40B4-BE49-F238E27FC236}">
                    <a16:creationId xmlns:a16="http://schemas.microsoft.com/office/drawing/2014/main" id="{7460CACD-38B5-57BF-1445-EA0794B3E07E}"/>
                  </a:ext>
                </a:extLst>
              </p:cNvPr>
              <p:cNvSpPr/>
              <p:nvPr/>
            </p:nvSpPr>
            <p:spPr>
              <a:xfrm>
                <a:off x="6938915" y="1042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6" name="Freeform 31855">
                <a:extLst>
                  <a:ext uri="{FF2B5EF4-FFF2-40B4-BE49-F238E27FC236}">
                    <a16:creationId xmlns:a16="http://schemas.microsoft.com/office/drawing/2014/main" id="{6B465B46-78B2-7F8A-1B74-14284141943F}"/>
                  </a:ext>
                </a:extLst>
              </p:cNvPr>
              <p:cNvSpPr/>
              <p:nvPr/>
            </p:nvSpPr>
            <p:spPr>
              <a:xfrm>
                <a:off x="6939411" y="1034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7" name="Freeform 31856">
                <a:extLst>
                  <a:ext uri="{FF2B5EF4-FFF2-40B4-BE49-F238E27FC236}">
                    <a16:creationId xmlns:a16="http://schemas.microsoft.com/office/drawing/2014/main" id="{1C415A05-AC0A-AD61-BDD0-70C684797CFB}"/>
                  </a:ext>
                </a:extLst>
              </p:cNvPr>
              <p:cNvSpPr/>
              <p:nvPr/>
            </p:nvSpPr>
            <p:spPr>
              <a:xfrm>
                <a:off x="6939907" y="1201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8" name="Freeform 31857">
                <a:extLst>
                  <a:ext uri="{FF2B5EF4-FFF2-40B4-BE49-F238E27FC236}">
                    <a16:creationId xmlns:a16="http://schemas.microsoft.com/office/drawing/2014/main" id="{53A85F5E-9DF6-4BE4-80B7-AE9286C37254}"/>
                  </a:ext>
                </a:extLst>
              </p:cNvPr>
              <p:cNvSpPr/>
              <p:nvPr/>
            </p:nvSpPr>
            <p:spPr>
              <a:xfrm>
                <a:off x="6940502" y="1624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9" name="Freeform 31858">
                <a:extLst>
                  <a:ext uri="{FF2B5EF4-FFF2-40B4-BE49-F238E27FC236}">
                    <a16:creationId xmlns:a16="http://schemas.microsoft.com/office/drawing/2014/main" id="{DC8F33A4-E621-6FB4-4728-66B9CDAE6271}"/>
                  </a:ext>
                </a:extLst>
              </p:cNvPr>
              <p:cNvSpPr/>
              <p:nvPr/>
            </p:nvSpPr>
            <p:spPr>
              <a:xfrm>
                <a:off x="6940998" y="1753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0" name="Freeform 31859">
                <a:extLst>
                  <a:ext uri="{FF2B5EF4-FFF2-40B4-BE49-F238E27FC236}">
                    <a16:creationId xmlns:a16="http://schemas.microsoft.com/office/drawing/2014/main" id="{92272AAE-BCE5-2D54-5E41-F3129703107B}"/>
                  </a:ext>
                </a:extLst>
              </p:cNvPr>
              <p:cNvSpPr/>
              <p:nvPr/>
            </p:nvSpPr>
            <p:spPr>
              <a:xfrm>
                <a:off x="6941495" y="1751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1" name="Freeform 31860">
                <a:extLst>
                  <a:ext uri="{FF2B5EF4-FFF2-40B4-BE49-F238E27FC236}">
                    <a16:creationId xmlns:a16="http://schemas.microsoft.com/office/drawing/2014/main" id="{5EFF9F4B-DDE2-2552-9B8B-2EE99F6357A6}"/>
                  </a:ext>
                </a:extLst>
              </p:cNvPr>
              <p:cNvSpPr/>
              <p:nvPr/>
            </p:nvSpPr>
            <p:spPr>
              <a:xfrm>
                <a:off x="6942090" y="1793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2" name="Freeform 31861">
                <a:extLst>
                  <a:ext uri="{FF2B5EF4-FFF2-40B4-BE49-F238E27FC236}">
                    <a16:creationId xmlns:a16="http://schemas.microsoft.com/office/drawing/2014/main" id="{80BD5F35-821F-FA16-1B98-D580DA39BBD7}"/>
                  </a:ext>
                </a:extLst>
              </p:cNvPr>
              <p:cNvSpPr/>
              <p:nvPr/>
            </p:nvSpPr>
            <p:spPr>
              <a:xfrm>
                <a:off x="6942586" y="181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3" name="Freeform 31862">
                <a:extLst>
                  <a:ext uri="{FF2B5EF4-FFF2-40B4-BE49-F238E27FC236}">
                    <a16:creationId xmlns:a16="http://schemas.microsoft.com/office/drawing/2014/main" id="{ABADEFE7-93AD-778F-54C5-5C88483FA149}"/>
                  </a:ext>
                </a:extLst>
              </p:cNvPr>
              <p:cNvSpPr/>
              <p:nvPr/>
            </p:nvSpPr>
            <p:spPr>
              <a:xfrm>
                <a:off x="6943082" y="1825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4" name="Freeform 31863">
                <a:extLst>
                  <a:ext uri="{FF2B5EF4-FFF2-40B4-BE49-F238E27FC236}">
                    <a16:creationId xmlns:a16="http://schemas.microsoft.com/office/drawing/2014/main" id="{D3DDFA7F-14BA-6C4B-9F2A-808F0EB5AD48}"/>
                  </a:ext>
                </a:extLst>
              </p:cNvPr>
              <p:cNvSpPr/>
              <p:nvPr/>
            </p:nvSpPr>
            <p:spPr>
              <a:xfrm>
                <a:off x="6943677" y="1795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5" name="Freeform 31864">
                <a:extLst>
                  <a:ext uri="{FF2B5EF4-FFF2-40B4-BE49-F238E27FC236}">
                    <a16:creationId xmlns:a16="http://schemas.microsoft.com/office/drawing/2014/main" id="{3C2F23D2-C9AE-B937-2289-ADB73B1A5EDC}"/>
                  </a:ext>
                </a:extLst>
              </p:cNvPr>
              <p:cNvSpPr/>
              <p:nvPr/>
            </p:nvSpPr>
            <p:spPr>
              <a:xfrm>
                <a:off x="6944173" y="1708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6" name="Freeform 31865">
                <a:extLst>
                  <a:ext uri="{FF2B5EF4-FFF2-40B4-BE49-F238E27FC236}">
                    <a16:creationId xmlns:a16="http://schemas.microsoft.com/office/drawing/2014/main" id="{9E44F55F-4B95-E76F-B907-2015AC57A258}"/>
                  </a:ext>
                </a:extLst>
              </p:cNvPr>
              <p:cNvSpPr/>
              <p:nvPr/>
            </p:nvSpPr>
            <p:spPr>
              <a:xfrm>
                <a:off x="6944670" y="1750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7" name="Freeform 31866">
                <a:extLst>
                  <a:ext uri="{FF2B5EF4-FFF2-40B4-BE49-F238E27FC236}">
                    <a16:creationId xmlns:a16="http://schemas.microsoft.com/office/drawing/2014/main" id="{C81D4816-C68C-3B84-CB2F-9D687E823731}"/>
                  </a:ext>
                </a:extLst>
              </p:cNvPr>
              <p:cNvSpPr/>
              <p:nvPr/>
            </p:nvSpPr>
            <p:spPr>
              <a:xfrm>
                <a:off x="6945265" y="1704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8" name="Freeform 31867">
                <a:extLst>
                  <a:ext uri="{FF2B5EF4-FFF2-40B4-BE49-F238E27FC236}">
                    <a16:creationId xmlns:a16="http://schemas.microsoft.com/office/drawing/2014/main" id="{EEDB6BE7-7CD1-B031-F0D1-5A122305BDA7}"/>
                  </a:ext>
                </a:extLst>
              </p:cNvPr>
              <p:cNvSpPr/>
              <p:nvPr/>
            </p:nvSpPr>
            <p:spPr>
              <a:xfrm>
                <a:off x="6945761" y="1621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9" name="Freeform 31868">
                <a:extLst>
                  <a:ext uri="{FF2B5EF4-FFF2-40B4-BE49-F238E27FC236}">
                    <a16:creationId xmlns:a16="http://schemas.microsoft.com/office/drawing/2014/main" id="{2C261602-8490-96B8-1424-386241DCBD35}"/>
                  </a:ext>
                </a:extLst>
              </p:cNvPr>
              <p:cNvSpPr/>
              <p:nvPr/>
            </p:nvSpPr>
            <p:spPr>
              <a:xfrm>
                <a:off x="6946257" y="13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0" name="Freeform 31869">
                <a:extLst>
                  <a:ext uri="{FF2B5EF4-FFF2-40B4-BE49-F238E27FC236}">
                    <a16:creationId xmlns:a16="http://schemas.microsoft.com/office/drawing/2014/main" id="{EE0F3A15-EFDA-B451-7465-8A8E79B304C3}"/>
                  </a:ext>
                </a:extLst>
              </p:cNvPr>
              <p:cNvSpPr/>
              <p:nvPr/>
            </p:nvSpPr>
            <p:spPr>
              <a:xfrm>
                <a:off x="6946852" y="1104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1" name="Freeform 31870">
                <a:extLst>
                  <a:ext uri="{FF2B5EF4-FFF2-40B4-BE49-F238E27FC236}">
                    <a16:creationId xmlns:a16="http://schemas.microsoft.com/office/drawing/2014/main" id="{243BF019-D6BB-C6EB-324C-A56F8BA8057B}"/>
                  </a:ext>
                </a:extLst>
              </p:cNvPr>
              <p:cNvSpPr/>
              <p:nvPr/>
            </p:nvSpPr>
            <p:spPr>
              <a:xfrm>
                <a:off x="6947348" y="1163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2" name="Freeform 31871">
                <a:extLst>
                  <a:ext uri="{FF2B5EF4-FFF2-40B4-BE49-F238E27FC236}">
                    <a16:creationId xmlns:a16="http://schemas.microsoft.com/office/drawing/2014/main" id="{5DBC5143-7330-5844-8F1F-1B50F702823D}"/>
                  </a:ext>
                </a:extLst>
              </p:cNvPr>
              <p:cNvSpPr/>
              <p:nvPr/>
            </p:nvSpPr>
            <p:spPr>
              <a:xfrm>
                <a:off x="6947845" y="1194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3" name="Freeform 31872">
                <a:extLst>
                  <a:ext uri="{FF2B5EF4-FFF2-40B4-BE49-F238E27FC236}">
                    <a16:creationId xmlns:a16="http://schemas.microsoft.com/office/drawing/2014/main" id="{B0D9D868-02DD-BBD7-F338-F9A647302A4B}"/>
                  </a:ext>
                </a:extLst>
              </p:cNvPr>
              <p:cNvSpPr/>
              <p:nvPr/>
            </p:nvSpPr>
            <p:spPr>
              <a:xfrm>
                <a:off x="6948440" y="1116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4" name="Freeform 31873">
                <a:extLst>
                  <a:ext uri="{FF2B5EF4-FFF2-40B4-BE49-F238E27FC236}">
                    <a16:creationId xmlns:a16="http://schemas.microsoft.com/office/drawing/2014/main" id="{4CC1848B-2844-AD7D-641C-93B3A3703179}"/>
                  </a:ext>
                </a:extLst>
              </p:cNvPr>
              <p:cNvSpPr/>
              <p:nvPr/>
            </p:nvSpPr>
            <p:spPr>
              <a:xfrm>
                <a:off x="6948936" y="1222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5" name="Freeform 31874">
                <a:extLst>
                  <a:ext uri="{FF2B5EF4-FFF2-40B4-BE49-F238E27FC236}">
                    <a16:creationId xmlns:a16="http://schemas.microsoft.com/office/drawing/2014/main" id="{D3E86606-2F93-FB3B-B3C6-AD1F127B655C}"/>
                  </a:ext>
                </a:extLst>
              </p:cNvPr>
              <p:cNvSpPr/>
              <p:nvPr/>
            </p:nvSpPr>
            <p:spPr>
              <a:xfrm>
                <a:off x="6949432" y="122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6" name="Freeform 31875">
                <a:extLst>
                  <a:ext uri="{FF2B5EF4-FFF2-40B4-BE49-F238E27FC236}">
                    <a16:creationId xmlns:a16="http://schemas.microsoft.com/office/drawing/2014/main" id="{F45E6477-9B5F-24CE-0E45-A67B20D25FA5}"/>
                  </a:ext>
                </a:extLst>
              </p:cNvPr>
              <p:cNvSpPr/>
              <p:nvPr/>
            </p:nvSpPr>
            <p:spPr>
              <a:xfrm>
                <a:off x="6949928" y="12172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7" name="Freeform 31876">
                <a:extLst>
                  <a:ext uri="{FF2B5EF4-FFF2-40B4-BE49-F238E27FC236}">
                    <a16:creationId xmlns:a16="http://schemas.microsoft.com/office/drawing/2014/main" id="{C51EA34B-3DC8-6589-7039-C4D3A8CE641A}"/>
                  </a:ext>
                </a:extLst>
              </p:cNvPr>
              <p:cNvSpPr/>
              <p:nvPr/>
            </p:nvSpPr>
            <p:spPr>
              <a:xfrm>
                <a:off x="6950523" y="1148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8" name="Freeform 31877">
                <a:extLst>
                  <a:ext uri="{FF2B5EF4-FFF2-40B4-BE49-F238E27FC236}">
                    <a16:creationId xmlns:a16="http://schemas.microsoft.com/office/drawing/2014/main" id="{F4950A17-3E71-CE71-EF10-6DB8F720CCD1}"/>
                  </a:ext>
                </a:extLst>
              </p:cNvPr>
              <p:cNvSpPr/>
              <p:nvPr/>
            </p:nvSpPr>
            <p:spPr>
              <a:xfrm>
                <a:off x="6951020" y="1084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9" name="Freeform 31878">
                <a:extLst>
                  <a:ext uri="{FF2B5EF4-FFF2-40B4-BE49-F238E27FC236}">
                    <a16:creationId xmlns:a16="http://schemas.microsoft.com/office/drawing/2014/main" id="{AE859985-3416-E9E1-2202-A4C0F9D7D3A1}"/>
                  </a:ext>
                </a:extLst>
              </p:cNvPr>
              <p:cNvSpPr/>
              <p:nvPr/>
            </p:nvSpPr>
            <p:spPr>
              <a:xfrm>
                <a:off x="6951516" y="1071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0" name="Freeform 31879">
                <a:extLst>
                  <a:ext uri="{FF2B5EF4-FFF2-40B4-BE49-F238E27FC236}">
                    <a16:creationId xmlns:a16="http://schemas.microsoft.com/office/drawing/2014/main" id="{33AB3791-5063-F8EB-A760-64E467586AD8}"/>
                  </a:ext>
                </a:extLst>
              </p:cNvPr>
              <p:cNvSpPr/>
              <p:nvPr/>
            </p:nvSpPr>
            <p:spPr>
              <a:xfrm>
                <a:off x="6952111" y="1060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1" name="Freeform 31880">
                <a:extLst>
                  <a:ext uri="{FF2B5EF4-FFF2-40B4-BE49-F238E27FC236}">
                    <a16:creationId xmlns:a16="http://schemas.microsoft.com/office/drawing/2014/main" id="{596BBDD8-4768-0651-05A5-989A058592A9}"/>
                  </a:ext>
                </a:extLst>
              </p:cNvPr>
              <p:cNvSpPr/>
              <p:nvPr/>
            </p:nvSpPr>
            <p:spPr>
              <a:xfrm>
                <a:off x="6952607" y="1168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2" name="Freeform 31881">
                <a:extLst>
                  <a:ext uri="{FF2B5EF4-FFF2-40B4-BE49-F238E27FC236}">
                    <a16:creationId xmlns:a16="http://schemas.microsoft.com/office/drawing/2014/main" id="{2FE03BE6-DA3D-C80D-A88E-074079C8CB9F}"/>
                  </a:ext>
                </a:extLst>
              </p:cNvPr>
              <p:cNvSpPr/>
              <p:nvPr/>
            </p:nvSpPr>
            <p:spPr>
              <a:xfrm>
                <a:off x="6953103" y="1721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3" name="Freeform 31882">
                <a:extLst>
                  <a:ext uri="{FF2B5EF4-FFF2-40B4-BE49-F238E27FC236}">
                    <a16:creationId xmlns:a16="http://schemas.microsoft.com/office/drawing/2014/main" id="{B79C1C0C-B942-0347-4F3B-45D08054B737}"/>
                  </a:ext>
                </a:extLst>
              </p:cNvPr>
              <p:cNvSpPr/>
              <p:nvPr/>
            </p:nvSpPr>
            <p:spPr>
              <a:xfrm>
                <a:off x="6953698" y="1873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4" name="Freeform 31883">
                <a:extLst>
                  <a:ext uri="{FF2B5EF4-FFF2-40B4-BE49-F238E27FC236}">
                    <a16:creationId xmlns:a16="http://schemas.microsoft.com/office/drawing/2014/main" id="{D4CECE01-5148-5B34-ECAD-1BBE52363FE3}"/>
                  </a:ext>
                </a:extLst>
              </p:cNvPr>
              <p:cNvSpPr/>
              <p:nvPr/>
            </p:nvSpPr>
            <p:spPr>
              <a:xfrm>
                <a:off x="6954195" y="1919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5" name="Freeform 31884">
                <a:extLst>
                  <a:ext uri="{FF2B5EF4-FFF2-40B4-BE49-F238E27FC236}">
                    <a16:creationId xmlns:a16="http://schemas.microsoft.com/office/drawing/2014/main" id="{FE9AD06B-0276-27EF-319F-1068AE2F418F}"/>
                  </a:ext>
                </a:extLst>
              </p:cNvPr>
              <p:cNvSpPr/>
              <p:nvPr/>
            </p:nvSpPr>
            <p:spPr>
              <a:xfrm>
                <a:off x="6954691" y="1927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6" name="Freeform 31885">
                <a:extLst>
                  <a:ext uri="{FF2B5EF4-FFF2-40B4-BE49-F238E27FC236}">
                    <a16:creationId xmlns:a16="http://schemas.microsoft.com/office/drawing/2014/main" id="{FDA6D6DB-DBDA-6F3A-4D73-9975A62006A6}"/>
                  </a:ext>
                </a:extLst>
              </p:cNvPr>
              <p:cNvSpPr/>
              <p:nvPr/>
            </p:nvSpPr>
            <p:spPr>
              <a:xfrm>
                <a:off x="6955286" y="1922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7" name="Freeform 31886">
                <a:extLst>
                  <a:ext uri="{FF2B5EF4-FFF2-40B4-BE49-F238E27FC236}">
                    <a16:creationId xmlns:a16="http://schemas.microsoft.com/office/drawing/2014/main" id="{B4B1877B-0019-45C2-41D0-1011929B2AB5}"/>
                  </a:ext>
                </a:extLst>
              </p:cNvPr>
              <p:cNvSpPr/>
              <p:nvPr/>
            </p:nvSpPr>
            <p:spPr>
              <a:xfrm>
                <a:off x="6955782" y="1930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8" name="Freeform 31887">
                <a:extLst>
                  <a:ext uri="{FF2B5EF4-FFF2-40B4-BE49-F238E27FC236}">
                    <a16:creationId xmlns:a16="http://schemas.microsoft.com/office/drawing/2014/main" id="{056C47A9-BEB0-9F61-E518-B38C15867509}"/>
                  </a:ext>
                </a:extLst>
              </p:cNvPr>
              <p:cNvSpPr/>
              <p:nvPr/>
            </p:nvSpPr>
            <p:spPr>
              <a:xfrm>
                <a:off x="6956278" y="192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9" name="Freeform 31888">
                <a:extLst>
                  <a:ext uri="{FF2B5EF4-FFF2-40B4-BE49-F238E27FC236}">
                    <a16:creationId xmlns:a16="http://schemas.microsoft.com/office/drawing/2014/main" id="{6452C300-6AC2-21F1-3D78-4ADC0910E948}"/>
                  </a:ext>
                </a:extLst>
              </p:cNvPr>
              <p:cNvSpPr/>
              <p:nvPr/>
            </p:nvSpPr>
            <p:spPr>
              <a:xfrm>
                <a:off x="6956873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0" name="Freeform 31889">
                <a:extLst>
                  <a:ext uri="{FF2B5EF4-FFF2-40B4-BE49-F238E27FC236}">
                    <a16:creationId xmlns:a16="http://schemas.microsoft.com/office/drawing/2014/main" id="{887AFE8A-EC00-566C-3A0B-CEF770C72E70}"/>
                  </a:ext>
                </a:extLst>
              </p:cNvPr>
              <p:cNvSpPr/>
              <p:nvPr/>
            </p:nvSpPr>
            <p:spPr>
              <a:xfrm>
                <a:off x="6957370" y="189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1" name="Freeform 31890">
                <a:extLst>
                  <a:ext uri="{FF2B5EF4-FFF2-40B4-BE49-F238E27FC236}">
                    <a16:creationId xmlns:a16="http://schemas.microsoft.com/office/drawing/2014/main" id="{EA6F43EA-625B-FDAF-3C37-E3AB2EAEF569}"/>
                  </a:ext>
                </a:extLst>
              </p:cNvPr>
              <p:cNvSpPr/>
              <p:nvPr/>
            </p:nvSpPr>
            <p:spPr>
              <a:xfrm>
                <a:off x="6957866" y="1846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2" name="Freeform 31891">
                <a:extLst>
                  <a:ext uri="{FF2B5EF4-FFF2-40B4-BE49-F238E27FC236}">
                    <a16:creationId xmlns:a16="http://schemas.microsoft.com/office/drawing/2014/main" id="{37C298D3-5FAF-BA61-9BE0-14FBAC822362}"/>
                  </a:ext>
                </a:extLst>
              </p:cNvPr>
              <p:cNvSpPr/>
              <p:nvPr/>
            </p:nvSpPr>
            <p:spPr>
              <a:xfrm>
                <a:off x="6958461" y="1744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3" name="Freeform 31892">
                <a:extLst>
                  <a:ext uri="{FF2B5EF4-FFF2-40B4-BE49-F238E27FC236}">
                    <a16:creationId xmlns:a16="http://schemas.microsoft.com/office/drawing/2014/main" id="{49264217-913F-1CFE-548A-B6D28FEC1AC0}"/>
                  </a:ext>
                </a:extLst>
              </p:cNvPr>
              <p:cNvSpPr/>
              <p:nvPr/>
            </p:nvSpPr>
            <p:spPr>
              <a:xfrm>
                <a:off x="6958957" y="1490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4" name="Freeform 31893">
                <a:extLst>
                  <a:ext uri="{FF2B5EF4-FFF2-40B4-BE49-F238E27FC236}">
                    <a16:creationId xmlns:a16="http://schemas.microsoft.com/office/drawing/2014/main" id="{DDB9F08A-1F84-E08A-DED8-A39684D1C806}"/>
                  </a:ext>
                </a:extLst>
              </p:cNvPr>
              <p:cNvSpPr/>
              <p:nvPr/>
            </p:nvSpPr>
            <p:spPr>
              <a:xfrm>
                <a:off x="6959453" y="1229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5" name="Freeform 31894">
                <a:extLst>
                  <a:ext uri="{FF2B5EF4-FFF2-40B4-BE49-F238E27FC236}">
                    <a16:creationId xmlns:a16="http://schemas.microsoft.com/office/drawing/2014/main" id="{5A545260-E11C-C2D6-B049-3277441C6D98}"/>
                  </a:ext>
                </a:extLst>
              </p:cNvPr>
              <p:cNvSpPr/>
              <p:nvPr/>
            </p:nvSpPr>
            <p:spPr>
              <a:xfrm>
                <a:off x="6960048" y="1306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6" name="Freeform 31895">
                <a:extLst>
                  <a:ext uri="{FF2B5EF4-FFF2-40B4-BE49-F238E27FC236}">
                    <a16:creationId xmlns:a16="http://schemas.microsoft.com/office/drawing/2014/main" id="{F70AC3FC-E3C8-A1A9-911E-6E29FC8A0233}"/>
                  </a:ext>
                </a:extLst>
              </p:cNvPr>
              <p:cNvSpPr/>
              <p:nvPr/>
            </p:nvSpPr>
            <p:spPr>
              <a:xfrm>
                <a:off x="6960545" y="1368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7" name="Freeform 31896">
                <a:extLst>
                  <a:ext uri="{FF2B5EF4-FFF2-40B4-BE49-F238E27FC236}">
                    <a16:creationId xmlns:a16="http://schemas.microsoft.com/office/drawing/2014/main" id="{CF6F28B7-5D65-89AB-4BC9-55379BC7EBB7}"/>
                  </a:ext>
                </a:extLst>
              </p:cNvPr>
              <p:cNvSpPr/>
              <p:nvPr/>
            </p:nvSpPr>
            <p:spPr>
              <a:xfrm>
                <a:off x="6961041" y="1289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8" name="Freeform 31897">
                <a:extLst>
                  <a:ext uri="{FF2B5EF4-FFF2-40B4-BE49-F238E27FC236}">
                    <a16:creationId xmlns:a16="http://schemas.microsoft.com/office/drawing/2014/main" id="{7ED02FF9-635E-FA05-0314-87034C77FB2F}"/>
                  </a:ext>
                </a:extLst>
              </p:cNvPr>
              <p:cNvSpPr/>
              <p:nvPr/>
            </p:nvSpPr>
            <p:spPr>
              <a:xfrm>
                <a:off x="6961636" y="1334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9" name="Freeform 31898">
                <a:extLst>
                  <a:ext uri="{FF2B5EF4-FFF2-40B4-BE49-F238E27FC236}">
                    <a16:creationId xmlns:a16="http://schemas.microsoft.com/office/drawing/2014/main" id="{BA94B7F5-E0AB-A8B9-6644-A440052D79D8}"/>
                  </a:ext>
                </a:extLst>
              </p:cNvPr>
              <p:cNvSpPr/>
              <p:nvPr/>
            </p:nvSpPr>
            <p:spPr>
              <a:xfrm>
                <a:off x="6962132" y="1354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0" name="Freeform 31899">
                <a:extLst>
                  <a:ext uri="{FF2B5EF4-FFF2-40B4-BE49-F238E27FC236}">
                    <a16:creationId xmlns:a16="http://schemas.microsoft.com/office/drawing/2014/main" id="{D07A5E0B-189C-64EC-8178-FEE969970432}"/>
                  </a:ext>
                </a:extLst>
              </p:cNvPr>
              <p:cNvSpPr/>
              <p:nvPr/>
            </p:nvSpPr>
            <p:spPr>
              <a:xfrm>
                <a:off x="6962628" y="1331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1" name="Freeform 31900">
                <a:extLst>
                  <a:ext uri="{FF2B5EF4-FFF2-40B4-BE49-F238E27FC236}">
                    <a16:creationId xmlns:a16="http://schemas.microsoft.com/office/drawing/2014/main" id="{BCD6971F-A118-F7F1-D670-3F8BA0DB4995}"/>
                  </a:ext>
                </a:extLst>
              </p:cNvPr>
              <p:cNvSpPr/>
              <p:nvPr/>
            </p:nvSpPr>
            <p:spPr>
              <a:xfrm>
                <a:off x="6963124" y="1316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2" name="Freeform 31901">
                <a:extLst>
                  <a:ext uri="{FF2B5EF4-FFF2-40B4-BE49-F238E27FC236}">
                    <a16:creationId xmlns:a16="http://schemas.microsoft.com/office/drawing/2014/main" id="{7298FBAB-977A-F6D5-A73C-A752F2E11ED9}"/>
                  </a:ext>
                </a:extLst>
              </p:cNvPr>
              <p:cNvSpPr/>
              <p:nvPr/>
            </p:nvSpPr>
            <p:spPr>
              <a:xfrm>
                <a:off x="6963720" y="1290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3" name="Freeform 31902">
                <a:extLst>
                  <a:ext uri="{FF2B5EF4-FFF2-40B4-BE49-F238E27FC236}">
                    <a16:creationId xmlns:a16="http://schemas.microsoft.com/office/drawing/2014/main" id="{59B74E8B-2530-D213-E5ED-F82C19188F6D}"/>
                  </a:ext>
                </a:extLst>
              </p:cNvPr>
              <p:cNvSpPr/>
              <p:nvPr/>
            </p:nvSpPr>
            <p:spPr>
              <a:xfrm>
                <a:off x="6964216" y="1227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4" name="Freeform 31903">
                <a:extLst>
                  <a:ext uri="{FF2B5EF4-FFF2-40B4-BE49-F238E27FC236}">
                    <a16:creationId xmlns:a16="http://schemas.microsoft.com/office/drawing/2014/main" id="{84F8AE5D-B0C3-F999-B8BC-D2321743F700}"/>
                  </a:ext>
                </a:extLst>
              </p:cNvPr>
              <p:cNvSpPr/>
              <p:nvPr/>
            </p:nvSpPr>
            <p:spPr>
              <a:xfrm>
                <a:off x="6964712" y="1150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5" name="Freeform 31904">
                <a:extLst>
                  <a:ext uri="{FF2B5EF4-FFF2-40B4-BE49-F238E27FC236}">
                    <a16:creationId xmlns:a16="http://schemas.microsoft.com/office/drawing/2014/main" id="{4D604E78-D48B-BB66-D364-69FCDC7F0160}"/>
                  </a:ext>
                </a:extLst>
              </p:cNvPr>
              <p:cNvSpPr/>
              <p:nvPr/>
            </p:nvSpPr>
            <p:spPr>
              <a:xfrm>
                <a:off x="6965307" y="1399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6" name="Freeform 31905">
                <a:extLst>
                  <a:ext uri="{FF2B5EF4-FFF2-40B4-BE49-F238E27FC236}">
                    <a16:creationId xmlns:a16="http://schemas.microsoft.com/office/drawing/2014/main" id="{053CE36E-60CE-F6F8-352D-DD3B77CF5DE2}"/>
                  </a:ext>
                </a:extLst>
              </p:cNvPr>
              <p:cNvSpPr/>
              <p:nvPr/>
            </p:nvSpPr>
            <p:spPr>
              <a:xfrm>
                <a:off x="6965803" y="1883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7" name="Freeform 31906">
                <a:extLst>
                  <a:ext uri="{FF2B5EF4-FFF2-40B4-BE49-F238E27FC236}">
                    <a16:creationId xmlns:a16="http://schemas.microsoft.com/office/drawing/2014/main" id="{3D77936F-F269-27FD-810F-5DD40D4F95C6}"/>
                  </a:ext>
                </a:extLst>
              </p:cNvPr>
              <p:cNvSpPr/>
              <p:nvPr/>
            </p:nvSpPr>
            <p:spPr>
              <a:xfrm>
                <a:off x="6966299" y="1933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8" name="Freeform 31907">
                <a:extLst>
                  <a:ext uri="{FF2B5EF4-FFF2-40B4-BE49-F238E27FC236}">
                    <a16:creationId xmlns:a16="http://schemas.microsoft.com/office/drawing/2014/main" id="{E47191E9-5FD9-F489-812F-3A5AFFA79774}"/>
                  </a:ext>
                </a:extLst>
              </p:cNvPr>
              <p:cNvSpPr/>
              <p:nvPr/>
            </p:nvSpPr>
            <p:spPr>
              <a:xfrm>
                <a:off x="6966895" y="1965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9" name="Freeform 31908">
                <a:extLst>
                  <a:ext uri="{FF2B5EF4-FFF2-40B4-BE49-F238E27FC236}">
                    <a16:creationId xmlns:a16="http://schemas.microsoft.com/office/drawing/2014/main" id="{7081C861-224E-FFF6-0893-74640BC4AFF2}"/>
                  </a:ext>
                </a:extLst>
              </p:cNvPr>
              <p:cNvSpPr/>
              <p:nvPr/>
            </p:nvSpPr>
            <p:spPr>
              <a:xfrm>
                <a:off x="6967391" y="1983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0" name="Freeform 31909">
                <a:extLst>
                  <a:ext uri="{FF2B5EF4-FFF2-40B4-BE49-F238E27FC236}">
                    <a16:creationId xmlns:a16="http://schemas.microsoft.com/office/drawing/2014/main" id="{B59D24B2-631D-42B9-E468-6867F6814E46}"/>
                  </a:ext>
                </a:extLst>
              </p:cNvPr>
              <p:cNvSpPr/>
              <p:nvPr/>
            </p:nvSpPr>
            <p:spPr>
              <a:xfrm>
                <a:off x="6967887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1" name="Freeform 31910">
                <a:extLst>
                  <a:ext uri="{FF2B5EF4-FFF2-40B4-BE49-F238E27FC236}">
                    <a16:creationId xmlns:a16="http://schemas.microsoft.com/office/drawing/2014/main" id="{02045C72-ABE0-B823-0321-AD96F5672168}"/>
                  </a:ext>
                </a:extLst>
              </p:cNvPr>
              <p:cNvSpPr/>
              <p:nvPr/>
            </p:nvSpPr>
            <p:spPr>
              <a:xfrm>
                <a:off x="6968482" y="19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2" name="Freeform 31911">
                <a:extLst>
                  <a:ext uri="{FF2B5EF4-FFF2-40B4-BE49-F238E27FC236}">
                    <a16:creationId xmlns:a16="http://schemas.microsoft.com/office/drawing/2014/main" id="{7B9B961E-B715-56E9-C05D-0630340527BB}"/>
                  </a:ext>
                </a:extLst>
              </p:cNvPr>
              <p:cNvSpPr/>
              <p:nvPr/>
            </p:nvSpPr>
            <p:spPr>
              <a:xfrm>
                <a:off x="6968978" y="199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3" name="Freeform 31912">
                <a:extLst>
                  <a:ext uri="{FF2B5EF4-FFF2-40B4-BE49-F238E27FC236}">
                    <a16:creationId xmlns:a16="http://schemas.microsoft.com/office/drawing/2014/main" id="{89338DD5-670B-DE4A-0994-68BB2C7D53C0}"/>
                  </a:ext>
                </a:extLst>
              </p:cNvPr>
              <p:cNvSpPr/>
              <p:nvPr/>
            </p:nvSpPr>
            <p:spPr>
              <a:xfrm>
                <a:off x="6969474" y="200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4" name="Freeform 31913">
                <a:extLst>
                  <a:ext uri="{FF2B5EF4-FFF2-40B4-BE49-F238E27FC236}">
                    <a16:creationId xmlns:a16="http://schemas.microsoft.com/office/drawing/2014/main" id="{DC8ACAED-02B1-C3A1-C88B-1DAD03ED79FE}"/>
                  </a:ext>
                </a:extLst>
              </p:cNvPr>
              <p:cNvSpPr/>
              <p:nvPr/>
            </p:nvSpPr>
            <p:spPr>
              <a:xfrm>
                <a:off x="6970070" y="2004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5" name="Freeform 31914">
                <a:extLst>
                  <a:ext uri="{FF2B5EF4-FFF2-40B4-BE49-F238E27FC236}">
                    <a16:creationId xmlns:a16="http://schemas.microsoft.com/office/drawing/2014/main" id="{15B94F89-28D3-B825-92B4-685DAC01CCAB}"/>
                  </a:ext>
                </a:extLst>
              </p:cNvPr>
              <p:cNvSpPr/>
              <p:nvPr/>
            </p:nvSpPr>
            <p:spPr>
              <a:xfrm>
                <a:off x="6970566" y="194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6" name="Freeform 31915">
                <a:extLst>
                  <a:ext uri="{FF2B5EF4-FFF2-40B4-BE49-F238E27FC236}">
                    <a16:creationId xmlns:a16="http://schemas.microsoft.com/office/drawing/2014/main" id="{58021978-138A-0F7F-941C-0DE411D9CDD2}"/>
                  </a:ext>
                </a:extLst>
              </p:cNvPr>
              <p:cNvSpPr/>
              <p:nvPr/>
            </p:nvSpPr>
            <p:spPr>
              <a:xfrm>
                <a:off x="6971062" y="1856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7" name="Freeform 31916">
                <a:extLst>
                  <a:ext uri="{FF2B5EF4-FFF2-40B4-BE49-F238E27FC236}">
                    <a16:creationId xmlns:a16="http://schemas.microsoft.com/office/drawing/2014/main" id="{8130C2ED-A7A7-F457-E505-F2F9000B71B7}"/>
                  </a:ext>
                </a:extLst>
              </p:cNvPr>
              <p:cNvSpPr/>
              <p:nvPr/>
            </p:nvSpPr>
            <p:spPr>
              <a:xfrm>
                <a:off x="6971657" y="1609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8" name="Freeform 31917">
                <a:extLst>
                  <a:ext uri="{FF2B5EF4-FFF2-40B4-BE49-F238E27FC236}">
                    <a16:creationId xmlns:a16="http://schemas.microsoft.com/office/drawing/2014/main" id="{826C3511-E5A8-6617-1DDE-87D1F3332250}"/>
                  </a:ext>
                </a:extLst>
              </p:cNvPr>
              <p:cNvSpPr/>
              <p:nvPr/>
            </p:nvSpPr>
            <p:spPr>
              <a:xfrm>
                <a:off x="6972153" y="1310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9" name="Freeform 31918">
                <a:extLst>
                  <a:ext uri="{FF2B5EF4-FFF2-40B4-BE49-F238E27FC236}">
                    <a16:creationId xmlns:a16="http://schemas.microsoft.com/office/drawing/2014/main" id="{DE2770DB-0928-B33D-23C4-DE0BE9A778EC}"/>
                  </a:ext>
                </a:extLst>
              </p:cNvPr>
              <p:cNvSpPr/>
              <p:nvPr/>
            </p:nvSpPr>
            <p:spPr>
              <a:xfrm>
                <a:off x="6972649" y="1436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0" name="Freeform 31919">
                <a:extLst>
                  <a:ext uri="{FF2B5EF4-FFF2-40B4-BE49-F238E27FC236}">
                    <a16:creationId xmlns:a16="http://schemas.microsoft.com/office/drawing/2014/main" id="{2BD06F63-CEF8-27E1-B6BF-D1E97C5A4AF3}"/>
                  </a:ext>
                </a:extLst>
              </p:cNvPr>
              <p:cNvSpPr/>
              <p:nvPr/>
            </p:nvSpPr>
            <p:spPr>
              <a:xfrm>
                <a:off x="6973245" y="1437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1" name="Freeform 31920">
                <a:extLst>
                  <a:ext uri="{FF2B5EF4-FFF2-40B4-BE49-F238E27FC236}">
                    <a16:creationId xmlns:a16="http://schemas.microsoft.com/office/drawing/2014/main" id="{781E01AB-6679-7788-2DCA-DFC7DE626080}"/>
                  </a:ext>
                </a:extLst>
              </p:cNvPr>
              <p:cNvSpPr/>
              <p:nvPr/>
            </p:nvSpPr>
            <p:spPr>
              <a:xfrm>
                <a:off x="6973741" y="1259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2" name="Freeform 31921">
                <a:extLst>
                  <a:ext uri="{FF2B5EF4-FFF2-40B4-BE49-F238E27FC236}">
                    <a16:creationId xmlns:a16="http://schemas.microsoft.com/office/drawing/2014/main" id="{77DE4183-56FF-1FE8-C56C-7F8F412542AB}"/>
                  </a:ext>
                </a:extLst>
              </p:cNvPr>
              <p:cNvSpPr/>
              <p:nvPr/>
            </p:nvSpPr>
            <p:spPr>
              <a:xfrm>
                <a:off x="6974237" y="1267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3" name="Freeform 31922">
                <a:extLst>
                  <a:ext uri="{FF2B5EF4-FFF2-40B4-BE49-F238E27FC236}">
                    <a16:creationId xmlns:a16="http://schemas.microsoft.com/office/drawing/2014/main" id="{BD57D3C3-6AA6-256F-055B-F3D62A5F30C2}"/>
                  </a:ext>
                </a:extLst>
              </p:cNvPr>
              <p:cNvSpPr/>
              <p:nvPr/>
            </p:nvSpPr>
            <p:spPr>
              <a:xfrm>
                <a:off x="6974733" y="1288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4" name="Freeform 31923">
                <a:extLst>
                  <a:ext uri="{FF2B5EF4-FFF2-40B4-BE49-F238E27FC236}">
                    <a16:creationId xmlns:a16="http://schemas.microsoft.com/office/drawing/2014/main" id="{588B3139-7248-F0CF-6CD3-78DC67324B4C}"/>
                  </a:ext>
                </a:extLst>
              </p:cNvPr>
              <p:cNvSpPr/>
              <p:nvPr/>
            </p:nvSpPr>
            <p:spPr>
              <a:xfrm>
                <a:off x="6975328" y="1193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5" name="Freeform 31924">
                <a:extLst>
                  <a:ext uri="{FF2B5EF4-FFF2-40B4-BE49-F238E27FC236}">
                    <a16:creationId xmlns:a16="http://schemas.microsoft.com/office/drawing/2014/main" id="{E4D7C2B7-AE36-66F5-8BBE-FDCD6C0DA993}"/>
                  </a:ext>
                </a:extLst>
              </p:cNvPr>
              <p:cNvSpPr/>
              <p:nvPr/>
            </p:nvSpPr>
            <p:spPr>
              <a:xfrm>
                <a:off x="6975824" y="1122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6" name="Freeform 31925">
                <a:extLst>
                  <a:ext uri="{FF2B5EF4-FFF2-40B4-BE49-F238E27FC236}">
                    <a16:creationId xmlns:a16="http://schemas.microsoft.com/office/drawing/2014/main" id="{B49257BB-60E8-4010-FC10-F4595F0144DA}"/>
                  </a:ext>
                </a:extLst>
              </p:cNvPr>
              <p:cNvSpPr/>
              <p:nvPr/>
            </p:nvSpPr>
            <p:spPr>
              <a:xfrm>
                <a:off x="6976320" y="1136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7" name="Freeform 31926">
                <a:extLst>
                  <a:ext uri="{FF2B5EF4-FFF2-40B4-BE49-F238E27FC236}">
                    <a16:creationId xmlns:a16="http://schemas.microsoft.com/office/drawing/2014/main" id="{A5419C71-BAEF-2558-CDBD-69FC3E43E40D}"/>
                  </a:ext>
                </a:extLst>
              </p:cNvPr>
              <p:cNvSpPr/>
              <p:nvPr/>
            </p:nvSpPr>
            <p:spPr>
              <a:xfrm>
                <a:off x="6976916" y="1139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8" name="Freeform 31927">
                <a:extLst>
                  <a:ext uri="{FF2B5EF4-FFF2-40B4-BE49-F238E27FC236}">
                    <a16:creationId xmlns:a16="http://schemas.microsoft.com/office/drawing/2014/main" id="{5EDBFCBF-DD67-EF6D-9746-10405DD4D9C8}"/>
                  </a:ext>
                </a:extLst>
              </p:cNvPr>
              <p:cNvSpPr/>
              <p:nvPr/>
            </p:nvSpPr>
            <p:spPr>
              <a:xfrm>
                <a:off x="6977412" y="1113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9" name="Freeform 31928">
                <a:extLst>
                  <a:ext uri="{FF2B5EF4-FFF2-40B4-BE49-F238E27FC236}">
                    <a16:creationId xmlns:a16="http://schemas.microsoft.com/office/drawing/2014/main" id="{00DBC447-90BD-B90C-FBDD-934B4D76480C}"/>
                  </a:ext>
                </a:extLst>
              </p:cNvPr>
              <p:cNvSpPr/>
              <p:nvPr/>
            </p:nvSpPr>
            <p:spPr>
              <a:xfrm>
                <a:off x="6977908" y="1366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0" name="Freeform 31929">
                <a:extLst>
                  <a:ext uri="{FF2B5EF4-FFF2-40B4-BE49-F238E27FC236}">
                    <a16:creationId xmlns:a16="http://schemas.microsoft.com/office/drawing/2014/main" id="{9C66B89A-2B18-134D-5027-6C44250B8677}"/>
                  </a:ext>
                </a:extLst>
              </p:cNvPr>
              <p:cNvSpPr/>
              <p:nvPr/>
            </p:nvSpPr>
            <p:spPr>
              <a:xfrm>
                <a:off x="6978503" y="1824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1" name="Freeform 31930">
                <a:extLst>
                  <a:ext uri="{FF2B5EF4-FFF2-40B4-BE49-F238E27FC236}">
                    <a16:creationId xmlns:a16="http://schemas.microsoft.com/office/drawing/2014/main" id="{AB4D20C4-9ED5-57E3-B7E2-6C8F0C0921AE}"/>
                  </a:ext>
                </a:extLst>
              </p:cNvPr>
              <p:cNvSpPr/>
              <p:nvPr/>
            </p:nvSpPr>
            <p:spPr>
              <a:xfrm>
                <a:off x="6978999" y="1901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2" name="Freeform 31931">
                <a:extLst>
                  <a:ext uri="{FF2B5EF4-FFF2-40B4-BE49-F238E27FC236}">
                    <a16:creationId xmlns:a16="http://schemas.microsoft.com/office/drawing/2014/main" id="{D80FE7C7-65EF-DD8A-770C-77DC56EA4785}"/>
                  </a:ext>
                </a:extLst>
              </p:cNvPr>
              <p:cNvSpPr/>
              <p:nvPr/>
            </p:nvSpPr>
            <p:spPr>
              <a:xfrm>
                <a:off x="6979495" y="192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3" name="Freeform 31932">
                <a:extLst>
                  <a:ext uri="{FF2B5EF4-FFF2-40B4-BE49-F238E27FC236}">
                    <a16:creationId xmlns:a16="http://schemas.microsoft.com/office/drawing/2014/main" id="{FCFCC65F-3D85-5D1A-8E32-81FBBA282E87}"/>
                  </a:ext>
                </a:extLst>
              </p:cNvPr>
              <p:cNvSpPr/>
              <p:nvPr/>
            </p:nvSpPr>
            <p:spPr>
              <a:xfrm>
                <a:off x="6980091" y="193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4" name="Freeform 31933">
                <a:extLst>
                  <a:ext uri="{FF2B5EF4-FFF2-40B4-BE49-F238E27FC236}">
                    <a16:creationId xmlns:a16="http://schemas.microsoft.com/office/drawing/2014/main" id="{3A81ED42-7CC5-7F46-F505-B2DFC83062AE}"/>
                  </a:ext>
                </a:extLst>
              </p:cNvPr>
              <p:cNvSpPr/>
              <p:nvPr/>
            </p:nvSpPr>
            <p:spPr>
              <a:xfrm>
                <a:off x="6980587" y="1942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5" name="Freeform 31934">
                <a:extLst>
                  <a:ext uri="{FF2B5EF4-FFF2-40B4-BE49-F238E27FC236}">
                    <a16:creationId xmlns:a16="http://schemas.microsoft.com/office/drawing/2014/main" id="{9264D8B1-3F67-AF27-2CFA-294522F9802F}"/>
                  </a:ext>
                </a:extLst>
              </p:cNvPr>
              <p:cNvSpPr/>
              <p:nvPr/>
            </p:nvSpPr>
            <p:spPr>
              <a:xfrm>
                <a:off x="6981083" y="193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6" name="Freeform 31935">
                <a:extLst>
                  <a:ext uri="{FF2B5EF4-FFF2-40B4-BE49-F238E27FC236}">
                    <a16:creationId xmlns:a16="http://schemas.microsoft.com/office/drawing/2014/main" id="{AD9B9B4D-5353-0129-8EF5-366F1E937B62}"/>
                  </a:ext>
                </a:extLst>
              </p:cNvPr>
              <p:cNvSpPr/>
              <p:nvPr/>
            </p:nvSpPr>
            <p:spPr>
              <a:xfrm>
                <a:off x="6981678" y="1937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7" name="Freeform 31936">
                <a:extLst>
                  <a:ext uri="{FF2B5EF4-FFF2-40B4-BE49-F238E27FC236}">
                    <a16:creationId xmlns:a16="http://schemas.microsoft.com/office/drawing/2014/main" id="{D2447807-F504-3125-C388-9B9A21CEC2B6}"/>
                  </a:ext>
                </a:extLst>
              </p:cNvPr>
              <p:cNvSpPr/>
              <p:nvPr/>
            </p:nvSpPr>
            <p:spPr>
              <a:xfrm>
                <a:off x="6982174" y="1955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8" name="Freeform 31937">
                <a:extLst>
                  <a:ext uri="{FF2B5EF4-FFF2-40B4-BE49-F238E27FC236}">
                    <a16:creationId xmlns:a16="http://schemas.microsoft.com/office/drawing/2014/main" id="{36B5CD98-9771-4B05-ECE3-EF7AB0E41659}"/>
                  </a:ext>
                </a:extLst>
              </p:cNvPr>
              <p:cNvSpPr/>
              <p:nvPr/>
            </p:nvSpPr>
            <p:spPr>
              <a:xfrm>
                <a:off x="6982670" y="1903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9" name="Freeform 31938">
                <a:extLst>
                  <a:ext uri="{FF2B5EF4-FFF2-40B4-BE49-F238E27FC236}">
                    <a16:creationId xmlns:a16="http://schemas.microsoft.com/office/drawing/2014/main" id="{4BB6D7D2-7F1D-B384-8005-E512DAAA656D}"/>
                  </a:ext>
                </a:extLst>
              </p:cNvPr>
              <p:cNvSpPr/>
              <p:nvPr/>
            </p:nvSpPr>
            <p:spPr>
              <a:xfrm>
                <a:off x="6983266" y="1846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0" name="Freeform 31939">
                <a:extLst>
                  <a:ext uri="{FF2B5EF4-FFF2-40B4-BE49-F238E27FC236}">
                    <a16:creationId xmlns:a16="http://schemas.microsoft.com/office/drawing/2014/main" id="{F7BCE782-294A-37CD-1A97-B3BAB1B69510}"/>
                  </a:ext>
                </a:extLst>
              </p:cNvPr>
              <p:cNvSpPr/>
              <p:nvPr/>
            </p:nvSpPr>
            <p:spPr>
              <a:xfrm>
                <a:off x="6983762" y="1724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1" name="Freeform 31940">
                <a:extLst>
                  <a:ext uri="{FF2B5EF4-FFF2-40B4-BE49-F238E27FC236}">
                    <a16:creationId xmlns:a16="http://schemas.microsoft.com/office/drawing/2014/main" id="{9EE004A1-F556-ECCC-6273-CAF03D1CB08C}"/>
                  </a:ext>
                </a:extLst>
              </p:cNvPr>
              <p:cNvSpPr/>
              <p:nvPr/>
            </p:nvSpPr>
            <p:spPr>
              <a:xfrm>
                <a:off x="6984258" y="1401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2" name="Freeform 31941">
                <a:extLst>
                  <a:ext uri="{FF2B5EF4-FFF2-40B4-BE49-F238E27FC236}">
                    <a16:creationId xmlns:a16="http://schemas.microsoft.com/office/drawing/2014/main" id="{A147B057-CA5C-B4DC-CDB1-C19230BF4437}"/>
                  </a:ext>
                </a:extLst>
              </p:cNvPr>
              <p:cNvSpPr/>
              <p:nvPr/>
            </p:nvSpPr>
            <p:spPr>
              <a:xfrm>
                <a:off x="6984853" y="1082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3" name="Freeform 31942">
                <a:extLst>
                  <a:ext uri="{FF2B5EF4-FFF2-40B4-BE49-F238E27FC236}">
                    <a16:creationId xmlns:a16="http://schemas.microsoft.com/office/drawing/2014/main" id="{021A3902-8501-6B53-F737-58E808C3C891}"/>
                  </a:ext>
                </a:extLst>
              </p:cNvPr>
              <p:cNvSpPr/>
              <p:nvPr/>
            </p:nvSpPr>
            <p:spPr>
              <a:xfrm>
                <a:off x="6985349" y="1233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4" name="Freeform 31943">
                <a:extLst>
                  <a:ext uri="{FF2B5EF4-FFF2-40B4-BE49-F238E27FC236}">
                    <a16:creationId xmlns:a16="http://schemas.microsoft.com/office/drawing/2014/main" id="{0BF567D1-EDB0-8A7A-F3A3-121C7E44A11A}"/>
                  </a:ext>
                </a:extLst>
              </p:cNvPr>
              <p:cNvSpPr/>
              <p:nvPr/>
            </p:nvSpPr>
            <p:spPr>
              <a:xfrm>
                <a:off x="6985845" y="1240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5" name="Freeform 31944">
                <a:extLst>
                  <a:ext uri="{FF2B5EF4-FFF2-40B4-BE49-F238E27FC236}">
                    <a16:creationId xmlns:a16="http://schemas.microsoft.com/office/drawing/2014/main" id="{5C5353E7-3064-5DF0-A245-A850D03AD3E7}"/>
                  </a:ext>
                </a:extLst>
              </p:cNvPr>
              <p:cNvSpPr/>
              <p:nvPr/>
            </p:nvSpPr>
            <p:spPr>
              <a:xfrm>
                <a:off x="6986341" y="1100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6" name="Freeform 31945">
                <a:extLst>
                  <a:ext uri="{FF2B5EF4-FFF2-40B4-BE49-F238E27FC236}">
                    <a16:creationId xmlns:a16="http://schemas.microsoft.com/office/drawing/2014/main" id="{C4443AB1-30E5-2746-77FD-733D97E8EB0F}"/>
                  </a:ext>
                </a:extLst>
              </p:cNvPr>
              <p:cNvSpPr/>
              <p:nvPr/>
            </p:nvSpPr>
            <p:spPr>
              <a:xfrm>
                <a:off x="6986937" y="1237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7" name="Freeform 31946">
                <a:extLst>
                  <a:ext uri="{FF2B5EF4-FFF2-40B4-BE49-F238E27FC236}">
                    <a16:creationId xmlns:a16="http://schemas.microsoft.com/office/drawing/2014/main" id="{B9C6F716-0C29-5EF5-76CD-A6AE99FFFF31}"/>
                  </a:ext>
                </a:extLst>
              </p:cNvPr>
              <p:cNvSpPr/>
              <p:nvPr/>
            </p:nvSpPr>
            <p:spPr>
              <a:xfrm>
                <a:off x="6987433" y="1315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8" name="Freeform 31947">
                <a:extLst>
                  <a:ext uri="{FF2B5EF4-FFF2-40B4-BE49-F238E27FC236}">
                    <a16:creationId xmlns:a16="http://schemas.microsoft.com/office/drawing/2014/main" id="{C46D5667-151B-1DC4-B082-7BE7815C9B83}"/>
                  </a:ext>
                </a:extLst>
              </p:cNvPr>
              <p:cNvSpPr/>
              <p:nvPr/>
            </p:nvSpPr>
            <p:spPr>
              <a:xfrm>
                <a:off x="6987929" y="1241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9" name="Freeform 31948">
                <a:extLst>
                  <a:ext uri="{FF2B5EF4-FFF2-40B4-BE49-F238E27FC236}">
                    <a16:creationId xmlns:a16="http://schemas.microsoft.com/office/drawing/2014/main" id="{F83AF5CE-5DD1-4E4A-AA26-DF7EEEFF0BEA}"/>
                  </a:ext>
                </a:extLst>
              </p:cNvPr>
              <p:cNvSpPr/>
              <p:nvPr/>
            </p:nvSpPr>
            <p:spPr>
              <a:xfrm>
                <a:off x="6988524" y="120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0" name="Freeform 31949">
                <a:extLst>
                  <a:ext uri="{FF2B5EF4-FFF2-40B4-BE49-F238E27FC236}">
                    <a16:creationId xmlns:a16="http://schemas.microsoft.com/office/drawing/2014/main" id="{3CFDCD48-D20D-47B2-35B9-7E85277DD57B}"/>
                  </a:ext>
                </a:extLst>
              </p:cNvPr>
              <p:cNvSpPr/>
              <p:nvPr/>
            </p:nvSpPr>
            <p:spPr>
              <a:xfrm>
                <a:off x="6989020" y="1160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1" name="Freeform 31950">
                <a:extLst>
                  <a:ext uri="{FF2B5EF4-FFF2-40B4-BE49-F238E27FC236}">
                    <a16:creationId xmlns:a16="http://schemas.microsoft.com/office/drawing/2014/main" id="{94DA9CFE-3D5D-71FA-687F-706F32AE4563}"/>
                  </a:ext>
                </a:extLst>
              </p:cNvPr>
              <p:cNvSpPr/>
              <p:nvPr/>
            </p:nvSpPr>
            <p:spPr>
              <a:xfrm>
                <a:off x="6989516" y="1170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2" name="Freeform 31951">
                <a:extLst>
                  <a:ext uri="{FF2B5EF4-FFF2-40B4-BE49-F238E27FC236}">
                    <a16:creationId xmlns:a16="http://schemas.microsoft.com/office/drawing/2014/main" id="{24E81C36-197A-2BEB-BBA4-1AF8FE445F0E}"/>
                  </a:ext>
                </a:extLst>
              </p:cNvPr>
              <p:cNvSpPr/>
              <p:nvPr/>
            </p:nvSpPr>
            <p:spPr>
              <a:xfrm>
                <a:off x="6990112" y="1165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3" name="Freeform 31952">
                <a:extLst>
                  <a:ext uri="{FF2B5EF4-FFF2-40B4-BE49-F238E27FC236}">
                    <a16:creationId xmlns:a16="http://schemas.microsoft.com/office/drawing/2014/main" id="{41E71A7E-77E5-CBE0-60E4-12F3876B0910}"/>
                  </a:ext>
                </a:extLst>
              </p:cNvPr>
              <p:cNvSpPr/>
              <p:nvPr/>
            </p:nvSpPr>
            <p:spPr>
              <a:xfrm>
                <a:off x="6990608" y="1354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4" name="Freeform 31953">
                <a:extLst>
                  <a:ext uri="{FF2B5EF4-FFF2-40B4-BE49-F238E27FC236}">
                    <a16:creationId xmlns:a16="http://schemas.microsoft.com/office/drawing/2014/main" id="{6471EB36-16F1-8714-61A2-2B9DA18C03C6}"/>
                  </a:ext>
                </a:extLst>
              </p:cNvPr>
              <p:cNvSpPr/>
              <p:nvPr/>
            </p:nvSpPr>
            <p:spPr>
              <a:xfrm>
                <a:off x="6991104" y="1818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5" name="Freeform 31954">
                <a:extLst>
                  <a:ext uri="{FF2B5EF4-FFF2-40B4-BE49-F238E27FC236}">
                    <a16:creationId xmlns:a16="http://schemas.microsoft.com/office/drawing/2014/main" id="{B0B66C4D-5856-3A4A-1B68-F771A85F00FC}"/>
                  </a:ext>
                </a:extLst>
              </p:cNvPr>
              <p:cNvSpPr/>
              <p:nvPr/>
            </p:nvSpPr>
            <p:spPr>
              <a:xfrm>
                <a:off x="6991699" y="1914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6" name="Freeform 31955">
                <a:extLst>
                  <a:ext uri="{FF2B5EF4-FFF2-40B4-BE49-F238E27FC236}">
                    <a16:creationId xmlns:a16="http://schemas.microsoft.com/office/drawing/2014/main" id="{BB20E338-C981-3D52-2B6B-39C6268207DB}"/>
                  </a:ext>
                </a:extLst>
              </p:cNvPr>
              <p:cNvSpPr/>
              <p:nvPr/>
            </p:nvSpPr>
            <p:spPr>
              <a:xfrm>
                <a:off x="6992195" y="1946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7" name="Freeform 31956">
                <a:extLst>
                  <a:ext uri="{FF2B5EF4-FFF2-40B4-BE49-F238E27FC236}">
                    <a16:creationId xmlns:a16="http://schemas.microsoft.com/office/drawing/2014/main" id="{8ACE8E15-2A7F-22EF-6AAE-C8A8E55D5560}"/>
                  </a:ext>
                </a:extLst>
              </p:cNvPr>
              <p:cNvSpPr/>
              <p:nvPr/>
            </p:nvSpPr>
            <p:spPr>
              <a:xfrm>
                <a:off x="6992691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8" name="Freeform 31957">
                <a:extLst>
                  <a:ext uri="{FF2B5EF4-FFF2-40B4-BE49-F238E27FC236}">
                    <a16:creationId xmlns:a16="http://schemas.microsoft.com/office/drawing/2014/main" id="{EC91B776-4400-F25C-3AD4-5A355B8D72EE}"/>
                  </a:ext>
                </a:extLst>
              </p:cNvPr>
              <p:cNvSpPr/>
              <p:nvPr/>
            </p:nvSpPr>
            <p:spPr>
              <a:xfrm>
                <a:off x="6993287" y="1958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9" name="Freeform 31958">
                <a:extLst>
                  <a:ext uri="{FF2B5EF4-FFF2-40B4-BE49-F238E27FC236}">
                    <a16:creationId xmlns:a16="http://schemas.microsoft.com/office/drawing/2014/main" id="{81F8948D-C5B3-04D2-EDEE-062789909FF6}"/>
                  </a:ext>
                </a:extLst>
              </p:cNvPr>
              <p:cNvSpPr/>
              <p:nvPr/>
            </p:nvSpPr>
            <p:spPr>
              <a:xfrm>
                <a:off x="6993783" y="196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0" name="Freeform 31959">
                <a:extLst>
                  <a:ext uri="{FF2B5EF4-FFF2-40B4-BE49-F238E27FC236}">
                    <a16:creationId xmlns:a16="http://schemas.microsoft.com/office/drawing/2014/main" id="{E2A1E1B9-A195-D02A-544B-A87D0F48272E}"/>
                  </a:ext>
                </a:extLst>
              </p:cNvPr>
              <p:cNvSpPr/>
              <p:nvPr/>
            </p:nvSpPr>
            <p:spPr>
              <a:xfrm>
                <a:off x="6994279" y="196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1" name="Freeform 31960">
                <a:extLst>
                  <a:ext uri="{FF2B5EF4-FFF2-40B4-BE49-F238E27FC236}">
                    <a16:creationId xmlns:a16="http://schemas.microsoft.com/office/drawing/2014/main" id="{6BE96C60-D34C-66A4-9A1F-C5C425C53E5E}"/>
                  </a:ext>
                </a:extLst>
              </p:cNvPr>
              <p:cNvSpPr/>
              <p:nvPr/>
            </p:nvSpPr>
            <p:spPr>
              <a:xfrm>
                <a:off x="6994874" y="196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2" name="Freeform 31961">
                <a:extLst>
                  <a:ext uri="{FF2B5EF4-FFF2-40B4-BE49-F238E27FC236}">
                    <a16:creationId xmlns:a16="http://schemas.microsoft.com/office/drawing/2014/main" id="{A608518B-A239-6BBE-696A-0657E68FE699}"/>
                  </a:ext>
                </a:extLst>
              </p:cNvPr>
              <p:cNvSpPr/>
              <p:nvPr/>
            </p:nvSpPr>
            <p:spPr>
              <a:xfrm>
                <a:off x="6995370" y="1943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3" name="Freeform 31962">
                <a:extLst>
                  <a:ext uri="{FF2B5EF4-FFF2-40B4-BE49-F238E27FC236}">
                    <a16:creationId xmlns:a16="http://schemas.microsoft.com/office/drawing/2014/main" id="{7E5AD103-81DE-3528-37F4-1101430D84A8}"/>
                  </a:ext>
                </a:extLst>
              </p:cNvPr>
              <p:cNvSpPr/>
              <p:nvPr/>
            </p:nvSpPr>
            <p:spPr>
              <a:xfrm>
                <a:off x="6995866" y="1898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4" name="Freeform 31963">
                <a:extLst>
                  <a:ext uri="{FF2B5EF4-FFF2-40B4-BE49-F238E27FC236}">
                    <a16:creationId xmlns:a16="http://schemas.microsoft.com/office/drawing/2014/main" id="{01D46DC1-8EC3-C106-647D-B62F9DB1DEE8}"/>
                  </a:ext>
                </a:extLst>
              </p:cNvPr>
              <p:cNvSpPr/>
              <p:nvPr/>
            </p:nvSpPr>
            <p:spPr>
              <a:xfrm>
                <a:off x="6996462" y="1759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5" name="Freeform 31964">
                <a:extLst>
                  <a:ext uri="{FF2B5EF4-FFF2-40B4-BE49-F238E27FC236}">
                    <a16:creationId xmlns:a16="http://schemas.microsoft.com/office/drawing/2014/main" id="{63770E96-AE83-5DAF-EDE2-77BC7D1FAB12}"/>
                  </a:ext>
                </a:extLst>
              </p:cNvPr>
              <p:cNvSpPr/>
              <p:nvPr/>
            </p:nvSpPr>
            <p:spPr>
              <a:xfrm>
                <a:off x="6996958" y="1506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6" name="Freeform 31965">
                <a:extLst>
                  <a:ext uri="{FF2B5EF4-FFF2-40B4-BE49-F238E27FC236}">
                    <a16:creationId xmlns:a16="http://schemas.microsoft.com/office/drawing/2014/main" id="{2E1DE6C5-C9EC-F39D-70CE-0F229DD3F6C6}"/>
                  </a:ext>
                </a:extLst>
              </p:cNvPr>
              <p:cNvSpPr/>
              <p:nvPr/>
            </p:nvSpPr>
            <p:spPr>
              <a:xfrm>
                <a:off x="6997454" y="1289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7" name="Freeform 31966">
                <a:extLst>
                  <a:ext uri="{FF2B5EF4-FFF2-40B4-BE49-F238E27FC236}">
                    <a16:creationId xmlns:a16="http://schemas.microsoft.com/office/drawing/2014/main" id="{BA8D2A8E-505D-9D19-EE1B-6B13ABC82E6F}"/>
                  </a:ext>
                </a:extLst>
              </p:cNvPr>
              <p:cNvSpPr/>
              <p:nvPr/>
            </p:nvSpPr>
            <p:spPr>
              <a:xfrm>
                <a:off x="6998049" y="1355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8" name="Freeform 31967">
                <a:extLst>
                  <a:ext uri="{FF2B5EF4-FFF2-40B4-BE49-F238E27FC236}">
                    <a16:creationId xmlns:a16="http://schemas.microsoft.com/office/drawing/2014/main" id="{5D587311-F183-6AFF-9D46-1F131817B3C6}"/>
                  </a:ext>
                </a:extLst>
              </p:cNvPr>
              <p:cNvSpPr/>
              <p:nvPr/>
            </p:nvSpPr>
            <p:spPr>
              <a:xfrm>
                <a:off x="6998545" y="1353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9" name="Freeform 31968">
                <a:extLst>
                  <a:ext uri="{FF2B5EF4-FFF2-40B4-BE49-F238E27FC236}">
                    <a16:creationId xmlns:a16="http://schemas.microsoft.com/office/drawing/2014/main" id="{8DAEED25-217B-8E94-4AFC-A8EF51783303}"/>
                  </a:ext>
                </a:extLst>
              </p:cNvPr>
              <p:cNvSpPr/>
              <p:nvPr/>
            </p:nvSpPr>
            <p:spPr>
              <a:xfrm>
                <a:off x="6999041" y="1371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0" name="Freeform 31969">
                <a:extLst>
                  <a:ext uri="{FF2B5EF4-FFF2-40B4-BE49-F238E27FC236}">
                    <a16:creationId xmlns:a16="http://schemas.microsoft.com/office/drawing/2014/main" id="{1E654618-08B9-122F-0D40-5E14D843F60B}"/>
                  </a:ext>
                </a:extLst>
              </p:cNvPr>
              <p:cNvSpPr/>
              <p:nvPr/>
            </p:nvSpPr>
            <p:spPr>
              <a:xfrm>
                <a:off x="6999538" y="1384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1" name="Freeform 31970">
                <a:extLst>
                  <a:ext uri="{FF2B5EF4-FFF2-40B4-BE49-F238E27FC236}">
                    <a16:creationId xmlns:a16="http://schemas.microsoft.com/office/drawing/2014/main" id="{80E2A6FD-D0F7-6813-3D04-434E898DD44C}"/>
                  </a:ext>
                </a:extLst>
              </p:cNvPr>
              <p:cNvSpPr/>
              <p:nvPr/>
            </p:nvSpPr>
            <p:spPr>
              <a:xfrm>
                <a:off x="7000133" y="1319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2" name="Freeform 31971">
                <a:extLst>
                  <a:ext uri="{FF2B5EF4-FFF2-40B4-BE49-F238E27FC236}">
                    <a16:creationId xmlns:a16="http://schemas.microsoft.com/office/drawing/2014/main" id="{BF75B347-AD01-6489-06F9-763A9179AAB9}"/>
                  </a:ext>
                </a:extLst>
              </p:cNvPr>
              <p:cNvSpPr/>
              <p:nvPr/>
            </p:nvSpPr>
            <p:spPr>
              <a:xfrm>
                <a:off x="7000629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3" name="Freeform 31972">
                <a:extLst>
                  <a:ext uri="{FF2B5EF4-FFF2-40B4-BE49-F238E27FC236}">
                    <a16:creationId xmlns:a16="http://schemas.microsoft.com/office/drawing/2014/main" id="{43EFC460-03B5-53C4-D14F-27311515A1BE}"/>
                  </a:ext>
                </a:extLst>
              </p:cNvPr>
              <p:cNvSpPr/>
              <p:nvPr/>
            </p:nvSpPr>
            <p:spPr>
              <a:xfrm>
                <a:off x="7001125" y="1236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4" name="Freeform 31973">
                <a:extLst>
                  <a:ext uri="{FF2B5EF4-FFF2-40B4-BE49-F238E27FC236}">
                    <a16:creationId xmlns:a16="http://schemas.microsoft.com/office/drawing/2014/main" id="{6EF6EE16-2EE3-6EEF-8CFD-6AAE24936321}"/>
                  </a:ext>
                </a:extLst>
              </p:cNvPr>
              <p:cNvSpPr/>
              <p:nvPr/>
            </p:nvSpPr>
            <p:spPr>
              <a:xfrm>
                <a:off x="7001720" y="1201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5" name="Freeform 31974">
                <a:extLst>
                  <a:ext uri="{FF2B5EF4-FFF2-40B4-BE49-F238E27FC236}">
                    <a16:creationId xmlns:a16="http://schemas.microsoft.com/office/drawing/2014/main" id="{D90EC00D-636F-CCD8-5C36-985B08CAA952}"/>
                  </a:ext>
                </a:extLst>
              </p:cNvPr>
              <p:cNvSpPr/>
              <p:nvPr/>
            </p:nvSpPr>
            <p:spPr>
              <a:xfrm>
                <a:off x="7002216" y="1209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6" name="Freeform 31975">
                <a:extLst>
                  <a:ext uri="{FF2B5EF4-FFF2-40B4-BE49-F238E27FC236}">
                    <a16:creationId xmlns:a16="http://schemas.microsoft.com/office/drawing/2014/main" id="{CD3BF9DC-1671-AFF5-879D-BCA8376B5442}"/>
                  </a:ext>
                </a:extLst>
              </p:cNvPr>
              <p:cNvSpPr/>
              <p:nvPr/>
            </p:nvSpPr>
            <p:spPr>
              <a:xfrm>
                <a:off x="7002713" y="1182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7" name="Freeform 31976">
                <a:extLst>
                  <a:ext uri="{FF2B5EF4-FFF2-40B4-BE49-F238E27FC236}">
                    <a16:creationId xmlns:a16="http://schemas.microsoft.com/office/drawing/2014/main" id="{9E7D4AA9-4366-ADC9-B57E-1B156C1BC016}"/>
                  </a:ext>
                </a:extLst>
              </p:cNvPr>
              <p:cNvSpPr/>
              <p:nvPr/>
            </p:nvSpPr>
            <p:spPr>
              <a:xfrm>
                <a:off x="7003308" y="1349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8" name="Freeform 31977">
                <a:extLst>
                  <a:ext uri="{FF2B5EF4-FFF2-40B4-BE49-F238E27FC236}">
                    <a16:creationId xmlns:a16="http://schemas.microsoft.com/office/drawing/2014/main" id="{0041AEBC-9414-E7A1-659C-34B2428F3D3D}"/>
                  </a:ext>
                </a:extLst>
              </p:cNvPr>
              <p:cNvSpPr/>
              <p:nvPr/>
            </p:nvSpPr>
            <p:spPr>
              <a:xfrm>
                <a:off x="7003804" y="1645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9" name="Freeform 31978">
                <a:extLst>
                  <a:ext uri="{FF2B5EF4-FFF2-40B4-BE49-F238E27FC236}">
                    <a16:creationId xmlns:a16="http://schemas.microsoft.com/office/drawing/2014/main" id="{C9CC4579-61AF-E4BC-A1C0-14FE8A0F7A65}"/>
                  </a:ext>
                </a:extLst>
              </p:cNvPr>
              <p:cNvSpPr/>
              <p:nvPr/>
            </p:nvSpPr>
            <p:spPr>
              <a:xfrm>
                <a:off x="7004300" y="1773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0" name="Freeform 31979">
                <a:extLst>
                  <a:ext uri="{FF2B5EF4-FFF2-40B4-BE49-F238E27FC236}">
                    <a16:creationId xmlns:a16="http://schemas.microsoft.com/office/drawing/2014/main" id="{0A3BF15E-F677-6B5A-583C-30A04607BE48}"/>
                  </a:ext>
                </a:extLst>
              </p:cNvPr>
              <p:cNvSpPr/>
              <p:nvPr/>
            </p:nvSpPr>
            <p:spPr>
              <a:xfrm>
                <a:off x="7004895" y="1817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1" name="Freeform 31980">
                <a:extLst>
                  <a:ext uri="{FF2B5EF4-FFF2-40B4-BE49-F238E27FC236}">
                    <a16:creationId xmlns:a16="http://schemas.microsoft.com/office/drawing/2014/main" id="{FD56A391-36BD-71EC-75BB-F65919C65B02}"/>
                  </a:ext>
                </a:extLst>
              </p:cNvPr>
              <p:cNvSpPr/>
              <p:nvPr/>
            </p:nvSpPr>
            <p:spPr>
              <a:xfrm>
                <a:off x="7005391" y="1839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2" name="Freeform 31981">
                <a:extLst>
                  <a:ext uri="{FF2B5EF4-FFF2-40B4-BE49-F238E27FC236}">
                    <a16:creationId xmlns:a16="http://schemas.microsoft.com/office/drawing/2014/main" id="{4C070057-2424-F384-B3DE-0FCE1CE9E77A}"/>
                  </a:ext>
                </a:extLst>
              </p:cNvPr>
              <p:cNvSpPr/>
              <p:nvPr/>
            </p:nvSpPr>
            <p:spPr>
              <a:xfrm>
                <a:off x="7005888" y="1860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3" name="Freeform 31982">
                <a:extLst>
                  <a:ext uri="{FF2B5EF4-FFF2-40B4-BE49-F238E27FC236}">
                    <a16:creationId xmlns:a16="http://schemas.microsoft.com/office/drawing/2014/main" id="{52B58B20-AC31-443C-C54D-B867C432DFFA}"/>
                  </a:ext>
                </a:extLst>
              </p:cNvPr>
              <p:cNvSpPr/>
              <p:nvPr/>
            </p:nvSpPr>
            <p:spPr>
              <a:xfrm>
                <a:off x="7006483" y="1892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4" name="Freeform 31983">
                <a:extLst>
                  <a:ext uri="{FF2B5EF4-FFF2-40B4-BE49-F238E27FC236}">
                    <a16:creationId xmlns:a16="http://schemas.microsoft.com/office/drawing/2014/main" id="{BE3B3DCD-D562-84F5-1F88-A9DABC4C7698}"/>
                  </a:ext>
                </a:extLst>
              </p:cNvPr>
              <p:cNvSpPr/>
              <p:nvPr/>
            </p:nvSpPr>
            <p:spPr>
              <a:xfrm>
                <a:off x="7006979" y="1908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5" name="Freeform 31984">
                <a:extLst>
                  <a:ext uri="{FF2B5EF4-FFF2-40B4-BE49-F238E27FC236}">
                    <a16:creationId xmlns:a16="http://schemas.microsoft.com/office/drawing/2014/main" id="{5EB17460-DDE3-A887-6901-8D6AE2801296}"/>
                  </a:ext>
                </a:extLst>
              </p:cNvPr>
              <p:cNvSpPr/>
              <p:nvPr/>
            </p:nvSpPr>
            <p:spPr>
              <a:xfrm>
                <a:off x="7007475" y="193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6" name="Freeform 31985">
                <a:extLst>
                  <a:ext uri="{FF2B5EF4-FFF2-40B4-BE49-F238E27FC236}">
                    <a16:creationId xmlns:a16="http://schemas.microsoft.com/office/drawing/2014/main" id="{8D741EA4-22D6-8DB0-01A2-BFE2B011E87A}"/>
                  </a:ext>
                </a:extLst>
              </p:cNvPr>
              <p:cNvSpPr/>
              <p:nvPr/>
            </p:nvSpPr>
            <p:spPr>
              <a:xfrm>
                <a:off x="7008070" y="1885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7" name="Freeform 31986">
                <a:extLst>
                  <a:ext uri="{FF2B5EF4-FFF2-40B4-BE49-F238E27FC236}">
                    <a16:creationId xmlns:a16="http://schemas.microsoft.com/office/drawing/2014/main" id="{C552ED99-6D14-3A10-4CBE-7E75E4BB7A54}"/>
                  </a:ext>
                </a:extLst>
              </p:cNvPr>
              <p:cNvSpPr/>
              <p:nvPr/>
            </p:nvSpPr>
            <p:spPr>
              <a:xfrm>
                <a:off x="7008566" y="1839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8" name="Freeform 31987">
                <a:extLst>
                  <a:ext uri="{FF2B5EF4-FFF2-40B4-BE49-F238E27FC236}">
                    <a16:creationId xmlns:a16="http://schemas.microsoft.com/office/drawing/2014/main" id="{22406534-6700-015C-19F3-C3BC162081E0}"/>
                  </a:ext>
                </a:extLst>
              </p:cNvPr>
              <p:cNvSpPr/>
              <p:nvPr/>
            </p:nvSpPr>
            <p:spPr>
              <a:xfrm>
                <a:off x="7009063" y="1746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9" name="Freeform 31988">
                <a:extLst>
                  <a:ext uri="{FF2B5EF4-FFF2-40B4-BE49-F238E27FC236}">
                    <a16:creationId xmlns:a16="http://schemas.microsoft.com/office/drawing/2014/main" id="{9E7CDC5B-E106-85B8-E14C-BF3153314100}"/>
                  </a:ext>
                </a:extLst>
              </p:cNvPr>
              <p:cNvSpPr/>
              <p:nvPr/>
            </p:nvSpPr>
            <p:spPr>
              <a:xfrm>
                <a:off x="7009658" y="1561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0" name="Freeform 31989">
                <a:extLst>
                  <a:ext uri="{FF2B5EF4-FFF2-40B4-BE49-F238E27FC236}">
                    <a16:creationId xmlns:a16="http://schemas.microsoft.com/office/drawing/2014/main" id="{FC48FD65-C49C-CABA-70E9-10C4D49836B2}"/>
                  </a:ext>
                </a:extLst>
              </p:cNvPr>
              <p:cNvSpPr/>
              <p:nvPr/>
            </p:nvSpPr>
            <p:spPr>
              <a:xfrm>
                <a:off x="7010154" y="1442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1" name="Freeform 31990">
                <a:extLst>
                  <a:ext uri="{FF2B5EF4-FFF2-40B4-BE49-F238E27FC236}">
                    <a16:creationId xmlns:a16="http://schemas.microsoft.com/office/drawing/2014/main" id="{A322D96E-B266-D78D-0CDF-4905A697FD6D}"/>
                  </a:ext>
                </a:extLst>
              </p:cNvPr>
              <p:cNvSpPr/>
              <p:nvPr/>
            </p:nvSpPr>
            <p:spPr>
              <a:xfrm>
                <a:off x="7010650" y="1463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2" name="Freeform 31991">
                <a:extLst>
                  <a:ext uri="{FF2B5EF4-FFF2-40B4-BE49-F238E27FC236}">
                    <a16:creationId xmlns:a16="http://schemas.microsoft.com/office/drawing/2014/main" id="{CE129920-0519-2CF1-D3B3-6FD2981E59E4}"/>
                  </a:ext>
                </a:extLst>
              </p:cNvPr>
              <p:cNvSpPr/>
              <p:nvPr/>
            </p:nvSpPr>
            <p:spPr>
              <a:xfrm>
                <a:off x="7011146" y="1458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3" name="Freeform 31992">
                <a:extLst>
                  <a:ext uri="{FF2B5EF4-FFF2-40B4-BE49-F238E27FC236}">
                    <a16:creationId xmlns:a16="http://schemas.microsoft.com/office/drawing/2014/main" id="{B5CA059B-6F02-B171-D2E0-B46BB8624EF2}"/>
                  </a:ext>
                </a:extLst>
              </p:cNvPr>
              <p:cNvSpPr/>
              <p:nvPr/>
            </p:nvSpPr>
            <p:spPr>
              <a:xfrm>
                <a:off x="7011741" y="1293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4" name="Freeform 31993">
                <a:extLst>
                  <a:ext uri="{FF2B5EF4-FFF2-40B4-BE49-F238E27FC236}">
                    <a16:creationId xmlns:a16="http://schemas.microsoft.com/office/drawing/2014/main" id="{537767F5-1577-5C35-A71B-76525153E748}"/>
                  </a:ext>
                </a:extLst>
              </p:cNvPr>
              <p:cNvSpPr/>
              <p:nvPr/>
            </p:nvSpPr>
            <p:spPr>
              <a:xfrm>
                <a:off x="7012238" y="1322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5" name="Freeform 31994">
                <a:extLst>
                  <a:ext uri="{FF2B5EF4-FFF2-40B4-BE49-F238E27FC236}">
                    <a16:creationId xmlns:a16="http://schemas.microsoft.com/office/drawing/2014/main" id="{542A2DE3-73EA-9C1A-E819-B2A9F2B7F2C3}"/>
                  </a:ext>
                </a:extLst>
              </p:cNvPr>
              <p:cNvSpPr/>
              <p:nvPr/>
            </p:nvSpPr>
            <p:spPr>
              <a:xfrm>
                <a:off x="7012734" y="1316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6" name="Freeform 31995">
                <a:extLst>
                  <a:ext uri="{FF2B5EF4-FFF2-40B4-BE49-F238E27FC236}">
                    <a16:creationId xmlns:a16="http://schemas.microsoft.com/office/drawing/2014/main" id="{DC1E2609-D269-F6DB-2331-D38EB84C21E1}"/>
                  </a:ext>
                </a:extLst>
              </p:cNvPr>
              <p:cNvSpPr/>
              <p:nvPr/>
            </p:nvSpPr>
            <p:spPr>
              <a:xfrm>
                <a:off x="7013329" y="1235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7" name="Freeform 31996">
                <a:extLst>
                  <a:ext uri="{FF2B5EF4-FFF2-40B4-BE49-F238E27FC236}">
                    <a16:creationId xmlns:a16="http://schemas.microsoft.com/office/drawing/2014/main" id="{3DD497B9-DC92-A5C4-E491-F48A813449E9}"/>
                  </a:ext>
                </a:extLst>
              </p:cNvPr>
              <p:cNvSpPr/>
              <p:nvPr/>
            </p:nvSpPr>
            <p:spPr>
              <a:xfrm>
                <a:off x="7013825" y="1171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8" name="Freeform 31997">
                <a:extLst>
                  <a:ext uri="{FF2B5EF4-FFF2-40B4-BE49-F238E27FC236}">
                    <a16:creationId xmlns:a16="http://schemas.microsoft.com/office/drawing/2014/main" id="{A56D8ECC-E630-9C38-BC8A-EBE6446E6275}"/>
                  </a:ext>
                </a:extLst>
              </p:cNvPr>
              <p:cNvSpPr/>
              <p:nvPr/>
            </p:nvSpPr>
            <p:spPr>
              <a:xfrm>
                <a:off x="7014321" y="1201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9" name="Freeform 31998">
                <a:extLst>
                  <a:ext uri="{FF2B5EF4-FFF2-40B4-BE49-F238E27FC236}">
                    <a16:creationId xmlns:a16="http://schemas.microsoft.com/office/drawing/2014/main" id="{71A6386C-B47A-BDEF-48A8-C11DCF713ECE}"/>
                  </a:ext>
                </a:extLst>
              </p:cNvPr>
              <p:cNvSpPr/>
              <p:nvPr/>
            </p:nvSpPr>
            <p:spPr>
              <a:xfrm>
                <a:off x="7014916" y="1182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0" name="Freeform 31999">
                <a:extLst>
                  <a:ext uri="{FF2B5EF4-FFF2-40B4-BE49-F238E27FC236}">
                    <a16:creationId xmlns:a16="http://schemas.microsoft.com/office/drawing/2014/main" id="{B79F8BFC-EB86-EB8D-4406-3AF1603E2E6C}"/>
                  </a:ext>
                </a:extLst>
              </p:cNvPr>
              <p:cNvSpPr/>
              <p:nvPr/>
            </p:nvSpPr>
            <p:spPr>
              <a:xfrm>
                <a:off x="7015413" y="1151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1" name="Freeform 32000">
                <a:extLst>
                  <a:ext uri="{FF2B5EF4-FFF2-40B4-BE49-F238E27FC236}">
                    <a16:creationId xmlns:a16="http://schemas.microsoft.com/office/drawing/2014/main" id="{1C33082D-279D-9AA2-27C0-0EF833B73702}"/>
                  </a:ext>
                </a:extLst>
              </p:cNvPr>
              <p:cNvSpPr/>
              <p:nvPr/>
            </p:nvSpPr>
            <p:spPr>
              <a:xfrm>
                <a:off x="7015909" y="138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2" name="Freeform 32001">
                <a:extLst>
                  <a:ext uri="{FF2B5EF4-FFF2-40B4-BE49-F238E27FC236}">
                    <a16:creationId xmlns:a16="http://schemas.microsoft.com/office/drawing/2014/main" id="{FF791E16-5872-5946-895A-4676DAB8B3EE}"/>
                  </a:ext>
                </a:extLst>
              </p:cNvPr>
              <p:cNvSpPr/>
              <p:nvPr/>
            </p:nvSpPr>
            <p:spPr>
              <a:xfrm>
                <a:off x="7016504" y="1861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3" name="Freeform 32002">
                <a:extLst>
                  <a:ext uri="{FF2B5EF4-FFF2-40B4-BE49-F238E27FC236}">
                    <a16:creationId xmlns:a16="http://schemas.microsoft.com/office/drawing/2014/main" id="{B14AC4E8-C4C7-A06E-8666-EBAA7070A0DA}"/>
                  </a:ext>
                </a:extLst>
              </p:cNvPr>
              <p:cNvSpPr/>
              <p:nvPr/>
            </p:nvSpPr>
            <p:spPr>
              <a:xfrm>
                <a:off x="7017000" y="1933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4" name="Freeform 32003">
                <a:extLst>
                  <a:ext uri="{FF2B5EF4-FFF2-40B4-BE49-F238E27FC236}">
                    <a16:creationId xmlns:a16="http://schemas.microsoft.com/office/drawing/2014/main" id="{196DB1E9-D1B7-9C09-6F1E-A077396E77BA}"/>
                  </a:ext>
                </a:extLst>
              </p:cNvPr>
              <p:cNvSpPr/>
              <p:nvPr/>
            </p:nvSpPr>
            <p:spPr>
              <a:xfrm>
                <a:off x="7017496" y="195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5" name="Freeform 32004">
                <a:extLst>
                  <a:ext uri="{FF2B5EF4-FFF2-40B4-BE49-F238E27FC236}">
                    <a16:creationId xmlns:a16="http://schemas.microsoft.com/office/drawing/2014/main" id="{3D53C34B-C1A0-71EF-08A1-14B050FBDD14}"/>
                  </a:ext>
                </a:extLst>
              </p:cNvPr>
              <p:cNvSpPr/>
              <p:nvPr/>
            </p:nvSpPr>
            <p:spPr>
              <a:xfrm>
                <a:off x="7018091" y="1972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6" name="Freeform 32005">
                <a:extLst>
                  <a:ext uri="{FF2B5EF4-FFF2-40B4-BE49-F238E27FC236}">
                    <a16:creationId xmlns:a16="http://schemas.microsoft.com/office/drawing/2014/main" id="{D5E7A82F-14B1-4E31-A2AA-EB6A7EFB80AF}"/>
                  </a:ext>
                </a:extLst>
              </p:cNvPr>
              <p:cNvSpPr/>
              <p:nvPr/>
            </p:nvSpPr>
            <p:spPr>
              <a:xfrm>
                <a:off x="7018588" y="1981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7" name="Freeform 32006">
                <a:extLst>
                  <a:ext uri="{FF2B5EF4-FFF2-40B4-BE49-F238E27FC236}">
                    <a16:creationId xmlns:a16="http://schemas.microsoft.com/office/drawing/2014/main" id="{61EF8017-37AD-397C-C357-1AFD3CDDD568}"/>
                  </a:ext>
                </a:extLst>
              </p:cNvPr>
              <p:cNvSpPr/>
              <p:nvPr/>
            </p:nvSpPr>
            <p:spPr>
              <a:xfrm>
                <a:off x="7019084" y="19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8" name="Freeform 32007">
                <a:extLst>
                  <a:ext uri="{FF2B5EF4-FFF2-40B4-BE49-F238E27FC236}">
                    <a16:creationId xmlns:a16="http://schemas.microsoft.com/office/drawing/2014/main" id="{9F64962B-FB59-AE5F-4EEF-E157E1AA7FF2}"/>
                  </a:ext>
                </a:extLst>
              </p:cNvPr>
              <p:cNvSpPr/>
              <p:nvPr/>
            </p:nvSpPr>
            <p:spPr>
              <a:xfrm>
                <a:off x="7019679" y="19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9" name="Freeform 32008">
                <a:extLst>
                  <a:ext uri="{FF2B5EF4-FFF2-40B4-BE49-F238E27FC236}">
                    <a16:creationId xmlns:a16="http://schemas.microsoft.com/office/drawing/2014/main" id="{D9C6AEB6-6FF2-6DC0-5593-E5B793727E7B}"/>
                  </a:ext>
                </a:extLst>
              </p:cNvPr>
              <p:cNvSpPr/>
              <p:nvPr/>
            </p:nvSpPr>
            <p:spPr>
              <a:xfrm>
                <a:off x="7020175" y="198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0" name="Freeform 32009">
                <a:extLst>
                  <a:ext uri="{FF2B5EF4-FFF2-40B4-BE49-F238E27FC236}">
                    <a16:creationId xmlns:a16="http://schemas.microsoft.com/office/drawing/2014/main" id="{EC478184-5438-5DFA-BE77-E318CCA73876}"/>
                  </a:ext>
                </a:extLst>
              </p:cNvPr>
              <p:cNvSpPr/>
              <p:nvPr/>
            </p:nvSpPr>
            <p:spPr>
              <a:xfrm>
                <a:off x="7020671" y="1985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1" name="Freeform 32010">
                <a:extLst>
                  <a:ext uri="{FF2B5EF4-FFF2-40B4-BE49-F238E27FC236}">
                    <a16:creationId xmlns:a16="http://schemas.microsoft.com/office/drawing/2014/main" id="{6D7F3828-575B-F7D3-0547-EDE3845B50C8}"/>
                  </a:ext>
                </a:extLst>
              </p:cNvPr>
              <p:cNvSpPr/>
              <p:nvPr/>
            </p:nvSpPr>
            <p:spPr>
              <a:xfrm>
                <a:off x="7021266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2" name="Freeform 32011">
                <a:extLst>
                  <a:ext uri="{FF2B5EF4-FFF2-40B4-BE49-F238E27FC236}">
                    <a16:creationId xmlns:a16="http://schemas.microsoft.com/office/drawing/2014/main" id="{9731E591-C4D0-FC10-D5E6-72E7452307B9}"/>
                  </a:ext>
                </a:extLst>
              </p:cNvPr>
              <p:cNvSpPr/>
              <p:nvPr/>
            </p:nvSpPr>
            <p:spPr>
              <a:xfrm>
                <a:off x="7021763" y="1862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3" name="Freeform 32012">
                <a:extLst>
                  <a:ext uri="{FF2B5EF4-FFF2-40B4-BE49-F238E27FC236}">
                    <a16:creationId xmlns:a16="http://schemas.microsoft.com/office/drawing/2014/main" id="{AF7AE4D0-FD53-5E24-5630-05E0E79DECE0}"/>
                  </a:ext>
                </a:extLst>
              </p:cNvPr>
              <p:cNvSpPr/>
              <p:nvPr/>
            </p:nvSpPr>
            <p:spPr>
              <a:xfrm>
                <a:off x="7022259" y="1604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4" name="Freeform 32013">
                <a:extLst>
                  <a:ext uri="{FF2B5EF4-FFF2-40B4-BE49-F238E27FC236}">
                    <a16:creationId xmlns:a16="http://schemas.microsoft.com/office/drawing/2014/main" id="{338C7E76-28E5-869C-85A2-9C9343EB8224}"/>
                  </a:ext>
                </a:extLst>
              </p:cNvPr>
              <p:cNvSpPr/>
              <p:nvPr/>
            </p:nvSpPr>
            <p:spPr>
              <a:xfrm>
                <a:off x="7022755" y="1375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5" name="Freeform 32014">
                <a:extLst>
                  <a:ext uri="{FF2B5EF4-FFF2-40B4-BE49-F238E27FC236}">
                    <a16:creationId xmlns:a16="http://schemas.microsoft.com/office/drawing/2014/main" id="{487885B8-53A9-864F-C10D-3235F431291B}"/>
                  </a:ext>
                </a:extLst>
              </p:cNvPr>
              <p:cNvSpPr/>
              <p:nvPr/>
            </p:nvSpPr>
            <p:spPr>
              <a:xfrm>
                <a:off x="7023350" y="1439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6" name="Freeform 32015">
                <a:extLst>
                  <a:ext uri="{FF2B5EF4-FFF2-40B4-BE49-F238E27FC236}">
                    <a16:creationId xmlns:a16="http://schemas.microsoft.com/office/drawing/2014/main" id="{20D9A792-0BAB-CD2D-EB8B-D86023E01DF4}"/>
                  </a:ext>
                </a:extLst>
              </p:cNvPr>
              <p:cNvSpPr/>
              <p:nvPr/>
            </p:nvSpPr>
            <p:spPr>
              <a:xfrm>
                <a:off x="7023846" y="1459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7" name="Freeform 32016">
                <a:extLst>
                  <a:ext uri="{FF2B5EF4-FFF2-40B4-BE49-F238E27FC236}">
                    <a16:creationId xmlns:a16="http://schemas.microsoft.com/office/drawing/2014/main" id="{7F41833B-50A0-EE66-7370-00DF1EEDC53C}"/>
                  </a:ext>
                </a:extLst>
              </p:cNvPr>
              <p:cNvSpPr/>
              <p:nvPr/>
            </p:nvSpPr>
            <p:spPr>
              <a:xfrm>
                <a:off x="7024342" y="1326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8" name="Freeform 32017">
                <a:extLst>
                  <a:ext uri="{FF2B5EF4-FFF2-40B4-BE49-F238E27FC236}">
                    <a16:creationId xmlns:a16="http://schemas.microsoft.com/office/drawing/2014/main" id="{5782DFFF-AE0D-076B-060B-D59DC65574B9}"/>
                  </a:ext>
                </a:extLst>
              </p:cNvPr>
              <p:cNvSpPr/>
              <p:nvPr/>
            </p:nvSpPr>
            <p:spPr>
              <a:xfrm>
                <a:off x="7024938" y="1379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9" name="Freeform 32018">
                <a:extLst>
                  <a:ext uri="{FF2B5EF4-FFF2-40B4-BE49-F238E27FC236}">
                    <a16:creationId xmlns:a16="http://schemas.microsoft.com/office/drawing/2014/main" id="{D5ED392A-5762-E7D3-3901-CECAFA503925}"/>
                  </a:ext>
                </a:extLst>
              </p:cNvPr>
              <p:cNvSpPr/>
              <p:nvPr/>
            </p:nvSpPr>
            <p:spPr>
              <a:xfrm>
                <a:off x="7025434" y="1412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0" name="Freeform 32019">
                <a:extLst>
                  <a:ext uri="{FF2B5EF4-FFF2-40B4-BE49-F238E27FC236}">
                    <a16:creationId xmlns:a16="http://schemas.microsoft.com/office/drawing/2014/main" id="{91BF5E4F-A3EA-DA8F-810F-50AD9475C726}"/>
                  </a:ext>
                </a:extLst>
              </p:cNvPr>
              <p:cNvSpPr/>
              <p:nvPr/>
            </p:nvSpPr>
            <p:spPr>
              <a:xfrm>
                <a:off x="7025930" y="1317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1" name="Freeform 32020">
                <a:extLst>
                  <a:ext uri="{FF2B5EF4-FFF2-40B4-BE49-F238E27FC236}">
                    <a16:creationId xmlns:a16="http://schemas.microsoft.com/office/drawing/2014/main" id="{74CBFA31-218F-7444-024C-D86A648C4325}"/>
                  </a:ext>
                </a:extLst>
              </p:cNvPr>
              <p:cNvSpPr/>
              <p:nvPr/>
            </p:nvSpPr>
            <p:spPr>
              <a:xfrm>
                <a:off x="7026525" y="1262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2" name="Freeform 32021">
                <a:extLst>
                  <a:ext uri="{FF2B5EF4-FFF2-40B4-BE49-F238E27FC236}">
                    <a16:creationId xmlns:a16="http://schemas.microsoft.com/office/drawing/2014/main" id="{52BE2CFB-0673-E726-94F5-EA7FB7D3D543}"/>
                  </a:ext>
                </a:extLst>
              </p:cNvPr>
              <p:cNvSpPr/>
              <p:nvPr/>
            </p:nvSpPr>
            <p:spPr>
              <a:xfrm>
                <a:off x="7027021" y="1229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3" name="Freeform 32022">
                <a:extLst>
                  <a:ext uri="{FF2B5EF4-FFF2-40B4-BE49-F238E27FC236}">
                    <a16:creationId xmlns:a16="http://schemas.microsoft.com/office/drawing/2014/main" id="{42E83A51-6BA1-08B6-ADBE-F4A37AFA49F0}"/>
                  </a:ext>
                </a:extLst>
              </p:cNvPr>
              <p:cNvSpPr/>
              <p:nvPr/>
            </p:nvSpPr>
            <p:spPr>
              <a:xfrm>
                <a:off x="7027517" y="1208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4" name="Freeform 32023">
                <a:extLst>
                  <a:ext uri="{FF2B5EF4-FFF2-40B4-BE49-F238E27FC236}">
                    <a16:creationId xmlns:a16="http://schemas.microsoft.com/office/drawing/2014/main" id="{0133F2E7-AE56-EDD5-2885-A795756B0494}"/>
                  </a:ext>
                </a:extLst>
              </p:cNvPr>
              <p:cNvSpPr/>
              <p:nvPr/>
            </p:nvSpPr>
            <p:spPr>
              <a:xfrm>
                <a:off x="7028113" y="1195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5" name="Freeform 32024">
                <a:extLst>
                  <a:ext uri="{FF2B5EF4-FFF2-40B4-BE49-F238E27FC236}">
                    <a16:creationId xmlns:a16="http://schemas.microsoft.com/office/drawing/2014/main" id="{452670F5-8FFF-5160-F2C4-EC6EA32A867A}"/>
                  </a:ext>
                </a:extLst>
              </p:cNvPr>
              <p:cNvSpPr/>
              <p:nvPr/>
            </p:nvSpPr>
            <p:spPr>
              <a:xfrm>
                <a:off x="7028609" y="1353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6" name="Freeform 32025">
                <a:extLst>
                  <a:ext uri="{FF2B5EF4-FFF2-40B4-BE49-F238E27FC236}">
                    <a16:creationId xmlns:a16="http://schemas.microsoft.com/office/drawing/2014/main" id="{AAF8D1CA-160B-4C7F-2616-A33BF55B1A91}"/>
                  </a:ext>
                </a:extLst>
              </p:cNvPr>
              <p:cNvSpPr/>
              <p:nvPr/>
            </p:nvSpPr>
            <p:spPr>
              <a:xfrm>
                <a:off x="7029105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7" name="Freeform 32026">
                <a:extLst>
                  <a:ext uri="{FF2B5EF4-FFF2-40B4-BE49-F238E27FC236}">
                    <a16:creationId xmlns:a16="http://schemas.microsoft.com/office/drawing/2014/main" id="{8A935FC9-0BCE-2DA4-47E1-AB60782080E5}"/>
                  </a:ext>
                </a:extLst>
              </p:cNvPr>
              <p:cNvSpPr/>
              <p:nvPr/>
            </p:nvSpPr>
            <p:spPr>
              <a:xfrm>
                <a:off x="7029700" y="2002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8" name="Freeform 32027">
                <a:extLst>
                  <a:ext uri="{FF2B5EF4-FFF2-40B4-BE49-F238E27FC236}">
                    <a16:creationId xmlns:a16="http://schemas.microsoft.com/office/drawing/2014/main" id="{5CE31D89-2D19-D866-8FF9-485CC7E0B0AF}"/>
                  </a:ext>
                </a:extLst>
              </p:cNvPr>
              <p:cNvSpPr/>
              <p:nvPr/>
            </p:nvSpPr>
            <p:spPr>
              <a:xfrm>
                <a:off x="7030196" y="203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9" name="Freeform 32028">
                <a:extLst>
                  <a:ext uri="{FF2B5EF4-FFF2-40B4-BE49-F238E27FC236}">
                    <a16:creationId xmlns:a16="http://schemas.microsoft.com/office/drawing/2014/main" id="{6D33045F-9045-6C74-507E-F61BAE76FC4D}"/>
                  </a:ext>
                </a:extLst>
              </p:cNvPr>
              <p:cNvSpPr/>
              <p:nvPr/>
            </p:nvSpPr>
            <p:spPr>
              <a:xfrm>
                <a:off x="7030692" y="2037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0" name="Freeform 32029">
                <a:extLst>
                  <a:ext uri="{FF2B5EF4-FFF2-40B4-BE49-F238E27FC236}">
                    <a16:creationId xmlns:a16="http://schemas.microsoft.com/office/drawing/2014/main" id="{7EB7D428-55C2-D22E-EEB5-528A2F78134A}"/>
                  </a:ext>
                </a:extLst>
              </p:cNvPr>
              <p:cNvSpPr/>
              <p:nvPr/>
            </p:nvSpPr>
            <p:spPr>
              <a:xfrm>
                <a:off x="7031288" y="2034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1" name="Freeform 32030">
                <a:extLst>
                  <a:ext uri="{FF2B5EF4-FFF2-40B4-BE49-F238E27FC236}">
                    <a16:creationId xmlns:a16="http://schemas.microsoft.com/office/drawing/2014/main" id="{24AC5A4A-B666-77F8-89FE-14FC16B814C1}"/>
                  </a:ext>
                </a:extLst>
              </p:cNvPr>
              <p:cNvSpPr/>
              <p:nvPr/>
            </p:nvSpPr>
            <p:spPr>
              <a:xfrm>
                <a:off x="7031784" y="2036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2" name="Freeform 32031">
                <a:extLst>
                  <a:ext uri="{FF2B5EF4-FFF2-40B4-BE49-F238E27FC236}">
                    <a16:creationId xmlns:a16="http://schemas.microsoft.com/office/drawing/2014/main" id="{C82D215D-E26F-B5FF-51E6-BCD2BD7B180E}"/>
                  </a:ext>
                </a:extLst>
              </p:cNvPr>
              <p:cNvSpPr/>
              <p:nvPr/>
            </p:nvSpPr>
            <p:spPr>
              <a:xfrm>
                <a:off x="7032280" y="2038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3" name="Freeform 32032">
                <a:extLst>
                  <a:ext uri="{FF2B5EF4-FFF2-40B4-BE49-F238E27FC236}">
                    <a16:creationId xmlns:a16="http://schemas.microsoft.com/office/drawing/2014/main" id="{C7CE81E6-9888-6E5F-4260-111FAC1B20C2}"/>
                  </a:ext>
                </a:extLst>
              </p:cNvPr>
              <p:cNvSpPr/>
              <p:nvPr/>
            </p:nvSpPr>
            <p:spPr>
              <a:xfrm>
                <a:off x="7032875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4" name="Freeform 32033">
                <a:extLst>
                  <a:ext uri="{FF2B5EF4-FFF2-40B4-BE49-F238E27FC236}">
                    <a16:creationId xmlns:a16="http://schemas.microsoft.com/office/drawing/2014/main" id="{5BB26EEA-6F3D-9F54-3129-272DAF211A70}"/>
                  </a:ext>
                </a:extLst>
              </p:cNvPr>
              <p:cNvSpPr/>
              <p:nvPr/>
            </p:nvSpPr>
            <p:spPr>
              <a:xfrm>
                <a:off x="7033371" y="2044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5" name="Freeform 32034">
                <a:extLst>
                  <a:ext uri="{FF2B5EF4-FFF2-40B4-BE49-F238E27FC236}">
                    <a16:creationId xmlns:a16="http://schemas.microsoft.com/office/drawing/2014/main" id="{DBC06F22-2926-7E43-24A1-C1F5B54F8947}"/>
                  </a:ext>
                </a:extLst>
              </p:cNvPr>
              <p:cNvSpPr/>
              <p:nvPr/>
            </p:nvSpPr>
            <p:spPr>
              <a:xfrm>
                <a:off x="7033867" y="203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6" name="Freeform 32035">
                <a:extLst>
                  <a:ext uri="{FF2B5EF4-FFF2-40B4-BE49-F238E27FC236}">
                    <a16:creationId xmlns:a16="http://schemas.microsoft.com/office/drawing/2014/main" id="{B72E6366-7F45-8A16-A5A7-DB4D02C12B7F}"/>
                  </a:ext>
                </a:extLst>
              </p:cNvPr>
              <p:cNvSpPr/>
              <p:nvPr/>
            </p:nvSpPr>
            <p:spPr>
              <a:xfrm>
                <a:off x="7034463" y="1806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7" name="Freeform 32036">
                <a:extLst>
                  <a:ext uri="{FF2B5EF4-FFF2-40B4-BE49-F238E27FC236}">
                    <a16:creationId xmlns:a16="http://schemas.microsoft.com/office/drawing/2014/main" id="{83E7EBA6-E406-9A45-C45C-5089C43E9800}"/>
                  </a:ext>
                </a:extLst>
              </p:cNvPr>
              <p:cNvSpPr/>
              <p:nvPr/>
            </p:nvSpPr>
            <p:spPr>
              <a:xfrm>
                <a:off x="7034959" y="1533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8" name="Freeform 32037">
                <a:extLst>
                  <a:ext uri="{FF2B5EF4-FFF2-40B4-BE49-F238E27FC236}">
                    <a16:creationId xmlns:a16="http://schemas.microsoft.com/office/drawing/2014/main" id="{C72DB526-0325-69E0-0250-E2C5A1AF4A8A}"/>
                  </a:ext>
                </a:extLst>
              </p:cNvPr>
              <p:cNvSpPr/>
              <p:nvPr/>
            </p:nvSpPr>
            <p:spPr>
              <a:xfrm>
                <a:off x="7035455" y="1310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9" name="Freeform 32038">
                <a:extLst>
                  <a:ext uri="{FF2B5EF4-FFF2-40B4-BE49-F238E27FC236}">
                    <a16:creationId xmlns:a16="http://schemas.microsoft.com/office/drawing/2014/main" id="{8689433E-E268-508B-ACB4-B8650DF806BB}"/>
                  </a:ext>
                </a:extLst>
              </p:cNvPr>
              <p:cNvSpPr/>
              <p:nvPr/>
            </p:nvSpPr>
            <p:spPr>
              <a:xfrm>
                <a:off x="7035951" y="1364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0" name="Freeform 32039">
                <a:extLst>
                  <a:ext uri="{FF2B5EF4-FFF2-40B4-BE49-F238E27FC236}">
                    <a16:creationId xmlns:a16="http://schemas.microsoft.com/office/drawing/2014/main" id="{46E3738C-8C6B-918F-B9CA-F7F49FF2F17B}"/>
                  </a:ext>
                </a:extLst>
              </p:cNvPr>
              <p:cNvSpPr/>
              <p:nvPr/>
            </p:nvSpPr>
            <p:spPr>
              <a:xfrm>
                <a:off x="7036546" y="1394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1" name="Freeform 32040">
                <a:extLst>
                  <a:ext uri="{FF2B5EF4-FFF2-40B4-BE49-F238E27FC236}">
                    <a16:creationId xmlns:a16="http://schemas.microsoft.com/office/drawing/2014/main" id="{8F315AD8-6018-82FA-3D97-D1E7D48240CF}"/>
                  </a:ext>
                </a:extLst>
              </p:cNvPr>
              <p:cNvSpPr/>
              <p:nvPr/>
            </p:nvSpPr>
            <p:spPr>
              <a:xfrm>
                <a:off x="7037042" y="1411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2" name="Freeform 32041">
                <a:extLst>
                  <a:ext uri="{FF2B5EF4-FFF2-40B4-BE49-F238E27FC236}">
                    <a16:creationId xmlns:a16="http://schemas.microsoft.com/office/drawing/2014/main" id="{49845EF6-24FA-2796-4D46-EF81AA4817D4}"/>
                  </a:ext>
                </a:extLst>
              </p:cNvPr>
              <p:cNvSpPr/>
              <p:nvPr/>
            </p:nvSpPr>
            <p:spPr>
              <a:xfrm>
                <a:off x="7037538" y="1441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3" name="Freeform 32042">
                <a:extLst>
                  <a:ext uri="{FF2B5EF4-FFF2-40B4-BE49-F238E27FC236}">
                    <a16:creationId xmlns:a16="http://schemas.microsoft.com/office/drawing/2014/main" id="{A37D7D76-653B-9D65-BE29-EAD8FD09C03B}"/>
                  </a:ext>
                </a:extLst>
              </p:cNvPr>
              <p:cNvSpPr/>
              <p:nvPr/>
            </p:nvSpPr>
            <p:spPr>
              <a:xfrm>
                <a:off x="7038134" y="1471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4" name="Freeform 32043">
                <a:extLst>
                  <a:ext uri="{FF2B5EF4-FFF2-40B4-BE49-F238E27FC236}">
                    <a16:creationId xmlns:a16="http://schemas.microsoft.com/office/drawing/2014/main" id="{635BE364-BB27-BA3A-79C4-02C2E2E817CE}"/>
                  </a:ext>
                </a:extLst>
              </p:cNvPr>
              <p:cNvSpPr/>
              <p:nvPr/>
            </p:nvSpPr>
            <p:spPr>
              <a:xfrm>
                <a:off x="7038630" y="1490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5" name="Freeform 32044">
                <a:extLst>
                  <a:ext uri="{FF2B5EF4-FFF2-40B4-BE49-F238E27FC236}">
                    <a16:creationId xmlns:a16="http://schemas.microsoft.com/office/drawing/2014/main" id="{A3C0D866-ED7C-CA30-EE7E-E304827D2F73}"/>
                  </a:ext>
                </a:extLst>
              </p:cNvPr>
              <p:cNvSpPr/>
              <p:nvPr/>
            </p:nvSpPr>
            <p:spPr>
              <a:xfrm>
                <a:off x="7039126" y="1440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6" name="Freeform 32045">
                <a:extLst>
                  <a:ext uri="{FF2B5EF4-FFF2-40B4-BE49-F238E27FC236}">
                    <a16:creationId xmlns:a16="http://schemas.microsoft.com/office/drawing/2014/main" id="{04A34FC5-8725-CFCF-D7B4-7F0B8D9BD8CB}"/>
                  </a:ext>
                </a:extLst>
              </p:cNvPr>
              <p:cNvSpPr/>
              <p:nvPr/>
            </p:nvSpPr>
            <p:spPr>
              <a:xfrm>
                <a:off x="7039721" y="1353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7" name="Freeform 32046">
                <a:extLst>
                  <a:ext uri="{FF2B5EF4-FFF2-40B4-BE49-F238E27FC236}">
                    <a16:creationId xmlns:a16="http://schemas.microsoft.com/office/drawing/2014/main" id="{7032AF76-1FCA-2944-63FC-4F6B9A1D13FD}"/>
                  </a:ext>
                </a:extLst>
              </p:cNvPr>
              <p:cNvSpPr/>
              <p:nvPr/>
            </p:nvSpPr>
            <p:spPr>
              <a:xfrm>
                <a:off x="7040217" y="1313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8" name="Freeform 32047">
                <a:extLst>
                  <a:ext uri="{FF2B5EF4-FFF2-40B4-BE49-F238E27FC236}">
                    <a16:creationId xmlns:a16="http://schemas.microsoft.com/office/drawing/2014/main" id="{B825AB87-A673-D7E9-1C7F-4B62134B9BAF}"/>
                  </a:ext>
                </a:extLst>
              </p:cNvPr>
              <p:cNvSpPr/>
              <p:nvPr/>
            </p:nvSpPr>
            <p:spPr>
              <a:xfrm>
                <a:off x="7040713" y="1260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9" name="Freeform 32048">
                <a:extLst>
                  <a:ext uri="{FF2B5EF4-FFF2-40B4-BE49-F238E27FC236}">
                    <a16:creationId xmlns:a16="http://schemas.microsoft.com/office/drawing/2014/main" id="{3489C1E8-9CB3-27D0-94D5-11EF19506F14}"/>
                  </a:ext>
                </a:extLst>
              </p:cNvPr>
              <p:cNvSpPr/>
              <p:nvPr/>
            </p:nvSpPr>
            <p:spPr>
              <a:xfrm>
                <a:off x="7041309" y="1604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0" name="Freeform 32049">
                <a:extLst>
                  <a:ext uri="{FF2B5EF4-FFF2-40B4-BE49-F238E27FC236}">
                    <a16:creationId xmlns:a16="http://schemas.microsoft.com/office/drawing/2014/main" id="{D16E51D9-42F0-1B2E-7DBF-54AB3A1875C4}"/>
                  </a:ext>
                </a:extLst>
              </p:cNvPr>
              <p:cNvSpPr/>
              <p:nvPr/>
            </p:nvSpPr>
            <p:spPr>
              <a:xfrm>
                <a:off x="7041805" y="2001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1" name="Freeform 32050">
                <a:extLst>
                  <a:ext uri="{FF2B5EF4-FFF2-40B4-BE49-F238E27FC236}">
                    <a16:creationId xmlns:a16="http://schemas.microsoft.com/office/drawing/2014/main" id="{45C63F56-D562-1B89-E5EC-089466802B8B}"/>
                  </a:ext>
                </a:extLst>
              </p:cNvPr>
              <p:cNvSpPr/>
              <p:nvPr/>
            </p:nvSpPr>
            <p:spPr>
              <a:xfrm>
                <a:off x="7042301" y="2072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2" name="Freeform 32051">
                <a:extLst>
                  <a:ext uri="{FF2B5EF4-FFF2-40B4-BE49-F238E27FC236}">
                    <a16:creationId xmlns:a16="http://schemas.microsoft.com/office/drawing/2014/main" id="{B96DF541-FB6E-1A57-757E-32D1679FB0B1}"/>
                  </a:ext>
                </a:extLst>
              </p:cNvPr>
              <p:cNvSpPr/>
              <p:nvPr/>
            </p:nvSpPr>
            <p:spPr>
              <a:xfrm>
                <a:off x="7042896" y="2093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3" name="Freeform 32052">
                <a:extLst>
                  <a:ext uri="{FF2B5EF4-FFF2-40B4-BE49-F238E27FC236}">
                    <a16:creationId xmlns:a16="http://schemas.microsoft.com/office/drawing/2014/main" id="{E6DCD458-ACA6-01A3-AA3D-40E04D4F4AD1}"/>
                  </a:ext>
                </a:extLst>
              </p:cNvPr>
              <p:cNvSpPr/>
              <p:nvPr/>
            </p:nvSpPr>
            <p:spPr>
              <a:xfrm>
                <a:off x="7043392" y="209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4" name="Freeform 32053">
                <a:extLst>
                  <a:ext uri="{FF2B5EF4-FFF2-40B4-BE49-F238E27FC236}">
                    <a16:creationId xmlns:a16="http://schemas.microsoft.com/office/drawing/2014/main" id="{EDFA9C3D-8C0E-50B8-B678-BBD5045C3530}"/>
                  </a:ext>
                </a:extLst>
              </p:cNvPr>
              <p:cNvSpPr/>
              <p:nvPr/>
            </p:nvSpPr>
            <p:spPr>
              <a:xfrm>
                <a:off x="7043888" y="2104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5" name="Freeform 32054">
                <a:extLst>
                  <a:ext uri="{FF2B5EF4-FFF2-40B4-BE49-F238E27FC236}">
                    <a16:creationId xmlns:a16="http://schemas.microsoft.com/office/drawing/2014/main" id="{CE5DCB78-5D10-577A-E45F-1BD767AA1EA0}"/>
                  </a:ext>
                </a:extLst>
              </p:cNvPr>
              <p:cNvSpPr/>
              <p:nvPr/>
            </p:nvSpPr>
            <p:spPr>
              <a:xfrm>
                <a:off x="7044484" y="2114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6" name="Freeform 32055">
                <a:extLst>
                  <a:ext uri="{FF2B5EF4-FFF2-40B4-BE49-F238E27FC236}">
                    <a16:creationId xmlns:a16="http://schemas.microsoft.com/office/drawing/2014/main" id="{0FFED2C3-EA6C-72BF-8965-72F612C95D33}"/>
                  </a:ext>
                </a:extLst>
              </p:cNvPr>
              <p:cNvSpPr/>
              <p:nvPr/>
            </p:nvSpPr>
            <p:spPr>
              <a:xfrm>
                <a:off x="7044980" y="2123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7" name="Freeform 32056">
                <a:extLst>
                  <a:ext uri="{FF2B5EF4-FFF2-40B4-BE49-F238E27FC236}">
                    <a16:creationId xmlns:a16="http://schemas.microsoft.com/office/drawing/2014/main" id="{26B21361-10FB-40D2-A3DF-5A830C96426A}"/>
                  </a:ext>
                </a:extLst>
              </p:cNvPr>
              <p:cNvSpPr/>
              <p:nvPr/>
            </p:nvSpPr>
            <p:spPr>
              <a:xfrm>
                <a:off x="7045476" y="2133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8" name="Freeform 32057">
                <a:extLst>
                  <a:ext uri="{FF2B5EF4-FFF2-40B4-BE49-F238E27FC236}">
                    <a16:creationId xmlns:a16="http://schemas.microsoft.com/office/drawing/2014/main" id="{4E2FA15C-8AAE-3DEB-D9DA-9B7D8DEABD59}"/>
                  </a:ext>
                </a:extLst>
              </p:cNvPr>
              <p:cNvSpPr/>
              <p:nvPr/>
            </p:nvSpPr>
            <p:spPr>
              <a:xfrm>
                <a:off x="7046071" y="2137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9" name="Freeform 32058">
                <a:extLst>
                  <a:ext uri="{FF2B5EF4-FFF2-40B4-BE49-F238E27FC236}">
                    <a16:creationId xmlns:a16="http://schemas.microsoft.com/office/drawing/2014/main" id="{202EE3EE-8A79-6D7D-B885-2B75268EE050}"/>
                  </a:ext>
                </a:extLst>
              </p:cNvPr>
              <p:cNvSpPr/>
              <p:nvPr/>
            </p:nvSpPr>
            <p:spPr>
              <a:xfrm>
                <a:off x="7046567" y="21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0" name="Freeform 32059">
                <a:extLst>
                  <a:ext uri="{FF2B5EF4-FFF2-40B4-BE49-F238E27FC236}">
                    <a16:creationId xmlns:a16="http://schemas.microsoft.com/office/drawing/2014/main" id="{F333DE05-F546-BB67-E45B-4131D4972E1E}"/>
                  </a:ext>
                </a:extLst>
              </p:cNvPr>
              <p:cNvSpPr/>
              <p:nvPr/>
            </p:nvSpPr>
            <p:spPr>
              <a:xfrm>
                <a:off x="7047063" y="2023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1" name="Freeform 32060">
                <a:extLst>
                  <a:ext uri="{FF2B5EF4-FFF2-40B4-BE49-F238E27FC236}">
                    <a16:creationId xmlns:a16="http://schemas.microsoft.com/office/drawing/2014/main" id="{0CC9CD86-9589-6EC7-C4C7-F9401FCDF969}"/>
                  </a:ext>
                </a:extLst>
              </p:cNvPr>
              <p:cNvSpPr/>
              <p:nvPr/>
            </p:nvSpPr>
            <p:spPr>
              <a:xfrm>
                <a:off x="7047559" y="1647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2" name="Freeform 32061">
                <a:extLst>
                  <a:ext uri="{FF2B5EF4-FFF2-40B4-BE49-F238E27FC236}">
                    <a16:creationId xmlns:a16="http://schemas.microsoft.com/office/drawing/2014/main" id="{645A01F3-8375-32BA-C925-CD3901A51396}"/>
                  </a:ext>
                </a:extLst>
              </p:cNvPr>
              <p:cNvSpPr/>
              <p:nvPr/>
            </p:nvSpPr>
            <p:spPr>
              <a:xfrm>
                <a:off x="7048155" y="1483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3" name="Freeform 32062">
                <a:extLst>
                  <a:ext uri="{FF2B5EF4-FFF2-40B4-BE49-F238E27FC236}">
                    <a16:creationId xmlns:a16="http://schemas.microsoft.com/office/drawing/2014/main" id="{2828C62A-09CB-D1E9-485E-1A088C1BDF9D}"/>
                  </a:ext>
                </a:extLst>
              </p:cNvPr>
              <p:cNvSpPr/>
              <p:nvPr/>
            </p:nvSpPr>
            <p:spPr>
              <a:xfrm>
                <a:off x="7048651" y="1478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4" name="Freeform 32063">
                <a:extLst>
                  <a:ext uri="{FF2B5EF4-FFF2-40B4-BE49-F238E27FC236}">
                    <a16:creationId xmlns:a16="http://schemas.microsoft.com/office/drawing/2014/main" id="{2A9BC856-9D79-F796-C24D-B8BC749A3796}"/>
                  </a:ext>
                </a:extLst>
              </p:cNvPr>
              <p:cNvSpPr/>
              <p:nvPr/>
            </p:nvSpPr>
            <p:spPr>
              <a:xfrm>
                <a:off x="7049147" y="147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5" name="Freeform 32064">
                <a:extLst>
                  <a:ext uri="{FF2B5EF4-FFF2-40B4-BE49-F238E27FC236}">
                    <a16:creationId xmlns:a16="http://schemas.microsoft.com/office/drawing/2014/main" id="{FA8B5F9F-CCA9-ACC3-C04D-84AB5BAACDE7}"/>
                  </a:ext>
                </a:extLst>
              </p:cNvPr>
              <p:cNvSpPr/>
              <p:nvPr/>
            </p:nvSpPr>
            <p:spPr>
              <a:xfrm>
                <a:off x="7049742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6" name="Freeform 32065">
                <a:extLst>
                  <a:ext uri="{FF2B5EF4-FFF2-40B4-BE49-F238E27FC236}">
                    <a16:creationId xmlns:a16="http://schemas.microsoft.com/office/drawing/2014/main" id="{C7EDEE0E-EC48-ABB8-CE0A-9378150C6ECF}"/>
                  </a:ext>
                </a:extLst>
              </p:cNvPr>
              <p:cNvSpPr/>
              <p:nvPr/>
            </p:nvSpPr>
            <p:spPr>
              <a:xfrm>
                <a:off x="7050238" y="1544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7" name="Freeform 32066">
                <a:extLst>
                  <a:ext uri="{FF2B5EF4-FFF2-40B4-BE49-F238E27FC236}">
                    <a16:creationId xmlns:a16="http://schemas.microsoft.com/office/drawing/2014/main" id="{19FAC95C-FD76-21C0-C9CF-48E3E4860D1B}"/>
                  </a:ext>
                </a:extLst>
              </p:cNvPr>
              <p:cNvSpPr/>
              <p:nvPr/>
            </p:nvSpPr>
            <p:spPr>
              <a:xfrm>
                <a:off x="7050734" y="1560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8" name="Freeform 32067">
                <a:extLst>
                  <a:ext uri="{FF2B5EF4-FFF2-40B4-BE49-F238E27FC236}">
                    <a16:creationId xmlns:a16="http://schemas.microsoft.com/office/drawing/2014/main" id="{8757C491-C265-0F56-2E4F-1FE7C08EF63A}"/>
                  </a:ext>
                </a:extLst>
              </p:cNvPr>
              <p:cNvSpPr/>
              <p:nvPr/>
            </p:nvSpPr>
            <p:spPr>
              <a:xfrm>
                <a:off x="7051330" y="153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9" name="Freeform 32068">
                <a:extLst>
                  <a:ext uri="{FF2B5EF4-FFF2-40B4-BE49-F238E27FC236}">
                    <a16:creationId xmlns:a16="http://schemas.microsoft.com/office/drawing/2014/main" id="{D77426F9-5CBD-F54D-7F39-02886D542E39}"/>
                  </a:ext>
                </a:extLst>
              </p:cNvPr>
              <p:cNvSpPr/>
              <p:nvPr/>
            </p:nvSpPr>
            <p:spPr>
              <a:xfrm>
                <a:off x="7051826" y="151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0" name="Freeform 32069">
                <a:extLst>
                  <a:ext uri="{FF2B5EF4-FFF2-40B4-BE49-F238E27FC236}">
                    <a16:creationId xmlns:a16="http://schemas.microsoft.com/office/drawing/2014/main" id="{1E921213-66F9-F781-03FD-2413B8F1E5FA}"/>
                  </a:ext>
                </a:extLst>
              </p:cNvPr>
              <p:cNvSpPr/>
              <p:nvPr/>
            </p:nvSpPr>
            <p:spPr>
              <a:xfrm>
                <a:off x="7052322" y="1484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1" name="Freeform 32070">
                <a:extLst>
                  <a:ext uri="{FF2B5EF4-FFF2-40B4-BE49-F238E27FC236}">
                    <a16:creationId xmlns:a16="http://schemas.microsoft.com/office/drawing/2014/main" id="{155777CE-AF87-B72A-1C6C-0619E80E3793}"/>
                  </a:ext>
                </a:extLst>
              </p:cNvPr>
              <p:cNvSpPr/>
              <p:nvPr/>
            </p:nvSpPr>
            <p:spPr>
              <a:xfrm>
                <a:off x="7052917" y="1427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2" name="Freeform 32071">
                <a:extLst>
                  <a:ext uri="{FF2B5EF4-FFF2-40B4-BE49-F238E27FC236}">
                    <a16:creationId xmlns:a16="http://schemas.microsoft.com/office/drawing/2014/main" id="{35EFF7E0-85A8-7281-D835-7C7912A4003E}"/>
                  </a:ext>
                </a:extLst>
              </p:cNvPr>
              <p:cNvSpPr/>
              <p:nvPr/>
            </p:nvSpPr>
            <p:spPr>
              <a:xfrm>
                <a:off x="7053413" y="1409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3" name="Freeform 32072">
                <a:extLst>
                  <a:ext uri="{FF2B5EF4-FFF2-40B4-BE49-F238E27FC236}">
                    <a16:creationId xmlns:a16="http://schemas.microsoft.com/office/drawing/2014/main" id="{E4D5D68B-920A-E6C4-F7F0-156ACF1EEFEE}"/>
                  </a:ext>
                </a:extLst>
              </p:cNvPr>
              <p:cNvSpPr/>
              <p:nvPr/>
            </p:nvSpPr>
            <p:spPr>
              <a:xfrm>
                <a:off x="7053909" y="1726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4" name="Freeform 32073">
                <a:extLst>
                  <a:ext uri="{FF2B5EF4-FFF2-40B4-BE49-F238E27FC236}">
                    <a16:creationId xmlns:a16="http://schemas.microsoft.com/office/drawing/2014/main" id="{D749EBAE-61C0-BD41-1F88-98603D12FF3F}"/>
                  </a:ext>
                </a:extLst>
              </p:cNvPr>
              <p:cNvSpPr/>
              <p:nvPr/>
            </p:nvSpPr>
            <p:spPr>
              <a:xfrm>
                <a:off x="7054505" y="2088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5" name="Freeform 32074">
                <a:extLst>
                  <a:ext uri="{FF2B5EF4-FFF2-40B4-BE49-F238E27FC236}">
                    <a16:creationId xmlns:a16="http://schemas.microsoft.com/office/drawing/2014/main" id="{CA2301E5-81B8-963B-9702-49915B3F59AC}"/>
                  </a:ext>
                </a:extLst>
              </p:cNvPr>
              <p:cNvSpPr/>
              <p:nvPr/>
            </p:nvSpPr>
            <p:spPr>
              <a:xfrm>
                <a:off x="7055001" y="212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6" name="Freeform 32075">
                <a:extLst>
                  <a:ext uri="{FF2B5EF4-FFF2-40B4-BE49-F238E27FC236}">
                    <a16:creationId xmlns:a16="http://schemas.microsoft.com/office/drawing/2014/main" id="{D716B8FB-1F69-B0A0-31D9-5632B8ADEB69}"/>
                  </a:ext>
                </a:extLst>
              </p:cNvPr>
              <p:cNvSpPr/>
              <p:nvPr/>
            </p:nvSpPr>
            <p:spPr>
              <a:xfrm>
                <a:off x="7055497" y="213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7" name="Freeform 32076">
                <a:extLst>
                  <a:ext uri="{FF2B5EF4-FFF2-40B4-BE49-F238E27FC236}">
                    <a16:creationId xmlns:a16="http://schemas.microsoft.com/office/drawing/2014/main" id="{99BB672E-B579-4582-784D-49CD6059175F}"/>
                  </a:ext>
                </a:extLst>
              </p:cNvPr>
              <p:cNvSpPr/>
              <p:nvPr/>
            </p:nvSpPr>
            <p:spPr>
              <a:xfrm>
                <a:off x="7056092" y="2148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8" name="Freeform 32077">
                <a:extLst>
                  <a:ext uri="{FF2B5EF4-FFF2-40B4-BE49-F238E27FC236}">
                    <a16:creationId xmlns:a16="http://schemas.microsoft.com/office/drawing/2014/main" id="{DDA2462E-F4BC-22C9-D06D-CD26D8240B6A}"/>
                  </a:ext>
                </a:extLst>
              </p:cNvPr>
              <p:cNvSpPr/>
              <p:nvPr/>
            </p:nvSpPr>
            <p:spPr>
              <a:xfrm>
                <a:off x="7056588" y="216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9" name="Freeform 32078">
                <a:extLst>
                  <a:ext uri="{FF2B5EF4-FFF2-40B4-BE49-F238E27FC236}">
                    <a16:creationId xmlns:a16="http://schemas.microsoft.com/office/drawing/2014/main" id="{DFAF9A40-2B6D-A057-E0CB-04833EA25388}"/>
                  </a:ext>
                </a:extLst>
              </p:cNvPr>
              <p:cNvSpPr/>
              <p:nvPr/>
            </p:nvSpPr>
            <p:spPr>
              <a:xfrm>
                <a:off x="7057084" y="2163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0" name="Freeform 32079">
                <a:extLst>
                  <a:ext uri="{FF2B5EF4-FFF2-40B4-BE49-F238E27FC236}">
                    <a16:creationId xmlns:a16="http://schemas.microsoft.com/office/drawing/2014/main" id="{2ABF5705-755F-0BBA-70B2-1FC9DDBE94A0}"/>
                  </a:ext>
                </a:extLst>
              </p:cNvPr>
              <p:cNvSpPr/>
              <p:nvPr/>
            </p:nvSpPr>
            <p:spPr>
              <a:xfrm>
                <a:off x="7057680" y="2163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1" name="Freeform 32080">
                <a:extLst>
                  <a:ext uri="{FF2B5EF4-FFF2-40B4-BE49-F238E27FC236}">
                    <a16:creationId xmlns:a16="http://schemas.microsoft.com/office/drawing/2014/main" id="{69D37425-5E24-8D9E-B766-7A66B5E8ABA8}"/>
                  </a:ext>
                </a:extLst>
              </p:cNvPr>
              <p:cNvSpPr/>
              <p:nvPr/>
            </p:nvSpPr>
            <p:spPr>
              <a:xfrm>
                <a:off x="7058176" y="216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2" name="Freeform 32081">
                <a:extLst>
                  <a:ext uri="{FF2B5EF4-FFF2-40B4-BE49-F238E27FC236}">
                    <a16:creationId xmlns:a16="http://schemas.microsoft.com/office/drawing/2014/main" id="{29FA4004-4A38-D0F4-2D1E-0F16BBF7AA93}"/>
                  </a:ext>
                </a:extLst>
              </p:cNvPr>
              <p:cNvSpPr/>
              <p:nvPr/>
            </p:nvSpPr>
            <p:spPr>
              <a:xfrm>
                <a:off x="7058672" y="2165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3" name="Freeform 32082">
                <a:extLst>
                  <a:ext uri="{FF2B5EF4-FFF2-40B4-BE49-F238E27FC236}">
                    <a16:creationId xmlns:a16="http://schemas.microsoft.com/office/drawing/2014/main" id="{8AC0B714-F473-9D42-D297-91BA0A6AA923}"/>
                  </a:ext>
                </a:extLst>
              </p:cNvPr>
              <p:cNvSpPr/>
              <p:nvPr/>
            </p:nvSpPr>
            <p:spPr>
              <a:xfrm>
                <a:off x="7059168" y="214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4" name="Freeform 32083">
                <a:extLst>
                  <a:ext uri="{FF2B5EF4-FFF2-40B4-BE49-F238E27FC236}">
                    <a16:creationId xmlns:a16="http://schemas.microsoft.com/office/drawing/2014/main" id="{35FD12FA-6703-E7BD-B95F-A1D280259382}"/>
                  </a:ext>
                </a:extLst>
              </p:cNvPr>
              <p:cNvSpPr/>
              <p:nvPr/>
            </p:nvSpPr>
            <p:spPr>
              <a:xfrm>
                <a:off x="7059763" y="212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5" name="Freeform 32084">
                <a:extLst>
                  <a:ext uri="{FF2B5EF4-FFF2-40B4-BE49-F238E27FC236}">
                    <a16:creationId xmlns:a16="http://schemas.microsoft.com/office/drawing/2014/main" id="{328851FE-A956-10C1-9B57-6072113A1542}"/>
                  </a:ext>
                </a:extLst>
              </p:cNvPr>
              <p:cNvSpPr/>
              <p:nvPr/>
            </p:nvSpPr>
            <p:spPr>
              <a:xfrm>
                <a:off x="7060259" y="1757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6" name="Freeform 32085">
                <a:extLst>
                  <a:ext uri="{FF2B5EF4-FFF2-40B4-BE49-F238E27FC236}">
                    <a16:creationId xmlns:a16="http://schemas.microsoft.com/office/drawing/2014/main" id="{839F38E0-F1A7-24CE-4534-98DE05ACC37C}"/>
                  </a:ext>
                </a:extLst>
              </p:cNvPr>
              <p:cNvSpPr/>
              <p:nvPr/>
            </p:nvSpPr>
            <p:spPr>
              <a:xfrm>
                <a:off x="7060755" y="1562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7" name="Freeform 32086">
                <a:extLst>
                  <a:ext uri="{FF2B5EF4-FFF2-40B4-BE49-F238E27FC236}">
                    <a16:creationId xmlns:a16="http://schemas.microsoft.com/office/drawing/2014/main" id="{A3903DC3-4789-93FD-68CF-4226B40BB38F}"/>
                  </a:ext>
                </a:extLst>
              </p:cNvPr>
              <p:cNvSpPr/>
              <p:nvPr/>
            </p:nvSpPr>
            <p:spPr>
              <a:xfrm>
                <a:off x="7061351" y="1592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8" name="Freeform 32087">
                <a:extLst>
                  <a:ext uri="{FF2B5EF4-FFF2-40B4-BE49-F238E27FC236}">
                    <a16:creationId xmlns:a16="http://schemas.microsoft.com/office/drawing/2014/main" id="{B279A754-4F44-500F-4DE5-ECA3547F61FB}"/>
                  </a:ext>
                </a:extLst>
              </p:cNvPr>
              <p:cNvSpPr/>
              <p:nvPr/>
            </p:nvSpPr>
            <p:spPr>
              <a:xfrm>
                <a:off x="7061847" y="1549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9" name="Freeform 32088">
                <a:extLst>
                  <a:ext uri="{FF2B5EF4-FFF2-40B4-BE49-F238E27FC236}">
                    <a16:creationId xmlns:a16="http://schemas.microsoft.com/office/drawing/2014/main" id="{C66B5FBB-093F-1722-A872-1210F5650BB0}"/>
                  </a:ext>
                </a:extLst>
              </p:cNvPr>
              <p:cNvSpPr/>
              <p:nvPr/>
            </p:nvSpPr>
            <p:spPr>
              <a:xfrm>
                <a:off x="7062343" y="1488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0" name="Freeform 32089">
                <a:extLst>
                  <a:ext uri="{FF2B5EF4-FFF2-40B4-BE49-F238E27FC236}">
                    <a16:creationId xmlns:a16="http://schemas.microsoft.com/office/drawing/2014/main" id="{623FAF88-1B3D-4C68-53B7-FC14F3903012}"/>
                  </a:ext>
                </a:extLst>
              </p:cNvPr>
              <p:cNvSpPr/>
              <p:nvPr/>
            </p:nvSpPr>
            <p:spPr>
              <a:xfrm>
                <a:off x="7062938" y="1495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1" name="Freeform 32090">
                <a:extLst>
                  <a:ext uri="{FF2B5EF4-FFF2-40B4-BE49-F238E27FC236}">
                    <a16:creationId xmlns:a16="http://schemas.microsoft.com/office/drawing/2014/main" id="{400FA11C-6EF8-A459-C1F0-6DA9A6595BB2}"/>
                  </a:ext>
                </a:extLst>
              </p:cNvPr>
              <p:cNvSpPr/>
              <p:nvPr/>
            </p:nvSpPr>
            <p:spPr>
              <a:xfrm>
                <a:off x="7063434" y="1451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2" name="Freeform 32091">
                <a:extLst>
                  <a:ext uri="{FF2B5EF4-FFF2-40B4-BE49-F238E27FC236}">
                    <a16:creationId xmlns:a16="http://schemas.microsoft.com/office/drawing/2014/main" id="{43E6F397-CCB7-3ADE-31C9-D454F452A483}"/>
                  </a:ext>
                </a:extLst>
              </p:cNvPr>
              <p:cNvSpPr/>
              <p:nvPr/>
            </p:nvSpPr>
            <p:spPr>
              <a:xfrm>
                <a:off x="7063930" y="1400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3" name="Freeform 32092">
                <a:extLst>
                  <a:ext uri="{FF2B5EF4-FFF2-40B4-BE49-F238E27FC236}">
                    <a16:creationId xmlns:a16="http://schemas.microsoft.com/office/drawing/2014/main" id="{3267B7BF-AEF3-1301-290F-855448D0DC30}"/>
                  </a:ext>
                </a:extLst>
              </p:cNvPr>
              <p:cNvSpPr/>
              <p:nvPr/>
            </p:nvSpPr>
            <p:spPr>
              <a:xfrm>
                <a:off x="7064526" y="137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4" name="Freeform 32093">
                <a:extLst>
                  <a:ext uri="{FF2B5EF4-FFF2-40B4-BE49-F238E27FC236}">
                    <a16:creationId xmlns:a16="http://schemas.microsoft.com/office/drawing/2014/main" id="{68CA6514-4FAF-57DD-EAB5-44F310427E17}"/>
                  </a:ext>
                </a:extLst>
              </p:cNvPr>
              <p:cNvSpPr/>
              <p:nvPr/>
            </p:nvSpPr>
            <p:spPr>
              <a:xfrm>
                <a:off x="7065022" y="135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5" name="Freeform 32094">
                <a:extLst>
                  <a:ext uri="{FF2B5EF4-FFF2-40B4-BE49-F238E27FC236}">
                    <a16:creationId xmlns:a16="http://schemas.microsoft.com/office/drawing/2014/main" id="{BC17B890-A38B-9916-DE16-7CA76323169C}"/>
                  </a:ext>
                </a:extLst>
              </p:cNvPr>
              <p:cNvSpPr/>
              <p:nvPr/>
            </p:nvSpPr>
            <p:spPr>
              <a:xfrm>
                <a:off x="7065518" y="137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6" name="Freeform 32095">
                <a:extLst>
                  <a:ext uri="{FF2B5EF4-FFF2-40B4-BE49-F238E27FC236}">
                    <a16:creationId xmlns:a16="http://schemas.microsoft.com/office/drawing/2014/main" id="{B86FDDD0-036E-FE30-FC64-3A64E84AC323}"/>
                  </a:ext>
                </a:extLst>
              </p:cNvPr>
              <p:cNvSpPr/>
              <p:nvPr/>
            </p:nvSpPr>
            <p:spPr>
              <a:xfrm>
                <a:off x="7066113" y="1324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7" name="Freeform 32096">
                <a:extLst>
                  <a:ext uri="{FF2B5EF4-FFF2-40B4-BE49-F238E27FC236}">
                    <a16:creationId xmlns:a16="http://schemas.microsoft.com/office/drawing/2014/main" id="{94B945C9-D69D-792A-63AB-03D17F8468A2}"/>
                  </a:ext>
                </a:extLst>
              </p:cNvPr>
              <p:cNvSpPr/>
              <p:nvPr/>
            </p:nvSpPr>
            <p:spPr>
              <a:xfrm>
                <a:off x="7066609" y="1640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8" name="Freeform 32097">
                <a:extLst>
                  <a:ext uri="{FF2B5EF4-FFF2-40B4-BE49-F238E27FC236}">
                    <a16:creationId xmlns:a16="http://schemas.microsoft.com/office/drawing/2014/main" id="{C4EF20B2-9AEB-BD18-43BC-7FC5D5FB2022}"/>
                  </a:ext>
                </a:extLst>
              </p:cNvPr>
              <p:cNvSpPr/>
              <p:nvPr/>
            </p:nvSpPr>
            <p:spPr>
              <a:xfrm>
                <a:off x="7067105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9" name="Freeform 32098">
                <a:extLst>
                  <a:ext uri="{FF2B5EF4-FFF2-40B4-BE49-F238E27FC236}">
                    <a16:creationId xmlns:a16="http://schemas.microsoft.com/office/drawing/2014/main" id="{DEDB9CDB-4795-B3CA-AC76-A7F7C2864FD7}"/>
                  </a:ext>
                </a:extLst>
              </p:cNvPr>
              <p:cNvSpPr/>
              <p:nvPr/>
            </p:nvSpPr>
            <p:spPr>
              <a:xfrm>
                <a:off x="7067701" y="2039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0" name="Freeform 32099">
                <a:extLst>
                  <a:ext uri="{FF2B5EF4-FFF2-40B4-BE49-F238E27FC236}">
                    <a16:creationId xmlns:a16="http://schemas.microsoft.com/office/drawing/2014/main" id="{3A496EB4-A716-1C93-F9C9-3B788BA522A0}"/>
                  </a:ext>
                </a:extLst>
              </p:cNvPr>
              <p:cNvSpPr/>
              <p:nvPr/>
            </p:nvSpPr>
            <p:spPr>
              <a:xfrm>
                <a:off x="7068197" y="2050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1" name="Freeform 32100">
                <a:extLst>
                  <a:ext uri="{FF2B5EF4-FFF2-40B4-BE49-F238E27FC236}">
                    <a16:creationId xmlns:a16="http://schemas.microsoft.com/office/drawing/2014/main" id="{B46EC2F0-2053-4358-DD42-4A81F60B6507}"/>
                  </a:ext>
                </a:extLst>
              </p:cNvPr>
              <p:cNvSpPr/>
              <p:nvPr/>
            </p:nvSpPr>
            <p:spPr>
              <a:xfrm>
                <a:off x="7068693" y="2054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2" name="Freeform 32101">
                <a:extLst>
                  <a:ext uri="{FF2B5EF4-FFF2-40B4-BE49-F238E27FC236}">
                    <a16:creationId xmlns:a16="http://schemas.microsoft.com/office/drawing/2014/main" id="{E50C8103-6359-C2C9-1ACC-B1FF4774740B}"/>
                  </a:ext>
                </a:extLst>
              </p:cNvPr>
              <p:cNvSpPr/>
              <p:nvPr/>
            </p:nvSpPr>
            <p:spPr>
              <a:xfrm>
                <a:off x="7069288" y="2057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3" name="Freeform 32102">
                <a:extLst>
                  <a:ext uri="{FF2B5EF4-FFF2-40B4-BE49-F238E27FC236}">
                    <a16:creationId xmlns:a16="http://schemas.microsoft.com/office/drawing/2014/main" id="{8B1C9A1D-9BC4-4554-3D1C-6774734480C3}"/>
                  </a:ext>
                </a:extLst>
              </p:cNvPr>
              <p:cNvSpPr/>
              <p:nvPr/>
            </p:nvSpPr>
            <p:spPr>
              <a:xfrm>
                <a:off x="7069784" y="2059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4" name="Freeform 32103">
                <a:extLst>
                  <a:ext uri="{FF2B5EF4-FFF2-40B4-BE49-F238E27FC236}">
                    <a16:creationId xmlns:a16="http://schemas.microsoft.com/office/drawing/2014/main" id="{EFD33116-7B3F-8501-69E0-0DF42D8BBF89}"/>
                  </a:ext>
                </a:extLst>
              </p:cNvPr>
              <p:cNvSpPr/>
              <p:nvPr/>
            </p:nvSpPr>
            <p:spPr>
              <a:xfrm>
                <a:off x="7070280" y="2066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5" name="Freeform 32104">
                <a:extLst>
                  <a:ext uri="{FF2B5EF4-FFF2-40B4-BE49-F238E27FC236}">
                    <a16:creationId xmlns:a16="http://schemas.microsoft.com/office/drawing/2014/main" id="{037C6B06-B419-CBDC-ED55-50007879514D}"/>
                  </a:ext>
                </a:extLst>
              </p:cNvPr>
              <p:cNvSpPr/>
              <p:nvPr/>
            </p:nvSpPr>
            <p:spPr>
              <a:xfrm>
                <a:off x="7070876" y="2072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6" name="Freeform 32105">
                <a:extLst>
                  <a:ext uri="{FF2B5EF4-FFF2-40B4-BE49-F238E27FC236}">
                    <a16:creationId xmlns:a16="http://schemas.microsoft.com/office/drawing/2014/main" id="{2C44DD5B-B0A7-75C2-E38C-4A0126344A3D}"/>
                  </a:ext>
                </a:extLst>
              </p:cNvPr>
              <p:cNvSpPr/>
              <p:nvPr/>
            </p:nvSpPr>
            <p:spPr>
              <a:xfrm>
                <a:off x="7071372" y="2079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7" name="Freeform 32106">
                <a:extLst>
                  <a:ext uri="{FF2B5EF4-FFF2-40B4-BE49-F238E27FC236}">
                    <a16:creationId xmlns:a16="http://schemas.microsoft.com/office/drawing/2014/main" id="{77C94CD5-73F8-3E1C-051E-1CFA63BF8F43}"/>
                  </a:ext>
                </a:extLst>
              </p:cNvPr>
              <p:cNvSpPr/>
              <p:nvPr/>
            </p:nvSpPr>
            <p:spPr>
              <a:xfrm>
                <a:off x="7071868" y="206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8" name="Freeform 32107">
                <a:extLst>
                  <a:ext uri="{FF2B5EF4-FFF2-40B4-BE49-F238E27FC236}">
                    <a16:creationId xmlns:a16="http://schemas.microsoft.com/office/drawing/2014/main" id="{B227C709-0A54-18E1-926A-5C7C594BB80C}"/>
                  </a:ext>
                </a:extLst>
              </p:cNvPr>
              <p:cNvSpPr/>
              <p:nvPr/>
            </p:nvSpPr>
            <p:spPr>
              <a:xfrm>
                <a:off x="7072364" y="1883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9" name="Freeform 32108">
                <a:extLst>
                  <a:ext uri="{FF2B5EF4-FFF2-40B4-BE49-F238E27FC236}">
                    <a16:creationId xmlns:a16="http://schemas.microsoft.com/office/drawing/2014/main" id="{929D02B1-DB49-21DB-2E49-6C9492423B4D}"/>
                  </a:ext>
                </a:extLst>
              </p:cNvPr>
              <p:cNvSpPr/>
              <p:nvPr/>
            </p:nvSpPr>
            <p:spPr>
              <a:xfrm>
                <a:off x="7072959" y="144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0" name="Freeform 32109">
                <a:extLst>
                  <a:ext uri="{FF2B5EF4-FFF2-40B4-BE49-F238E27FC236}">
                    <a16:creationId xmlns:a16="http://schemas.microsoft.com/office/drawing/2014/main" id="{E745224F-6696-A2AB-1287-3DC43A83140C}"/>
                  </a:ext>
                </a:extLst>
              </p:cNvPr>
              <p:cNvSpPr/>
              <p:nvPr/>
            </p:nvSpPr>
            <p:spPr>
              <a:xfrm>
                <a:off x="7073455" y="12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1" name="Freeform 32110">
                <a:extLst>
                  <a:ext uri="{FF2B5EF4-FFF2-40B4-BE49-F238E27FC236}">
                    <a16:creationId xmlns:a16="http://schemas.microsoft.com/office/drawing/2014/main" id="{2719266B-CDA2-19E6-6E9F-28FE68FAD835}"/>
                  </a:ext>
                </a:extLst>
              </p:cNvPr>
              <p:cNvSpPr/>
              <p:nvPr/>
            </p:nvSpPr>
            <p:spPr>
              <a:xfrm>
                <a:off x="7073952" y="1301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2" name="Freeform 32111">
                <a:extLst>
                  <a:ext uri="{FF2B5EF4-FFF2-40B4-BE49-F238E27FC236}">
                    <a16:creationId xmlns:a16="http://schemas.microsoft.com/office/drawing/2014/main" id="{90055A87-EA34-3367-12FE-4C39F4DE36EC}"/>
                  </a:ext>
                </a:extLst>
              </p:cNvPr>
              <p:cNvSpPr/>
              <p:nvPr/>
            </p:nvSpPr>
            <p:spPr>
              <a:xfrm>
                <a:off x="7074547" y="1372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3" name="Freeform 32112">
                <a:extLst>
                  <a:ext uri="{FF2B5EF4-FFF2-40B4-BE49-F238E27FC236}">
                    <a16:creationId xmlns:a16="http://schemas.microsoft.com/office/drawing/2014/main" id="{1B32F926-F197-FB18-2DD3-1D9F4752E709}"/>
                  </a:ext>
                </a:extLst>
              </p:cNvPr>
              <p:cNvSpPr/>
              <p:nvPr/>
            </p:nvSpPr>
            <p:spPr>
              <a:xfrm>
                <a:off x="7075043" y="1222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4" name="Freeform 32113">
                <a:extLst>
                  <a:ext uri="{FF2B5EF4-FFF2-40B4-BE49-F238E27FC236}">
                    <a16:creationId xmlns:a16="http://schemas.microsoft.com/office/drawing/2014/main" id="{68E7BCE1-1DE5-D98F-AD6B-B921E4861534}"/>
                  </a:ext>
                </a:extLst>
              </p:cNvPr>
              <p:cNvSpPr/>
              <p:nvPr/>
            </p:nvSpPr>
            <p:spPr>
              <a:xfrm>
                <a:off x="7075539" y="1305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5" name="Freeform 32114">
                <a:extLst>
                  <a:ext uri="{FF2B5EF4-FFF2-40B4-BE49-F238E27FC236}">
                    <a16:creationId xmlns:a16="http://schemas.microsoft.com/office/drawing/2014/main" id="{3AD763C8-14A9-ACD8-B22D-E06CEA15AECD}"/>
                  </a:ext>
                </a:extLst>
              </p:cNvPr>
              <p:cNvSpPr/>
              <p:nvPr/>
            </p:nvSpPr>
            <p:spPr>
              <a:xfrm>
                <a:off x="7076134" y="1311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6" name="Freeform 32115">
                <a:extLst>
                  <a:ext uri="{FF2B5EF4-FFF2-40B4-BE49-F238E27FC236}">
                    <a16:creationId xmlns:a16="http://schemas.microsoft.com/office/drawing/2014/main" id="{9DCD5143-CA91-38C2-1D3B-B7FAC5914E86}"/>
                  </a:ext>
                </a:extLst>
              </p:cNvPr>
              <p:cNvSpPr/>
              <p:nvPr/>
            </p:nvSpPr>
            <p:spPr>
              <a:xfrm>
                <a:off x="7076630" y="126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7" name="Freeform 32116">
                <a:extLst>
                  <a:ext uri="{FF2B5EF4-FFF2-40B4-BE49-F238E27FC236}">
                    <a16:creationId xmlns:a16="http://schemas.microsoft.com/office/drawing/2014/main" id="{8E79CC20-B7F5-8E02-860F-B6C5FD40A7BD}"/>
                  </a:ext>
                </a:extLst>
              </p:cNvPr>
              <p:cNvSpPr/>
              <p:nvPr/>
            </p:nvSpPr>
            <p:spPr>
              <a:xfrm>
                <a:off x="7077127" y="1208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8" name="Freeform 32117">
                <a:extLst>
                  <a:ext uri="{FF2B5EF4-FFF2-40B4-BE49-F238E27FC236}">
                    <a16:creationId xmlns:a16="http://schemas.microsoft.com/office/drawing/2014/main" id="{1D4E19A2-D1F8-404E-572D-5AE5BF36C078}"/>
                  </a:ext>
                </a:extLst>
              </p:cNvPr>
              <p:cNvSpPr/>
              <p:nvPr/>
            </p:nvSpPr>
            <p:spPr>
              <a:xfrm>
                <a:off x="7077722" y="1181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9" name="Freeform 32118">
                <a:extLst>
                  <a:ext uri="{FF2B5EF4-FFF2-40B4-BE49-F238E27FC236}">
                    <a16:creationId xmlns:a16="http://schemas.microsoft.com/office/drawing/2014/main" id="{77EFB7AB-55FE-7028-7F44-5AEA977E0D82}"/>
                  </a:ext>
                </a:extLst>
              </p:cNvPr>
              <p:cNvSpPr/>
              <p:nvPr/>
            </p:nvSpPr>
            <p:spPr>
              <a:xfrm>
                <a:off x="7078218" y="117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0" name="Freeform 32119">
                <a:extLst>
                  <a:ext uri="{FF2B5EF4-FFF2-40B4-BE49-F238E27FC236}">
                    <a16:creationId xmlns:a16="http://schemas.microsoft.com/office/drawing/2014/main" id="{84BB5F27-7DE0-3471-6290-0E40DE9EAA95}"/>
                  </a:ext>
                </a:extLst>
              </p:cNvPr>
              <p:cNvSpPr/>
              <p:nvPr/>
            </p:nvSpPr>
            <p:spPr>
              <a:xfrm>
                <a:off x="7078714" y="1134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1" name="Freeform 32120">
                <a:extLst>
                  <a:ext uri="{FF2B5EF4-FFF2-40B4-BE49-F238E27FC236}">
                    <a16:creationId xmlns:a16="http://schemas.microsoft.com/office/drawing/2014/main" id="{FBC7EDB3-7E53-6F7C-CF12-805CB85FEAA4}"/>
                  </a:ext>
                </a:extLst>
              </p:cNvPr>
              <p:cNvSpPr/>
              <p:nvPr/>
            </p:nvSpPr>
            <p:spPr>
              <a:xfrm>
                <a:off x="7079309" y="1499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2" name="Freeform 32121">
                <a:extLst>
                  <a:ext uri="{FF2B5EF4-FFF2-40B4-BE49-F238E27FC236}">
                    <a16:creationId xmlns:a16="http://schemas.microsoft.com/office/drawing/2014/main" id="{2A65A84C-7297-E843-24CF-6D499AFB194B}"/>
                  </a:ext>
                </a:extLst>
              </p:cNvPr>
              <p:cNvSpPr/>
              <p:nvPr/>
            </p:nvSpPr>
            <p:spPr>
              <a:xfrm>
                <a:off x="7079805" y="1899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3" name="Freeform 32122">
                <a:extLst>
                  <a:ext uri="{FF2B5EF4-FFF2-40B4-BE49-F238E27FC236}">
                    <a16:creationId xmlns:a16="http://schemas.microsoft.com/office/drawing/2014/main" id="{8B02EA9E-3561-3A4D-216E-CC641E9D307F}"/>
                  </a:ext>
                </a:extLst>
              </p:cNvPr>
              <p:cNvSpPr/>
              <p:nvPr/>
            </p:nvSpPr>
            <p:spPr>
              <a:xfrm>
                <a:off x="7080302" y="1972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4" name="Freeform 32123">
                <a:extLst>
                  <a:ext uri="{FF2B5EF4-FFF2-40B4-BE49-F238E27FC236}">
                    <a16:creationId xmlns:a16="http://schemas.microsoft.com/office/drawing/2014/main" id="{A18FB0AB-F97D-684C-CFAE-66303D636E7A}"/>
                  </a:ext>
                </a:extLst>
              </p:cNvPr>
              <p:cNvSpPr/>
              <p:nvPr/>
            </p:nvSpPr>
            <p:spPr>
              <a:xfrm>
                <a:off x="7080897" y="19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5" name="Freeform 32124">
                <a:extLst>
                  <a:ext uri="{FF2B5EF4-FFF2-40B4-BE49-F238E27FC236}">
                    <a16:creationId xmlns:a16="http://schemas.microsoft.com/office/drawing/2014/main" id="{BA6C5741-938D-0AB0-45DC-280B16EF8BB0}"/>
                  </a:ext>
                </a:extLst>
              </p:cNvPr>
              <p:cNvSpPr/>
              <p:nvPr/>
            </p:nvSpPr>
            <p:spPr>
              <a:xfrm>
                <a:off x="7081393" y="199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6" name="Freeform 32125">
                <a:extLst>
                  <a:ext uri="{FF2B5EF4-FFF2-40B4-BE49-F238E27FC236}">
                    <a16:creationId xmlns:a16="http://schemas.microsoft.com/office/drawing/2014/main" id="{7BE0F940-11D0-87BF-E77B-50EE60707E6A}"/>
                  </a:ext>
                </a:extLst>
              </p:cNvPr>
              <p:cNvSpPr/>
              <p:nvPr/>
            </p:nvSpPr>
            <p:spPr>
              <a:xfrm>
                <a:off x="7081889" y="1989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7" name="Freeform 32126">
                <a:extLst>
                  <a:ext uri="{FF2B5EF4-FFF2-40B4-BE49-F238E27FC236}">
                    <a16:creationId xmlns:a16="http://schemas.microsoft.com/office/drawing/2014/main" id="{3F291366-3AFD-BFF3-AF52-383B92D75A53}"/>
                  </a:ext>
                </a:extLst>
              </p:cNvPr>
              <p:cNvSpPr/>
              <p:nvPr/>
            </p:nvSpPr>
            <p:spPr>
              <a:xfrm>
                <a:off x="7082484" y="1989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8" name="Freeform 32127">
                <a:extLst>
                  <a:ext uri="{FF2B5EF4-FFF2-40B4-BE49-F238E27FC236}">
                    <a16:creationId xmlns:a16="http://schemas.microsoft.com/office/drawing/2014/main" id="{E8E59AD9-660F-9911-CB2A-653CF66353AF}"/>
                  </a:ext>
                </a:extLst>
              </p:cNvPr>
              <p:cNvSpPr/>
              <p:nvPr/>
            </p:nvSpPr>
            <p:spPr>
              <a:xfrm>
                <a:off x="7082980" y="1985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9" name="Freeform 32128">
                <a:extLst>
                  <a:ext uri="{FF2B5EF4-FFF2-40B4-BE49-F238E27FC236}">
                    <a16:creationId xmlns:a16="http://schemas.microsoft.com/office/drawing/2014/main" id="{39496C81-C87E-2569-164D-D11F1C2EBD2D}"/>
                  </a:ext>
                </a:extLst>
              </p:cNvPr>
              <p:cNvSpPr/>
              <p:nvPr/>
            </p:nvSpPr>
            <p:spPr>
              <a:xfrm>
                <a:off x="7083477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0" name="Freeform 32129">
                <a:extLst>
                  <a:ext uri="{FF2B5EF4-FFF2-40B4-BE49-F238E27FC236}">
                    <a16:creationId xmlns:a16="http://schemas.microsoft.com/office/drawing/2014/main" id="{8F94C28A-C77C-CB85-AA6F-2B7E10D3206C}"/>
                  </a:ext>
                </a:extLst>
              </p:cNvPr>
              <p:cNvSpPr/>
              <p:nvPr/>
            </p:nvSpPr>
            <p:spPr>
              <a:xfrm>
                <a:off x="7083973" y="198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1" name="Freeform 32130">
                <a:extLst>
                  <a:ext uri="{FF2B5EF4-FFF2-40B4-BE49-F238E27FC236}">
                    <a16:creationId xmlns:a16="http://schemas.microsoft.com/office/drawing/2014/main" id="{3233E93D-F417-4954-C832-A9E848BEA4C9}"/>
                  </a:ext>
                </a:extLst>
              </p:cNvPr>
              <p:cNvSpPr/>
              <p:nvPr/>
            </p:nvSpPr>
            <p:spPr>
              <a:xfrm>
                <a:off x="7084568" y="1975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2" name="Freeform 32131">
                <a:extLst>
                  <a:ext uri="{FF2B5EF4-FFF2-40B4-BE49-F238E27FC236}">
                    <a16:creationId xmlns:a16="http://schemas.microsoft.com/office/drawing/2014/main" id="{617D0E2A-B8E5-ADBE-883A-236CCBAAA38A}"/>
                  </a:ext>
                </a:extLst>
              </p:cNvPr>
              <p:cNvSpPr/>
              <p:nvPr/>
            </p:nvSpPr>
            <p:spPr>
              <a:xfrm>
                <a:off x="7085064" y="1793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3" name="Freeform 32132">
                <a:extLst>
                  <a:ext uri="{FF2B5EF4-FFF2-40B4-BE49-F238E27FC236}">
                    <a16:creationId xmlns:a16="http://schemas.microsoft.com/office/drawing/2014/main" id="{CCE8C6A9-C8A0-064C-3573-FC2B627DF5FD}"/>
                  </a:ext>
                </a:extLst>
              </p:cNvPr>
              <p:cNvSpPr/>
              <p:nvPr/>
            </p:nvSpPr>
            <p:spPr>
              <a:xfrm>
                <a:off x="7085560" y="1348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4" name="Freeform 32133">
                <a:extLst>
                  <a:ext uri="{FF2B5EF4-FFF2-40B4-BE49-F238E27FC236}">
                    <a16:creationId xmlns:a16="http://schemas.microsoft.com/office/drawing/2014/main" id="{207D4B6C-DA9A-2CCE-C2D3-B1BF33259429}"/>
                  </a:ext>
                </a:extLst>
              </p:cNvPr>
              <p:cNvSpPr/>
              <p:nvPr/>
            </p:nvSpPr>
            <p:spPr>
              <a:xfrm>
                <a:off x="7086155" y="1205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5" name="Freeform 32134">
                <a:extLst>
                  <a:ext uri="{FF2B5EF4-FFF2-40B4-BE49-F238E27FC236}">
                    <a16:creationId xmlns:a16="http://schemas.microsoft.com/office/drawing/2014/main" id="{E4AABDBC-28E4-5AA7-3E5B-E4B00D58357F}"/>
                  </a:ext>
                </a:extLst>
              </p:cNvPr>
              <p:cNvSpPr/>
              <p:nvPr/>
            </p:nvSpPr>
            <p:spPr>
              <a:xfrm>
                <a:off x="7086652" y="1268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6" name="Freeform 32135">
                <a:extLst>
                  <a:ext uri="{FF2B5EF4-FFF2-40B4-BE49-F238E27FC236}">
                    <a16:creationId xmlns:a16="http://schemas.microsoft.com/office/drawing/2014/main" id="{11BAEE73-B1BA-F02C-1AC5-0BBD1408C4C8}"/>
                  </a:ext>
                </a:extLst>
              </p:cNvPr>
              <p:cNvSpPr/>
              <p:nvPr/>
            </p:nvSpPr>
            <p:spPr>
              <a:xfrm>
                <a:off x="7087148" y="1329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7" name="Freeform 32136">
                <a:extLst>
                  <a:ext uri="{FF2B5EF4-FFF2-40B4-BE49-F238E27FC236}">
                    <a16:creationId xmlns:a16="http://schemas.microsoft.com/office/drawing/2014/main" id="{3BE4E5C8-EE77-29EF-656B-3E829FAED5C0}"/>
                  </a:ext>
                </a:extLst>
              </p:cNvPr>
              <p:cNvSpPr/>
              <p:nvPr/>
            </p:nvSpPr>
            <p:spPr>
              <a:xfrm>
                <a:off x="7087743" y="1164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8" name="Freeform 32137">
                <a:extLst>
                  <a:ext uri="{FF2B5EF4-FFF2-40B4-BE49-F238E27FC236}">
                    <a16:creationId xmlns:a16="http://schemas.microsoft.com/office/drawing/2014/main" id="{BF53B7ED-6F75-068A-5A3B-BC8861610C1B}"/>
                  </a:ext>
                </a:extLst>
              </p:cNvPr>
              <p:cNvSpPr/>
              <p:nvPr/>
            </p:nvSpPr>
            <p:spPr>
              <a:xfrm>
                <a:off x="7088239" y="1297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9" name="Freeform 32138">
                <a:extLst>
                  <a:ext uri="{FF2B5EF4-FFF2-40B4-BE49-F238E27FC236}">
                    <a16:creationId xmlns:a16="http://schemas.microsoft.com/office/drawing/2014/main" id="{7371334B-2BAB-8DD6-7BBD-84238C12F2E4}"/>
                  </a:ext>
                </a:extLst>
              </p:cNvPr>
              <p:cNvSpPr/>
              <p:nvPr/>
            </p:nvSpPr>
            <p:spPr>
              <a:xfrm>
                <a:off x="7088735" y="1305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0" name="Freeform 32139">
                <a:extLst>
                  <a:ext uri="{FF2B5EF4-FFF2-40B4-BE49-F238E27FC236}">
                    <a16:creationId xmlns:a16="http://schemas.microsoft.com/office/drawing/2014/main" id="{AB670573-96B0-0A3C-D779-B06E71EB5774}"/>
                  </a:ext>
                </a:extLst>
              </p:cNvPr>
              <p:cNvSpPr/>
              <p:nvPr/>
            </p:nvSpPr>
            <p:spPr>
              <a:xfrm>
                <a:off x="7089330" y="1297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1" name="Freeform 32140">
                <a:extLst>
                  <a:ext uri="{FF2B5EF4-FFF2-40B4-BE49-F238E27FC236}">
                    <a16:creationId xmlns:a16="http://schemas.microsoft.com/office/drawing/2014/main" id="{E45451DB-B09C-BF32-69EC-B5359301E429}"/>
                  </a:ext>
                </a:extLst>
              </p:cNvPr>
              <p:cNvSpPr/>
              <p:nvPr/>
            </p:nvSpPr>
            <p:spPr>
              <a:xfrm>
                <a:off x="7089827" y="1253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2" name="Freeform 32141">
                <a:extLst>
                  <a:ext uri="{FF2B5EF4-FFF2-40B4-BE49-F238E27FC236}">
                    <a16:creationId xmlns:a16="http://schemas.microsoft.com/office/drawing/2014/main" id="{F037C827-2F34-8170-A5EE-B8F35283DB66}"/>
                  </a:ext>
                </a:extLst>
              </p:cNvPr>
              <p:cNvSpPr/>
              <p:nvPr/>
            </p:nvSpPr>
            <p:spPr>
              <a:xfrm>
                <a:off x="7090323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3" name="Freeform 32142">
                <a:extLst>
                  <a:ext uri="{FF2B5EF4-FFF2-40B4-BE49-F238E27FC236}">
                    <a16:creationId xmlns:a16="http://schemas.microsoft.com/office/drawing/2014/main" id="{59562AEB-BFA5-F05E-198C-72A487088F1C}"/>
                  </a:ext>
                </a:extLst>
              </p:cNvPr>
              <p:cNvSpPr/>
              <p:nvPr/>
            </p:nvSpPr>
            <p:spPr>
              <a:xfrm>
                <a:off x="7090918" y="12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4" name="Freeform 32143">
                <a:extLst>
                  <a:ext uri="{FF2B5EF4-FFF2-40B4-BE49-F238E27FC236}">
                    <a16:creationId xmlns:a16="http://schemas.microsoft.com/office/drawing/2014/main" id="{D10E665C-395B-3BEC-8601-5777981245D2}"/>
                  </a:ext>
                </a:extLst>
              </p:cNvPr>
              <p:cNvSpPr/>
              <p:nvPr/>
            </p:nvSpPr>
            <p:spPr>
              <a:xfrm>
                <a:off x="7091414" y="1193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5" name="Freeform 32144">
                <a:extLst>
                  <a:ext uri="{FF2B5EF4-FFF2-40B4-BE49-F238E27FC236}">
                    <a16:creationId xmlns:a16="http://schemas.microsoft.com/office/drawing/2014/main" id="{175EAFE8-1CA2-AAD7-56C5-B973F09F07D6}"/>
                  </a:ext>
                </a:extLst>
              </p:cNvPr>
              <p:cNvSpPr/>
              <p:nvPr/>
            </p:nvSpPr>
            <p:spPr>
              <a:xfrm>
                <a:off x="7091910" y="1493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6" name="Freeform 32145">
                <a:extLst>
                  <a:ext uri="{FF2B5EF4-FFF2-40B4-BE49-F238E27FC236}">
                    <a16:creationId xmlns:a16="http://schemas.microsoft.com/office/drawing/2014/main" id="{0819186F-994B-27C3-A548-13F104C7CD88}"/>
                  </a:ext>
                </a:extLst>
              </p:cNvPr>
              <p:cNvSpPr/>
              <p:nvPr/>
            </p:nvSpPr>
            <p:spPr>
              <a:xfrm>
                <a:off x="7092505" y="1790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7" name="Freeform 32146">
                <a:extLst>
                  <a:ext uri="{FF2B5EF4-FFF2-40B4-BE49-F238E27FC236}">
                    <a16:creationId xmlns:a16="http://schemas.microsoft.com/office/drawing/2014/main" id="{F7E71E8F-C757-B2AC-4399-8BCEEA84A9B2}"/>
                  </a:ext>
                </a:extLst>
              </p:cNvPr>
              <p:cNvSpPr/>
              <p:nvPr/>
            </p:nvSpPr>
            <p:spPr>
              <a:xfrm>
                <a:off x="7093002" y="1931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8" name="Freeform 32147">
                <a:extLst>
                  <a:ext uri="{FF2B5EF4-FFF2-40B4-BE49-F238E27FC236}">
                    <a16:creationId xmlns:a16="http://schemas.microsoft.com/office/drawing/2014/main" id="{752FB094-4FE6-A2F5-1656-68FD1013BEC4}"/>
                  </a:ext>
                </a:extLst>
              </p:cNvPr>
              <p:cNvSpPr/>
              <p:nvPr/>
            </p:nvSpPr>
            <p:spPr>
              <a:xfrm>
                <a:off x="7093498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9" name="Freeform 32148">
                <a:extLst>
                  <a:ext uri="{FF2B5EF4-FFF2-40B4-BE49-F238E27FC236}">
                    <a16:creationId xmlns:a16="http://schemas.microsoft.com/office/drawing/2014/main" id="{4D4DF473-D8D7-17F5-8F5E-AE450433A1A1}"/>
                  </a:ext>
                </a:extLst>
              </p:cNvPr>
              <p:cNvSpPr/>
              <p:nvPr/>
            </p:nvSpPr>
            <p:spPr>
              <a:xfrm>
                <a:off x="7094093" y="1947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0" name="Freeform 32149">
                <a:extLst>
                  <a:ext uri="{FF2B5EF4-FFF2-40B4-BE49-F238E27FC236}">
                    <a16:creationId xmlns:a16="http://schemas.microsoft.com/office/drawing/2014/main" id="{65D44A02-91D2-91FC-7A2C-C33C99CCC8E2}"/>
                  </a:ext>
                </a:extLst>
              </p:cNvPr>
              <p:cNvSpPr/>
              <p:nvPr/>
            </p:nvSpPr>
            <p:spPr>
              <a:xfrm>
                <a:off x="7094589" y="193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1" name="Freeform 32150">
                <a:extLst>
                  <a:ext uri="{FF2B5EF4-FFF2-40B4-BE49-F238E27FC236}">
                    <a16:creationId xmlns:a16="http://schemas.microsoft.com/office/drawing/2014/main" id="{1E82BCE4-79D3-FAB6-D79D-027921A8DCC5}"/>
                  </a:ext>
                </a:extLst>
              </p:cNvPr>
              <p:cNvSpPr/>
              <p:nvPr/>
            </p:nvSpPr>
            <p:spPr>
              <a:xfrm>
                <a:off x="7095085" y="1920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2" name="Freeform 32151">
                <a:extLst>
                  <a:ext uri="{FF2B5EF4-FFF2-40B4-BE49-F238E27FC236}">
                    <a16:creationId xmlns:a16="http://schemas.microsoft.com/office/drawing/2014/main" id="{1F3A74A2-8F98-F590-BEFF-199C276227D2}"/>
                  </a:ext>
                </a:extLst>
              </p:cNvPr>
              <p:cNvSpPr/>
              <p:nvPr/>
            </p:nvSpPr>
            <p:spPr>
              <a:xfrm>
                <a:off x="7095581" y="1915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3" name="Freeform 32152">
                <a:extLst>
                  <a:ext uri="{FF2B5EF4-FFF2-40B4-BE49-F238E27FC236}">
                    <a16:creationId xmlns:a16="http://schemas.microsoft.com/office/drawing/2014/main" id="{7F36E93E-C65C-43CA-0F3B-AC6EBAA4F49E}"/>
                  </a:ext>
                </a:extLst>
              </p:cNvPr>
              <p:cNvSpPr/>
              <p:nvPr/>
            </p:nvSpPr>
            <p:spPr>
              <a:xfrm>
                <a:off x="7096177" y="1866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4" name="Freeform 32153">
                <a:extLst>
                  <a:ext uri="{FF2B5EF4-FFF2-40B4-BE49-F238E27FC236}">
                    <a16:creationId xmlns:a16="http://schemas.microsoft.com/office/drawing/2014/main" id="{CE86A6E8-6DFA-272A-0FBC-7E6717C934EC}"/>
                  </a:ext>
                </a:extLst>
              </p:cNvPr>
              <p:cNvSpPr/>
              <p:nvPr/>
            </p:nvSpPr>
            <p:spPr>
              <a:xfrm>
                <a:off x="7096673" y="187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5" name="Freeform 32154">
                <a:extLst>
                  <a:ext uri="{FF2B5EF4-FFF2-40B4-BE49-F238E27FC236}">
                    <a16:creationId xmlns:a16="http://schemas.microsoft.com/office/drawing/2014/main" id="{75A5C5A2-BA02-2B75-4DA6-D0EE9C8F2978}"/>
                  </a:ext>
                </a:extLst>
              </p:cNvPr>
              <p:cNvSpPr/>
              <p:nvPr/>
            </p:nvSpPr>
            <p:spPr>
              <a:xfrm>
                <a:off x="7097169" y="1855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6" name="Freeform 32155">
                <a:extLst>
                  <a:ext uri="{FF2B5EF4-FFF2-40B4-BE49-F238E27FC236}">
                    <a16:creationId xmlns:a16="http://schemas.microsoft.com/office/drawing/2014/main" id="{40005886-32E8-F2EE-E03E-4569B295B545}"/>
                  </a:ext>
                </a:extLst>
              </p:cNvPr>
              <p:cNvSpPr/>
              <p:nvPr/>
            </p:nvSpPr>
            <p:spPr>
              <a:xfrm>
                <a:off x="7097764" y="1609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7" name="Freeform 32156">
                <a:extLst>
                  <a:ext uri="{FF2B5EF4-FFF2-40B4-BE49-F238E27FC236}">
                    <a16:creationId xmlns:a16="http://schemas.microsoft.com/office/drawing/2014/main" id="{425F5242-191E-C17D-1403-AB476F5A80EF}"/>
                  </a:ext>
                </a:extLst>
              </p:cNvPr>
              <p:cNvSpPr/>
              <p:nvPr/>
            </p:nvSpPr>
            <p:spPr>
              <a:xfrm>
                <a:off x="7098260" y="1270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8" name="Freeform 32157">
                <a:extLst>
                  <a:ext uri="{FF2B5EF4-FFF2-40B4-BE49-F238E27FC236}">
                    <a16:creationId xmlns:a16="http://schemas.microsoft.com/office/drawing/2014/main" id="{8775F32E-934D-3A46-983B-07EE2BC4AEAB}"/>
                  </a:ext>
                </a:extLst>
              </p:cNvPr>
              <p:cNvSpPr/>
              <p:nvPr/>
            </p:nvSpPr>
            <p:spPr>
              <a:xfrm>
                <a:off x="7098756" y="1180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9" name="Freeform 32158">
                <a:extLst>
                  <a:ext uri="{FF2B5EF4-FFF2-40B4-BE49-F238E27FC236}">
                    <a16:creationId xmlns:a16="http://schemas.microsoft.com/office/drawing/2014/main" id="{DAD89521-E4E8-88BA-125B-1EC3FDE99AF3}"/>
                  </a:ext>
                </a:extLst>
              </p:cNvPr>
              <p:cNvSpPr/>
              <p:nvPr/>
            </p:nvSpPr>
            <p:spPr>
              <a:xfrm>
                <a:off x="7099352" y="1210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0" name="Freeform 32159">
                <a:extLst>
                  <a:ext uri="{FF2B5EF4-FFF2-40B4-BE49-F238E27FC236}">
                    <a16:creationId xmlns:a16="http://schemas.microsoft.com/office/drawing/2014/main" id="{EB661F2C-D427-7EFE-76EE-99DB63367B7E}"/>
                  </a:ext>
                </a:extLst>
              </p:cNvPr>
              <p:cNvSpPr/>
              <p:nvPr/>
            </p:nvSpPr>
            <p:spPr>
              <a:xfrm>
                <a:off x="7099848" y="1241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1" name="Freeform 32160">
                <a:extLst>
                  <a:ext uri="{FF2B5EF4-FFF2-40B4-BE49-F238E27FC236}">
                    <a16:creationId xmlns:a16="http://schemas.microsoft.com/office/drawing/2014/main" id="{3AB1D436-B7C3-115C-14AF-DC7675E92099}"/>
                  </a:ext>
                </a:extLst>
              </p:cNvPr>
              <p:cNvSpPr/>
              <p:nvPr/>
            </p:nvSpPr>
            <p:spPr>
              <a:xfrm>
                <a:off x="7100344" y="1091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2" name="Freeform 32161">
                <a:extLst>
                  <a:ext uri="{FF2B5EF4-FFF2-40B4-BE49-F238E27FC236}">
                    <a16:creationId xmlns:a16="http://schemas.microsoft.com/office/drawing/2014/main" id="{1722C5FD-FC30-43ED-62B9-74310A27D39B}"/>
                  </a:ext>
                </a:extLst>
              </p:cNvPr>
              <p:cNvSpPr/>
              <p:nvPr/>
            </p:nvSpPr>
            <p:spPr>
              <a:xfrm>
                <a:off x="7100939" y="1170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3" name="Freeform 32162">
                <a:extLst>
                  <a:ext uri="{FF2B5EF4-FFF2-40B4-BE49-F238E27FC236}">
                    <a16:creationId xmlns:a16="http://schemas.microsoft.com/office/drawing/2014/main" id="{71EBC7E1-D681-F39C-E4B8-6A8ECD616C01}"/>
                  </a:ext>
                </a:extLst>
              </p:cNvPr>
              <p:cNvSpPr/>
              <p:nvPr/>
            </p:nvSpPr>
            <p:spPr>
              <a:xfrm>
                <a:off x="7101435" y="1199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4" name="Freeform 32163">
                <a:extLst>
                  <a:ext uri="{FF2B5EF4-FFF2-40B4-BE49-F238E27FC236}">
                    <a16:creationId xmlns:a16="http://schemas.microsoft.com/office/drawing/2014/main" id="{457D720A-990A-800B-0C31-A1244FDE3CB5}"/>
                  </a:ext>
                </a:extLst>
              </p:cNvPr>
              <p:cNvSpPr/>
              <p:nvPr/>
            </p:nvSpPr>
            <p:spPr>
              <a:xfrm>
                <a:off x="7101931" y="1173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5" name="Freeform 32164">
                <a:extLst>
                  <a:ext uri="{FF2B5EF4-FFF2-40B4-BE49-F238E27FC236}">
                    <a16:creationId xmlns:a16="http://schemas.microsoft.com/office/drawing/2014/main" id="{1FAE4AEA-8D7A-6294-4943-6DD2C2C1B057}"/>
                  </a:ext>
                </a:extLst>
              </p:cNvPr>
              <p:cNvSpPr/>
              <p:nvPr/>
            </p:nvSpPr>
            <p:spPr>
              <a:xfrm>
                <a:off x="7102527" y="1128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6" name="Freeform 32165">
                <a:extLst>
                  <a:ext uri="{FF2B5EF4-FFF2-40B4-BE49-F238E27FC236}">
                    <a16:creationId xmlns:a16="http://schemas.microsoft.com/office/drawing/2014/main" id="{AF58763F-F281-166A-0368-DC4C30C931CB}"/>
                  </a:ext>
                </a:extLst>
              </p:cNvPr>
              <p:cNvSpPr/>
              <p:nvPr/>
            </p:nvSpPr>
            <p:spPr>
              <a:xfrm>
                <a:off x="7103023" y="1071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7" name="Freeform 32166">
                <a:extLst>
                  <a:ext uri="{FF2B5EF4-FFF2-40B4-BE49-F238E27FC236}">
                    <a16:creationId xmlns:a16="http://schemas.microsoft.com/office/drawing/2014/main" id="{ADDC3BAD-BA3A-4D48-5914-E6404BF96A2B}"/>
                  </a:ext>
                </a:extLst>
              </p:cNvPr>
              <p:cNvSpPr/>
              <p:nvPr/>
            </p:nvSpPr>
            <p:spPr>
              <a:xfrm>
                <a:off x="7103519" y="1046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8" name="Freeform 32167">
                <a:extLst>
                  <a:ext uri="{FF2B5EF4-FFF2-40B4-BE49-F238E27FC236}">
                    <a16:creationId xmlns:a16="http://schemas.microsoft.com/office/drawing/2014/main" id="{70962DE8-6E1E-F400-6EB3-C01248D74668}"/>
                  </a:ext>
                </a:extLst>
              </p:cNvPr>
              <p:cNvSpPr/>
              <p:nvPr/>
            </p:nvSpPr>
            <p:spPr>
              <a:xfrm>
                <a:off x="7104114" y="1062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9" name="Freeform 32168">
                <a:extLst>
                  <a:ext uri="{FF2B5EF4-FFF2-40B4-BE49-F238E27FC236}">
                    <a16:creationId xmlns:a16="http://schemas.microsoft.com/office/drawing/2014/main" id="{9452D501-C0F9-D617-BF86-C9DFC72CF649}"/>
                  </a:ext>
                </a:extLst>
              </p:cNvPr>
              <p:cNvSpPr/>
              <p:nvPr/>
            </p:nvSpPr>
            <p:spPr>
              <a:xfrm>
                <a:off x="7104610" y="1213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0" name="Freeform 32169">
                <a:extLst>
                  <a:ext uri="{FF2B5EF4-FFF2-40B4-BE49-F238E27FC236}">
                    <a16:creationId xmlns:a16="http://schemas.microsoft.com/office/drawing/2014/main" id="{49B7FB9F-8D24-D9F6-2D75-6030A7FDE50E}"/>
                  </a:ext>
                </a:extLst>
              </p:cNvPr>
              <p:cNvSpPr/>
              <p:nvPr/>
            </p:nvSpPr>
            <p:spPr>
              <a:xfrm>
                <a:off x="7105106" y="1735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1" name="Freeform 32170">
                <a:extLst>
                  <a:ext uri="{FF2B5EF4-FFF2-40B4-BE49-F238E27FC236}">
                    <a16:creationId xmlns:a16="http://schemas.microsoft.com/office/drawing/2014/main" id="{F8E0733E-9068-F4C6-67E2-8841939019F6}"/>
                  </a:ext>
                </a:extLst>
              </p:cNvPr>
              <p:cNvSpPr/>
              <p:nvPr/>
            </p:nvSpPr>
            <p:spPr>
              <a:xfrm>
                <a:off x="7105702" y="1862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2" name="Freeform 32171">
                <a:extLst>
                  <a:ext uri="{FF2B5EF4-FFF2-40B4-BE49-F238E27FC236}">
                    <a16:creationId xmlns:a16="http://schemas.microsoft.com/office/drawing/2014/main" id="{BBADD535-E3E4-99D2-3F84-80C166B072B6}"/>
                  </a:ext>
                </a:extLst>
              </p:cNvPr>
              <p:cNvSpPr/>
              <p:nvPr/>
            </p:nvSpPr>
            <p:spPr>
              <a:xfrm>
                <a:off x="7106198" y="189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3" name="Freeform 32172">
                <a:extLst>
                  <a:ext uri="{FF2B5EF4-FFF2-40B4-BE49-F238E27FC236}">
                    <a16:creationId xmlns:a16="http://schemas.microsoft.com/office/drawing/2014/main" id="{78B969F3-35C2-85AD-7227-D138C542B8C8}"/>
                  </a:ext>
                </a:extLst>
              </p:cNvPr>
              <p:cNvSpPr/>
              <p:nvPr/>
            </p:nvSpPr>
            <p:spPr>
              <a:xfrm>
                <a:off x="7106694" y="1885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4" name="Freeform 32173">
                <a:extLst>
                  <a:ext uri="{FF2B5EF4-FFF2-40B4-BE49-F238E27FC236}">
                    <a16:creationId xmlns:a16="http://schemas.microsoft.com/office/drawing/2014/main" id="{C6A6A915-8653-D68A-6DA2-AEFA24CFF8BA}"/>
                  </a:ext>
                </a:extLst>
              </p:cNvPr>
              <p:cNvSpPr/>
              <p:nvPr/>
            </p:nvSpPr>
            <p:spPr>
              <a:xfrm>
                <a:off x="7107289" y="1851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5" name="Freeform 32174">
                <a:extLst>
                  <a:ext uri="{FF2B5EF4-FFF2-40B4-BE49-F238E27FC236}">
                    <a16:creationId xmlns:a16="http://schemas.microsoft.com/office/drawing/2014/main" id="{9161BB6A-B25D-934F-7C2A-72244E3A808D}"/>
                  </a:ext>
                </a:extLst>
              </p:cNvPr>
              <p:cNvSpPr/>
              <p:nvPr/>
            </p:nvSpPr>
            <p:spPr>
              <a:xfrm>
                <a:off x="7107785" y="1874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6" name="Freeform 32175">
                <a:extLst>
                  <a:ext uri="{FF2B5EF4-FFF2-40B4-BE49-F238E27FC236}">
                    <a16:creationId xmlns:a16="http://schemas.microsoft.com/office/drawing/2014/main" id="{7477D218-D250-3406-B36B-A0B4D1926977}"/>
                  </a:ext>
                </a:extLst>
              </p:cNvPr>
              <p:cNvSpPr/>
              <p:nvPr/>
            </p:nvSpPr>
            <p:spPr>
              <a:xfrm>
                <a:off x="7108281" y="1766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7" name="Freeform 32176">
                <a:extLst>
                  <a:ext uri="{FF2B5EF4-FFF2-40B4-BE49-F238E27FC236}">
                    <a16:creationId xmlns:a16="http://schemas.microsoft.com/office/drawing/2014/main" id="{BC72BA76-DFA1-1B09-D1D0-519BB760B142}"/>
                  </a:ext>
                </a:extLst>
              </p:cNvPr>
              <p:cNvSpPr/>
              <p:nvPr/>
            </p:nvSpPr>
            <p:spPr>
              <a:xfrm>
                <a:off x="7108777" y="1735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8" name="Freeform 32177">
                <a:extLst>
                  <a:ext uri="{FF2B5EF4-FFF2-40B4-BE49-F238E27FC236}">
                    <a16:creationId xmlns:a16="http://schemas.microsoft.com/office/drawing/2014/main" id="{CF44DB2C-1935-1E9E-2FBD-9FFDB3A07DCC}"/>
                  </a:ext>
                </a:extLst>
              </p:cNvPr>
              <p:cNvSpPr/>
              <p:nvPr/>
            </p:nvSpPr>
            <p:spPr>
              <a:xfrm>
                <a:off x="7109373" y="177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9" name="Freeform 32178">
                <a:extLst>
                  <a:ext uri="{FF2B5EF4-FFF2-40B4-BE49-F238E27FC236}">
                    <a16:creationId xmlns:a16="http://schemas.microsoft.com/office/drawing/2014/main" id="{988A8205-0334-B241-22FE-1F828058188B}"/>
                  </a:ext>
                </a:extLst>
              </p:cNvPr>
              <p:cNvSpPr/>
              <p:nvPr/>
            </p:nvSpPr>
            <p:spPr>
              <a:xfrm>
                <a:off x="7109869" y="1743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0" name="Freeform 32179">
                <a:extLst>
                  <a:ext uri="{FF2B5EF4-FFF2-40B4-BE49-F238E27FC236}">
                    <a16:creationId xmlns:a16="http://schemas.microsoft.com/office/drawing/2014/main" id="{DE9BFAAE-9E6D-4A2C-31ED-45F27ACFBB1F}"/>
                  </a:ext>
                </a:extLst>
              </p:cNvPr>
              <p:cNvSpPr/>
              <p:nvPr/>
            </p:nvSpPr>
            <p:spPr>
              <a:xfrm>
                <a:off x="7110365" y="1582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1" name="Freeform 32180">
                <a:extLst>
                  <a:ext uri="{FF2B5EF4-FFF2-40B4-BE49-F238E27FC236}">
                    <a16:creationId xmlns:a16="http://schemas.microsoft.com/office/drawing/2014/main" id="{BC2B123E-ED59-AB83-F93A-9975298F693F}"/>
                  </a:ext>
                </a:extLst>
              </p:cNvPr>
              <p:cNvSpPr/>
              <p:nvPr/>
            </p:nvSpPr>
            <p:spPr>
              <a:xfrm>
                <a:off x="7110960" y="12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2" name="Freeform 32181">
                <a:extLst>
                  <a:ext uri="{FF2B5EF4-FFF2-40B4-BE49-F238E27FC236}">
                    <a16:creationId xmlns:a16="http://schemas.microsoft.com/office/drawing/2014/main" id="{4F48DAC7-7EB2-61DC-0951-408D31037D9B}"/>
                  </a:ext>
                </a:extLst>
              </p:cNvPr>
              <p:cNvSpPr/>
              <p:nvPr/>
            </p:nvSpPr>
            <p:spPr>
              <a:xfrm>
                <a:off x="7111456" y="1206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3" name="Freeform 32182">
                <a:extLst>
                  <a:ext uri="{FF2B5EF4-FFF2-40B4-BE49-F238E27FC236}">
                    <a16:creationId xmlns:a16="http://schemas.microsoft.com/office/drawing/2014/main" id="{CCA126B8-BCA4-AAFA-FE36-DC436B05F672}"/>
                  </a:ext>
                </a:extLst>
              </p:cNvPr>
              <p:cNvSpPr/>
              <p:nvPr/>
            </p:nvSpPr>
            <p:spPr>
              <a:xfrm>
                <a:off x="7111952" y="1251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4" name="Freeform 32183">
                <a:extLst>
                  <a:ext uri="{FF2B5EF4-FFF2-40B4-BE49-F238E27FC236}">
                    <a16:creationId xmlns:a16="http://schemas.microsoft.com/office/drawing/2014/main" id="{1138B40A-7336-F037-14FA-66307AE631CA}"/>
                  </a:ext>
                </a:extLst>
              </p:cNvPr>
              <p:cNvSpPr/>
              <p:nvPr/>
            </p:nvSpPr>
            <p:spPr>
              <a:xfrm>
                <a:off x="7112548" y="1303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5" name="Freeform 32184">
                <a:extLst>
                  <a:ext uri="{FF2B5EF4-FFF2-40B4-BE49-F238E27FC236}">
                    <a16:creationId xmlns:a16="http://schemas.microsoft.com/office/drawing/2014/main" id="{684C3365-9604-DBC9-BB59-AD6DAD7D81D7}"/>
                  </a:ext>
                </a:extLst>
              </p:cNvPr>
              <p:cNvSpPr/>
              <p:nvPr/>
            </p:nvSpPr>
            <p:spPr>
              <a:xfrm>
                <a:off x="7113044" y="1235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6" name="Freeform 32185">
                <a:extLst>
                  <a:ext uri="{FF2B5EF4-FFF2-40B4-BE49-F238E27FC236}">
                    <a16:creationId xmlns:a16="http://schemas.microsoft.com/office/drawing/2014/main" id="{BA44A579-3C22-6187-79E0-C0F8893669B0}"/>
                  </a:ext>
                </a:extLst>
              </p:cNvPr>
              <p:cNvSpPr/>
              <p:nvPr/>
            </p:nvSpPr>
            <p:spPr>
              <a:xfrm>
                <a:off x="7113540" y="1314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7" name="Freeform 32186">
                <a:extLst>
                  <a:ext uri="{FF2B5EF4-FFF2-40B4-BE49-F238E27FC236}">
                    <a16:creationId xmlns:a16="http://schemas.microsoft.com/office/drawing/2014/main" id="{67A164EA-BE27-8793-1A05-D18AED160A37}"/>
                  </a:ext>
                </a:extLst>
              </p:cNvPr>
              <p:cNvSpPr/>
              <p:nvPr/>
            </p:nvSpPr>
            <p:spPr>
              <a:xfrm>
                <a:off x="7114135" y="1366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8" name="Freeform 32187">
                <a:extLst>
                  <a:ext uri="{FF2B5EF4-FFF2-40B4-BE49-F238E27FC236}">
                    <a16:creationId xmlns:a16="http://schemas.microsoft.com/office/drawing/2014/main" id="{5CB205F8-4864-DF4F-AB50-673E53784B3D}"/>
                  </a:ext>
                </a:extLst>
              </p:cNvPr>
              <p:cNvSpPr/>
              <p:nvPr/>
            </p:nvSpPr>
            <p:spPr>
              <a:xfrm>
                <a:off x="7114631" y="1329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9" name="Freeform 32188">
                <a:extLst>
                  <a:ext uri="{FF2B5EF4-FFF2-40B4-BE49-F238E27FC236}">
                    <a16:creationId xmlns:a16="http://schemas.microsoft.com/office/drawing/2014/main" id="{E9FDBD10-492C-86FB-6545-AF6125B73CCC}"/>
                  </a:ext>
                </a:extLst>
              </p:cNvPr>
              <p:cNvSpPr/>
              <p:nvPr/>
            </p:nvSpPr>
            <p:spPr>
              <a:xfrm>
                <a:off x="7115127" y="1303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0" name="Freeform 32189">
                <a:extLst>
                  <a:ext uri="{FF2B5EF4-FFF2-40B4-BE49-F238E27FC236}">
                    <a16:creationId xmlns:a16="http://schemas.microsoft.com/office/drawing/2014/main" id="{5D06D768-E84A-86B4-8961-67D9C9D84A21}"/>
                  </a:ext>
                </a:extLst>
              </p:cNvPr>
              <p:cNvSpPr/>
              <p:nvPr/>
            </p:nvSpPr>
            <p:spPr>
              <a:xfrm>
                <a:off x="7115723" y="1280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1" name="Freeform 32190">
                <a:extLst>
                  <a:ext uri="{FF2B5EF4-FFF2-40B4-BE49-F238E27FC236}">
                    <a16:creationId xmlns:a16="http://schemas.microsoft.com/office/drawing/2014/main" id="{41E6D5DA-DF97-0996-A4F4-79770BB41070}"/>
                  </a:ext>
                </a:extLst>
              </p:cNvPr>
              <p:cNvSpPr/>
              <p:nvPr/>
            </p:nvSpPr>
            <p:spPr>
              <a:xfrm>
                <a:off x="7116219" y="1271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2" name="Freeform 32191">
                <a:extLst>
                  <a:ext uri="{FF2B5EF4-FFF2-40B4-BE49-F238E27FC236}">
                    <a16:creationId xmlns:a16="http://schemas.microsoft.com/office/drawing/2014/main" id="{CC3BEAD6-895A-2515-89F9-3FB34927988D}"/>
                  </a:ext>
                </a:extLst>
              </p:cNvPr>
              <p:cNvSpPr/>
              <p:nvPr/>
            </p:nvSpPr>
            <p:spPr>
              <a:xfrm>
                <a:off x="7116715" y="1247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3" name="Freeform 32192">
                <a:extLst>
                  <a:ext uri="{FF2B5EF4-FFF2-40B4-BE49-F238E27FC236}">
                    <a16:creationId xmlns:a16="http://schemas.microsoft.com/office/drawing/2014/main" id="{579CF79F-1CC0-1B3E-ECA9-1C593CEB403C}"/>
                  </a:ext>
                </a:extLst>
              </p:cNvPr>
              <p:cNvSpPr/>
              <p:nvPr/>
            </p:nvSpPr>
            <p:spPr>
              <a:xfrm>
                <a:off x="7117310" y="1451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4" name="Freeform 32193">
                <a:extLst>
                  <a:ext uri="{FF2B5EF4-FFF2-40B4-BE49-F238E27FC236}">
                    <a16:creationId xmlns:a16="http://schemas.microsoft.com/office/drawing/2014/main" id="{FA2EFDB3-C351-5DFD-37EC-64628F0BB8B3}"/>
                  </a:ext>
                </a:extLst>
              </p:cNvPr>
              <p:cNvSpPr/>
              <p:nvPr/>
            </p:nvSpPr>
            <p:spPr>
              <a:xfrm>
                <a:off x="7117806" y="1813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5" name="Freeform 32194">
                <a:extLst>
                  <a:ext uri="{FF2B5EF4-FFF2-40B4-BE49-F238E27FC236}">
                    <a16:creationId xmlns:a16="http://schemas.microsoft.com/office/drawing/2014/main" id="{8945DBBE-FC44-3332-EF92-B058A393B9F7}"/>
                  </a:ext>
                </a:extLst>
              </p:cNvPr>
              <p:cNvSpPr/>
              <p:nvPr/>
            </p:nvSpPr>
            <p:spPr>
              <a:xfrm>
                <a:off x="7118302" y="1910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6" name="Freeform 32195">
                <a:extLst>
                  <a:ext uri="{FF2B5EF4-FFF2-40B4-BE49-F238E27FC236}">
                    <a16:creationId xmlns:a16="http://schemas.microsoft.com/office/drawing/2014/main" id="{B8E718C3-377B-DB39-0DA2-6F7B6D2AF8F9}"/>
                  </a:ext>
                </a:extLst>
              </p:cNvPr>
              <p:cNvSpPr/>
              <p:nvPr/>
            </p:nvSpPr>
            <p:spPr>
              <a:xfrm>
                <a:off x="7118898" y="1940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7" name="Freeform 32196">
                <a:extLst>
                  <a:ext uri="{FF2B5EF4-FFF2-40B4-BE49-F238E27FC236}">
                    <a16:creationId xmlns:a16="http://schemas.microsoft.com/office/drawing/2014/main" id="{C75B5ED7-B682-220C-0381-50672B165168}"/>
                  </a:ext>
                </a:extLst>
              </p:cNvPr>
              <p:cNvSpPr/>
              <p:nvPr/>
            </p:nvSpPr>
            <p:spPr>
              <a:xfrm>
                <a:off x="7119394" y="1930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8" name="Freeform 32197">
                <a:extLst>
                  <a:ext uri="{FF2B5EF4-FFF2-40B4-BE49-F238E27FC236}">
                    <a16:creationId xmlns:a16="http://schemas.microsoft.com/office/drawing/2014/main" id="{5241417B-2566-8C64-23DD-CA97347965C5}"/>
                  </a:ext>
                </a:extLst>
              </p:cNvPr>
              <p:cNvSpPr/>
              <p:nvPr/>
            </p:nvSpPr>
            <p:spPr>
              <a:xfrm>
                <a:off x="7119890" y="1930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9" name="Freeform 32198">
                <a:extLst>
                  <a:ext uri="{FF2B5EF4-FFF2-40B4-BE49-F238E27FC236}">
                    <a16:creationId xmlns:a16="http://schemas.microsoft.com/office/drawing/2014/main" id="{EE8E38E7-3E67-1BBF-3D83-58E02C7DE2F5}"/>
                  </a:ext>
                </a:extLst>
              </p:cNvPr>
              <p:cNvSpPr/>
              <p:nvPr/>
            </p:nvSpPr>
            <p:spPr>
              <a:xfrm>
                <a:off x="7120386" y="1936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0" name="Freeform 32199">
                <a:extLst>
                  <a:ext uri="{FF2B5EF4-FFF2-40B4-BE49-F238E27FC236}">
                    <a16:creationId xmlns:a16="http://schemas.microsoft.com/office/drawing/2014/main" id="{4F046A64-F8C7-E4C8-0BB8-D42508493535}"/>
                  </a:ext>
                </a:extLst>
              </p:cNvPr>
              <p:cNvSpPr/>
              <p:nvPr/>
            </p:nvSpPr>
            <p:spPr>
              <a:xfrm>
                <a:off x="7120981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1" name="Freeform 32200">
                <a:extLst>
                  <a:ext uri="{FF2B5EF4-FFF2-40B4-BE49-F238E27FC236}">
                    <a16:creationId xmlns:a16="http://schemas.microsoft.com/office/drawing/2014/main" id="{87189684-D07A-1A1A-A80A-019ACDBBDFE5}"/>
                  </a:ext>
                </a:extLst>
              </p:cNvPr>
              <p:cNvSpPr/>
              <p:nvPr/>
            </p:nvSpPr>
            <p:spPr>
              <a:xfrm>
                <a:off x="7121477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2" name="Freeform 32201">
                <a:extLst>
                  <a:ext uri="{FF2B5EF4-FFF2-40B4-BE49-F238E27FC236}">
                    <a16:creationId xmlns:a16="http://schemas.microsoft.com/office/drawing/2014/main" id="{3CAB1E0F-5BA2-C7D4-324D-FF25224C360D}"/>
                  </a:ext>
                </a:extLst>
              </p:cNvPr>
              <p:cNvSpPr/>
              <p:nvPr/>
            </p:nvSpPr>
            <p:spPr>
              <a:xfrm>
                <a:off x="7121973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3" name="Freeform 32202">
                <a:extLst>
                  <a:ext uri="{FF2B5EF4-FFF2-40B4-BE49-F238E27FC236}">
                    <a16:creationId xmlns:a16="http://schemas.microsoft.com/office/drawing/2014/main" id="{26FDBF3B-EB6F-74E8-752C-3E01CD50D884}"/>
                  </a:ext>
                </a:extLst>
              </p:cNvPr>
              <p:cNvSpPr/>
              <p:nvPr/>
            </p:nvSpPr>
            <p:spPr>
              <a:xfrm>
                <a:off x="7122569" y="194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4" name="Freeform 32203">
                <a:extLst>
                  <a:ext uri="{FF2B5EF4-FFF2-40B4-BE49-F238E27FC236}">
                    <a16:creationId xmlns:a16="http://schemas.microsoft.com/office/drawing/2014/main" id="{95F86B4E-B48C-2372-348C-7F6B8687667E}"/>
                  </a:ext>
                </a:extLst>
              </p:cNvPr>
              <p:cNvSpPr/>
              <p:nvPr/>
            </p:nvSpPr>
            <p:spPr>
              <a:xfrm>
                <a:off x="7123065" y="1744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5" name="Freeform 32204">
                <a:extLst>
                  <a:ext uri="{FF2B5EF4-FFF2-40B4-BE49-F238E27FC236}">
                    <a16:creationId xmlns:a16="http://schemas.microsoft.com/office/drawing/2014/main" id="{55611111-3921-88A0-67E5-790095DBF4EA}"/>
                  </a:ext>
                </a:extLst>
              </p:cNvPr>
              <p:cNvSpPr/>
              <p:nvPr/>
            </p:nvSpPr>
            <p:spPr>
              <a:xfrm>
                <a:off x="7123561" y="1510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6" name="Freeform 32205">
                <a:extLst>
                  <a:ext uri="{FF2B5EF4-FFF2-40B4-BE49-F238E27FC236}">
                    <a16:creationId xmlns:a16="http://schemas.microsoft.com/office/drawing/2014/main" id="{3BFED578-E48D-195C-69D8-24A64748917E}"/>
                  </a:ext>
                </a:extLst>
              </p:cNvPr>
              <p:cNvSpPr/>
              <p:nvPr/>
            </p:nvSpPr>
            <p:spPr>
              <a:xfrm>
                <a:off x="7124156" y="141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7" name="Freeform 32206">
                <a:extLst>
                  <a:ext uri="{FF2B5EF4-FFF2-40B4-BE49-F238E27FC236}">
                    <a16:creationId xmlns:a16="http://schemas.microsoft.com/office/drawing/2014/main" id="{36342AD1-8532-C82B-230A-3A317F5DC6A7}"/>
                  </a:ext>
                </a:extLst>
              </p:cNvPr>
              <p:cNvSpPr/>
              <p:nvPr/>
            </p:nvSpPr>
            <p:spPr>
              <a:xfrm>
                <a:off x="7124652" y="1486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8" name="Freeform 32207">
                <a:extLst>
                  <a:ext uri="{FF2B5EF4-FFF2-40B4-BE49-F238E27FC236}">
                    <a16:creationId xmlns:a16="http://schemas.microsoft.com/office/drawing/2014/main" id="{8C5F0D8F-CF3B-00B1-F3B8-63029BC7EA59}"/>
                  </a:ext>
                </a:extLst>
              </p:cNvPr>
              <p:cNvSpPr/>
              <p:nvPr/>
            </p:nvSpPr>
            <p:spPr>
              <a:xfrm>
                <a:off x="7125148" y="1495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9" name="Freeform 32208">
                <a:extLst>
                  <a:ext uri="{FF2B5EF4-FFF2-40B4-BE49-F238E27FC236}">
                    <a16:creationId xmlns:a16="http://schemas.microsoft.com/office/drawing/2014/main" id="{E5F92C2F-50FF-1584-A013-9DDB8F40BF78}"/>
                  </a:ext>
                </a:extLst>
              </p:cNvPr>
              <p:cNvSpPr/>
              <p:nvPr/>
            </p:nvSpPr>
            <p:spPr>
              <a:xfrm>
                <a:off x="7125744" y="1422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0" name="Freeform 32209">
                <a:extLst>
                  <a:ext uri="{FF2B5EF4-FFF2-40B4-BE49-F238E27FC236}">
                    <a16:creationId xmlns:a16="http://schemas.microsoft.com/office/drawing/2014/main" id="{B91C8D54-B5E0-0595-79C6-79425FCB968F}"/>
                  </a:ext>
                </a:extLst>
              </p:cNvPr>
              <p:cNvSpPr/>
              <p:nvPr/>
            </p:nvSpPr>
            <p:spPr>
              <a:xfrm>
                <a:off x="7126240" y="1471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1" name="Freeform 32210">
                <a:extLst>
                  <a:ext uri="{FF2B5EF4-FFF2-40B4-BE49-F238E27FC236}">
                    <a16:creationId xmlns:a16="http://schemas.microsoft.com/office/drawing/2014/main" id="{520D36E3-EAC8-CDFB-94A8-6B88A0F8741B}"/>
                  </a:ext>
                </a:extLst>
              </p:cNvPr>
              <p:cNvSpPr/>
              <p:nvPr/>
            </p:nvSpPr>
            <p:spPr>
              <a:xfrm>
                <a:off x="7126736" y="1500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2" name="Freeform 32211">
                <a:extLst>
                  <a:ext uri="{FF2B5EF4-FFF2-40B4-BE49-F238E27FC236}">
                    <a16:creationId xmlns:a16="http://schemas.microsoft.com/office/drawing/2014/main" id="{CE8845AC-BA0E-DB12-470A-344B39C6EDDD}"/>
                  </a:ext>
                </a:extLst>
              </p:cNvPr>
              <p:cNvSpPr/>
              <p:nvPr/>
            </p:nvSpPr>
            <p:spPr>
              <a:xfrm>
                <a:off x="7127331" y="1477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3" name="Freeform 32212">
                <a:extLst>
                  <a:ext uri="{FF2B5EF4-FFF2-40B4-BE49-F238E27FC236}">
                    <a16:creationId xmlns:a16="http://schemas.microsoft.com/office/drawing/2014/main" id="{F9EB998D-8E80-0815-ECA8-B5C8E89FD9F1}"/>
                  </a:ext>
                </a:extLst>
              </p:cNvPr>
              <p:cNvSpPr/>
              <p:nvPr/>
            </p:nvSpPr>
            <p:spPr>
              <a:xfrm>
                <a:off x="7127827" y="1470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4" name="Freeform 32213">
                <a:extLst>
                  <a:ext uri="{FF2B5EF4-FFF2-40B4-BE49-F238E27FC236}">
                    <a16:creationId xmlns:a16="http://schemas.microsoft.com/office/drawing/2014/main" id="{7A19336C-66D1-0C65-1A64-52C9ADFD2421}"/>
                  </a:ext>
                </a:extLst>
              </p:cNvPr>
              <p:cNvSpPr/>
              <p:nvPr/>
            </p:nvSpPr>
            <p:spPr>
              <a:xfrm>
                <a:off x="7128323" y="1415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5" name="Freeform 32214">
                <a:extLst>
                  <a:ext uri="{FF2B5EF4-FFF2-40B4-BE49-F238E27FC236}">
                    <a16:creationId xmlns:a16="http://schemas.microsoft.com/office/drawing/2014/main" id="{7432D284-1F59-9038-7BDD-6BFDB7B94EC5}"/>
                  </a:ext>
                </a:extLst>
              </p:cNvPr>
              <p:cNvSpPr/>
              <p:nvPr/>
            </p:nvSpPr>
            <p:spPr>
              <a:xfrm>
                <a:off x="7128919" y="1431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6" name="Freeform 32215">
                <a:extLst>
                  <a:ext uri="{FF2B5EF4-FFF2-40B4-BE49-F238E27FC236}">
                    <a16:creationId xmlns:a16="http://schemas.microsoft.com/office/drawing/2014/main" id="{FA01F3A6-C375-F377-EC85-441BE61326C6}"/>
                  </a:ext>
                </a:extLst>
              </p:cNvPr>
              <p:cNvSpPr/>
              <p:nvPr/>
            </p:nvSpPr>
            <p:spPr>
              <a:xfrm>
                <a:off x="7129415" y="1394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7" name="Freeform 32216">
                <a:extLst>
                  <a:ext uri="{FF2B5EF4-FFF2-40B4-BE49-F238E27FC236}">
                    <a16:creationId xmlns:a16="http://schemas.microsoft.com/office/drawing/2014/main" id="{33B88057-0D3D-D11F-88A5-796D080D37E0}"/>
                  </a:ext>
                </a:extLst>
              </p:cNvPr>
              <p:cNvSpPr/>
              <p:nvPr/>
            </p:nvSpPr>
            <p:spPr>
              <a:xfrm>
                <a:off x="7129911" y="1733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8" name="Freeform 32217">
                <a:extLst>
                  <a:ext uri="{FF2B5EF4-FFF2-40B4-BE49-F238E27FC236}">
                    <a16:creationId xmlns:a16="http://schemas.microsoft.com/office/drawing/2014/main" id="{33A2637F-B9DF-09EE-22F5-81473BA0BB54}"/>
                  </a:ext>
                </a:extLst>
              </p:cNvPr>
              <p:cNvSpPr/>
              <p:nvPr/>
            </p:nvSpPr>
            <p:spPr>
              <a:xfrm>
                <a:off x="7130506" y="1986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9" name="Freeform 32218">
                <a:extLst>
                  <a:ext uri="{FF2B5EF4-FFF2-40B4-BE49-F238E27FC236}">
                    <a16:creationId xmlns:a16="http://schemas.microsoft.com/office/drawing/2014/main" id="{7E205E19-C855-A20C-6CCB-BF6948F82F1E}"/>
                  </a:ext>
                </a:extLst>
              </p:cNvPr>
              <p:cNvSpPr/>
              <p:nvPr/>
            </p:nvSpPr>
            <p:spPr>
              <a:xfrm>
                <a:off x="7131002" y="2059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0" name="Freeform 32219">
                <a:extLst>
                  <a:ext uri="{FF2B5EF4-FFF2-40B4-BE49-F238E27FC236}">
                    <a16:creationId xmlns:a16="http://schemas.microsoft.com/office/drawing/2014/main" id="{4F808C2A-A22B-F1CA-8734-6A474CB0516D}"/>
                  </a:ext>
                </a:extLst>
              </p:cNvPr>
              <p:cNvSpPr/>
              <p:nvPr/>
            </p:nvSpPr>
            <p:spPr>
              <a:xfrm>
                <a:off x="7131498" y="207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1" name="Freeform 32220">
                <a:extLst>
                  <a:ext uri="{FF2B5EF4-FFF2-40B4-BE49-F238E27FC236}">
                    <a16:creationId xmlns:a16="http://schemas.microsoft.com/office/drawing/2014/main" id="{EDAA9DCA-CAAE-7B93-ABC4-C32FC6A19DAC}"/>
                  </a:ext>
                </a:extLst>
              </p:cNvPr>
              <p:cNvSpPr/>
              <p:nvPr/>
            </p:nvSpPr>
            <p:spPr>
              <a:xfrm>
                <a:off x="7131995" y="208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2" name="Freeform 32221">
                <a:extLst>
                  <a:ext uri="{FF2B5EF4-FFF2-40B4-BE49-F238E27FC236}">
                    <a16:creationId xmlns:a16="http://schemas.microsoft.com/office/drawing/2014/main" id="{8C0EEB5F-0666-4C7E-C275-6BC9F4E62E4D}"/>
                  </a:ext>
                </a:extLst>
              </p:cNvPr>
              <p:cNvSpPr/>
              <p:nvPr/>
            </p:nvSpPr>
            <p:spPr>
              <a:xfrm>
                <a:off x="7132590" y="2093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3" name="Freeform 32222">
                <a:extLst>
                  <a:ext uri="{FF2B5EF4-FFF2-40B4-BE49-F238E27FC236}">
                    <a16:creationId xmlns:a16="http://schemas.microsoft.com/office/drawing/2014/main" id="{9F28460F-9C05-2289-339C-4744D2FADB79}"/>
                  </a:ext>
                </a:extLst>
              </p:cNvPr>
              <p:cNvSpPr/>
              <p:nvPr/>
            </p:nvSpPr>
            <p:spPr>
              <a:xfrm>
                <a:off x="7133086" y="2102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4" name="Freeform 32223">
                <a:extLst>
                  <a:ext uri="{FF2B5EF4-FFF2-40B4-BE49-F238E27FC236}">
                    <a16:creationId xmlns:a16="http://schemas.microsoft.com/office/drawing/2014/main" id="{C6ADB3FA-C567-C9EA-76F4-020D378B1B8E}"/>
                  </a:ext>
                </a:extLst>
              </p:cNvPr>
              <p:cNvSpPr/>
              <p:nvPr/>
            </p:nvSpPr>
            <p:spPr>
              <a:xfrm>
                <a:off x="7133582" y="211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5" name="Freeform 32224">
                <a:extLst>
                  <a:ext uri="{FF2B5EF4-FFF2-40B4-BE49-F238E27FC236}">
                    <a16:creationId xmlns:a16="http://schemas.microsoft.com/office/drawing/2014/main" id="{2E1E990C-6521-6834-90F1-F0175D019CD6}"/>
                  </a:ext>
                </a:extLst>
              </p:cNvPr>
              <p:cNvSpPr/>
              <p:nvPr/>
            </p:nvSpPr>
            <p:spPr>
              <a:xfrm>
                <a:off x="7134177" y="2116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6" name="Freeform 32225">
                <a:extLst>
                  <a:ext uri="{FF2B5EF4-FFF2-40B4-BE49-F238E27FC236}">
                    <a16:creationId xmlns:a16="http://schemas.microsoft.com/office/drawing/2014/main" id="{9F5E7607-3F51-117F-861B-779FEED29CB2}"/>
                  </a:ext>
                </a:extLst>
              </p:cNvPr>
              <p:cNvSpPr/>
              <p:nvPr/>
            </p:nvSpPr>
            <p:spPr>
              <a:xfrm>
                <a:off x="7134673" y="2117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7" name="Freeform 32226">
                <a:extLst>
                  <a:ext uri="{FF2B5EF4-FFF2-40B4-BE49-F238E27FC236}">
                    <a16:creationId xmlns:a16="http://schemas.microsoft.com/office/drawing/2014/main" id="{B9B14884-FA07-EAB7-81C4-B939DD473C90}"/>
                  </a:ext>
                </a:extLst>
              </p:cNvPr>
              <p:cNvSpPr/>
              <p:nvPr/>
            </p:nvSpPr>
            <p:spPr>
              <a:xfrm>
                <a:off x="7135170" y="21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8" name="Freeform 32227">
                <a:extLst>
                  <a:ext uri="{FF2B5EF4-FFF2-40B4-BE49-F238E27FC236}">
                    <a16:creationId xmlns:a16="http://schemas.microsoft.com/office/drawing/2014/main" id="{5B260C61-ECC2-BF29-FDC0-C323F35FACD6}"/>
                  </a:ext>
                </a:extLst>
              </p:cNvPr>
              <p:cNvSpPr/>
              <p:nvPr/>
            </p:nvSpPr>
            <p:spPr>
              <a:xfrm>
                <a:off x="7135765" y="1984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9" name="Freeform 32228">
                <a:extLst>
                  <a:ext uri="{FF2B5EF4-FFF2-40B4-BE49-F238E27FC236}">
                    <a16:creationId xmlns:a16="http://schemas.microsoft.com/office/drawing/2014/main" id="{1C9BD21A-7A60-B457-41DE-B1687197DD3A}"/>
                  </a:ext>
                </a:extLst>
              </p:cNvPr>
              <p:cNvSpPr/>
              <p:nvPr/>
            </p:nvSpPr>
            <p:spPr>
              <a:xfrm>
                <a:off x="7136261" y="1579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0" name="Freeform 32229">
                <a:extLst>
                  <a:ext uri="{FF2B5EF4-FFF2-40B4-BE49-F238E27FC236}">
                    <a16:creationId xmlns:a16="http://schemas.microsoft.com/office/drawing/2014/main" id="{A934502C-09D9-6A8F-1170-C6D075B857BE}"/>
                  </a:ext>
                </a:extLst>
              </p:cNvPr>
              <p:cNvSpPr/>
              <p:nvPr/>
            </p:nvSpPr>
            <p:spPr>
              <a:xfrm>
                <a:off x="7136757" y="1492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1" name="Freeform 32230">
                <a:extLst>
                  <a:ext uri="{FF2B5EF4-FFF2-40B4-BE49-F238E27FC236}">
                    <a16:creationId xmlns:a16="http://schemas.microsoft.com/office/drawing/2014/main" id="{777E6F0F-61CC-C663-A884-A4C2E7A8F193}"/>
                  </a:ext>
                </a:extLst>
              </p:cNvPr>
              <p:cNvSpPr/>
              <p:nvPr/>
            </p:nvSpPr>
            <p:spPr>
              <a:xfrm>
                <a:off x="7137352" y="1493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2" name="Freeform 32231">
                <a:extLst>
                  <a:ext uri="{FF2B5EF4-FFF2-40B4-BE49-F238E27FC236}">
                    <a16:creationId xmlns:a16="http://schemas.microsoft.com/office/drawing/2014/main" id="{0B87A43C-FB18-1661-E34C-5733FB3C083C}"/>
                  </a:ext>
                </a:extLst>
              </p:cNvPr>
              <p:cNvSpPr/>
              <p:nvPr/>
            </p:nvSpPr>
            <p:spPr>
              <a:xfrm>
                <a:off x="7137848" y="1538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3" name="Freeform 32232">
                <a:extLst>
                  <a:ext uri="{FF2B5EF4-FFF2-40B4-BE49-F238E27FC236}">
                    <a16:creationId xmlns:a16="http://schemas.microsoft.com/office/drawing/2014/main" id="{E99BA6A1-BBF3-F725-3F77-76E3B53F7D9D}"/>
                  </a:ext>
                </a:extLst>
              </p:cNvPr>
              <p:cNvSpPr/>
              <p:nvPr/>
            </p:nvSpPr>
            <p:spPr>
              <a:xfrm>
                <a:off x="7138345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4" name="Freeform 32233">
                <a:extLst>
                  <a:ext uri="{FF2B5EF4-FFF2-40B4-BE49-F238E27FC236}">
                    <a16:creationId xmlns:a16="http://schemas.microsoft.com/office/drawing/2014/main" id="{FC7C6028-16BC-C0E7-0F41-F03C1D4C31ED}"/>
                  </a:ext>
                </a:extLst>
              </p:cNvPr>
              <p:cNvSpPr/>
              <p:nvPr/>
            </p:nvSpPr>
            <p:spPr>
              <a:xfrm>
                <a:off x="7138940" y="1510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5" name="Freeform 32234">
                <a:extLst>
                  <a:ext uri="{FF2B5EF4-FFF2-40B4-BE49-F238E27FC236}">
                    <a16:creationId xmlns:a16="http://schemas.microsoft.com/office/drawing/2014/main" id="{CA74F09B-7B89-35A7-FC4E-423480BCF5B2}"/>
                  </a:ext>
                </a:extLst>
              </p:cNvPr>
              <p:cNvSpPr/>
              <p:nvPr/>
            </p:nvSpPr>
            <p:spPr>
              <a:xfrm>
                <a:off x="7139436" y="1468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6" name="Freeform 32235">
                <a:extLst>
                  <a:ext uri="{FF2B5EF4-FFF2-40B4-BE49-F238E27FC236}">
                    <a16:creationId xmlns:a16="http://schemas.microsoft.com/office/drawing/2014/main" id="{B201487D-4715-5C09-05C9-DA4A7696E135}"/>
                  </a:ext>
                </a:extLst>
              </p:cNvPr>
              <p:cNvSpPr/>
              <p:nvPr/>
            </p:nvSpPr>
            <p:spPr>
              <a:xfrm>
                <a:off x="7139932" y="1424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7" name="Freeform 32236">
                <a:extLst>
                  <a:ext uri="{FF2B5EF4-FFF2-40B4-BE49-F238E27FC236}">
                    <a16:creationId xmlns:a16="http://schemas.microsoft.com/office/drawing/2014/main" id="{A029F03B-3D71-9CFD-4EC1-7834CE73C011}"/>
                  </a:ext>
                </a:extLst>
              </p:cNvPr>
              <p:cNvSpPr/>
              <p:nvPr/>
            </p:nvSpPr>
            <p:spPr>
              <a:xfrm>
                <a:off x="7140527" y="1411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8" name="Freeform 32237">
                <a:extLst>
                  <a:ext uri="{FF2B5EF4-FFF2-40B4-BE49-F238E27FC236}">
                    <a16:creationId xmlns:a16="http://schemas.microsoft.com/office/drawing/2014/main" id="{7F8496CB-8A2F-CD28-C249-4CFCC1715150}"/>
                  </a:ext>
                </a:extLst>
              </p:cNvPr>
              <p:cNvSpPr/>
              <p:nvPr/>
            </p:nvSpPr>
            <p:spPr>
              <a:xfrm>
                <a:off x="7141023" y="1353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9" name="Freeform 32238">
                <a:extLst>
                  <a:ext uri="{FF2B5EF4-FFF2-40B4-BE49-F238E27FC236}">
                    <a16:creationId xmlns:a16="http://schemas.microsoft.com/office/drawing/2014/main" id="{FC21A3B2-7D68-017F-3D02-B71EB9AC49DF}"/>
                  </a:ext>
                </a:extLst>
              </p:cNvPr>
              <p:cNvSpPr/>
              <p:nvPr/>
            </p:nvSpPr>
            <p:spPr>
              <a:xfrm>
                <a:off x="7141520" y="1325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0" name="Freeform 32239">
                <a:extLst>
                  <a:ext uri="{FF2B5EF4-FFF2-40B4-BE49-F238E27FC236}">
                    <a16:creationId xmlns:a16="http://schemas.microsoft.com/office/drawing/2014/main" id="{DEAB7288-0881-1A0E-DD0A-1819971E92F1}"/>
                  </a:ext>
                </a:extLst>
              </p:cNvPr>
              <p:cNvSpPr/>
              <p:nvPr/>
            </p:nvSpPr>
            <p:spPr>
              <a:xfrm>
                <a:off x="7142115" y="1336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1" name="Freeform 32240">
                <a:extLst>
                  <a:ext uri="{FF2B5EF4-FFF2-40B4-BE49-F238E27FC236}">
                    <a16:creationId xmlns:a16="http://schemas.microsoft.com/office/drawing/2014/main" id="{0ED7135A-B921-34FC-986B-7411CE0022DB}"/>
                  </a:ext>
                </a:extLst>
              </p:cNvPr>
              <p:cNvSpPr/>
              <p:nvPr/>
            </p:nvSpPr>
            <p:spPr>
              <a:xfrm>
                <a:off x="7142611" y="1592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2" name="Freeform 32241">
                <a:extLst>
                  <a:ext uri="{FF2B5EF4-FFF2-40B4-BE49-F238E27FC236}">
                    <a16:creationId xmlns:a16="http://schemas.microsoft.com/office/drawing/2014/main" id="{8AE88E2B-D5CA-9E8F-6F15-75148C4C43FA}"/>
                  </a:ext>
                </a:extLst>
              </p:cNvPr>
              <p:cNvSpPr/>
              <p:nvPr/>
            </p:nvSpPr>
            <p:spPr>
              <a:xfrm>
                <a:off x="7143107" y="1982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3" name="Freeform 32242">
                <a:extLst>
                  <a:ext uri="{FF2B5EF4-FFF2-40B4-BE49-F238E27FC236}">
                    <a16:creationId xmlns:a16="http://schemas.microsoft.com/office/drawing/2014/main" id="{0AD0E53D-383F-E8E0-5F35-C95B37406192}"/>
                  </a:ext>
                </a:extLst>
              </p:cNvPr>
              <p:cNvSpPr/>
              <p:nvPr/>
            </p:nvSpPr>
            <p:spPr>
              <a:xfrm>
                <a:off x="7143702" y="2053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4" name="Freeform 32243">
                <a:extLst>
                  <a:ext uri="{FF2B5EF4-FFF2-40B4-BE49-F238E27FC236}">
                    <a16:creationId xmlns:a16="http://schemas.microsoft.com/office/drawing/2014/main" id="{F7CE8152-C942-0672-67E9-6AA1F5827CEA}"/>
                  </a:ext>
                </a:extLst>
              </p:cNvPr>
              <p:cNvSpPr/>
              <p:nvPr/>
            </p:nvSpPr>
            <p:spPr>
              <a:xfrm>
                <a:off x="7144198" y="2075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5" name="Freeform 32244">
                <a:extLst>
                  <a:ext uri="{FF2B5EF4-FFF2-40B4-BE49-F238E27FC236}">
                    <a16:creationId xmlns:a16="http://schemas.microsoft.com/office/drawing/2014/main" id="{F3E2B745-4CD8-542E-DB6F-9DC23DC490B2}"/>
                  </a:ext>
                </a:extLst>
              </p:cNvPr>
              <p:cNvSpPr/>
              <p:nvPr/>
            </p:nvSpPr>
            <p:spPr>
              <a:xfrm>
                <a:off x="7144695" y="209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6" name="Freeform 32245">
                <a:extLst>
                  <a:ext uri="{FF2B5EF4-FFF2-40B4-BE49-F238E27FC236}">
                    <a16:creationId xmlns:a16="http://schemas.microsoft.com/office/drawing/2014/main" id="{BA5FD9DC-0A83-522A-5B59-EBDB8EBC5CC2}"/>
                  </a:ext>
                </a:extLst>
              </p:cNvPr>
              <p:cNvSpPr/>
              <p:nvPr/>
            </p:nvSpPr>
            <p:spPr>
              <a:xfrm>
                <a:off x="7145191" y="2102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7" name="Freeform 32246">
                <a:extLst>
                  <a:ext uri="{FF2B5EF4-FFF2-40B4-BE49-F238E27FC236}">
                    <a16:creationId xmlns:a16="http://schemas.microsoft.com/office/drawing/2014/main" id="{2E60391D-0561-F16C-199D-041BFC23F2C0}"/>
                  </a:ext>
                </a:extLst>
              </p:cNvPr>
              <p:cNvSpPr/>
              <p:nvPr/>
            </p:nvSpPr>
            <p:spPr>
              <a:xfrm>
                <a:off x="7145786" y="2102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8" name="Freeform 32247">
                <a:extLst>
                  <a:ext uri="{FF2B5EF4-FFF2-40B4-BE49-F238E27FC236}">
                    <a16:creationId xmlns:a16="http://schemas.microsoft.com/office/drawing/2014/main" id="{98607C48-B0B1-EB1A-2CFA-EEAB28669A25}"/>
                  </a:ext>
                </a:extLst>
              </p:cNvPr>
              <p:cNvSpPr/>
              <p:nvPr/>
            </p:nvSpPr>
            <p:spPr>
              <a:xfrm>
                <a:off x="7146282" y="2105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9" name="Freeform 32248">
                <a:extLst>
                  <a:ext uri="{FF2B5EF4-FFF2-40B4-BE49-F238E27FC236}">
                    <a16:creationId xmlns:a16="http://schemas.microsoft.com/office/drawing/2014/main" id="{F7C37291-2760-5B68-479D-BD47BFFB0C46}"/>
                  </a:ext>
                </a:extLst>
              </p:cNvPr>
              <p:cNvSpPr/>
              <p:nvPr/>
            </p:nvSpPr>
            <p:spPr>
              <a:xfrm>
                <a:off x="7146778" y="2104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0" name="Freeform 32249">
                <a:extLst>
                  <a:ext uri="{FF2B5EF4-FFF2-40B4-BE49-F238E27FC236}">
                    <a16:creationId xmlns:a16="http://schemas.microsoft.com/office/drawing/2014/main" id="{8315E3C2-4CC6-46C3-E512-AD528902BB84}"/>
                  </a:ext>
                </a:extLst>
              </p:cNvPr>
              <p:cNvSpPr/>
              <p:nvPr/>
            </p:nvSpPr>
            <p:spPr>
              <a:xfrm>
                <a:off x="7147373" y="210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1" name="Freeform 32250">
                <a:extLst>
                  <a:ext uri="{FF2B5EF4-FFF2-40B4-BE49-F238E27FC236}">
                    <a16:creationId xmlns:a16="http://schemas.microsoft.com/office/drawing/2014/main" id="{62965A9A-099E-EB33-103C-BEBAF59D7239}"/>
                  </a:ext>
                </a:extLst>
              </p:cNvPr>
              <p:cNvSpPr/>
              <p:nvPr/>
            </p:nvSpPr>
            <p:spPr>
              <a:xfrm>
                <a:off x="7147870" y="2100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2" name="Freeform 32251">
                <a:extLst>
                  <a:ext uri="{FF2B5EF4-FFF2-40B4-BE49-F238E27FC236}">
                    <a16:creationId xmlns:a16="http://schemas.microsoft.com/office/drawing/2014/main" id="{E6B51307-24E9-1597-41D9-D7649342818D}"/>
                  </a:ext>
                </a:extLst>
              </p:cNvPr>
              <p:cNvSpPr/>
              <p:nvPr/>
            </p:nvSpPr>
            <p:spPr>
              <a:xfrm>
                <a:off x="7148366" y="197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3" name="Freeform 32252">
                <a:extLst>
                  <a:ext uri="{FF2B5EF4-FFF2-40B4-BE49-F238E27FC236}">
                    <a16:creationId xmlns:a16="http://schemas.microsoft.com/office/drawing/2014/main" id="{16E4E2A4-741F-B332-7517-75A2541B64B9}"/>
                  </a:ext>
                </a:extLst>
              </p:cNvPr>
              <p:cNvSpPr/>
              <p:nvPr/>
            </p:nvSpPr>
            <p:spPr>
              <a:xfrm>
                <a:off x="7148961" y="1547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4" name="Freeform 32253">
                <a:extLst>
                  <a:ext uri="{FF2B5EF4-FFF2-40B4-BE49-F238E27FC236}">
                    <a16:creationId xmlns:a16="http://schemas.microsoft.com/office/drawing/2014/main" id="{0BD9872F-EDF4-85A0-5211-98B1936BE7E5}"/>
                  </a:ext>
                </a:extLst>
              </p:cNvPr>
              <p:cNvSpPr/>
              <p:nvPr/>
            </p:nvSpPr>
            <p:spPr>
              <a:xfrm>
                <a:off x="7149457" y="1426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5" name="Freeform 32254">
                <a:extLst>
                  <a:ext uri="{FF2B5EF4-FFF2-40B4-BE49-F238E27FC236}">
                    <a16:creationId xmlns:a16="http://schemas.microsoft.com/office/drawing/2014/main" id="{66474D9A-3BFF-7124-CA6B-3E8A332AB2AA}"/>
                  </a:ext>
                </a:extLst>
              </p:cNvPr>
              <p:cNvSpPr/>
              <p:nvPr/>
            </p:nvSpPr>
            <p:spPr>
              <a:xfrm>
                <a:off x="7149953" y="1462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6" name="Freeform 32255">
                <a:extLst>
                  <a:ext uri="{FF2B5EF4-FFF2-40B4-BE49-F238E27FC236}">
                    <a16:creationId xmlns:a16="http://schemas.microsoft.com/office/drawing/2014/main" id="{CD359F9F-0C81-BB32-131C-BA43053F592F}"/>
                  </a:ext>
                </a:extLst>
              </p:cNvPr>
              <p:cNvSpPr/>
              <p:nvPr/>
            </p:nvSpPr>
            <p:spPr>
              <a:xfrm>
                <a:off x="7150548" y="1487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7" name="Freeform 32256">
                <a:extLst>
                  <a:ext uri="{FF2B5EF4-FFF2-40B4-BE49-F238E27FC236}">
                    <a16:creationId xmlns:a16="http://schemas.microsoft.com/office/drawing/2014/main" id="{1C4C749B-70A7-4685-3013-C9C2FAC68A19}"/>
                  </a:ext>
                </a:extLst>
              </p:cNvPr>
              <p:cNvSpPr/>
              <p:nvPr/>
            </p:nvSpPr>
            <p:spPr>
              <a:xfrm>
                <a:off x="7151045" y="1337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8" name="Freeform 32257">
                <a:extLst>
                  <a:ext uri="{FF2B5EF4-FFF2-40B4-BE49-F238E27FC236}">
                    <a16:creationId xmlns:a16="http://schemas.microsoft.com/office/drawing/2014/main" id="{AD0FF8FA-F28E-314F-BC14-AB5E42093C75}"/>
                  </a:ext>
                </a:extLst>
              </p:cNvPr>
              <p:cNvSpPr/>
              <p:nvPr/>
            </p:nvSpPr>
            <p:spPr>
              <a:xfrm>
                <a:off x="7151541" y="1381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9" name="Freeform 32258">
                <a:extLst>
                  <a:ext uri="{FF2B5EF4-FFF2-40B4-BE49-F238E27FC236}">
                    <a16:creationId xmlns:a16="http://schemas.microsoft.com/office/drawing/2014/main" id="{9E5C2E3B-83F7-854D-C811-DF271B494D29}"/>
                  </a:ext>
                </a:extLst>
              </p:cNvPr>
              <p:cNvSpPr/>
              <p:nvPr/>
            </p:nvSpPr>
            <p:spPr>
              <a:xfrm>
                <a:off x="7152136" y="1385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0" name="Freeform 32259">
                <a:extLst>
                  <a:ext uri="{FF2B5EF4-FFF2-40B4-BE49-F238E27FC236}">
                    <a16:creationId xmlns:a16="http://schemas.microsoft.com/office/drawing/2014/main" id="{FC94C610-BCFC-02ED-5F76-1D797D3421F1}"/>
                  </a:ext>
                </a:extLst>
              </p:cNvPr>
              <p:cNvSpPr/>
              <p:nvPr/>
            </p:nvSpPr>
            <p:spPr>
              <a:xfrm>
                <a:off x="7152632" y="1274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1" name="Freeform 32260">
                <a:extLst>
                  <a:ext uri="{FF2B5EF4-FFF2-40B4-BE49-F238E27FC236}">
                    <a16:creationId xmlns:a16="http://schemas.microsoft.com/office/drawing/2014/main" id="{7E6BE5C1-011E-9DC9-2C2E-8B614C85A71D}"/>
                  </a:ext>
                </a:extLst>
              </p:cNvPr>
              <p:cNvSpPr/>
              <p:nvPr/>
            </p:nvSpPr>
            <p:spPr>
              <a:xfrm>
                <a:off x="7153128" y="1191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2" name="Freeform 32261">
                <a:extLst>
                  <a:ext uri="{FF2B5EF4-FFF2-40B4-BE49-F238E27FC236}">
                    <a16:creationId xmlns:a16="http://schemas.microsoft.com/office/drawing/2014/main" id="{A180B159-C6DF-6340-32FD-2C0134BBF55C}"/>
                  </a:ext>
                </a:extLst>
              </p:cNvPr>
              <p:cNvSpPr/>
              <p:nvPr/>
            </p:nvSpPr>
            <p:spPr>
              <a:xfrm>
                <a:off x="7153723" y="1173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3" name="Freeform 32262">
                <a:extLst>
                  <a:ext uri="{FF2B5EF4-FFF2-40B4-BE49-F238E27FC236}">
                    <a16:creationId xmlns:a16="http://schemas.microsoft.com/office/drawing/2014/main" id="{9A501D2C-6EF7-1EBA-4308-FF605B1A6C6D}"/>
                  </a:ext>
                </a:extLst>
              </p:cNvPr>
              <p:cNvSpPr/>
              <p:nvPr/>
            </p:nvSpPr>
            <p:spPr>
              <a:xfrm>
                <a:off x="7154220" y="1156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4" name="Freeform 32263">
                <a:extLst>
                  <a:ext uri="{FF2B5EF4-FFF2-40B4-BE49-F238E27FC236}">
                    <a16:creationId xmlns:a16="http://schemas.microsoft.com/office/drawing/2014/main" id="{88C8C1D7-184F-9451-DA1E-108775E0751A}"/>
                  </a:ext>
                </a:extLst>
              </p:cNvPr>
              <p:cNvSpPr/>
              <p:nvPr/>
            </p:nvSpPr>
            <p:spPr>
              <a:xfrm>
                <a:off x="7154716" y="1178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5" name="Freeform 32264">
                <a:extLst>
                  <a:ext uri="{FF2B5EF4-FFF2-40B4-BE49-F238E27FC236}">
                    <a16:creationId xmlns:a16="http://schemas.microsoft.com/office/drawing/2014/main" id="{A9DEBFC2-FEB9-C7EA-A5AA-3F0F5E3C765B}"/>
                  </a:ext>
                </a:extLst>
              </p:cNvPr>
              <p:cNvSpPr/>
              <p:nvPr/>
            </p:nvSpPr>
            <p:spPr>
              <a:xfrm>
                <a:off x="7155311" y="1425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6" name="Freeform 32265">
                <a:extLst>
                  <a:ext uri="{FF2B5EF4-FFF2-40B4-BE49-F238E27FC236}">
                    <a16:creationId xmlns:a16="http://schemas.microsoft.com/office/drawing/2014/main" id="{BDA35592-E6E7-512E-ED72-F64CCFE214EA}"/>
                  </a:ext>
                </a:extLst>
              </p:cNvPr>
              <p:cNvSpPr/>
              <p:nvPr/>
            </p:nvSpPr>
            <p:spPr>
              <a:xfrm>
                <a:off x="7155807" y="195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7" name="Freeform 32266">
                <a:extLst>
                  <a:ext uri="{FF2B5EF4-FFF2-40B4-BE49-F238E27FC236}">
                    <a16:creationId xmlns:a16="http://schemas.microsoft.com/office/drawing/2014/main" id="{5EF0D9BC-B071-30E8-3552-ACBC922D93F8}"/>
                  </a:ext>
                </a:extLst>
              </p:cNvPr>
              <p:cNvSpPr/>
              <p:nvPr/>
            </p:nvSpPr>
            <p:spPr>
              <a:xfrm>
                <a:off x="7156303" y="2009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8" name="Freeform 32267">
                <a:extLst>
                  <a:ext uri="{FF2B5EF4-FFF2-40B4-BE49-F238E27FC236}">
                    <a16:creationId xmlns:a16="http://schemas.microsoft.com/office/drawing/2014/main" id="{71EBE6A7-F643-3B1A-91F8-EFEE78ECDAC3}"/>
                  </a:ext>
                </a:extLst>
              </p:cNvPr>
              <p:cNvSpPr/>
              <p:nvPr/>
            </p:nvSpPr>
            <p:spPr>
              <a:xfrm>
                <a:off x="7156799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9" name="Freeform 32268">
                <a:extLst>
                  <a:ext uri="{FF2B5EF4-FFF2-40B4-BE49-F238E27FC236}">
                    <a16:creationId xmlns:a16="http://schemas.microsoft.com/office/drawing/2014/main" id="{E348F71F-B984-0518-5CED-F2F466376A18}"/>
                  </a:ext>
                </a:extLst>
              </p:cNvPr>
              <p:cNvSpPr/>
              <p:nvPr/>
            </p:nvSpPr>
            <p:spPr>
              <a:xfrm>
                <a:off x="7157395" y="205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0" name="Freeform 32269">
                <a:extLst>
                  <a:ext uri="{FF2B5EF4-FFF2-40B4-BE49-F238E27FC236}">
                    <a16:creationId xmlns:a16="http://schemas.microsoft.com/office/drawing/2014/main" id="{FAAD5144-E0D1-3EFC-E196-FAF6CB373B94}"/>
                  </a:ext>
                </a:extLst>
              </p:cNvPr>
              <p:cNvSpPr/>
              <p:nvPr/>
            </p:nvSpPr>
            <p:spPr>
              <a:xfrm>
                <a:off x="7157891" y="2054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1" name="Freeform 32270">
                <a:extLst>
                  <a:ext uri="{FF2B5EF4-FFF2-40B4-BE49-F238E27FC236}">
                    <a16:creationId xmlns:a16="http://schemas.microsoft.com/office/drawing/2014/main" id="{86DB7DE7-E412-BD7A-94E0-04782F1700D8}"/>
                  </a:ext>
                </a:extLst>
              </p:cNvPr>
              <p:cNvSpPr/>
              <p:nvPr/>
            </p:nvSpPr>
            <p:spPr>
              <a:xfrm>
                <a:off x="7158387" y="20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2" name="Freeform 32271">
                <a:extLst>
                  <a:ext uri="{FF2B5EF4-FFF2-40B4-BE49-F238E27FC236}">
                    <a16:creationId xmlns:a16="http://schemas.microsoft.com/office/drawing/2014/main" id="{39011774-CAA3-48EF-B900-2D245535FAEA}"/>
                  </a:ext>
                </a:extLst>
              </p:cNvPr>
              <p:cNvSpPr/>
              <p:nvPr/>
            </p:nvSpPr>
            <p:spPr>
              <a:xfrm>
                <a:off x="7158982" y="2059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3" name="Freeform 32272">
                <a:extLst>
                  <a:ext uri="{FF2B5EF4-FFF2-40B4-BE49-F238E27FC236}">
                    <a16:creationId xmlns:a16="http://schemas.microsoft.com/office/drawing/2014/main" id="{9D7148B4-84D3-673B-ECEC-7D562A219E62}"/>
                  </a:ext>
                </a:extLst>
              </p:cNvPr>
              <p:cNvSpPr/>
              <p:nvPr/>
            </p:nvSpPr>
            <p:spPr>
              <a:xfrm>
                <a:off x="7159478" y="2056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4" name="Freeform 32273">
                <a:extLst>
                  <a:ext uri="{FF2B5EF4-FFF2-40B4-BE49-F238E27FC236}">
                    <a16:creationId xmlns:a16="http://schemas.microsoft.com/office/drawing/2014/main" id="{D6EECF00-A078-B8A7-4DC1-8CFD2D2ACCFA}"/>
                  </a:ext>
                </a:extLst>
              </p:cNvPr>
              <p:cNvSpPr/>
              <p:nvPr/>
            </p:nvSpPr>
            <p:spPr>
              <a:xfrm>
                <a:off x="7159974" y="205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5" name="Freeform 32274">
                <a:extLst>
                  <a:ext uri="{FF2B5EF4-FFF2-40B4-BE49-F238E27FC236}">
                    <a16:creationId xmlns:a16="http://schemas.microsoft.com/office/drawing/2014/main" id="{EEEA07F6-8BF7-5A7C-303D-13DD71DC110F}"/>
                  </a:ext>
                </a:extLst>
              </p:cNvPr>
              <p:cNvSpPr/>
              <p:nvPr/>
            </p:nvSpPr>
            <p:spPr>
              <a:xfrm>
                <a:off x="7160570" y="199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6" name="Freeform 32275">
                <a:extLst>
                  <a:ext uri="{FF2B5EF4-FFF2-40B4-BE49-F238E27FC236}">
                    <a16:creationId xmlns:a16="http://schemas.microsoft.com/office/drawing/2014/main" id="{4AC2F69F-CCBE-C3F3-E8FA-6636F29F371C}"/>
                  </a:ext>
                </a:extLst>
              </p:cNvPr>
              <p:cNvSpPr/>
              <p:nvPr/>
            </p:nvSpPr>
            <p:spPr>
              <a:xfrm>
                <a:off x="7161066" y="1766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7" name="Freeform 32276">
                <a:extLst>
                  <a:ext uri="{FF2B5EF4-FFF2-40B4-BE49-F238E27FC236}">
                    <a16:creationId xmlns:a16="http://schemas.microsoft.com/office/drawing/2014/main" id="{38962B83-C434-7C6C-1BCA-F6D0E5472C12}"/>
                  </a:ext>
                </a:extLst>
              </p:cNvPr>
              <p:cNvSpPr/>
              <p:nvPr/>
            </p:nvSpPr>
            <p:spPr>
              <a:xfrm>
                <a:off x="7161562" y="1393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8" name="Freeform 32277">
                <a:extLst>
                  <a:ext uri="{FF2B5EF4-FFF2-40B4-BE49-F238E27FC236}">
                    <a16:creationId xmlns:a16="http://schemas.microsoft.com/office/drawing/2014/main" id="{6D3BF05A-FDC1-3FFC-4DA7-7F1EEC3E10B9}"/>
                  </a:ext>
                </a:extLst>
              </p:cNvPr>
              <p:cNvSpPr/>
              <p:nvPr/>
            </p:nvSpPr>
            <p:spPr>
              <a:xfrm>
                <a:off x="7162157" y="1253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9" name="Freeform 32278">
                <a:extLst>
                  <a:ext uri="{FF2B5EF4-FFF2-40B4-BE49-F238E27FC236}">
                    <a16:creationId xmlns:a16="http://schemas.microsoft.com/office/drawing/2014/main" id="{A1DCB3D9-D984-838F-91ED-99280B28CE51}"/>
                  </a:ext>
                </a:extLst>
              </p:cNvPr>
              <p:cNvSpPr/>
              <p:nvPr/>
            </p:nvSpPr>
            <p:spPr>
              <a:xfrm>
                <a:off x="7162653" y="1253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0" name="Freeform 32279">
                <a:extLst>
                  <a:ext uri="{FF2B5EF4-FFF2-40B4-BE49-F238E27FC236}">
                    <a16:creationId xmlns:a16="http://schemas.microsoft.com/office/drawing/2014/main" id="{020E980C-AF90-0EBA-3736-94F1E5318F7C}"/>
                  </a:ext>
                </a:extLst>
              </p:cNvPr>
              <p:cNvSpPr/>
              <p:nvPr/>
            </p:nvSpPr>
            <p:spPr>
              <a:xfrm>
                <a:off x="7163149" y="1318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1" name="Freeform 32280">
                <a:extLst>
                  <a:ext uri="{FF2B5EF4-FFF2-40B4-BE49-F238E27FC236}">
                    <a16:creationId xmlns:a16="http://schemas.microsoft.com/office/drawing/2014/main" id="{4AB83EB0-5887-ED2F-C259-F57AF16C98BB}"/>
                  </a:ext>
                </a:extLst>
              </p:cNvPr>
              <p:cNvSpPr/>
              <p:nvPr/>
            </p:nvSpPr>
            <p:spPr>
              <a:xfrm>
                <a:off x="7163745" y="1165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2" name="Freeform 32281">
                <a:extLst>
                  <a:ext uri="{FF2B5EF4-FFF2-40B4-BE49-F238E27FC236}">
                    <a16:creationId xmlns:a16="http://schemas.microsoft.com/office/drawing/2014/main" id="{99317F26-D9A7-3654-5E71-7A56A7B37DA7}"/>
                  </a:ext>
                </a:extLst>
              </p:cNvPr>
              <p:cNvSpPr/>
              <p:nvPr/>
            </p:nvSpPr>
            <p:spPr>
              <a:xfrm>
                <a:off x="7164241" y="1242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3" name="Freeform 32282">
                <a:extLst>
                  <a:ext uri="{FF2B5EF4-FFF2-40B4-BE49-F238E27FC236}">
                    <a16:creationId xmlns:a16="http://schemas.microsoft.com/office/drawing/2014/main" id="{9F539ED7-D406-44C4-B14B-08D4231C2CEB}"/>
                  </a:ext>
                </a:extLst>
              </p:cNvPr>
              <p:cNvSpPr/>
              <p:nvPr/>
            </p:nvSpPr>
            <p:spPr>
              <a:xfrm>
                <a:off x="7164737" y="11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4" name="Freeform 32283">
                <a:extLst>
                  <a:ext uri="{FF2B5EF4-FFF2-40B4-BE49-F238E27FC236}">
                    <a16:creationId xmlns:a16="http://schemas.microsoft.com/office/drawing/2014/main" id="{EFF861FE-19EB-9D7B-B371-4AE0A8396FFB}"/>
                  </a:ext>
                </a:extLst>
              </p:cNvPr>
              <p:cNvSpPr/>
              <p:nvPr/>
            </p:nvSpPr>
            <p:spPr>
              <a:xfrm>
                <a:off x="7165332" y="12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5" name="Freeform 32284">
                <a:extLst>
                  <a:ext uri="{FF2B5EF4-FFF2-40B4-BE49-F238E27FC236}">
                    <a16:creationId xmlns:a16="http://schemas.microsoft.com/office/drawing/2014/main" id="{3BA28C44-54AF-3430-26E0-1E801106C4A2}"/>
                  </a:ext>
                </a:extLst>
              </p:cNvPr>
              <p:cNvSpPr/>
              <p:nvPr/>
            </p:nvSpPr>
            <p:spPr>
              <a:xfrm>
                <a:off x="7165828" y="1162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6" name="Freeform 32285">
                <a:extLst>
                  <a:ext uri="{FF2B5EF4-FFF2-40B4-BE49-F238E27FC236}">
                    <a16:creationId xmlns:a16="http://schemas.microsoft.com/office/drawing/2014/main" id="{EC989847-7D0E-ECA0-05E8-9B6908556AA7}"/>
                  </a:ext>
                </a:extLst>
              </p:cNvPr>
              <p:cNvSpPr/>
              <p:nvPr/>
            </p:nvSpPr>
            <p:spPr>
              <a:xfrm>
                <a:off x="7166324" y="1109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7" name="Freeform 32286">
                <a:extLst>
                  <a:ext uri="{FF2B5EF4-FFF2-40B4-BE49-F238E27FC236}">
                    <a16:creationId xmlns:a16="http://schemas.microsoft.com/office/drawing/2014/main" id="{2E6A82DA-8459-AF53-E1DF-A0B04DE5544B}"/>
                  </a:ext>
                </a:extLst>
              </p:cNvPr>
              <p:cNvSpPr/>
              <p:nvPr/>
            </p:nvSpPr>
            <p:spPr>
              <a:xfrm>
                <a:off x="7166920" y="1089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8" name="Freeform 32287">
                <a:extLst>
                  <a:ext uri="{FF2B5EF4-FFF2-40B4-BE49-F238E27FC236}">
                    <a16:creationId xmlns:a16="http://schemas.microsoft.com/office/drawing/2014/main" id="{F79A747B-6A0F-FC39-B4FF-53BE748465B4}"/>
                  </a:ext>
                </a:extLst>
              </p:cNvPr>
              <p:cNvSpPr/>
              <p:nvPr/>
            </p:nvSpPr>
            <p:spPr>
              <a:xfrm>
                <a:off x="7167416" y="1153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9" name="Freeform 32288">
                <a:extLst>
                  <a:ext uri="{FF2B5EF4-FFF2-40B4-BE49-F238E27FC236}">
                    <a16:creationId xmlns:a16="http://schemas.microsoft.com/office/drawing/2014/main" id="{B96375CD-7A5B-4B5E-F2EA-E41803ABC0CD}"/>
                  </a:ext>
                </a:extLst>
              </p:cNvPr>
              <p:cNvSpPr/>
              <p:nvPr/>
            </p:nvSpPr>
            <p:spPr>
              <a:xfrm>
                <a:off x="7167912" y="1314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0" name="Freeform 32289">
                <a:extLst>
                  <a:ext uri="{FF2B5EF4-FFF2-40B4-BE49-F238E27FC236}">
                    <a16:creationId xmlns:a16="http://schemas.microsoft.com/office/drawing/2014/main" id="{3A7CB2E8-690E-DF91-F4A0-A0CC14EA94BF}"/>
                  </a:ext>
                </a:extLst>
              </p:cNvPr>
              <p:cNvSpPr/>
              <p:nvPr/>
            </p:nvSpPr>
            <p:spPr>
              <a:xfrm>
                <a:off x="7168507" y="1774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1" name="Freeform 32290">
                <a:extLst>
                  <a:ext uri="{FF2B5EF4-FFF2-40B4-BE49-F238E27FC236}">
                    <a16:creationId xmlns:a16="http://schemas.microsoft.com/office/drawing/2014/main" id="{F253293B-CC93-51F8-7583-4385639DC6C2}"/>
                  </a:ext>
                </a:extLst>
              </p:cNvPr>
              <p:cNvSpPr/>
              <p:nvPr/>
            </p:nvSpPr>
            <p:spPr>
              <a:xfrm>
                <a:off x="7169003" y="1911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2" name="Freeform 32291">
                <a:extLst>
                  <a:ext uri="{FF2B5EF4-FFF2-40B4-BE49-F238E27FC236}">
                    <a16:creationId xmlns:a16="http://schemas.microsoft.com/office/drawing/2014/main" id="{6CE96F26-B321-90FA-E7BC-198A0DE2EA4C}"/>
                  </a:ext>
                </a:extLst>
              </p:cNvPr>
              <p:cNvSpPr/>
              <p:nvPr/>
            </p:nvSpPr>
            <p:spPr>
              <a:xfrm>
                <a:off x="7169499" y="1943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3" name="Freeform 32292">
                <a:extLst>
                  <a:ext uri="{FF2B5EF4-FFF2-40B4-BE49-F238E27FC236}">
                    <a16:creationId xmlns:a16="http://schemas.microsoft.com/office/drawing/2014/main" id="{B183F122-CCC6-A64B-7AD4-2864DECA70F1}"/>
                  </a:ext>
                </a:extLst>
              </p:cNvPr>
              <p:cNvSpPr/>
              <p:nvPr/>
            </p:nvSpPr>
            <p:spPr>
              <a:xfrm>
                <a:off x="7169995" y="1919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4" name="Freeform 32293">
                <a:extLst>
                  <a:ext uri="{FF2B5EF4-FFF2-40B4-BE49-F238E27FC236}">
                    <a16:creationId xmlns:a16="http://schemas.microsoft.com/office/drawing/2014/main" id="{C0141C7E-B0CA-5A4B-C86B-7184E89A5430}"/>
                  </a:ext>
                </a:extLst>
              </p:cNvPr>
              <p:cNvSpPr/>
              <p:nvPr/>
            </p:nvSpPr>
            <p:spPr>
              <a:xfrm>
                <a:off x="7170591" y="1909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5" name="Freeform 32294">
                <a:extLst>
                  <a:ext uri="{FF2B5EF4-FFF2-40B4-BE49-F238E27FC236}">
                    <a16:creationId xmlns:a16="http://schemas.microsoft.com/office/drawing/2014/main" id="{CE816503-BF90-3993-13A5-FA4081F94CF9}"/>
                  </a:ext>
                </a:extLst>
              </p:cNvPr>
              <p:cNvSpPr/>
              <p:nvPr/>
            </p:nvSpPr>
            <p:spPr>
              <a:xfrm>
                <a:off x="7171087" y="190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6" name="Freeform 32295">
                <a:extLst>
                  <a:ext uri="{FF2B5EF4-FFF2-40B4-BE49-F238E27FC236}">
                    <a16:creationId xmlns:a16="http://schemas.microsoft.com/office/drawing/2014/main" id="{2E2EBB43-1C9D-C52D-D09F-DED32344F821}"/>
                  </a:ext>
                </a:extLst>
              </p:cNvPr>
              <p:cNvSpPr/>
              <p:nvPr/>
            </p:nvSpPr>
            <p:spPr>
              <a:xfrm>
                <a:off x="7171583" y="190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7" name="Freeform 32296">
                <a:extLst>
                  <a:ext uri="{FF2B5EF4-FFF2-40B4-BE49-F238E27FC236}">
                    <a16:creationId xmlns:a16="http://schemas.microsoft.com/office/drawing/2014/main" id="{5C4688CF-F113-CAF5-B21A-288575B6C4D7}"/>
                  </a:ext>
                </a:extLst>
              </p:cNvPr>
              <p:cNvSpPr/>
              <p:nvPr/>
            </p:nvSpPr>
            <p:spPr>
              <a:xfrm>
                <a:off x="7172178" y="1904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8" name="Freeform 32297">
                <a:extLst>
                  <a:ext uri="{FF2B5EF4-FFF2-40B4-BE49-F238E27FC236}">
                    <a16:creationId xmlns:a16="http://schemas.microsoft.com/office/drawing/2014/main" id="{62D54CE5-4EBD-27C0-7001-F5BA3A3EF5A9}"/>
                  </a:ext>
                </a:extLst>
              </p:cNvPr>
              <p:cNvSpPr/>
              <p:nvPr/>
            </p:nvSpPr>
            <p:spPr>
              <a:xfrm>
                <a:off x="7172674" y="1908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9" name="Freeform 32298">
                <a:extLst>
                  <a:ext uri="{FF2B5EF4-FFF2-40B4-BE49-F238E27FC236}">
                    <a16:creationId xmlns:a16="http://schemas.microsoft.com/office/drawing/2014/main" id="{D984C383-8285-455D-3D70-6097322563A3}"/>
                  </a:ext>
                </a:extLst>
              </p:cNvPr>
              <p:cNvSpPr/>
              <p:nvPr/>
            </p:nvSpPr>
            <p:spPr>
              <a:xfrm>
                <a:off x="7173170" y="1856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0" name="Freeform 32299">
                <a:extLst>
                  <a:ext uri="{FF2B5EF4-FFF2-40B4-BE49-F238E27FC236}">
                    <a16:creationId xmlns:a16="http://schemas.microsoft.com/office/drawing/2014/main" id="{DCBE07B4-A0E3-7000-DF57-C07793D5904F}"/>
                  </a:ext>
                </a:extLst>
              </p:cNvPr>
              <p:cNvSpPr/>
              <p:nvPr/>
            </p:nvSpPr>
            <p:spPr>
              <a:xfrm>
                <a:off x="7173766" y="1655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1" name="Freeform 32300">
                <a:extLst>
                  <a:ext uri="{FF2B5EF4-FFF2-40B4-BE49-F238E27FC236}">
                    <a16:creationId xmlns:a16="http://schemas.microsoft.com/office/drawing/2014/main" id="{5A34D229-D1DF-9760-F728-836E91761D22}"/>
                  </a:ext>
                </a:extLst>
              </p:cNvPr>
              <p:cNvSpPr/>
              <p:nvPr/>
            </p:nvSpPr>
            <p:spPr>
              <a:xfrm>
                <a:off x="7174262" y="1134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2" name="Freeform 32301">
                <a:extLst>
                  <a:ext uri="{FF2B5EF4-FFF2-40B4-BE49-F238E27FC236}">
                    <a16:creationId xmlns:a16="http://schemas.microsoft.com/office/drawing/2014/main" id="{BF65CD23-AAEC-89B5-CF64-9BD9ED828E65}"/>
                  </a:ext>
                </a:extLst>
              </p:cNvPr>
              <p:cNvSpPr/>
              <p:nvPr/>
            </p:nvSpPr>
            <p:spPr>
              <a:xfrm>
                <a:off x="7174758" y="1082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3" name="Freeform 32302">
                <a:extLst>
                  <a:ext uri="{FF2B5EF4-FFF2-40B4-BE49-F238E27FC236}">
                    <a16:creationId xmlns:a16="http://schemas.microsoft.com/office/drawing/2014/main" id="{892EE039-7131-E725-BD35-04D9EA083DC2}"/>
                  </a:ext>
                </a:extLst>
              </p:cNvPr>
              <p:cNvSpPr/>
              <p:nvPr/>
            </p:nvSpPr>
            <p:spPr>
              <a:xfrm>
                <a:off x="7175353" y="1116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4" name="Freeform 32303">
                <a:extLst>
                  <a:ext uri="{FF2B5EF4-FFF2-40B4-BE49-F238E27FC236}">
                    <a16:creationId xmlns:a16="http://schemas.microsoft.com/office/drawing/2014/main" id="{7E70C789-EA4E-D7E5-D33C-5393FFFD49B9}"/>
                  </a:ext>
                </a:extLst>
              </p:cNvPr>
              <p:cNvSpPr/>
              <p:nvPr/>
            </p:nvSpPr>
            <p:spPr>
              <a:xfrm>
                <a:off x="7175849" y="1175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5" name="Freeform 32304">
                <a:extLst>
                  <a:ext uri="{FF2B5EF4-FFF2-40B4-BE49-F238E27FC236}">
                    <a16:creationId xmlns:a16="http://schemas.microsoft.com/office/drawing/2014/main" id="{D57793FB-AF39-F55C-6738-650CD65EDC35}"/>
                  </a:ext>
                </a:extLst>
              </p:cNvPr>
              <p:cNvSpPr/>
              <p:nvPr/>
            </p:nvSpPr>
            <p:spPr>
              <a:xfrm>
                <a:off x="7176345" y="1055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6" name="Freeform 32305">
                <a:extLst>
                  <a:ext uri="{FF2B5EF4-FFF2-40B4-BE49-F238E27FC236}">
                    <a16:creationId xmlns:a16="http://schemas.microsoft.com/office/drawing/2014/main" id="{9CA83268-E058-A715-AC0B-12180C9D91C9}"/>
                  </a:ext>
                </a:extLst>
              </p:cNvPr>
              <p:cNvSpPr/>
              <p:nvPr/>
            </p:nvSpPr>
            <p:spPr>
              <a:xfrm>
                <a:off x="7176941" y="1177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7" name="Freeform 32306">
                <a:extLst>
                  <a:ext uri="{FF2B5EF4-FFF2-40B4-BE49-F238E27FC236}">
                    <a16:creationId xmlns:a16="http://schemas.microsoft.com/office/drawing/2014/main" id="{0A888EB3-648E-A3EB-A910-AEEA19AD7EBE}"/>
                  </a:ext>
                </a:extLst>
              </p:cNvPr>
              <p:cNvSpPr/>
              <p:nvPr/>
            </p:nvSpPr>
            <p:spPr>
              <a:xfrm>
                <a:off x="7177437" y="118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8" name="Freeform 32307">
                <a:extLst>
                  <a:ext uri="{FF2B5EF4-FFF2-40B4-BE49-F238E27FC236}">
                    <a16:creationId xmlns:a16="http://schemas.microsoft.com/office/drawing/2014/main" id="{D85C1199-8C7B-1B86-639E-AE45D0AD1B91}"/>
                  </a:ext>
                </a:extLst>
              </p:cNvPr>
              <p:cNvSpPr/>
              <p:nvPr/>
            </p:nvSpPr>
            <p:spPr>
              <a:xfrm>
                <a:off x="7177933" y="1193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9" name="Freeform 32308">
                <a:extLst>
                  <a:ext uri="{FF2B5EF4-FFF2-40B4-BE49-F238E27FC236}">
                    <a16:creationId xmlns:a16="http://schemas.microsoft.com/office/drawing/2014/main" id="{B3060C74-1FA9-A177-B858-534C9DCB893C}"/>
                  </a:ext>
                </a:extLst>
              </p:cNvPr>
              <p:cNvSpPr/>
              <p:nvPr/>
            </p:nvSpPr>
            <p:spPr>
              <a:xfrm>
                <a:off x="7178528" y="1164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0" name="Freeform 32309">
                <a:extLst>
                  <a:ext uri="{FF2B5EF4-FFF2-40B4-BE49-F238E27FC236}">
                    <a16:creationId xmlns:a16="http://schemas.microsoft.com/office/drawing/2014/main" id="{654AC6BF-051A-B8FA-6881-C6F254BCDC4F}"/>
                  </a:ext>
                </a:extLst>
              </p:cNvPr>
              <p:cNvSpPr/>
              <p:nvPr/>
            </p:nvSpPr>
            <p:spPr>
              <a:xfrm>
                <a:off x="7179024" y="1064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1" name="Freeform 32310">
                <a:extLst>
                  <a:ext uri="{FF2B5EF4-FFF2-40B4-BE49-F238E27FC236}">
                    <a16:creationId xmlns:a16="http://schemas.microsoft.com/office/drawing/2014/main" id="{A2E404A6-39F3-3F02-CB93-7BEAF3161ED5}"/>
                  </a:ext>
                </a:extLst>
              </p:cNvPr>
              <p:cNvSpPr/>
              <p:nvPr/>
            </p:nvSpPr>
            <p:spPr>
              <a:xfrm>
                <a:off x="7179520" y="1080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2" name="Freeform 32311">
                <a:extLst>
                  <a:ext uri="{FF2B5EF4-FFF2-40B4-BE49-F238E27FC236}">
                    <a16:creationId xmlns:a16="http://schemas.microsoft.com/office/drawing/2014/main" id="{D155BF00-BA28-BF12-4108-AC07961FBC1C}"/>
                  </a:ext>
                </a:extLst>
              </p:cNvPr>
              <p:cNvSpPr/>
              <p:nvPr/>
            </p:nvSpPr>
            <p:spPr>
              <a:xfrm>
                <a:off x="7180116" y="1132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3" name="Freeform 32312">
                <a:extLst>
                  <a:ext uri="{FF2B5EF4-FFF2-40B4-BE49-F238E27FC236}">
                    <a16:creationId xmlns:a16="http://schemas.microsoft.com/office/drawing/2014/main" id="{7FBA9922-F9C9-5442-D7F6-16E95A0B010C}"/>
                  </a:ext>
                </a:extLst>
              </p:cNvPr>
              <p:cNvSpPr/>
              <p:nvPr/>
            </p:nvSpPr>
            <p:spPr>
              <a:xfrm>
                <a:off x="7180612" y="1171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4" name="Freeform 32313">
                <a:extLst>
                  <a:ext uri="{FF2B5EF4-FFF2-40B4-BE49-F238E27FC236}">
                    <a16:creationId xmlns:a16="http://schemas.microsoft.com/office/drawing/2014/main" id="{C3FD4FD9-AAA2-CF1B-99ED-3E7BA72657D5}"/>
                  </a:ext>
                </a:extLst>
              </p:cNvPr>
              <p:cNvSpPr/>
              <p:nvPr/>
            </p:nvSpPr>
            <p:spPr>
              <a:xfrm>
                <a:off x="7181108" y="1482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5" name="Freeform 32314">
                <a:extLst>
                  <a:ext uri="{FF2B5EF4-FFF2-40B4-BE49-F238E27FC236}">
                    <a16:creationId xmlns:a16="http://schemas.microsoft.com/office/drawing/2014/main" id="{35C78493-D225-BC17-8923-A3162DED9F81}"/>
                  </a:ext>
                </a:extLst>
              </p:cNvPr>
              <p:cNvSpPr/>
              <p:nvPr/>
            </p:nvSpPr>
            <p:spPr>
              <a:xfrm>
                <a:off x="7181604" y="1713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6" name="Freeform 32315">
                <a:extLst>
                  <a:ext uri="{FF2B5EF4-FFF2-40B4-BE49-F238E27FC236}">
                    <a16:creationId xmlns:a16="http://schemas.microsoft.com/office/drawing/2014/main" id="{76341559-71B8-D438-C3E2-DFB33A688E82}"/>
                  </a:ext>
                </a:extLst>
              </p:cNvPr>
              <p:cNvSpPr/>
              <p:nvPr/>
            </p:nvSpPr>
            <p:spPr>
              <a:xfrm>
                <a:off x="7182199" y="1767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7" name="Freeform 32316">
                <a:extLst>
                  <a:ext uri="{FF2B5EF4-FFF2-40B4-BE49-F238E27FC236}">
                    <a16:creationId xmlns:a16="http://schemas.microsoft.com/office/drawing/2014/main" id="{8768D042-EA34-A98B-6297-BF47EA6DAB09}"/>
                  </a:ext>
                </a:extLst>
              </p:cNvPr>
              <p:cNvSpPr/>
              <p:nvPr/>
            </p:nvSpPr>
            <p:spPr>
              <a:xfrm>
                <a:off x="7182695" y="1752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8" name="Freeform 32317">
                <a:extLst>
                  <a:ext uri="{FF2B5EF4-FFF2-40B4-BE49-F238E27FC236}">
                    <a16:creationId xmlns:a16="http://schemas.microsoft.com/office/drawing/2014/main" id="{344A47CF-F0E3-7FD9-AE8B-BC5E678A22A3}"/>
                  </a:ext>
                </a:extLst>
              </p:cNvPr>
              <p:cNvSpPr/>
              <p:nvPr/>
            </p:nvSpPr>
            <p:spPr>
              <a:xfrm>
                <a:off x="7183191" y="1745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9" name="Freeform 32318">
                <a:extLst>
                  <a:ext uri="{FF2B5EF4-FFF2-40B4-BE49-F238E27FC236}">
                    <a16:creationId xmlns:a16="http://schemas.microsoft.com/office/drawing/2014/main" id="{12319C0D-FFDD-5EFD-9B3C-A714C35F5BF6}"/>
                  </a:ext>
                </a:extLst>
              </p:cNvPr>
              <p:cNvSpPr/>
              <p:nvPr/>
            </p:nvSpPr>
            <p:spPr>
              <a:xfrm>
                <a:off x="7183787" y="1730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0" name="Freeform 32319">
                <a:extLst>
                  <a:ext uri="{FF2B5EF4-FFF2-40B4-BE49-F238E27FC236}">
                    <a16:creationId xmlns:a16="http://schemas.microsoft.com/office/drawing/2014/main" id="{2BCAA1E5-60E0-C87D-66EE-6B6639D0EBFF}"/>
                  </a:ext>
                </a:extLst>
              </p:cNvPr>
              <p:cNvSpPr/>
              <p:nvPr/>
            </p:nvSpPr>
            <p:spPr>
              <a:xfrm>
                <a:off x="7184283" y="1731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1" name="Freeform 32320">
                <a:extLst>
                  <a:ext uri="{FF2B5EF4-FFF2-40B4-BE49-F238E27FC236}">
                    <a16:creationId xmlns:a16="http://schemas.microsoft.com/office/drawing/2014/main" id="{C0A1144B-3898-0257-07AB-EA509D7B1F35}"/>
                  </a:ext>
                </a:extLst>
              </p:cNvPr>
              <p:cNvSpPr/>
              <p:nvPr/>
            </p:nvSpPr>
            <p:spPr>
              <a:xfrm>
                <a:off x="7184779" y="1700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2" name="Freeform 32321">
                <a:extLst>
                  <a:ext uri="{FF2B5EF4-FFF2-40B4-BE49-F238E27FC236}">
                    <a16:creationId xmlns:a16="http://schemas.microsoft.com/office/drawing/2014/main" id="{9C3F7149-FF22-44D7-BFD2-0E099CC7E8AE}"/>
                  </a:ext>
                </a:extLst>
              </p:cNvPr>
              <p:cNvSpPr/>
              <p:nvPr/>
            </p:nvSpPr>
            <p:spPr>
              <a:xfrm>
                <a:off x="7185374" y="1641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3" name="Freeform 32322">
                <a:extLst>
                  <a:ext uri="{FF2B5EF4-FFF2-40B4-BE49-F238E27FC236}">
                    <a16:creationId xmlns:a16="http://schemas.microsoft.com/office/drawing/2014/main" id="{3B7221D5-9735-5EEE-C70C-2518BC25EFEF}"/>
                  </a:ext>
                </a:extLst>
              </p:cNvPr>
              <p:cNvSpPr/>
              <p:nvPr/>
            </p:nvSpPr>
            <p:spPr>
              <a:xfrm>
                <a:off x="7185870" y="1669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4" name="Freeform 32323">
                <a:extLst>
                  <a:ext uri="{FF2B5EF4-FFF2-40B4-BE49-F238E27FC236}">
                    <a16:creationId xmlns:a16="http://schemas.microsoft.com/office/drawing/2014/main" id="{FFCFE106-EAAF-F5D7-355C-BCED0C0EEDBC}"/>
                  </a:ext>
                </a:extLst>
              </p:cNvPr>
              <p:cNvSpPr/>
              <p:nvPr/>
            </p:nvSpPr>
            <p:spPr>
              <a:xfrm>
                <a:off x="7186366" y="1429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5" name="Freeform 32324">
                <a:extLst>
                  <a:ext uri="{FF2B5EF4-FFF2-40B4-BE49-F238E27FC236}">
                    <a16:creationId xmlns:a16="http://schemas.microsoft.com/office/drawing/2014/main" id="{3AA11A67-62F5-C291-D397-D0A612F6621E}"/>
                  </a:ext>
                </a:extLst>
              </p:cNvPr>
              <p:cNvSpPr/>
              <p:nvPr/>
            </p:nvSpPr>
            <p:spPr>
              <a:xfrm>
                <a:off x="7186962" y="1302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6" name="Freeform 32325">
                <a:extLst>
                  <a:ext uri="{FF2B5EF4-FFF2-40B4-BE49-F238E27FC236}">
                    <a16:creationId xmlns:a16="http://schemas.microsoft.com/office/drawing/2014/main" id="{1045A52C-A152-163A-7CCD-C8ADAD74E30E}"/>
                  </a:ext>
                </a:extLst>
              </p:cNvPr>
              <p:cNvSpPr/>
              <p:nvPr/>
            </p:nvSpPr>
            <p:spPr>
              <a:xfrm>
                <a:off x="7187458" y="1265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7" name="Freeform 32326">
                <a:extLst>
                  <a:ext uri="{FF2B5EF4-FFF2-40B4-BE49-F238E27FC236}">
                    <a16:creationId xmlns:a16="http://schemas.microsoft.com/office/drawing/2014/main" id="{D8F7C57B-DEDB-253D-4110-89647369D3CE}"/>
                  </a:ext>
                </a:extLst>
              </p:cNvPr>
              <p:cNvSpPr/>
              <p:nvPr/>
            </p:nvSpPr>
            <p:spPr>
              <a:xfrm>
                <a:off x="7187954" y="1264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8" name="Freeform 32327">
                <a:extLst>
                  <a:ext uri="{FF2B5EF4-FFF2-40B4-BE49-F238E27FC236}">
                    <a16:creationId xmlns:a16="http://schemas.microsoft.com/office/drawing/2014/main" id="{47FE24FC-87C4-E638-F592-A0A4205330A4}"/>
                  </a:ext>
                </a:extLst>
              </p:cNvPr>
              <p:cNvSpPr/>
              <p:nvPr/>
            </p:nvSpPr>
            <p:spPr>
              <a:xfrm>
                <a:off x="7188549" y="1311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9" name="Freeform 32328">
                <a:extLst>
                  <a:ext uri="{FF2B5EF4-FFF2-40B4-BE49-F238E27FC236}">
                    <a16:creationId xmlns:a16="http://schemas.microsoft.com/office/drawing/2014/main" id="{4212C382-A13C-1D64-D33B-DC553CD2A671}"/>
                  </a:ext>
                </a:extLst>
              </p:cNvPr>
              <p:cNvSpPr/>
              <p:nvPr/>
            </p:nvSpPr>
            <p:spPr>
              <a:xfrm>
                <a:off x="7189045" y="1114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0" name="Freeform 32329">
                <a:extLst>
                  <a:ext uri="{FF2B5EF4-FFF2-40B4-BE49-F238E27FC236}">
                    <a16:creationId xmlns:a16="http://schemas.microsoft.com/office/drawing/2014/main" id="{EF0570C4-51C6-E5E5-ED16-B176995B1411}"/>
                  </a:ext>
                </a:extLst>
              </p:cNvPr>
              <p:cNvSpPr/>
              <p:nvPr/>
            </p:nvSpPr>
            <p:spPr>
              <a:xfrm>
                <a:off x="7189541" y="1178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1" name="Freeform 32330">
                <a:extLst>
                  <a:ext uri="{FF2B5EF4-FFF2-40B4-BE49-F238E27FC236}">
                    <a16:creationId xmlns:a16="http://schemas.microsoft.com/office/drawing/2014/main" id="{7C2AA9B5-29C1-3C9F-DA41-3A6795342C39}"/>
                  </a:ext>
                </a:extLst>
              </p:cNvPr>
              <p:cNvSpPr/>
              <p:nvPr/>
            </p:nvSpPr>
            <p:spPr>
              <a:xfrm>
                <a:off x="7190137" y="120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2" name="Freeform 32331">
                <a:extLst>
                  <a:ext uri="{FF2B5EF4-FFF2-40B4-BE49-F238E27FC236}">
                    <a16:creationId xmlns:a16="http://schemas.microsoft.com/office/drawing/2014/main" id="{C95564BE-56D9-8B37-6621-033F10C68912}"/>
                  </a:ext>
                </a:extLst>
              </p:cNvPr>
              <p:cNvSpPr/>
              <p:nvPr/>
            </p:nvSpPr>
            <p:spPr>
              <a:xfrm>
                <a:off x="7190633" y="1204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3" name="Freeform 32332">
                <a:extLst>
                  <a:ext uri="{FF2B5EF4-FFF2-40B4-BE49-F238E27FC236}">
                    <a16:creationId xmlns:a16="http://schemas.microsoft.com/office/drawing/2014/main" id="{BF0FFA02-831A-3DF7-847D-4D90B5193465}"/>
                  </a:ext>
                </a:extLst>
              </p:cNvPr>
              <p:cNvSpPr/>
              <p:nvPr/>
            </p:nvSpPr>
            <p:spPr>
              <a:xfrm>
                <a:off x="7191129" y="1182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4" name="Freeform 32333">
                <a:extLst>
                  <a:ext uri="{FF2B5EF4-FFF2-40B4-BE49-F238E27FC236}">
                    <a16:creationId xmlns:a16="http://schemas.microsoft.com/office/drawing/2014/main" id="{D9294E47-E141-04F4-7CD6-F6F403760301}"/>
                  </a:ext>
                </a:extLst>
              </p:cNvPr>
              <p:cNvSpPr/>
              <p:nvPr/>
            </p:nvSpPr>
            <p:spPr>
              <a:xfrm>
                <a:off x="7191724" y="1142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5" name="Freeform 32334">
                <a:extLst>
                  <a:ext uri="{FF2B5EF4-FFF2-40B4-BE49-F238E27FC236}">
                    <a16:creationId xmlns:a16="http://schemas.microsoft.com/office/drawing/2014/main" id="{FC4A48E4-CA24-8E59-A334-BC43579CC7D6}"/>
                  </a:ext>
                </a:extLst>
              </p:cNvPr>
              <p:cNvSpPr/>
              <p:nvPr/>
            </p:nvSpPr>
            <p:spPr>
              <a:xfrm>
                <a:off x="7192220" y="1150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6" name="Freeform 32335">
                <a:extLst>
                  <a:ext uri="{FF2B5EF4-FFF2-40B4-BE49-F238E27FC236}">
                    <a16:creationId xmlns:a16="http://schemas.microsoft.com/office/drawing/2014/main" id="{3EC1642F-413E-4073-6D67-F6E87DAD1BED}"/>
                  </a:ext>
                </a:extLst>
              </p:cNvPr>
              <p:cNvSpPr/>
              <p:nvPr/>
            </p:nvSpPr>
            <p:spPr>
              <a:xfrm>
                <a:off x="7192716" y="11563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7" name="Freeform 32336">
                <a:extLst>
                  <a:ext uri="{FF2B5EF4-FFF2-40B4-BE49-F238E27FC236}">
                    <a16:creationId xmlns:a16="http://schemas.microsoft.com/office/drawing/2014/main" id="{52BEFA9A-7F66-92E2-0D20-5B44AD820F6C}"/>
                  </a:ext>
                </a:extLst>
              </p:cNvPr>
              <p:cNvSpPr/>
              <p:nvPr/>
            </p:nvSpPr>
            <p:spPr>
              <a:xfrm>
                <a:off x="7193213" y="1294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8" name="Freeform 32337">
                <a:extLst>
                  <a:ext uri="{FF2B5EF4-FFF2-40B4-BE49-F238E27FC236}">
                    <a16:creationId xmlns:a16="http://schemas.microsoft.com/office/drawing/2014/main" id="{D3678D4C-73AB-6F90-E869-375DF9D1031B}"/>
                  </a:ext>
                </a:extLst>
              </p:cNvPr>
              <p:cNvSpPr/>
              <p:nvPr/>
            </p:nvSpPr>
            <p:spPr>
              <a:xfrm>
                <a:off x="7193808" y="16685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9" name="Freeform 32338">
                <a:extLst>
                  <a:ext uri="{FF2B5EF4-FFF2-40B4-BE49-F238E27FC236}">
                    <a16:creationId xmlns:a16="http://schemas.microsoft.com/office/drawing/2014/main" id="{86A11B71-343F-D165-4D85-D2381677DFA4}"/>
                  </a:ext>
                </a:extLst>
              </p:cNvPr>
              <p:cNvSpPr/>
              <p:nvPr/>
            </p:nvSpPr>
            <p:spPr>
              <a:xfrm>
                <a:off x="7194304" y="1840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0" name="Freeform 32339">
                <a:extLst>
                  <a:ext uri="{FF2B5EF4-FFF2-40B4-BE49-F238E27FC236}">
                    <a16:creationId xmlns:a16="http://schemas.microsoft.com/office/drawing/2014/main" id="{4CEEDD2A-D90F-A847-B9A8-DDAD486EF1EB}"/>
                  </a:ext>
                </a:extLst>
              </p:cNvPr>
              <p:cNvSpPr/>
              <p:nvPr/>
            </p:nvSpPr>
            <p:spPr>
              <a:xfrm>
                <a:off x="7194800" y="1882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1" name="Freeform 32340">
                <a:extLst>
                  <a:ext uri="{FF2B5EF4-FFF2-40B4-BE49-F238E27FC236}">
                    <a16:creationId xmlns:a16="http://schemas.microsoft.com/office/drawing/2014/main" id="{598B2156-DA08-9E25-DF00-B581227E9C35}"/>
                  </a:ext>
                </a:extLst>
              </p:cNvPr>
              <p:cNvSpPr/>
              <p:nvPr/>
            </p:nvSpPr>
            <p:spPr>
              <a:xfrm>
                <a:off x="7195395" y="1850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2" name="Freeform 32341">
                <a:extLst>
                  <a:ext uri="{FF2B5EF4-FFF2-40B4-BE49-F238E27FC236}">
                    <a16:creationId xmlns:a16="http://schemas.microsoft.com/office/drawing/2014/main" id="{0051EA22-7AEA-FA7F-3D86-162DEC558FBC}"/>
                  </a:ext>
                </a:extLst>
              </p:cNvPr>
              <p:cNvSpPr/>
              <p:nvPr/>
            </p:nvSpPr>
            <p:spPr>
              <a:xfrm>
                <a:off x="7195891" y="1856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3" name="Freeform 32342">
                <a:extLst>
                  <a:ext uri="{FF2B5EF4-FFF2-40B4-BE49-F238E27FC236}">
                    <a16:creationId xmlns:a16="http://schemas.microsoft.com/office/drawing/2014/main" id="{875C0350-0E0F-9598-AD63-00DE193DB3C2}"/>
                  </a:ext>
                </a:extLst>
              </p:cNvPr>
              <p:cNvSpPr/>
              <p:nvPr/>
            </p:nvSpPr>
            <p:spPr>
              <a:xfrm>
                <a:off x="7196388" y="1872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4" name="Freeform 32343">
                <a:extLst>
                  <a:ext uri="{FF2B5EF4-FFF2-40B4-BE49-F238E27FC236}">
                    <a16:creationId xmlns:a16="http://schemas.microsoft.com/office/drawing/2014/main" id="{D951217E-912E-9FF9-7760-D8D9A22046FE}"/>
                  </a:ext>
                </a:extLst>
              </p:cNvPr>
              <p:cNvSpPr/>
              <p:nvPr/>
            </p:nvSpPr>
            <p:spPr>
              <a:xfrm>
                <a:off x="7196983" y="1873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5" name="Freeform 32344">
                <a:extLst>
                  <a:ext uri="{FF2B5EF4-FFF2-40B4-BE49-F238E27FC236}">
                    <a16:creationId xmlns:a16="http://schemas.microsoft.com/office/drawing/2014/main" id="{2AC03871-DD07-E068-7A4A-3F05C45E77D4}"/>
                  </a:ext>
                </a:extLst>
              </p:cNvPr>
              <p:cNvSpPr/>
              <p:nvPr/>
            </p:nvSpPr>
            <p:spPr>
              <a:xfrm>
                <a:off x="7197479" y="1874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6" name="Freeform 32345">
                <a:extLst>
                  <a:ext uri="{FF2B5EF4-FFF2-40B4-BE49-F238E27FC236}">
                    <a16:creationId xmlns:a16="http://schemas.microsoft.com/office/drawing/2014/main" id="{8BA98817-C3D1-0395-A729-7B14F413319F}"/>
                  </a:ext>
                </a:extLst>
              </p:cNvPr>
              <p:cNvSpPr/>
              <p:nvPr/>
            </p:nvSpPr>
            <p:spPr>
              <a:xfrm>
                <a:off x="7197975" y="1874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7" name="Freeform 32346">
                <a:extLst>
                  <a:ext uri="{FF2B5EF4-FFF2-40B4-BE49-F238E27FC236}">
                    <a16:creationId xmlns:a16="http://schemas.microsoft.com/office/drawing/2014/main" id="{03F5DDE3-C1E0-A136-774D-3480DF5B4647}"/>
                  </a:ext>
                </a:extLst>
              </p:cNvPr>
              <p:cNvSpPr/>
              <p:nvPr/>
            </p:nvSpPr>
            <p:spPr>
              <a:xfrm>
                <a:off x="7198570" y="1798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8" name="Freeform 32347">
                <a:extLst>
                  <a:ext uri="{FF2B5EF4-FFF2-40B4-BE49-F238E27FC236}">
                    <a16:creationId xmlns:a16="http://schemas.microsoft.com/office/drawing/2014/main" id="{6618C026-05AC-96CE-1FAA-5A1BC9883E41}"/>
                  </a:ext>
                </a:extLst>
              </p:cNvPr>
              <p:cNvSpPr/>
              <p:nvPr/>
            </p:nvSpPr>
            <p:spPr>
              <a:xfrm>
                <a:off x="7199066" y="1616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9" name="Freeform 32348">
                <a:extLst>
                  <a:ext uri="{FF2B5EF4-FFF2-40B4-BE49-F238E27FC236}">
                    <a16:creationId xmlns:a16="http://schemas.microsoft.com/office/drawing/2014/main" id="{51C8B28A-C76E-5C46-272D-89720C00303C}"/>
                  </a:ext>
                </a:extLst>
              </p:cNvPr>
              <p:cNvSpPr/>
              <p:nvPr/>
            </p:nvSpPr>
            <p:spPr>
              <a:xfrm>
                <a:off x="7199563" y="1242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0" name="Freeform 32349">
                <a:extLst>
                  <a:ext uri="{FF2B5EF4-FFF2-40B4-BE49-F238E27FC236}">
                    <a16:creationId xmlns:a16="http://schemas.microsoft.com/office/drawing/2014/main" id="{C67C2246-E7EF-D80C-8C08-471806BE1415}"/>
                  </a:ext>
                </a:extLst>
              </p:cNvPr>
              <p:cNvSpPr/>
              <p:nvPr/>
            </p:nvSpPr>
            <p:spPr>
              <a:xfrm>
                <a:off x="7200158" y="1235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1" name="Freeform 32350">
                <a:extLst>
                  <a:ext uri="{FF2B5EF4-FFF2-40B4-BE49-F238E27FC236}">
                    <a16:creationId xmlns:a16="http://schemas.microsoft.com/office/drawing/2014/main" id="{55B54836-8523-EACA-01B6-81FBC718013E}"/>
                  </a:ext>
                </a:extLst>
              </p:cNvPr>
              <p:cNvSpPr/>
              <p:nvPr/>
            </p:nvSpPr>
            <p:spPr>
              <a:xfrm>
                <a:off x="7200654" y="1286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2" name="Freeform 32351">
                <a:extLst>
                  <a:ext uri="{FF2B5EF4-FFF2-40B4-BE49-F238E27FC236}">
                    <a16:creationId xmlns:a16="http://schemas.microsoft.com/office/drawing/2014/main" id="{8CB8AD4B-A544-BB7C-6DDF-00EC4A711844}"/>
                  </a:ext>
                </a:extLst>
              </p:cNvPr>
              <p:cNvSpPr/>
              <p:nvPr/>
            </p:nvSpPr>
            <p:spPr>
              <a:xfrm>
                <a:off x="7201150" y="1325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3" name="Freeform 32352">
                <a:extLst>
                  <a:ext uri="{FF2B5EF4-FFF2-40B4-BE49-F238E27FC236}">
                    <a16:creationId xmlns:a16="http://schemas.microsoft.com/office/drawing/2014/main" id="{547817D5-55F9-F1C9-06BF-D159CE59518D}"/>
                  </a:ext>
                </a:extLst>
              </p:cNvPr>
              <p:cNvSpPr/>
              <p:nvPr/>
            </p:nvSpPr>
            <p:spPr>
              <a:xfrm>
                <a:off x="7201745" y="1162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4" name="Freeform 32353">
                <a:extLst>
                  <a:ext uri="{FF2B5EF4-FFF2-40B4-BE49-F238E27FC236}">
                    <a16:creationId xmlns:a16="http://schemas.microsoft.com/office/drawing/2014/main" id="{F30B779C-DDC9-0353-616D-B60944A47351}"/>
                  </a:ext>
                </a:extLst>
              </p:cNvPr>
              <p:cNvSpPr/>
              <p:nvPr/>
            </p:nvSpPr>
            <p:spPr>
              <a:xfrm>
                <a:off x="7202241" y="1196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5" name="Freeform 32354">
                <a:extLst>
                  <a:ext uri="{FF2B5EF4-FFF2-40B4-BE49-F238E27FC236}">
                    <a16:creationId xmlns:a16="http://schemas.microsoft.com/office/drawing/2014/main" id="{A989796E-CE5B-2DC6-07A1-FF0CC186BD0D}"/>
                  </a:ext>
                </a:extLst>
              </p:cNvPr>
              <p:cNvSpPr/>
              <p:nvPr/>
            </p:nvSpPr>
            <p:spPr>
              <a:xfrm>
                <a:off x="7202738" y="1234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6" name="Freeform 32355">
                <a:extLst>
                  <a:ext uri="{FF2B5EF4-FFF2-40B4-BE49-F238E27FC236}">
                    <a16:creationId xmlns:a16="http://schemas.microsoft.com/office/drawing/2014/main" id="{F5435A65-75AD-B43D-60F9-0364637C8A46}"/>
                  </a:ext>
                </a:extLst>
              </p:cNvPr>
              <p:cNvSpPr/>
              <p:nvPr/>
            </p:nvSpPr>
            <p:spPr>
              <a:xfrm>
                <a:off x="7203333" y="1194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7" name="Freeform 32356">
                <a:extLst>
                  <a:ext uri="{FF2B5EF4-FFF2-40B4-BE49-F238E27FC236}">
                    <a16:creationId xmlns:a16="http://schemas.microsoft.com/office/drawing/2014/main" id="{447F6FF5-ACDF-BB82-5531-6EFFB8B1EFCE}"/>
                  </a:ext>
                </a:extLst>
              </p:cNvPr>
              <p:cNvSpPr/>
              <p:nvPr/>
            </p:nvSpPr>
            <p:spPr>
              <a:xfrm>
                <a:off x="7203829" y="1163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8" name="Freeform 32357">
                <a:extLst>
                  <a:ext uri="{FF2B5EF4-FFF2-40B4-BE49-F238E27FC236}">
                    <a16:creationId xmlns:a16="http://schemas.microsoft.com/office/drawing/2014/main" id="{37DF78CC-F598-AC47-9EFE-F721E4FD2767}"/>
                  </a:ext>
                </a:extLst>
              </p:cNvPr>
              <p:cNvSpPr/>
              <p:nvPr/>
            </p:nvSpPr>
            <p:spPr>
              <a:xfrm>
                <a:off x="7204325" y="1134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9" name="Freeform 32358">
                <a:extLst>
                  <a:ext uri="{FF2B5EF4-FFF2-40B4-BE49-F238E27FC236}">
                    <a16:creationId xmlns:a16="http://schemas.microsoft.com/office/drawing/2014/main" id="{D15BE154-EC9C-F7E1-D0DC-0DB5F6E2B221}"/>
                  </a:ext>
                </a:extLst>
              </p:cNvPr>
              <p:cNvSpPr/>
              <p:nvPr/>
            </p:nvSpPr>
            <p:spPr>
              <a:xfrm>
                <a:off x="7204920" y="1144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0" name="Freeform 32359">
                <a:extLst>
                  <a:ext uri="{FF2B5EF4-FFF2-40B4-BE49-F238E27FC236}">
                    <a16:creationId xmlns:a16="http://schemas.microsoft.com/office/drawing/2014/main" id="{A9BB8CA8-3333-EA97-9E72-2569AF9066CC}"/>
                  </a:ext>
                </a:extLst>
              </p:cNvPr>
              <p:cNvSpPr/>
              <p:nvPr/>
            </p:nvSpPr>
            <p:spPr>
              <a:xfrm>
                <a:off x="7205416" y="1132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1" name="Freeform 32360">
                <a:extLst>
                  <a:ext uri="{FF2B5EF4-FFF2-40B4-BE49-F238E27FC236}">
                    <a16:creationId xmlns:a16="http://schemas.microsoft.com/office/drawing/2014/main" id="{6B207966-1CB8-D88A-D119-DDD3481C7367}"/>
                  </a:ext>
                </a:extLst>
              </p:cNvPr>
              <p:cNvSpPr/>
              <p:nvPr/>
            </p:nvSpPr>
            <p:spPr>
              <a:xfrm>
                <a:off x="7205913" y="117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2" name="Freeform 32361">
                <a:extLst>
                  <a:ext uri="{FF2B5EF4-FFF2-40B4-BE49-F238E27FC236}">
                    <a16:creationId xmlns:a16="http://schemas.microsoft.com/office/drawing/2014/main" id="{9A2F3E40-293D-D0AF-8321-F903BF3BB232}"/>
                  </a:ext>
                </a:extLst>
              </p:cNvPr>
              <p:cNvSpPr/>
              <p:nvPr/>
            </p:nvSpPr>
            <p:spPr>
              <a:xfrm>
                <a:off x="7206409" y="1757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3" name="Freeform 32362">
                <a:extLst>
                  <a:ext uri="{FF2B5EF4-FFF2-40B4-BE49-F238E27FC236}">
                    <a16:creationId xmlns:a16="http://schemas.microsoft.com/office/drawing/2014/main" id="{B558FE17-5227-1653-0040-F7EE5374BF42}"/>
                  </a:ext>
                </a:extLst>
              </p:cNvPr>
              <p:cNvSpPr/>
              <p:nvPr/>
            </p:nvSpPr>
            <p:spPr>
              <a:xfrm>
                <a:off x="7207004" y="188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4" name="Freeform 32363">
                <a:extLst>
                  <a:ext uri="{FF2B5EF4-FFF2-40B4-BE49-F238E27FC236}">
                    <a16:creationId xmlns:a16="http://schemas.microsoft.com/office/drawing/2014/main" id="{A8928465-7AD9-895D-F759-BF8CB6477CBD}"/>
                  </a:ext>
                </a:extLst>
              </p:cNvPr>
              <p:cNvSpPr/>
              <p:nvPr/>
            </p:nvSpPr>
            <p:spPr>
              <a:xfrm>
                <a:off x="7207500" y="190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5" name="Freeform 32364">
                <a:extLst>
                  <a:ext uri="{FF2B5EF4-FFF2-40B4-BE49-F238E27FC236}">
                    <a16:creationId xmlns:a16="http://schemas.microsoft.com/office/drawing/2014/main" id="{92F68087-323C-7574-9C80-BE7684DD36BA}"/>
                  </a:ext>
                </a:extLst>
              </p:cNvPr>
              <p:cNvSpPr/>
              <p:nvPr/>
            </p:nvSpPr>
            <p:spPr>
              <a:xfrm>
                <a:off x="7207996" y="1886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6" name="Freeform 32365">
                <a:extLst>
                  <a:ext uri="{FF2B5EF4-FFF2-40B4-BE49-F238E27FC236}">
                    <a16:creationId xmlns:a16="http://schemas.microsoft.com/office/drawing/2014/main" id="{977C0CCC-8C3D-C4A6-7B6C-4363FF5B901B}"/>
                  </a:ext>
                </a:extLst>
              </p:cNvPr>
              <p:cNvSpPr/>
              <p:nvPr/>
            </p:nvSpPr>
            <p:spPr>
              <a:xfrm>
                <a:off x="7208591" y="1886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7" name="Freeform 32366">
                <a:extLst>
                  <a:ext uri="{FF2B5EF4-FFF2-40B4-BE49-F238E27FC236}">
                    <a16:creationId xmlns:a16="http://schemas.microsoft.com/office/drawing/2014/main" id="{2E9054DF-319C-E062-65C8-1DD014271CE3}"/>
                  </a:ext>
                </a:extLst>
              </p:cNvPr>
              <p:cNvSpPr/>
              <p:nvPr/>
            </p:nvSpPr>
            <p:spPr>
              <a:xfrm>
                <a:off x="7209088" y="1884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8" name="Freeform 32367">
                <a:extLst>
                  <a:ext uri="{FF2B5EF4-FFF2-40B4-BE49-F238E27FC236}">
                    <a16:creationId xmlns:a16="http://schemas.microsoft.com/office/drawing/2014/main" id="{EDC4615D-6B52-1201-1727-38A56714C92F}"/>
                  </a:ext>
                </a:extLst>
              </p:cNvPr>
              <p:cNvSpPr/>
              <p:nvPr/>
            </p:nvSpPr>
            <p:spPr>
              <a:xfrm>
                <a:off x="7209584" y="1885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9" name="Freeform 32368">
                <a:extLst>
                  <a:ext uri="{FF2B5EF4-FFF2-40B4-BE49-F238E27FC236}">
                    <a16:creationId xmlns:a16="http://schemas.microsoft.com/office/drawing/2014/main" id="{2CC61B09-DB65-6CBA-3F2E-E86330E396B5}"/>
                  </a:ext>
                </a:extLst>
              </p:cNvPr>
              <p:cNvSpPr/>
              <p:nvPr/>
            </p:nvSpPr>
            <p:spPr>
              <a:xfrm>
                <a:off x="7210179" y="1883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0" name="Freeform 32369">
                <a:extLst>
                  <a:ext uri="{FF2B5EF4-FFF2-40B4-BE49-F238E27FC236}">
                    <a16:creationId xmlns:a16="http://schemas.microsoft.com/office/drawing/2014/main" id="{6C84CA73-B2D0-01E9-5FE4-1D83268B7708}"/>
                  </a:ext>
                </a:extLst>
              </p:cNvPr>
              <p:cNvSpPr/>
              <p:nvPr/>
            </p:nvSpPr>
            <p:spPr>
              <a:xfrm>
                <a:off x="7210675" y="1872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1" name="Freeform 32370">
                <a:extLst>
                  <a:ext uri="{FF2B5EF4-FFF2-40B4-BE49-F238E27FC236}">
                    <a16:creationId xmlns:a16="http://schemas.microsoft.com/office/drawing/2014/main" id="{356E6531-4F37-345C-8FA3-6BA03383EB62}"/>
                  </a:ext>
                </a:extLst>
              </p:cNvPr>
              <p:cNvSpPr/>
              <p:nvPr/>
            </p:nvSpPr>
            <p:spPr>
              <a:xfrm>
                <a:off x="7211171" y="1749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2" name="Freeform 32371">
                <a:extLst>
                  <a:ext uri="{FF2B5EF4-FFF2-40B4-BE49-F238E27FC236}">
                    <a16:creationId xmlns:a16="http://schemas.microsoft.com/office/drawing/2014/main" id="{92785233-F67E-0BC8-0761-D6A8622CCE74}"/>
                  </a:ext>
                </a:extLst>
              </p:cNvPr>
              <p:cNvSpPr/>
              <p:nvPr/>
            </p:nvSpPr>
            <p:spPr>
              <a:xfrm>
                <a:off x="7211766" y="1600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3" name="Freeform 32372">
                <a:extLst>
                  <a:ext uri="{FF2B5EF4-FFF2-40B4-BE49-F238E27FC236}">
                    <a16:creationId xmlns:a16="http://schemas.microsoft.com/office/drawing/2014/main" id="{FDB8388D-FA00-9C67-BDDD-B37166885DE4}"/>
                  </a:ext>
                </a:extLst>
              </p:cNvPr>
              <p:cNvSpPr/>
              <p:nvPr/>
            </p:nvSpPr>
            <p:spPr>
              <a:xfrm>
                <a:off x="7212263" y="1293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4" name="Freeform 32373">
                <a:extLst>
                  <a:ext uri="{FF2B5EF4-FFF2-40B4-BE49-F238E27FC236}">
                    <a16:creationId xmlns:a16="http://schemas.microsoft.com/office/drawing/2014/main" id="{5A7F65E8-4B17-245E-1037-D9F65D7220C1}"/>
                  </a:ext>
                </a:extLst>
              </p:cNvPr>
              <p:cNvSpPr/>
              <p:nvPr/>
            </p:nvSpPr>
            <p:spPr>
              <a:xfrm>
                <a:off x="7212759" y="1280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5" name="Freeform 32374">
                <a:extLst>
                  <a:ext uri="{FF2B5EF4-FFF2-40B4-BE49-F238E27FC236}">
                    <a16:creationId xmlns:a16="http://schemas.microsoft.com/office/drawing/2014/main" id="{8EA598D5-4EBC-4CFD-C3A3-F4F88CDD889B}"/>
                  </a:ext>
                </a:extLst>
              </p:cNvPr>
              <p:cNvSpPr/>
              <p:nvPr/>
            </p:nvSpPr>
            <p:spPr>
              <a:xfrm>
                <a:off x="7213354" y="1310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6" name="Freeform 32375">
                <a:extLst>
                  <a:ext uri="{FF2B5EF4-FFF2-40B4-BE49-F238E27FC236}">
                    <a16:creationId xmlns:a16="http://schemas.microsoft.com/office/drawing/2014/main" id="{129B5F9F-57A5-4DB0-A662-1F78BEAC7D5F}"/>
                  </a:ext>
                </a:extLst>
              </p:cNvPr>
              <p:cNvSpPr/>
              <p:nvPr/>
            </p:nvSpPr>
            <p:spPr>
              <a:xfrm>
                <a:off x="7213850" y="1264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7" name="Freeform 32376">
                <a:extLst>
                  <a:ext uri="{FF2B5EF4-FFF2-40B4-BE49-F238E27FC236}">
                    <a16:creationId xmlns:a16="http://schemas.microsoft.com/office/drawing/2014/main" id="{74453CE3-6E98-06A1-BBC8-011FBA85E160}"/>
                  </a:ext>
                </a:extLst>
              </p:cNvPr>
              <p:cNvSpPr/>
              <p:nvPr/>
            </p:nvSpPr>
            <p:spPr>
              <a:xfrm>
                <a:off x="7214346" y="1171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8" name="Freeform 32377">
                <a:extLst>
                  <a:ext uri="{FF2B5EF4-FFF2-40B4-BE49-F238E27FC236}">
                    <a16:creationId xmlns:a16="http://schemas.microsoft.com/office/drawing/2014/main" id="{7DDE8514-005F-EEF7-8B5F-EC96FF7D83AD}"/>
                  </a:ext>
                </a:extLst>
              </p:cNvPr>
              <p:cNvSpPr/>
              <p:nvPr/>
            </p:nvSpPr>
            <p:spPr>
              <a:xfrm>
                <a:off x="7214941" y="1081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9" name="Freeform 32378">
                <a:extLst>
                  <a:ext uri="{FF2B5EF4-FFF2-40B4-BE49-F238E27FC236}">
                    <a16:creationId xmlns:a16="http://schemas.microsoft.com/office/drawing/2014/main" id="{BB3A38C9-FFEC-C4AF-5354-4F537AACC2B6}"/>
                  </a:ext>
                </a:extLst>
              </p:cNvPr>
              <p:cNvSpPr/>
              <p:nvPr/>
            </p:nvSpPr>
            <p:spPr>
              <a:xfrm>
                <a:off x="7215438" y="1020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0" name="Freeform 32379">
                <a:extLst>
                  <a:ext uri="{FF2B5EF4-FFF2-40B4-BE49-F238E27FC236}">
                    <a16:creationId xmlns:a16="http://schemas.microsoft.com/office/drawing/2014/main" id="{82A4AFA7-81B5-4004-A54A-EC0B43B823EE}"/>
                  </a:ext>
                </a:extLst>
              </p:cNvPr>
              <p:cNvSpPr/>
              <p:nvPr/>
            </p:nvSpPr>
            <p:spPr>
              <a:xfrm>
                <a:off x="7215934" y="975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1" name="Freeform 32380">
                <a:extLst>
                  <a:ext uri="{FF2B5EF4-FFF2-40B4-BE49-F238E27FC236}">
                    <a16:creationId xmlns:a16="http://schemas.microsoft.com/office/drawing/2014/main" id="{61766F00-0862-9328-5383-A3AC271BAD53}"/>
                  </a:ext>
                </a:extLst>
              </p:cNvPr>
              <p:cNvSpPr/>
              <p:nvPr/>
            </p:nvSpPr>
            <p:spPr>
              <a:xfrm>
                <a:off x="7216529" y="924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2" name="Freeform 32381">
                <a:extLst>
                  <a:ext uri="{FF2B5EF4-FFF2-40B4-BE49-F238E27FC236}">
                    <a16:creationId xmlns:a16="http://schemas.microsoft.com/office/drawing/2014/main" id="{E1925ED7-72A0-267D-8E95-FEB52E90CCA3}"/>
                  </a:ext>
                </a:extLst>
              </p:cNvPr>
              <p:cNvSpPr/>
              <p:nvPr/>
            </p:nvSpPr>
            <p:spPr>
              <a:xfrm>
                <a:off x="7217025" y="88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3" name="Freeform 32382">
                <a:extLst>
                  <a:ext uri="{FF2B5EF4-FFF2-40B4-BE49-F238E27FC236}">
                    <a16:creationId xmlns:a16="http://schemas.microsoft.com/office/drawing/2014/main" id="{C9EB85BD-AEC5-202D-6CEE-038ADC5EACBA}"/>
                  </a:ext>
                </a:extLst>
              </p:cNvPr>
              <p:cNvSpPr/>
              <p:nvPr/>
            </p:nvSpPr>
            <p:spPr>
              <a:xfrm>
                <a:off x="7217521" y="877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4" name="Freeform 32383">
                <a:extLst>
                  <a:ext uri="{FF2B5EF4-FFF2-40B4-BE49-F238E27FC236}">
                    <a16:creationId xmlns:a16="http://schemas.microsoft.com/office/drawing/2014/main" id="{CFE8210E-4832-23B5-4711-0F8ACD16340F}"/>
                  </a:ext>
                </a:extLst>
              </p:cNvPr>
              <p:cNvSpPr/>
              <p:nvPr/>
            </p:nvSpPr>
            <p:spPr>
              <a:xfrm>
                <a:off x="7218017" y="73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5" name="Freeform 32384">
                <a:extLst>
                  <a:ext uri="{FF2B5EF4-FFF2-40B4-BE49-F238E27FC236}">
                    <a16:creationId xmlns:a16="http://schemas.microsoft.com/office/drawing/2014/main" id="{00099A74-0147-8276-5C2E-887D2897606F}"/>
                  </a:ext>
                </a:extLst>
              </p:cNvPr>
              <p:cNvSpPr/>
              <p:nvPr/>
            </p:nvSpPr>
            <p:spPr>
              <a:xfrm>
                <a:off x="7218613" y="860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6" name="Freeform 32385">
                <a:extLst>
                  <a:ext uri="{FF2B5EF4-FFF2-40B4-BE49-F238E27FC236}">
                    <a16:creationId xmlns:a16="http://schemas.microsoft.com/office/drawing/2014/main" id="{0F82B265-A6C1-ABD0-B345-92437B2FD271}"/>
                  </a:ext>
                </a:extLst>
              </p:cNvPr>
              <p:cNvSpPr/>
              <p:nvPr/>
            </p:nvSpPr>
            <p:spPr>
              <a:xfrm>
                <a:off x="7219109" y="1665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7" name="Freeform 32386">
                <a:extLst>
                  <a:ext uri="{FF2B5EF4-FFF2-40B4-BE49-F238E27FC236}">
                    <a16:creationId xmlns:a16="http://schemas.microsoft.com/office/drawing/2014/main" id="{112D7725-F2FB-BBBB-A799-5061CF407EEE}"/>
                  </a:ext>
                </a:extLst>
              </p:cNvPr>
              <p:cNvSpPr/>
              <p:nvPr/>
            </p:nvSpPr>
            <p:spPr>
              <a:xfrm>
                <a:off x="7219605" y="1844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8" name="Freeform 32387">
                <a:extLst>
                  <a:ext uri="{FF2B5EF4-FFF2-40B4-BE49-F238E27FC236}">
                    <a16:creationId xmlns:a16="http://schemas.microsoft.com/office/drawing/2014/main" id="{E2CC4B78-AB7E-D6CA-D81E-9E3950EF32AE}"/>
                  </a:ext>
                </a:extLst>
              </p:cNvPr>
              <p:cNvSpPr/>
              <p:nvPr/>
            </p:nvSpPr>
            <p:spPr>
              <a:xfrm>
                <a:off x="7220200" y="1891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9" name="Freeform 32388">
                <a:extLst>
                  <a:ext uri="{FF2B5EF4-FFF2-40B4-BE49-F238E27FC236}">
                    <a16:creationId xmlns:a16="http://schemas.microsoft.com/office/drawing/2014/main" id="{EF321AB2-ACE2-2CCE-F469-A3B2FA049C76}"/>
                  </a:ext>
                </a:extLst>
              </p:cNvPr>
              <p:cNvSpPr/>
              <p:nvPr/>
            </p:nvSpPr>
            <p:spPr>
              <a:xfrm>
                <a:off x="7220696" y="190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0" name="Freeform 32389">
                <a:extLst>
                  <a:ext uri="{FF2B5EF4-FFF2-40B4-BE49-F238E27FC236}">
                    <a16:creationId xmlns:a16="http://schemas.microsoft.com/office/drawing/2014/main" id="{AD22F1FB-36F2-1C28-9C25-D13960E1D40C}"/>
                  </a:ext>
                </a:extLst>
              </p:cNvPr>
              <p:cNvSpPr/>
              <p:nvPr/>
            </p:nvSpPr>
            <p:spPr>
              <a:xfrm>
                <a:off x="7221192" y="1890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1" name="Freeform 32390">
                <a:extLst>
                  <a:ext uri="{FF2B5EF4-FFF2-40B4-BE49-F238E27FC236}">
                    <a16:creationId xmlns:a16="http://schemas.microsoft.com/office/drawing/2014/main" id="{E44233B9-90E7-5575-04E2-9D5B7730D240}"/>
                  </a:ext>
                </a:extLst>
              </p:cNvPr>
              <p:cNvSpPr/>
              <p:nvPr/>
            </p:nvSpPr>
            <p:spPr>
              <a:xfrm>
                <a:off x="7221788" y="1891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2" name="Freeform 32391">
                <a:extLst>
                  <a:ext uri="{FF2B5EF4-FFF2-40B4-BE49-F238E27FC236}">
                    <a16:creationId xmlns:a16="http://schemas.microsoft.com/office/drawing/2014/main" id="{09FB6169-87E2-554B-147A-915759BBB35D}"/>
                  </a:ext>
                </a:extLst>
              </p:cNvPr>
              <p:cNvSpPr/>
              <p:nvPr/>
            </p:nvSpPr>
            <p:spPr>
              <a:xfrm>
                <a:off x="7222284" y="1865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3" name="Freeform 32392">
                <a:extLst>
                  <a:ext uri="{FF2B5EF4-FFF2-40B4-BE49-F238E27FC236}">
                    <a16:creationId xmlns:a16="http://schemas.microsoft.com/office/drawing/2014/main" id="{184B43B4-6F86-DC59-3B26-4B88A892BBA0}"/>
                  </a:ext>
                </a:extLst>
              </p:cNvPr>
              <p:cNvSpPr/>
              <p:nvPr/>
            </p:nvSpPr>
            <p:spPr>
              <a:xfrm>
                <a:off x="7222780" y="1840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4" name="Freeform 32393">
                <a:extLst>
                  <a:ext uri="{FF2B5EF4-FFF2-40B4-BE49-F238E27FC236}">
                    <a16:creationId xmlns:a16="http://schemas.microsoft.com/office/drawing/2014/main" id="{870A0E5D-7605-1E1D-5873-89891ED35F8E}"/>
                  </a:ext>
                </a:extLst>
              </p:cNvPr>
              <p:cNvSpPr/>
              <p:nvPr/>
            </p:nvSpPr>
            <p:spPr>
              <a:xfrm>
                <a:off x="7223375" y="1778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5" name="Freeform 32394">
                <a:extLst>
                  <a:ext uri="{FF2B5EF4-FFF2-40B4-BE49-F238E27FC236}">
                    <a16:creationId xmlns:a16="http://schemas.microsoft.com/office/drawing/2014/main" id="{C16C45E8-4E55-5F8F-01F4-DA9BF300AD81}"/>
                  </a:ext>
                </a:extLst>
              </p:cNvPr>
              <p:cNvSpPr/>
              <p:nvPr/>
            </p:nvSpPr>
            <p:spPr>
              <a:xfrm>
                <a:off x="7223871" y="1642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6" name="Freeform 32395">
                <a:extLst>
                  <a:ext uri="{FF2B5EF4-FFF2-40B4-BE49-F238E27FC236}">
                    <a16:creationId xmlns:a16="http://schemas.microsoft.com/office/drawing/2014/main" id="{1B6FA8F9-3BDD-485A-9070-6F9DCD2F9207}"/>
                  </a:ext>
                </a:extLst>
              </p:cNvPr>
              <p:cNvSpPr/>
              <p:nvPr/>
            </p:nvSpPr>
            <p:spPr>
              <a:xfrm>
                <a:off x="7224367" y="144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7" name="Freeform 32396">
                <a:extLst>
                  <a:ext uri="{FF2B5EF4-FFF2-40B4-BE49-F238E27FC236}">
                    <a16:creationId xmlns:a16="http://schemas.microsoft.com/office/drawing/2014/main" id="{E76A6577-D5D9-D75E-E9C4-795656A2E4FB}"/>
                  </a:ext>
                </a:extLst>
              </p:cNvPr>
              <p:cNvSpPr/>
              <p:nvPr/>
            </p:nvSpPr>
            <p:spPr>
              <a:xfrm>
                <a:off x="7224963" y="1268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8" name="Freeform 32397">
                <a:extLst>
                  <a:ext uri="{FF2B5EF4-FFF2-40B4-BE49-F238E27FC236}">
                    <a16:creationId xmlns:a16="http://schemas.microsoft.com/office/drawing/2014/main" id="{7A86762E-F6EA-55E6-E475-B8FD7130828B}"/>
                  </a:ext>
                </a:extLst>
              </p:cNvPr>
              <p:cNvSpPr/>
              <p:nvPr/>
            </p:nvSpPr>
            <p:spPr>
              <a:xfrm>
                <a:off x="7225459" y="1239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9" name="Freeform 32398">
                <a:extLst>
                  <a:ext uri="{FF2B5EF4-FFF2-40B4-BE49-F238E27FC236}">
                    <a16:creationId xmlns:a16="http://schemas.microsoft.com/office/drawing/2014/main" id="{99D3786B-9D6B-3F16-0382-111FA93B9A80}"/>
                  </a:ext>
                </a:extLst>
              </p:cNvPr>
              <p:cNvSpPr/>
              <p:nvPr/>
            </p:nvSpPr>
            <p:spPr>
              <a:xfrm>
                <a:off x="7225955" y="1250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0" name="Freeform 32399">
                <a:extLst>
                  <a:ext uri="{FF2B5EF4-FFF2-40B4-BE49-F238E27FC236}">
                    <a16:creationId xmlns:a16="http://schemas.microsoft.com/office/drawing/2014/main" id="{9C2FCD58-8A33-CA64-FB66-97050563D9FA}"/>
                  </a:ext>
                </a:extLst>
              </p:cNvPr>
              <p:cNvSpPr/>
              <p:nvPr/>
            </p:nvSpPr>
            <p:spPr>
              <a:xfrm>
                <a:off x="7226550" y="1262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1" name="Freeform 32400">
                <a:extLst>
                  <a:ext uri="{FF2B5EF4-FFF2-40B4-BE49-F238E27FC236}">
                    <a16:creationId xmlns:a16="http://schemas.microsoft.com/office/drawing/2014/main" id="{866E90E8-7099-FA16-C0B7-21D2C32D5237}"/>
                  </a:ext>
                </a:extLst>
              </p:cNvPr>
              <p:cNvSpPr/>
              <p:nvPr/>
            </p:nvSpPr>
            <p:spPr>
              <a:xfrm>
                <a:off x="7227046" y="1168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2" name="Freeform 32401">
                <a:extLst>
                  <a:ext uri="{FF2B5EF4-FFF2-40B4-BE49-F238E27FC236}">
                    <a16:creationId xmlns:a16="http://schemas.microsoft.com/office/drawing/2014/main" id="{70700374-FD68-8DBA-25FA-BDB1E7E638C4}"/>
                  </a:ext>
                </a:extLst>
              </p:cNvPr>
              <p:cNvSpPr/>
              <p:nvPr/>
            </p:nvSpPr>
            <p:spPr>
              <a:xfrm>
                <a:off x="7227542" y="1197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3" name="Freeform 32402">
                <a:extLst>
                  <a:ext uri="{FF2B5EF4-FFF2-40B4-BE49-F238E27FC236}">
                    <a16:creationId xmlns:a16="http://schemas.microsoft.com/office/drawing/2014/main" id="{562E12F7-1E67-66AB-E4E0-5F4D76A57589}"/>
                  </a:ext>
                </a:extLst>
              </p:cNvPr>
              <p:cNvSpPr/>
              <p:nvPr/>
            </p:nvSpPr>
            <p:spPr>
              <a:xfrm>
                <a:off x="7228138" y="1144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4" name="Freeform 32403">
                <a:extLst>
                  <a:ext uri="{FF2B5EF4-FFF2-40B4-BE49-F238E27FC236}">
                    <a16:creationId xmlns:a16="http://schemas.microsoft.com/office/drawing/2014/main" id="{B50686BF-7940-52FB-306B-A69F84786271}"/>
                  </a:ext>
                </a:extLst>
              </p:cNvPr>
              <p:cNvSpPr/>
              <p:nvPr/>
            </p:nvSpPr>
            <p:spPr>
              <a:xfrm>
                <a:off x="7228634" y="1063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5" name="Freeform 32404">
                <a:extLst>
                  <a:ext uri="{FF2B5EF4-FFF2-40B4-BE49-F238E27FC236}">
                    <a16:creationId xmlns:a16="http://schemas.microsoft.com/office/drawing/2014/main" id="{4C5D3B33-AD59-03B0-3907-1F42A3EAEFFE}"/>
                  </a:ext>
                </a:extLst>
              </p:cNvPr>
              <p:cNvSpPr/>
              <p:nvPr/>
            </p:nvSpPr>
            <p:spPr>
              <a:xfrm>
                <a:off x="7229130" y="1065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6" name="Freeform 32405">
                <a:extLst>
                  <a:ext uri="{FF2B5EF4-FFF2-40B4-BE49-F238E27FC236}">
                    <a16:creationId xmlns:a16="http://schemas.microsoft.com/office/drawing/2014/main" id="{5EC8AB61-4A97-4606-E526-3093510B927C}"/>
                  </a:ext>
                </a:extLst>
              </p:cNvPr>
              <p:cNvSpPr/>
              <p:nvPr/>
            </p:nvSpPr>
            <p:spPr>
              <a:xfrm>
                <a:off x="7229626" y="1046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7" name="Freeform 32406">
                <a:extLst>
                  <a:ext uri="{FF2B5EF4-FFF2-40B4-BE49-F238E27FC236}">
                    <a16:creationId xmlns:a16="http://schemas.microsoft.com/office/drawing/2014/main" id="{86473CCD-F318-46B8-08F1-F7F273B41808}"/>
                  </a:ext>
                </a:extLst>
              </p:cNvPr>
              <p:cNvSpPr/>
              <p:nvPr/>
            </p:nvSpPr>
            <p:spPr>
              <a:xfrm>
                <a:off x="7230221" y="990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8" name="Freeform 32407">
                <a:extLst>
                  <a:ext uri="{FF2B5EF4-FFF2-40B4-BE49-F238E27FC236}">
                    <a16:creationId xmlns:a16="http://schemas.microsoft.com/office/drawing/2014/main" id="{036C660F-5363-A2FE-6702-E6DBABB0FB27}"/>
                  </a:ext>
                </a:extLst>
              </p:cNvPr>
              <p:cNvSpPr/>
              <p:nvPr/>
            </p:nvSpPr>
            <p:spPr>
              <a:xfrm>
                <a:off x="7230717" y="1016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9" name="Freeform 32408">
                <a:extLst>
                  <a:ext uri="{FF2B5EF4-FFF2-40B4-BE49-F238E27FC236}">
                    <a16:creationId xmlns:a16="http://schemas.microsoft.com/office/drawing/2014/main" id="{84081BD7-8305-DB76-9471-B6CA132960A4}"/>
                  </a:ext>
                </a:extLst>
              </p:cNvPr>
              <p:cNvSpPr/>
              <p:nvPr/>
            </p:nvSpPr>
            <p:spPr>
              <a:xfrm>
                <a:off x="7231213" y="1077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0" name="Freeform 32409">
                <a:extLst>
                  <a:ext uri="{FF2B5EF4-FFF2-40B4-BE49-F238E27FC236}">
                    <a16:creationId xmlns:a16="http://schemas.microsoft.com/office/drawing/2014/main" id="{6F0B5DBB-7717-906F-C95A-8F688BE056B4}"/>
                  </a:ext>
                </a:extLst>
              </p:cNvPr>
              <p:cNvSpPr/>
              <p:nvPr/>
            </p:nvSpPr>
            <p:spPr>
              <a:xfrm>
                <a:off x="7231809" y="189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1" name="Freeform 32410">
                <a:extLst>
                  <a:ext uri="{FF2B5EF4-FFF2-40B4-BE49-F238E27FC236}">
                    <a16:creationId xmlns:a16="http://schemas.microsoft.com/office/drawing/2014/main" id="{53F339BD-9B4B-AD86-4D39-F62BA1C0D46E}"/>
                  </a:ext>
                </a:extLst>
              </p:cNvPr>
              <p:cNvSpPr/>
              <p:nvPr/>
            </p:nvSpPr>
            <p:spPr>
              <a:xfrm>
                <a:off x="7232305" y="2012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2" name="Freeform 32411">
                <a:extLst>
                  <a:ext uri="{FF2B5EF4-FFF2-40B4-BE49-F238E27FC236}">
                    <a16:creationId xmlns:a16="http://schemas.microsoft.com/office/drawing/2014/main" id="{3F1AA82C-24E2-5B44-737A-37B6AE5B0F84}"/>
                  </a:ext>
                </a:extLst>
              </p:cNvPr>
              <p:cNvSpPr/>
              <p:nvPr/>
            </p:nvSpPr>
            <p:spPr>
              <a:xfrm>
                <a:off x="7232801" y="2038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3" name="Freeform 32412">
                <a:extLst>
                  <a:ext uri="{FF2B5EF4-FFF2-40B4-BE49-F238E27FC236}">
                    <a16:creationId xmlns:a16="http://schemas.microsoft.com/office/drawing/2014/main" id="{3BE35D62-1CA7-C275-2715-44CA1E14DD04}"/>
                  </a:ext>
                </a:extLst>
              </p:cNvPr>
              <p:cNvSpPr/>
              <p:nvPr/>
            </p:nvSpPr>
            <p:spPr>
              <a:xfrm>
                <a:off x="7233396" y="2046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4" name="Freeform 32413">
                <a:extLst>
                  <a:ext uri="{FF2B5EF4-FFF2-40B4-BE49-F238E27FC236}">
                    <a16:creationId xmlns:a16="http://schemas.microsoft.com/office/drawing/2014/main" id="{FDD767FC-855B-7639-9706-B34653AD6501}"/>
                  </a:ext>
                </a:extLst>
              </p:cNvPr>
              <p:cNvSpPr/>
              <p:nvPr/>
            </p:nvSpPr>
            <p:spPr>
              <a:xfrm>
                <a:off x="7233892" y="2038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5" name="Freeform 32414">
                <a:extLst>
                  <a:ext uri="{FF2B5EF4-FFF2-40B4-BE49-F238E27FC236}">
                    <a16:creationId xmlns:a16="http://schemas.microsoft.com/office/drawing/2014/main" id="{16B03FB6-2E48-EE30-D7EC-B3C56D0913CA}"/>
                  </a:ext>
                </a:extLst>
              </p:cNvPr>
              <p:cNvSpPr/>
              <p:nvPr/>
            </p:nvSpPr>
            <p:spPr>
              <a:xfrm>
                <a:off x="7234388" y="203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6" name="Freeform 32415">
                <a:extLst>
                  <a:ext uri="{FF2B5EF4-FFF2-40B4-BE49-F238E27FC236}">
                    <a16:creationId xmlns:a16="http://schemas.microsoft.com/office/drawing/2014/main" id="{27B1B2B5-800F-0E83-C939-86839C93B497}"/>
                  </a:ext>
                </a:extLst>
              </p:cNvPr>
              <p:cNvSpPr/>
              <p:nvPr/>
            </p:nvSpPr>
            <p:spPr>
              <a:xfrm>
                <a:off x="7234984" y="201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7" name="Freeform 32416">
                <a:extLst>
                  <a:ext uri="{FF2B5EF4-FFF2-40B4-BE49-F238E27FC236}">
                    <a16:creationId xmlns:a16="http://schemas.microsoft.com/office/drawing/2014/main" id="{1DC488A0-C2DF-0E76-68FD-600B3AC033AC}"/>
                  </a:ext>
                </a:extLst>
              </p:cNvPr>
              <p:cNvSpPr/>
              <p:nvPr/>
            </p:nvSpPr>
            <p:spPr>
              <a:xfrm>
                <a:off x="7235480" y="1955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8" name="Freeform 32417">
                <a:extLst>
                  <a:ext uri="{FF2B5EF4-FFF2-40B4-BE49-F238E27FC236}">
                    <a16:creationId xmlns:a16="http://schemas.microsoft.com/office/drawing/2014/main" id="{3C678C87-780D-0CC0-046F-4019F3A3209C}"/>
                  </a:ext>
                </a:extLst>
              </p:cNvPr>
              <p:cNvSpPr/>
              <p:nvPr/>
            </p:nvSpPr>
            <p:spPr>
              <a:xfrm>
                <a:off x="7235976" y="1925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9" name="Freeform 32418">
                <a:extLst>
                  <a:ext uri="{FF2B5EF4-FFF2-40B4-BE49-F238E27FC236}">
                    <a16:creationId xmlns:a16="http://schemas.microsoft.com/office/drawing/2014/main" id="{1448A2D9-4204-CFA1-5AFF-C38CF4B410EB}"/>
                  </a:ext>
                </a:extLst>
              </p:cNvPr>
              <p:cNvSpPr/>
              <p:nvPr/>
            </p:nvSpPr>
            <p:spPr>
              <a:xfrm>
                <a:off x="7236571" y="1744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0" name="Freeform 32419">
                <a:extLst>
                  <a:ext uri="{FF2B5EF4-FFF2-40B4-BE49-F238E27FC236}">
                    <a16:creationId xmlns:a16="http://schemas.microsoft.com/office/drawing/2014/main" id="{42324C5B-100C-03A0-1660-49BEA5A6FAE0}"/>
                  </a:ext>
                </a:extLst>
              </p:cNvPr>
              <p:cNvSpPr/>
              <p:nvPr/>
            </p:nvSpPr>
            <p:spPr>
              <a:xfrm>
                <a:off x="7237067" y="1517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1" name="Freeform 32420">
                <a:extLst>
                  <a:ext uri="{FF2B5EF4-FFF2-40B4-BE49-F238E27FC236}">
                    <a16:creationId xmlns:a16="http://schemas.microsoft.com/office/drawing/2014/main" id="{FBCFAD24-85CE-EE01-0D70-9B466B1463A3}"/>
                  </a:ext>
                </a:extLst>
              </p:cNvPr>
              <p:cNvSpPr/>
              <p:nvPr/>
            </p:nvSpPr>
            <p:spPr>
              <a:xfrm>
                <a:off x="7237563" y="1329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2" name="Freeform 32421">
                <a:extLst>
                  <a:ext uri="{FF2B5EF4-FFF2-40B4-BE49-F238E27FC236}">
                    <a16:creationId xmlns:a16="http://schemas.microsoft.com/office/drawing/2014/main" id="{F523D950-1BE3-F473-FEB4-6A37A9E475C8}"/>
                  </a:ext>
                </a:extLst>
              </p:cNvPr>
              <p:cNvSpPr/>
              <p:nvPr/>
            </p:nvSpPr>
            <p:spPr>
              <a:xfrm>
                <a:off x="7238159" y="1289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3" name="Freeform 32422">
                <a:extLst>
                  <a:ext uri="{FF2B5EF4-FFF2-40B4-BE49-F238E27FC236}">
                    <a16:creationId xmlns:a16="http://schemas.microsoft.com/office/drawing/2014/main" id="{07607F93-D698-2D99-EA74-78B3B8B4E24E}"/>
                  </a:ext>
                </a:extLst>
              </p:cNvPr>
              <p:cNvSpPr/>
              <p:nvPr/>
            </p:nvSpPr>
            <p:spPr>
              <a:xfrm>
                <a:off x="7238655" y="1293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4" name="Freeform 32423">
                <a:extLst>
                  <a:ext uri="{FF2B5EF4-FFF2-40B4-BE49-F238E27FC236}">
                    <a16:creationId xmlns:a16="http://schemas.microsoft.com/office/drawing/2014/main" id="{B2DBCE60-79C6-B36E-6E65-A8DE12D65897}"/>
                  </a:ext>
                </a:extLst>
              </p:cNvPr>
              <p:cNvSpPr/>
              <p:nvPr/>
            </p:nvSpPr>
            <p:spPr>
              <a:xfrm>
                <a:off x="7239151" y="1285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5" name="Freeform 32424">
                <a:extLst>
                  <a:ext uri="{FF2B5EF4-FFF2-40B4-BE49-F238E27FC236}">
                    <a16:creationId xmlns:a16="http://schemas.microsoft.com/office/drawing/2014/main" id="{E1A84E12-7C38-BC15-DA36-813765815647}"/>
                  </a:ext>
                </a:extLst>
              </p:cNvPr>
              <p:cNvSpPr/>
              <p:nvPr/>
            </p:nvSpPr>
            <p:spPr>
              <a:xfrm>
                <a:off x="7239746" y="1144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6" name="Freeform 32425">
                <a:extLst>
                  <a:ext uri="{FF2B5EF4-FFF2-40B4-BE49-F238E27FC236}">
                    <a16:creationId xmlns:a16="http://schemas.microsoft.com/office/drawing/2014/main" id="{D3BC4B1F-71E6-AD65-E461-8F29A9200D04}"/>
                  </a:ext>
                </a:extLst>
              </p:cNvPr>
              <p:cNvSpPr/>
              <p:nvPr/>
            </p:nvSpPr>
            <p:spPr>
              <a:xfrm>
                <a:off x="7240242" y="1057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7" name="Freeform 32426">
                <a:extLst>
                  <a:ext uri="{FF2B5EF4-FFF2-40B4-BE49-F238E27FC236}">
                    <a16:creationId xmlns:a16="http://schemas.microsoft.com/office/drawing/2014/main" id="{81A2D666-D568-B1E9-10D3-45BF4523F179}"/>
                  </a:ext>
                </a:extLst>
              </p:cNvPr>
              <p:cNvSpPr/>
              <p:nvPr/>
            </p:nvSpPr>
            <p:spPr>
              <a:xfrm>
                <a:off x="7240738" y="10298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8" name="Freeform 32427">
                <a:extLst>
                  <a:ext uri="{FF2B5EF4-FFF2-40B4-BE49-F238E27FC236}">
                    <a16:creationId xmlns:a16="http://schemas.microsoft.com/office/drawing/2014/main" id="{6EF01F61-33F3-069E-127A-15E98DADA8C7}"/>
                  </a:ext>
                </a:extLst>
              </p:cNvPr>
              <p:cNvSpPr/>
              <p:nvPr/>
            </p:nvSpPr>
            <p:spPr>
              <a:xfrm>
                <a:off x="7241334" y="974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9" name="Freeform 32428">
                <a:extLst>
                  <a:ext uri="{FF2B5EF4-FFF2-40B4-BE49-F238E27FC236}">
                    <a16:creationId xmlns:a16="http://schemas.microsoft.com/office/drawing/2014/main" id="{A67005F0-E485-0506-F3D5-EC39249B5CC9}"/>
                  </a:ext>
                </a:extLst>
              </p:cNvPr>
              <p:cNvSpPr/>
              <p:nvPr/>
            </p:nvSpPr>
            <p:spPr>
              <a:xfrm>
                <a:off x="7241830" y="961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0" name="Freeform 32429">
                <a:extLst>
                  <a:ext uri="{FF2B5EF4-FFF2-40B4-BE49-F238E27FC236}">
                    <a16:creationId xmlns:a16="http://schemas.microsoft.com/office/drawing/2014/main" id="{8BEA7B81-7D25-7B8F-045C-1F581D0498F2}"/>
                  </a:ext>
                </a:extLst>
              </p:cNvPr>
              <p:cNvSpPr/>
              <p:nvPr/>
            </p:nvSpPr>
            <p:spPr>
              <a:xfrm>
                <a:off x="7242326" y="88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1" name="Freeform 32430">
                <a:extLst>
                  <a:ext uri="{FF2B5EF4-FFF2-40B4-BE49-F238E27FC236}">
                    <a16:creationId xmlns:a16="http://schemas.microsoft.com/office/drawing/2014/main" id="{1CF8FAF2-B7D8-267F-77E1-975D12887F9A}"/>
                  </a:ext>
                </a:extLst>
              </p:cNvPr>
              <p:cNvSpPr/>
              <p:nvPr/>
            </p:nvSpPr>
            <p:spPr>
              <a:xfrm>
                <a:off x="7242822" y="93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2" name="Freeform 32431">
                <a:extLst>
                  <a:ext uri="{FF2B5EF4-FFF2-40B4-BE49-F238E27FC236}">
                    <a16:creationId xmlns:a16="http://schemas.microsoft.com/office/drawing/2014/main" id="{8F02D0BD-2DF4-961F-5BE2-52E092691A4F}"/>
                  </a:ext>
                </a:extLst>
              </p:cNvPr>
              <p:cNvSpPr/>
              <p:nvPr/>
            </p:nvSpPr>
            <p:spPr>
              <a:xfrm>
                <a:off x="7243417" y="906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3" name="Freeform 32432">
                <a:extLst>
                  <a:ext uri="{FF2B5EF4-FFF2-40B4-BE49-F238E27FC236}">
                    <a16:creationId xmlns:a16="http://schemas.microsoft.com/office/drawing/2014/main" id="{3325C892-84D5-FCCD-841E-3159A31E4685}"/>
                  </a:ext>
                </a:extLst>
              </p:cNvPr>
              <p:cNvSpPr/>
              <p:nvPr/>
            </p:nvSpPr>
            <p:spPr>
              <a:xfrm>
                <a:off x="7243913" y="1086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4" name="Freeform 32433">
                <a:extLst>
                  <a:ext uri="{FF2B5EF4-FFF2-40B4-BE49-F238E27FC236}">
                    <a16:creationId xmlns:a16="http://schemas.microsoft.com/office/drawing/2014/main" id="{F2AFE15D-4A6A-C661-CA22-81F47E4D6DD6}"/>
                  </a:ext>
                </a:extLst>
              </p:cNvPr>
              <p:cNvSpPr/>
              <p:nvPr/>
            </p:nvSpPr>
            <p:spPr>
              <a:xfrm>
                <a:off x="7244409" y="1735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5" name="Freeform 32434">
                <a:extLst>
                  <a:ext uri="{FF2B5EF4-FFF2-40B4-BE49-F238E27FC236}">
                    <a16:creationId xmlns:a16="http://schemas.microsoft.com/office/drawing/2014/main" id="{C6FD8E79-9628-3BC8-73F3-E8B5B386B5AE}"/>
                  </a:ext>
                </a:extLst>
              </p:cNvPr>
              <p:cNvSpPr/>
              <p:nvPr/>
            </p:nvSpPr>
            <p:spPr>
              <a:xfrm>
                <a:off x="7245005" y="191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6" name="Freeform 32435">
                <a:extLst>
                  <a:ext uri="{FF2B5EF4-FFF2-40B4-BE49-F238E27FC236}">
                    <a16:creationId xmlns:a16="http://schemas.microsoft.com/office/drawing/2014/main" id="{D6F014D1-333B-4F6A-2152-5E7A5F664E60}"/>
                  </a:ext>
                </a:extLst>
              </p:cNvPr>
              <p:cNvSpPr/>
              <p:nvPr/>
            </p:nvSpPr>
            <p:spPr>
              <a:xfrm>
                <a:off x="7245501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7" name="Freeform 32436">
                <a:extLst>
                  <a:ext uri="{FF2B5EF4-FFF2-40B4-BE49-F238E27FC236}">
                    <a16:creationId xmlns:a16="http://schemas.microsoft.com/office/drawing/2014/main" id="{9D3F8C1E-9CAD-7364-DB7F-1E2037C7E6E2}"/>
                  </a:ext>
                </a:extLst>
              </p:cNvPr>
              <p:cNvSpPr/>
              <p:nvPr/>
            </p:nvSpPr>
            <p:spPr>
              <a:xfrm>
                <a:off x="7245997" y="1957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8" name="Freeform 32437">
                <a:extLst>
                  <a:ext uri="{FF2B5EF4-FFF2-40B4-BE49-F238E27FC236}">
                    <a16:creationId xmlns:a16="http://schemas.microsoft.com/office/drawing/2014/main" id="{A0611EB3-8E90-DDD2-9BBA-61F5CD94AA95}"/>
                  </a:ext>
                </a:extLst>
              </p:cNvPr>
              <p:cNvSpPr/>
              <p:nvPr/>
            </p:nvSpPr>
            <p:spPr>
              <a:xfrm>
                <a:off x="7246592" y="1907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9" name="Freeform 32438">
                <a:extLst>
                  <a:ext uri="{FF2B5EF4-FFF2-40B4-BE49-F238E27FC236}">
                    <a16:creationId xmlns:a16="http://schemas.microsoft.com/office/drawing/2014/main" id="{60AAFD7E-2408-775C-A205-18159E9F059A}"/>
                  </a:ext>
                </a:extLst>
              </p:cNvPr>
              <p:cNvSpPr/>
              <p:nvPr/>
            </p:nvSpPr>
            <p:spPr>
              <a:xfrm>
                <a:off x="7247088" y="1900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0" name="Freeform 32439">
                <a:extLst>
                  <a:ext uri="{FF2B5EF4-FFF2-40B4-BE49-F238E27FC236}">
                    <a16:creationId xmlns:a16="http://schemas.microsoft.com/office/drawing/2014/main" id="{B5CF46EC-1ECE-36C4-224D-E8A79454EE5C}"/>
                  </a:ext>
                </a:extLst>
              </p:cNvPr>
              <p:cNvSpPr/>
              <p:nvPr/>
            </p:nvSpPr>
            <p:spPr>
              <a:xfrm>
                <a:off x="7247584" y="1889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1" name="Freeform 32440">
                <a:extLst>
                  <a:ext uri="{FF2B5EF4-FFF2-40B4-BE49-F238E27FC236}">
                    <a16:creationId xmlns:a16="http://schemas.microsoft.com/office/drawing/2014/main" id="{650B6107-8B93-DFA6-BD69-B0F2A901E7EB}"/>
                  </a:ext>
                </a:extLst>
              </p:cNvPr>
              <p:cNvSpPr/>
              <p:nvPr/>
            </p:nvSpPr>
            <p:spPr>
              <a:xfrm>
                <a:off x="7248180" y="1890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2" name="Freeform 32441">
                <a:extLst>
                  <a:ext uri="{FF2B5EF4-FFF2-40B4-BE49-F238E27FC236}">
                    <a16:creationId xmlns:a16="http://schemas.microsoft.com/office/drawing/2014/main" id="{EFEA5571-A24C-E3F3-2738-ED03CC857BBE}"/>
                  </a:ext>
                </a:extLst>
              </p:cNvPr>
              <p:cNvSpPr/>
              <p:nvPr/>
            </p:nvSpPr>
            <p:spPr>
              <a:xfrm>
                <a:off x="7248676" y="1923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3" name="Freeform 32442">
                <a:extLst>
                  <a:ext uri="{FF2B5EF4-FFF2-40B4-BE49-F238E27FC236}">
                    <a16:creationId xmlns:a16="http://schemas.microsoft.com/office/drawing/2014/main" id="{48EA4281-83B0-44E6-D058-A87F70260D75}"/>
                  </a:ext>
                </a:extLst>
              </p:cNvPr>
              <p:cNvSpPr/>
              <p:nvPr/>
            </p:nvSpPr>
            <p:spPr>
              <a:xfrm>
                <a:off x="7249172" y="1824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4" name="Freeform 32443">
                <a:extLst>
                  <a:ext uri="{FF2B5EF4-FFF2-40B4-BE49-F238E27FC236}">
                    <a16:creationId xmlns:a16="http://schemas.microsoft.com/office/drawing/2014/main" id="{B19A380A-1999-50EF-B6DF-C3FBAAD61545}"/>
                  </a:ext>
                </a:extLst>
              </p:cNvPr>
              <p:cNvSpPr/>
              <p:nvPr/>
            </p:nvSpPr>
            <p:spPr>
              <a:xfrm>
                <a:off x="7249767" y="1466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5" name="Freeform 32444">
                <a:extLst>
                  <a:ext uri="{FF2B5EF4-FFF2-40B4-BE49-F238E27FC236}">
                    <a16:creationId xmlns:a16="http://schemas.microsoft.com/office/drawing/2014/main" id="{49355E8F-73CF-1C34-E7DC-D6B8A6204576}"/>
                  </a:ext>
                </a:extLst>
              </p:cNvPr>
              <p:cNvSpPr/>
              <p:nvPr/>
            </p:nvSpPr>
            <p:spPr>
              <a:xfrm>
                <a:off x="7250263" y="12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6" name="Freeform 32445">
                <a:extLst>
                  <a:ext uri="{FF2B5EF4-FFF2-40B4-BE49-F238E27FC236}">
                    <a16:creationId xmlns:a16="http://schemas.microsoft.com/office/drawing/2014/main" id="{1438F927-473E-2A3C-E22B-B21A05EF3589}"/>
                  </a:ext>
                </a:extLst>
              </p:cNvPr>
              <p:cNvSpPr/>
              <p:nvPr/>
            </p:nvSpPr>
            <p:spPr>
              <a:xfrm>
                <a:off x="7250759" y="1223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7" name="Freeform 32446">
                <a:extLst>
                  <a:ext uri="{FF2B5EF4-FFF2-40B4-BE49-F238E27FC236}">
                    <a16:creationId xmlns:a16="http://schemas.microsoft.com/office/drawing/2014/main" id="{C3870D70-A5AD-6330-A866-EF049F1999E6}"/>
                  </a:ext>
                </a:extLst>
              </p:cNvPr>
              <p:cNvSpPr/>
              <p:nvPr/>
            </p:nvSpPr>
            <p:spPr>
              <a:xfrm>
                <a:off x="7251355" y="1218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8" name="Freeform 32447">
                <a:extLst>
                  <a:ext uri="{FF2B5EF4-FFF2-40B4-BE49-F238E27FC236}">
                    <a16:creationId xmlns:a16="http://schemas.microsoft.com/office/drawing/2014/main" id="{7D5D0783-13DA-6EA3-EFAF-F189568688A3}"/>
                  </a:ext>
                </a:extLst>
              </p:cNvPr>
              <p:cNvSpPr/>
              <p:nvPr/>
            </p:nvSpPr>
            <p:spPr>
              <a:xfrm>
                <a:off x="7251851" y="1244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9" name="Freeform 32448">
                <a:extLst>
                  <a:ext uri="{FF2B5EF4-FFF2-40B4-BE49-F238E27FC236}">
                    <a16:creationId xmlns:a16="http://schemas.microsoft.com/office/drawing/2014/main" id="{82C3F0B7-8772-2A50-C4EB-11A176D1C8F0}"/>
                  </a:ext>
                </a:extLst>
              </p:cNvPr>
              <p:cNvSpPr/>
              <p:nvPr/>
            </p:nvSpPr>
            <p:spPr>
              <a:xfrm>
                <a:off x="7252347" y="1197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0" name="Freeform 32449">
                <a:extLst>
                  <a:ext uri="{FF2B5EF4-FFF2-40B4-BE49-F238E27FC236}">
                    <a16:creationId xmlns:a16="http://schemas.microsoft.com/office/drawing/2014/main" id="{9DEB809E-F417-7A32-6B5D-1BCB02AC6BD1}"/>
                  </a:ext>
                </a:extLst>
              </p:cNvPr>
              <p:cNvSpPr/>
              <p:nvPr/>
            </p:nvSpPr>
            <p:spPr>
              <a:xfrm>
                <a:off x="7252942" y="1098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1" name="Freeform 32450">
                <a:extLst>
                  <a:ext uri="{FF2B5EF4-FFF2-40B4-BE49-F238E27FC236}">
                    <a16:creationId xmlns:a16="http://schemas.microsoft.com/office/drawing/2014/main" id="{CEE45869-0271-19C1-5953-BF0352B56315}"/>
                  </a:ext>
                </a:extLst>
              </p:cNvPr>
              <p:cNvSpPr/>
              <p:nvPr/>
            </p:nvSpPr>
            <p:spPr>
              <a:xfrm>
                <a:off x="7253438" y="1073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2" name="Freeform 32451">
                <a:extLst>
                  <a:ext uri="{FF2B5EF4-FFF2-40B4-BE49-F238E27FC236}">
                    <a16:creationId xmlns:a16="http://schemas.microsoft.com/office/drawing/2014/main" id="{B8A49FAE-42F9-9FD5-EE24-62297C953A19}"/>
                  </a:ext>
                </a:extLst>
              </p:cNvPr>
              <p:cNvSpPr/>
              <p:nvPr/>
            </p:nvSpPr>
            <p:spPr>
              <a:xfrm>
                <a:off x="7253934" y="97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3" name="Freeform 32452">
                <a:extLst>
                  <a:ext uri="{FF2B5EF4-FFF2-40B4-BE49-F238E27FC236}">
                    <a16:creationId xmlns:a16="http://schemas.microsoft.com/office/drawing/2014/main" id="{A74AEF7F-B041-DD22-B1B1-CEAE315C6DC8}"/>
                  </a:ext>
                </a:extLst>
              </p:cNvPr>
              <p:cNvSpPr/>
              <p:nvPr/>
            </p:nvSpPr>
            <p:spPr>
              <a:xfrm>
                <a:off x="7254430" y="91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4" name="Freeform 32453">
                <a:extLst>
                  <a:ext uri="{FF2B5EF4-FFF2-40B4-BE49-F238E27FC236}">
                    <a16:creationId xmlns:a16="http://schemas.microsoft.com/office/drawing/2014/main" id="{F4B38FB9-4FBA-654B-F9FF-A00D3D9C72E3}"/>
                  </a:ext>
                </a:extLst>
              </p:cNvPr>
              <p:cNvSpPr/>
              <p:nvPr/>
            </p:nvSpPr>
            <p:spPr>
              <a:xfrm>
                <a:off x="7255026" y="873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5" name="Freeform 32454">
                <a:extLst>
                  <a:ext uri="{FF2B5EF4-FFF2-40B4-BE49-F238E27FC236}">
                    <a16:creationId xmlns:a16="http://schemas.microsoft.com/office/drawing/2014/main" id="{30339C42-0A99-B6E9-A1C2-34E0867E5B5A}"/>
                  </a:ext>
                </a:extLst>
              </p:cNvPr>
              <p:cNvSpPr/>
              <p:nvPr/>
            </p:nvSpPr>
            <p:spPr>
              <a:xfrm>
                <a:off x="7255522" y="836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6" name="Freeform 32455">
                <a:extLst>
                  <a:ext uri="{FF2B5EF4-FFF2-40B4-BE49-F238E27FC236}">
                    <a16:creationId xmlns:a16="http://schemas.microsoft.com/office/drawing/2014/main" id="{3D2F9136-45ED-DC40-1DB5-3F8CA773D0B5}"/>
                  </a:ext>
                </a:extLst>
              </p:cNvPr>
              <p:cNvSpPr/>
              <p:nvPr/>
            </p:nvSpPr>
            <p:spPr>
              <a:xfrm>
                <a:off x="7256018" y="854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7" name="Freeform 32456">
                <a:extLst>
                  <a:ext uri="{FF2B5EF4-FFF2-40B4-BE49-F238E27FC236}">
                    <a16:creationId xmlns:a16="http://schemas.microsoft.com/office/drawing/2014/main" id="{2B5D0AC5-F1DB-4B84-ED76-24C24668DE7A}"/>
                  </a:ext>
                </a:extLst>
              </p:cNvPr>
              <p:cNvSpPr/>
              <p:nvPr/>
            </p:nvSpPr>
            <p:spPr>
              <a:xfrm>
                <a:off x="7256613" y="953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8" name="Freeform 32457">
                <a:extLst>
                  <a:ext uri="{FF2B5EF4-FFF2-40B4-BE49-F238E27FC236}">
                    <a16:creationId xmlns:a16="http://schemas.microsoft.com/office/drawing/2014/main" id="{DA533AD1-5411-9531-E9B1-397F7C22816B}"/>
                  </a:ext>
                </a:extLst>
              </p:cNvPr>
              <p:cNvSpPr/>
              <p:nvPr/>
            </p:nvSpPr>
            <p:spPr>
              <a:xfrm>
                <a:off x="7257109" y="1637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9" name="Freeform 32458">
                <a:extLst>
                  <a:ext uri="{FF2B5EF4-FFF2-40B4-BE49-F238E27FC236}">
                    <a16:creationId xmlns:a16="http://schemas.microsoft.com/office/drawing/2014/main" id="{42268CEB-803C-333D-6D76-0CE8794D6FCE}"/>
                  </a:ext>
                </a:extLst>
              </p:cNvPr>
              <p:cNvSpPr/>
              <p:nvPr/>
            </p:nvSpPr>
            <p:spPr>
              <a:xfrm>
                <a:off x="7257605" y="1842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0" name="Freeform 32459">
                <a:extLst>
                  <a:ext uri="{FF2B5EF4-FFF2-40B4-BE49-F238E27FC236}">
                    <a16:creationId xmlns:a16="http://schemas.microsoft.com/office/drawing/2014/main" id="{A1CFB9BC-B68C-1E7E-5A58-2D7BB41A5D04}"/>
                  </a:ext>
                </a:extLst>
              </p:cNvPr>
              <p:cNvSpPr/>
              <p:nvPr/>
            </p:nvSpPr>
            <p:spPr>
              <a:xfrm>
                <a:off x="7258201" y="187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1" name="Freeform 32460">
                <a:extLst>
                  <a:ext uri="{FF2B5EF4-FFF2-40B4-BE49-F238E27FC236}">
                    <a16:creationId xmlns:a16="http://schemas.microsoft.com/office/drawing/2014/main" id="{E7473A8A-926D-09C6-EC84-B4D52AA5741E}"/>
                  </a:ext>
                </a:extLst>
              </p:cNvPr>
              <p:cNvSpPr/>
              <p:nvPr/>
            </p:nvSpPr>
            <p:spPr>
              <a:xfrm>
                <a:off x="7258697" y="1869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2" name="Freeform 32461">
                <a:extLst>
                  <a:ext uri="{FF2B5EF4-FFF2-40B4-BE49-F238E27FC236}">
                    <a16:creationId xmlns:a16="http://schemas.microsoft.com/office/drawing/2014/main" id="{69D3DACF-D911-5FC6-34A6-8FA446DD5359}"/>
                  </a:ext>
                </a:extLst>
              </p:cNvPr>
              <p:cNvSpPr/>
              <p:nvPr/>
            </p:nvSpPr>
            <p:spPr>
              <a:xfrm>
                <a:off x="7259193" y="18498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3" name="Freeform 32462">
                <a:extLst>
                  <a:ext uri="{FF2B5EF4-FFF2-40B4-BE49-F238E27FC236}">
                    <a16:creationId xmlns:a16="http://schemas.microsoft.com/office/drawing/2014/main" id="{55DA6DB3-34A3-205E-B257-D6A772B0BC72}"/>
                  </a:ext>
                </a:extLst>
              </p:cNvPr>
              <p:cNvSpPr/>
              <p:nvPr/>
            </p:nvSpPr>
            <p:spPr>
              <a:xfrm>
                <a:off x="7259788" y="1840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4" name="Freeform 32463">
                <a:extLst>
                  <a:ext uri="{FF2B5EF4-FFF2-40B4-BE49-F238E27FC236}">
                    <a16:creationId xmlns:a16="http://schemas.microsoft.com/office/drawing/2014/main" id="{6858EBFF-524E-7083-7F27-664C7D60E502}"/>
                  </a:ext>
                </a:extLst>
              </p:cNvPr>
              <p:cNvSpPr/>
              <p:nvPr/>
            </p:nvSpPr>
            <p:spPr>
              <a:xfrm>
                <a:off x="7260284" y="1830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5" name="Freeform 32464">
                <a:extLst>
                  <a:ext uri="{FF2B5EF4-FFF2-40B4-BE49-F238E27FC236}">
                    <a16:creationId xmlns:a16="http://schemas.microsoft.com/office/drawing/2014/main" id="{6958CF7A-AA0D-1824-E12B-049153FB86C8}"/>
                  </a:ext>
                </a:extLst>
              </p:cNvPr>
              <p:cNvSpPr/>
              <p:nvPr/>
            </p:nvSpPr>
            <p:spPr>
              <a:xfrm>
                <a:off x="7260780" y="1835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6" name="Freeform 32465">
                <a:extLst>
                  <a:ext uri="{FF2B5EF4-FFF2-40B4-BE49-F238E27FC236}">
                    <a16:creationId xmlns:a16="http://schemas.microsoft.com/office/drawing/2014/main" id="{15867CEF-DC2F-808F-4675-0D639099570A}"/>
                  </a:ext>
                </a:extLst>
              </p:cNvPr>
              <p:cNvSpPr/>
              <p:nvPr/>
            </p:nvSpPr>
            <p:spPr>
              <a:xfrm>
                <a:off x="7261376" y="1856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7" name="Freeform 32466">
                <a:extLst>
                  <a:ext uri="{FF2B5EF4-FFF2-40B4-BE49-F238E27FC236}">
                    <a16:creationId xmlns:a16="http://schemas.microsoft.com/office/drawing/2014/main" id="{736E8B7A-226F-F61D-DBD4-94C2F028D0E9}"/>
                  </a:ext>
                </a:extLst>
              </p:cNvPr>
              <p:cNvSpPr/>
              <p:nvPr/>
            </p:nvSpPr>
            <p:spPr>
              <a:xfrm>
                <a:off x="7261872" y="1800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8" name="Freeform 32467">
                <a:extLst>
                  <a:ext uri="{FF2B5EF4-FFF2-40B4-BE49-F238E27FC236}">
                    <a16:creationId xmlns:a16="http://schemas.microsoft.com/office/drawing/2014/main" id="{6D98ADAD-848D-4158-3A60-C6767D71174C}"/>
                  </a:ext>
                </a:extLst>
              </p:cNvPr>
              <p:cNvSpPr/>
              <p:nvPr/>
            </p:nvSpPr>
            <p:spPr>
              <a:xfrm>
                <a:off x="7262368" y="1465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9" name="Freeform 32468">
                <a:extLst>
                  <a:ext uri="{FF2B5EF4-FFF2-40B4-BE49-F238E27FC236}">
                    <a16:creationId xmlns:a16="http://schemas.microsoft.com/office/drawing/2014/main" id="{D4658D31-945A-8B30-2230-F1B7561813C2}"/>
                  </a:ext>
                </a:extLst>
              </p:cNvPr>
              <p:cNvSpPr/>
              <p:nvPr/>
            </p:nvSpPr>
            <p:spPr>
              <a:xfrm>
                <a:off x="7262963" y="1298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0" name="Freeform 32469">
                <a:extLst>
                  <a:ext uri="{FF2B5EF4-FFF2-40B4-BE49-F238E27FC236}">
                    <a16:creationId xmlns:a16="http://schemas.microsoft.com/office/drawing/2014/main" id="{1A0BE751-A752-7277-5DE1-A82BD63A8CFD}"/>
                  </a:ext>
                </a:extLst>
              </p:cNvPr>
              <p:cNvSpPr/>
              <p:nvPr/>
            </p:nvSpPr>
            <p:spPr>
              <a:xfrm>
                <a:off x="7263459" y="1289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1" name="Freeform 32470">
                <a:extLst>
                  <a:ext uri="{FF2B5EF4-FFF2-40B4-BE49-F238E27FC236}">
                    <a16:creationId xmlns:a16="http://schemas.microsoft.com/office/drawing/2014/main" id="{D2B1F8D1-893B-BAAE-3234-ACFBD297BF4A}"/>
                  </a:ext>
                </a:extLst>
              </p:cNvPr>
              <p:cNvSpPr/>
              <p:nvPr/>
            </p:nvSpPr>
            <p:spPr>
              <a:xfrm>
                <a:off x="7263955" y="1277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2" name="Freeform 32471">
                <a:extLst>
                  <a:ext uri="{FF2B5EF4-FFF2-40B4-BE49-F238E27FC236}">
                    <a16:creationId xmlns:a16="http://schemas.microsoft.com/office/drawing/2014/main" id="{9833720E-EDAD-1E76-1502-9474C2335FB1}"/>
                  </a:ext>
                </a:extLst>
              </p:cNvPr>
              <p:cNvSpPr/>
              <p:nvPr/>
            </p:nvSpPr>
            <p:spPr>
              <a:xfrm>
                <a:off x="7264551" y="1242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3" name="Freeform 32472">
                <a:extLst>
                  <a:ext uri="{FF2B5EF4-FFF2-40B4-BE49-F238E27FC236}">
                    <a16:creationId xmlns:a16="http://schemas.microsoft.com/office/drawing/2014/main" id="{1DFF0A90-A715-6C2B-1F4B-A859659B8E79}"/>
                  </a:ext>
                </a:extLst>
              </p:cNvPr>
              <p:cNvSpPr/>
              <p:nvPr/>
            </p:nvSpPr>
            <p:spPr>
              <a:xfrm>
                <a:off x="7265047" y="1134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4" name="Freeform 32473">
                <a:extLst>
                  <a:ext uri="{FF2B5EF4-FFF2-40B4-BE49-F238E27FC236}">
                    <a16:creationId xmlns:a16="http://schemas.microsoft.com/office/drawing/2014/main" id="{0A3F3584-DEC3-58C8-E447-900B0DADD7F7}"/>
                  </a:ext>
                </a:extLst>
              </p:cNvPr>
              <p:cNvSpPr/>
              <p:nvPr/>
            </p:nvSpPr>
            <p:spPr>
              <a:xfrm>
                <a:off x="7265543" y="1051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5" name="Freeform 32474">
                <a:extLst>
                  <a:ext uri="{FF2B5EF4-FFF2-40B4-BE49-F238E27FC236}">
                    <a16:creationId xmlns:a16="http://schemas.microsoft.com/office/drawing/2014/main" id="{004EBCA5-195A-19B4-4D05-AA642AA41031}"/>
                  </a:ext>
                </a:extLst>
              </p:cNvPr>
              <p:cNvSpPr/>
              <p:nvPr/>
            </p:nvSpPr>
            <p:spPr>
              <a:xfrm>
                <a:off x="7266039" y="970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6" name="Freeform 32475">
                <a:extLst>
                  <a:ext uri="{FF2B5EF4-FFF2-40B4-BE49-F238E27FC236}">
                    <a16:creationId xmlns:a16="http://schemas.microsoft.com/office/drawing/2014/main" id="{FB1E2345-8D6F-8DA0-D057-217DF334A08F}"/>
                  </a:ext>
                </a:extLst>
              </p:cNvPr>
              <p:cNvSpPr/>
              <p:nvPr/>
            </p:nvSpPr>
            <p:spPr>
              <a:xfrm>
                <a:off x="7266634" y="910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7" name="Freeform 32476">
                <a:extLst>
                  <a:ext uri="{FF2B5EF4-FFF2-40B4-BE49-F238E27FC236}">
                    <a16:creationId xmlns:a16="http://schemas.microsoft.com/office/drawing/2014/main" id="{4BE2065E-A133-36EC-7493-2C362AA5D4FC}"/>
                  </a:ext>
                </a:extLst>
              </p:cNvPr>
              <p:cNvSpPr/>
              <p:nvPr/>
            </p:nvSpPr>
            <p:spPr>
              <a:xfrm>
                <a:off x="7267130" y="829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8" name="Freeform 32477">
                <a:extLst>
                  <a:ext uri="{FF2B5EF4-FFF2-40B4-BE49-F238E27FC236}">
                    <a16:creationId xmlns:a16="http://schemas.microsoft.com/office/drawing/2014/main" id="{A4210249-87A8-976C-8C0B-865D69F9F9FA}"/>
                  </a:ext>
                </a:extLst>
              </p:cNvPr>
              <p:cNvSpPr/>
              <p:nvPr/>
            </p:nvSpPr>
            <p:spPr>
              <a:xfrm>
                <a:off x="7267627" y="825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9" name="Freeform 32478">
                <a:extLst>
                  <a:ext uri="{FF2B5EF4-FFF2-40B4-BE49-F238E27FC236}">
                    <a16:creationId xmlns:a16="http://schemas.microsoft.com/office/drawing/2014/main" id="{50282C2D-2DE3-972C-E76E-9D740768274C}"/>
                  </a:ext>
                </a:extLst>
              </p:cNvPr>
              <p:cNvSpPr/>
              <p:nvPr/>
            </p:nvSpPr>
            <p:spPr>
              <a:xfrm>
                <a:off x="7268222" y="802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0" name="Freeform 32479">
                <a:extLst>
                  <a:ext uri="{FF2B5EF4-FFF2-40B4-BE49-F238E27FC236}">
                    <a16:creationId xmlns:a16="http://schemas.microsoft.com/office/drawing/2014/main" id="{F62EF1CE-572B-B0E5-CB10-3201E0D73F9F}"/>
                  </a:ext>
                </a:extLst>
              </p:cNvPr>
              <p:cNvSpPr/>
              <p:nvPr/>
            </p:nvSpPr>
            <p:spPr>
              <a:xfrm>
                <a:off x="7268718" y="851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1" name="Freeform 32480">
                <a:extLst>
                  <a:ext uri="{FF2B5EF4-FFF2-40B4-BE49-F238E27FC236}">
                    <a16:creationId xmlns:a16="http://schemas.microsoft.com/office/drawing/2014/main" id="{328D2504-44C8-50B7-68EC-CDE4FA5F34A4}"/>
                  </a:ext>
                </a:extLst>
              </p:cNvPr>
              <p:cNvSpPr/>
              <p:nvPr/>
            </p:nvSpPr>
            <p:spPr>
              <a:xfrm>
                <a:off x="7269214" y="942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2" name="Freeform 32481">
                <a:extLst>
                  <a:ext uri="{FF2B5EF4-FFF2-40B4-BE49-F238E27FC236}">
                    <a16:creationId xmlns:a16="http://schemas.microsoft.com/office/drawing/2014/main" id="{4FF37E60-119A-F1AC-ED1B-9B9701899B9A}"/>
                  </a:ext>
                </a:extLst>
              </p:cNvPr>
              <p:cNvSpPr/>
              <p:nvPr/>
            </p:nvSpPr>
            <p:spPr>
              <a:xfrm>
                <a:off x="7269809" y="1812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3" name="Freeform 32482">
                <a:extLst>
                  <a:ext uri="{FF2B5EF4-FFF2-40B4-BE49-F238E27FC236}">
                    <a16:creationId xmlns:a16="http://schemas.microsoft.com/office/drawing/2014/main" id="{81C3A41B-8382-09D6-CB43-299561BD266F}"/>
                  </a:ext>
                </a:extLst>
              </p:cNvPr>
              <p:cNvSpPr/>
              <p:nvPr/>
            </p:nvSpPr>
            <p:spPr>
              <a:xfrm>
                <a:off x="7270305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4" name="Freeform 32483">
                <a:extLst>
                  <a:ext uri="{FF2B5EF4-FFF2-40B4-BE49-F238E27FC236}">
                    <a16:creationId xmlns:a16="http://schemas.microsoft.com/office/drawing/2014/main" id="{B22B9C7B-DBDE-20A3-5B9A-4AC37D724A99}"/>
                  </a:ext>
                </a:extLst>
              </p:cNvPr>
              <p:cNvSpPr/>
              <p:nvPr/>
            </p:nvSpPr>
            <p:spPr>
              <a:xfrm>
                <a:off x="7270802" y="1971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5" name="Freeform 32484">
                <a:extLst>
                  <a:ext uri="{FF2B5EF4-FFF2-40B4-BE49-F238E27FC236}">
                    <a16:creationId xmlns:a16="http://schemas.microsoft.com/office/drawing/2014/main" id="{BBE27E37-04F2-069B-A19A-48D26D40852E}"/>
                  </a:ext>
                </a:extLst>
              </p:cNvPr>
              <p:cNvSpPr/>
              <p:nvPr/>
            </p:nvSpPr>
            <p:spPr>
              <a:xfrm>
                <a:off x="7271397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6" name="Freeform 32485">
                <a:extLst>
                  <a:ext uri="{FF2B5EF4-FFF2-40B4-BE49-F238E27FC236}">
                    <a16:creationId xmlns:a16="http://schemas.microsoft.com/office/drawing/2014/main" id="{1C349950-3ECA-DBDC-3C5D-9153CB047FD9}"/>
                  </a:ext>
                </a:extLst>
              </p:cNvPr>
              <p:cNvSpPr/>
              <p:nvPr/>
            </p:nvSpPr>
            <p:spPr>
              <a:xfrm>
                <a:off x="7271893" y="1965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7" name="Freeform 32486">
                <a:extLst>
                  <a:ext uri="{FF2B5EF4-FFF2-40B4-BE49-F238E27FC236}">
                    <a16:creationId xmlns:a16="http://schemas.microsoft.com/office/drawing/2014/main" id="{01DC3416-5361-C1D9-AA38-E045F9BF285F}"/>
                  </a:ext>
                </a:extLst>
              </p:cNvPr>
              <p:cNvSpPr/>
              <p:nvPr/>
            </p:nvSpPr>
            <p:spPr>
              <a:xfrm>
                <a:off x="7272389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8" name="Freeform 32487">
                <a:extLst>
                  <a:ext uri="{FF2B5EF4-FFF2-40B4-BE49-F238E27FC236}">
                    <a16:creationId xmlns:a16="http://schemas.microsoft.com/office/drawing/2014/main" id="{CBF26AB3-CBF2-E9EE-4A3A-75CD6E975DF2}"/>
                  </a:ext>
                </a:extLst>
              </p:cNvPr>
              <p:cNvSpPr/>
              <p:nvPr/>
            </p:nvSpPr>
            <p:spPr>
              <a:xfrm>
                <a:off x="7272984" y="1965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9" name="Freeform 32488">
                <a:extLst>
                  <a:ext uri="{FF2B5EF4-FFF2-40B4-BE49-F238E27FC236}">
                    <a16:creationId xmlns:a16="http://schemas.microsoft.com/office/drawing/2014/main" id="{62A7FF28-0DBC-8F15-7819-43BF1C9FA9C3}"/>
                  </a:ext>
                </a:extLst>
              </p:cNvPr>
              <p:cNvSpPr/>
              <p:nvPr/>
            </p:nvSpPr>
            <p:spPr>
              <a:xfrm>
                <a:off x="7273480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0" name="Freeform 32489">
                <a:extLst>
                  <a:ext uri="{FF2B5EF4-FFF2-40B4-BE49-F238E27FC236}">
                    <a16:creationId xmlns:a16="http://schemas.microsoft.com/office/drawing/2014/main" id="{214A396F-FB04-FA78-855E-5525DB5CACE9}"/>
                  </a:ext>
                </a:extLst>
              </p:cNvPr>
              <p:cNvSpPr/>
              <p:nvPr/>
            </p:nvSpPr>
            <p:spPr>
              <a:xfrm>
                <a:off x="7273977" y="1955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1" name="Freeform 32490">
                <a:extLst>
                  <a:ext uri="{FF2B5EF4-FFF2-40B4-BE49-F238E27FC236}">
                    <a16:creationId xmlns:a16="http://schemas.microsoft.com/office/drawing/2014/main" id="{512B46A9-A18A-21A0-10A6-4474101EADAE}"/>
                  </a:ext>
                </a:extLst>
              </p:cNvPr>
              <p:cNvSpPr/>
              <p:nvPr/>
            </p:nvSpPr>
            <p:spPr>
              <a:xfrm>
                <a:off x="7274572" y="1890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2" name="Freeform 32491">
                <a:extLst>
                  <a:ext uri="{FF2B5EF4-FFF2-40B4-BE49-F238E27FC236}">
                    <a16:creationId xmlns:a16="http://schemas.microsoft.com/office/drawing/2014/main" id="{D62A8C3E-5586-21A3-5FE0-802DBF425F0E}"/>
                  </a:ext>
                </a:extLst>
              </p:cNvPr>
              <p:cNvSpPr/>
              <p:nvPr/>
            </p:nvSpPr>
            <p:spPr>
              <a:xfrm>
                <a:off x="7275068" y="1487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3" name="Freeform 32492">
                <a:extLst>
                  <a:ext uri="{FF2B5EF4-FFF2-40B4-BE49-F238E27FC236}">
                    <a16:creationId xmlns:a16="http://schemas.microsoft.com/office/drawing/2014/main" id="{5AE6DB17-AFB0-DFC3-5E3B-DE4423CC0AD1}"/>
                  </a:ext>
                </a:extLst>
              </p:cNvPr>
              <p:cNvSpPr/>
              <p:nvPr/>
            </p:nvSpPr>
            <p:spPr>
              <a:xfrm>
                <a:off x="7275564" y="1179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4" name="Freeform 32493">
                <a:extLst>
                  <a:ext uri="{FF2B5EF4-FFF2-40B4-BE49-F238E27FC236}">
                    <a16:creationId xmlns:a16="http://schemas.microsoft.com/office/drawing/2014/main" id="{48285F1B-7612-0EB2-AA2C-E513497D3B82}"/>
                  </a:ext>
                </a:extLst>
              </p:cNvPr>
              <p:cNvSpPr/>
              <p:nvPr/>
            </p:nvSpPr>
            <p:spPr>
              <a:xfrm>
                <a:off x="7276159" y="1197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5" name="Freeform 32494">
                <a:extLst>
                  <a:ext uri="{FF2B5EF4-FFF2-40B4-BE49-F238E27FC236}">
                    <a16:creationId xmlns:a16="http://schemas.microsoft.com/office/drawing/2014/main" id="{AFFB08B4-EC3F-1D80-295D-3EEC995AB9E2}"/>
                  </a:ext>
                </a:extLst>
              </p:cNvPr>
              <p:cNvSpPr/>
              <p:nvPr/>
            </p:nvSpPr>
            <p:spPr>
              <a:xfrm>
                <a:off x="7276655" y="12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6" name="Freeform 32495">
                <a:extLst>
                  <a:ext uri="{FF2B5EF4-FFF2-40B4-BE49-F238E27FC236}">
                    <a16:creationId xmlns:a16="http://schemas.microsoft.com/office/drawing/2014/main" id="{6B46087B-B4AA-70BC-C6F9-F808D7B8BA27}"/>
                  </a:ext>
                </a:extLst>
              </p:cNvPr>
              <p:cNvSpPr/>
              <p:nvPr/>
            </p:nvSpPr>
            <p:spPr>
              <a:xfrm>
                <a:off x="7277152" y="1231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7" name="Freeform 32496">
                <a:extLst>
                  <a:ext uri="{FF2B5EF4-FFF2-40B4-BE49-F238E27FC236}">
                    <a16:creationId xmlns:a16="http://schemas.microsoft.com/office/drawing/2014/main" id="{C589B78B-989C-E8AE-3481-BBFB9D578D91}"/>
                  </a:ext>
                </a:extLst>
              </p:cNvPr>
              <p:cNvSpPr/>
              <p:nvPr/>
            </p:nvSpPr>
            <p:spPr>
              <a:xfrm>
                <a:off x="7277747" y="1132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8" name="Freeform 32497">
                <a:extLst>
                  <a:ext uri="{FF2B5EF4-FFF2-40B4-BE49-F238E27FC236}">
                    <a16:creationId xmlns:a16="http://schemas.microsoft.com/office/drawing/2014/main" id="{DEDBD134-FB13-DD37-1A63-A6FACE96D489}"/>
                  </a:ext>
                </a:extLst>
              </p:cNvPr>
              <p:cNvSpPr/>
              <p:nvPr/>
            </p:nvSpPr>
            <p:spPr>
              <a:xfrm>
                <a:off x="7278243" y="977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9" name="Freeform 32498">
                <a:extLst>
                  <a:ext uri="{FF2B5EF4-FFF2-40B4-BE49-F238E27FC236}">
                    <a16:creationId xmlns:a16="http://schemas.microsoft.com/office/drawing/2014/main" id="{DB22EF43-DAE6-1560-F35F-B2D59249FDED}"/>
                  </a:ext>
                </a:extLst>
              </p:cNvPr>
              <p:cNvSpPr/>
              <p:nvPr/>
            </p:nvSpPr>
            <p:spPr>
              <a:xfrm>
                <a:off x="7278739" y="88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0" name="Freeform 32499">
                <a:extLst>
                  <a:ext uri="{FF2B5EF4-FFF2-40B4-BE49-F238E27FC236}">
                    <a16:creationId xmlns:a16="http://schemas.microsoft.com/office/drawing/2014/main" id="{87F30BD1-C96F-CBF0-CC6A-769215F9192B}"/>
                  </a:ext>
                </a:extLst>
              </p:cNvPr>
              <p:cNvSpPr/>
              <p:nvPr/>
            </p:nvSpPr>
            <p:spPr>
              <a:xfrm>
                <a:off x="7279235" y="817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1" name="Freeform 32500">
                <a:extLst>
                  <a:ext uri="{FF2B5EF4-FFF2-40B4-BE49-F238E27FC236}">
                    <a16:creationId xmlns:a16="http://schemas.microsoft.com/office/drawing/2014/main" id="{61183A96-0E50-881B-7A3A-69AE63C38950}"/>
                  </a:ext>
                </a:extLst>
              </p:cNvPr>
              <p:cNvSpPr/>
              <p:nvPr/>
            </p:nvSpPr>
            <p:spPr>
              <a:xfrm>
                <a:off x="7279830" y="819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2" name="Freeform 32501">
                <a:extLst>
                  <a:ext uri="{FF2B5EF4-FFF2-40B4-BE49-F238E27FC236}">
                    <a16:creationId xmlns:a16="http://schemas.microsoft.com/office/drawing/2014/main" id="{45AD2CB0-9732-4F7C-3BB7-2C7363C159DE}"/>
                  </a:ext>
                </a:extLst>
              </p:cNvPr>
              <p:cNvSpPr/>
              <p:nvPr/>
            </p:nvSpPr>
            <p:spPr>
              <a:xfrm>
                <a:off x="7280327" y="799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3" name="Freeform 32502">
                <a:extLst>
                  <a:ext uri="{FF2B5EF4-FFF2-40B4-BE49-F238E27FC236}">
                    <a16:creationId xmlns:a16="http://schemas.microsoft.com/office/drawing/2014/main" id="{3B29F726-EB63-3B48-4F8D-2FA8395D7B56}"/>
                  </a:ext>
                </a:extLst>
              </p:cNvPr>
              <p:cNvSpPr/>
              <p:nvPr/>
            </p:nvSpPr>
            <p:spPr>
              <a:xfrm>
                <a:off x="7280823" y="779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4" name="Freeform 32503">
                <a:extLst>
                  <a:ext uri="{FF2B5EF4-FFF2-40B4-BE49-F238E27FC236}">
                    <a16:creationId xmlns:a16="http://schemas.microsoft.com/office/drawing/2014/main" id="{A1AE4C23-FDB4-3FF9-D8CA-09B6089BE45D}"/>
                  </a:ext>
                </a:extLst>
              </p:cNvPr>
              <p:cNvSpPr/>
              <p:nvPr/>
            </p:nvSpPr>
            <p:spPr>
              <a:xfrm>
                <a:off x="7281418" y="824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5" name="Freeform 32504">
                <a:extLst>
                  <a:ext uri="{FF2B5EF4-FFF2-40B4-BE49-F238E27FC236}">
                    <a16:creationId xmlns:a16="http://schemas.microsoft.com/office/drawing/2014/main" id="{27C33B8D-DA2D-7B3B-105D-9927B33B0A18}"/>
                  </a:ext>
                </a:extLst>
              </p:cNvPr>
              <p:cNvSpPr/>
              <p:nvPr/>
            </p:nvSpPr>
            <p:spPr>
              <a:xfrm>
                <a:off x="7281914" y="1138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6" name="Freeform 32505">
                <a:extLst>
                  <a:ext uri="{FF2B5EF4-FFF2-40B4-BE49-F238E27FC236}">
                    <a16:creationId xmlns:a16="http://schemas.microsoft.com/office/drawing/2014/main" id="{7EE2728E-C2CD-EFD5-D1D8-1988D475C306}"/>
                  </a:ext>
                </a:extLst>
              </p:cNvPr>
              <p:cNvSpPr/>
              <p:nvPr/>
            </p:nvSpPr>
            <p:spPr>
              <a:xfrm>
                <a:off x="7282410" y="188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7" name="Freeform 32506">
                <a:extLst>
                  <a:ext uri="{FF2B5EF4-FFF2-40B4-BE49-F238E27FC236}">
                    <a16:creationId xmlns:a16="http://schemas.microsoft.com/office/drawing/2014/main" id="{0EBE721B-243B-ABCD-4819-582BBB43B560}"/>
                  </a:ext>
                </a:extLst>
              </p:cNvPr>
              <p:cNvSpPr/>
              <p:nvPr/>
            </p:nvSpPr>
            <p:spPr>
              <a:xfrm>
                <a:off x="7283005" y="1975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8" name="Freeform 32507">
                <a:extLst>
                  <a:ext uri="{FF2B5EF4-FFF2-40B4-BE49-F238E27FC236}">
                    <a16:creationId xmlns:a16="http://schemas.microsoft.com/office/drawing/2014/main" id="{4C61EA43-A616-B81C-E0E2-D4F9A3DB5537}"/>
                  </a:ext>
                </a:extLst>
              </p:cNvPr>
              <p:cNvSpPr/>
              <p:nvPr/>
            </p:nvSpPr>
            <p:spPr>
              <a:xfrm>
                <a:off x="7283502" y="2003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9" name="Freeform 32508">
                <a:extLst>
                  <a:ext uri="{FF2B5EF4-FFF2-40B4-BE49-F238E27FC236}">
                    <a16:creationId xmlns:a16="http://schemas.microsoft.com/office/drawing/2014/main" id="{E5912F27-54E5-68D4-EBD9-67198B2B39C9}"/>
                  </a:ext>
                </a:extLst>
              </p:cNvPr>
              <p:cNvSpPr/>
              <p:nvPr/>
            </p:nvSpPr>
            <p:spPr>
              <a:xfrm>
                <a:off x="7283998" y="2008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0" name="Freeform 32509">
                <a:extLst>
                  <a:ext uri="{FF2B5EF4-FFF2-40B4-BE49-F238E27FC236}">
                    <a16:creationId xmlns:a16="http://schemas.microsoft.com/office/drawing/2014/main" id="{A6F3F8FE-5A70-C212-DDFA-3AE96DD13EB5}"/>
                  </a:ext>
                </a:extLst>
              </p:cNvPr>
              <p:cNvSpPr/>
              <p:nvPr/>
            </p:nvSpPr>
            <p:spPr>
              <a:xfrm>
                <a:off x="7284593" y="2012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1" name="Freeform 32510">
                <a:extLst>
                  <a:ext uri="{FF2B5EF4-FFF2-40B4-BE49-F238E27FC236}">
                    <a16:creationId xmlns:a16="http://schemas.microsoft.com/office/drawing/2014/main" id="{E05BEA9D-EE88-25A6-97C4-B67286DBE20E}"/>
                  </a:ext>
                </a:extLst>
              </p:cNvPr>
              <p:cNvSpPr/>
              <p:nvPr/>
            </p:nvSpPr>
            <p:spPr>
              <a:xfrm>
                <a:off x="7285089" y="2016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2" name="Freeform 32511">
                <a:extLst>
                  <a:ext uri="{FF2B5EF4-FFF2-40B4-BE49-F238E27FC236}">
                    <a16:creationId xmlns:a16="http://schemas.microsoft.com/office/drawing/2014/main" id="{65A0FED2-8B50-3A1C-B129-12FB1D78F8F4}"/>
                  </a:ext>
                </a:extLst>
              </p:cNvPr>
              <p:cNvSpPr/>
              <p:nvPr/>
            </p:nvSpPr>
            <p:spPr>
              <a:xfrm>
                <a:off x="7285585" y="201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3" name="Freeform 32512">
                <a:extLst>
                  <a:ext uri="{FF2B5EF4-FFF2-40B4-BE49-F238E27FC236}">
                    <a16:creationId xmlns:a16="http://schemas.microsoft.com/office/drawing/2014/main" id="{3E9C41C3-B81F-91D8-2E8E-04CF87FA378D}"/>
                  </a:ext>
                </a:extLst>
              </p:cNvPr>
              <p:cNvSpPr/>
              <p:nvPr/>
            </p:nvSpPr>
            <p:spPr>
              <a:xfrm>
                <a:off x="7286180" y="20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4" name="Freeform 32513">
                <a:extLst>
                  <a:ext uri="{FF2B5EF4-FFF2-40B4-BE49-F238E27FC236}">
                    <a16:creationId xmlns:a16="http://schemas.microsoft.com/office/drawing/2014/main" id="{3445886D-2B02-DAF6-C257-E713DF2EBEC4}"/>
                  </a:ext>
                </a:extLst>
              </p:cNvPr>
              <p:cNvSpPr/>
              <p:nvPr/>
            </p:nvSpPr>
            <p:spPr>
              <a:xfrm>
                <a:off x="7286677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5" name="Freeform 32514">
                <a:extLst>
                  <a:ext uri="{FF2B5EF4-FFF2-40B4-BE49-F238E27FC236}">
                    <a16:creationId xmlns:a16="http://schemas.microsoft.com/office/drawing/2014/main" id="{598B615B-B332-CF83-7666-9B98295BDF5B}"/>
                  </a:ext>
                </a:extLst>
              </p:cNvPr>
              <p:cNvSpPr/>
              <p:nvPr/>
            </p:nvSpPr>
            <p:spPr>
              <a:xfrm>
                <a:off x="7287173" y="1808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6" name="Freeform 32515">
                <a:extLst>
                  <a:ext uri="{FF2B5EF4-FFF2-40B4-BE49-F238E27FC236}">
                    <a16:creationId xmlns:a16="http://schemas.microsoft.com/office/drawing/2014/main" id="{4FBB0CB3-49FF-5DFA-E99E-FF2A4F0B40A4}"/>
                  </a:ext>
                </a:extLst>
              </p:cNvPr>
              <p:cNvSpPr/>
              <p:nvPr/>
            </p:nvSpPr>
            <p:spPr>
              <a:xfrm>
                <a:off x="7287768" y="146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7" name="Freeform 32516">
                <a:extLst>
                  <a:ext uri="{FF2B5EF4-FFF2-40B4-BE49-F238E27FC236}">
                    <a16:creationId xmlns:a16="http://schemas.microsoft.com/office/drawing/2014/main" id="{D26A3391-46CB-EACE-E63C-1C01C8D2CCC3}"/>
                  </a:ext>
                </a:extLst>
              </p:cNvPr>
              <p:cNvSpPr/>
              <p:nvPr/>
            </p:nvSpPr>
            <p:spPr>
              <a:xfrm>
                <a:off x="7288264" y="993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8" name="Freeform 32517">
                <a:extLst>
                  <a:ext uri="{FF2B5EF4-FFF2-40B4-BE49-F238E27FC236}">
                    <a16:creationId xmlns:a16="http://schemas.microsoft.com/office/drawing/2014/main" id="{4330FD07-43D3-F1D8-4BBC-12700C47AFE5}"/>
                  </a:ext>
                </a:extLst>
              </p:cNvPr>
              <p:cNvSpPr/>
              <p:nvPr/>
            </p:nvSpPr>
            <p:spPr>
              <a:xfrm>
                <a:off x="7288760" y="1027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9" name="Freeform 32518">
                <a:extLst>
                  <a:ext uri="{FF2B5EF4-FFF2-40B4-BE49-F238E27FC236}">
                    <a16:creationId xmlns:a16="http://schemas.microsoft.com/office/drawing/2014/main" id="{960D2EA4-5D8C-563B-B4BB-FE5D4EB6004C}"/>
                  </a:ext>
                </a:extLst>
              </p:cNvPr>
              <p:cNvSpPr/>
              <p:nvPr/>
            </p:nvSpPr>
            <p:spPr>
              <a:xfrm>
                <a:off x="7289355" y="1075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0" name="Freeform 32519">
                <a:extLst>
                  <a:ext uri="{FF2B5EF4-FFF2-40B4-BE49-F238E27FC236}">
                    <a16:creationId xmlns:a16="http://schemas.microsoft.com/office/drawing/2014/main" id="{A8BF36FF-75D9-F11B-28D2-DDB7018CB460}"/>
                  </a:ext>
                </a:extLst>
              </p:cNvPr>
              <p:cNvSpPr/>
              <p:nvPr/>
            </p:nvSpPr>
            <p:spPr>
              <a:xfrm>
                <a:off x="7289852" y="1152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1" name="Freeform 32520">
                <a:extLst>
                  <a:ext uri="{FF2B5EF4-FFF2-40B4-BE49-F238E27FC236}">
                    <a16:creationId xmlns:a16="http://schemas.microsoft.com/office/drawing/2014/main" id="{934662B0-2C2A-4132-3906-9627658D1BB5}"/>
                  </a:ext>
                </a:extLst>
              </p:cNvPr>
              <p:cNvSpPr/>
              <p:nvPr/>
            </p:nvSpPr>
            <p:spPr>
              <a:xfrm>
                <a:off x="7290348" y="1046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2" name="Freeform 32521">
                <a:extLst>
                  <a:ext uri="{FF2B5EF4-FFF2-40B4-BE49-F238E27FC236}">
                    <a16:creationId xmlns:a16="http://schemas.microsoft.com/office/drawing/2014/main" id="{2F9B66A3-73CA-5860-3E42-B181D54BA946}"/>
                  </a:ext>
                </a:extLst>
              </p:cNvPr>
              <p:cNvSpPr/>
              <p:nvPr/>
            </p:nvSpPr>
            <p:spPr>
              <a:xfrm>
                <a:off x="7290844" y="1005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3" name="Freeform 32522">
                <a:extLst>
                  <a:ext uri="{FF2B5EF4-FFF2-40B4-BE49-F238E27FC236}">
                    <a16:creationId xmlns:a16="http://schemas.microsoft.com/office/drawing/2014/main" id="{EED5CDF4-4D0C-128D-DCAB-9F7E4426F7D0}"/>
                  </a:ext>
                </a:extLst>
              </p:cNvPr>
              <p:cNvSpPr/>
              <p:nvPr/>
            </p:nvSpPr>
            <p:spPr>
              <a:xfrm>
                <a:off x="7291439" y="967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4" name="Freeform 32523">
                <a:extLst>
                  <a:ext uri="{FF2B5EF4-FFF2-40B4-BE49-F238E27FC236}">
                    <a16:creationId xmlns:a16="http://schemas.microsoft.com/office/drawing/2014/main" id="{816986A4-987F-DC31-0F2E-D674E67A336C}"/>
                  </a:ext>
                </a:extLst>
              </p:cNvPr>
              <p:cNvSpPr/>
              <p:nvPr/>
            </p:nvSpPr>
            <p:spPr>
              <a:xfrm>
                <a:off x="7291935" y="82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5" name="Freeform 32524">
                <a:extLst>
                  <a:ext uri="{FF2B5EF4-FFF2-40B4-BE49-F238E27FC236}">
                    <a16:creationId xmlns:a16="http://schemas.microsoft.com/office/drawing/2014/main" id="{383F263B-D7D3-EA0B-C046-8AEBA2247093}"/>
                  </a:ext>
                </a:extLst>
              </p:cNvPr>
              <p:cNvSpPr/>
              <p:nvPr/>
            </p:nvSpPr>
            <p:spPr>
              <a:xfrm>
                <a:off x="7292431" y="749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6" name="Freeform 32525">
                <a:extLst>
                  <a:ext uri="{FF2B5EF4-FFF2-40B4-BE49-F238E27FC236}">
                    <a16:creationId xmlns:a16="http://schemas.microsoft.com/office/drawing/2014/main" id="{FFBCC126-36C6-C9D1-2DE2-69982ECA14F5}"/>
                  </a:ext>
                </a:extLst>
              </p:cNvPr>
              <p:cNvSpPr/>
              <p:nvPr/>
            </p:nvSpPr>
            <p:spPr>
              <a:xfrm>
                <a:off x="7293027" y="715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7" name="Freeform 32526">
                <a:extLst>
                  <a:ext uri="{FF2B5EF4-FFF2-40B4-BE49-F238E27FC236}">
                    <a16:creationId xmlns:a16="http://schemas.microsoft.com/office/drawing/2014/main" id="{27EE1280-FB25-BBAA-0E23-D190F67335D3}"/>
                  </a:ext>
                </a:extLst>
              </p:cNvPr>
              <p:cNvSpPr/>
              <p:nvPr/>
            </p:nvSpPr>
            <p:spPr>
              <a:xfrm>
                <a:off x="7293523" y="742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8" name="Freeform 32527">
                <a:extLst>
                  <a:ext uri="{FF2B5EF4-FFF2-40B4-BE49-F238E27FC236}">
                    <a16:creationId xmlns:a16="http://schemas.microsoft.com/office/drawing/2014/main" id="{6BF130C5-8E54-CD8C-3DD2-C244F30E979D}"/>
                  </a:ext>
                </a:extLst>
              </p:cNvPr>
              <p:cNvSpPr/>
              <p:nvPr/>
            </p:nvSpPr>
            <p:spPr>
              <a:xfrm>
                <a:off x="7294019" y="716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9" name="Freeform 32528">
                <a:extLst>
                  <a:ext uri="{FF2B5EF4-FFF2-40B4-BE49-F238E27FC236}">
                    <a16:creationId xmlns:a16="http://schemas.microsoft.com/office/drawing/2014/main" id="{D8201619-EA07-D4B3-CCA3-26E90615B9BE}"/>
                  </a:ext>
                </a:extLst>
              </p:cNvPr>
              <p:cNvSpPr/>
              <p:nvPr/>
            </p:nvSpPr>
            <p:spPr>
              <a:xfrm>
                <a:off x="7294614" y="1038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0" name="Freeform 32529">
                <a:extLst>
                  <a:ext uri="{FF2B5EF4-FFF2-40B4-BE49-F238E27FC236}">
                    <a16:creationId xmlns:a16="http://schemas.microsoft.com/office/drawing/2014/main" id="{0C1B73D3-C8DF-294E-9832-A40C6966E67E}"/>
                  </a:ext>
                </a:extLst>
              </p:cNvPr>
              <p:cNvSpPr/>
              <p:nvPr/>
            </p:nvSpPr>
            <p:spPr>
              <a:xfrm>
                <a:off x="7295110" y="1779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1" name="Freeform 32530">
                <a:extLst>
                  <a:ext uri="{FF2B5EF4-FFF2-40B4-BE49-F238E27FC236}">
                    <a16:creationId xmlns:a16="http://schemas.microsoft.com/office/drawing/2014/main" id="{688EA557-A73B-A6F6-85F0-4864366A00BC}"/>
                  </a:ext>
                </a:extLst>
              </p:cNvPr>
              <p:cNvSpPr/>
              <p:nvPr/>
            </p:nvSpPr>
            <p:spPr>
              <a:xfrm>
                <a:off x="7295606" y="1897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2" name="Freeform 32531">
                <a:extLst>
                  <a:ext uri="{FF2B5EF4-FFF2-40B4-BE49-F238E27FC236}">
                    <a16:creationId xmlns:a16="http://schemas.microsoft.com/office/drawing/2014/main" id="{CBE5C93C-9A8D-3CD5-8F74-BF5F08453071}"/>
                  </a:ext>
                </a:extLst>
              </p:cNvPr>
              <p:cNvSpPr/>
              <p:nvPr/>
            </p:nvSpPr>
            <p:spPr>
              <a:xfrm>
                <a:off x="7296202" y="189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3" name="Freeform 32532">
                <a:extLst>
                  <a:ext uri="{FF2B5EF4-FFF2-40B4-BE49-F238E27FC236}">
                    <a16:creationId xmlns:a16="http://schemas.microsoft.com/office/drawing/2014/main" id="{965DB3A2-C96E-C382-40A8-F7A6EB821230}"/>
                  </a:ext>
                </a:extLst>
              </p:cNvPr>
              <p:cNvSpPr/>
              <p:nvPr/>
            </p:nvSpPr>
            <p:spPr>
              <a:xfrm>
                <a:off x="7296698" y="190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4" name="Freeform 32533">
                <a:extLst>
                  <a:ext uri="{FF2B5EF4-FFF2-40B4-BE49-F238E27FC236}">
                    <a16:creationId xmlns:a16="http://schemas.microsoft.com/office/drawing/2014/main" id="{DA8F064C-2E6D-705B-2C3B-88CF0DA8D323}"/>
                  </a:ext>
                </a:extLst>
              </p:cNvPr>
              <p:cNvSpPr/>
              <p:nvPr/>
            </p:nvSpPr>
            <p:spPr>
              <a:xfrm>
                <a:off x="7297194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5" name="Freeform 32534">
                <a:extLst>
                  <a:ext uri="{FF2B5EF4-FFF2-40B4-BE49-F238E27FC236}">
                    <a16:creationId xmlns:a16="http://schemas.microsoft.com/office/drawing/2014/main" id="{3D41C25C-391D-1E38-CDBF-17629887B6AE}"/>
                  </a:ext>
                </a:extLst>
              </p:cNvPr>
              <p:cNvSpPr/>
              <p:nvPr/>
            </p:nvSpPr>
            <p:spPr>
              <a:xfrm>
                <a:off x="7297789" y="191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6" name="Freeform 32535">
                <a:extLst>
                  <a:ext uri="{FF2B5EF4-FFF2-40B4-BE49-F238E27FC236}">
                    <a16:creationId xmlns:a16="http://schemas.microsoft.com/office/drawing/2014/main" id="{B02EA051-3894-7B74-DC72-2F40D12A3856}"/>
                  </a:ext>
                </a:extLst>
              </p:cNvPr>
              <p:cNvSpPr/>
              <p:nvPr/>
            </p:nvSpPr>
            <p:spPr>
              <a:xfrm>
                <a:off x="7298285" y="1927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7" name="Freeform 32536">
                <a:extLst>
                  <a:ext uri="{FF2B5EF4-FFF2-40B4-BE49-F238E27FC236}">
                    <a16:creationId xmlns:a16="http://schemas.microsoft.com/office/drawing/2014/main" id="{C8F50512-C63D-4CE0-D52A-EC082A0E04C8}"/>
                  </a:ext>
                </a:extLst>
              </p:cNvPr>
              <p:cNvSpPr/>
              <p:nvPr/>
            </p:nvSpPr>
            <p:spPr>
              <a:xfrm>
                <a:off x="7298781" y="192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8" name="Freeform 32537">
                <a:extLst>
                  <a:ext uri="{FF2B5EF4-FFF2-40B4-BE49-F238E27FC236}">
                    <a16:creationId xmlns:a16="http://schemas.microsoft.com/office/drawing/2014/main" id="{9D198F29-CCC5-D7EB-E4B2-088CAC5D8531}"/>
                  </a:ext>
                </a:extLst>
              </p:cNvPr>
              <p:cNvSpPr/>
              <p:nvPr/>
            </p:nvSpPr>
            <p:spPr>
              <a:xfrm>
                <a:off x="7299377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9" name="Freeform 32538">
                <a:extLst>
                  <a:ext uri="{FF2B5EF4-FFF2-40B4-BE49-F238E27FC236}">
                    <a16:creationId xmlns:a16="http://schemas.microsoft.com/office/drawing/2014/main" id="{ADB0D0FC-88EF-9AE6-6B82-40B97A40B13B}"/>
                  </a:ext>
                </a:extLst>
              </p:cNvPr>
              <p:cNvSpPr/>
              <p:nvPr/>
            </p:nvSpPr>
            <p:spPr>
              <a:xfrm>
                <a:off x="7299873" y="1755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0" name="Freeform 32539">
                <a:extLst>
                  <a:ext uri="{FF2B5EF4-FFF2-40B4-BE49-F238E27FC236}">
                    <a16:creationId xmlns:a16="http://schemas.microsoft.com/office/drawing/2014/main" id="{24D05622-39DE-7924-B0DC-4F5BC0F8449C}"/>
                  </a:ext>
                </a:extLst>
              </p:cNvPr>
              <p:cNvSpPr/>
              <p:nvPr/>
            </p:nvSpPr>
            <p:spPr>
              <a:xfrm>
                <a:off x="7300369" y="1435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1" name="Freeform 32540">
                <a:extLst>
                  <a:ext uri="{FF2B5EF4-FFF2-40B4-BE49-F238E27FC236}">
                    <a16:creationId xmlns:a16="http://schemas.microsoft.com/office/drawing/2014/main" id="{C02C0215-F818-84BA-B227-81C3E84AA007}"/>
                  </a:ext>
                </a:extLst>
              </p:cNvPr>
              <p:cNvSpPr/>
              <p:nvPr/>
            </p:nvSpPr>
            <p:spPr>
              <a:xfrm>
                <a:off x="7300964" y="1023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2" name="Freeform 32541">
                <a:extLst>
                  <a:ext uri="{FF2B5EF4-FFF2-40B4-BE49-F238E27FC236}">
                    <a16:creationId xmlns:a16="http://schemas.microsoft.com/office/drawing/2014/main" id="{580EEDF7-E40B-1797-F4BC-D5E98D8075C6}"/>
                  </a:ext>
                </a:extLst>
              </p:cNvPr>
              <p:cNvSpPr/>
              <p:nvPr/>
            </p:nvSpPr>
            <p:spPr>
              <a:xfrm>
                <a:off x="7301460" y="1085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3" name="Freeform 32542">
                <a:extLst>
                  <a:ext uri="{FF2B5EF4-FFF2-40B4-BE49-F238E27FC236}">
                    <a16:creationId xmlns:a16="http://schemas.microsoft.com/office/drawing/2014/main" id="{8A7C24EA-1034-158C-F37D-303D702C6CC1}"/>
                  </a:ext>
                </a:extLst>
              </p:cNvPr>
              <p:cNvSpPr/>
              <p:nvPr/>
            </p:nvSpPr>
            <p:spPr>
              <a:xfrm>
                <a:off x="7301956" y="1099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4" name="Freeform 32543">
                <a:extLst>
                  <a:ext uri="{FF2B5EF4-FFF2-40B4-BE49-F238E27FC236}">
                    <a16:creationId xmlns:a16="http://schemas.microsoft.com/office/drawing/2014/main" id="{04940A21-FA50-7492-06DD-A8C1B351222B}"/>
                  </a:ext>
                </a:extLst>
              </p:cNvPr>
              <p:cNvSpPr/>
              <p:nvPr/>
            </p:nvSpPr>
            <p:spPr>
              <a:xfrm>
                <a:off x="7302452" y="1140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5" name="Freeform 32544">
                <a:extLst>
                  <a:ext uri="{FF2B5EF4-FFF2-40B4-BE49-F238E27FC236}">
                    <a16:creationId xmlns:a16="http://schemas.microsoft.com/office/drawing/2014/main" id="{E58318A3-0845-001D-B7F9-51A638BBE241}"/>
                  </a:ext>
                </a:extLst>
              </p:cNvPr>
              <p:cNvSpPr/>
              <p:nvPr/>
            </p:nvSpPr>
            <p:spPr>
              <a:xfrm>
                <a:off x="7303048" y="1044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6" name="Freeform 32545">
                <a:extLst>
                  <a:ext uri="{FF2B5EF4-FFF2-40B4-BE49-F238E27FC236}">
                    <a16:creationId xmlns:a16="http://schemas.microsoft.com/office/drawing/2014/main" id="{AF39413B-9D1C-3C55-C275-754FFDF8B0AB}"/>
                  </a:ext>
                </a:extLst>
              </p:cNvPr>
              <p:cNvSpPr/>
              <p:nvPr/>
            </p:nvSpPr>
            <p:spPr>
              <a:xfrm>
                <a:off x="7303544" y="1077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7" name="Freeform 32546">
                <a:extLst>
                  <a:ext uri="{FF2B5EF4-FFF2-40B4-BE49-F238E27FC236}">
                    <a16:creationId xmlns:a16="http://schemas.microsoft.com/office/drawing/2014/main" id="{3BE07C4B-0AFC-7911-8C5D-425C4C71BFDB}"/>
                  </a:ext>
                </a:extLst>
              </p:cNvPr>
              <p:cNvSpPr/>
              <p:nvPr/>
            </p:nvSpPr>
            <p:spPr>
              <a:xfrm>
                <a:off x="7304040" y="1090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8" name="Freeform 32547">
                <a:extLst>
                  <a:ext uri="{FF2B5EF4-FFF2-40B4-BE49-F238E27FC236}">
                    <a16:creationId xmlns:a16="http://schemas.microsoft.com/office/drawing/2014/main" id="{50DA1FAD-3B71-DEC6-E435-2CCC4098813E}"/>
                  </a:ext>
                </a:extLst>
              </p:cNvPr>
              <p:cNvSpPr/>
              <p:nvPr/>
            </p:nvSpPr>
            <p:spPr>
              <a:xfrm>
                <a:off x="7304635" y="962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9" name="Freeform 32548">
                <a:extLst>
                  <a:ext uri="{FF2B5EF4-FFF2-40B4-BE49-F238E27FC236}">
                    <a16:creationId xmlns:a16="http://schemas.microsoft.com/office/drawing/2014/main" id="{C7309354-BD36-0666-456A-0D1CC1EAC25C}"/>
                  </a:ext>
                </a:extLst>
              </p:cNvPr>
              <p:cNvSpPr/>
              <p:nvPr/>
            </p:nvSpPr>
            <p:spPr>
              <a:xfrm>
                <a:off x="7305131" y="895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0" name="Freeform 32549">
                <a:extLst>
                  <a:ext uri="{FF2B5EF4-FFF2-40B4-BE49-F238E27FC236}">
                    <a16:creationId xmlns:a16="http://schemas.microsoft.com/office/drawing/2014/main" id="{4576137C-31BB-90F5-B488-641D6355E204}"/>
                  </a:ext>
                </a:extLst>
              </p:cNvPr>
              <p:cNvSpPr/>
              <p:nvPr/>
            </p:nvSpPr>
            <p:spPr>
              <a:xfrm>
                <a:off x="7305627" y="902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1" name="Freeform 32550">
                <a:extLst>
                  <a:ext uri="{FF2B5EF4-FFF2-40B4-BE49-F238E27FC236}">
                    <a16:creationId xmlns:a16="http://schemas.microsoft.com/office/drawing/2014/main" id="{040489DF-9B97-9479-C224-97B1AD0B19B0}"/>
                  </a:ext>
                </a:extLst>
              </p:cNvPr>
              <p:cNvSpPr/>
              <p:nvPr/>
            </p:nvSpPr>
            <p:spPr>
              <a:xfrm>
                <a:off x="7306223" y="84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2" name="Freeform 32551">
                <a:extLst>
                  <a:ext uri="{FF2B5EF4-FFF2-40B4-BE49-F238E27FC236}">
                    <a16:creationId xmlns:a16="http://schemas.microsoft.com/office/drawing/2014/main" id="{4237DB3A-E818-D424-AED1-A97250533B93}"/>
                  </a:ext>
                </a:extLst>
              </p:cNvPr>
              <p:cNvSpPr/>
              <p:nvPr/>
            </p:nvSpPr>
            <p:spPr>
              <a:xfrm>
                <a:off x="7306719" y="827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3" name="Freeform 32552">
                <a:extLst>
                  <a:ext uri="{FF2B5EF4-FFF2-40B4-BE49-F238E27FC236}">
                    <a16:creationId xmlns:a16="http://schemas.microsoft.com/office/drawing/2014/main" id="{56AF17CF-822A-1BEE-1DAA-29F078D6CEA7}"/>
                  </a:ext>
                </a:extLst>
              </p:cNvPr>
              <p:cNvSpPr/>
              <p:nvPr/>
            </p:nvSpPr>
            <p:spPr>
              <a:xfrm>
                <a:off x="7307215" y="955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4" name="Freeform 32553">
                <a:extLst>
                  <a:ext uri="{FF2B5EF4-FFF2-40B4-BE49-F238E27FC236}">
                    <a16:creationId xmlns:a16="http://schemas.microsoft.com/office/drawing/2014/main" id="{6E6ADF5E-FF5D-0CFD-0FFF-493B4F48FB4E}"/>
                  </a:ext>
                </a:extLst>
              </p:cNvPr>
              <p:cNvSpPr/>
              <p:nvPr/>
            </p:nvSpPr>
            <p:spPr>
              <a:xfrm>
                <a:off x="7307810" y="1822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5" name="Freeform 32554">
                <a:extLst>
                  <a:ext uri="{FF2B5EF4-FFF2-40B4-BE49-F238E27FC236}">
                    <a16:creationId xmlns:a16="http://schemas.microsoft.com/office/drawing/2014/main" id="{7E77A8C7-C866-772F-CADF-B056DEDC67C1}"/>
                  </a:ext>
                </a:extLst>
              </p:cNvPr>
              <p:cNvSpPr/>
              <p:nvPr/>
            </p:nvSpPr>
            <p:spPr>
              <a:xfrm>
                <a:off x="7308306" y="1911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6" name="Freeform 32555">
                <a:extLst>
                  <a:ext uri="{FF2B5EF4-FFF2-40B4-BE49-F238E27FC236}">
                    <a16:creationId xmlns:a16="http://schemas.microsoft.com/office/drawing/2014/main" id="{3858065E-CE39-2895-B5D1-263552ECB7D9}"/>
                  </a:ext>
                </a:extLst>
              </p:cNvPr>
              <p:cNvSpPr/>
              <p:nvPr/>
            </p:nvSpPr>
            <p:spPr>
              <a:xfrm>
                <a:off x="7308802" y="195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7" name="Freeform 32556">
                <a:extLst>
                  <a:ext uri="{FF2B5EF4-FFF2-40B4-BE49-F238E27FC236}">
                    <a16:creationId xmlns:a16="http://schemas.microsoft.com/office/drawing/2014/main" id="{A32D0386-6B72-C88D-4500-3F812703F0C1}"/>
                  </a:ext>
                </a:extLst>
              </p:cNvPr>
              <p:cNvSpPr/>
              <p:nvPr/>
            </p:nvSpPr>
            <p:spPr>
              <a:xfrm>
                <a:off x="7309398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8" name="Freeform 32557">
                <a:extLst>
                  <a:ext uri="{FF2B5EF4-FFF2-40B4-BE49-F238E27FC236}">
                    <a16:creationId xmlns:a16="http://schemas.microsoft.com/office/drawing/2014/main" id="{905051CD-A735-2907-C570-8E31875BD553}"/>
                  </a:ext>
                </a:extLst>
              </p:cNvPr>
              <p:cNvSpPr/>
              <p:nvPr/>
            </p:nvSpPr>
            <p:spPr>
              <a:xfrm>
                <a:off x="7309894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9" name="Freeform 32558">
                <a:extLst>
                  <a:ext uri="{FF2B5EF4-FFF2-40B4-BE49-F238E27FC236}">
                    <a16:creationId xmlns:a16="http://schemas.microsoft.com/office/drawing/2014/main" id="{4D142677-4988-AF76-8213-C24D60072EB9}"/>
                  </a:ext>
                </a:extLst>
              </p:cNvPr>
              <p:cNvSpPr/>
              <p:nvPr/>
            </p:nvSpPr>
            <p:spPr>
              <a:xfrm>
                <a:off x="7310390" y="1972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0" name="Freeform 32559">
                <a:extLst>
                  <a:ext uri="{FF2B5EF4-FFF2-40B4-BE49-F238E27FC236}">
                    <a16:creationId xmlns:a16="http://schemas.microsoft.com/office/drawing/2014/main" id="{AD5FCF25-3D69-D1B7-BA63-74F058419F69}"/>
                  </a:ext>
                </a:extLst>
              </p:cNvPr>
              <p:cNvSpPr/>
              <p:nvPr/>
            </p:nvSpPr>
            <p:spPr>
              <a:xfrm>
                <a:off x="7310985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1" name="Freeform 32560">
                <a:extLst>
                  <a:ext uri="{FF2B5EF4-FFF2-40B4-BE49-F238E27FC236}">
                    <a16:creationId xmlns:a16="http://schemas.microsoft.com/office/drawing/2014/main" id="{2401193F-7802-3ABD-B6BD-4627E042769F}"/>
                  </a:ext>
                </a:extLst>
              </p:cNvPr>
              <p:cNvSpPr/>
              <p:nvPr/>
            </p:nvSpPr>
            <p:spPr>
              <a:xfrm>
                <a:off x="7311481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2" name="Freeform 32561">
                <a:extLst>
                  <a:ext uri="{FF2B5EF4-FFF2-40B4-BE49-F238E27FC236}">
                    <a16:creationId xmlns:a16="http://schemas.microsoft.com/office/drawing/2014/main" id="{2E41403D-AA28-713B-D9CF-034615FFDA88}"/>
                  </a:ext>
                </a:extLst>
              </p:cNvPr>
              <p:cNvSpPr/>
              <p:nvPr/>
            </p:nvSpPr>
            <p:spPr>
              <a:xfrm>
                <a:off x="7311977" y="19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3" name="Freeform 32562">
                <a:extLst>
                  <a:ext uri="{FF2B5EF4-FFF2-40B4-BE49-F238E27FC236}">
                    <a16:creationId xmlns:a16="http://schemas.microsoft.com/office/drawing/2014/main" id="{12A70375-EE01-27D3-1E2D-2F8964456D44}"/>
                  </a:ext>
                </a:extLst>
              </p:cNvPr>
              <p:cNvSpPr/>
              <p:nvPr/>
            </p:nvSpPr>
            <p:spPr>
              <a:xfrm>
                <a:off x="7312573" y="1850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4" name="Freeform 32563">
                <a:extLst>
                  <a:ext uri="{FF2B5EF4-FFF2-40B4-BE49-F238E27FC236}">
                    <a16:creationId xmlns:a16="http://schemas.microsoft.com/office/drawing/2014/main" id="{C7C53E24-F0DF-A815-ADB6-1731A51EE675}"/>
                  </a:ext>
                </a:extLst>
              </p:cNvPr>
              <p:cNvSpPr/>
              <p:nvPr/>
            </p:nvSpPr>
            <p:spPr>
              <a:xfrm>
                <a:off x="7313069" y="1504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5" name="Freeform 32564">
                <a:extLst>
                  <a:ext uri="{FF2B5EF4-FFF2-40B4-BE49-F238E27FC236}">
                    <a16:creationId xmlns:a16="http://schemas.microsoft.com/office/drawing/2014/main" id="{75DE84B0-C021-F90A-9532-E35256717B41}"/>
                  </a:ext>
                </a:extLst>
              </p:cNvPr>
              <p:cNvSpPr/>
              <p:nvPr/>
            </p:nvSpPr>
            <p:spPr>
              <a:xfrm>
                <a:off x="7313565" y="1095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6" name="Freeform 32565">
                <a:extLst>
                  <a:ext uri="{FF2B5EF4-FFF2-40B4-BE49-F238E27FC236}">
                    <a16:creationId xmlns:a16="http://schemas.microsoft.com/office/drawing/2014/main" id="{E4982685-B3C3-3ECB-E8B7-F3ACD3F75B38}"/>
                  </a:ext>
                </a:extLst>
              </p:cNvPr>
              <p:cNvSpPr/>
              <p:nvPr/>
            </p:nvSpPr>
            <p:spPr>
              <a:xfrm>
                <a:off x="7314160" y="1138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7" name="Freeform 32566">
                <a:extLst>
                  <a:ext uri="{FF2B5EF4-FFF2-40B4-BE49-F238E27FC236}">
                    <a16:creationId xmlns:a16="http://schemas.microsoft.com/office/drawing/2014/main" id="{148AC28E-D4C9-4540-8960-52722E9DB575}"/>
                  </a:ext>
                </a:extLst>
              </p:cNvPr>
              <p:cNvSpPr/>
              <p:nvPr/>
            </p:nvSpPr>
            <p:spPr>
              <a:xfrm>
                <a:off x="7314656" y="1159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8" name="Freeform 32567">
                <a:extLst>
                  <a:ext uri="{FF2B5EF4-FFF2-40B4-BE49-F238E27FC236}">
                    <a16:creationId xmlns:a16="http://schemas.microsoft.com/office/drawing/2014/main" id="{8F58FEA7-729E-8763-A45F-3817D2B7A0A6}"/>
                  </a:ext>
                </a:extLst>
              </p:cNvPr>
              <p:cNvSpPr/>
              <p:nvPr/>
            </p:nvSpPr>
            <p:spPr>
              <a:xfrm>
                <a:off x="7315152" y="12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9" name="Freeform 32568">
                <a:extLst>
                  <a:ext uri="{FF2B5EF4-FFF2-40B4-BE49-F238E27FC236}">
                    <a16:creationId xmlns:a16="http://schemas.microsoft.com/office/drawing/2014/main" id="{64653577-8FAD-5393-B889-F862AAF01521}"/>
                  </a:ext>
                </a:extLst>
              </p:cNvPr>
              <p:cNvSpPr/>
              <p:nvPr/>
            </p:nvSpPr>
            <p:spPr>
              <a:xfrm>
                <a:off x="7315648" y="1113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0" name="Freeform 32569">
                <a:extLst>
                  <a:ext uri="{FF2B5EF4-FFF2-40B4-BE49-F238E27FC236}">
                    <a16:creationId xmlns:a16="http://schemas.microsoft.com/office/drawing/2014/main" id="{060DC3B9-345D-8BDF-B88B-CA5028C558F7}"/>
                  </a:ext>
                </a:extLst>
              </p:cNvPr>
              <p:cNvSpPr/>
              <p:nvPr/>
            </p:nvSpPr>
            <p:spPr>
              <a:xfrm>
                <a:off x="7316244" y="1178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1" name="Freeform 32570">
                <a:extLst>
                  <a:ext uri="{FF2B5EF4-FFF2-40B4-BE49-F238E27FC236}">
                    <a16:creationId xmlns:a16="http://schemas.microsoft.com/office/drawing/2014/main" id="{5492ED5E-2958-89ED-D10B-B19EE6632284}"/>
                  </a:ext>
                </a:extLst>
              </p:cNvPr>
              <p:cNvSpPr/>
              <p:nvPr/>
            </p:nvSpPr>
            <p:spPr>
              <a:xfrm>
                <a:off x="7316740" y="1208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2" name="Freeform 32571">
                <a:extLst>
                  <a:ext uri="{FF2B5EF4-FFF2-40B4-BE49-F238E27FC236}">
                    <a16:creationId xmlns:a16="http://schemas.microsoft.com/office/drawing/2014/main" id="{FD26E413-F2DA-BE07-706E-FB03C889CBC1}"/>
                  </a:ext>
                </a:extLst>
              </p:cNvPr>
              <p:cNvSpPr/>
              <p:nvPr/>
            </p:nvSpPr>
            <p:spPr>
              <a:xfrm>
                <a:off x="7317236" y="1113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3" name="Freeform 32572">
                <a:extLst>
                  <a:ext uri="{FF2B5EF4-FFF2-40B4-BE49-F238E27FC236}">
                    <a16:creationId xmlns:a16="http://schemas.microsoft.com/office/drawing/2014/main" id="{8726FFEB-9A9E-28A2-2268-5ED4B0C50DAE}"/>
                  </a:ext>
                </a:extLst>
              </p:cNvPr>
              <p:cNvSpPr/>
              <p:nvPr/>
            </p:nvSpPr>
            <p:spPr>
              <a:xfrm>
                <a:off x="7317831" y="1031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4" name="Freeform 32573">
                <a:extLst>
                  <a:ext uri="{FF2B5EF4-FFF2-40B4-BE49-F238E27FC236}">
                    <a16:creationId xmlns:a16="http://schemas.microsoft.com/office/drawing/2014/main" id="{BCB5DFF5-6690-CC98-28B0-4741807D6319}"/>
                  </a:ext>
                </a:extLst>
              </p:cNvPr>
              <p:cNvSpPr/>
              <p:nvPr/>
            </p:nvSpPr>
            <p:spPr>
              <a:xfrm>
                <a:off x="7318327" y="986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5" name="Freeform 32574">
                <a:extLst>
                  <a:ext uri="{FF2B5EF4-FFF2-40B4-BE49-F238E27FC236}">
                    <a16:creationId xmlns:a16="http://schemas.microsoft.com/office/drawing/2014/main" id="{5F1CCD65-3FFA-CA71-ED02-08CFA23FCBA3}"/>
                  </a:ext>
                </a:extLst>
              </p:cNvPr>
              <p:cNvSpPr/>
              <p:nvPr/>
            </p:nvSpPr>
            <p:spPr>
              <a:xfrm>
                <a:off x="7318823" y="989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6" name="Freeform 32575">
                <a:extLst>
                  <a:ext uri="{FF2B5EF4-FFF2-40B4-BE49-F238E27FC236}">
                    <a16:creationId xmlns:a16="http://schemas.microsoft.com/office/drawing/2014/main" id="{7AA6F9B3-EF41-448E-037E-4B655DDBF90E}"/>
                  </a:ext>
                </a:extLst>
              </p:cNvPr>
              <p:cNvSpPr/>
              <p:nvPr/>
            </p:nvSpPr>
            <p:spPr>
              <a:xfrm>
                <a:off x="7319419" y="958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7" name="Freeform 32576">
                <a:extLst>
                  <a:ext uri="{FF2B5EF4-FFF2-40B4-BE49-F238E27FC236}">
                    <a16:creationId xmlns:a16="http://schemas.microsoft.com/office/drawing/2014/main" id="{F70454B6-26B2-8125-D367-6CBD7A7FE70F}"/>
                  </a:ext>
                </a:extLst>
              </p:cNvPr>
              <p:cNvSpPr/>
              <p:nvPr/>
            </p:nvSpPr>
            <p:spPr>
              <a:xfrm>
                <a:off x="7319915" y="1116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8" name="Freeform 32577">
                <a:extLst>
                  <a:ext uri="{FF2B5EF4-FFF2-40B4-BE49-F238E27FC236}">
                    <a16:creationId xmlns:a16="http://schemas.microsoft.com/office/drawing/2014/main" id="{8C0F7597-9981-0C4C-B407-E1E051F62626}"/>
                  </a:ext>
                </a:extLst>
              </p:cNvPr>
              <p:cNvSpPr/>
              <p:nvPr/>
            </p:nvSpPr>
            <p:spPr>
              <a:xfrm>
                <a:off x="7320411" y="1964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9" name="Freeform 32578">
                <a:extLst>
                  <a:ext uri="{FF2B5EF4-FFF2-40B4-BE49-F238E27FC236}">
                    <a16:creationId xmlns:a16="http://schemas.microsoft.com/office/drawing/2014/main" id="{C1225AAC-29C6-C4DC-B6DF-A37131023DF2}"/>
                  </a:ext>
                </a:extLst>
              </p:cNvPr>
              <p:cNvSpPr/>
              <p:nvPr/>
            </p:nvSpPr>
            <p:spPr>
              <a:xfrm>
                <a:off x="7321006" y="20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0" name="Freeform 32579">
                <a:extLst>
                  <a:ext uri="{FF2B5EF4-FFF2-40B4-BE49-F238E27FC236}">
                    <a16:creationId xmlns:a16="http://schemas.microsoft.com/office/drawing/2014/main" id="{693523CC-F053-A335-AC09-11D0613C7312}"/>
                  </a:ext>
                </a:extLst>
              </p:cNvPr>
              <p:cNvSpPr/>
              <p:nvPr/>
            </p:nvSpPr>
            <p:spPr>
              <a:xfrm>
                <a:off x="7321502" y="2098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1" name="Freeform 32580">
                <a:extLst>
                  <a:ext uri="{FF2B5EF4-FFF2-40B4-BE49-F238E27FC236}">
                    <a16:creationId xmlns:a16="http://schemas.microsoft.com/office/drawing/2014/main" id="{7853E731-B117-8F2C-C1F4-DD6CBCEF2EE0}"/>
                  </a:ext>
                </a:extLst>
              </p:cNvPr>
              <p:cNvSpPr/>
              <p:nvPr/>
            </p:nvSpPr>
            <p:spPr>
              <a:xfrm>
                <a:off x="7321998" y="2109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2" name="Freeform 32581">
                <a:extLst>
                  <a:ext uri="{FF2B5EF4-FFF2-40B4-BE49-F238E27FC236}">
                    <a16:creationId xmlns:a16="http://schemas.microsoft.com/office/drawing/2014/main" id="{193713E4-CC41-C99A-D557-C93D09BD8C78}"/>
                  </a:ext>
                </a:extLst>
              </p:cNvPr>
              <p:cNvSpPr/>
              <p:nvPr/>
            </p:nvSpPr>
            <p:spPr>
              <a:xfrm>
                <a:off x="7322594" y="2111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3" name="Freeform 32582">
                <a:extLst>
                  <a:ext uri="{FF2B5EF4-FFF2-40B4-BE49-F238E27FC236}">
                    <a16:creationId xmlns:a16="http://schemas.microsoft.com/office/drawing/2014/main" id="{BCAD5ED6-148A-4372-9831-22C228872112}"/>
                  </a:ext>
                </a:extLst>
              </p:cNvPr>
              <p:cNvSpPr/>
              <p:nvPr/>
            </p:nvSpPr>
            <p:spPr>
              <a:xfrm>
                <a:off x="7323090" y="2113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4" name="Freeform 32583">
                <a:extLst>
                  <a:ext uri="{FF2B5EF4-FFF2-40B4-BE49-F238E27FC236}">
                    <a16:creationId xmlns:a16="http://schemas.microsoft.com/office/drawing/2014/main" id="{E4239F01-B91F-80BD-AE15-3988878112A6}"/>
                  </a:ext>
                </a:extLst>
              </p:cNvPr>
              <p:cNvSpPr/>
              <p:nvPr/>
            </p:nvSpPr>
            <p:spPr>
              <a:xfrm>
                <a:off x="7323586" y="2115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5" name="Freeform 32584">
                <a:extLst>
                  <a:ext uri="{FF2B5EF4-FFF2-40B4-BE49-F238E27FC236}">
                    <a16:creationId xmlns:a16="http://schemas.microsoft.com/office/drawing/2014/main" id="{2A6EDF1C-AED0-8AFE-4127-9B205C1A437C}"/>
                  </a:ext>
                </a:extLst>
              </p:cNvPr>
              <p:cNvSpPr/>
              <p:nvPr/>
            </p:nvSpPr>
            <p:spPr>
              <a:xfrm>
                <a:off x="7324181" y="2122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6" name="Freeform 32585">
                <a:extLst>
                  <a:ext uri="{FF2B5EF4-FFF2-40B4-BE49-F238E27FC236}">
                    <a16:creationId xmlns:a16="http://schemas.microsoft.com/office/drawing/2014/main" id="{4F567802-BEA9-9538-5D29-7DFF47114AE7}"/>
                  </a:ext>
                </a:extLst>
              </p:cNvPr>
              <p:cNvSpPr/>
              <p:nvPr/>
            </p:nvSpPr>
            <p:spPr>
              <a:xfrm>
                <a:off x="7324677" y="210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7" name="Freeform 32586">
                <a:extLst>
                  <a:ext uri="{FF2B5EF4-FFF2-40B4-BE49-F238E27FC236}">
                    <a16:creationId xmlns:a16="http://schemas.microsoft.com/office/drawing/2014/main" id="{9CA7E432-E1E4-D32E-793D-0E78FD16B229}"/>
                  </a:ext>
                </a:extLst>
              </p:cNvPr>
              <p:cNvSpPr/>
              <p:nvPr/>
            </p:nvSpPr>
            <p:spPr>
              <a:xfrm>
                <a:off x="7325173" y="196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8" name="Freeform 32587">
                <a:extLst>
                  <a:ext uri="{FF2B5EF4-FFF2-40B4-BE49-F238E27FC236}">
                    <a16:creationId xmlns:a16="http://schemas.microsoft.com/office/drawing/2014/main" id="{A3844FFD-55BE-D618-248F-3C51AA95B9B9}"/>
                  </a:ext>
                </a:extLst>
              </p:cNvPr>
              <p:cNvSpPr/>
              <p:nvPr/>
            </p:nvSpPr>
            <p:spPr>
              <a:xfrm>
                <a:off x="7325769" y="1590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89" name="Freeform 32588">
                <a:extLst>
                  <a:ext uri="{FF2B5EF4-FFF2-40B4-BE49-F238E27FC236}">
                    <a16:creationId xmlns:a16="http://schemas.microsoft.com/office/drawing/2014/main" id="{615464CB-7A28-B4AE-3D20-14F982347085}"/>
                  </a:ext>
                </a:extLst>
              </p:cNvPr>
              <p:cNvSpPr/>
              <p:nvPr/>
            </p:nvSpPr>
            <p:spPr>
              <a:xfrm>
                <a:off x="7326265" y="1321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0" name="Freeform 32589">
                <a:extLst>
                  <a:ext uri="{FF2B5EF4-FFF2-40B4-BE49-F238E27FC236}">
                    <a16:creationId xmlns:a16="http://schemas.microsoft.com/office/drawing/2014/main" id="{8A9C07DF-60AC-0D70-6C8E-62D4076F4610}"/>
                  </a:ext>
                </a:extLst>
              </p:cNvPr>
              <p:cNvSpPr/>
              <p:nvPr/>
            </p:nvSpPr>
            <p:spPr>
              <a:xfrm>
                <a:off x="7326761" y="1340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1" name="Freeform 32590">
                <a:extLst>
                  <a:ext uri="{FF2B5EF4-FFF2-40B4-BE49-F238E27FC236}">
                    <a16:creationId xmlns:a16="http://schemas.microsoft.com/office/drawing/2014/main" id="{E3F11F47-EF31-84D7-D171-CA2E22CE3B83}"/>
                  </a:ext>
                </a:extLst>
              </p:cNvPr>
              <p:cNvSpPr/>
              <p:nvPr/>
            </p:nvSpPr>
            <p:spPr>
              <a:xfrm>
                <a:off x="7327257" y="1335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2" name="Freeform 32591">
                <a:extLst>
                  <a:ext uri="{FF2B5EF4-FFF2-40B4-BE49-F238E27FC236}">
                    <a16:creationId xmlns:a16="http://schemas.microsoft.com/office/drawing/2014/main" id="{9B0C89D1-B734-E81F-6C3D-0EEF5F1943F8}"/>
                  </a:ext>
                </a:extLst>
              </p:cNvPr>
              <p:cNvSpPr/>
              <p:nvPr/>
            </p:nvSpPr>
            <p:spPr>
              <a:xfrm>
                <a:off x="7327852" y="1284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3" name="Freeform 32592">
                <a:extLst>
                  <a:ext uri="{FF2B5EF4-FFF2-40B4-BE49-F238E27FC236}">
                    <a16:creationId xmlns:a16="http://schemas.microsoft.com/office/drawing/2014/main" id="{D91FD48C-818A-09D7-92CE-A9C8AE6E272A}"/>
                  </a:ext>
                </a:extLst>
              </p:cNvPr>
              <p:cNvSpPr/>
              <p:nvPr/>
            </p:nvSpPr>
            <p:spPr>
              <a:xfrm>
                <a:off x="7328348" y="1154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4" name="Freeform 32593">
                <a:extLst>
                  <a:ext uri="{FF2B5EF4-FFF2-40B4-BE49-F238E27FC236}">
                    <a16:creationId xmlns:a16="http://schemas.microsoft.com/office/drawing/2014/main" id="{591331E8-98B7-05EA-0970-66212318D9E7}"/>
                  </a:ext>
                </a:extLst>
              </p:cNvPr>
              <p:cNvSpPr/>
              <p:nvPr/>
            </p:nvSpPr>
            <p:spPr>
              <a:xfrm>
                <a:off x="7328845" y="1063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5" name="Freeform 32594">
                <a:extLst>
                  <a:ext uri="{FF2B5EF4-FFF2-40B4-BE49-F238E27FC236}">
                    <a16:creationId xmlns:a16="http://schemas.microsoft.com/office/drawing/2014/main" id="{6520CDE1-16CF-BDE4-B710-DAF6C04EC923}"/>
                  </a:ext>
                </a:extLst>
              </p:cNvPr>
              <p:cNvSpPr/>
              <p:nvPr/>
            </p:nvSpPr>
            <p:spPr>
              <a:xfrm>
                <a:off x="7329440" y="1008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6" name="Freeform 32595">
                <a:extLst>
                  <a:ext uri="{FF2B5EF4-FFF2-40B4-BE49-F238E27FC236}">
                    <a16:creationId xmlns:a16="http://schemas.microsoft.com/office/drawing/2014/main" id="{1C0AD514-3FB0-9EBF-F6ED-47700B51C0B0}"/>
                  </a:ext>
                </a:extLst>
              </p:cNvPr>
              <p:cNvSpPr/>
              <p:nvPr/>
            </p:nvSpPr>
            <p:spPr>
              <a:xfrm>
                <a:off x="7329936" y="89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7" name="Freeform 32596">
                <a:extLst>
                  <a:ext uri="{FF2B5EF4-FFF2-40B4-BE49-F238E27FC236}">
                    <a16:creationId xmlns:a16="http://schemas.microsoft.com/office/drawing/2014/main" id="{9D7A1778-AA95-3C1B-ABED-E44A9443E588}"/>
                  </a:ext>
                </a:extLst>
              </p:cNvPr>
              <p:cNvSpPr/>
              <p:nvPr/>
            </p:nvSpPr>
            <p:spPr>
              <a:xfrm>
                <a:off x="7330432" y="864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8" name="Freeform 32597">
                <a:extLst>
                  <a:ext uri="{FF2B5EF4-FFF2-40B4-BE49-F238E27FC236}">
                    <a16:creationId xmlns:a16="http://schemas.microsoft.com/office/drawing/2014/main" id="{662D29A1-B0F2-B688-EBA5-86E110B836FD}"/>
                  </a:ext>
                </a:extLst>
              </p:cNvPr>
              <p:cNvSpPr/>
              <p:nvPr/>
            </p:nvSpPr>
            <p:spPr>
              <a:xfrm>
                <a:off x="7331027" y="809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99" name="Freeform 32598">
                <a:extLst>
                  <a:ext uri="{FF2B5EF4-FFF2-40B4-BE49-F238E27FC236}">
                    <a16:creationId xmlns:a16="http://schemas.microsoft.com/office/drawing/2014/main" id="{9408EFA3-A2A6-B759-01C2-DB3F2B6FB9A1}"/>
                  </a:ext>
                </a:extLst>
              </p:cNvPr>
              <p:cNvSpPr/>
              <p:nvPr/>
            </p:nvSpPr>
            <p:spPr>
              <a:xfrm>
                <a:off x="7331523" y="783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0" name="Freeform 32599">
                <a:extLst>
                  <a:ext uri="{FF2B5EF4-FFF2-40B4-BE49-F238E27FC236}">
                    <a16:creationId xmlns:a16="http://schemas.microsoft.com/office/drawing/2014/main" id="{2694B044-7238-5846-007F-E6FA653FB156}"/>
                  </a:ext>
                </a:extLst>
              </p:cNvPr>
              <p:cNvSpPr/>
              <p:nvPr/>
            </p:nvSpPr>
            <p:spPr>
              <a:xfrm>
                <a:off x="7332020" y="866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1" name="Freeform 32600">
                <a:extLst>
                  <a:ext uri="{FF2B5EF4-FFF2-40B4-BE49-F238E27FC236}">
                    <a16:creationId xmlns:a16="http://schemas.microsoft.com/office/drawing/2014/main" id="{56791AF3-16E0-9A50-8451-F39346AC4C53}"/>
                  </a:ext>
                </a:extLst>
              </p:cNvPr>
              <p:cNvSpPr/>
              <p:nvPr/>
            </p:nvSpPr>
            <p:spPr>
              <a:xfrm>
                <a:off x="7332615" y="1113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2" name="Freeform 32601">
                <a:extLst>
                  <a:ext uri="{FF2B5EF4-FFF2-40B4-BE49-F238E27FC236}">
                    <a16:creationId xmlns:a16="http://schemas.microsoft.com/office/drawing/2014/main" id="{2E403369-64F7-C91F-1B1D-187BA6FE101D}"/>
                  </a:ext>
                </a:extLst>
              </p:cNvPr>
              <p:cNvSpPr/>
              <p:nvPr/>
            </p:nvSpPr>
            <p:spPr>
              <a:xfrm>
                <a:off x="7333111" y="1823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3" name="Freeform 32602">
                <a:extLst>
                  <a:ext uri="{FF2B5EF4-FFF2-40B4-BE49-F238E27FC236}">
                    <a16:creationId xmlns:a16="http://schemas.microsoft.com/office/drawing/2014/main" id="{7881E9F5-6556-680A-BBD2-38F6765DA8CC}"/>
                  </a:ext>
                </a:extLst>
              </p:cNvPr>
              <p:cNvSpPr/>
              <p:nvPr/>
            </p:nvSpPr>
            <p:spPr>
              <a:xfrm>
                <a:off x="7333607" y="190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4" name="Freeform 32603">
                <a:extLst>
                  <a:ext uri="{FF2B5EF4-FFF2-40B4-BE49-F238E27FC236}">
                    <a16:creationId xmlns:a16="http://schemas.microsoft.com/office/drawing/2014/main" id="{33342BE2-FA68-1CA1-8278-71FB3D2CFF9B}"/>
                  </a:ext>
                </a:extLst>
              </p:cNvPr>
              <p:cNvSpPr/>
              <p:nvPr/>
            </p:nvSpPr>
            <p:spPr>
              <a:xfrm>
                <a:off x="7334202" y="1939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5" name="Freeform 32604">
                <a:extLst>
                  <a:ext uri="{FF2B5EF4-FFF2-40B4-BE49-F238E27FC236}">
                    <a16:creationId xmlns:a16="http://schemas.microsoft.com/office/drawing/2014/main" id="{F538933F-C5F2-FF5B-B5E8-1C899F3E7A52}"/>
                  </a:ext>
                </a:extLst>
              </p:cNvPr>
              <p:cNvSpPr/>
              <p:nvPr/>
            </p:nvSpPr>
            <p:spPr>
              <a:xfrm>
                <a:off x="7334698" y="194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6" name="Freeform 32605">
                <a:extLst>
                  <a:ext uri="{FF2B5EF4-FFF2-40B4-BE49-F238E27FC236}">
                    <a16:creationId xmlns:a16="http://schemas.microsoft.com/office/drawing/2014/main" id="{C96FE6BA-1A7D-DBF7-F6A7-794045C8F6E0}"/>
                  </a:ext>
                </a:extLst>
              </p:cNvPr>
              <p:cNvSpPr/>
              <p:nvPr/>
            </p:nvSpPr>
            <p:spPr>
              <a:xfrm>
                <a:off x="7335195" y="1951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7" name="Freeform 32606">
                <a:extLst>
                  <a:ext uri="{FF2B5EF4-FFF2-40B4-BE49-F238E27FC236}">
                    <a16:creationId xmlns:a16="http://schemas.microsoft.com/office/drawing/2014/main" id="{F06895C3-63E4-CD86-5A15-B20CAA1E531F}"/>
                  </a:ext>
                </a:extLst>
              </p:cNvPr>
              <p:cNvSpPr/>
              <p:nvPr/>
            </p:nvSpPr>
            <p:spPr>
              <a:xfrm>
                <a:off x="7335790" y="194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8" name="Freeform 32607">
                <a:extLst>
                  <a:ext uri="{FF2B5EF4-FFF2-40B4-BE49-F238E27FC236}">
                    <a16:creationId xmlns:a16="http://schemas.microsoft.com/office/drawing/2014/main" id="{978139F4-0281-A377-9BAD-9E164D77789A}"/>
                  </a:ext>
                </a:extLst>
              </p:cNvPr>
              <p:cNvSpPr/>
              <p:nvPr/>
            </p:nvSpPr>
            <p:spPr>
              <a:xfrm>
                <a:off x="7336286" y="1960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09" name="Freeform 32608">
                <a:extLst>
                  <a:ext uri="{FF2B5EF4-FFF2-40B4-BE49-F238E27FC236}">
                    <a16:creationId xmlns:a16="http://schemas.microsoft.com/office/drawing/2014/main" id="{C9F42E18-67AB-8562-6C38-A0C50C34144A}"/>
                  </a:ext>
                </a:extLst>
              </p:cNvPr>
              <p:cNvSpPr/>
              <p:nvPr/>
            </p:nvSpPr>
            <p:spPr>
              <a:xfrm>
                <a:off x="7336782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0" name="Freeform 32609">
                <a:extLst>
                  <a:ext uri="{FF2B5EF4-FFF2-40B4-BE49-F238E27FC236}">
                    <a16:creationId xmlns:a16="http://schemas.microsoft.com/office/drawing/2014/main" id="{87AF81B5-C3A8-85B4-D08B-4ED307DB8256}"/>
                  </a:ext>
                </a:extLst>
              </p:cNvPr>
              <p:cNvSpPr/>
              <p:nvPr/>
            </p:nvSpPr>
            <p:spPr>
              <a:xfrm>
                <a:off x="7337377" y="196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1" name="Freeform 32610">
                <a:extLst>
                  <a:ext uri="{FF2B5EF4-FFF2-40B4-BE49-F238E27FC236}">
                    <a16:creationId xmlns:a16="http://schemas.microsoft.com/office/drawing/2014/main" id="{BAB5A9E3-929C-5E96-1CDF-3BB122CA3101}"/>
                  </a:ext>
                </a:extLst>
              </p:cNvPr>
              <p:cNvSpPr/>
              <p:nvPr/>
            </p:nvSpPr>
            <p:spPr>
              <a:xfrm>
                <a:off x="7337873" y="1843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2" name="Freeform 32611">
                <a:extLst>
                  <a:ext uri="{FF2B5EF4-FFF2-40B4-BE49-F238E27FC236}">
                    <a16:creationId xmlns:a16="http://schemas.microsoft.com/office/drawing/2014/main" id="{EB753A53-C64A-6579-CDD8-DE5C44062BC6}"/>
                  </a:ext>
                </a:extLst>
              </p:cNvPr>
              <p:cNvSpPr/>
              <p:nvPr/>
            </p:nvSpPr>
            <p:spPr>
              <a:xfrm>
                <a:off x="7338370" y="1467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3" name="Freeform 32612">
                <a:extLst>
                  <a:ext uri="{FF2B5EF4-FFF2-40B4-BE49-F238E27FC236}">
                    <a16:creationId xmlns:a16="http://schemas.microsoft.com/office/drawing/2014/main" id="{C7ED3A96-8117-1F9C-BB28-872BD0ECCEAF}"/>
                  </a:ext>
                </a:extLst>
              </p:cNvPr>
              <p:cNvSpPr/>
              <p:nvPr/>
            </p:nvSpPr>
            <p:spPr>
              <a:xfrm>
                <a:off x="7338965" y="1183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4" name="Freeform 32613">
                <a:extLst>
                  <a:ext uri="{FF2B5EF4-FFF2-40B4-BE49-F238E27FC236}">
                    <a16:creationId xmlns:a16="http://schemas.microsoft.com/office/drawing/2014/main" id="{74E21221-F5C7-9DC7-0D4E-CF64D4285316}"/>
                  </a:ext>
                </a:extLst>
              </p:cNvPr>
              <p:cNvSpPr/>
              <p:nvPr/>
            </p:nvSpPr>
            <p:spPr>
              <a:xfrm>
                <a:off x="7339461" y="1197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5" name="Freeform 32614">
                <a:extLst>
                  <a:ext uri="{FF2B5EF4-FFF2-40B4-BE49-F238E27FC236}">
                    <a16:creationId xmlns:a16="http://schemas.microsoft.com/office/drawing/2014/main" id="{38E2109E-47F2-BB32-2A7B-1E529F9D4660}"/>
                  </a:ext>
                </a:extLst>
              </p:cNvPr>
              <p:cNvSpPr/>
              <p:nvPr/>
            </p:nvSpPr>
            <p:spPr>
              <a:xfrm>
                <a:off x="7339957" y="121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6" name="Freeform 32615">
                <a:extLst>
                  <a:ext uri="{FF2B5EF4-FFF2-40B4-BE49-F238E27FC236}">
                    <a16:creationId xmlns:a16="http://schemas.microsoft.com/office/drawing/2014/main" id="{5EA04EC8-8092-E033-88A4-3F298E60F8F1}"/>
                  </a:ext>
                </a:extLst>
              </p:cNvPr>
              <p:cNvSpPr/>
              <p:nvPr/>
            </p:nvSpPr>
            <p:spPr>
              <a:xfrm>
                <a:off x="7340453" y="1280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7" name="Freeform 32616">
                <a:extLst>
                  <a:ext uri="{FF2B5EF4-FFF2-40B4-BE49-F238E27FC236}">
                    <a16:creationId xmlns:a16="http://schemas.microsoft.com/office/drawing/2014/main" id="{437A02DD-1F9E-B61A-5A66-A8B15FBD6D72}"/>
                  </a:ext>
                </a:extLst>
              </p:cNvPr>
              <p:cNvSpPr/>
              <p:nvPr/>
            </p:nvSpPr>
            <p:spPr>
              <a:xfrm>
                <a:off x="7341048" y="11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8" name="Freeform 32617">
                <a:extLst>
                  <a:ext uri="{FF2B5EF4-FFF2-40B4-BE49-F238E27FC236}">
                    <a16:creationId xmlns:a16="http://schemas.microsoft.com/office/drawing/2014/main" id="{93F87ED0-C392-3C21-5B77-0B27516605ED}"/>
                  </a:ext>
                </a:extLst>
              </p:cNvPr>
              <p:cNvSpPr/>
              <p:nvPr/>
            </p:nvSpPr>
            <p:spPr>
              <a:xfrm>
                <a:off x="7341545" y="1068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19" name="Freeform 32618">
                <a:extLst>
                  <a:ext uri="{FF2B5EF4-FFF2-40B4-BE49-F238E27FC236}">
                    <a16:creationId xmlns:a16="http://schemas.microsoft.com/office/drawing/2014/main" id="{516E436A-2B00-7131-F3B3-0F90D96234EA}"/>
                  </a:ext>
                </a:extLst>
              </p:cNvPr>
              <p:cNvSpPr/>
              <p:nvPr/>
            </p:nvSpPr>
            <p:spPr>
              <a:xfrm>
                <a:off x="7342041" y="964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0" name="Freeform 32619">
                <a:extLst>
                  <a:ext uri="{FF2B5EF4-FFF2-40B4-BE49-F238E27FC236}">
                    <a16:creationId xmlns:a16="http://schemas.microsoft.com/office/drawing/2014/main" id="{79FD0CF1-ADBD-01C7-BA1E-A641C5D2E86C}"/>
                  </a:ext>
                </a:extLst>
              </p:cNvPr>
              <p:cNvSpPr/>
              <p:nvPr/>
            </p:nvSpPr>
            <p:spPr>
              <a:xfrm>
                <a:off x="7342636" y="90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1" name="Freeform 32620">
                <a:extLst>
                  <a:ext uri="{FF2B5EF4-FFF2-40B4-BE49-F238E27FC236}">
                    <a16:creationId xmlns:a16="http://schemas.microsoft.com/office/drawing/2014/main" id="{86CA9489-5CEC-A5A5-E945-654593B9150F}"/>
                  </a:ext>
                </a:extLst>
              </p:cNvPr>
              <p:cNvSpPr/>
              <p:nvPr/>
            </p:nvSpPr>
            <p:spPr>
              <a:xfrm>
                <a:off x="7343132" y="82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2" name="Freeform 32621">
                <a:extLst>
                  <a:ext uri="{FF2B5EF4-FFF2-40B4-BE49-F238E27FC236}">
                    <a16:creationId xmlns:a16="http://schemas.microsoft.com/office/drawing/2014/main" id="{06AF2C07-DBD9-CFA4-F345-02CDB711AB90}"/>
                  </a:ext>
                </a:extLst>
              </p:cNvPr>
              <p:cNvSpPr/>
              <p:nvPr/>
            </p:nvSpPr>
            <p:spPr>
              <a:xfrm>
                <a:off x="7343628" y="747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3" name="Freeform 32622">
                <a:extLst>
                  <a:ext uri="{FF2B5EF4-FFF2-40B4-BE49-F238E27FC236}">
                    <a16:creationId xmlns:a16="http://schemas.microsoft.com/office/drawing/2014/main" id="{E8E1E5AD-05AF-8B6D-D70E-97F10507E504}"/>
                  </a:ext>
                </a:extLst>
              </p:cNvPr>
              <p:cNvSpPr/>
              <p:nvPr/>
            </p:nvSpPr>
            <p:spPr>
              <a:xfrm>
                <a:off x="7344223" y="680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4" name="Freeform 32623">
                <a:extLst>
                  <a:ext uri="{FF2B5EF4-FFF2-40B4-BE49-F238E27FC236}">
                    <a16:creationId xmlns:a16="http://schemas.microsoft.com/office/drawing/2014/main" id="{C3D56D13-677D-834C-AE66-15DF55F82AE2}"/>
                  </a:ext>
                </a:extLst>
              </p:cNvPr>
              <p:cNvSpPr/>
              <p:nvPr/>
            </p:nvSpPr>
            <p:spPr>
              <a:xfrm>
                <a:off x="7344720" y="686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5" name="Freeform 32624">
                <a:extLst>
                  <a:ext uri="{FF2B5EF4-FFF2-40B4-BE49-F238E27FC236}">
                    <a16:creationId xmlns:a16="http://schemas.microsoft.com/office/drawing/2014/main" id="{32A3BFF4-AC8F-AB4D-2C01-B9F09CE4B598}"/>
                  </a:ext>
                </a:extLst>
              </p:cNvPr>
              <p:cNvSpPr/>
              <p:nvPr/>
            </p:nvSpPr>
            <p:spPr>
              <a:xfrm>
                <a:off x="7345216" y="859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6" name="Freeform 32625">
                <a:extLst>
                  <a:ext uri="{FF2B5EF4-FFF2-40B4-BE49-F238E27FC236}">
                    <a16:creationId xmlns:a16="http://schemas.microsoft.com/office/drawing/2014/main" id="{BDA92AF7-401F-C2F4-6B78-5FBD48CA132E}"/>
                  </a:ext>
                </a:extLst>
              </p:cNvPr>
              <p:cNvSpPr/>
              <p:nvPr/>
            </p:nvSpPr>
            <p:spPr>
              <a:xfrm>
                <a:off x="7345811" y="1756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7" name="Freeform 32626">
                <a:extLst>
                  <a:ext uri="{FF2B5EF4-FFF2-40B4-BE49-F238E27FC236}">
                    <a16:creationId xmlns:a16="http://schemas.microsoft.com/office/drawing/2014/main" id="{5885F3F0-ADE7-E823-98F3-DA5B66116628}"/>
                  </a:ext>
                </a:extLst>
              </p:cNvPr>
              <p:cNvSpPr/>
              <p:nvPr/>
            </p:nvSpPr>
            <p:spPr>
              <a:xfrm>
                <a:off x="7346307" y="1881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8" name="Freeform 32627">
                <a:extLst>
                  <a:ext uri="{FF2B5EF4-FFF2-40B4-BE49-F238E27FC236}">
                    <a16:creationId xmlns:a16="http://schemas.microsoft.com/office/drawing/2014/main" id="{54784CA0-C6BE-865F-3BF4-E7AFBB5237FC}"/>
                  </a:ext>
                </a:extLst>
              </p:cNvPr>
              <p:cNvSpPr/>
              <p:nvPr/>
            </p:nvSpPr>
            <p:spPr>
              <a:xfrm>
                <a:off x="7346803" y="1913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29" name="Freeform 32628">
                <a:extLst>
                  <a:ext uri="{FF2B5EF4-FFF2-40B4-BE49-F238E27FC236}">
                    <a16:creationId xmlns:a16="http://schemas.microsoft.com/office/drawing/2014/main" id="{3F5F431D-DD5A-069D-A23E-EFCA2139CB54}"/>
                  </a:ext>
                </a:extLst>
              </p:cNvPr>
              <p:cNvSpPr/>
              <p:nvPr/>
            </p:nvSpPr>
            <p:spPr>
              <a:xfrm>
                <a:off x="7347398" y="1925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0" name="Freeform 32629">
                <a:extLst>
                  <a:ext uri="{FF2B5EF4-FFF2-40B4-BE49-F238E27FC236}">
                    <a16:creationId xmlns:a16="http://schemas.microsoft.com/office/drawing/2014/main" id="{BF6EEECD-1DDC-1B5B-3E34-9F47F2CB804B}"/>
                  </a:ext>
                </a:extLst>
              </p:cNvPr>
              <p:cNvSpPr/>
              <p:nvPr/>
            </p:nvSpPr>
            <p:spPr>
              <a:xfrm>
                <a:off x="7347895" y="1926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1" name="Freeform 32630">
                <a:extLst>
                  <a:ext uri="{FF2B5EF4-FFF2-40B4-BE49-F238E27FC236}">
                    <a16:creationId xmlns:a16="http://schemas.microsoft.com/office/drawing/2014/main" id="{3C78C8DD-7F11-07B1-532F-4045CB255C62}"/>
                  </a:ext>
                </a:extLst>
              </p:cNvPr>
              <p:cNvSpPr/>
              <p:nvPr/>
            </p:nvSpPr>
            <p:spPr>
              <a:xfrm>
                <a:off x="7348391" y="193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2" name="Freeform 32631">
                <a:extLst>
                  <a:ext uri="{FF2B5EF4-FFF2-40B4-BE49-F238E27FC236}">
                    <a16:creationId xmlns:a16="http://schemas.microsoft.com/office/drawing/2014/main" id="{49E3B471-28BC-402C-C589-36DC932ADFA6}"/>
                  </a:ext>
                </a:extLst>
              </p:cNvPr>
              <p:cNvSpPr/>
              <p:nvPr/>
            </p:nvSpPr>
            <p:spPr>
              <a:xfrm>
                <a:off x="7348986" y="1950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3" name="Freeform 32632">
                <a:extLst>
                  <a:ext uri="{FF2B5EF4-FFF2-40B4-BE49-F238E27FC236}">
                    <a16:creationId xmlns:a16="http://schemas.microsoft.com/office/drawing/2014/main" id="{D3326107-DF62-6082-2699-8A8A006E4FC5}"/>
                  </a:ext>
                </a:extLst>
              </p:cNvPr>
              <p:cNvSpPr/>
              <p:nvPr/>
            </p:nvSpPr>
            <p:spPr>
              <a:xfrm>
                <a:off x="7349482" y="1962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4" name="Freeform 32633">
                <a:extLst>
                  <a:ext uri="{FF2B5EF4-FFF2-40B4-BE49-F238E27FC236}">
                    <a16:creationId xmlns:a16="http://schemas.microsoft.com/office/drawing/2014/main" id="{42800A00-E982-408C-E2E3-2C36293EDC45}"/>
                  </a:ext>
                </a:extLst>
              </p:cNvPr>
              <p:cNvSpPr/>
              <p:nvPr/>
            </p:nvSpPr>
            <p:spPr>
              <a:xfrm>
                <a:off x="7349978" y="194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5" name="Freeform 32634">
                <a:extLst>
                  <a:ext uri="{FF2B5EF4-FFF2-40B4-BE49-F238E27FC236}">
                    <a16:creationId xmlns:a16="http://schemas.microsoft.com/office/drawing/2014/main" id="{B6186CAD-0340-B8CE-D77F-37A00AB88158}"/>
                  </a:ext>
                </a:extLst>
              </p:cNvPr>
              <p:cNvSpPr/>
              <p:nvPr/>
            </p:nvSpPr>
            <p:spPr>
              <a:xfrm>
                <a:off x="7350573" y="183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6" name="Freeform 32635">
                <a:extLst>
                  <a:ext uri="{FF2B5EF4-FFF2-40B4-BE49-F238E27FC236}">
                    <a16:creationId xmlns:a16="http://schemas.microsoft.com/office/drawing/2014/main" id="{C9CBA26B-BFEB-00F0-2762-45B1422DC904}"/>
                  </a:ext>
                </a:extLst>
              </p:cNvPr>
              <p:cNvSpPr/>
              <p:nvPr/>
            </p:nvSpPr>
            <p:spPr>
              <a:xfrm>
                <a:off x="7351070" y="1413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7" name="Freeform 32636">
                <a:extLst>
                  <a:ext uri="{FF2B5EF4-FFF2-40B4-BE49-F238E27FC236}">
                    <a16:creationId xmlns:a16="http://schemas.microsoft.com/office/drawing/2014/main" id="{82198E79-E8B4-3827-44D2-8CD26143F8AB}"/>
                  </a:ext>
                </a:extLst>
              </p:cNvPr>
              <p:cNvSpPr/>
              <p:nvPr/>
            </p:nvSpPr>
            <p:spPr>
              <a:xfrm>
                <a:off x="7351566" y="1174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8" name="Freeform 32637">
                <a:extLst>
                  <a:ext uri="{FF2B5EF4-FFF2-40B4-BE49-F238E27FC236}">
                    <a16:creationId xmlns:a16="http://schemas.microsoft.com/office/drawing/2014/main" id="{5AEB8E3D-8DA6-966A-AD16-812924000503}"/>
                  </a:ext>
                </a:extLst>
              </p:cNvPr>
              <p:cNvSpPr/>
              <p:nvPr/>
            </p:nvSpPr>
            <p:spPr>
              <a:xfrm>
                <a:off x="7352062" y="122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39" name="Freeform 32638">
                <a:extLst>
                  <a:ext uri="{FF2B5EF4-FFF2-40B4-BE49-F238E27FC236}">
                    <a16:creationId xmlns:a16="http://schemas.microsoft.com/office/drawing/2014/main" id="{0FFBEF6A-A57C-9E3A-8EC2-528E76E4EFB4}"/>
                  </a:ext>
                </a:extLst>
              </p:cNvPr>
              <p:cNvSpPr/>
              <p:nvPr/>
            </p:nvSpPr>
            <p:spPr>
              <a:xfrm>
                <a:off x="7352657" y="11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0" name="Freeform 32639">
                <a:extLst>
                  <a:ext uri="{FF2B5EF4-FFF2-40B4-BE49-F238E27FC236}">
                    <a16:creationId xmlns:a16="http://schemas.microsoft.com/office/drawing/2014/main" id="{7A6C1F9D-32CF-298A-EC58-60D87C0A275D}"/>
                  </a:ext>
                </a:extLst>
              </p:cNvPr>
              <p:cNvSpPr/>
              <p:nvPr/>
            </p:nvSpPr>
            <p:spPr>
              <a:xfrm>
                <a:off x="7353153" y="11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1" name="Freeform 32640">
                <a:extLst>
                  <a:ext uri="{FF2B5EF4-FFF2-40B4-BE49-F238E27FC236}">
                    <a16:creationId xmlns:a16="http://schemas.microsoft.com/office/drawing/2014/main" id="{1ACA6D54-78CA-4946-227C-665055D8D0AB}"/>
                  </a:ext>
                </a:extLst>
              </p:cNvPr>
              <p:cNvSpPr/>
              <p:nvPr/>
            </p:nvSpPr>
            <p:spPr>
              <a:xfrm>
                <a:off x="7353649" y="1036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2" name="Freeform 32641">
                <a:extLst>
                  <a:ext uri="{FF2B5EF4-FFF2-40B4-BE49-F238E27FC236}">
                    <a16:creationId xmlns:a16="http://schemas.microsoft.com/office/drawing/2014/main" id="{9059B722-CDB2-021D-2822-DE03C226521A}"/>
                  </a:ext>
                </a:extLst>
              </p:cNvPr>
              <p:cNvSpPr/>
              <p:nvPr/>
            </p:nvSpPr>
            <p:spPr>
              <a:xfrm>
                <a:off x="7354245" y="8918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3" name="Freeform 32642">
                <a:extLst>
                  <a:ext uri="{FF2B5EF4-FFF2-40B4-BE49-F238E27FC236}">
                    <a16:creationId xmlns:a16="http://schemas.microsoft.com/office/drawing/2014/main" id="{0A0C22D5-43BE-6AB2-D05C-C57BE05AB844}"/>
                  </a:ext>
                </a:extLst>
              </p:cNvPr>
              <p:cNvSpPr/>
              <p:nvPr/>
            </p:nvSpPr>
            <p:spPr>
              <a:xfrm>
                <a:off x="7354741" y="844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4" name="Freeform 32643">
                <a:extLst>
                  <a:ext uri="{FF2B5EF4-FFF2-40B4-BE49-F238E27FC236}">
                    <a16:creationId xmlns:a16="http://schemas.microsoft.com/office/drawing/2014/main" id="{9FC7B175-E41D-CA01-0DCF-362355E9AEAC}"/>
                  </a:ext>
                </a:extLst>
              </p:cNvPr>
              <p:cNvSpPr/>
              <p:nvPr/>
            </p:nvSpPr>
            <p:spPr>
              <a:xfrm>
                <a:off x="7355237" y="788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5" name="Freeform 32644">
                <a:extLst>
                  <a:ext uri="{FF2B5EF4-FFF2-40B4-BE49-F238E27FC236}">
                    <a16:creationId xmlns:a16="http://schemas.microsoft.com/office/drawing/2014/main" id="{6331A5FA-410B-BC58-908A-4C4210158144}"/>
                  </a:ext>
                </a:extLst>
              </p:cNvPr>
              <p:cNvSpPr/>
              <p:nvPr/>
            </p:nvSpPr>
            <p:spPr>
              <a:xfrm>
                <a:off x="7355832" y="707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6" name="Freeform 32645">
                <a:extLst>
                  <a:ext uri="{FF2B5EF4-FFF2-40B4-BE49-F238E27FC236}">
                    <a16:creationId xmlns:a16="http://schemas.microsoft.com/office/drawing/2014/main" id="{7BAC6A34-2D67-0E16-903E-22FAD1162734}"/>
                  </a:ext>
                </a:extLst>
              </p:cNvPr>
              <p:cNvSpPr/>
              <p:nvPr/>
            </p:nvSpPr>
            <p:spPr>
              <a:xfrm>
                <a:off x="7356328" y="682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7" name="Freeform 32646">
                <a:extLst>
                  <a:ext uri="{FF2B5EF4-FFF2-40B4-BE49-F238E27FC236}">
                    <a16:creationId xmlns:a16="http://schemas.microsoft.com/office/drawing/2014/main" id="{746151DC-1CF9-3821-07DB-95C115A0EB1D}"/>
                  </a:ext>
                </a:extLst>
              </p:cNvPr>
              <p:cNvSpPr/>
              <p:nvPr/>
            </p:nvSpPr>
            <p:spPr>
              <a:xfrm>
                <a:off x="7356824" y="682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8" name="Freeform 32647">
                <a:extLst>
                  <a:ext uri="{FF2B5EF4-FFF2-40B4-BE49-F238E27FC236}">
                    <a16:creationId xmlns:a16="http://schemas.microsoft.com/office/drawing/2014/main" id="{80E57C23-B06C-4C7A-74DC-1F5BFD92B577}"/>
                  </a:ext>
                </a:extLst>
              </p:cNvPr>
              <p:cNvSpPr/>
              <p:nvPr/>
            </p:nvSpPr>
            <p:spPr>
              <a:xfrm>
                <a:off x="7357420" y="682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49" name="Freeform 32648">
                <a:extLst>
                  <a:ext uri="{FF2B5EF4-FFF2-40B4-BE49-F238E27FC236}">
                    <a16:creationId xmlns:a16="http://schemas.microsoft.com/office/drawing/2014/main" id="{C1CF51FB-5960-02D5-94DC-6393A97527D0}"/>
                  </a:ext>
                </a:extLst>
              </p:cNvPr>
              <p:cNvSpPr/>
              <p:nvPr/>
            </p:nvSpPr>
            <p:spPr>
              <a:xfrm>
                <a:off x="7357916" y="998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0" name="Freeform 32649">
                <a:extLst>
                  <a:ext uri="{FF2B5EF4-FFF2-40B4-BE49-F238E27FC236}">
                    <a16:creationId xmlns:a16="http://schemas.microsoft.com/office/drawing/2014/main" id="{11B05255-E417-16D6-6FC3-C78453B4E28D}"/>
                  </a:ext>
                </a:extLst>
              </p:cNvPr>
              <p:cNvSpPr/>
              <p:nvPr/>
            </p:nvSpPr>
            <p:spPr>
              <a:xfrm>
                <a:off x="7358412" y="1707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1" name="Freeform 32650">
                <a:extLst>
                  <a:ext uri="{FF2B5EF4-FFF2-40B4-BE49-F238E27FC236}">
                    <a16:creationId xmlns:a16="http://schemas.microsoft.com/office/drawing/2014/main" id="{ED7AF3C0-3B96-D10C-2A45-B201E43B9889}"/>
                  </a:ext>
                </a:extLst>
              </p:cNvPr>
              <p:cNvSpPr/>
              <p:nvPr/>
            </p:nvSpPr>
            <p:spPr>
              <a:xfrm>
                <a:off x="7359007" y="1813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2" name="Freeform 32651">
                <a:extLst>
                  <a:ext uri="{FF2B5EF4-FFF2-40B4-BE49-F238E27FC236}">
                    <a16:creationId xmlns:a16="http://schemas.microsoft.com/office/drawing/2014/main" id="{444AE985-14CC-CF7E-54C7-3938D09B931E}"/>
                  </a:ext>
                </a:extLst>
              </p:cNvPr>
              <p:cNvSpPr/>
              <p:nvPr/>
            </p:nvSpPr>
            <p:spPr>
              <a:xfrm>
                <a:off x="7359503" y="1853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3" name="Freeform 32652">
                <a:extLst>
                  <a:ext uri="{FF2B5EF4-FFF2-40B4-BE49-F238E27FC236}">
                    <a16:creationId xmlns:a16="http://schemas.microsoft.com/office/drawing/2014/main" id="{261030B1-0C7A-C4CE-63F3-475271768692}"/>
                  </a:ext>
                </a:extLst>
              </p:cNvPr>
              <p:cNvSpPr/>
              <p:nvPr/>
            </p:nvSpPr>
            <p:spPr>
              <a:xfrm>
                <a:off x="7359999" y="1875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4" name="Freeform 32653">
                <a:extLst>
                  <a:ext uri="{FF2B5EF4-FFF2-40B4-BE49-F238E27FC236}">
                    <a16:creationId xmlns:a16="http://schemas.microsoft.com/office/drawing/2014/main" id="{50ECAC87-6140-EDC3-9B0D-AE8AB634438F}"/>
                  </a:ext>
                </a:extLst>
              </p:cNvPr>
              <p:cNvSpPr/>
              <p:nvPr/>
            </p:nvSpPr>
            <p:spPr>
              <a:xfrm>
                <a:off x="7360595" y="1884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5" name="Freeform 32654">
                <a:extLst>
                  <a:ext uri="{FF2B5EF4-FFF2-40B4-BE49-F238E27FC236}">
                    <a16:creationId xmlns:a16="http://schemas.microsoft.com/office/drawing/2014/main" id="{B4AE357D-F0D9-F4BE-4B9D-CAE785C93A58}"/>
                  </a:ext>
                </a:extLst>
              </p:cNvPr>
              <p:cNvSpPr/>
              <p:nvPr/>
            </p:nvSpPr>
            <p:spPr>
              <a:xfrm>
                <a:off x="7361091" y="1886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6" name="Freeform 32655">
                <a:extLst>
                  <a:ext uri="{FF2B5EF4-FFF2-40B4-BE49-F238E27FC236}">
                    <a16:creationId xmlns:a16="http://schemas.microsoft.com/office/drawing/2014/main" id="{746FDB93-EFD9-79C6-A334-D9F7F347266E}"/>
                  </a:ext>
                </a:extLst>
              </p:cNvPr>
              <p:cNvSpPr/>
              <p:nvPr/>
            </p:nvSpPr>
            <p:spPr>
              <a:xfrm>
                <a:off x="7361587" y="190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7" name="Freeform 32656">
                <a:extLst>
                  <a:ext uri="{FF2B5EF4-FFF2-40B4-BE49-F238E27FC236}">
                    <a16:creationId xmlns:a16="http://schemas.microsoft.com/office/drawing/2014/main" id="{582294C0-55E8-7214-A5DC-17BAB9D52431}"/>
                  </a:ext>
                </a:extLst>
              </p:cNvPr>
              <p:cNvSpPr/>
              <p:nvPr/>
            </p:nvSpPr>
            <p:spPr>
              <a:xfrm>
                <a:off x="7362182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8" name="Freeform 32657">
                <a:extLst>
                  <a:ext uri="{FF2B5EF4-FFF2-40B4-BE49-F238E27FC236}">
                    <a16:creationId xmlns:a16="http://schemas.microsoft.com/office/drawing/2014/main" id="{5C37F28E-3442-6303-64FD-19D73AC173A3}"/>
                  </a:ext>
                </a:extLst>
              </p:cNvPr>
              <p:cNvSpPr/>
              <p:nvPr/>
            </p:nvSpPr>
            <p:spPr>
              <a:xfrm>
                <a:off x="7362678" y="1889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59" name="Freeform 32658">
                <a:extLst>
                  <a:ext uri="{FF2B5EF4-FFF2-40B4-BE49-F238E27FC236}">
                    <a16:creationId xmlns:a16="http://schemas.microsoft.com/office/drawing/2014/main" id="{08ECCDB8-53F2-D692-ACFE-B8B731C8FF3F}"/>
                  </a:ext>
                </a:extLst>
              </p:cNvPr>
              <p:cNvSpPr/>
              <p:nvPr/>
            </p:nvSpPr>
            <p:spPr>
              <a:xfrm>
                <a:off x="7363174" y="1732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0" name="Freeform 32659">
                <a:extLst>
                  <a:ext uri="{FF2B5EF4-FFF2-40B4-BE49-F238E27FC236}">
                    <a16:creationId xmlns:a16="http://schemas.microsoft.com/office/drawing/2014/main" id="{8C69BFAA-9601-1BAB-3FAE-026397DC7C71}"/>
                  </a:ext>
                </a:extLst>
              </p:cNvPr>
              <p:cNvSpPr/>
              <p:nvPr/>
            </p:nvSpPr>
            <p:spPr>
              <a:xfrm>
                <a:off x="7363670" y="1424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1" name="Freeform 32660">
                <a:extLst>
                  <a:ext uri="{FF2B5EF4-FFF2-40B4-BE49-F238E27FC236}">
                    <a16:creationId xmlns:a16="http://schemas.microsoft.com/office/drawing/2014/main" id="{725BEECA-52BD-EBD7-2133-3450FBAB4BE5}"/>
                  </a:ext>
                </a:extLst>
              </p:cNvPr>
              <p:cNvSpPr/>
              <p:nvPr/>
            </p:nvSpPr>
            <p:spPr>
              <a:xfrm>
                <a:off x="7364266" y="1125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2" name="Freeform 32661">
                <a:extLst>
                  <a:ext uri="{FF2B5EF4-FFF2-40B4-BE49-F238E27FC236}">
                    <a16:creationId xmlns:a16="http://schemas.microsoft.com/office/drawing/2014/main" id="{A86A4AD2-3046-E5AB-0020-4E43FE33436C}"/>
                  </a:ext>
                </a:extLst>
              </p:cNvPr>
              <p:cNvSpPr/>
              <p:nvPr/>
            </p:nvSpPr>
            <p:spPr>
              <a:xfrm>
                <a:off x="7364762" y="1182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3" name="Freeform 32662">
                <a:extLst>
                  <a:ext uri="{FF2B5EF4-FFF2-40B4-BE49-F238E27FC236}">
                    <a16:creationId xmlns:a16="http://schemas.microsoft.com/office/drawing/2014/main" id="{10D2EA63-E210-CE3E-2247-0F4A82095F1D}"/>
                  </a:ext>
                </a:extLst>
              </p:cNvPr>
              <p:cNvSpPr/>
              <p:nvPr/>
            </p:nvSpPr>
            <p:spPr>
              <a:xfrm>
                <a:off x="7365258" y="1189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4" name="Freeform 32663">
                <a:extLst>
                  <a:ext uri="{FF2B5EF4-FFF2-40B4-BE49-F238E27FC236}">
                    <a16:creationId xmlns:a16="http://schemas.microsoft.com/office/drawing/2014/main" id="{E0D35E93-925B-C7B4-47DA-D64529EAE2AC}"/>
                  </a:ext>
                </a:extLst>
              </p:cNvPr>
              <p:cNvSpPr/>
              <p:nvPr/>
            </p:nvSpPr>
            <p:spPr>
              <a:xfrm>
                <a:off x="7365853" y="1174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5" name="Freeform 32664">
                <a:extLst>
                  <a:ext uri="{FF2B5EF4-FFF2-40B4-BE49-F238E27FC236}">
                    <a16:creationId xmlns:a16="http://schemas.microsoft.com/office/drawing/2014/main" id="{8B0EA66A-3E54-43B8-31CD-0F936785A1F6}"/>
                  </a:ext>
                </a:extLst>
              </p:cNvPr>
              <p:cNvSpPr/>
              <p:nvPr/>
            </p:nvSpPr>
            <p:spPr>
              <a:xfrm>
                <a:off x="7366349" y="996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6" name="Freeform 32665">
                <a:extLst>
                  <a:ext uri="{FF2B5EF4-FFF2-40B4-BE49-F238E27FC236}">
                    <a16:creationId xmlns:a16="http://schemas.microsoft.com/office/drawing/2014/main" id="{77D8CF24-979E-D63E-A13A-2BCDCEC1E97B}"/>
                  </a:ext>
                </a:extLst>
              </p:cNvPr>
              <p:cNvSpPr/>
              <p:nvPr/>
            </p:nvSpPr>
            <p:spPr>
              <a:xfrm>
                <a:off x="7366845" y="886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7" name="Freeform 32666">
                <a:extLst>
                  <a:ext uri="{FF2B5EF4-FFF2-40B4-BE49-F238E27FC236}">
                    <a16:creationId xmlns:a16="http://schemas.microsoft.com/office/drawing/2014/main" id="{E136DF73-6E0A-A043-1356-81F4A2A1EB71}"/>
                  </a:ext>
                </a:extLst>
              </p:cNvPr>
              <p:cNvSpPr/>
              <p:nvPr/>
            </p:nvSpPr>
            <p:spPr>
              <a:xfrm>
                <a:off x="7367441" y="783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8" name="Freeform 32667">
                <a:extLst>
                  <a:ext uri="{FF2B5EF4-FFF2-40B4-BE49-F238E27FC236}">
                    <a16:creationId xmlns:a16="http://schemas.microsoft.com/office/drawing/2014/main" id="{B9EFF3CB-AC60-3372-992D-26CD49C0A58E}"/>
                  </a:ext>
                </a:extLst>
              </p:cNvPr>
              <p:cNvSpPr/>
              <p:nvPr/>
            </p:nvSpPr>
            <p:spPr>
              <a:xfrm>
                <a:off x="7367937" y="668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69" name="Freeform 32668">
                <a:extLst>
                  <a:ext uri="{FF2B5EF4-FFF2-40B4-BE49-F238E27FC236}">
                    <a16:creationId xmlns:a16="http://schemas.microsoft.com/office/drawing/2014/main" id="{E95BFAA5-B917-D9AF-3983-996BA99E7B1C}"/>
                  </a:ext>
                </a:extLst>
              </p:cNvPr>
              <p:cNvSpPr/>
              <p:nvPr/>
            </p:nvSpPr>
            <p:spPr>
              <a:xfrm>
                <a:off x="7368433" y="593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0" name="Freeform 32669">
                <a:extLst>
                  <a:ext uri="{FF2B5EF4-FFF2-40B4-BE49-F238E27FC236}">
                    <a16:creationId xmlns:a16="http://schemas.microsoft.com/office/drawing/2014/main" id="{E4C73555-C8B1-45D7-88D7-8C789DB1CA53}"/>
                  </a:ext>
                </a:extLst>
              </p:cNvPr>
              <p:cNvSpPr/>
              <p:nvPr/>
            </p:nvSpPr>
            <p:spPr>
              <a:xfrm>
                <a:off x="7369028" y="592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1" name="Freeform 32670">
                <a:extLst>
                  <a:ext uri="{FF2B5EF4-FFF2-40B4-BE49-F238E27FC236}">
                    <a16:creationId xmlns:a16="http://schemas.microsoft.com/office/drawing/2014/main" id="{A0D45BB8-71C1-04DB-4DE7-2FA84D6BD075}"/>
                  </a:ext>
                </a:extLst>
              </p:cNvPr>
              <p:cNvSpPr/>
              <p:nvPr/>
            </p:nvSpPr>
            <p:spPr>
              <a:xfrm>
                <a:off x="7369524" y="575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2" name="Freeform 32671">
                <a:extLst>
                  <a:ext uri="{FF2B5EF4-FFF2-40B4-BE49-F238E27FC236}">
                    <a16:creationId xmlns:a16="http://schemas.microsoft.com/office/drawing/2014/main" id="{CCC36FED-7681-86D1-84B1-8E8EDAA73DC1}"/>
                  </a:ext>
                </a:extLst>
              </p:cNvPr>
              <p:cNvSpPr/>
              <p:nvPr/>
            </p:nvSpPr>
            <p:spPr>
              <a:xfrm>
                <a:off x="7370020" y="567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3" name="Freeform 32672">
                <a:extLst>
                  <a:ext uri="{FF2B5EF4-FFF2-40B4-BE49-F238E27FC236}">
                    <a16:creationId xmlns:a16="http://schemas.microsoft.com/office/drawing/2014/main" id="{CD83FEAF-280E-A531-976C-C2818737987D}"/>
                  </a:ext>
                </a:extLst>
              </p:cNvPr>
              <p:cNvSpPr/>
              <p:nvPr/>
            </p:nvSpPr>
            <p:spPr>
              <a:xfrm>
                <a:off x="7370616" y="90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4" name="Freeform 32673">
                <a:extLst>
                  <a:ext uri="{FF2B5EF4-FFF2-40B4-BE49-F238E27FC236}">
                    <a16:creationId xmlns:a16="http://schemas.microsoft.com/office/drawing/2014/main" id="{17902683-30F8-56F7-9C3E-3FB5339A66FC}"/>
                  </a:ext>
                </a:extLst>
              </p:cNvPr>
              <p:cNvSpPr/>
              <p:nvPr/>
            </p:nvSpPr>
            <p:spPr>
              <a:xfrm>
                <a:off x="7371112" y="1644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5" name="Freeform 32674">
                <a:extLst>
                  <a:ext uri="{FF2B5EF4-FFF2-40B4-BE49-F238E27FC236}">
                    <a16:creationId xmlns:a16="http://schemas.microsoft.com/office/drawing/2014/main" id="{79A55BD5-9A68-51C0-AB66-0CF7CA6B80AD}"/>
                  </a:ext>
                </a:extLst>
              </p:cNvPr>
              <p:cNvSpPr/>
              <p:nvPr/>
            </p:nvSpPr>
            <p:spPr>
              <a:xfrm>
                <a:off x="7371608" y="1814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6" name="Freeform 32675">
                <a:extLst>
                  <a:ext uri="{FF2B5EF4-FFF2-40B4-BE49-F238E27FC236}">
                    <a16:creationId xmlns:a16="http://schemas.microsoft.com/office/drawing/2014/main" id="{CBF31CF1-0061-3F19-CB8C-70C3FB609E2A}"/>
                  </a:ext>
                </a:extLst>
              </p:cNvPr>
              <p:cNvSpPr/>
              <p:nvPr/>
            </p:nvSpPr>
            <p:spPr>
              <a:xfrm>
                <a:off x="7372203" y="1866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7" name="Freeform 32676">
                <a:extLst>
                  <a:ext uri="{FF2B5EF4-FFF2-40B4-BE49-F238E27FC236}">
                    <a16:creationId xmlns:a16="http://schemas.microsoft.com/office/drawing/2014/main" id="{CB2FCEC5-9073-AFC1-7F38-7BD9A7AEC78B}"/>
                  </a:ext>
                </a:extLst>
              </p:cNvPr>
              <p:cNvSpPr/>
              <p:nvPr/>
            </p:nvSpPr>
            <p:spPr>
              <a:xfrm>
                <a:off x="7372699" y="1870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8" name="Freeform 32677">
                <a:extLst>
                  <a:ext uri="{FF2B5EF4-FFF2-40B4-BE49-F238E27FC236}">
                    <a16:creationId xmlns:a16="http://schemas.microsoft.com/office/drawing/2014/main" id="{B173106A-AB87-B666-9288-0490038EE79B}"/>
                  </a:ext>
                </a:extLst>
              </p:cNvPr>
              <p:cNvSpPr/>
              <p:nvPr/>
            </p:nvSpPr>
            <p:spPr>
              <a:xfrm>
                <a:off x="7373195" y="18567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79" name="Freeform 32678">
                <a:extLst>
                  <a:ext uri="{FF2B5EF4-FFF2-40B4-BE49-F238E27FC236}">
                    <a16:creationId xmlns:a16="http://schemas.microsoft.com/office/drawing/2014/main" id="{E0BF111A-C2D1-1A9A-4780-B164DC2D4A91}"/>
                  </a:ext>
                </a:extLst>
              </p:cNvPr>
              <p:cNvSpPr/>
              <p:nvPr/>
            </p:nvSpPr>
            <p:spPr>
              <a:xfrm>
                <a:off x="7373791" y="1855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0" name="Freeform 32679">
                <a:extLst>
                  <a:ext uri="{FF2B5EF4-FFF2-40B4-BE49-F238E27FC236}">
                    <a16:creationId xmlns:a16="http://schemas.microsoft.com/office/drawing/2014/main" id="{EF0C2CA7-4382-2DA4-1DD7-692F81C1F410}"/>
                  </a:ext>
                </a:extLst>
              </p:cNvPr>
              <p:cNvSpPr/>
              <p:nvPr/>
            </p:nvSpPr>
            <p:spPr>
              <a:xfrm>
                <a:off x="7374287" y="1868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1" name="Freeform 32680">
                <a:extLst>
                  <a:ext uri="{FF2B5EF4-FFF2-40B4-BE49-F238E27FC236}">
                    <a16:creationId xmlns:a16="http://schemas.microsoft.com/office/drawing/2014/main" id="{92991780-563A-86BF-7669-7AE539ACB647}"/>
                  </a:ext>
                </a:extLst>
              </p:cNvPr>
              <p:cNvSpPr/>
              <p:nvPr/>
            </p:nvSpPr>
            <p:spPr>
              <a:xfrm>
                <a:off x="7374783" y="1866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2" name="Freeform 32681">
                <a:extLst>
                  <a:ext uri="{FF2B5EF4-FFF2-40B4-BE49-F238E27FC236}">
                    <a16:creationId xmlns:a16="http://schemas.microsoft.com/office/drawing/2014/main" id="{CAE41D70-0076-BB48-5A77-3DD94693D296}"/>
                  </a:ext>
                </a:extLst>
              </p:cNvPr>
              <p:cNvSpPr/>
              <p:nvPr/>
            </p:nvSpPr>
            <p:spPr>
              <a:xfrm>
                <a:off x="7375378" y="1822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3" name="Freeform 32682">
                <a:extLst>
                  <a:ext uri="{FF2B5EF4-FFF2-40B4-BE49-F238E27FC236}">
                    <a16:creationId xmlns:a16="http://schemas.microsoft.com/office/drawing/2014/main" id="{EFD7E898-34FC-C793-7352-81F73F714D91}"/>
                  </a:ext>
                </a:extLst>
              </p:cNvPr>
              <p:cNvSpPr/>
              <p:nvPr/>
            </p:nvSpPr>
            <p:spPr>
              <a:xfrm>
                <a:off x="7375874" y="1652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4" name="Freeform 32683">
                <a:extLst>
                  <a:ext uri="{FF2B5EF4-FFF2-40B4-BE49-F238E27FC236}">
                    <a16:creationId xmlns:a16="http://schemas.microsoft.com/office/drawing/2014/main" id="{8C11AB73-210D-45A2-C3BA-7D89BD503819}"/>
                  </a:ext>
                </a:extLst>
              </p:cNvPr>
              <p:cNvSpPr/>
              <p:nvPr/>
            </p:nvSpPr>
            <p:spPr>
              <a:xfrm>
                <a:off x="7376370" y="1382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5" name="Freeform 32684">
                <a:extLst>
                  <a:ext uri="{FF2B5EF4-FFF2-40B4-BE49-F238E27FC236}">
                    <a16:creationId xmlns:a16="http://schemas.microsoft.com/office/drawing/2014/main" id="{425D5E73-BFAB-C7D3-D7EB-F56B1AEA5847}"/>
                  </a:ext>
                </a:extLst>
              </p:cNvPr>
              <p:cNvSpPr/>
              <p:nvPr/>
            </p:nvSpPr>
            <p:spPr>
              <a:xfrm>
                <a:off x="7376866" y="1132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6" name="Freeform 32685">
                <a:extLst>
                  <a:ext uri="{FF2B5EF4-FFF2-40B4-BE49-F238E27FC236}">
                    <a16:creationId xmlns:a16="http://schemas.microsoft.com/office/drawing/2014/main" id="{7A3C62B8-2277-B4FD-027E-0F252D296DCF}"/>
                  </a:ext>
                </a:extLst>
              </p:cNvPr>
              <p:cNvSpPr/>
              <p:nvPr/>
            </p:nvSpPr>
            <p:spPr>
              <a:xfrm>
                <a:off x="7377462" y="1199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7" name="Freeform 32686">
                <a:extLst>
                  <a:ext uri="{FF2B5EF4-FFF2-40B4-BE49-F238E27FC236}">
                    <a16:creationId xmlns:a16="http://schemas.microsoft.com/office/drawing/2014/main" id="{85B4D3BA-88FB-165A-F2DE-8FCF7985D5CA}"/>
                  </a:ext>
                </a:extLst>
              </p:cNvPr>
              <p:cNvSpPr/>
              <p:nvPr/>
            </p:nvSpPr>
            <p:spPr>
              <a:xfrm>
                <a:off x="7377958" y="1204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8" name="Freeform 32687">
                <a:extLst>
                  <a:ext uri="{FF2B5EF4-FFF2-40B4-BE49-F238E27FC236}">
                    <a16:creationId xmlns:a16="http://schemas.microsoft.com/office/drawing/2014/main" id="{34B0D1AE-6EA0-E1F5-548D-D6AF2760D682}"/>
                  </a:ext>
                </a:extLst>
              </p:cNvPr>
              <p:cNvSpPr/>
              <p:nvPr/>
            </p:nvSpPr>
            <p:spPr>
              <a:xfrm>
                <a:off x="7378454" y="1201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89" name="Freeform 32688">
                <a:extLst>
                  <a:ext uri="{FF2B5EF4-FFF2-40B4-BE49-F238E27FC236}">
                    <a16:creationId xmlns:a16="http://schemas.microsoft.com/office/drawing/2014/main" id="{17A02947-1F7D-62CE-6D9C-7701EF534581}"/>
                  </a:ext>
                </a:extLst>
              </p:cNvPr>
              <p:cNvSpPr/>
              <p:nvPr/>
            </p:nvSpPr>
            <p:spPr>
              <a:xfrm>
                <a:off x="7379049" y="1049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0" name="Freeform 32689">
                <a:extLst>
                  <a:ext uri="{FF2B5EF4-FFF2-40B4-BE49-F238E27FC236}">
                    <a16:creationId xmlns:a16="http://schemas.microsoft.com/office/drawing/2014/main" id="{B2894C50-5E00-538E-7BB1-D58065367B0B}"/>
                  </a:ext>
                </a:extLst>
              </p:cNvPr>
              <p:cNvSpPr/>
              <p:nvPr/>
            </p:nvSpPr>
            <p:spPr>
              <a:xfrm>
                <a:off x="7379545" y="953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1" name="Freeform 32690">
                <a:extLst>
                  <a:ext uri="{FF2B5EF4-FFF2-40B4-BE49-F238E27FC236}">
                    <a16:creationId xmlns:a16="http://schemas.microsoft.com/office/drawing/2014/main" id="{0070FFF7-5733-1BDD-1862-FE45B4C9F2AC}"/>
                  </a:ext>
                </a:extLst>
              </p:cNvPr>
              <p:cNvSpPr/>
              <p:nvPr/>
            </p:nvSpPr>
            <p:spPr>
              <a:xfrm>
                <a:off x="7380041" y="852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2" name="Freeform 32691">
                <a:extLst>
                  <a:ext uri="{FF2B5EF4-FFF2-40B4-BE49-F238E27FC236}">
                    <a16:creationId xmlns:a16="http://schemas.microsoft.com/office/drawing/2014/main" id="{4DDB47CA-2B45-FDC7-747C-A308F157B6BF}"/>
                  </a:ext>
                </a:extLst>
              </p:cNvPr>
              <p:cNvSpPr/>
              <p:nvPr/>
            </p:nvSpPr>
            <p:spPr>
              <a:xfrm>
                <a:off x="7380637" y="738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3" name="Freeform 32692">
                <a:extLst>
                  <a:ext uri="{FF2B5EF4-FFF2-40B4-BE49-F238E27FC236}">
                    <a16:creationId xmlns:a16="http://schemas.microsoft.com/office/drawing/2014/main" id="{DA4EE919-5D2A-8075-0F89-AE8943800F0B}"/>
                  </a:ext>
                </a:extLst>
              </p:cNvPr>
              <p:cNvSpPr/>
              <p:nvPr/>
            </p:nvSpPr>
            <p:spPr>
              <a:xfrm>
                <a:off x="7381133" y="665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4" name="Freeform 32693">
                <a:extLst>
                  <a:ext uri="{FF2B5EF4-FFF2-40B4-BE49-F238E27FC236}">
                    <a16:creationId xmlns:a16="http://schemas.microsoft.com/office/drawing/2014/main" id="{E6EBC2C9-25E3-1875-4387-1AE50D826F61}"/>
                  </a:ext>
                </a:extLst>
              </p:cNvPr>
              <p:cNvSpPr/>
              <p:nvPr/>
            </p:nvSpPr>
            <p:spPr>
              <a:xfrm>
                <a:off x="7381629" y="621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5" name="Freeform 32694">
                <a:extLst>
                  <a:ext uri="{FF2B5EF4-FFF2-40B4-BE49-F238E27FC236}">
                    <a16:creationId xmlns:a16="http://schemas.microsoft.com/office/drawing/2014/main" id="{88AF934F-CB74-2F1E-8AFC-7EC95C065AAF}"/>
                  </a:ext>
                </a:extLst>
              </p:cNvPr>
              <p:cNvSpPr/>
              <p:nvPr/>
            </p:nvSpPr>
            <p:spPr>
              <a:xfrm>
                <a:off x="7382224" y="569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6" name="Freeform 32695">
                <a:extLst>
                  <a:ext uri="{FF2B5EF4-FFF2-40B4-BE49-F238E27FC236}">
                    <a16:creationId xmlns:a16="http://schemas.microsoft.com/office/drawing/2014/main" id="{A91F391E-8E15-41AC-27C2-FB222B608F81}"/>
                  </a:ext>
                </a:extLst>
              </p:cNvPr>
              <p:cNvSpPr/>
              <p:nvPr/>
            </p:nvSpPr>
            <p:spPr>
              <a:xfrm>
                <a:off x="7382720" y="572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7" name="Freeform 32696">
                <a:extLst>
                  <a:ext uri="{FF2B5EF4-FFF2-40B4-BE49-F238E27FC236}">
                    <a16:creationId xmlns:a16="http://schemas.microsoft.com/office/drawing/2014/main" id="{46D3BF2D-BA1E-D835-5491-128D37B2F93F}"/>
                  </a:ext>
                </a:extLst>
              </p:cNvPr>
              <p:cNvSpPr/>
              <p:nvPr/>
            </p:nvSpPr>
            <p:spPr>
              <a:xfrm>
                <a:off x="7383216" y="811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8" name="Freeform 32697">
                <a:extLst>
                  <a:ext uri="{FF2B5EF4-FFF2-40B4-BE49-F238E27FC236}">
                    <a16:creationId xmlns:a16="http://schemas.microsoft.com/office/drawing/2014/main" id="{AE140338-3045-E849-1F04-C3B63BF0A331}"/>
                  </a:ext>
                </a:extLst>
              </p:cNvPr>
              <p:cNvSpPr/>
              <p:nvPr/>
            </p:nvSpPr>
            <p:spPr>
              <a:xfrm>
                <a:off x="7383812" y="1665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99" name="Freeform 32698">
                <a:extLst>
                  <a:ext uri="{FF2B5EF4-FFF2-40B4-BE49-F238E27FC236}">
                    <a16:creationId xmlns:a16="http://schemas.microsoft.com/office/drawing/2014/main" id="{BFF0F38D-DF14-C686-5836-031E0BC70D2A}"/>
                  </a:ext>
                </a:extLst>
              </p:cNvPr>
              <p:cNvSpPr/>
              <p:nvPr/>
            </p:nvSpPr>
            <p:spPr>
              <a:xfrm>
                <a:off x="7384308" y="1883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0" name="Freeform 32699">
                <a:extLst>
                  <a:ext uri="{FF2B5EF4-FFF2-40B4-BE49-F238E27FC236}">
                    <a16:creationId xmlns:a16="http://schemas.microsoft.com/office/drawing/2014/main" id="{B3308893-455C-78D2-B639-4FC1C4B988CA}"/>
                  </a:ext>
                </a:extLst>
              </p:cNvPr>
              <p:cNvSpPr/>
              <p:nvPr/>
            </p:nvSpPr>
            <p:spPr>
              <a:xfrm>
                <a:off x="7384804" y="1916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1" name="Freeform 32700">
                <a:extLst>
                  <a:ext uri="{FF2B5EF4-FFF2-40B4-BE49-F238E27FC236}">
                    <a16:creationId xmlns:a16="http://schemas.microsoft.com/office/drawing/2014/main" id="{40B8F763-4B7A-9B56-9E74-E2C59A497A43}"/>
                  </a:ext>
                </a:extLst>
              </p:cNvPr>
              <p:cNvSpPr/>
              <p:nvPr/>
            </p:nvSpPr>
            <p:spPr>
              <a:xfrm>
                <a:off x="7385399" y="187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2" name="Freeform 32701">
                <a:extLst>
                  <a:ext uri="{FF2B5EF4-FFF2-40B4-BE49-F238E27FC236}">
                    <a16:creationId xmlns:a16="http://schemas.microsoft.com/office/drawing/2014/main" id="{A7B88C13-F6E0-8FD4-9EB9-EFAB888A0BDC}"/>
                  </a:ext>
                </a:extLst>
              </p:cNvPr>
              <p:cNvSpPr/>
              <p:nvPr/>
            </p:nvSpPr>
            <p:spPr>
              <a:xfrm>
                <a:off x="7385895" y="1811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3" name="Freeform 32702">
                <a:extLst>
                  <a:ext uri="{FF2B5EF4-FFF2-40B4-BE49-F238E27FC236}">
                    <a16:creationId xmlns:a16="http://schemas.microsoft.com/office/drawing/2014/main" id="{FB4993E0-6384-DBC4-0522-4EDD4291C513}"/>
                  </a:ext>
                </a:extLst>
              </p:cNvPr>
              <p:cNvSpPr/>
              <p:nvPr/>
            </p:nvSpPr>
            <p:spPr>
              <a:xfrm>
                <a:off x="7386391" y="181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4" name="Freeform 32703">
                <a:extLst>
                  <a:ext uri="{FF2B5EF4-FFF2-40B4-BE49-F238E27FC236}">
                    <a16:creationId xmlns:a16="http://schemas.microsoft.com/office/drawing/2014/main" id="{0C51CA8A-9859-A8EB-0DD1-6176D332D846}"/>
                  </a:ext>
                </a:extLst>
              </p:cNvPr>
              <p:cNvSpPr/>
              <p:nvPr/>
            </p:nvSpPr>
            <p:spPr>
              <a:xfrm>
                <a:off x="7386987" y="1833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5" name="Freeform 32704">
                <a:extLst>
                  <a:ext uri="{FF2B5EF4-FFF2-40B4-BE49-F238E27FC236}">
                    <a16:creationId xmlns:a16="http://schemas.microsoft.com/office/drawing/2014/main" id="{5A9C9FB6-ECCA-82AE-0F30-C88C89E8E153}"/>
                  </a:ext>
                </a:extLst>
              </p:cNvPr>
              <p:cNvSpPr/>
              <p:nvPr/>
            </p:nvSpPr>
            <p:spPr>
              <a:xfrm>
                <a:off x="7387483" y="1824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6" name="Freeform 32705">
                <a:extLst>
                  <a:ext uri="{FF2B5EF4-FFF2-40B4-BE49-F238E27FC236}">
                    <a16:creationId xmlns:a16="http://schemas.microsoft.com/office/drawing/2014/main" id="{C69468E4-A535-4497-D0CB-388DDD21CD03}"/>
                  </a:ext>
                </a:extLst>
              </p:cNvPr>
              <p:cNvSpPr/>
              <p:nvPr/>
            </p:nvSpPr>
            <p:spPr>
              <a:xfrm>
                <a:off x="7387979" y="17955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7" name="Freeform 32706">
                <a:extLst>
                  <a:ext uri="{FF2B5EF4-FFF2-40B4-BE49-F238E27FC236}">
                    <a16:creationId xmlns:a16="http://schemas.microsoft.com/office/drawing/2014/main" id="{02B2AEA8-985A-CDD3-3383-0741DB8272D4}"/>
                  </a:ext>
                </a:extLst>
              </p:cNvPr>
              <p:cNvSpPr/>
              <p:nvPr/>
            </p:nvSpPr>
            <p:spPr>
              <a:xfrm>
                <a:off x="7388475" y="1611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8" name="Freeform 32707">
                <a:extLst>
                  <a:ext uri="{FF2B5EF4-FFF2-40B4-BE49-F238E27FC236}">
                    <a16:creationId xmlns:a16="http://schemas.microsoft.com/office/drawing/2014/main" id="{0099668B-D254-A6A9-65C3-93CF0D06F389}"/>
                  </a:ext>
                </a:extLst>
              </p:cNvPr>
              <p:cNvSpPr/>
              <p:nvPr/>
            </p:nvSpPr>
            <p:spPr>
              <a:xfrm>
                <a:off x="7389070" y="1337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09" name="Freeform 32708">
                <a:extLst>
                  <a:ext uri="{FF2B5EF4-FFF2-40B4-BE49-F238E27FC236}">
                    <a16:creationId xmlns:a16="http://schemas.microsoft.com/office/drawing/2014/main" id="{853030F2-54E1-0F90-E967-85EC731B8AFF}"/>
                  </a:ext>
                </a:extLst>
              </p:cNvPr>
              <p:cNvSpPr/>
              <p:nvPr/>
            </p:nvSpPr>
            <p:spPr>
              <a:xfrm>
                <a:off x="7389566" y="1146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0" name="Freeform 32709">
                <a:extLst>
                  <a:ext uri="{FF2B5EF4-FFF2-40B4-BE49-F238E27FC236}">
                    <a16:creationId xmlns:a16="http://schemas.microsoft.com/office/drawing/2014/main" id="{0AC8B571-89EE-26CF-25FA-5B5BA3FE943D}"/>
                  </a:ext>
                </a:extLst>
              </p:cNvPr>
              <p:cNvSpPr/>
              <p:nvPr/>
            </p:nvSpPr>
            <p:spPr>
              <a:xfrm>
                <a:off x="7390063" y="1197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1" name="Freeform 32710">
                <a:extLst>
                  <a:ext uri="{FF2B5EF4-FFF2-40B4-BE49-F238E27FC236}">
                    <a16:creationId xmlns:a16="http://schemas.microsoft.com/office/drawing/2014/main" id="{024CF844-EEE8-E3ED-91D1-0ED49CF76721}"/>
                  </a:ext>
                </a:extLst>
              </p:cNvPr>
              <p:cNvSpPr/>
              <p:nvPr/>
            </p:nvSpPr>
            <p:spPr>
              <a:xfrm>
                <a:off x="7390658" y="1195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2" name="Freeform 32711">
                <a:extLst>
                  <a:ext uri="{FF2B5EF4-FFF2-40B4-BE49-F238E27FC236}">
                    <a16:creationId xmlns:a16="http://schemas.microsoft.com/office/drawing/2014/main" id="{A7EF585B-6DF3-5E4D-94F2-32183CB4C848}"/>
                  </a:ext>
                </a:extLst>
              </p:cNvPr>
              <p:cNvSpPr/>
              <p:nvPr/>
            </p:nvSpPr>
            <p:spPr>
              <a:xfrm>
                <a:off x="7391154" y="1145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3" name="Freeform 32712">
                <a:extLst>
                  <a:ext uri="{FF2B5EF4-FFF2-40B4-BE49-F238E27FC236}">
                    <a16:creationId xmlns:a16="http://schemas.microsoft.com/office/drawing/2014/main" id="{5BA1AF67-4C8D-9973-1275-2F09430FB258}"/>
                  </a:ext>
                </a:extLst>
              </p:cNvPr>
              <p:cNvSpPr/>
              <p:nvPr/>
            </p:nvSpPr>
            <p:spPr>
              <a:xfrm>
                <a:off x="7391650" y="1048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4" name="Freeform 32713">
                <a:extLst>
                  <a:ext uri="{FF2B5EF4-FFF2-40B4-BE49-F238E27FC236}">
                    <a16:creationId xmlns:a16="http://schemas.microsoft.com/office/drawing/2014/main" id="{5B8DFB46-BEAB-C733-B5B0-8692F2ACEEB9}"/>
                  </a:ext>
                </a:extLst>
              </p:cNvPr>
              <p:cNvSpPr/>
              <p:nvPr/>
            </p:nvSpPr>
            <p:spPr>
              <a:xfrm>
                <a:off x="7392245" y="922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5" name="Freeform 32714">
                <a:extLst>
                  <a:ext uri="{FF2B5EF4-FFF2-40B4-BE49-F238E27FC236}">
                    <a16:creationId xmlns:a16="http://schemas.microsoft.com/office/drawing/2014/main" id="{CB0B07BA-88D0-9A46-0C4B-05D9129E35EA}"/>
                  </a:ext>
                </a:extLst>
              </p:cNvPr>
              <p:cNvSpPr/>
              <p:nvPr/>
            </p:nvSpPr>
            <p:spPr>
              <a:xfrm>
                <a:off x="7392741" y="782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6" name="Freeform 32715">
                <a:extLst>
                  <a:ext uri="{FF2B5EF4-FFF2-40B4-BE49-F238E27FC236}">
                    <a16:creationId xmlns:a16="http://schemas.microsoft.com/office/drawing/2014/main" id="{25A1C1BE-0F1D-D3AF-7A25-CBDCD8C19533}"/>
                  </a:ext>
                </a:extLst>
              </p:cNvPr>
              <p:cNvSpPr/>
              <p:nvPr/>
            </p:nvSpPr>
            <p:spPr>
              <a:xfrm>
                <a:off x="7393238" y="696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7" name="Freeform 32716">
                <a:extLst>
                  <a:ext uri="{FF2B5EF4-FFF2-40B4-BE49-F238E27FC236}">
                    <a16:creationId xmlns:a16="http://schemas.microsoft.com/office/drawing/2014/main" id="{70206B30-8222-D440-E6EF-00728C76661F}"/>
                  </a:ext>
                </a:extLst>
              </p:cNvPr>
              <p:cNvSpPr/>
              <p:nvPr/>
            </p:nvSpPr>
            <p:spPr>
              <a:xfrm>
                <a:off x="7393833" y="612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8" name="Freeform 32717">
                <a:extLst>
                  <a:ext uri="{FF2B5EF4-FFF2-40B4-BE49-F238E27FC236}">
                    <a16:creationId xmlns:a16="http://schemas.microsoft.com/office/drawing/2014/main" id="{AAE63126-6820-B54D-AC9C-5444404F24F1}"/>
                  </a:ext>
                </a:extLst>
              </p:cNvPr>
              <p:cNvSpPr/>
              <p:nvPr/>
            </p:nvSpPr>
            <p:spPr>
              <a:xfrm>
                <a:off x="7394329" y="5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19" name="Freeform 32718">
                <a:extLst>
                  <a:ext uri="{FF2B5EF4-FFF2-40B4-BE49-F238E27FC236}">
                    <a16:creationId xmlns:a16="http://schemas.microsoft.com/office/drawing/2014/main" id="{87A855C6-AA5B-60AA-D4BD-E52BF1DFE54D}"/>
                  </a:ext>
                </a:extLst>
              </p:cNvPr>
              <p:cNvSpPr/>
              <p:nvPr/>
            </p:nvSpPr>
            <p:spPr>
              <a:xfrm>
                <a:off x="7394825" y="601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0" name="Freeform 32719">
                <a:extLst>
                  <a:ext uri="{FF2B5EF4-FFF2-40B4-BE49-F238E27FC236}">
                    <a16:creationId xmlns:a16="http://schemas.microsoft.com/office/drawing/2014/main" id="{023BEFAF-48D1-2F79-F5FC-51CF93D5BA91}"/>
                  </a:ext>
                </a:extLst>
              </p:cNvPr>
              <p:cNvSpPr/>
              <p:nvPr/>
            </p:nvSpPr>
            <p:spPr>
              <a:xfrm>
                <a:off x="7395420" y="564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1" name="Freeform 32720">
                <a:extLst>
                  <a:ext uri="{FF2B5EF4-FFF2-40B4-BE49-F238E27FC236}">
                    <a16:creationId xmlns:a16="http://schemas.microsoft.com/office/drawing/2014/main" id="{49052C08-FCAC-2B07-78ED-154F108D5847}"/>
                  </a:ext>
                </a:extLst>
              </p:cNvPr>
              <p:cNvSpPr/>
              <p:nvPr/>
            </p:nvSpPr>
            <p:spPr>
              <a:xfrm>
                <a:off x="7395916" y="718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2" name="Freeform 32721">
                <a:extLst>
                  <a:ext uri="{FF2B5EF4-FFF2-40B4-BE49-F238E27FC236}">
                    <a16:creationId xmlns:a16="http://schemas.microsoft.com/office/drawing/2014/main" id="{B8A3D058-70C6-CFF2-6CAC-2B52EA55BA58}"/>
                  </a:ext>
                </a:extLst>
              </p:cNvPr>
              <p:cNvSpPr/>
              <p:nvPr/>
            </p:nvSpPr>
            <p:spPr>
              <a:xfrm>
                <a:off x="7396413" y="1350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3" name="Freeform 32722">
                <a:extLst>
                  <a:ext uri="{FF2B5EF4-FFF2-40B4-BE49-F238E27FC236}">
                    <a16:creationId xmlns:a16="http://schemas.microsoft.com/office/drawing/2014/main" id="{8401AF49-18E5-2671-024D-E593FFFBEE0C}"/>
                  </a:ext>
                </a:extLst>
              </p:cNvPr>
              <p:cNvSpPr/>
              <p:nvPr/>
            </p:nvSpPr>
            <p:spPr>
              <a:xfrm>
                <a:off x="7397008" y="1713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4" name="Freeform 32723">
                <a:extLst>
                  <a:ext uri="{FF2B5EF4-FFF2-40B4-BE49-F238E27FC236}">
                    <a16:creationId xmlns:a16="http://schemas.microsoft.com/office/drawing/2014/main" id="{F1DF2F4F-BF57-0EE2-5AF8-460F4E5E363C}"/>
                  </a:ext>
                </a:extLst>
              </p:cNvPr>
              <p:cNvSpPr/>
              <p:nvPr/>
            </p:nvSpPr>
            <p:spPr>
              <a:xfrm>
                <a:off x="7397504" y="1786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5" name="Freeform 32724">
                <a:extLst>
                  <a:ext uri="{FF2B5EF4-FFF2-40B4-BE49-F238E27FC236}">
                    <a16:creationId xmlns:a16="http://schemas.microsoft.com/office/drawing/2014/main" id="{8904A392-85D4-54A5-F2DB-677E3AD4D778}"/>
                  </a:ext>
                </a:extLst>
              </p:cNvPr>
              <p:cNvSpPr/>
              <p:nvPr/>
            </p:nvSpPr>
            <p:spPr>
              <a:xfrm>
                <a:off x="7398000" y="184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6" name="Freeform 32725">
                <a:extLst>
                  <a:ext uri="{FF2B5EF4-FFF2-40B4-BE49-F238E27FC236}">
                    <a16:creationId xmlns:a16="http://schemas.microsoft.com/office/drawing/2014/main" id="{9FB5D82F-9370-CE63-CCE7-22627421B89A}"/>
                  </a:ext>
                </a:extLst>
              </p:cNvPr>
              <p:cNvSpPr/>
              <p:nvPr/>
            </p:nvSpPr>
            <p:spPr>
              <a:xfrm>
                <a:off x="7398595" y="1831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7" name="Freeform 32726">
                <a:extLst>
                  <a:ext uri="{FF2B5EF4-FFF2-40B4-BE49-F238E27FC236}">
                    <a16:creationId xmlns:a16="http://schemas.microsoft.com/office/drawing/2014/main" id="{94D7A2AF-CEF9-24F1-AF1E-1DDD93E68A44}"/>
                  </a:ext>
                </a:extLst>
              </p:cNvPr>
              <p:cNvSpPr/>
              <p:nvPr/>
            </p:nvSpPr>
            <p:spPr>
              <a:xfrm>
                <a:off x="7399091" y="1818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8" name="Freeform 32727">
                <a:extLst>
                  <a:ext uri="{FF2B5EF4-FFF2-40B4-BE49-F238E27FC236}">
                    <a16:creationId xmlns:a16="http://schemas.microsoft.com/office/drawing/2014/main" id="{636C1E7E-2969-8DDB-C275-4485795A5B29}"/>
                  </a:ext>
                </a:extLst>
              </p:cNvPr>
              <p:cNvSpPr/>
              <p:nvPr/>
            </p:nvSpPr>
            <p:spPr>
              <a:xfrm>
                <a:off x="7399588" y="1815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29" name="Freeform 32728">
                <a:extLst>
                  <a:ext uri="{FF2B5EF4-FFF2-40B4-BE49-F238E27FC236}">
                    <a16:creationId xmlns:a16="http://schemas.microsoft.com/office/drawing/2014/main" id="{0F53CDB8-990F-7D1A-3C68-B91D84F8106C}"/>
                  </a:ext>
                </a:extLst>
              </p:cNvPr>
              <p:cNvSpPr/>
              <p:nvPr/>
            </p:nvSpPr>
            <p:spPr>
              <a:xfrm>
                <a:off x="7400084" y="1739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0" name="Freeform 32729">
                <a:extLst>
                  <a:ext uri="{FF2B5EF4-FFF2-40B4-BE49-F238E27FC236}">
                    <a16:creationId xmlns:a16="http://schemas.microsoft.com/office/drawing/2014/main" id="{19289FF3-44D6-D26E-121D-634B943E9C91}"/>
                  </a:ext>
                </a:extLst>
              </p:cNvPr>
              <p:cNvSpPr/>
              <p:nvPr/>
            </p:nvSpPr>
            <p:spPr>
              <a:xfrm>
                <a:off x="7400679" y="1598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1" name="Freeform 32730">
                <a:extLst>
                  <a:ext uri="{FF2B5EF4-FFF2-40B4-BE49-F238E27FC236}">
                    <a16:creationId xmlns:a16="http://schemas.microsoft.com/office/drawing/2014/main" id="{DFC59AD6-48FC-B6CA-82AF-29B1DD1AF0E1}"/>
                  </a:ext>
                </a:extLst>
              </p:cNvPr>
              <p:cNvSpPr/>
              <p:nvPr/>
            </p:nvSpPr>
            <p:spPr>
              <a:xfrm>
                <a:off x="7401175" y="1362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2" name="Freeform 32731">
                <a:extLst>
                  <a:ext uri="{FF2B5EF4-FFF2-40B4-BE49-F238E27FC236}">
                    <a16:creationId xmlns:a16="http://schemas.microsoft.com/office/drawing/2014/main" id="{2BF1368F-48FF-88C6-A78D-73985BABF301}"/>
                  </a:ext>
                </a:extLst>
              </p:cNvPr>
              <p:cNvSpPr/>
              <p:nvPr/>
            </p:nvSpPr>
            <p:spPr>
              <a:xfrm>
                <a:off x="7401671" y="1301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3" name="Freeform 32732">
                <a:extLst>
                  <a:ext uri="{FF2B5EF4-FFF2-40B4-BE49-F238E27FC236}">
                    <a16:creationId xmlns:a16="http://schemas.microsoft.com/office/drawing/2014/main" id="{65A26A62-32FF-C904-5E7A-DE91694A8B32}"/>
                  </a:ext>
                </a:extLst>
              </p:cNvPr>
              <p:cNvSpPr/>
              <p:nvPr/>
            </p:nvSpPr>
            <p:spPr>
              <a:xfrm>
                <a:off x="7402266" y="11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4" name="Freeform 32733">
                <a:extLst>
                  <a:ext uri="{FF2B5EF4-FFF2-40B4-BE49-F238E27FC236}">
                    <a16:creationId xmlns:a16="http://schemas.microsoft.com/office/drawing/2014/main" id="{7A9316A2-39E3-104F-BCDB-3CBA319FAC0B}"/>
                  </a:ext>
                </a:extLst>
              </p:cNvPr>
              <p:cNvSpPr/>
              <p:nvPr/>
            </p:nvSpPr>
            <p:spPr>
              <a:xfrm>
                <a:off x="7402763" y="11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5" name="Freeform 32734">
                <a:extLst>
                  <a:ext uri="{FF2B5EF4-FFF2-40B4-BE49-F238E27FC236}">
                    <a16:creationId xmlns:a16="http://schemas.microsoft.com/office/drawing/2014/main" id="{7D4DBA53-0FC7-DFC7-E465-BD31C5C07EBC}"/>
                  </a:ext>
                </a:extLst>
              </p:cNvPr>
              <p:cNvSpPr/>
              <p:nvPr/>
            </p:nvSpPr>
            <p:spPr>
              <a:xfrm>
                <a:off x="7403259" y="1162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6" name="Freeform 32735">
                <a:extLst>
                  <a:ext uri="{FF2B5EF4-FFF2-40B4-BE49-F238E27FC236}">
                    <a16:creationId xmlns:a16="http://schemas.microsoft.com/office/drawing/2014/main" id="{0A985676-1D46-F3F0-716F-421F6FB8D699}"/>
                  </a:ext>
                </a:extLst>
              </p:cNvPr>
              <p:cNvSpPr/>
              <p:nvPr/>
            </p:nvSpPr>
            <p:spPr>
              <a:xfrm>
                <a:off x="7403854" y="1107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7" name="Freeform 32736">
                <a:extLst>
                  <a:ext uri="{FF2B5EF4-FFF2-40B4-BE49-F238E27FC236}">
                    <a16:creationId xmlns:a16="http://schemas.microsoft.com/office/drawing/2014/main" id="{0743232C-045E-89C7-48F2-61543D3D1597}"/>
                  </a:ext>
                </a:extLst>
              </p:cNvPr>
              <p:cNvSpPr/>
              <p:nvPr/>
            </p:nvSpPr>
            <p:spPr>
              <a:xfrm>
                <a:off x="7404350" y="1037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8" name="Freeform 32737">
                <a:extLst>
                  <a:ext uri="{FF2B5EF4-FFF2-40B4-BE49-F238E27FC236}">
                    <a16:creationId xmlns:a16="http://schemas.microsoft.com/office/drawing/2014/main" id="{4CB91E8D-8D4F-BF59-59BF-845C2E864C45}"/>
                  </a:ext>
                </a:extLst>
              </p:cNvPr>
              <p:cNvSpPr/>
              <p:nvPr/>
            </p:nvSpPr>
            <p:spPr>
              <a:xfrm>
                <a:off x="7404846" y="926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39" name="Freeform 32738">
                <a:extLst>
                  <a:ext uri="{FF2B5EF4-FFF2-40B4-BE49-F238E27FC236}">
                    <a16:creationId xmlns:a16="http://schemas.microsoft.com/office/drawing/2014/main" id="{7E05E899-2593-C1FC-358C-E65780159BB6}"/>
                  </a:ext>
                </a:extLst>
              </p:cNvPr>
              <p:cNvSpPr/>
              <p:nvPr/>
            </p:nvSpPr>
            <p:spPr>
              <a:xfrm>
                <a:off x="7405441" y="801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0" name="Freeform 32739">
                <a:extLst>
                  <a:ext uri="{FF2B5EF4-FFF2-40B4-BE49-F238E27FC236}">
                    <a16:creationId xmlns:a16="http://schemas.microsoft.com/office/drawing/2014/main" id="{7F193803-40CC-C728-5B81-9763424AAC0E}"/>
                  </a:ext>
                </a:extLst>
              </p:cNvPr>
              <p:cNvSpPr/>
              <p:nvPr/>
            </p:nvSpPr>
            <p:spPr>
              <a:xfrm>
                <a:off x="7405938" y="736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1" name="Freeform 32740">
                <a:extLst>
                  <a:ext uri="{FF2B5EF4-FFF2-40B4-BE49-F238E27FC236}">
                    <a16:creationId xmlns:a16="http://schemas.microsoft.com/office/drawing/2014/main" id="{445B6504-792A-3F9E-7275-A9AEB3D79F25}"/>
                  </a:ext>
                </a:extLst>
              </p:cNvPr>
              <p:cNvSpPr/>
              <p:nvPr/>
            </p:nvSpPr>
            <p:spPr>
              <a:xfrm>
                <a:off x="7406434" y="645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2" name="Freeform 32741">
                <a:extLst>
                  <a:ext uri="{FF2B5EF4-FFF2-40B4-BE49-F238E27FC236}">
                    <a16:creationId xmlns:a16="http://schemas.microsoft.com/office/drawing/2014/main" id="{23A6706B-7A1B-1461-0650-7AF63BC88DCD}"/>
                  </a:ext>
                </a:extLst>
              </p:cNvPr>
              <p:cNvSpPr/>
              <p:nvPr/>
            </p:nvSpPr>
            <p:spPr>
              <a:xfrm>
                <a:off x="7407029" y="64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3" name="Freeform 32742">
                <a:extLst>
                  <a:ext uri="{FF2B5EF4-FFF2-40B4-BE49-F238E27FC236}">
                    <a16:creationId xmlns:a16="http://schemas.microsoft.com/office/drawing/2014/main" id="{759B3BC9-03A7-F133-346C-57168DAEB804}"/>
                  </a:ext>
                </a:extLst>
              </p:cNvPr>
              <p:cNvSpPr/>
              <p:nvPr/>
            </p:nvSpPr>
            <p:spPr>
              <a:xfrm>
                <a:off x="7407525" y="675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4" name="Freeform 32743">
                <a:extLst>
                  <a:ext uri="{FF2B5EF4-FFF2-40B4-BE49-F238E27FC236}">
                    <a16:creationId xmlns:a16="http://schemas.microsoft.com/office/drawing/2014/main" id="{CA29047B-6768-D44D-5913-AE52AF03A667}"/>
                  </a:ext>
                </a:extLst>
              </p:cNvPr>
              <p:cNvSpPr/>
              <p:nvPr/>
            </p:nvSpPr>
            <p:spPr>
              <a:xfrm>
                <a:off x="7408021" y="683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5" name="Freeform 32744">
                <a:extLst>
                  <a:ext uri="{FF2B5EF4-FFF2-40B4-BE49-F238E27FC236}">
                    <a16:creationId xmlns:a16="http://schemas.microsoft.com/office/drawing/2014/main" id="{85CDEEBA-1B0D-4BC3-FBFF-7BB9D3F6E934}"/>
                  </a:ext>
                </a:extLst>
              </p:cNvPr>
              <p:cNvSpPr/>
              <p:nvPr/>
            </p:nvSpPr>
            <p:spPr>
              <a:xfrm>
                <a:off x="7408616" y="806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6" name="Freeform 32745">
                <a:extLst>
                  <a:ext uri="{FF2B5EF4-FFF2-40B4-BE49-F238E27FC236}">
                    <a16:creationId xmlns:a16="http://schemas.microsoft.com/office/drawing/2014/main" id="{C944F16F-1812-A711-56EA-939E22B4197D}"/>
                  </a:ext>
                </a:extLst>
              </p:cNvPr>
              <p:cNvSpPr/>
              <p:nvPr/>
            </p:nvSpPr>
            <p:spPr>
              <a:xfrm>
                <a:off x="7409113" y="1576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7" name="Freeform 32746">
                <a:extLst>
                  <a:ext uri="{FF2B5EF4-FFF2-40B4-BE49-F238E27FC236}">
                    <a16:creationId xmlns:a16="http://schemas.microsoft.com/office/drawing/2014/main" id="{3FBD9DEB-F4F2-36F1-63E2-1507DB805E6F}"/>
                  </a:ext>
                </a:extLst>
              </p:cNvPr>
              <p:cNvSpPr/>
              <p:nvPr/>
            </p:nvSpPr>
            <p:spPr>
              <a:xfrm>
                <a:off x="7409609" y="1841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8" name="Freeform 32747">
                <a:extLst>
                  <a:ext uri="{FF2B5EF4-FFF2-40B4-BE49-F238E27FC236}">
                    <a16:creationId xmlns:a16="http://schemas.microsoft.com/office/drawing/2014/main" id="{D3DBF3C9-6A7C-D9C6-25A9-AECC08FE3C7C}"/>
                  </a:ext>
                </a:extLst>
              </p:cNvPr>
              <p:cNvSpPr/>
              <p:nvPr/>
            </p:nvSpPr>
            <p:spPr>
              <a:xfrm>
                <a:off x="7410204" y="19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49" name="Freeform 32748">
                <a:extLst>
                  <a:ext uri="{FF2B5EF4-FFF2-40B4-BE49-F238E27FC236}">
                    <a16:creationId xmlns:a16="http://schemas.microsoft.com/office/drawing/2014/main" id="{A72D97D8-AEBE-5573-B7B7-31B8D4852528}"/>
                  </a:ext>
                </a:extLst>
              </p:cNvPr>
              <p:cNvSpPr/>
              <p:nvPr/>
            </p:nvSpPr>
            <p:spPr>
              <a:xfrm>
                <a:off x="7410700" y="1935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0" name="Freeform 32749">
                <a:extLst>
                  <a:ext uri="{FF2B5EF4-FFF2-40B4-BE49-F238E27FC236}">
                    <a16:creationId xmlns:a16="http://schemas.microsoft.com/office/drawing/2014/main" id="{B83A2C35-199A-9F87-E68A-1C4B82A54AC7}"/>
                  </a:ext>
                </a:extLst>
              </p:cNvPr>
              <p:cNvSpPr/>
              <p:nvPr/>
            </p:nvSpPr>
            <p:spPr>
              <a:xfrm>
                <a:off x="7411196" y="1935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1" name="Freeform 32750">
                <a:extLst>
                  <a:ext uri="{FF2B5EF4-FFF2-40B4-BE49-F238E27FC236}">
                    <a16:creationId xmlns:a16="http://schemas.microsoft.com/office/drawing/2014/main" id="{C90D1853-67C9-1FBA-68A8-7082FE12A6B7}"/>
                  </a:ext>
                </a:extLst>
              </p:cNvPr>
              <p:cNvSpPr/>
              <p:nvPr/>
            </p:nvSpPr>
            <p:spPr>
              <a:xfrm>
                <a:off x="7411791" y="193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2" name="Freeform 32751">
                <a:extLst>
                  <a:ext uri="{FF2B5EF4-FFF2-40B4-BE49-F238E27FC236}">
                    <a16:creationId xmlns:a16="http://schemas.microsoft.com/office/drawing/2014/main" id="{E6FAC608-6818-7841-A0C1-74BBCD54CAC7}"/>
                  </a:ext>
                </a:extLst>
              </p:cNvPr>
              <p:cNvSpPr/>
              <p:nvPr/>
            </p:nvSpPr>
            <p:spPr>
              <a:xfrm>
                <a:off x="7412288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3" name="Freeform 32752">
                <a:extLst>
                  <a:ext uri="{FF2B5EF4-FFF2-40B4-BE49-F238E27FC236}">
                    <a16:creationId xmlns:a16="http://schemas.microsoft.com/office/drawing/2014/main" id="{AB3863E1-CC2A-3C38-CF48-56F15144E328}"/>
                  </a:ext>
                </a:extLst>
              </p:cNvPr>
              <p:cNvSpPr/>
              <p:nvPr/>
            </p:nvSpPr>
            <p:spPr>
              <a:xfrm>
                <a:off x="7412784" y="1955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4" name="Freeform 32753">
                <a:extLst>
                  <a:ext uri="{FF2B5EF4-FFF2-40B4-BE49-F238E27FC236}">
                    <a16:creationId xmlns:a16="http://schemas.microsoft.com/office/drawing/2014/main" id="{C3610F5C-A36A-7DF5-CE83-67F7F9CFE4CF}"/>
                  </a:ext>
                </a:extLst>
              </p:cNvPr>
              <p:cNvSpPr/>
              <p:nvPr/>
            </p:nvSpPr>
            <p:spPr>
              <a:xfrm>
                <a:off x="7413280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5" name="Freeform 32754">
                <a:extLst>
                  <a:ext uri="{FF2B5EF4-FFF2-40B4-BE49-F238E27FC236}">
                    <a16:creationId xmlns:a16="http://schemas.microsoft.com/office/drawing/2014/main" id="{AD080F61-7F42-3A9D-C501-A5F2E1B82420}"/>
                  </a:ext>
                </a:extLst>
              </p:cNvPr>
              <p:cNvSpPr/>
              <p:nvPr/>
            </p:nvSpPr>
            <p:spPr>
              <a:xfrm>
                <a:off x="7413875" y="1768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6" name="Freeform 32755">
                <a:extLst>
                  <a:ext uri="{FF2B5EF4-FFF2-40B4-BE49-F238E27FC236}">
                    <a16:creationId xmlns:a16="http://schemas.microsoft.com/office/drawing/2014/main" id="{C389F046-FCE7-EFFA-2B74-0FA0F4D08CA5}"/>
                  </a:ext>
                </a:extLst>
              </p:cNvPr>
              <p:cNvSpPr/>
              <p:nvPr/>
            </p:nvSpPr>
            <p:spPr>
              <a:xfrm>
                <a:off x="7414371" y="1355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7" name="Freeform 32756">
                <a:extLst>
                  <a:ext uri="{FF2B5EF4-FFF2-40B4-BE49-F238E27FC236}">
                    <a16:creationId xmlns:a16="http://schemas.microsoft.com/office/drawing/2014/main" id="{EA319D16-C979-A690-9EFA-6E6E1EBD0EB5}"/>
                  </a:ext>
                </a:extLst>
              </p:cNvPr>
              <p:cNvSpPr/>
              <p:nvPr/>
            </p:nvSpPr>
            <p:spPr>
              <a:xfrm>
                <a:off x="7414867" y="1229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8" name="Freeform 32757">
                <a:extLst>
                  <a:ext uri="{FF2B5EF4-FFF2-40B4-BE49-F238E27FC236}">
                    <a16:creationId xmlns:a16="http://schemas.microsoft.com/office/drawing/2014/main" id="{4F3432A9-7C30-69CD-A22C-16DF6FD2D7F6}"/>
                  </a:ext>
                </a:extLst>
              </p:cNvPr>
              <p:cNvSpPr/>
              <p:nvPr/>
            </p:nvSpPr>
            <p:spPr>
              <a:xfrm>
                <a:off x="7415463" y="1233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59" name="Freeform 32758">
                <a:extLst>
                  <a:ext uri="{FF2B5EF4-FFF2-40B4-BE49-F238E27FC236}">
                    <a16:creationId xmlns:a16="http://schemas.microsoft.com/office/drawing/2014/main" id="{DEBF1FA1-3D7E-084A-F2DE-8209F9842E79}"/>
                  </a:ext>
                </a:extLst>
              </p:cNvPr>
              <p:cNvSpPr/>
              <p:nvPr/>
            </p:nvSpPr>
            <p:spPr>
              <a:xfrm>
                <a:off x="7415959" y="1234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0" name="Freeform 32759">
                <a:extLst>
                  <a:ext uri="{FF2B5EF4-FFF2-40B4-BE49-F238E27FC236}">
                    <a16:creationId xmlns:a16="http://schemas.microsoft.com/office/drawing/2014/main" id="{593D9525-9CF2-C9FF-71D0-BC1F1DE2F1EB}"/>
                  </a:ext>
                </a:extLst>
              </p:cNvPr>
              <p:cNvSpPr/>
              <p:nvPr/>
            </p:nvSpPr>
            <p:spPr>
              <a:xfrm>
                <a:off x="7416455" y="1184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1" name="Freeform 32760">
                <a:extLst>
                  <a:ext uri="{FF2B5EF4-FFF2-40B4-BE49-F238E27FC236}">
                    <a16:creationId xmlns:a16="http://schemas.microsoft.com/office/drawing/2014/main" id="{DAF6E6AF-3FDC-4D62-925D-470DB33EFA62}"/>
                  </a:ext>
                </a:extLst>
              </p:cNvPr>
              <p:cNvSpPr/>
              <p:nvPr/>
            </p:nvSpPr>
            <p:spPr>
              <a:xfrm>
                <a:off x="7417050" y="1113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2" name="Freeform 32761">
                <a:extLst>
                  <a:ext uri="{FF2B5EF4-FFF2-40B4-BE49-F238E27FC236}">
                    <a16:creationId xmlns:a16="http://schemas.microsoft.com/office/drawing/2014/main" id="{F4831B91-7498-3B14-37D5-CD05ABFD3B7C}"/>
                  </a:ext>
                </a:extLst>
              </p:cNvPr>
              <p:cNvSpPr/>
              <p:nvPr/>
            </p:nvSpPr>
            <p:spPr>
              <a:xfrm>
                <a:off x="7417546" y="96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3" name="Freeform 32762">
                <a:extLst>
                  <a:ext uri="{FF2B5EF4-FFF2-40B4-BE49-F238E27FC236}">
                    <a16:creationId xmlns:a16="http://schemas.microsoft.com/office/drawing/2014/main" id="{12E6171C-81D6-0F31-C2C3-61A6CF917FAE}"/>
                  </a:ext>
                </a:extLst>
              </p:cNvPr>
              <p:cNvSpPr/>
              <p:nvPr/>
            </p:nvSpPr>
            <p:spPr>
              <a:xfrm>
                <a:off x="7418042" y="89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4" name="Freeform 32763">
                <a:extLst>
                  <a:ext uri="{FF2B5EF4-FFF2-40B4-BE49-F238E27FC236}">
                    <a16:creationId xmlns:a16="http://schemas.microsoft.com/office/drawing/2014/main" id="{CF79AEAF-3BE8-4CAE-4C11-CE67EABBB9FB}"/>
                  </a:ext>
                </a:extLst>
              </p:cNvPr>
              <p:cNvSpPr/>
              <p:nvPr/>
            </p:nvSpPr>
            <p:spPr>
              <a:xfrm>
                <a:off x="7418638" y="798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5" name="Freeform 32764">
                <a:extLst>
                  <a:ext uri="{FF2B5EF4-FFF2-40B4-BE49-F238E27FC236}">
                    <a16:creationId xmlns:a16="http://schemas.microsoft.com/office/drawing/2014/main" id="{937FBCA7-F40A-03A2-F138-F144E5AC8715}"/>
                  </a:ext>
                </a:extLst>
              </p:cNvPr>
              <p:cNvSpPr/>
              <p:nvPr/>
            </p:nvSpPr>
            <p:spPr>
              <a:xfrm>
                <a:off x="7419134" y="787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6" name="Freeform 32765">
                <a:extLst>
                  <a:ext uri="{FF2B5EF4-FFF2-40B4-BE49-F238E27FC236}">
                    <a16:creationId xmlns:a16="http://schemas.microsoft.com/office/drawing/2014/main" id="{9F434E79-0DCE-B630-E667-74F0AE806C72}"/>
                  </a:ext>
                </a:extLst>
              </p:cNvPr>
              <p:cNvSpPr/>
              <p:nvPr/>
            </p:nvSpPr>
            <p:spPr>
              <a:xfrm>
                <a:off x="7419630" y="827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7" name="Freeform 32766">
                <a:extLst>
                  <a:ext uri="{FF2B5EF4-FFF2-40B4-BE49-F238E27FC236}">
                    <a16:creationId xmlns:a16="http://schemas.microsoft.com/office/drawing/2014/main" id="{1FDDBB6E-55B1-0F25-C5BB-05E696D264C8}"/>
                  </a:ext>
                </a:extLst>
              </p:cNvPr>
              <p:cNvSpPr/>
              <p:nvPr/>
            </p:nvSpPr>
            <p:spPr>
              <a:xfrm>
                <a:off x="7420225" y="822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8" name="Freeform 32767">
                <a:extLst>
                  <a:ext uri="{FF2B5EF4-FFF2-40B4-BE49-F238E27FC236}">
                    <a16:creationId xmlns:a16="http://schemas.microsoft.com/office/drawing/2014/main" id="{5DA871F5-A026-DA49-7FEA-0E0AA9BDE13C}"/>
                  </a:ext>
                </a:extLst>
              </p:cNvPr>
              <p:cNvSpPr/>
              <p:nvPr/>
            </p:nvSpPr>
            <p:spPr>
              <a:xfrm>
                <a:off x="7420721" y="788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69" name="Freeform 32768">
                <a:extLst>
                  <a:ext uri="{FF2B5EF4-FFF2-40B4-BE49-F238E27FC236}">
                    <a16:creationId xmlns:a16="http://schemas.microsoft.com/office/drawing/2014/main" id="{3B512DE2-60D6-5E44-C4BA-68C3F59DF4F7}"/>
                  </a:ext>
                </a:extLst>
              </p:cNvPr>
              <p:cNvSpPr/>
              <p:nvPr/>
            </p:nvSpPr>
            <p:spPr>
              <a:xfrm>
                <a:off x="7421217" y="932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0" name="Freeform 32769">
                <a:extLst>
                  <a:ext uri="{FF2B5EF4-FFF2-40B4-BE49-F238E27FC236}">
                    <a16:creationId xmlns:a16="http://schemas.microsoft.com/office/drawing/2014/main" id="{D4B18C55-52B8-2044-AD4A-4BEC4F9B5F79}"/>
                  </a:ext>
                </a:extLst>
              </p:cNvPr>
              <p:cNvSpPr/>
              <p:nvPr/>
            </p:nvSpPr>
            <p:spPr>
              <a:xfrm>
                <a:off x="7421813" y="1800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1" name="Freeform 32770">
                <a:extLst>
                  <a:ext uri="{FF2B5EF4-FFF2-40B4-BE49-F238E27FC236}">
                    <a16:creationId xmlns:a16="http://schemas.microsoft.com/office/drawing/2014/main" id="{AD1C5FDD-C1DE-310F-911F-14CA03A6E3F8}"/>
                  </a:ext>
                </a:extLst>
              </p:cNvPr>
              <p:cNvSpPr/>
              <p:nvPr/>
            </p:nvSpPr>
            <p:spPr>
              <a:xfrm>
                <a:off x="7422309" y="1962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2" name="Freeform 32771">
                <a:extLst>
                  <a:ext uri="{FF2B5EF4-FFF2-40B4-BE49-F238E27FC236}">
                    <a16:creationId xmlns:a16="http://schemas.microsoft.com/office/drawing/2014/main" id="{603793AF-D0D9-26E1-6110-61F0002D443F}"/>
                  </a:ext>
                </a:extLst>
              </p:cNvPr>
              <p:cNvSpPr/>
              <p:nvPr/>
            </p:nvSpPr>
            <p:spPr>
              <a:xfrm>
                <a:off x="7422805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3" name="Freeform 32772">
                <a:extLst>
                  <a:ext uri="{FF2B5EF4-FFF2-40B4-BE49-F238E27FC236}">
                    <a16:creationId xmlns:a16="http://schemas.microsoft.com/office/drawing/2014/main" id="{A64CB455-E78E-6F50-0165-CBD84351FCA4}"/>
                  </a:ext>
                </a:extLst>
              </p:cNvPr>
              <p:cNvSpPr/>
              <p:nvPr/>
            </p:nvSpPr>
            <p:spPr>
              <a:xfrm>
                <a:off x="7423400" y="198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4" name="Freeform 32773">
                <a:extLst>
                  <a:ext uri="{FF2B5EF4-FFF2-40B4-BE49-F238E27FC236}">
                    <a16:creationId xmlns:a16="http://schemas.microsoft.com/office/drawing/2014/main" id="{E6265340-CA44-07D9-E2F1-4B22EB175D18}"/>
                  </a:ext>
                </a:extLst>
              </p:cNvPr>
              <p:cNvSpPr/>
              <p:nvPr/>
            </p:nvSpPr>
            <p:spPr>
              <a:xfrm>
                <a:off x="7423896" y="198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5" name="Freeform 32774">
                <a:extLst>
                  <a:ext uri="{FF2B5EF4-FFF2-40B4-BE49-F238E27FC236}">
                    <a16:creationId xmlns:a16="http://schemas.microsoft.com/office/drawing/2014/main" id="{F74103BE-3DAE-B9AF-845D-FE519EBFDF9A}"/>
                  </a:ext>
                </a:extLst>
              </p:cNvPr>
              <p:cNvSpPr/>
              <p:nvPr/>
            </p:nvSpPr>
            <p:spPr>
              <a:xfrm>
                <a:off x="7424392" y="1989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6" name="Freeform 32775">
                <a:extLst>
                  <a:ext uri="{FF2B5EF4-FFF2-40B4-BE49-F238E27FC236}">
                    <a16:creationId xmlns:a16="http://schemas.microsoft.com/office/drawing/2014/main" id="{D632A926-E2EB-AAE1-CFE1-AF9D90FA1A78}"/>
                  </a:ext>
                </a:extLst>
              </p:cNvPr>
              <p:cNvSpPr/>
              <p:nvPr/>
            </p:nvSpPr>
            <p:spPr>
              <a:xfrm>
                <a:off x="7424888" y="199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7" name="Freeform 32776">
                <a:extLst>
                  <a:ext uri="{FF2B5EF4-FFF2-40B4-BE49-F238E27FC236}">
                    <a16:creationId xmlns:a16="http://schemas.microsoft.com/office/drawing/2014/main" id="{BF979556-1618-D4A1-DE4D-7DA4689106D1}"/>
                  </a:ext>
                </a:extLst>
              </p:cNvPr>
              <p:cNvSpPr/>
              <p:nvPr/>
            </p:nvSpPr>
            <p:spPr>
              <a:xfrm>
                <a:off x="7425484" y="2004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8" name="Freeform 32777">
                <a:extLst>
                  <a:ext uri="{FF2B5EF4-FFF2-40B4-BE49-F238E27FC236}">
                    <a16:creationId xmlns:a16="http://schemas.microsoft.com/office/drawing/2014/main" id="{47CD8858-581A-331A-2805-F82D2D315B23}"/>
                  </a:ext>
                </a:extLst>
              </p:cNvPr>
              <p:cNvSpPr/>
              <p:nvPr/>
            </p:nvSpPr>
            <p:spPr>
              <a:xfrm>
                <a:off x="7425980" y="200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79" name="Freeform 32778">
                <a:extLst>
                  <a:ext uri="{FF2B5EF4-FFF2-40B4-BE49-F238E27FC236}">
                    <a16:creationId xmlns:a16="http://schemas.microsoft.com/office/drawing/2014/main" id="{6EFB2D50-03A3-DA63-8A73-9AC2B2FAED9D}"/>
                  </a:ext>
                </a:extLst>
              </p:cNvPr>
              <p:cNvSpPr/>
              <p:nvPr/>
            </p:nvSpPr>
            <p:spPr>
              <a:xfrm>
                <a:off x="7426476" y="1882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0" name="Freeform 32779">
                <a:extLst>
                  <a:ext uri="{FF2B5EF4-FFF2-40B4-BE49-F238E27FC236}">
                    <a16:creationId xmlns:a16="http://schemas.microsoft.com/office/drawing/2014/main" id="{631A6BDD-288B-C2F2-0DAA-30F6231CF90F}"/>
                  </a:ext>
                </a:extLst>
              </p:cNvPr>
              <p:cNvSpPr/>
              <p:nvPr/>
            </p:nvSpPr>
            <p:spPr>
              <a:xfrm>
                <a:off x="7427071" y="1401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1" name="Freeform 32780">
                <a:extLst>
                  <a:ext uri="{FF2B5EF4-FFF2-40B4-BE49-F238E27FC236}">
                    <a16:creationId xmlns:a16="http://schemas.microsoft.com/office/drawing/2014/main" id="{BE1F36C0-7F6D-94E2-A280-D0918F63E8B1}"/>
                  </a:ext>
                </a:extLst>
              </p:cNvPr>
              <p:cNvSpPr/>
              <p:nvPr/>
            </p:nvSpPr>
            <p:spPr>
              <a:xfrm>
                <a:off x="7427567" y="1286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2" name="Freeform 32781">
                <a:extLst>
                  <a:ext uri="{FF2B5EF4-FFF2-40B4-BE49-F238E27FC236}">
                    <a16:creationId xmlns:a16="http://schemas.microsoft.com/office/drawing/2014/main" id="{C916E084-5124-FB02-C71D-F01CEB4DC826}"/>
                  </a:ext>
                </a:extLst>
              </p:cNvPr>
              <p:cNvSpPr/>
              <p:nvPr/>
            </p:nvSpPr>
            <p:spPr>
              <a:xfrm>
                <a:off x="7428063" y="1298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3" name="Freeform 32782">
                <a:extLst>
                  <a:ext uri="{FF2B5EF4-FFF2-40B4-BE49-F238E27FC236}">
                    <a16:creationId xmlns:a16="http://schemas.microsoft.com/office/drawing/2014/main" id="{5CF7680C-BE9F-A1B4-4467-AF4D0A6A3C6E}"/>
                  </a:ext>
                </a:extLst>
              </p:cNvPr>
              <p:cNvSpPr/>
              <p:nvPr/>
            </p:nvSpPr>
            <p:spPr>
              <a:xfrm>
                <a:off x="7428659" y="1279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4" name="Freeform 32783">
                <a:extLst>
                  <a:ext uri="{FF2B5EF4-FFF2-40B4-BE49-F238E27FC236}">
                    <a16:creationId xmlns:a16="http://schemas.microsoft.com/office/drawing/2014/main" id="{DC629361-F072-158E-885A-F6C2E48616F9}"/>
                  </a:ext>
                </a:extLst>
              </p:cNvPr>
              <p:cNvSpPr/>
              <p:nvPr/>
            </p:nvSpPr>
            <p:spPr>
              <a:xfrm>
                <a:off x="7429155" y="1270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5" name="Freeform 32784">
                <a:extLst>
                  <a:ext uri="{FF2B5EF4-FFF2-40B4-BE49-F238E27FC236}">
                    <a16:creationId xmlns:a16="http://schemas.microsoft.com/office/drawing/2014/main" id="{CB914898-EA4E-D3B7-668C-8BE90818CBFA}"/>
                  </a:ext>
                </a:extLst>
              </p:cNvPr>
              <p:cNvSpPr/>
              <p:nvPr/>
            </p:nvSpPr>
            <p:spPr>
              <a:xfrm>
                <a:off x="7429651" y="1170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6" name="Freeform 32785">
                <a:extLst>
                  <a:ext uri="{FF2B5EF4-FFF2-40B4-BE49-F238E27FC236}">
                    <a16:creationId xmlns:a16="http://schemas.microsoft.com/office/drawing/2014/main" id="{B92D6E75-6CBB-9FEA-2ED4-937256C62161}"/>
                  </a:ext>
                </a:extLst>
              </p:cNvPr>
              <p:cNvSpPr/>
              <p:nvPr/>
            </p:nvSpPr>
            <p:spPr>
              <a:xfrm>
                <a:off x="7430246" y="1057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7" name="Freeform 32786">
                <a:extLst>
                  <a:ext uri="{FF2B5EF4-FFF2-40B4-BE49-F238E27FC236}">
                    <a16:creationId xmlns:a16="http://schemas.microsoft.com/office/drawing/2014/main" id="{75020D39-4EDF-4C96-60AE-10738429DCF3}"/>
                  </a:ext>
                </a:extLst>
              </p:cNvPr>
              <p:cNvSpPr/>
              <p:nvPr/>
            </p:nvSpPr>
            <p:spPr>
              <a:xfrm>
                <a:off x="7430742" y="93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8" name="Freeform 32787">
                <a:extLst>
                  <a:ext uri="{FF2B5EF4-FFF2-40B4-BE49-F238E27FC236}">
                    <a16:creationId xmlns:a16="http://schemas.microsoft.com/office/drawing/2014/main" id="{B5A3E4B5-EEA4-0CFB-2A83-2A9B33BB2877}"/>
                  </a:ext>
                </a:extLst>
              </p:cNvPr>
              <p:cNvSpPr/>
              <p:nvPr/>
            </p:nvSpPr>
            <p:spPr>
              <a:xfrm>
                <a:off x="7431238" y="90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89" name="Freeform 32788">
                <a:extLst>
                  <a:ext uri="{FF2B5EF4-FFF2-40B4-BE49-F238E27FC236}">
                    <a16:creationId xmlns:a16="http://schemas.microsoft.com/office/drawing/2014/main" id="{FFEA9EB5-9BA1-29B5-702A-FDC99E4DEF3F}"/>
                  </a:ext>
                </a:extLst>
              </p:cNvPr>
              <p:cNvSpPr/>
              <p:nvPr/>
            </p:nvSpPr>
            <p:spPr>
              <a:xfrm>
                <a:off x="7431834" y="88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0" name="Freeform 32789">
                <a:extLst>
                  <a:ext uri="{FF2B5EF4-FFF2-40B4-BE49-F238E27FC236}">
                    <a16:creationId xmlns:a16="http://schemas.microsoft.com/office/drawing/2014/main" id="{A825EBB4-A7F6-C70E-0554-66852F5BE09C}"/>
                  </a:ext>
                </a:extLst>
              </p:cNvPr>
              <p:cNvSpPr/>
              <p:nvPr/>
            </p:nvSpPr>
            <p:spPr>
              <a:xfrm>
                <a:off x="7432330" y="809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1" name="Freeform 32790">
                <a:extLst>
                  <a:ext uri="{FF2B5EF4-FFF2-40B4-BE49-F238E27FC236}">
                    <a16:creationId xmlns:a16="http://schemas.microsoft.com/office/drawing/2014/main" id="{50A5136C-146A-4C40-E4C6-95C798CEE784}"/>
                  </a:ext>
                </a:extLst>
              </p:cNvPr>
              <p:cNvSpPr/>
              <p:nvPr/>
            </p:nvSpPr>
            <p:spPr>
              <a:xfrm>
                <a:off x="7432826" y="784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2" name="Freeform 32791">
                <a:extLst>
                  <a:ext uri="{FF2B5EF4-FFF2-40B4-BE49-F238E27FC236}">
                    <a16:creationId xmlns:a16="http://schemas.microsoft.com/office/drawing/2014/main" id="{D7A98416-AEC5-D5D1-BA2C-4E848FF3DF58}"/>
                  </a:ext>
                </a:extLst>
              </p:cNvPr>
              <p:cNvSpPr/>
              <p:nvPr/>
            </p:nvSpPr>
            <p:spPr>
              <a:xfrm>
                <a:off x="7433421" y="783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3" name="Freeform 32792">
                <a:extLst>
                  <a:ext uri="{FF2B5EF4-FFF2-40B4-BE49-F238E27FC236}">
                    <a16:creationId xmlns:a16="http://schemas.microsoft.com/office/drawing/2014/main" id="{CE57EC61-89CC-B435-1E0E-9A0E5BD5F68E}"/>
                  </a:ext>
                </a:extLst>
              </p:cNvPr>
              <p:cNvSpPr/>
              <p:nvPr/>
            </p:nvSpPr>
            <p:spPr>
              <a:xfrm>
                <a:off x="7433917" y="90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4" name="Freeform 32793">
                <a:extLst>
                  <a:ext uri="{FF2B5EF4-FFF2-40B4-BE49-F238E27FC236}">
                    <a16:creationId xmlns:a16="http://schemas.microsoft.com/office/drawing/2014/main" id="{3D9BD47C-5A28-2F5A-D2E8-FB376D60DD44}"/>
                  </a:ext>
                </a:extLst>
              </p:cNvPr>
              <p:cNvSpPr/>
              <p:nvPr/>
            </p:nvSpPr>
            <p:spPr>
              <a:xfrm>
                <a:off x="7434413" y="1823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5" name="Freeform 32794">
                <a:extLst>
                  <a:ext uri="{FF2B5EF4-FFF2-40B4-BE49-F238E27FC236}">
                    <a16:creationId xmlns:a16="http://schemas.microsoft.com/office/drawing/2014/main" id="{B3B0E185-1369-7866-FEEF-804978662B4C}"/>
                  </a:ext>
                </a:extLst>
              </p:cNvPr>
              <p:cNvSpPr/>
              <p:nvPr/>
            </p:nvSpPr>
            <p:spPr>
              <a:xfrm>
                <a:off x="7435009" y="195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6" name="Freeform 32795">
                <a:extLst>
                  <a:ext uri="{FF2B5EF4-FFF2-40B4-BE49-F238E27FC236}">
                    <a16:creationId xmlns:a16="http://schemas.microsoft.com/office/drawing/2014/main" id="{D60393B1-722D-03FF-492E-D4E274B0E9AE}"/>
                  </a:ext>
                </a:extLst>
              </p:cNvPr>
              <p:cNvSpPr/>
              <p:nvPr/>
            </p:nvSpPr>
            <p:spPr>
              <a:xfrm>
                <a:off x="7435505" y="1971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7" name="Freeform 32796">
                <a:extLst>
                  <a:ext uri="{FF2B5EF4-FFF2-40B4-BE49-F238E27FC236}">
                    <a16:creationId xmlns:a16="http://schemas.microsoft.com/office/drawing/2014/main" id="{76DE91B4-61C6-D0BD-3DFF-77D0FB06D749}"/>
                  </a:ext>
                </a:extLst>
              </p:cNvPr>
              <p:cNvSpPr/>
              <p:nvPr/>
            </p:nvSpPr>
            <p:spPr>
              <a:xfrm>
                <a:off x="7436001" y="1975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8" name="Freeform 32797">
                <a:extLst>
                  <a:ext uri="{FF2B5EF4-FFF2-40B4-BE49-F238E27FC236}">
                    <a16:creationId xmlns:a16="http://schemas.microsoft.com/office/drawing/2014/main" id="{3ED9AF28-02A2-D381-0BA4-9670B162B319}"/>
                  </a:ext>
                </a:extLst>
              </p:cNvPr>
              <p:cNvSpPr/>
              <p:nvPr/>
            </p:nvSpPr>
            <p:spPr>
              <a:xfrm>
                <a:off x="7436497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99" name="Freeform 32798">
                <a:extLst>
                  <a:ext uri="{FF2B5EF4-FFF2-40B4-BE49-F238E27FC236}">
                    <a16:creationId xmlns:a16="http://schemas.microsoft.com/office/drawing/2014/main" id="{CB9541C4-6CE6-F20A-4B44-3242B1F36D19}"/>
                  </a:ext>
                </a:extLst>
              </p:cNvPr>
              <p:cNvSpPr/>
              <p:nvPr/>
            </p:nvSpPr>
            <p:spPr>
              <a:xfrm>
                <a:off x="7437092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0" name="Freeform 32799">
                <a:extLst>
                  <a:ext uri="{FF2B5EF4-FFF2-40B4-BE49-F238E27FC236}">
                    <a16:creationId xmlns:a16="http://schemas.microsoft.com/office/drawing/2014/main" id="{E51BF247-1EFB-5F2B-80BF-8E8AF611A0A9}"/>
                  </a:ext>
                </a:extLst>
              </p:cNvPr>
              <p:cNvSpPr/>
              <p:nvPr/>
            </p:nvSpPr>
            <p:spPr>
              <a:xfrm>
                <a:off x="7437588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1" name="Freeform 32800">
                <a:extLst>
                  <a:ext uri="{FF2B5EF4-FFF2-40B4-BE49-F238E27FC236}">
                    <a16:creationId xmlns:a16="http://schemas.microsoft.com/office/drawing/2014/main" id="{8058CD09-F69C-E119-973B-F6FC2A7B1006}"/>
                  </a:ext>
                </a:extLst>
              </p:cNvPr>
              <p:cNvSpPr/>
              <p:nvPr/>
            </p:nvSpPr>
            <p:spPr>
              <a:xfrm>
                <a:off x="7438084" y="1981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2" name="Freeform 32801">
                <a:extLst>
                  <a:ext uri="{FF2B5EF4-FFF2-40B4-BE49-F238E27FC236}">
                    <a16:creationId xmlns:a16="http://schemas.microsoft.com/office/drawing/2014/main" id="{1DC469F7-A52E-34BB-3D40-2475325005AF}"/>
                  </a:ext>
                </a:extLst>
              </p:cNvPr>
              <p:cNvSpPr/>
              <p:nvPr/>
            </p:nvSpPr>
            <p:spPr>
              <a:xfrm>
                <a:off x="7438680" y="1985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3" name="Freeform 32802">
                <a:extLst>
                  <a:ext uri="{FF2B5EF4-FFF2-40B4-BE49-F238E27FC236}">
                    <a16:creationId xmlns:a16="http://schemas.microsoft.com/office/drawing/2014/main" id="{8FCDC61A-B4BF-91FF-B247-7751DFF1C0DE}"/>
                  </a:ext>
                </a:extLst>
              </p:cNvPr>
              <p:cNvSpPr/>
              <p:nvPr/>
            </p:nvSpPr>
            <p:spPr>
              <a:xfrm>
                <a:off x="7439176" y="1896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4" name="Freeform 32803">
                <a:extLst>
                  <a:ext uri="{FF2B5EF4-FFF2-40B4-BE49-F238E27FC236}">
                    <a16:creationId xmlns:a16="http://schemas.microsoft.com/office/drawing/2014/main" id="{AA271568-1A1F-CCA1-8953-95AD1A3FF832}"/>
                  </a:ext>
                </a:extLst>
              </p:cNvPr>
              <p:cNvSpPr/>
              <p:nvPr/>
            </p:nvSpPr>
            <p:spPr>
              <a:xfrm>
                <a:off x="7439672" y="143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5" name="Freeform 32804">
                <a:extLst>
                  <a:ext uri="{FF2B5EF4-FFF2-40B4-BE49-F238E27FC236}">
                    <a16:creationId xmlns:a16="http://schemas.microsoft.com/office/drawing/2014/main" id="{BACCAC4D-6033-2979-5143-7F5A3872DBFE}"/>
                  </a:ext>
                </a:extLst>
              </p:cNvPr>
              <p:cNvSpPr/>
              <p:nvPr/>
            </p:nvSpPr>
            <p:spPr>
              <a:xfrm>
                <a:off x="7440267" y="1297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6" name="Freeform 32805">
                <a:extLst>
                  <a:ext uri="{FF2B5EF4-FFF2-40B4-BE49-F238E27FC236}">
                    <a16:creationId xmlns:a16="http://schemas.microsoft.com/office/drawing/2014/main" id="{D3E9A2E4-B0E0-907C-CECF-C8D93D928A88}"/>
                  </a:ext>
                </a:extLst>
              </p:cNvPr>
              <p:cNvSpPr/>
              <p:nvPr/>
            </p:nvSpPr>
            <p:spPr>
              <a:xfrm>
                <a:off x="7440763" y="1307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7" name="Freeform 32806">
                <a:extLst>
                  <a:ext uri="{FF2B5EF4-FFF2-40B4-BE49-F238E27FC236}">
                    <a16:creationId xmlns:a16="http://schemas.microsoft.com/office/drawing/2014/main" id="{6CDE2377-13BC-CCEF-8701-A48D6E030EE8}"/>
                  </a:ext>
                </a:extLst>
              </p:cNvPr>
              <p:cNvSpPr/>
              <p:nvPr/>
            </p:nvSpPr>
            <p:spPr>
              <a:xfrm>
                <a:off x="7441259" y="1294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8" name="Freeform 32807">
                <a:extLst>
                  <a:ext uri="{FF2B5EF4-FFF2-40B4-BE49-F238E27FC236}">
                    <a16:creationId xmlns:a16="http://schemas.microsoft.com/office/drawing/2014/main" id="{BED31927-D70A-D20D-51BE-2A43CDC06331}"/>
                  </a:ext>
                </a:extLst>
              </p:cNvPr>
              <p:cNvSpPr/>
              <p:nvPr/>
            </p:nvSpPr>
            <p:spPr>
              <a:xfrm>
                <a:off x="7441855" y="1271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09" name="Freeform 32808">
                <a:extLst>
                  <a:ext uri="{FF2B5EF4-FFF2-40B4-BE49-F238E27FC236}">
                    <a16:creationId xmlns:a16="http://schemas.microsoft.com/office/drawing/2014/main" id="{B21EEC6B-9D68-D9D4-B74F-440D2F85560A}"/>
                  </a:ext>
                </a:extLst>
              </p:cNvPr>
              <p:cNvSpPr/>
              <p:nvPr/>
            </p:nvSpPr>
            <p:spPr>
              <a:xfrm>
                <a:off x="7442351" y="1173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0" name="Freeform 32809">
                <a:extLst>
                  <a:ext uri="{FF2B5EF4-FFF2-40B4-BE49-F238E27FC236}">
                    <a16:creationId xmlns:a16="http://schemas.microsoft.com/office/drawing/2014/main" id="{26CB2CAA-E738-5BCC-7531-A4379CF799BC}"/>
                  </a:ext>
                </a:extLst>
              </p:cNvPr>
              <p:cNvSpPr/>
              <p:nvPr/>
            </p:nvSpPr>
            <p:spPr>
              <a:xfrm>
                <a:off x="7442847" y="10837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1" name="Freeform 32810">
                <a:extLst>
                  <a:ext uri="{FF2B5EF4-FFF2-40B4-BE49-F238E27FC236}">
                    <a16:creationId xmlns:a16="http://schemas.microsoft.com/office/drawing/2014/main" id="{2CF8C65D-0DCF-19A2-294F-AE6FBACE686C}"/>
                  </a:ext>
                </a:extLst>
              </p:cNvPr>
              <p:cNvSpPr/>
              <p:nvPr/>
            </p:nvSpPr>
            <p:spPr>
              <a:xfrm>
                <a:off x="7443442" y="970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2" name="Freeform 32811">
                <a:extLst>
                  <a:ext uri="{FF2B5EF4-FFF2-40B4-BE49-F238E27FC236}">
                    <a16:creationId xmlns:a16="http://schemas.microsoft.com/office/drawing/2014/main" id="{EFC3EBF5-FCC7-2AB9-51B3-9F83D9978D25}"/>
                  </a:ext>
                </a:extLst>
              </p:cNvPr>
              <p:cNvSpPr/>
              <p:nvPr/>
            </p:nvSpPr>
            <p:spPr>
              <a:xfrm>
                <a:off x="7443938" y="93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3" name="Freeform 32812">
                <a:extLst>
                  <a:ext uri="{FF2B5EF4-FFF2-40B4-BE49-F238E27FC236}">
                    <a16:creationId xmlns:a16="http://schemas.microsoft.com/office/drawing/2014/main" id="{4938CAEB-F345-0491-D467-93054FFDC0DE}"/>
                  </a:ext>
                </a:extLst>
              </p:cNvPr>
              <p:cNvSpPr/>
              <p:nvPr/>
            </p:nvSpPr>
            <p:spPr>
              <a:xfrm>
                <a:off x="7444434" y="852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4" name="Freeform 32813">
                <a:extLst>
                  <a:ext uri="{FF2B5EF4-FFF2-40B4-BE49-F238E27FC236}">
                    <a16:creationId xmlns:a16="http://schemas.microsoft.com/office/drawing/2014/main" id="{7261C94D-9E08-5FC9-F26D-2A45CDEAE519}"/>
                  </a:ext>
                </a:extLst>
              </p:cNvPr>
              <p:cNvSpPr/>
              <p:nvPr/>
            </p:nvSpPr>
            <p:spPr>
              <a:xfrm>
                <a:off x="7445030" y="90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5" name="Freeform 32814">
                <a:extLst>
                  <a:ext uri="{FF2B5EF4-FFF2-40B4-BE49-F238E27FC236}">
                    <a16:creationId xmlns:a16="http://schemas.microsoft.com/office/drawing/2014/main" id="{93194C70-5196-9153-E6A7-5308E7963F37}"/>
                  </a:ext>
                </a:extLst>
              </p:cNvPr>
              <p:cNvSpPr/>
              <p:nvPr/>
            </p:nvSpPr>
            <p:spPr>
              <a:xfrm>
                <a:off x="7445526" y="850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6" name="Freeform 32815">
                <a:extLst>
                  <a:ext uri="{FF2B5EF4-FFF2-40B4-BE49-F238E27FC236}">
                    <a16:creationId xmlns:a16="http://schemas.microsoft.com/office/drawing/2014/main" id="{6E275221-997A-CD95-7461-46D4A9E421EB}"/>
                  </a:ext>
                </a:extLst>
              </p:cNvPr>
              <p:cNvSpPr/>
              <p:nvPr/>
            </p:nvSpPr>
            <p:spPr>
              <a:xfrm>
                <a:off x="7446022" y="855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7" name="Freeform 32816">
                <a:extLst>
                  <a:ext uri="{FF2B5EF4-FFF2-40B4-BE49-F238E27FC236}">
                    <a16:creationId xmlns:a16="http://schemas.microsoft.com/office/drawing/2014/main" id="{97FE7CBE-C7EA-2DAD-6C0C-D9B4C858F16C}"/>
                  </a:ext>
                </a:extLst>
              </p:cNvPr>
              <p:cNvSpPr/>
              <p:nvPr/>
            </p:nvSpPr>
            <p:spPr>
              <a:xfrm>
                <a:off x="7446617" y="883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8" name="Freeform 32817">
                <a:extLst>
                  <a:ext uri="{FF2B5EF4-FFF2-40B4-BE49-F238E27FC236}">
                    <a16:creationId xmlns:a16="http://schemas.microsoft.com/office/drawing/2014/main" id="{24F1E791-3C91-9565-5884-DE5C2ED50A0C}"/>
                  </a:ext>
                </a:extLst>
              </p:cNvPr>
              <p:cNvSpPr/>
              <p:nvPr/>
            </p:nvSpPr>
            <p:spPr>
              <a:xfrm>
                <a:off x="7447113" y="1782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19" name="Freeform 32818">
                <a:extLst>
                  <a:ext uri="{FF2B5EF4-FFF2-40B4-BE49-F238E27FC236}">
                    <a16:creationId xmlns:a16="http://schemas.microsoft.com/office/drawing/2014/main" id="{1FB64B53-ED51-501D-8699-29F5FB3E635A}"/>
                  </a:ext>
                </a:extLst>
              </p:cNvPr>
              <p:cNvSpPr/>
              <p:nvPr/>
            </p:nvSpPr>
            <p:spPr>
              <a:xfrm>
                <a:off x="7447609" y="1924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0" name="Freeform 32819">
                <a:extLst>
                  <a:ext uri="{FF2B5EF4-FFF2-40B4-BE49-F238E27FC236}">
                    <a16:creationId xmlns:a16="http://schemas.microsoft.com/office/drawing/2014/main" id="{E4129D80-BB7B-0BA5-FFB9-33944A2B9C0B}"/>
                  </a:ext>
                </a:extLst>
              </p:cNvPr>
              <p:cNvSpPr/>
              <p:nvPr/>
            </p:nvSpPr>
            <p:spPr>
              <a:xfrm>
                <a:off x="7448205" y="1946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1" name="Freeform 32820">
                <a:extLst>
                  <a:ext uri="{FF2B5EF4-FFF2-40B4-BE49-F238E27FC236}">
                    <a16:creationId xmlns:a16="http://schemas.microsoft.com/office/drawing/2014/main" id="{BA8C1252-0CB7-F3B3-2785-905E54E3E8A0}"/>
                  </a:ext>
                </a:extLst>
              </p:cNvPr>
              <p:cNvSpPr/>
              <p:nvPr/>
            </p:nvSpPr>
            <p:spPr>
              <a:xfrm>
                <a:off x="7448701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2" name="Freeform 32821">
                <a:extLst>
                  <a:ext uri="{FF2B5EF4-FFF2-40B4-BE49-F238E27FC236}">
                    <a16:creationId xmlns:a16="http://schemas.microsoft.com/office/drawing/2014/main" id="{8D152750-9385-1E6D-3D84-AC86437E0873}"/>
                  </a:ext>
                </a:extLst>
              </p:cNvPr>
              <p:cNvSpPr/>
              <p:nvPr/>
            </p:nvSpPr>
            <p:spPr>
              <a:xfrm>
                <a:off x="7449197" y="194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3" name="Freeform 32822">
                <a:extLst>
                  <a:ext uri="{FF2B5EF4-FFF2-40B4-BE49-F238E27FC236}">
                    <a16:creationId xmlns:a16="http://schemas.microsoft.com/office/drawing/2014/main" id="{A5303245-BFF0-EBCC-708B-240C4279FDD0}"/>
                  </a:ext>
                </a:extLst>
              </p:cNvPr>
              <p:cNvSpPr/>
              <p:nvPr/>
            </p:nvSpPr>
            <p:spPr>
              <a:xfrm>
                <a:off x="7449693" y="194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4" name="Freeform 32823">
                <a:extLst>
                  <a:ext uri="{FF2B5EF4-FFF2-40B4-BE49-F238E27FC236}">
                    <a16:creationId xmlns:a16="http://schemas.microsoft.com/office/drawing/2014/main" id="{24D1AFF4-6E90-34AF-6D15-5BB1033ED94E}"/>
                  </a:ext>
                </a:extLst>
              </p:cNvPr>
              <p:cNvSpPr/>
              <p:nvPr/>
            </p:nvSpPr>
            <p:spPr>
              <a:xfrm>
                <a:off x="7450288" y="196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5" name="Freeform 32824">
                <a:extLst>
                  <a:ext uri="{FF2B5EF4-FFF2-40B4-BE49-F238E27FC236}">
                    <a16:creationId xmlns:a16="http://schemas.microsoft.com/office/drawing/2014/main" id="{81D0C11A-81DF-A40D-B673-D697C7AC52FE}"/>
                  </a:ext>
                </a:extLst>
              </p:cNvPr>
              <p:cNvSpPr/>
              <p:nvPr/>
            </p:nvSpPr>
            <p:spPr>
              <a:xfrm>
                <a:off x="7450784" y="196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6" name="Freeform 32825">
                <a:extLst>
                  <a:ext uri="{FF2B5EF4-FFF2-40B4-BE49-F238E27FC236}">
                    <a16:creationId xmlns:a16="http://schemas.microsoft.com/office/drawing/2014/main" id="{D3744278-0EB2-6F45-662E-1AC8385F6689}"/>
                  </a:ext>
                </a:extLst>
              </p:cNvPr>
              <p:cNvSpPr/>
              <p:nvPr/>
            </p:nvSpPr>
            <p:spPr>
              <a:xfrm>
                <a:off x="7451280" y="1964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7" name="Freeform 32826">
                <a:extLst>
                  <a:ext uri="{FF2B5EF4-FFF2-40B4-BE49-F238E27FC236}">
                    <a16:creationId xmlns:a16="http://schemas.microsoft.com/office/drawing/2014/main" id="{FEB4B855-C1FB-3027-081B-120E51D6F23F}"/>
                  </a:ext>
                </a:extLst>
              </p:cNvPr>
              <p:cNvSpPr/>
              <p:nvPr/>
            </p:nvSpPr>
            <p:spPr>
              <a:xfrm>
                <a:off x="7451876" y="1817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8" name="Freeform 32827">
                <a:extLst>
                  <a:ext uri="{FF2B5EF4-FFF2-40B4-BE49-F238E27FC236}">
                    <a16:creationId xmlns:a16="http://schemas.microsoft.com/office/drawing/2014/main" id="{A3DE98E0-87D4-5E04-1E25-8FB99F283769}"/>
                  </a:ext>
                </a:extLst>
              </p:cNvPr>
              <p:cNvSpPr/>
              <p:nvPr/>
            </p:nvSpPr>
            <p:spPr>
              <a:xfrm>
                <a:off x="7452372" y="1348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29" name="Freeform 32828">
                <a:extLst>
                  <a:ext uri="{FF2B5EF4-FFF2-40B4-BE49-F238E27FC236}">
                    <a16:creationId xmlns:a16="http://schemas.microsoft.com/office/drawing/2014/main" id="{A28938CC-553B-3410-6B16-140CD6F5B45D}"/>
                  </a:ext>
                </a:extLst>
              </p:cNvPr>
              <p:cNvSpPr/>
              <p:nvPr/>
            </p:nvSpPr>
            <p:spPr>
              <a:xfrm>
                <a:off x="7452868" y="1214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0" name="Freeform 32829">
                <a:extLst>
                  <a:ext uri="{FF2B5EF4-FFF2-40B4-BE49-F238E27FC236}">
                    <a16:creationId xmlns:a16="http://schemas.microsoft.com/office/drawing/2014/main" id="{0CAB9453-2B2A-1772-845C-4409DBBFE872}"/>
                  </a:ext>
                </a:extLst>
              </p:cNvPr>
              <p:cNvSpPr/>
              <p:nvPr/>
            </p:nvSpPr>
            <p:spPr>
              <a:xfrm>
                <a:off x="7453463" y="1197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1" name="Freeform 32830">
                <a:extLst>
                  <a:ext uri="{FF2B5EF4-FFF2-40B4-BE49-F238E27FC236}">
                    <a16:creationId xmlns:a16="http://schemas.microsoft.com/office/drawing/2014/main" id="{91DF99A0-5ADB-41F8-3830-493A5FD556B7}"/>
                  </a:ext>
                </a:extLst>
              </p:cNvPr>
              <p:cNvSpPr/>
              <p:nvPr/>
            </p:nvSpPr>
            <p:spPr>
              <a:xfrm>
                <a:off x="7453959" y="1208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2" name="Freeform 32831">
                <a:extLst>
                  <a:ext uri="{FF2B5EF4-FFF2-40B4-BE49-F238E27FC236}">
                    <a16:creationId xmlns:a16="http://schemas.microsoft.com/office/drawing/2014/main" id="{D1A4E50D-EE1E-FABD-8CC2-489C83719C70}"/>
                  </a:ext>
                </a:extLst>
              </p:cNvPr>
              <p:cNvSpPr/>
              <p:nvPr/>
            </p:nvSpPr>
            <p:spPr>
              <a:xfrm>
                <a:off x="7454455" y="1169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3" name="Freeform 32832">
                <a:extLst>
                  <a:ext uri="{FF2B5EF4-FFF2-40B4-BE49-F238E27FC236}">
                    <a16:creationId xmlns:a16="http://schemas.microsoft.com/office/drawing/2014/main" id="{2BED7C6F-DBEB-C6E3-16A9-F16972062635}"/>
                  </a:ext>
                </a:extLst>
              </p:cNvPr>
              <p:cNvSpPr/>
              <p:nvPr/>
            </p:nvSpPr>
            <p:spPr>
              <a:xfrm>
                <a:off x="7455051" y="10580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4" name="Freeform 32833">
                <a:extLst>
                  <a:ext uri="{FF2B5EF4-FFF2-40B4-BE49-F238E27FC236}">
                    <a16:creationId xmlns:a16="http://schemas.microsoft.com/office/drawing/2014/main" id="{A4E9D4D5-2A07-4632-03BE-5F1B1A7B497A}"/>
                  </a:ext>
                </a:extLst>
              </p:cNvPr>
              <p:cNvSpPr/>
              <p:nvPr/>
            </p:nvSpPr>
            <p:spPr>
              <a:xfrm>
                <a:off x="7455547" y="959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5" name="Freeform 32834">
                <a:extLst>
                  <a:ext uri="{FF2B5EF4-FFF2-40B4-BE49-F238E27FC236}">
                    <a16:creationId xmlns:a16="http://schemas.microsoft.com/office/drawing/2014/main" id="{A46057C0-FEA8-7AA6-50F1-85ED0AF4D7B4}"/>
                  </a:ext>
                </a:extLst>
              </p:cNvPr>
              <p:cNvSpPr/>
              <p:nvPr/>
            </p:nvSpPr>
            <p:spPr>
              <a:xfrm>
                <a:off x="7456043" y="90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6" name="Freeform 32835">
                <a:extLst>
                  <a:ext uri="{FF2B5EF4-FFF2-40B4-BE49-F238E27FC236}">
                    <a16:creationId xmlns:a16="http://schemas.microsoft.com/office/drawing/2014/main" id="{F362B4C7-5182-4572-0C96-B75F30BC5B74}"/>
                  </a:ext>
                </a:extLst>
              </p:cNvPr>
              <p:cNvSpPr/>
              <p:nvPr/>
            </p:nvSpPr>
            <p:spPr>
              <a:xfrm>
                <a:off x="7456638" y="840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7" name="Freeform 32836">
                <a:extLst>
                  <a:ext uri="{FF2B5EF4-FFF2-40B4-BE49-F238E27FC236}">
                    <a16:creationId xmlns:a16="http://schemas.microsoft.com/office/drawing/2014/main" id="{BED1E45A-CC36-FC65-280D-8203D2DBDCD4}"/>
                  </a:ext>
                </a:extLst>
              </p:cNvPr>
              <p:cNvSpPr/>
              <p:nvPr/>
            </p:nvSpPr>
            <p:spPr>
              <a:xfrm>
                <a:off x="7457134" y="775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8" name="Freeform 32837">
                <a:extLst>
                  <a:ext uri="{FF2B5EF4-FFF2-40B4-BE49-F238E27FC236}">
                    <a16:creationId xmlns:a16="http://schemas.microsoft.com/office/drawing/2014/main" id="{CA5ADB86-9101-8E9E-8F73-550EA16BF44F}"/>
                  </a:ext>
                </a:extLst>
              </p:cNvPr>
              <p:cNvSpPr/>
              <p:nvPr/>
            </p:nvSpPr>
            <p:spPr>
              <a:xfrm>
                <a:off x="7457630" y="761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39" name="Freeform 32838">
                <a:extLst>
                  <a:ext uri="{FF2B5EF4-FFF2-40B4-BE49-F238E27FC236}">
                    <a16:creationId xmlns:a16="http://schemas.microsoft.com/office/drawing/2014/main" id="{02163822-7757-C416-6033-3397B423AFA7}"/>
                  </a:ext>
                </a:extLst>
              </p:cNvPr>
              <p:cNvSpPr/>
              <p:nvPr/>
            </p:nvSpPr>
            <p:spPr>
              <a:xfrm>
                <a:off x="7458226" y="766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0" name="Freeform 32839">
                <a:extLst>
                  <a:ext uri="{FF2B5EF4-FFF2-40B4-BE49-F238E27FC236}">
                    <a16:creationId xmlns:a16="http://schemas.microsoft.com/office/drawing/2014/main" id="{D8A28DF5-3EDD-0828-9303-85772C2D4DCA}"/>
                  </a:ext>
                </a:extLst>
              </p:cNvPr>
              <p:cNvSpPr/>
              <p:nvPr/>
            </p:nvSpPr>
            <p:spPr>
              <a:xfrm>
                <a:off x="7458722" y="792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1" name="Freeform 32840">
                <a:extLst>
                  <a:ext uri="{FF2B5EF4-FFF2-40B4-BE49-F238E27FC236}">
                    <a16:creationId xmlns:a16="http://schemas.microsoft.com/office/drawing/2014/main" id="{FA5D9228-175E-B9B6-0B0D-0DBAED8D07C3}"/>
                  </a:ext>
                </a:extLst>
              </p:cNvPr>
              <p:cNvSpPr/>
              <p:nvPr/>
            </p:nvSpPr>
            <p:spPr>
              <a:xfrm>
                <a:off x="7459218" y="858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2" name="Freeform 32841">
                <a:extLst>
                  <a:ext uri="{FF2B5EF4-FFF2-40B4-BE49-F238E27FC236}">
                    <a16:creationId xmlns:a16="http://schemas.microsoft.com/office/drawing/2014/main" id="{9577AE3A-F624-8091-1C47-744B69E3878B}"/>
                  </a:ext>
                </a:extLst>
              </p:cNvPr>
              <p:cNvSpPr/>
              <p:nvPr/>
            </p:nvSpPr>
            <p:spPr>
              <a:xfrm>
                <a:off x="7459813" y="1747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3" name="Freeform 32842">
                <a:extLst>
                  <a:ext uri="{FF2B5EF4-FFF2-40B4-BE49-F238E27FC236}">
                    <a16:creationId xmlns:a16="http://schemas.microsoft.com/office/drawing/2014/main" id="{A5D908CD-5EBF-A01F-2417-06CCDA29BB0F}"/>
                  </a:ext>
                </a:extLst>
              </p:cNvPr>
              <p:cNvSpPr/>
              <p:nvPr/>
            </p:nvSpPr>
            <p:spPr>
              <a:xfrm>
                <a:off x="7460309" y="1927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4" name="Freeform 32843">
                <a:extLst>
                  <a:ext uri="{FF2B5EF4-FFF2-40B4-BE49-F238E27FC236}">
                    <a16:creationId xmlns:a16="http://schemas.microsoft.com/office/drawing/2014/main" id="{BDD438FD-59A2-5869-C89A-8C1A1C2707C8}"/>
                  </a:ext>
                </a:extLst>
              </p:cNvPr>
              <p:cNvSpPr/>
              <p:nvPr/>
            </p:nvSpPr>
            <p:spPr>
              <a:xfrm>
                <a:off x="7460805" y="195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5" name="Freeform 32844">
                <a:extLst>
                  <a:ext uri="{FF2B5EF4-FFF2-40B4-BE49-F238E27FC236}">
                    <a16:creationId xmlns:a16="http://schemas.microsoft.com/office/drawing/2014/main" id="{A3F00CFC-FAE4-8733-7DD6-BFF852D90EC6}"/>
                  </a:ext>
                </a:extLst>
              </p:cNvPr>
              <p:cNvSpPr/>
              <p:nvPr/>
            </p:nvSpPr>
            <p:spPr>
              <a:xfrm>
                <a:off x="7461302" y="1946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6" name="Freeform 32845">
                <a:extLst>
                  <a:ext uri="{FF2B5EF4-FFF2-40B4-BE49-F238E27FC236}">
                    <a16:creationId xmlns:a16="http://schemas.microsoft.com/office/drawing/2014/main" id="{E0CDC178-C300-A51F-1B7E-D4F96872EC3A}"/>
                  </a:ext>
                </a:extLst>
              </p:cNvPr>
              <p:cNvSpPr/>
              <p:nvPr/>
            </p:nvSpPr>
            <p:spPr>
              <a:xfrm>
                <a:off x="7461897" y="19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7" name="Freeform 32846">
                <a:extLst>
                  <a:ext uri="{FF2B5EF4-FFF2-40B4-BE49-F238E27FC236}">
                    <a16:creationId xmlns:a16="http://schemas.microsoft.com/office/drawing/2014/main" id="{FC71C335-955B-A59F-38BA-F83F90676604}"/>
                  </a:ext>
                </a:extLst>
              </p:cNvPr>
              <p:cNvSpPr/>
              <p:nvPr/>
            </p:nvSpPr>
            <p:spPr>
              <a:xfrm>
                <a:off x="7462393" y="192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8" name="Freeform 32847">
                <a:extLst>
                  <a:ext uri="{FF2B5EF4-FFF2-40B4-BE49-F238E27FC236}">
                    <a16:creationId xmlns:a16="http://schemas.microsoft.com/office/drawing/2014/main" id="{13649FDD-10F2-5BC7-966C-1F3D97B7C3EE}"/>
                  </a:ext>
                </a:extLst>
              </p:cNvPr>
              <p:cNvSpPr/>
              <p:nvPr/>
            </p:nvSpPr>
            <p:spPr>
              <a:xfrm>
                <a:off x="7462889" y="1935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49" name="Freeform 32848">
                <a:extLst>
                  <a:ext uri="{FF2B5EF4-FFF2-40B4-BE49-F238E27FC236}">
                    <a16:creationId xmlns:a16="http://schemas.microsoft.com/office/drawing/2014/main" id="{09B0A4B4-8AA7-B2C4-DD01-511AD8B37D38}"/>
                  </a:ext>
                </a:extLst>
              </p:cNvPr>
              <p:cNvSpPr/>
              <p:nvPr/>
            </p:nvSpPr>
            <p:spPr>
              <a:xfrm>
                <a:off x="7463484" y="1946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0" name="Freeform 32849">
                <a:extLst>
                  <a:ext uri="{FF2B5EF4-FFF2-40B4-BE49-F238E27FC236}">
                    <a16:creationId xmlns:a16="http://schemas.microsoft.com/office/drawing/2014/main" id="{3247F9FA-99EF-DE33-0B24-4E1F5F8F5F6B}"/>
                  </a:ext>
                </a:extLst>
              </p:cNvPr>
              <p:cNvSpPr/>
              <p:nvPr/>
            </p:nvSpPr>
            <p:spPr>
              <a:xfrm>
                <a:off x="7463980" y="1922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1" name="Freeform 32850">
                <a:extLst>
                  <a:ext uri="{FF2B5EF4-FFF2-40B4-BE49-F238E27FC236}">
                    <a16:creationId xmlns:a16="http://schemas.microsoft.com/office/drawing/2014/main" id="{7F0F6423-6DE1-A4C9-0FDB-88E552C2D8BB}"/>
                  </a:ext>
                </a:extLst>
              </p:cNvPr>
              <p:cNvSpPr/>
              <p:nvPr/>
            </p:nvSpPr>
            <p:spPr>
              <a:xfrm>
                <a:off x="7464477" y="1700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2" name="Freeform 32851">
                <a:extLst>
                  <a:ext uri="{FF2B5EF4-FFF2-40B4-BE49-F238E27FC236}">
                    <a16:creationId xmlns:a16="http://schemas.microsoft.com/office/drawing/2014/main" id="{918501CB-2B60-04FB-A0C2-8480CC8EA37A}"/>
                  </a:ext>
                </a:extLst>
              </p:cNvPr>
              <p:cNvSpPr/>
              <p:nvPr/>
            </p:nvSpPr>
            <p:spPr>
              <a:xfrm>
                <a:off x="7465072" y="1379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3" name="Freeform 32852">
                <a:extLst>
                  <a:ext uri="{FF2B5EF4-FFF2-40B4-BE49-F238E27FC236}">
                    <a16:creationId xmlns:a16="http://schemas.microsoft.com/office/drawing/2014/main" id="{BA6A3788-6090-720E-15B1-7F75DAD48DB3}"/>
                  </a:ext>
                </a:extLst>
              </p:cNvPr>
              <p:cNvSpPr/>
              <p:nvPr/>
            </p:nvSpPr>
            <p:spPr>
              <a:xfrm>
                <a:off x="7465568" y="1106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4" name="Freeform 32853">
                <a:extLst>
                  <a:ext uri="{FF2B5EF4-FFF2-40B4-BE49-F238E27FC236}">
                    <a16:creationId xmlns:a16="http://schemas.microsoft.com/office/drawing/2014/main" id="{86139A02-CB96-7512-9BB7-44D9A5E614B4}"/>
                  </a:ext>
                </a:extLst>
              </p:cNvPr>
              <p:cNvSpPr/>
              <p:nvPr/>
            </p:nvSpPr>
            <p:spPr>
              <a:xfrm>
                <a:off x="7466064" y="1141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5" name="Freeform 32854">
                <a:extLst>
                  <a:ext uri="{FF2B5EF4-FFF2-40B4-BE49-F238E27FC236}">
                    <a16:creationId xmlns:a16="http://schemas.microsoft.com/office/drawing/2014/main" id="{0B800A89-4CBF-EBFE-AC65-5DDAA8C21DFF}"/>
                  </a:ext>
                </a:extLst>
              </p:cNvPr>
              <p:cNvSpPr/>
              <p:nvPr/>
            </p:nvSpPr>
            <p:spPr>
              <a:xfrm>
                <a:off x="7466659" y="1132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6" name="Freeform 32855">
                <a:extLst>
                  <a:ext uri="{FF2B5EF4-FFF2-40B4-BE49-F238E27FC236}">
                    <a16:creationId xmlns:a16="http://schemas.microsoft.com/office/drawing/2014/main" id="{F6332A0B-DF09-33CD-C628-FE46B0D699FF}"/>
                  </a:ext>
                </a:extLst>
              </p:cNvPr>
              <p:cNvSpPr/>
              <p:nvPr/>
            </p:nvSpPr>
            <p:spPr>
              <a:xfrm>
                <a:off x="7467155" y="1229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7" name="Freeform 32856">
                <a:extLst>
                  <a:ext uri="{FF2B5EF4-FFF2-40B4-BE49-F238E27FC236}">
                    <a16:creationId xmlns:a16="http://schemas.microsoft.com/office/drawing/2014/main" id="{E9C25F6C-BD69-F620-4F14-259717F369BE}"/>
                  </a:ext>
                </a:extLst>
              </p:cNvPr>
              <p:cNvSpPr/>
              <p:nvPr/>
            </p:nvSpPr>
            <p:spPr>
              <a:xfrm>
                <a:off x="7467652" y="1131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8" name="Freeform 32857">
                <a:extLst>
                  <a:ext uri="{FF2B5EF4-FFF2-40B4-BE49-F238E27FC236}">
                    <a16:creationId xmlns:a16="http://schemas.microsoft.com/office/drawing/2014/main" id="{30023F46-C54A-032F-4A15-BFE2396C3799}"/>
                  </a:ext>
                </a:extLst>
              </p:cNvPr>
              <p:cNvSpPr/>
              <p:nvPr/>
            </p:nvSpPr>
            <p:spPr>
              <a:xfrm>
                <a:off x="7468247" y="1099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59" name="Freeform 32858">
                <a:extLst>
                  <a:ext uri="{FF2B5EF4-FFF2-40B4-BE49-F238E27FC236}">
                    <a16:creationId xmlns:a16="http://schemas.microsoft.com/office/drawing/2014/main" id="{A71E3914-6AFD-C455-24E9-9F6EEEFA59D4}"/>
                  </a:ext>
                </a:extLst>
              </p:cNvPr>
              <p:cNvSpPr/>
              <p:nvPr/>
            </p:nvSpPr>
            <p:spPr>
              <a:xfrm>
                <a:off x="7468743" y="1004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0" name="Freeform 32859">
                <a:extLst>
                  <a:ext uri="{FF2B5EF4-FFF2-40B4-BE49-F238E27FC236}">
                    <a16:creationId xmlns:a16="http://schemas.microsoft.com/office/drawing/2014/main" id="{E75CBE2E-31D8-5F3D-9E5D-CF3EB832DE87}"/>
                  </a:ext>
                </a:extLst>
              </p:cNvPr>
              <p:cNvSpPr/>
              <p:nvPr/>
            </p:nvSpPr>
            <p:spPr>
              <a:xfrm>
                <a:off x="7469239" y="879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1" name="Freeform 32860">
                <a:extLst>
                  <a:ext uri="{FF2B5EF4-FFF2-40B4-BE49-F238E27FC236}">
                    <a16:creationId xmlns:a16="http://schemas.microsoft.com/office/drawing/2014/main" id="{97F4685A-0ADE-C899-54F0-2476AA6AF978}"/>
                  </a:ext>
                </a:extLst>
              </p:cNvPr>
              <p:cNvSpPr/>
              <p:nvPr/>
            </p:nvSpPr>
            <p:spPr>
              <a:xfrm>
                <a:off x="7469834" y="82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2" name="Freeform 32861">
                <a:extLst>
                  <a:ext uri="{FF2B5EF4-FFF2-40B4-BE49-F238E27FC236}">
                    <a16:creationId xmlns:a16="http://schemas.microsoft.com/office/drawing/2014/main" id="{959B3DB2-F491-5DBF-D1F3-402C45700966}"/>
                  </a:ext>
                </a:extLst>
              </p:cNvPr>
              <p:cNvSpPr/>
              <p:nvPr/>
            </p:nvSpPr>
            <p:spPr>
              <a:xfrm>
                <a:off x="7470330" y="79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3" name="Freeform 32862">
                <a:extLst>
                  <a:ext uri="{FF2B5EF4-FFF2-40B4-BE49-F238E27FC236}">
                    <a16:creationId xmlns:a16="http://schemas.microsoft.com/office/drawing/2014/main" id="{F01C0CBD-D94E-CA76-3097-EB4A1AD5B59B}"/>
                  </a:ext>
                </a:extLst>
              </p:cNvPr>
              <p:cNvSpPr/>
              <p:nvPr/>
            </p:nvSpPr>
            <p:spPr>
              <a:xfrm>
                <a:off x="7470827" y="782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4" name="Freeform 32863">
                <a:extLst>
                  <a:ext uri="{FF2B5EF4-FFF2-40B4-BE49-F238E27FC236}">
                    <a16:creationId xmlns:a16="http://schemas.microsoft.com/office/drawing/2014/main" id="{C0D9E02E-BC13-C607-0247-EFFA99984492}"/>
                  </a:ext>
                </a:extLst>
              </p:cNvPr>
              <p:cNvSpPr/>
              <p:nvPr/>
            </p:nvSpPr>
            <p:spPr>
              <a:xfrm>
                <a:off x="7471422" y="816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5" name="Freeform 32864">
                <a:extLst>
                  <a:ext uri="{FF2B5EF4-FFF2-40B4-BE49-F238E27FC236}">
                    <a16:creationId xmlns:a16="http://schemas.microsoft.com/office/drawing/2014/main" id="{7C41A290-6F1D-54A9-0F5B-7426B277B5D7}"/>
                  </a:ext>
                </a:extLst>
              </p:cNvPr>
              <p:cNvSpPr/>
              <p:nvPr/>
            </p:nvSpPr>
            <p:spPr>
              <a:xfrm>
                <a:off x="7471918" y="930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6" name="Freeform 32865">
                <a:extLst>
                  <a:ext uri="{FF2B5EF4-FFF2-40B4-BE49-F238E27FC236}">
                    <a16:creationId xmlns:a16="http://schemas.microsoft.com/office/drawing/2014/main" id="{9F9AAD97-3888-86F1-3C33-E623987F9AA8}"/>
                  </a:ext>
                </a:extLst>
              </p:cNvPr>
              <p:cNvSpPr/>
              <p:nvPr/>
            </p:nvSpPr>
            <p:spPr>
              <a:xfrm>
                <a:off x="7472414" y="1565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7" name="Freeform 32866">
                <a:extLst>
                  <a:ext uri="{FF2B5EF4-FFF2-40B4-BE49-F238E27FC236}">
                    <a16:creationId xmlns:a16="http://schemas.microsoft.com/office/drawing/2014/main" id="{9C1A36B0-AF03-14CF-E352-F93435D3B2B6}"/>
                  </a:ext>
                </a:extLst>
              </p:cNvPr>
              <p:cNvSpPr/>
              <p:nvPr/>
            </p:nvSpPr>
            <p:spPr>
              <a:xfrm>
                <a:off x="7472910" y="1868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8" name="Freeform 32867">
                <a:extLst>
                  <a:ext uri="{FF2B5EF4-FFF2-40B4-BE49-F238E27FC236}">
                    <a16:creationId xmlns:a16="http://schemas.microsoft.com/office/drawing/2014/main" id="{3898DB5E-15C4-4E7E-1388-53A1AA9089F7}"/>
                  </a:ext>
                </a:extLst>
              </p:cNvPr>
              <p:cNvSpPr/>
              <p:nvPr/>
            </p:nvSpPr>
            <p:spPr>
              <a:xfrm>
                <a:off x="7473505" y="1914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69" name="Freeform 32868">
                <a:extLst>
                  <a:ext uri="{FF2B5EF4-FFF2-40B4-BE49-F238E27FC236}">
                    <a16:creationId xmlns:a16="http://schemas.microsoft.com/office/drawing/2014/main" id="{91B456EB-7A1B-4718-48F1-1FA805EFCACA}"/>
                  </a:ext>
                </a:extLst>
              </p:cNvPr>
              <p:cNvSpPr/>
              <p:nvPr/>
            </p:nvSpPr>
            <p:spPr>
              <a:xfrm>
                <a:off x="7474002" y="1929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0" name="Freeform 32869">
                <a:extLst>
                  <a:ext uri="{FF2B5EF4-FFF2-40B4-BE49-F238E27FC236}">
                    <a16:creationId xmlns:a16="http://schemas.microsoft.com/office/drawing/2014/main" id="{985D7751-8588-473D-98B4-BE10992C709C}"/>
                  </a:ext>
                </a:extLst>
              </p:cNvPr>
              <p:cNvSpPr/>
              <p:nvPr/>
            </p:nvSpPr>
            <p:spPr>
              <a:xfrm>
                <a:off x="7474498" y="1886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1" name="Freeform 32870">
                <a:extLst>
                  <a:ext uri="{FF2B5EF4-FFF2-40B4-BE49-F238E27FC236}">
                    <a16:creationId xmlns:a16="http://schemas.microsoft.com/office/drawing/2014/main" id="{79AD0518-1862-7279-230C-11DDF6B7D9CA}"/>
                  </a:ext>
                </a:extLst>
              </p:cNvPr>
              <p:cNvSpPr/>
              <p:nvPr/>
            </p:nvSpPr>
            <p:spPr>
              <a:xfrm>
                <a:off x="7475093" y="1884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2" name="Freeform 32871">
                <a:extLst>
                  <a:ext uri="{FF2B5EF4-FFF2-40B4-BE49-F238E27FC236}">
                    <a16:creationId xmlns:a16="http://schemas.microsoft.com/office/drawing/2014/main" id="{6950968A-72E6-EC9E-62AA-8C23C19D0E93}"/>
                  </a:ext>
                </a:extLst>
              </p:cNvPr>
              <p:cNvSpPr/>
              <p:nvPr/>
            </p:nvSpPr>
            <p:spPr>
              <a:xfrm>
                <a:off x="7475589" y="1900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3" name="Freeform 32872">
                <a:extLst>
                  <a:ext uri="{FF2B5EF4-FFF2-40B4-BE49-F238E27FC236}">
                    <a16:creationId xmlns:a16="http://schemas.microsoft.com/office/drawing/2014/main" id="{FE52132A-6E02-6783-A742-FC45130F975E}"/>
                  </a:ext>
                </a:extLst>
              </p:cNvPr>
              <p:cNvSpPr/>
              <p:nvPr/>
            </p:nvSpPr>
            <p:spPr>
              <a:xfrm>
                <a:off x="7476085" y="1897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4" name="Freeform 32873">
                <a:extLst>
                  <a:ext uri="{FF2B5EF4-FFF2-40B4-BE49-F238E27FC236}">
                    <a16:creationId xmlns:a16="http://schemas.microsoft.com/office/drawing/2014/main" id="{EFFD1CBE-4C46-70E9-D9F5-D668BA8895A0}"/>
                  </a:ext>
                </a:extLst>
              </p:cNvPr>
              <p:cNvSpPr/>
              <p:nvPr/>
            </p:nvSpPr>
            <p:spPr>
              <a:xfrm>
                <a:off x="7476680" y="187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5" name="Freeform 32874">
                <a:extLst>
                  <a:ext uri="{FF2B5EF4-FFF2-40B4-BE49-F238E27FC236}">
                    <a16:creationId xmlns:a16="http://schemas.microsoft.com/office/drawing/2014/main" id="{B657F053-A3C8-BCE5-6E09-CB900A7A6A3E}"/>
                  </a:ext>
                </a:extLst>
              </p:cNvPr>
              <p:cNvSpPr/>
              <p:nvPr/>
            </p:nvSpPr>
            <p:spPr>
              <a:xfrm>
                <a:off x="7477177" y="1637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6" name="Freeform 32875">
                <a:extLst>
                  <a:ext uri="{FF2B5EF4-FFF2-40B4-BE49-F238E27FC236}">
                    <a16:creationId xmlns:a16="http://schemas.microsoft.com/office/drawing/2014/main" id="{46DA93AB-5642-A30F-6793-019C195CD606}"/>
                  </a:ext>
                </a:extLst>
              </p:cNvPr>
              <p:cNvSpPr/>
              <p:nvPr/>
            </p:nvSpPr>
            <p:spPr>
              <a:xfrm>
                <a:off x="7477673" y="1403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7" name="Freeform 32876">
                <a:extLst>
                  <a:ext uri="{FF2B5EF4-FFF2-40B4-BE49-F238E27FC236}">
                    <a16:creationId xmlns:a16="http://schemas.microsoft.com/office/drawing/2014/main" id="{A547F30F-37FF-7035-03F0-A69E72EE0DA0}"/>
                  </a:ext>
                </a:extLst>
              </p:cNvPr>
              <p:cNvSpPr/>
              <p:nvPr/>
            </p:nvSpPr>
            <p:spPr>
              <a:xfrm>
                <a:off x="7478268" y="1221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8" name="Freeform 32877">
                <a:extLst>
                  <a:ext uri="{FF2B5EF4-FFF2-40B4-BE49-F238E27FC236}">
                    <a16:creationId xmlns:a16="http://schemas.microsoft.com/office/drawing/2014/main" id="{0D84EE81-6F0F-F989-A5D6-7ED3C0CF08B9}"/>
                  </a:ext>
                </a:extLst>
              </p:cNvPr>
              <p:cNvSpPr/>
              <p:nvPr/>
            </p:nvSpPr>
            <p:spPr>
              <a:xfrm>
                <a:off x="7478764" y="1268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79" name="Freeform 32878">
                <a:extLst>
                  <a:ext uri="{FF2B5EF4-FFF2-40B4-BE49-F238E27FC236}">
                    <a16:creationId xmlns:a16="http://schemas.microsoft.com/office/drawing/2014/main" id="{D30D534A-45AE-DE04-FA27-1F7CB708C566}"/>
                  </a:ext>
                </a:extLst>
              </p:cNvPr>
              <p:cNvSpPr/>
              <p:nvPr/>
            </p:nvSpPr>
            <p:spPr>
              <a:xfrm>
                <a:off x="7479260" y="1273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0" name="Freeform 32879">
                <a:extLst>
                  <a:ext uri="{FF2B5EF4-FFF2-40B4-BE49-F238E27FC236}">
                    <a16:creationId xmlns:a16="http://schemas.microsoft.com/office/drawing/2014/main" id="{D0F64CC3-0B47-6B22-A402-290B806F5E32}"/>
                  </a:ext>
                </a:extLst>
              </p:cNvPr>
              <p:cNvSpPr/>
              <p:nvPr/>
            </p:nvSpPr>
            <p:spPr>
              <a:xfrm>
                <a:off x="7479855" y="1253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1" name="Freeform 32880">
                <a:extLst>
                  <a:ext uri="{FF2B5EF4-FFF2-40B4-BE49-F238E27FC236}">
                    <a16:creationId xmlns:a16="http://schemas.microsoft.com/office/drawing/2014/main" id="{8819FF32-8FA9-D74C-6E67-1EDC4DE09F6B}"/>
                  </a:ext>
                </a:extLst>
              </p:cNvPr>
              <p:cNvSpPr/>
              <p:nvPr/>
            </p:nvSpPr>
            <p:spPr>
              <a:xfrm>
                <a:off x="7480352" y="1169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2" name="Freeform 32881">
                <a:extLst>
                  <a:ext uri="{FF2B5EF4-FFF2-40B4-BE49-F238E27FC236}">
                    <a16:creationId xmlns:a16="http://schemas.microsoft.com/office/drawing/2014/main" id="{44051A64-521B-D223-54A9-BBC87FBE97C8}"/>
                  </a:ext>
                </a:extLst>
              </p:cNvPr>
              <p:cNvSpPr/>
              <p:nvPr/>
            </p:nvSpPr>
            <p:spPr>
              <a:xfrm>
                <a:off x="7480848" y="1130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3" name="Freeform 32882">
                <a:extLst>
                  <a:ext uri="{FF2B5EF4-FFF2-40B4-BE49-F238E27FC236}">
                    <a16:creationId xmlns:a16="http://schemas.microsoft.com/office/drawing/2014/main" id="{26076435-F311-8279-81C5-08EF5BE2F35C}"/>
                  </a:ext>
                </a:extLst>
              </p:cNvPr>
              <p:cNvSpPr/>
              <p:nvPr/>
            </p:nvSpPr>
            <p:spPr>
              <a:xfrm>
                <a:off x="7481443" y="1006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4" name="Freeform 32883">
                <a:extLst>
                  <a:ext uri="{FF2B5EF4-FFF2-40B4-BE49-F238E27FC236}">
                    <a16:creationId xmlns:a16="http://schemas.microsoft.com/office/drawing/2014/main" id="{DC984CA8-6B3B-D75C-C0FA-3DAA78AF629B}"/>
                  </a:ext>
                </a:extLst>
              </p:cNvPr>
              <p:cNvSpPr/>
              <p:nvPr/>
            </p:nvSpPr>
            <p:spPr>
              <a:xfrm>
                <a:off x="7481939" y="93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5" name="Freeform 32884">
                <a:extLst>
                  <a:ext uri="{FF2B5EF4-FFF2-40B4-BE49-F238E27FC236}">
                    <a16:creationId xmlns:a16="http://schemas.microsoft.com/office/drawing/2014/main" id="{5872FC09-6E48-8DBE-B577-1C2EDEF326C3}"/>
                  </a:ext>
                </a:extLst>
              </p:cNvPr>
              <p:cNvSpPr/>
              <p:nvPr/>
            </p:nvSpPr>
            <p:spPr>
              <a:xfrm>
                <a:off x="7482435" y="845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6" name="Freeform 32885">
                <a:extLst>
                  <a:ext uri="{FF2B5EF4-FFF2-40B4-BE49-F238E27FC236}">
                    <a16:creationId xmlns:a16="http://schemas.microsoft.com/office/drawing/2014/main" id="{84F216ED-F197-10EC-63CF-8DC28EBDA974}"/>
                  </a:ext>
                </a:extLst>
              </p:cNvPr>
              <p:cNvSpPr/>
              <p:nvPr/>
            </p:nvSpPr>
            <p:spPr>
              <a:xfrm>
                <a:off x="7483030" y="765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7" name="Freeform 32886">
                <a:extLst>
                  <a:ext uri="{FF2B5EF4-FFF2-40B4-BE49-F238E27FC236}">
                    <a16:creationId xmlns:a16="http://schemas.microsoft.com/office/drawing/2014/main" id="{CFA954A3-2F58-65F2-E990-271896C0AC29}"/>
                  </a:ext>
                </a:extLst>
              </p:cNvPr>
              <p:cNvSpPr/>
              <p:nvPr/>
            </p:nvSpPr>
            <p:spPr>
              <a:xfrm>
                <a:off x="7483527" y="717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8" name="Freeform 32887">
                <a:extLst>
                  <a:ext uri="{FF2B5EF4-FFF2-40B4-BE49-F238E27FC236}">
                    <a16:creationId xmlns:a16="http://schemas.microsoft.com/office/drawing/2014/main" id="{95042FD6-1055-9FF5-E189-25218A619A94}"/>
                  </a:ext>
                </a:extLst>
              </p:cNvPr>
              <p:cNvSpPr/>
              <p:nvPr/>
            </p:nvSpPr>
            <p:spPr>
              <a:xfrm>
                <a:off x="7484023" y="657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89" name="Freeform 32888">
                <a:extLst>
                  <a:ext uri="{FF2B5EF4-FFF2-40B4-BE49-F238E27FC236}">
                    <a16:creationId xmlns:a16="http://schemas.microsoft.com/office/drawing/2014/main" id="{63AF0C06-9620-CCEA-56D5-A6D68B2436F4}"/>
                  </a:ext>
                </a:extLst>
              </p:cNvPr>
              <p:cNvSpPr/>
              <p:nvPr/>
            </p:nvSpPr>
            <p:spPr>
              <a:xfrm>
                <a:off x="7484618" y="697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0" name="Freeform 32889">
                <a:extLst>
                  <a:ext uri="{FF2B5EF4-FFF2-40B4-BE49-F238E27FC236}">
                    <a16:creationId xmlns:a16="http://schemas.microsoft.com/office/drawing/2014/main" id="{168291B5-DB5E-5178-DDCC-75E90AACA860}"/>
                  </a:ext>
                </a:extLst>
              </p:cNvPr>
              <p:cNvSpPr/>
              <p:nvPr/>
            </p:nvSpPr>
            <p:spPr>
              <a:xfrm>
                <a:off x="7485114" y="1788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1" name="Freeform 32890">
                <a:extLst>
                  <a:ext uri="{FF2B5EF4-FFF2-40B4-BE49-F238E27FC236}">
                    <a16:creationId xmlns:a16="http://schemas.microsoft.com/office/drawing/2014/main" id="{6E3687BE-2209-D9AD-2A42-6CA8E54083A9}"/>
                  </a:ext>
                </a:extLst>
              </p:cNvPr>
              <p:cNvSpPr/>
              <p:nvPr/>
            </p:nvSpPr>
            <p:spPr>
              <a:xfrm>
                <a:off x="7485610" y="193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2" name="Freeform 32891">
                <a:extLst>
                  <a:ext uri="{FF2B5EF4-FFF2-40B4-BE49-F238E27FC236}">
                    <a16:creationId xmlns:a16="http://schemas.microsoft.com/office/drawing/2014/main" id="{ACF2A3B2-82F0-95EF-494D-680D8B7B5BEA}"/>
                  </a:ext>
                </a:extLst>
              </p:cNvPr>
              <p:cNvSpPr/>
              <p:nvPr/>
            </p:nvSpPr>
            <p:spPr>
              <a:xfrm>
                <a:off x="7486106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3" name="Freeform 32892">
                <a:extLst>
                  <a:ext uri="{FF2B5EF4-FFF2-40B4-BE49-F238E27FC236}">
                    <a16:creationId xmlns:a16="http://schemas.microsoft.com/office/drawing/2014/main" id="{B6146941-0A3F-F59F-8E96-8F0E31F8A5C5}"/>
                  </a:ext>
                </a:extLst>
              </p:cNvPr>
              <p:cNvSpPr/>
              <p:nvPr/>
            </p:nvSpPr>
            <p:spPr>
              <a:xfrm>
                <a:off x="7486702" y="1979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4" name="Freeform 32893">
                <a:extLst>
                  <a:ext uri="{FF2B5EF4-FFF2-40B4-BE49-F238E27FC236}">
                    <a16:creationId xmlns:a16="http://schemas.microsoft.com/office/drawing/2014/main" id="{DC9883F3-2B3E-3A23-6D26-127CDA28AF66}"/>
                  </a:ext>
                </a:extLst>
              </p:cNvPr>
              <p:cNvSpPr/>
              <p:nvPr/>
            </p:nvSpPr>
            <p:spPr>
              <a:xfrm>
                <a:off x="7487198" y="1967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5" name="Freeform 32894">
                <a:extLst>
                  <a:ext uri="{FF2B5EF4-FFF2-40B4-BE49-F238E27FC236}">
                    <a16:creationId xmlns:a16="http://schemas.microsoft.com/office/drawing/2014/main" id="{A4A3640A-487E-E58B-A7D6-40E614ADE325}"/>
                  </a:ext>
                </a:extLst>
              </p:cNvPr>
              <p:cNvSpPr/>
              <p:nvPr/>
            </p:nvSpPr>
            <p:spPr>
              <a:xfrm>
                <a:off x="7487694" y="195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6" name="Freeform 32895">
                <a:extLst>
                  <a:ext uri="{FF2B5EF4-FFF2-40B4-BE49-F238E27FC236}">
                    <a16:creationId xmlns:a16="http://schemas.microsoft.com/office/drawing/2014/main" id="{D2DBF3C1-A60F-E028-E2F5-03E553E61F33}"/>
                  </a:ext>
                </a:extLst>
              </p:cNvPr>
              <p:cNvSpPr/>
              <p:nvPr/>
            </p:nvSpPr>
            <p:spPr>
              <a:xfrm>
                <a:off x="7488289" y="197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7" name="Freeform 32896">
                <a:extLst>
                  <a:ext uri="{FF2B5EF4-FFF2-40B4-BE49-F238E27FC236}">
                    <a16:creationId xmlns:a16="http://schemas.microsoft.com/office/drawing/2014/main" id="{F947C729-EDC5-F484-9E17-CC2D33591BD3}"/>
                  </a:ext>
                </a:extLst>
              </p:cNvPr>
              <p:cNvSpPr/>
              <p:nvPr/>
            </p:nvSpPr>
            <p:spPr>
              <a:xfrm>
                <a:off x="7488785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8" name="Freeform 32897">
                <a:extLst>
                  <a:ext uri="{FF2B5EF4-FFF2-40B4-BE49-F238E27FC236}">
                    <a16:creationId xmlns:a16="http://schemas.microsoft.com/office/drawing/2014/main" id="{63FFFC40-91E0-5A23-77A5-A564F668B641}"/>
                  </a:ext>
                </a:extLst>
              </p:cNvPr>
              <p:cNvSpPr/>
              <p:nvPr/>
            </p:nvSpPr>
            <p:spPr>
              <a:xfrm>
                <a:off x="7489281" y="1979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99" name="Freeform 32898">
                <a:extLst>
                  <a:ext uri="{FF2B5EF4-FFF2-40B4-BE49-F238E27FC236}">
                    <a16:creationId xmlns:a16="http://schemas.microsoft.com/office/drawing/2014/main" id="{1264BD4D-ACD3-DAED-CE95-4310E9A11624}"/>
                  </a:ext>
                </a:extLst>
              </p:cNvPr>
              <p:cNvSpPr/>
              <p:nvPr/>
            </p:nvSpPr>
            <p:spPr>
              <a:xfrm>
                <a:off x="7489877" y="1703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0" name="Freeform 32899">
                <a:extLst>
                  <a:ext uri="{FF2B5EF4-FFF2-40B4-BE49-F238E27FC236}">
                    <a16:creationId xmlns:a16="http://schemas.microsoft.com/office/drawing/2014/main" id="{1F89C88D-2FD1-254D-4A05-B6AD4F088ED3}"/>
                  </a:ext>
                </a:extLst>
              </p:cNvPr>
              <p:cNvSpPr/>
              <p:nvPr/>
            </p:nvSpPr>
            <p:spPr>
              <a:xfrm>
                <a:off x="7490373" y="1437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1" name="Freeform 32900">
                <a:extLst>
                  <a:ext uri="{FF2B5EF4-FFF2-40B4-BE49-F238E27FC236}">
                    <a16:creationId xmlns:a16="http://schemas.microsoft.com/office/drawing/2014/main" id="{70C5A935-7B85-4666-C384-3C93FBE1043F}"/>
                  </a:ext>
                </a:extLst>
              </p:cNvPr>
              <p:cNvSpPr/>
              <p:nvPr/>
            </p:nvSpPr>
            <p:spPr>
              <a:xfrm>
                <a:off x="7490869" y="1294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2" name="Freeform 32901">
                <a:extLst>
                  <a:ext uri="{FF2B5EF4-FFF2-40B4-BE49-F238E27FC236}">
                    <a16:creationId xmlns:a16="http://schemas.microsoft.com/office/drawing/2014/main" id="{59DF61B5-236C-DEB4-5BB6-4F22BC075C6C}"/>
                  </a:ext>
                </a:extLst>
              </p:cNvPr>
              <p:cNvSpPr/>
              <p:nvPr/>
            </p:nvSpPr>
            <p:spPr>
              <a:xfrm>
                <a:off x="7491464" y="1295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3" name="Freeform 32902">
                <a:extLst>
                  <a:ext uri="{FF2B5EF4-FFF2-40B4-BE49-F238E27FC236}">
                    <a16:creationId xmlns:a16="http://schemas.microsoft.com/office/drawing/2014/main" id="{FC31C2D0-EE98-CEF9-E5F7-0DF92B8F7670}"/>
                  </a:ext>
                </a:extLst>
              </p:cNvPr>
              <p:cNvSpPr/>
              <p:nvPr/>
            </p:nvSpPr>
            <p:spPr>
              <a:xfrm>
                <a:off x="7491960" y="1296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4" name="Freeform 32903">
                <a:extLst>
                  <a:ext uri="{FF2B5EF4-FFF2-40B4-BE49-F238E27FC236}">
                    <a16:creationId xmlns:a16="http://schemas.microsoft.com/office/drawing/2014/main" id="{DF19C1D7-28FC-8A5E-0009-0FC44A092534}"/>
                  </a:ext>
                </a:extLst>
              </p:cNvPr>
              <p:cNvSpPr/>
              <p:nvPr/>
            </p:nvSpPr>
            <p:spPr>
              <a:xfrm>
                <a:off x="7492456" y="1270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5" name="Freeform 32904">
                <a:extLst>
                  <a:ext uri="{FF2B5EF4-FFF2-40B4-BE49-F238E27FC236}">
                    <a16:creationId xmlns:a16="http://schemas.microsoft.com/office/drawing/2014/main" id="{4056781A-8F77-34DA-3492-E39B99B67585}"/>
                  </a:ext>
                </a:extLst>
              </p:cNvPr>
              <p:cNvSpPr/>
              <p:nvPr/>
            </p:nvSpPr>
            <p:spPr>
              <a:xfrm>
                <a:off x="7493052" y="12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6" name="Freeform 32905">
                <a:extLst>
                  <a:ext uri="{FF2B5EF4-FFF2-40B4-BE49-F238E27FC236}">
                    <a16:creationId xmlns:a16="http://schemas.microsoft.com/office/drawing/2014/main" id="{DC701F05-DB57-B0A8-6924-5435CEB08575}"/>
                  </a:ext>
                </a:extLst>
              </p:cNvPr>
              <p:cNvSpPr/>
              <p:nvPr/>
            </p:nvSpPr>
            <p:spPr>
              <a:xfrm>
                <a:off x="7493548" y="1080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7" name="Freeform 32906">
                <a:extLst>
                  <a:ext uri="{FF2B5EF4-FFF2-40B4-BE49-F238E27FC236}">
                    <a16:creationId xmlns:a16="http://schemas.microsoft.com/office/drawing/2014/main" id="{90796277-BC69-8D2C-025F-34BE2C17A1BD}"/>
                  </a:ext>
                </a:extLst>
              </p:cNvPr>
              <p:cNvSpPr/>
              <p:nvPr/>
            </p:nvSpPr>
            <p:spPr>
              <a:xfrm>
                <a:off x="7494044" y="9963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8" name="Freeform 32907">
                <a:extLst>
                  <a:ext uri="{FF2B5EF4-FFF2-40B4-BE49-F238E27FC236}">
                    <a16:creationId xmlns:a16="http://schemas.microsoft.com/office/drawing/2014/main" id="{FC25E722-9DB8-F134-89D2-CE5C9CB9B787}"/>
                  </a:ext>
                </a:extLst>
              </p:cNvPr>
              <p:cNvSpPr/>
              <p:nvPr/>
            </p:nvSpPr>
            <p:spPr>
              <a:xfrm>
                <a:off x="7494639" y="871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09" name="Freeform 32908">
                <a:extLst>
                  <a:ext uri="{FF2B5EF4-FFF2-40B4-BE49-F238E27FC236}">
                    <a16:creationId xmlns:a16="http://schemas.microsoft.com/office/drawing/2014/main" id="{F41D29E8-658F-1315-386E-CE7941241FEF}"/>
                  </a:ext>
                </a:extLst>
              </p:cNvPr>
              <p:cNvSpPr/>
              <p:nvPr/>
            </p:nvSpPr>
            <p:spPr>
              <a:xfrm>
                <a:off x="7495135" y="753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0" name="Freeform 32909">
                <a:extLst>
                  <a:ext uri="{FF2B5EF4-FFF2-40B4-BE49-F238E27FC236}">
                    <a16:creationId xmlns:a16="http://schemas.microsoft.com/office/drawing/2014/main" id="{E05E72E0-C74A-3EF6-B99F-CA71D2C0E66D}"/>
                  </a:ext>
                </a:extLst>
              </p:cNvPr>
              <p:cNvSpPr/>
              <p:nvPr/>
            </p:nvSpPr>
            <p:spPr>
              <a:xfrm>
                <a:off x="7495631" y="647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1" name="Freeform 32910">
                <a:extLst>
                  <a:ext uri="{FF2B5EF4-FFF2-40B4-BE49-F238E27FC236}">
                    <a16:creationId xmlns:a16="http://schemas.microsoft.com/office/drawing/2014/main" id="{E250B9A6-1019-BD9E-2EA5-62151EF275B8}"/>
                  </a:ext>
                </a:extLst>
              </p:cNvPr>
              <p:cNvSpPr/>
              <p:nvPr/>
            </p:nvSpPr>
            <p:spPr>
              <a:xfrm>
                <a:off x="7496227" y="595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2" name="Freeform 32911">
                <a:extLst>
                  <a:ext uri="{FF2B5EF4-FFF2-40B4-BE49-F238E27FC236}">
                    <a16:creationId xmlns:a16="http://schemas.microsoft.com/office/drawing/2014/main" id="{E0863C98-DBF5-8B8F-F597-4FE18B10D71B}"/>
                  </a:ext>
                </a:extLst>
              </p:cNvPr>
              <p:cNvSpPr/>
              <p:nvPr/>
            </p:nvSpPr>
            <p:spPr>
              <a:xfrm>
                <a:off x="7496723" y="556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3" name="Freeform 32912">
                <a:extLst>
                  <a:ext uri="{FF2B5EF4-FFF2-40B4-BE49-F238E27FC236}">
                    <a16:creationId xmlns:a16="http://schemas.microsoft.com/office/drawing/2014/main" id="{7B566C6C-474B-FA9B-4D29-9E8EAD53C6D3}"/>
                  </a:ext>
                </a:extLst>
              </p:cNvPr>
              <p:cNvSpPr/>
              <p:nvPr/>
            </p:nvSpPr>
            <p:spPr>
              <a:xfrm>
                <a:off x="7497219" y="772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4" name="Freeform 32913">
                <a:extLst>
                  <a:ext uri="{FF2B5EF4-FFF2-40B4-BE49-F238E27FC236}">
                    <a16:creationId xmlns:a16="http://schemas.microsoft.com/office/drawing/2014/main" id="{80F123E1-C939-06F6-9305-972E312B6571}"/>
                  </a:ext>
                </a:extLst>
              </p:cNvPr>
              <p:cNvSpPr/>
              <p:nvPr/>
            </p:nvSpPr>
            <p:spPr>
              <a:xfrm>
                <a:off x="7497715" y="1880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5" name="Freeform 32914">
                <a:extLst>
                  <a:ext uri="{FF2B5EF4-FFF2-40B4-BE49-F238E27FC236}">
                    <a16:creationId xmlns:a16="http://schemas.microsoft.com/office/drawing/2014/main" id="{44529870-6961-4232-5992-92905A69F2F0}"/>
                  </a:ext>
                </a:extLst>
              </p:cNvPr>
              <p:cNvSpPr/>
              <p:nvPr/>
            </p:nvSpPr>
            <p:spPr>
              <a:xfrm>
                <a:off x="7498310" y="2033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6" name="Freeform 32915">
                <a:extLst>
                  <a:ext uri="{FF2B5EF4-FFF2-40B4-BE49-F238E27FC236}">
                    <a16:creationId xmlns:a16="http://schemas.microsoft.com/office/drawing/2014/main" id="{A01EFE77-0D12-3D4C-B2E6-7B467B1B64BC}"/>
                  </a:ext>
                </a:extLst>
              </p:cNvPr>
              <p:cNvSpPr/>
              <p:nvPr/>
            </p:nvSpPr>
            <p:spPr>
              <a:xfrm>
                <a:off x="7498806" y="2070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7" name="Freeform 32916">
                <a:extLst>
                  <a:ext uri="{FF2B5EF4-FFF2-40B4-BE49-F238E27FC236}">
                    <a16:creationId xmlns:a16="http://schemas.microsoft.com/office/drawing/2014/main" id="{6BABB5C6-9A4E-13EE-2741-C45A443FACEB}"/>
                  </a:ext>
                </a:extLst>
              </p:cNvPr>
              <p:cNvSpPr/>
              <p:nvPr/>
            </p:nvSpPr>
            <p:spPr>
              <a:xfrm>
                <a:off x="7499302" y="207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8" name="Freeform 32917">
                <a:extLst>
                  <a:ext uri="{FF2B5EF4-FFF2-40B4-BE49-F238E27FC236}">
                    <a16:creationId xmlns:a16="http://schemas.microsoft.com/office/drawing/2014/main" id="{A32D7E55-5465-B596-9CA1-786AC89AF6EF}"/>
                  </a:ext>
                </a:extLst>
              </p:cNvPr>
              <p:cNvSpPr/>
              <p:nvPr/>
            </p:nvSpPr>
            <p:spPr>
              <a:xfrm>
                <a:off x="7499898" y="20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19" name="Freeform 32918">
                <a:extLst>
                  <a:ext uri="{FF2B5EF4-FFF2-40B4-BE49-F238E27FC236}">
                    <a16:creationId xmlns:a16="http://schemas.microsoft.com/office/drawing/2014/main" id="{7EA73D7C-5DD8-E421-816B-6F31F49CD64D}"/>
                  </a:ext>
                </a:extLst>
              </p:cNvPr>
              <p:cNvSpPr/>
              <p:nvPr/>
            </p:nvSpPr>
            <p:spPr>
              <a:xfrm>
                <a:off x="7500394" y="2077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0" name="Freeform 32919">
                <a:extLst>
                  <a:ext uri="{FF2B5EF4-FFF2-40B4-BE49-F238E27FC236}">
                    <a16:creationId xmlns:a16="http://schemas.microsoft.com/office/drawing/2014/main" id="{CA2FBBD5-9154-C985-C6E6-F4932948FFA3}"/>
                  </a:ext>
                </a:extLst>
              </p:cNvPr>
              <p:cNvSpPr/>
              <p:nvPr/>
            </p:nvSpPr>
            <p:spPr>
              <a:xfrm>
                <a:off x="7500890" y="208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1" name="Freeform 32920">
                <a:extLst>
                  <a:ext uri="{FF2B5EF4-FFF2-40B4-BE49-F238E27FC236}">
                    <a16:creationId xmlns:a16="http://schemas.microsoft.com/office/drawing/2014/main" id="{1EC3B0A8-6127-1AE1-3ECA-539667B0703F}"/>
                  </a:ext>
                </a:extLst>
              </p:cNvPr>
              <p:cNvSpPr/>
              <p:nvPr/>
            </p:nvSpPr>
            <p:spPr>
              <a:xfrm>
                <a:off x="7501485" y="2084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2" name="Freeform 32921">
                <a:extLst>
                  <a:ext uri="{FF2B5EF4-FFF2-40B4-BE49-F238E27FC236}">
                    <a16:creationId xmlns:a16="http://schemas.microsoft.com/office/drawing/2014/main" id="{19F4884A-2628-D4AC-ADD2-8477B99EB471}"/>
                  </a:ext>
                </a:extLst>
              </p:cNvPr>
              <p:cNvSpPr/>
              <p:nvPr/>
            </p:nvSpPr>
            <p:spPr>
              <a:xfrm>
                <a:off x="7501981" y="2080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3" name="Freeform 32922">
                <a:extLst>
                  <a:ext uri="{FF2B5EF4-FFF2-40B4-BE49-F238E27FC236}">
                    <a16:creationId xmlns:a16="http://schemas.microsoft.com/office/drawing/2014/main" id="{D0D6DBA6-EBBD-CAF2-2ACD-0C9BB98FB0CC}"/>
                  </a:ext>
                </a:extLst>
              </p:cNvPr>
              <p:cNvSpPr/>
              <p:nvPr/>
            </p:nvSpPr>
            <p:spPr>
              <a:xfrm>
                <a:off x="7502477" y="1804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4" name="Freeform 32923">
                <a:extLst>
                  <a:ext uri="{FF2B5EF4-FFF2-40B4-BE49-F238E27FC236}">
                    <a16:creationId xmlns:a16="http://schemas.microsoft.com/office/drawing/2014/main" id="{27777FA2-A1CA-71D1-917D-4EB9D990F63F}"/>
                  </a:ext>
                </a:extLst>
              </p:cNvPr>
              <p:cNvSpPr/>
              <p:nvPr/>
            </p:nvSpPr>
            <p:spPr>
              <a:xfrm>
                <a:off x="7503073" y="1133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5" name="Freeform 32924">
                <a:extLst>
                  <a:ext uri="{FF2B5EF4-FFF2-40B4-BE49-F238E27FC236}">
                    <a16:creationId xmlns:a16="http://schemas.microsoft.com/office/drawing/2014/main" id="{F9AD2F40-1D84-55C2-6FC6-6B1E2EDDAAC6}"/>
                  </a:ext>
                </a:extLst>
              </p:cNvPr>
              <p:cNvSpPr/>
              <p:nvPr/>
            </p:nvSpPr>
            <p:spPr>
              <a:xfrm>
                <a:off x="7503569" y="1081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6" name="Freeform 32925">
                <a:extLst>
                  <a:ext uri="{FF2B5EF4-FFF2-40B4-BE49-F238E27FC236}">
                    <a16:creationId xmlns:a16="http://schemas.microsoft.com/office/drawing/2014/main" id="{5D52192C-05DA-742A-518C-25CDCB1A0C28}"/>
                  </a:ext>
                </a:extLst>
              </p:cNvPr>
              <p:cNvSpPr/>
              <p:nvPr/>
            </p:nvSpPr>
            <p:spPr>
              <a:xfrm>
                <a:off x="7504065" y="1062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7" name="Freeform 32926">
                <a:extLst>
                  <a:ext uri="{FF2B5EF4-FFF2-40B4-BE49-F238E27FC236}">
                    <a16:creationId xmlns:a16="http://schemas.microsoft.com/office/drawing/2014/main" id="{A9CB2D82-A283-B7BF-0B79-903EC9DB4C42}"/>
                  </a:ext>
                </a:extLst>
              </p:cNvPr>
              <p:cNvSpPr/>
              <p:nvPr/>
            </p:nvSpPr>
            <p:spPr>
              <a:xfrm>
                <a:off x="7504660" y="1074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8" name="Freeform 32927">
                <a:extLst>
                  <a:ext uri="{FF2B5EF4-FFF2-40B4-BE49-F238E27FC236}">
                    <a16:creationId xmlns:a16="http://schemas.microsoft.com/office/drawing/2014/main" id="{C053C16F-4217-E691-D540-A2C3C747C6BB}"/>
                  </a:ext>
                </a:extLst>
              </p:cNvPr>
              <p:cNvSpPr/>
              <p:nvPr/>
            </p:nvSpPr>
            <p:spPr>
              <a:xfrm>
                <a:off x="7505156" y="1027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29" name="Freeform 32928">
                <a:extLst>
                  <a:ext uri="{FF2B5EF4-FFF2-40B4-BE49-F238E27FC236}">
                    <a16:creationId xmlns:a16="http://schemas.microsoft.com/office/drawing/2014/main" id="{9978A337-068D-A555-86C9-48D8C2EF1531}"/>
                  </a:ext>
                </a:extLst>
              </p:cNvPr>
              <p:cNvSpPr/>
              <p:nvPr/>
            </p:nvSpPr>
            <p:spPr>
              <a:xfrm>
                <a:off x="7505652" y="1164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0" name="Freeform 32929">
                <a:extLst>
                  <a:ext uri="{FF2B5EF4-FFF2-40B4-BE49-F238E27FC236}">
                    <a16:creationId xmlns:a16="http://schemas.microsoft.com/office/drawing/2014/main" id="{C17B104A-1EC1-EBEA-915E-2D08CAF22631}"/>
                  </a:ext>
                </a:extLst>
              </p:cNvPr>
              <p:cNvSpPr/>
              <p:nvPr/>
            </p:nvSpPr>
            <p:spPr>
              <a:xfrm>
                <a:off x="7506248" y="1315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1" name="Freeform 32930">
                <a:extLst>
                  <a:ext uri="{FF2B5EF4-FFF2-40B4-BE49-F238E27FC236}">
                    <a16:creationId xmlns:a16="http://schemas.microsoft.com/office/drawing/2014/main" id="{291ABD34-4B8E-E237-F87D-78DFE8984FFB}"/>
                  </a:ext>
                </a:extLst>
              </p:cNvPr>
              <p:cNvSpPr/>
              <p:nvPr/>
            </p:nvSpPr>
            <p:spPr>
              <a:xfrm>
                <a:off x="7506744" y="1293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2" name="Freeform 32931">
                <a:extLst>
                  <a:ext uri="{FF2B5EF4-FFF2-40B4-BE49-F238E27FC236}">
                    <a16:creationId xmlns:a16="http://schemas.microsoft.com/office/drawing/2014/main" id="{CAC7AE95-BC8F-4860-ADC1-BB6415CA67A1}"/>
                  </a:ext>
                </a:extLst>
              </p:cNvPr>
              <p:cNvSpPr/>
              <p:nvPr/>
            </p:nvSpPr>
            <p:spPr>
              <a:xfrm>
                <a:off x="7507240" y="1335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3" name="Freeform 32932">
                <a:extLst>
                  <a:ext uri="{FF2B5EF4-FFF2-40B4-BE49-F238E27FC236}">
                    <a16:creationId xmlns:a16="http://schemas.microsoft.com/office/drawing/2014/main" id="{C4213A55-31E8-FE07-41B3-EEDDD4DFF6C9}"/>
                  </a:ext>
                </a:extLst>
              </p:cNvPr>
              <p:cNvSpPr/>
              <p:nvPr/>
            </p:nvSpPr>
            <p:spPr>
              <a:xfrm>
                <a:off x="7507835" y="1324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4" name="Freeform 32933">
                <a:extLst>
                  <a:ext uri="{FF2B5EF4-FFF2-40B4-BE49-F238E27FC236}">
                    <a16:creationId xmlns:a16="http://schemas.microsoft.com/office/drawing/2014/main" id="{5FA8A9BE-461C-5E99-A974-33028E56C0DC}"/>
                  </a:ext>
                </a:extLst>
              </p:cNvPr>
              <p:cNvSpPr/>
              <p:nvPr/>
            </p:nvSpPr>
            <p:spPr>
              <a:xfrm>
                <a:off x="7508331" y="1287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5" name="Freeform 32934">
                <a:extLst>
                  <a:ext uri="{FF2B5EF4-FFF2-40B4-BE49-F238E27FC236}">
                    <a16:creationId xmlns:a16="http://schemas.microsoft.com/office/drawing/2014/main" id="{23FF6043-66B8-6FA5-7231-3E5BCC99F417}"/>
                  </a:ext>
                </a:extLst>
              </p:cNvPr>
              <p:cNvSpPr/>
              <p:nvPr/>
            </p:nvSpPr>
            <p:spPr>
              <a:xfrm>
                <a:off x="7508827" y="1281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6" name="Freeform 32935">
                <a:extLst>
                  <a:ext uri="{FF2B5EF4-FFF2-40B4-BE49-F238E27FC236}">
                    <a16:creationId xmlns:a16="http://schemas.microsoft.com/office/drawing/2014/main" id="{C435E156-73BE-A163-AF9F-56D5360BB38E}"/>
                  </a:ext>
                </a:extLst>
              </p:cNvPr>
              <p:cNvSpPr/>
              <p:nvPr/>
            </p:nvSpPr>
            <p:spPr>
              <a:xfrm>
                <a:off x="7509323" y="1288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7" name="Freeform 32936">
                <a:extLst>
                  <a:ext uri="{FF2B5EF4-FFF2-40B4-BE49-F238E27FC236}">
                    <a16:creationId xmlns:a16="http://schemas.microsoft.com/office/drawing/2014/main" id="{E6EDE5C2-805C-B8BC-2469-860E40903BE9}"/>
                  </a:ext>
                </a:extLst>
              </p:cNvPr>
              <p:cNvSpPr/>
              <p:nvPr/>
            </p:nvSpPr>
            <p:spPr>
              <a:xfrm>
                <a:off x="7509919" y="1417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8" name="Freeform 32937">
                <a:extLst>
                  <a:ext uri="{FF2B5EF4-FFF2-40B4-BE49-F238E27FC236}">
                    <a16:creationId xmlns:a16="http://schemas.microsoft.com/office/drawing/2014/main" id="{7D4DD61F-68D7-F224-4540-2FCB2871EACF}"/>
                  </a:ext>
                </a:extLst>
              </p:cNvPr>
              <p:cNvSpPr/>
              <p:nvPr/>
            </p:nvSpPr>
            <p:spPr>
              <a:xfrm>
                <a:off x="7510415" y="1843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39" name="Freeform 32938">
                <a:extLst>
                  <a:ext uri="{FF2B5EF4-FFF2-40B4-BE49-F238E27FC236}">
                    <a16:creationId xmlns:a16="http://schemas.microsoft.com/office/drawing/2014/main" id="{CA505871-083D-966E-0104-02532AE41E16}"/>
                  </a:ext>
                </a:extLst>
              </p:cNvPr>
              <p:cNvSpPr/>
              <p:nvPr/>
            </p:nvSpPr>
            <p:spPr>
              <a:xfrm>
                <a:off x="7510911" y="2001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0" name="Freeform 32939">
                <a:extLst>
                  <a:ext uri="{FF2B5EF4-FFF2-40B4-BE49-F238E27FC236}">
                    <a16:creationId xmlns:a16="http://schemas.microsoft.com/office/drawing/2014/main" id="{3E6868DD-90F3-332D-3B1F-AAA928D3466F}"/>
                  </a:ext>
                </a:extLst>
              </p:cNvPr>
              <p:cNvSpPr/>
              <p:nvPr/>
            </p:nvSpPr>
            <p:spPr>
              <a:xfrm>
                <a:off x="7511506" y="2025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1" name="Freeform 32940">
                <a:extLst>
                  <a:ext uri="{FF2B5EF4-FFF2-40B4-BE49-F238E27FC236}">
                    <a16:creationId xmlns:a16="http://schemas.microsoft.com/office/drawing/2014/main" id="{4770DA20-9234-A635-4852-479A022186B6}"/>
                  </a:ext>
                </a:extLst>
              </p:cNvPr>
              <p:cNvSpPr/>
              <p:nvPr/>
            </p:nvSpPr>
            <p:spPr>
              <a:xfrm>
                <a:off x="7512002" y="20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2" name="Freeform 32941">
                <a:extLst>
                  <a:ext uri="{FF2B5EF4-FFF2-40B4-BE49-F238E27FC236}">
                    <a16:creationId xmlns:a16="http://schemas.microsoft.com/office/drawing/2014/main" id="{E842472F-CAF7-9F96-60EC-BB1FB341503D}"/>
                  </a:ext>
                </a:extLst>
              </p:cNvPr>
              <p:cNvSpPr/>
              <p:nvPr/>
            </p:nvSpPr>
            <p:spPr>
              <a:xfrm>
                <a:off x="7512498" y="1989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3" name="Freeform 32942">
                <a:extLst>
                  <a:ext uri="{FF2B5EF4-FFF2-40B4-BE49-F238E27FC236}">
                    <a16:creationId xmlns:a16="http://schemas.microsoft.com/office/drawing/2014/main" id="{4574950C-7332-A4B6-6A96-86CDB018E0AA}"/>
                  </a:ext>
                </a:extLst>
              </p:cNvPr>
              <p:cNvSpPr/>
              <p:nvPr/>
            </p:nvSpPr>
            <p:spPr>
              <a:xfrm>
                <a:off x="7513094" y="1997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4" name="Freeform 32943">
                <a:extLst>
                  <a:ext uri="{FF2B5EF4-FFF2-40B4-BE49-F238E27FC236}">
                    <a16:creationId xmlns:a16="http://schemas.microsoft.com/office/drawing/2014/main" id="{CE596358-0216-9DF9-C81E-C4A1D4AC165D}"/>
                  </a:ext>
                </a:extLst>
              </p:cNvPr>
              <p:cNvSpPr/>
              <p:nvPr/>
            </p:nvSpPr>
            <p:spPr>
              <a:xfrm>
                <a:off x="7513590" y="1989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5" name="Freeform 32944">
                <a:extLst>
                  <a:ext uri="{FF2B5EF4-FFF2-40B4-BE49-F238E27FC236}">
                    <a16:creationId xmlns:a16="http://schemas.microsoft.com/office/drawing/2014/main" id="{1B864923-087C-F9B3-5584-13B6E36F0748}"/>
                  </a:ext>
                </a:extLst>
              </p:cNvPr>
              <p:cNvSpPr/>
              <p:nvPr/>
            </p:nvSpPr>
            <p:spPr>
              <a:xfrm>
                <a:off x="7514086" y="20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6" name="Freeform 32945">
                <a:extLst>
                  <a:ext uri="{FF2B5EF4-FFF2-40B4-BE49-F238E27FC236}">
                    <a16:creationId xmlns:a16="http://schemas.microsoft.com/office/drawing/2014/main" id="{2F54AE26-972F-639E-C06A-5593E27DBC66}"/>
                  </a:ext>
                </a:extLst>
              </p:cNvPr>
              <p:cNvSpPr/>
              <p:nvPr/>
            </p:nvSpPr>
            <p:spPr>
              <a:xfrm>
                <a:off x="7514681" y="1961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7" name="Freeform 32946">
                <a:extLst>
                  <a:ext uri="{FF2B5EF4-FFF2-40B4-BE49-F238E27FC236}">
                    <a16:creationId xmlns:a16="http://schemas.microsoft.com/office/drawing/2014/main" id="{1D4AF6E2-3171-2985-549B-B2DCFE227BF8}"/>
                  </a:ext>
                </a:extLst>
              </p:cNvPr>
              <p:cNvSpPr/>
              <p:nvPr/>
            </p:nvSpPr>
            <p:spPr>
              <a:xfrm>
                <a:off x="7515177" y="187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8" name="Freeform 32947">
                <a:extLst>
                  <a:ext uri="{FF2B5EF4-FFF2-40B4-BE49-F238E27FC236}">
                    <a16:creationId xmlns:a16="http://schemas.microsoft.com/office/drawing/2014/main" id="{B25FBF2A-A9C5-3BCD-29F7-A93AE3785864}"/>
                  </a:ext>
                </a:extLst>
              </p:cNvPr>
              <p:cNvSpPr/>
              <p:nvPr/>
            </p:nvSpPr>
            <p:spPr>
              <a:xfrm>
                <a:off x="7515673" y="1375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49" name="Freeform 32948">
                <a:extLst>
                  <a:ext uri="{FF2B5EF4-FFF2-40B4-BE49-F238E27FC236}">
                    <a16:creationId xmlns:a16="http://schemas.microsoft.com/office/drawing/2014/main" id="{4746CC75-8160-4533-EC5A-A096D0CB2F31}"/>
                  </a:ext>
                </a:extLst>
              </p:cNvPr>
              <p:cNvSpPr/>
              <p:nvPr/>
            </p:nvSpPr>
            <p:spPr>
              <a:xfrm>
                <a:off x="7516269" y="1022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0" name="Freeform 32949">
                <a:extLst>
                  <a:ext uri="{FF2B5EF4-FFF2-40B4-BE49-F238E27FC236}">
                    <a16:creationId xmlns:a16="http://schemas.microsoft.com/office/drawing/2014/main" id="{D7236D59-B6B6-F7E0-5F0B-3A7F44A6C587}"/>
                  </a:ext>
                </a:extLst>
              </p:cNvPr>
              <p:cNvSpPr/>
              <p:nvPr/>
            </p:nvSpPr>
            <p:spPr>
              <a:xfrm>
                <a:off x="7516765" y="1148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1" name="Freeform 32950">
                <a:extLst>
                  <a:ext uri="{FF2B5EF4-FFF2-40B4-BE49-F238E27FC236}">
                    <a16:creationId xmlns:a16="http://schemas.microsoft.com/office/drawing/2014/main" id="{21B6EFC5-D1A1-5E1F-B52C-1B0BE7C575B1}"/>
                  </a:ext>
                </a:extLst>
              </p:cNvPr>
              <p:cNvSpPr/>
              <p:nvPr/>
            </p:nvSpPr>
            <p:spPr>
              <a:xfrm>
                <a:off x="7517261" y="1178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2" name="Freeform 32951">
                <a:extLst>
                  <a:ext uri="{FF2B5EF4-FFF2-40B4-BE49-F238E27FC236}">
                    <a16:creationId xmlns:a16="http://schemas.microsoft.com/office/drawing/2014/main" id="{BEDCACD9-9E95-5C9A-77FB-4DE02E1D5BFA}"/>
                  </a:ext>
                </a:extLst>
              </p:cNvPr>
              <p:cNvSpPr/>
              <p:nvPr/>
            </p:nvSpPr>
            <p:spPr>
              <a:xfrm>
                <a:off x="7517856" y="1169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3" name="Freeform 32952">
                <a:extLst>
                  <a:ext uri="{FF2B5EF4-FFF2-40B4-BE49-F238E27FC236}">
                    <a16:creationId xmlns:a16="http://schemas.microsoft.com/office/drawing/2014/main" id="{0A6F503B-4AAA-1227-BA72-ADA64E9404FF}"/>
                  </a:ext>
                </a:extLst>
              </p:cNvPr>
              <p:cNvSpPr/>
              <p:nvPr/>
            </p:nvSpPr>
            <p:spPr>
              <a:xfrm>
                <a:off x="7518352" y="1118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4" name="Freeform 32953">
                <a:extLst>
                  <a:ext uri="{FF2B5EF4-FFF2-40B4-BE49-F238E27FC236}">
                    <a16:creationId xmlns:a16="http://schemas.microsoft.com/office/drawing/2014/main" id="{4E504966-6D33-C71F-4793-4D73E135A49E}"/>
                  </a:ext>
                </a:extLst>
              </p:cNvPr>
              <p:cNvSpPr/>
              <p:nvPr/>
            </p:nvSpPr>
            <p:spPr>
              <a:xfrm>
                <a:off x="7518848" y="1281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5" name="Freeform 32954">
                <a:extLst>
                  <a:ext uri="{FF2B5EF4-FFF2-40B4-BE49-F238E27FC236}">
                    <a16:creationId xmlns:a16="http://schemas.microsoft.com/office/drawing/2014/main" id="{151A4456-462A-D029-185E-E1EAFE28BBE8}"/>
                  </a:ext>
                </a:extLst>
              </p:cNvPr>
              <p:cNvSpPr/>
              <p:nvPr/>
            </p:nvSpPr>
            <p:spPr>
              <a:xfrm>
                <a:off x="7519444" y="1258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6" name="Freeform 32955">
                <a:extLst>
                  <a:ext uri="{FF2B5EF4-FFF2-40B4-BE49-F238E27FC236}">
                    <a16:creationId xmlns:a16="http://schemas.microsoft.com/office/drawing/2014/main" id="{37BAD47B-BF2D-F432-7267-229445CA3E2F}"/>
                  </a:ext>
                </a:extLst>
              </p:cNvPr>
              <p:cNvSpPr/>
              <p:nvPr/>
            </p:nvSpPr>
            <p:spPr>
              <a:xfrm>
                <a:off x="7519940" y="1191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7" name="Freeform 32956">
                <a:extLst>
                  <a:ext uri="{FF2B5EF4-FFF2-40B4-BE49-F238E27FC236}">
                    <a16:creationId xmlns:a16="http://schemas.microsoft.com/office/drawing/2014/main" id="{90FDFE07-BB72-8977-B5F4-81736DADAAFE}"/>
                  </a:ext>
                </a:extLst>
              </p:cNvPr>
              <p:cNvSpPr/>
              <p:nvPr/>
            </p:nvSpPr>
            <p:spPr>
              <a:xfrm>
                <a:off x="7520436" y="1182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8" name="Freeform 32957">
                <a:extLst>
                  <a:ext uri="{FF2B5EF4-FFF2-40B4-BE49-F238E27FC236}">
                    <a16:creationId xmlns:a16="http://schemas.microsoft.com/office/drawing/2014/main" id="{7174C687-ED68-FB1E-BFE8-5A687D808AEE}"/>
                  </a:ext>
                </a:extLst>
              </p:cNvPr>
              <p:cNvSpPr/>
              <p:nvPr/>
            </p:nvSpPr>
            <p:spPr>
              <a:xfrm>
                <a:off x="7521031" y="1175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59" name="Freeform 32958">
                <a:extLst>
                  <a:ext uri="{FF2B5EF4-FFF2-40B4-BE49-F238E27FC236}">
                    <a16:creationId xmlns:a16="http://schemas.microsoft.com/office/drawing/2014/main" id="{B6985597-FB46-D87B-BCB3-99447280CD2B}"/>
                  </a:ext>
                </a:extLst>
              </p:cNvPr>
              <p:cNvSpPr/>
              <p:nvPr/>
            </p:nvSpPr>
            <p:spPr>
              <a:xfrm>
                <a:off x="7521527" y="1143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0" name="Freeform 32959">
                <a:extLst>
                  <a:ext uri="{FF2B5EF4-FFF2-40B4-BE49-F238E27FC236}">
                    <a16:creationId xmlns:a16="http://schemas.microsoft.com/office/drawing/2014/main" id="{D782012E-5532-7EEF-3B4E-B3E3320F83F5}"/>
                  </a:ext>
                </a:extLst>
              </p:cNvPr>
              <p:cNvSpPr/>
              <p:nvPr/>
            </p:nvSpPr>
            <p:spPr>
              <a:xfrm>
                <a:off x="7522023" y="118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1" name="Freeform 32960">
                <a:extLst>
                  <a:ext uri="{FF2B5EF4-FFF2-40B4-BE49-F238E27FC236}">
                    <a16:creationId xmlns:a16="http://schemas.microsoft.com/office/drawing/2014/main" id="{324C7EAF-EA72-29E8-DD5D-3C730517A17A}"/>
                  </a:ext>
                </a:extLst>
              </p:cNvPr>
              <p:cNvSpPr/>
              <p:nvPr/>
            </p:nvSpPr>
            <p:spPr>
              <a:xfrm>
                <a:off x="7522520" y="12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2" name="Freeform 32961">
                <a:extLst>
                  <a:ext uri="{FF2B5EF4-FFF2-40B4-BE49-F238E27FC236}">
                    <a16:creationId xmlns:a16="http://schemas.microsoft.com/office/drawing/2014/main" id="{0C692C98-3D54-366E-EF8A-6CE93EBCA3AE}"/>
                  </a:ext>
                </a:extLst>
              </p:cNvPr>
              <p:cNvSpPr/>
              <p:nvPr/>
            </p:nvSpPr>
            <p:spPr>
              <a:xfrm>
                <a:off x="7523115" y="1761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3" name="Freeform 32962">
                <a:extLst>
                  <a:ext uri="{FF2B5EF4-FFF2-40B4-BE49-F238E27FC236}">
                    <a16:creationId xmlns:a16="http://schemas.microsoft.com/office/drawing/2014/main" id="{4DF8D0EA-C69B-CFD0-EC79-26FCF2CF766A}"/>
                  </a:ext>
                </a:extLst>
              </p:cNvPr>
              <p:cNvSpPr/>
              <p:nvPr/>
            </p:nvSpPr>
            <p:spPr>
              <a:xfrm>
                <a:off x="7523611" y="1939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4" name="Freeform 32963">
                <a:extLst>
                  <a:ext uri="{FF2B5EF4-FFF2-40B4-BE49-F238E27FC236}">
                    <a16:creationId xmlns:a16="http://schemas.microsoft.com/office/drawing/2014/main" id="{918E647D-5467-910D-577B-9AB1D0A40827}"/>
                  </a:ext>
                </a:extLst>
              </p:cNvPr>
              <p:cNvSpPr/>
              <p:nvPr/>
            </p:nvSpPr>
            <p:spPr>
              <a:xfrm>
                <a:off x="7524107" y="195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5" name="Freeform 32964">
                <a:extLst>
                  <a:ext uri="{FF2B5EF4-FFF2-40B4-BE49-F238E27FC236}">
                    <a16:creationId xmlns:a16="http://schemas.microsoft.com/office/drawing/2014/main" id="{2F7BEA25-7491-62BC-C305-E5EE56139773}"/>
                  </a:ext>
                </a:extLst>
              </p:cNvPr>
              <p:cNvSpPr/>
              <p:nvPr/>
            </p:nvSpPr>
            <p:spPr>
              <a:xfrm>
                <a:off x="7524702" y="195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6" name="Freeform 32965">
                <a:extLst>
                  <a:ext uri="{FF2B5EF4-FFF2-40B4-BE49-F238E27FC236}">
                    <a16:creationId xmlns:a16="http://schemas.microsoft.com/office/drawing/2014/main" id="{25AAECE6-8CC1-67E6-0832-F9771ED0781C}"/>
                  </a:ext>
                </a:extLst>
              </p:cNvPr>
              <p:cNvSpPr/>
              <p:nvPr/>
            </p:nvSpPr>
            <p:spPr>
              <a:xfrm>
                <a:off x="7525198" y="1948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7" name="Freeform 32966">
                <a:extLst>
                  <a:ext uri="{FF2B5EF4-FFF2-40B4-BE49-F238E27FC236}">
                    <a16:creationId xmlns:a16="http://schemas.microsoft.com/office/drawing/2014/main" id="{B0652A8F-8873-8219-BCF1-F636CE59EB5A}"/>
                  </a:ext>
                </a:extLst>
              </p:cNvPr>
              <p:cNvSpPr/>
              <p:nvPr/>
            </p:nvSpPr>
            <p:spPr>
              <a:xfrm>
                <a:off x="7525695" y="1946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8" name="Freeform 32967">
                <a:extLst>
                  <a:ext uri="{FF2B5EF4-FFF2-40B4-BE49-F238E27FC236}">
                    <a16:creationId xmlns:a16="http://schemas.microsoft.com/office/drawing/2014/main" id="{95F4397E-C934-92C2-860D-1D0A913CA216}"/>
                  </a:ext>
                </a:extLst>
              </p:cNvPr>
              <p:cNvSpPr/>
              <p:nvPr/>
            </p:nvSpPr>
            <p:spPr>
              <a:xfrm>
                <a:off x="7526290" y="195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69" name="Freeform 32968">
                <a:extLst>
                  <a:ext uri="{FF2B5EF4-FFF2-40B4-BE49-F238E27FC236}">
                    <a16:creationId xmlns:a16="http://schemas.microsoft.com/office/drawing/2014/main" id="{3E34936C-84E0-D77D-30BD-8851980739BD}"/>
                  </a:ext>
                </a:extLst>
              </p:cNvPr>
              <p:cNvSpPr/>
              <p:nvPr/>
            </p:nvSpPr>
            <p:spPr>
              <a:xfrm>
                <a:off x="7526786" y="1964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0" name="Freeform 32969">
                <a:extLst>
                  <a:ext uri="{FF2B5EF4-FFF2-40B4-BE49-F238E27FC236}">
                    <a16:creationId xmlns:a16="http://schemas.microsoft.com/office/drawing/2014/main" id="{61BC8A64-4F51-C9C8-D140-DFFF7D1AB140}"/>
                  </a:ext>
                </a:extLst>
              </p:cNvPr>
              <p:cNvSpPr/>
              <p:nvPr/>
            </p:nvSpPr>
            <p:spPr>
              <a:xfrm>
                <a:off x="7527282" y="1947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1" name="Freeform 32970">
                <a:extLst>
                  <a:ext uri="{FF2B5EF4-FFF2-40B4-BE49-F238E27FC236}">
                    <a16:creationId xmlns:a16="http://schemas.microsoft.com/office/drawing/2014/main" id="{F3C7E2C3-5858-6A19-725A-DD10AFB1DD81}"/>
                  </a:ext>
                </a:extLst>
              </p:cNvPr>
              <p:cNvSpPr/>
              <p:nvPr/>
            </p:nvSpPr>
            <p:spPr>
              <a:xfrm>
                <a:off x="7527877" y="1859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2" name="Freeform 32971">
                <a:extLst>
                  <a:ext uri="{FF2B5EF4-FFF2-40B4-BE49-F238E27FC236}">
                    <a16:creationId xmlns:a16="http://schemas.microsoft.com/office/drawing/2014/main" id="{639A2D99-13CC-C4A3-0077-334C067B307A}"/>
                  </a:ext>
                </a:extLst>
              </p:cNvPr>
              <p:cNvSpPr/>
              <p:nvPr/>
            </p:nvSpPr>
            <p:spPr>
              <a:xfrm>
                <a:off x="7528373" y="1455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3" name="Freeform 32972">
                <a:extLst>
                  <a:ext uri="{FF2B5EF4-FFF2-40B4-BE49-F238E27FC236}">
                    <a16:creationId xmlns:a16="http://schemas.microsoft.com/office/drawing/2014/main" id="{BF564BF0-C55B-BD86-6DF8-218804BB8C59}"/>
                  </a:ext>
                </a:extLst>
              </p:cNvPr>
              <p:cNvSpPr/>
              <p:nvPr/>
            </p:nvSpPr>
            <p:spPr>
              <a:xfrm>
                <a:off x="7528870" y="1171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4" name="Freeform 32973">
                <a:extLst>
                  <a:ext uri="{FF2B5EF4-FFF2-40B4-BE49-F238E27FC236}">
                    <a16:creationId xmlns:a16="http://schemas.microsoft.com/office/drawing/2014/main" id="{709328EF-C704-0D1D-EFE9-25EC31958F6B}"/>
                  </a:ext>
                </a:extLst>
              </p:cNvPr>
              <p:cNvSpPr/>
              <p:nvPr/>
            </p:nvSpPr>
            <p:spPr>
              <a:xfrm>
                <a:off x="7529465" y="1261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5" name="Freeform 32974">
                <a:extLst>
                  <a:ext uri="{FF2B5EF4-FFF2-40B4-BE49-F238E27FC236}">
                    <a16:creationId xmlns:a16="http://schemas.microsoft.com/office/drawing/2014/main" id="{41F6D134-6F36-C340-30F5-CE7A67FF0074}"/>
                  </a:ext>
                </a:extLst>
              </p:cNvPr>
              <p:cNvSpPr/>
              <p:nvPr/>
            </p:nvSpPr>
            <p:spPr>
              <a:xfrm>
                <a:off x="7529961" y="1289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6" name="Freeform 32975">
                <a:extLst>
                  <a:ext uri="{FF2B5EF4-FFF2-40B4-BE49-F238E27FC236}">
                    <a16:creationId xmlns:a16="http://schemas.microsoft.com/office/drawing/2014/main" id="{70E38175-A77E-A9F8-BA44-FF5DF498B3D2}"/>
                  </a:ext>
                </a:extLst>
              </p:cNvPr>
              <p:cNvSpPr/>
              <p:nvPr/>
            </p:nvSpPr>
            <p:spPr>
              <a:xfrm>
                <a:off x="7530457" y="1294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7" name="Freeform 32976">
                <a:extLst>
                  <a:ext uri="{FF2B5EF4-FFF2-40B4-BE49-F238E27FC236}">
                    <a16:creationId xmlns:a16="http://schemas.microsoft.com/office/drawing/2014/main" id="{2AF916A2-C66D-83BF-3865-5673C679FF3F}"/>
                  </a:ext>
                </a:extLst>
              </p:cNvPr>
              <p:cNvSpPr/>
              <p:nvPr/>
            </p:nvSpPr>
            <p:spPr>
              <a:xfrm>
                <a:off x="7531052" y="1288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8" name="Freeform 32977">
                <a:extLst>
                  <a:ext uri="{FF2B5EF4-FFF2-40B4-BE49-F238E27FC236}">
                    <a16:creationId xmlns:a16="http://schemas.microsoft.com/office/drawing/2014/main" id="{DC46EE5B-6272-893B-7BD0-81ADAEB314A9}"/>
                  </a:ext>
                </a:extLst>
              </p:cNvPr>
              <p:cNvSpPr/>
              <p:nvPr/>
            </p:nvSpPr>
            <p:spPr>
              <a:xfrm>
                <a:off x="7531548" y="1429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79" name="Freeform 32978">
                <a:extLst>
                  <a:ext uri="{FF2B5EF4-FFF2-40B4-BE49-F238E27FC236}">
                    <a16:creationId xmlns:a16="http://schemas.microsoft.com/office/drawing/2014/main" id="{D25B369E-73FE-3EB0-DCDF-FFFDC5DB3ABA}"/>
                  </a:ext>
                </a:extLst>
              </p:cNvPr>
              <p:cNvSpPr/>
              <p:nvPr/>
            </p:nvSpPr>
            <p:spPr>
              <a:xfrm>
                <a:off x="7532045" y="1494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0" name="Freeform 32979">
                <a:extLst>
                  <a:ext uri="{FF2B5EF4-FFF2-40B4-BE49-F238E27FC236}">
                    <a16:creationId xmlns:a16="http://schemas.microsoft.com/office/drawing/2014/main" id="{3ABD7571-E1AC-E53A-C341-6DC0554E17DD}"/>
                  </a:ext>
                </a:extLst>
              </p:cNvPr>
              <p:cNvSpPr/>
              <p:nvPr/>
            </p:nvSpPr>
            <p:spPr>
              <a:xfrm>
                <a:off x="7532640" y="1489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1" name="Freeform 32980">
                <a:extLst>
                  <a:ext uri="{FF2B5EF4-FFF2-40B4-BE49-F238E27FC236}">
                    <a16:creationId xmlns:a16="http://schemas.microsoft.com/office/drawing/2014/main" id="{2CDB2E53-91D8-D839-FA36-7F29FDD00650}"/>
                  </a:ext>
                </a:extLst>
              </p:cNvPr>
              <p:cNvSpPr/>
              <p:nvPr/>
            </p:nvSpPr>
            <p:spPr>
              <a:xfrm>
                <a:off x="7533136" y="1447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2" name="Freeform 32981">
                <a:extLst>
                  <a:ext uri="{FF2B5EF4-FFF2-40B4-BE49-F238E27FC236}">
                    <a16:creationId xmlns:a16="http://schemas.microsoft.com/office/drawing/2014/main" id="{8C14041D-4FFF-B235-88FB-B576B67457C5}"/>
                  </a:ext>
                </a:extLst>
              </p:cNvPr>
              <p:cNvSpPr/>
              <p:nvPr/>
            </p:nvSpPr>
            <p:spPr>
              <a:xfrm>
                <a:off x="7533632" y="1428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3" name="Freeform 32982">
                <a:extLst>
                  <a:ext uri="{FF2B5EF4-FFF2-40B4-BE49-F238E27FC236}">
                    <a16:creationId xmlns:a16="http://schemas.microsoft.com/office/drawing/2014/main" id="{3D0454EB-FFFA-972E-E115-D6339F421921}"/>
                  </a:ext>
                </a:extLst>
              </p:cNvPr>
              <p:cNvSpPr/>
              <p:nvPr/>
            </p:nvSpPr>
            <p:spPr>
              <a:xfrm>
                <a:off x="7534128" y="1422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4" name="Freeform 32983">
                <a:extLst>
                  <a:ext uri="{FF2B5EF4-FFF2-40B4-BE49-F238E27FC236}">
                    <a16:creationId xmlns:a16="http://schemas.microsoft.com/office/drawing/2014/main" id="{7F70CBDF-88E3-4C69-CFA0-703D551F9380}"/>
                  </a:ext>
                </a:extLst>
              </p:cNvPr>
              <p:cNvSpPr/>
              <p:nvPr/>
            </p:nvSpPr>
            <p:spPr>
              <a:xfrm>
                <a:off x="7534723" y="1424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5" name="Freeform 32984">
                <a:extLst>
                  <a:ext uri="{FF2B5EF4-FFF2-40B4-BE49-F238E27FC236}">
                    <a16:creationId xmlns:a16="http://schemas.microsoft.com/office/drawing/2014/main" id="{AA15E4B5-7336-53D5-6569-0F2B9FBEA7AB}"/>
                  </a:ext>
                </a:extLst>
              </p:cNvPr>
              <p:cNvSpPr/>
              <p:nvPr/>
            </p:nvSpPr>
            <p:spPr>
              <a:xfrm>
                <a:off x="7535220" y="1533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6" name="Freeform 32985">
                <a:extLst>
                  <a:ext uri="{FF2B5EF4-FFF2-40B4-BE49-F238E27FC236}">
                    <a16:creationId xmlns:a16="http://schemas.microsoft.com/office/drawing/2014/main" id="{B9A575C7-47F2-03FD-98B0-7AD76E77B2DE}"/>
                  </a:ext>
                </a:extLst>
              </p:cNvPr>
              <p:cNvSpPr/>
              <p:nvPr/>
            </p:nvSpPr>
            <p:spPr>
              <a:xfrm>
                <a:off x="7535716" y="1940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7" name="Freeform 32986">
                <a:extLst>
                  <a:ext uri="{FF2B5EF4-FFF2-40B4-BE49-F238E27FC236}">
                    <a16:creationId xmlns:a16="http://schemas.microsoft.com/office/drawing/2014/main" id="{5DCC3C68-5D71-9882-75FD-654A7908DB3B}"/>
                  </a:ext>
                </a:extLst>
              </p:cNvPr>
              <p:cNvSpPr/>
              <p:nvPr/>
            </p:nvSpPr>
            <p:spPr>
              <a:xfrm>
                <a:off x="7536311" y="2096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8" name="Freeform 32987">
                <a:extLst>
                  <a:ext uri="{FF2B5EF4-FFF2-40B4-BE49-F238E27FC236}">
                    <a16:creationId xmlns:a16="http://schemas.microsoft.com/office/drawing/2014/main" id="{D87601AB-8372-DC4A-2073-38166882A7B5}"/>
                  </a:ext>
                </a:extLst>
              </p:cNvPr>
              <p:cNvSpPr/>
              <p:nvPr/>
            </p:nvSpPr>
            <p:spPr>
              <a:xfrm>
                <a:off x="7536807" y="2118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89" name="Freeform 32988">
                <a:extLst>
                  <a:ext uri="{FF2B5EF4-FFF2-40B4-BE49-F238E27FC236}">
                    <a16:creationId xmlns:a16="http://schemas.microsoft.com/office/drawing/2014/main" id="{52AC9E82-1F7C-322F-C12E-EE1E6FE739B2}"/>
                  </a:ext>
                </a:extLst>
              </p:cNvPr>
              <p:cNvSpPr/>
              <p:nvPr/>
            </p:nvSpPr>
            <p:spPr>
              <a:xfrm>
                <a:off x="7537303" y="2117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0" name="Freeform 32989">
                <a:extLst>
                  <a:ext uri="{FF2B5EF4-FFF2-40B4-BE49-F238E27FC236}">
                    <a16:creationId xmlns:a16="http://schemas.microsoft.com/office/drawing/2014/main" id="{BDFB5354-5386-FCB4-B41C-5DFACEEAB60C}"/>
                  </a:ext>
                </a:extLst>
              </p:cNvPr>
              <p:cNvSpPr/>
              <p:nvPr/>
            </p:nvSpPr>
            <p:spPr>
              <a:xfrm>
                <a:off x="7537898" y="208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1" name="Freeform 32990">
                <a:extLst>
                  <a:ext uri="{FF2B5EF4-FFF2-40B4-BE49-F238E27FC236}">
                    <a16:creationId xmlns:a16="http://schemas.microsoft.com/office/drawing/2014/main" id="{FCC90228-90A0-5041-965B-F3ED552213B4}"/>
                  </a:ext>
                </a:extLst>
              </p:cNvPr>
              <p:cNvSpPr/>
              <p:nvPr/>
            </p:nvSpPr>
            <p:spPr>
              <a:xfrm>
                <a:off x="7538395" y="2088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2" name="Freeform 32991">
                <a:extLst>
                  <a:ext uri="{FF2B5EF4-FFF2-40B4-BE49-F238E27FC236}">
                    <a16:creationId xmlns:a16="http://schemas.microsoft.com/office/drawing/2014/main" id="{03DFD180-C9D6-7E6D-0AC4-A9D493198E19}"/>
                  </a:ext>
                </a:extLst>
              </p:cNvPr>
              <p:cNvSpPr/>
              <p:nvPr/>
            </p:nvSpPr>
            <p:spPr>
              <a:xfrm>
                <a:off x="7538891" y="2093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3" name="Freeform 32992">
                <a:extLst>
                  <a:ext uri="{FF2B5EF4-FFF2-40B4-BE49-F238E27FC236}">
                    <a16:creationId xmlns:a16="http://schemas.microsoft.com/office/drawing/2014/main" id="{E310008A-59B0-6407-557F-4F5897564BF9}"/>
                  </a:ext>
                </a:extLst>
              </p:cNvPr>
              <p:cNvSpPr/>
              <p:nvPr/>
            </p:nvSpPr>
            <p:spPr>
              <a:xfrm>
                <a:off x="7539486" y="209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4" name="Freeform 32993">
                <a:extLst>
                  <a:ext uri="{FF2B5EF4-FFF2-40B4-BE49-F238E27FC236}">
                    <a16:creationId xmlns:a16="http://schemas.microsoft.com/office/drawing/2014/main" id="{76095C1E-2F98-0CBA-D7BD-3474D18F577D}"/>
                  </a:ext>
                </a:extLst>
              </p:cNvPr>
              <p:cNvSpPr/>
              <p:nvPr/>
            </p:nvSpPr>
            <p:spPr>
              <a:xfrm>
                <a:off x="7539982" y="2094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5" name="Freeform 32994">
                <a:extLst>
                  <a:ext uri="{FF2B5EF4-FFF2-40B4-BE49-F238E27FC236}">
                    <a16:creationId xmlns:a16="http://schemas.microsoft.com/office/drawing/2014/main" id="{09358399-F76B-4AE4-A01F-427F853F7510}"/>
                  </a:ext>
                </a:extLst>
              </p:cNvPr>
              <p:cNvSpPr/>
              <p:nvPr/>
            </p:nvSpPr>
            <p:spPr>
              <a:xfrm>
                <a:off x="7540478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6" name="Freeform 32995">
                <a:extLst>
                  <a:ext uri="{FF2B5EF4-FFF2-40B4-BE49-F238E27FC236}">
                    <a16:creationId xmlns:a16="http://schemas.microsoft.com/office/drawing/2014/main" id="{9D40CDD2-9FF5-326C-505B-A990BFF91A0D}"/>
                  </a:ext>
                </a:extLst>
              </p:cNvPr>
              <p:cNvSpPr/>
              <p:nvPr/>
            </p:nvSpPr>
            <p:spPr>
              <a:xfrm>
                <a:off x="7541073" y="1644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7" name="Freeform 32996">
                <a:extLst>
                  <a:ext uri="{FF2B5EF4-FFF2-40B4-BE49-F238E27FC236}">
                    <a16:creationId xmlns:a16="http://schemas.microsoft.com/office/drawing/2014/main" id="{9D598251-4341-7F64-E6E2-C63C51BCACE4}"/>
                  </a:ext>
                </a:extLst>
              </p:cNvPr>
              <p:cNvSpPr/>
              <p:nvPr/>
            </p:nvSpPr>
            <p:spPr>
              <a:xfrm>
                <a:off x="7541570" y="137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8" name="Freeform 32997">
                <a:extLst>
                  <a:ext uri="{FF2B5EF4-FFF2-40B4-BE49-F238E27FC236}">
                    <a16:creationId xmlns:a16="http://schemas.microsoft.com/office/drawing/2014/main" id="{24D07201-C0E2-83B9-438C-BC64BE183445}"/>
                  </a:ext>
                </a:extLst>
              </p:cNvPr>
              <p:cNvSpPr/>
              <p:nvPr/>
            </p:nvSpPr>
            <p:spPr>
              <a:xfrm>
                <a:off x="7542066" y="1440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99" name="Freeform 32998">
                <a:extLst>
                  <a:ext uri="{FF2B5EF4-FFF2-40B4-BE49-F238E27FC236}">
                    <a16:creationId xmlns:a16="http://schemas.microsoft.com/office/drawing/2014/main" id="{9586C888-902A-B43B-0839-F1010C93071F}"/>
                  </a:ext>
                </a:extLst>
              </p:cNvPr>
              <p:cNvSpPr/>
              <p:nvPr/>
            </p:nvSpPr>
            <p:spPr>
              <a:xfrm>
                <a:off x="7542661" y="1429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0" name="Freeform 32999">
                <a:extLst>
                  <a:ext uri="{FF2B5EF4-FFF2-40B4-BE49-F238E27FC236}">
                    <a16:creationId xmlns:a16="http://schemas.microsoft.com/office/drawing/2014/main" id="{7CBB19A4-6F13-B11A-DBAA-AF8A0A589F23}"/>
                  </a:ext>
                </a:extLst>
              </p:cNvPr>
              <p:cNvSpPr/>
              <p:nvPr/>
            </p:nvSpPr>
            <p:spPr>
              <a:xfrm>
                <a:off x="7543157" y="1563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1" name="Freeform 33000">
                <a:extLst>
                  <a:ext uri="{FF2B5EF4-FFF2-40B4-BE49-F238E27FC236}">
                    <a16:creationId xmlns:a16="http://schemas.microsoft.com/office/drawing/2014/main" id="{376E573B-4D95-D10B-3CC2-7BADF81EF7D8}"/>
                  </a:ext>
                </a:extLst>
              </p:cNvPr>
              <p:cNvSpPr/>
              <p:nvPr/>
            </p:nvSpPr>
            <p:spPr>
              <a:xfrm>
                <a:off x="7543653" y="1346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2" name="Freeform 33001">
                <a:extLst>
                  <a:ext uri="{FF2B5EF4-FFF2-40B4-BE49-F238E27FC236}">
                    <a16:creationId xmlns:a16="http://schemas.microsoft.com/office/drawing/2014/main" id="{952B091F-1D0E-677D-D146-051FAF634520}"/>
                  </a:ext>
                </a:extLst>
              </p:cNvPr>
              <p:cNvSpPr/>
              <p:nvPr/>
            </p:nvSpPr>
            <p:spPr>
              <a:xfrm>
                <a:off x="7544248" y="1443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3" name="Freeform 33002">
                <a:extLst>
                  <a:ext uri="{FF2B5EF4-FFF2-40B4-BE49-F238E27FC236}">
                    <a16:creationId xmlns:a16="http://schemas.microsoft.com/office/drawing/2014/main" id="{EFED0BA5-9A00-A116-6B9D-50CE98DC4B46}"/>
                  </a:ext>
                </a:extLst>
              </p:cNvPr>
              <p:cNvSpPr/>
              <p:nvPr/>
            </p:nvSpPr>
            <p:spPr>
              <a:xfrm>
                <a:off x="7544745" y="1364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4" name="Freeform 33003">
                <a:extLst>
                  <a:ext uri="{FF2B5EF4-FFF2-40B4-BE49-F238E27FC236}">
                    <a16:creationId xmlns:a16="http://schemas.microsoft.com/office/drawing/2014/main" id="{E3B94544-65F2-B542-6679-132BC938D7A4}"/>
                  </a:ext>
                </a:extLst>
              </p:cNvPr>
              <p:cNvSpPr/>
              <p:nvPr/>
            </p:nvSpPr>
            <p:spPr>
              <a:xfrm>
                <a:off x="7545241" y="1270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5" name="Freeform 33004">
                <a:extLst>
                  <a:ext uri="{FF2B5EF4-FFF2-40B4-BE49-F238E27FC236}">
                    <a16:creationId xmlns:a16="http://schemas.microsoft.com/office/drawing/2014/main" id="{B6BA7415-86E2-9DCC-DEE9-152FEAF9314B}"/>
                  </a:ext>
                </a:extLst>
              </p:cNvPr>
              <p:cNvSpPr/>
              <p:nvPr/>
            </p:nvSpPr>
            <p:spPr>
              <a:xfrm>
                <a:off x="7545836" y="1240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6" name="Freeform 33005">
                <a:extLst>
                  <a:ext uri="{FF2B5EF4-FFF2-40B4-BE49-F238E27FC236}">
                    <a16:creationId xmlns:a16="http://schemas.microsoft.com/office/drawing/2014/main" id="{C9EC4B2E-B2B0-6A2A-6C53-DA385FE0D2E8}"/>
                  </a:ext>
                </a:extLst>
              </p:cNvPr>
              <p:cNvSpPr/>
              <p:nvPr/>
            </p:nvSpPr>
            <p:spPr>
              <a:xfrm>
                <a:off x="7546332" y="1252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7" name="Freeform 33006">
                <a:extLst>
                  <a:ext uri="{FF2B5EF4-FFF2-40B4-BE49-F238E27FC236}">
                    <a16:creationId xmlns:a16="http://schemas.microsoft.com/office/drawing/2014/main" id="{327FDD59-4742-9700-798D-E42CCBFD17D7}"/>
                  </a:ext>
                </a:extLst>
              </p:cNvPr>
              <p:cNvSpPr/>
              <p:nvPr/>
            </p:nvSpPr>
            <p:spPr>
              <a:xfrm>
                <a:off x="7546828" y="1290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8" name="Freeform 33007">
                <a:extLst>
                  <a:ext uri="{FF2B5EF4-FFF2-40B4-BE49-F238E27FC236}">
                    <a16:creationId xmlns:a16="http://schemas.microsoft.com/office/drawing/2014/main" id="{78D8C5C6-F4B3-A55B-BA8A-3463307BDE7E}"/>
                  </a:ext>
                </a:extLst>
              </p:cNvPr>
              <p:cNvSpPr/>
              <p:nvPr/>
            </p:nvSpPr>
            <p:spPr>
              <a:xfrm>
                <a:off x="7547324" y="128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09" name="Freeform 33008">
                <a:extLst>
                  <a:ext uri="{FF2B5EF4-FFF2-40B4-BE49-F238E27FC236}">
                    <a16:creationId xmlns:a16="http://schemas.microsoft.com/office/drawing/2014/main" id="{C67CAA23-A165-CEC5-7701-CCFA5100E850}"/>
                  </a:ext>
                </a:extLst>
              </p:cNvPr>
              <p:cNvSpPr/>
              <p:nvPr/>
            </p:nvSpPr>
            <p:spPr>
              <a:xfrm>
                <a:off x="7547920" y="1323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0" name="Freeform 33009">
                <a:extLst>
                  <a:ext uri="{FF2B5EF4-FFF2-40B4-BE49-F238E27FC236}">
                    <a16:creationId xmlns:a16="http://schemas.microsoft.com/office/drawing/2014/main" id="{32C3510A-6C29-1CC7-A5A0-0FB44272BD19}"/>
                  </a:ext>
                </a:extLst>
              </p:cNvPr>
              <p:cNvSpPr/>
              <p:nvPr/>
            </p:nvSpPr>
            <p:spPr>
              <a:xfrm>
                <a:off x="7548416" y="1903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1" name="Freeform 33010">
                <a:extLst>
                  <a:ext uri="{FF2B5EF4-FFF2-40B4-BE49-F238E27FC236}">
                    <a16:creationId xmlns:a16="http://schemas.microsoft.com/office/drawing/2014/main" id="{152BBFBD-BD3E-93D9-E873-D5FB614BC560}"/>
                  </a:ext>
                </a:extLst>
              </p:cNvPr>
              <p:cNvSpPr/>
              <p:nvPr/>
            </p:nvSpPr>
            <p:spPr>
              <a:xfrm>
                <a:off x="7548912" y="2017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2" name="Freeform 33011">
                <a:extLst>
                  <a:ext uri="{FF2B5EF4-FFF2-40B4-BE49-F238E27FC236}">
                    <a16:creationId xmlns:a16="http://schemas.microsoft.com/office/drawing/2014/main" id="{5FE7DE4C-1122-7D84-F299-00AA68901518}"/>
                  </a:ext>
                </a:extLst>
              </p:cNvPr>
              <p:cNvSpPr/>
              <p:nvPr/>
            </p:nvSpPr>
            <p:spPr>
              <a:xfrm>
                <a:off x="7549507" y="2048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3" name="Freeform 33012">
                <a:extLst>
                  <a:ext uri="{FF2B5EF4-FFF2-40B4-BE49-F238E27FC236}">
                    <a16:creationId xmlns:a16="http://schemas.microsoft.com/office/drawing/2014/main" id="{01782D25-DFE1-1995-8FFB-324623787964}"/>
                  </a:ext>
                </a:extLst>
              </p:cNvPr>
              <p:cNvSpPr/>
              <p:nvPr/>
            </p:nvSpPr>
            <p:spPr>
              <a:xfrm>
                <a:off x="7550003" y="2055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4" name="Freeform 33013">
                <a:extLst>
                  <a:ext uri="{FF2B5EF4-FFF2-40B4-BE49-F238E27FC236}">
                    <a16:creationId xmlns:a16="http://schemas.microsoft.com/office/drawing/2014/main" id="{DB9D5A3A-4686-9CF1-4F90-F855945695FF}"/>
                  </a:ext>
                </a:extLst>
              </p:cNvPr>
              <p:cNvSpPr/>
              <p:nvPr/>
            </p:nvSpPr>
            <p:spPr>
              <a:xfrm>
                <a:off x="7550499" y="2055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5" name="Freeform 33014">
                <a:extLst>
                  <a:ext uri="{FF2B5EF4-FFF2-40B4-BE49-F238E27FC236}">
                    <a16:creationId xmlns:a16="http://schemas.microsoft.com/office/drawing/2014/main" id="{9FCBCC95-7D75-DED9-37FF-9CD24E0FCBE5}"/>
                  </a:ext>
                </a:extLst>
              </p:cNvPr>
              <p:cNvSpPr/>
              <p:nvPr/>
            </p:nvSpPr>
            <p:spPr>
              <a:xfrm>
                <a:off x="7551095" y="2060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6" name="Freeform 33015">
                <a:extLst>
                  <a:ext uri="{FF2B5EF4-FFF2-40B4-BE49-F238E27FC236}">
                    <a16:creationId xmlns:a16="http://schemas.microsoft.com/office/drawing/2014/main" id="{ABA7FE21-94C8-BA61-3E66-759873D50CC1}"/>
                  </a:ext>
                </a:extLst>
              </p:cNvPr>
              <p:cNvSpPr/>
              <p:nvPr/>
            </p:nvSpPr>
            <p:spPr>
              <a:xfrm>
                <a:off x="7551591" y="206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7" name="Freeform 33016">
                <a:extLst>
                  <a:ext uri="{FF2B5EF4-FFF2-40B4-BE49-F238E27FC236}">
                    <a16:creationId xmlns:a16="http://schemas.microsoft.com/office/drawing/2014/main" id="{A555CDCB-5482-5305-AAE5-5FCADA555944}"/>
                  </a:ext>
                </a:extLst>
              </p:cNvPr>
              <p:cNvSpPr/>
              <p:nvPr/>
            </p:nvSpPr>
            <p:spPr>
              <a:xfrm>
                <a:off x="7552087" y="2077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8" name="Freeform 33017">
                <a:extLst>
                  <a:ext uri="{FF2B5EF4-FFF2-40B4-BE49-F238E27FC236}">
                    <a16:creationId xmlns:a16="http://schemas.microsoft.com/office/drawing/2014/main" id="{BD6608AF-10EF-E420-EEDF-3099926805BC}"/>
                  </a:ext>
                </a:extLst>
              </p:cNvPr>
              <p:cNvSpPr/>
              <p:nvPr/>
            </p:nvSpPr>
            <p:spPr>
              <a:xfrm>
                <a:off x="7552682" y="20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19" name="Freeform 33018">
                <a:extLst>
                  <a:ext uri="{FF2B5EF4-FFF2-40B4-BE49-F238E27FC236}">
                    <a16:creationId xmlns:a16="http://schemas.microsoft.com/office/drawing/2014/main" id="{C7BFBA34-FDFE-5C81-DB6D-6367903B9E2E}"/>
                  </a:ext>
                </a:extLst>
              </p:cNvPr>
              <p:cNvSpPr/>
              <p:nvPr/>
            </p:nvSpPr>
            <p:spPr>
              <a:xfrm>
                <a:off x="7553178" y="189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0" name="Freeform 33019">
                <a:extLst>
                  <a:ext uri="{FF2B5EF4-FFF2-40B4-BE49-F238E27FC236}">
                    <a16:creationId xmlns:a16="http://schemas.microsoft.com/office/drawing/2014/main" id="{28B4A643-E89E-C146-F0E7-A490404EDDE6}"/>
                  </a:ext>
                </a:extLst>
              </p:cNvPr>
              <p:cNvSpPr/>
              <p:nvPr/>
            </p:nvSpPr>
            <p:spPr>
              <a:xfrm>
                <a:off x="7553674" y="1651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1" name="Freeform 33020">
                <a:extLst>
                  <a:ext uri="{FF2B5EF4-FFF2-40B4-BE49-F238E27FC236}">
                    <a16:creationId xmlns:a16="http://schemas.microsoft.com/office/drawing/2014/main" id="{381D1E56-AB49-C42F-006C-4403DF50F18C}"/>
                  </a:ext>
                </a:extLst>
              </p:cNvPr>
              <p:cNvSpPr/>
              <p:nvPr/>
            </p:nvSpPr>
            <p:spPr>
              <a:xfrm>
                <a:off x="7554270" y="1571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2" name="Freeform 33021">
                <a:extLst>
                  <a:ext uri="{FF2B5EF4-FFF2-40B4-BE49-F238E27FC236}">
                    <a16:creationId xmlns:a16="http://schemas.microsoft.com/office/drawing/2014/main" id="{28EEADC4-539B-E8D9-4493-105073173958}"/>
                  </a:ext>
                </a:extLst>
              </p:cNvPr>
              <p:cNvSpPr/>
              <p:nvPr/>
            </p:nvSpPr>
            <p:spPr>
              <a:xfrm>
                <a:off x="7554766" y="1567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3" name="Freeform 33022">
                <a:extLst>
                  <a:ext uri="{FF2B5EF4-FFF2-40B4-BE49-F238E27FC236}">
                    <a16:creationId xmlns:a16="http://schemas.microsoft.com/office/drawing/2014/main" id="{AE86BD71-63FF-CC5C-1470-D3694437C0F1}"/>
                  </a:ext>
                </a:extLst>
              </p:cNvPr>
              <p:cNvSpPr/>
              <p:nvPr/>
            </p:nvSpPr>
            <p:spPr>
              <a:xfrm>
                <a:off x="7555262" y="1565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4" name="Freeform 33023">
                <a:extLst>
                  <a:ext uri="{FF2B5EF4-FFF2-40B4-BE49-F238E27FC236}">
                    <a16:creationId xmlns:a16="http://schemas.microsoft.com/office/drawing/2014/main" id="{606C0E57-775A-CB3C-A40E-E12F1B754AD0}"/>
                  </a:ext>
                </a:extLst>
              </p:cNvPr>
              <p:cNvSpPr/>
              <p:nvPr/>
            </p:nvSpPr>
            <p:spPr>
              <a:xfrm>
                <a:off x="7555857" y="1522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5" name="Freeform 33024">
                <a:extLst>
                  <a:ext uri="{FF2B5EF4-FFF2-40B4-BE49-F238E27FC236}">
                    <a16:creationId xmlns:a16="http://schemas.microsoft.com/office/drawing/2014/main" id="{3DEC8878-E6EB-7804-5C6A-C6CC6BEC3DE8}"/>
                  </a:ext>
                </a:extLst>
              </p:cNvPr>
              <p:cNvSpPr/>
              <p:nvPr/>
            </p:nvSpPr>
            <p:spPr>
              <a:xfrm>
                <a:off x="7556353" y="1409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6" name="Freeform 33025">
                <a:extLst>
                  <a:ext uri="{FF2B5EF4-FFF2-40B4-BE49-F238E27FC236}">
                    <a16:creationId xmlns:a16="http://schemas.microsoft.com/office/drawing/2014/main" id="{ADB95A71-7AE7-3388-E40A-1BE4E6650F82}"/>
                  </a:ext>
                </a:extLst>
              </p:cNvPr>
              <p:cNvSpPr/>
              <p:nvPr/>
            </p:nvSpPr>
            <p:spPr>
              <a:xfrm>
                <a:off x="7556849" y="1377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7" name="Freeform 33026">
                <a:extLst>
                  <a:ext uri="{FF2B5EF4-FFF2-40B4-BE49-F238E27FC236}">
                    <a16:creationId xmlns:a16="http://schemas.microsoft.com/office/drawing/2014/main" id="{A23317A8-9E67-8CDB-83AE-FB5034C6FCCA}"/>
                  </a:ext>
                </a:extLst>
              </p:cNvPr>
              <p:cNvSpPr/>
              <p:nvPr/>
            </p:nvSpPr>
            <p:spPr>
              <a:xfrm>
                <a:off x="7557445" y="1241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8" name="Freeform 33027">
                <a:extLst>
                  <a:ext uri="{FF2B5EF4-FFF2-40B4-BE49-F238E27FC236}">
                    <a16:creationId xmlns:a16="http://schemas.microsoft.com/office/drawing/2014/main" id="{6B4D20A5-4F78-E0B5-2DCD-237355CB4E60}"/>
                  </a:ext>
                </a:extLst>
              </p:cNvPr>
              <p:cNvSpPr/>
              <p:nvPr/>
            </p:nvSpPr>
            <p:spPr>
              <a:xfrm>
                <a:off x="7557941" y="1215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29" name="Freeform 33028">
                <a:extLst>
                  <a:ext uri="{FF2B5EF4-FFF2-40B4-BE49-F238E27FC236}">
                    <a16:creationId xmlns:a16="http://schemas.microsoft.com/office/drawing/2014/main" id="{BAB31F5E-AF67-02B4-4215-B32A311EDD24}"/>
                  </a:ext>
                </a:extLst>
              </p:cNvPr>
              <p:cNvSpPr/>
              <p:nvPr/>
            </p:nvSpPr>
            <p:spPr>
              <a:xfrm>
                <a:off x="7558437" y="1239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0" name="Freeform 33029">
                <a:extLst>
                  <a:ext uri="{FF2B5EF4-FFF2-40B4-BE49-F238E27FC236}">
                    <a16:creationId xmlns:a16="http://schemas.microsoft.com/office/drawing/2014/main" id="{E8177065-A4F1-3C41-A3EE-55B84CF1B76E}"/>
                  </a:ext>
                </a:extLst>
              </p:cNvPr>
              <p:cNvSpPr/>
              <p:nvPr/>
            </p:nvSpPr>
            <p:spPr>
              <a:xfrm>
                <a:off x="7558933" y="1200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1" name="Freeform 33030">
                <a:extLst>
                  <a:ext uri="{FF2B5EF4-FFF2-40B4-BE49-F238E27FC236}">
                    <a16:creationId xmlns:a16="http://schemas.microsoft.com/office/drawing/2014/main" id="{0016B296-E403-D18C-0008-16A64209E56F}"/>
                  </a:ext>
                </a:extLst>
              </p:cNvPr>
              <p:cNvSpPr/>
              <p:nvPr/>
            </p:nvSpPr>
            <p:spPr>
              <a:xfrm>
                <a:off x="7559528" y="11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2" name="Freeform 33031">
                <a:extLst>
                  <a:ext uri="{FF2B5EF4-FFF2-40B4-BE49-F238E27FC236}">
                    <a16:creationId xmlns:a16="http://schemas.microsoft.com/office/drawing/2014/main" id="{119739B6-0CF9-2D79-9F69-D4C02FF2D9E2}"/>
                  </a:ext>
                </a:extLst>
              </p:cNvPr>
              <p:cNvSpPr/>
              <p:nvPr/>
            </p:nvSpPr>
            <p:spPr>
              <a:xfrm>
                <a:off x="7560024" y="1295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3" name="Freeform 33032">
                <a:extLst>
                  <a:ext uri="{FF2B5EF4-FFF2-40B4-BE49-F238E27FC236}">
                    <a16:creationId xmlns:a16="http://schemas.microsoft.com/office/drawing/2014/main" id="{4D3B1EAF-B8D2-57EE-397E-461E973EE9A2}"/>
                  </a:ext>
                </a:extLst>
              </p:cNvPr>
              <p:cNvSpPr/>
              <p:nvPr/>
            </p:nvSpPr>
            <p:spPr>
              <a:xfrm>
                <a:off x="7560520" y="1285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4" name="Freeform 33033">
                <a:extLst>
                  <a:ext uri="{FF2B5EF4-FFF2-40B4-BE49-F238E27FC236}">
                    <a16:creationId xmlns:a16="http://schemas.microsoft.com/office/drawing/2014/main" id="{7B1AC150-C594-B8AA-138C-9C87F012E3FB}"/>
                  </a:ext>
                </a:extLst>
              </p:cNvPr>
              <p:cNvSpPr/>
              <p:nvPr/>
            </p:nvSpPr>
            <p:spPr>
              <a:xfrm>
                <a:off x="7561116" y="1764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5" name="Freeform 33034">
                <a:extLst>
                  <a:ext uri="{FF2B5EF4-FFF2-40B4-BE49-F238E27FC236}">
                    <a16:creationId xmlns:a16="http://schemas.microsoft.com/office/drawing/2014/main" id="{2739135F-95DB-3712-3411-AB2019740186}"/>
                  </a:ext>
                </a:extLst>
              </p:cNvPr>
              <p:cNvSpPr/>
              <p:nvPr/>
            </p:nvSpPr>
            <p:spPr>
              <a:xfrm>
                <a:off x="7561612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6" name="Freeform 33035">
                <a:extLst>
                  <a:ext uri="{FF2B5EF4-FFF2-40B4-BE49-F238E27FC236}">
                    <a16:creationId xmlns:a16="http://schemas.microsoft.com/office/drawing/2014/main" id="{BE92A348-FBC6-7B2B-193B-9B19BD35C16D}"/>
                  </a:ext>
                </a:extLst>
              </p:cNvPr>
              <p:cNvSpPr/>
              <p:nvPr/>
            </p:nvSpPr>
            <p:spPr>
              <a:xfrm>
                <a:off x="7562108" y="1983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7" name="Freeform 33036">
                <a:extLst>
                  <a:ext uri="{FF2B5EF4-FFF2-40B4-BE49-F238E27FC236}">
                    <a16:creationId xmlns:a16="http://schemas.microsoft.com/office/drawing/2014/main" id="{E08CB645-CA31-D754-753F-D2D0B647373B}"/>
                  </a:ext>
                </a:extLst>
              </p:cNvPr>
              <p:cNvSpPr/>
              <p:nvPr/>
            </p:nvSpPr>
            <p:spPr>
              <a:xfrm>
                <a:off x="7562703" y="199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8" name="Freeform 33037">
                <a:extLst>
                  <a:ext uri="{FF2B5EF4-FFF2-40B4-BE49-F238E27FC236}">
                    <a16:creationId xmlns:a16="http://schemas.microsoft.com/office/drawing/2014/main" id="{E9D0644D-B90C-091B-BBC6-05DE3C2C26B7}"/>
                  </a:ext>
                </a:extLst>
              </p:cNvPr>
              <p:cNvSpPr/>
              <p:nvPr/>
            </p:nvSpPr>
            <p:spPr>
              <a:xfrm>
                <a:off x="7563199" y="1983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39" name="Freeform 33038">
                <a:extLst>
                  <a:ext uri="{FF2B5EF4-FFF2-40B4-BE49-F238E27FC236}">
                    <a16:creationId xmlns:a16="http://schemas.microsoft.com/office/drawing/2014/main" id="{84589508-D4EA-B9DE-CD8E-36B7A5C992B4}"/>
                  </a:ext>
                </a:extLst>
              </p:cNvPr>
              <p:cNvSpPr/>
              <p:nvPr/>
            </p:nvSpPr>
            <p:spPr>
              <a:xfrm>
                <a:off x="7563695" y="1997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0" name="Freeform 33039">
                <a:extLst>
                  <a:ext uri="{FF2B5EF4-FFF2-40B4-BE49-F238E27FC236}">
                    <a16:creationId xmlns:a16="http://schemas.microsoft.com/office/drawing/2014/main" id="{0B162536-8843-59E5-9E9C-F06577B24D07}"/>
                  </a:ext>
                </a:extLst>
              </p:cNvPr>
              <p:cNvSpPr/>
              <p:nvPr/>
            </p:nvSpPr>
            <p:spPr>
              <a:xfrm>
                <a:off x="7564291" y="2003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1" name="Freeform 33040">
                <a:extLst>
                  <a:ext uri="{FF2B5EF4-FFF2-40B4-BE49-F238E27FC236}">
                    <a16:creationId xmlns:a16="http://schemas.microsoft.com/office/drawing/2014/main" id="{E8197453-15F8-3866-49BE-0DAA46DED31A}"/>
                  </a:ext>
                </a:extLst>
              </p:cNvPr>
              <p:cNvSpPr/>
              <p:nvPr/>
            </p:nvSpPr>
            <p:spPr>
              <a:xfrm>
                <a:off x="7564787" y="1977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2" name="Freeform 33041">
                <a:extLst>
                  <a:ext uri="{FF2B5EF4-FFF2-40B4-BE49-F238E27FC236}">
                    <a16:creationId xmlns:a16="http://schemas.microsoft.com/office/drawing/2014/main" id="{9728A10C-87B1-16D3-EF6E-61C2BAF50E6D}"/>
                  </a:ext>
                </a:extLst>
              </p:cNvPr>
              <p:cNvSpPr/>
              <p:nvPr/>
            </p:nvSpPr>
            <p:spPr>
              <a:xfrm>
                <a:off x="7565283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3" name="Freeform 33042">
                <a:extLst>
                  <a:ext uri="{FF2B5EF4-FFF2-40B4-BE49-F238E27FC236}">
                    <a16:creationId xmlns:a16="http://schemas.microsoft.com/office/drawing/2014/main" id="{CB51D121-10FA-1D89-CEC3-DE5A1094EE16}"/>
                  </a:ext>
                </a:extLst>
              </p:cNvPr>
              <p:cNvSpPr/>
              <p:nvPr/>
            </p:nvSpPr>
            <p:spPr>
              <a:xfrm>
                <a:off x="7565878" y="1783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4" name="Freeform 33043">
                <a:extLst>
                  <a:ext uri="{FF2B5EF4-FFF2-40B4-BE49-F238E27FC236}">
                    <a16:creationId xmlns:a16="http://schemas.microsoft.com/office/drawing/2014/main" id="{BC160FAB-BA5E-7DFF-51DE-8DE936051D29}"/>
                  </a:ext>
                </a:extLst>
              </p:cNvPr>
              <p:cNvSpPr/>
              <p:nvPr/>
            </p:nvSpPr>
            <p:spPr>
              <a:xfrm>
                <a:off x="7566374" y="1641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5" name="Freeform 33044">
                <a:extLst>
                  <a:ext uri="{FF2B5EF4-FFF2-40B4-BE49-F238E27FC236}">
                    <a16:creationId xmlns:a16="http://schemas.microsoft.com/office/drawing/2014/main" id="{807EA2AB-AF44-D722-EE48-261EFDE6EC0E}"/>
                  </a:ext>
                </a:extLst>
              </p:cNvPr>
              <p:cNvSpPr/>
              <p:nvPr/>
            </p:nvSpPr>
            <p:spPr>
              <a:xfrm>
                <a:off x="7566870" y="1600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6" name="Freeform 33045">
                <a:extLst>
                  <a:ext uri="{FF2B5EF4-FFF2-40B4-BE49-F238E27FC236}">
                    <a16:creationId xmlns:a16="http://schemas.microsoft.com/office/drawing/2014/main" id="{0410E97D-1C12-D0B8-FC44-62A5FC14858C}"/>
                  </a:ext>
                </a:extLst>
              </p:cNvPr>
              <p:cNvSpPr/>
              <p:nvPr/>
            </p:nvSpPr>
            <p:spPr>
              <a:xfrm>
                <a:off x="7567466" y="1597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7" name="Freeform 33046">
                <a:extLst>
                  <a:ext uri="{FF2B5EF4-FFF2-40B4-BE49-F238E27FC236}">
                    <a16:creationId xmlns:a16="http://schemas.microsoft.com/office/drawing/2014/main" id="{3E4B82E1-E817-F4F3-5071-B24BBBEA712E}"/>
                  </a:ext>
                </a:extLst>
              </p:cNvPr>
              <p:cNvSpPr/>
              <p:nvPr/>
            </p:nvSpPr>
            <p:spPr>
              <a:xfrm>
                <a:off x="7567962" y="1557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8" name="Freeform 33047">
                <a:extLst>
                  <a:ext uri="{FF2B5EF4-FFF2-40B4-BE49-F238E27FC236}">
                    <a16:creationId xmlns:a16="http://schemas.microsoft.com/office/drawing/2014/main" id="{A8BA79F7-F217-1204-7574-1302429393D9}"/>
                  </a:ext>
                </a:extLst>
              </p:cNvPr>
              <p:cNvSpPr/>
              <p:nvPr/>
            </p:nvSpPr>
            <p:spPr>
              <a:xfrm>
                <a:off x="7568458" y="1610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49" name="Freeform 33048">
                <a:extLst>
                  <a:ext uri="{FF2B5EF4-FFF2-40B4-BE49-F238E27FC236}">
                    <a16:creationId xmlns:a16="http://schemas.microsoft.com/office/drawing/2014/main" id="{1D123398-6C62-7913-837F-D8D730BC69DD}"/>
                  </a:ext>
                </a:extLst>
              </p:cNvPr>
              <p:cNvSpPr/>
              <p:nvPr/>
            </p:nvSpPr>
            <p:spPr>
              <a:xfrm>
                <a:off x="7569053" y="1493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0" name="Freeform 33049">
                <a:extLst>
                  <a:ext uri="{FF2B5EF4-FFF2-40B4-BE49-F238E27FC236}">
                    <a16:creationId xmlns:a16="http://schemas.microsoft.com/office/drawing/2014/main" id="{D9A75FFD-E0B2-1FE3-E21A-A899F97BA178}"/>
                  </a:ext>
                </a:extLst>
              </p:cNvPr>
              <p:cNvSpPr/>
              <p:nvPr/>
            </p:nvSpPr>
            <p:spPr>
              <a:xfrm>
                <a:off x="7569549" y="150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1" name="Freeform 33050">
                <a:extLst>
                  <a:ext uri="{FF2B5EF4-FFF2-40B4-BE49-F238E27FC236}">
                    <a16:creationId xmlns:a16="http://schemas.microsoft.com/office/drawing/2014/main" id="{8BE3018A-55BE-3E8B-8C1E-48ABA48CE648}"/>
                  </a:ext>
                </a:extLst>
              </p:cNvPr>
              <p:cNvSpPr/>
              <p:nvPr/>
            </p:nvSpPr>
            <p:spPr>
              <a:xfrm>
                <a:off x="7570045" y="1407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2" name="Freeform 33051">
                <a:extLst>
                  <a:ext uri="{FF2B5EF4-FFF2-40B4-BE49-F238E27FC236}">
                    <a16:creationId xmlns:a16="http://schemas.microsoft.com/office/drawing/2014/main" id="{036B11C3-B416-9D68-FF39-C0B269758A22}"/>
                  </a:ext>
                </a:extLst>
              </p:cNvPr>
              <p:cNvSpPr/>
              <p:nvPr/>
            </p:nvSpPr>
            <p:spPr>
              <a:xfrm>
                <a:off x="7570541" y="1352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3" name="Freeform 33052">
                <a:extLst>
                  <a:ext uri="{FF2B5EF4-FFF2-40B4-BE49-F238E27FC236}">
                    <a16:creationId xmlns:a16="http://schemas.microsoft.com/office/drawing/2014/main" id="{881A2B66-1F3F-BECD-393E-19B0B27CE124}"/>
                  </a:ext>
                </a:extLst>
              </p:cNvPr>
              <p:cNvSpPr/>
              <p:nvPr/>
            </p:nvSpPr>
            <p:spPr>
              <a:xfrm>
                <a:off x="7571137" y="1309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4" name="Freeform 33053">
                <a:extLst>
                  <a:ext uri="{FF2B5EF4-FFF2-40B4-BE49-F238E27FC236}">
                    <a16:creationId xmlns:a16="http://schemas.microsoft.com/office/drawing/2014/main" id="{54FB0F2B-EB86-19AD-3A3B-B99750C509D5}"/>
                  </a:ext>
                </a:extLst>
              </p:cNvPr>
              <p:cNvSpPr/>
              <p:nvPr/>
            </p:nvSpPr>
            <p:spPr>
              <a:xfrm>
                <a:off x="7571633" y="1296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5" name="Freeform 33054">
                <a:extLst>
                  <a:ext uri="{FF2B5EF4-FFF2-40B4-BE49-F238E27FC236}">
                    <a16:creationId xmlns:a16="http://schemas.microsoft.com/office/drawing/2014/main" id="{9A5BA06C-2F6C-6129-EFE9-69603A5A2A5C}"/>
                  </a:ext>
                </a:extLst>
              </p:cNvPr>
              <p:cNvSpPr/>
              <p:nvPr/>
            </p:nvSpPr>
            <p:spPr>
              <a:xfrm>
                <a:off x="7572129" y="1280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6" name="Freeform 33055">
                <a:extLst>
                  <a:ext uri="{FF2B5EF4-FFF2-40B4-BE49-F238E27FC236}">
                    <a16:creationId xmlns:a16="http://schemas.microsoft.com/office/drawing/2014/main" id="{B0D9F433-2578-1C00-3ADD-AD9F6B8F6BDA}"/>
                  </a:ext>
                </a:extLst>
              </p:cNvPr>
              <p:cNvSpPr/>
              <p:nvPr/>
            </p:nvSpPr>
            <p:spPr>
              <a:xfrm>
                <a:off x="7572724" y="1288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7" name="Freeform 33056">
                <a:extLst>
                  <a:ext uri="{FF2B5EF4-FFF2-40B4-BE49-F238E27FC236}">
                    <a16:creationId xmlns:a16="http://schemas.microsoft.com/office/drawing/2014/main" id="{6B3D339A-E720-E056-AAC4-B494D36B1CD4}"/>
                  </a:ext>
                </a:extLst>
              </p:cNvPr>
              <p:cNvSpPr/>
              <p:nvPr/>
            </p:nvSpPr>
            <p:spPr>
              <a:xfrm>
                <a:off x="7573220" y="1282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8" name="Freeform 33057">
                <a:extLst>
                  <a:ext uri="{FF2B5EF4-FFF2-40B4-BE49-F238E27FC236}">
                    <a16:creationId xmlns:a16="http://schemas.microsoft.com/office/drawing/2014/main" id="{DE16A748-6A20-3693-CAEC-7A774F6C46C1}"/>
                  </a:ext>
                </a:extLst>
              </p:cNvPr>
              <p:cNvSpPr/>
              <p:nvPr/>
            </p:nvSpPr>
            <p:spPr>
              <a:xfrm>
                <a:off x="7573716" y="190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59" name="Freeform 33058">
                <a:extLst>
                  <a:ext uri="{FF2B5EF4-FFF2-40B4-BE49-F238E27FC236}">
                    <a16:creationId xmlns:a16="http://schemas.microsoft.com/office/drawing/2014/main" id="{07ADE957-395D-ACE6-2A96-F4D0AD641DD1}"/>
                  </a:ext>
                </a:extLst>
              </p:cNvPr>
              <p:cNvSpPr/>
              <p:nvPr/>
            </p:nvSpPr>
            <p:spPr>
              <a:xfrm>
                <a:off x="7574312" y="2091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0" name="Freeform 33059">
                <a:extLst>
                  <a:ext uri="{FF2B5EF4-FFF2-40B4-BE49-F238E27FC236}">
                    <a16:creationId xmlns:a16="http://schemas.microsoft.com/office/drawing/2014/main" id="{5E27879E-C4DF-BE10-ADC7-3751F2204A9F}"/>
                  </a:ext>
                </a:extLst>
              </p:cNvPr>
              <p:cNvSpPr/>
              <p:nvPr/>
            </p:nvSpPr>
            <p:spPr>
              <a:xfrm>
                <a:off x="7574808" y="2116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1" name="Freeform 33060">
                <a:extLst>
                  <a:ext uri="{FF2B5EF4-FFF2-40B4-BE49-F238E27FC236}">
                    <a16:creationId xmlns:a16="http://schemas.microsoft.com/office/drawing/2014/main" id="{4BE36B2C-CCF3-535F-8559-2BB3C9FA7C4B}"/>
                  </a:ext>
                </a:extLst>
              </p:cNvPr>
              <p:cNvSpPr/>
              <p:nvPr/>
            </p:nvSpPr>
            <p:spPr>
              <a:xfrm>
                <a:off x="7575304" y="2111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2" name="Freeform 33061">
                <a:extLst>
                  <a:ext uri="{FF2B5EF4-FFF2-40B4-BE49-F238E27FC236}">
                    <a16:creationId xmlns:a16="http://schemas.microsoft.com/office/drawing/2014/main" id="{4B18F5F0-814E-E5F6-5FE8-D88031042A98}"/>
                  </a:ext>
                </a:extLst>
              </p:cNvPr>
              <p:cNvSpPr/>
              <p:nvPr/>
            </p:nvSpPr>
            <p:spPr>
              <a:xfrm>
                <a:off x="7575899" y="2104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3" name="Freeform 33062">
                <a:extLst>
                  <a:ext uri="{FF2B5EF4-FFF2-40B4-BE49-F238E27FC236}">
                    <a16:creationId xmlns:a16="http://schemas.microsoft.com/office/drawing/2014/main" id="{38EB6BA4-CB1F-FD58-8972-7B4DCB4BE577}"/>
                  </a:ext>
                </a:extLst>
              </p:cNvPr>
              <p:cNvSpPr/>
              <p:nvPr/>
            </p:nvSpPr>
            <p:spPr>
              <a:xfrm>
                <a:off x="7576395" y="2104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4" name="Freeform 33063">
                <a:extLst>
                  <a:ext uri="{FF2B5EF4-FFF2-40B4-BE49-F238E27FC236}">
                    <a16:creationId xmlns:a16="http://schemas.microsoft.com/office/drawing/2014/main" id="{853F2377-9062-7C34-962A-53D27C75C1C5}"/>
                  </a:ext>
                </a:extLst>
              </p:cNvPr>
              <p:cNvSpPr/>
              <p:nvPr/>
            </p:nvSpPr>
            <p:spPr>
              <a:xfrm>
                <a:off x="7576891" y="2115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5" name="Freeform 33064">
                <a:extLst>
                  <a:ext uri="{FF2B5EF4-FFF2-40B4-BE49-F238E27FC236}">
                    <a16:creationId xmlns:a16="http://schemas.microsoft.com/office/drawing/2014/main" id="{5DBCBBBA-9798-842B-8D4D-2A7821BE8C3D}"/>
                  </a:ext>
                </a:extLst>
              </p:cNvPr>
              <p:cNvSpPr/>
              <p:nvPr/>
            </p:nvSpPr>
            <p:spPr>
              <a:xfrm>
                <a:off x="7577487" y="2107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6" name="Freeform 33065">
                <a:extLst>
                  <a:ext uri="{FF2B5EF4-FFF2-40B4-BE49-F238E27FC236}">
                    <a16:creationId xmlns:a16="http://schemas.microsoft.com/office/drawing/2014/main" id="{06ABFE43-78D3-ED67-BF34-0A312FEB046E}"/>
                  </a:ext>
                </a:extLst>
              </p:cNvPr>
              <p:cNvSpPr/>
              <p:nvPr/>
            </p:nvSpPr>
            <p:spPr>
              <a:xfrm>
                <a:off x="7577983" y="2098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7" name="Freeform 33066">
                <a:extLst>
                  <a:ext uri="{FF2B5EF4-FFF2-40B4-BE49-F238E27FC236}">
                    <a16:creationId xmlns:a16="http://schemas.microsoft.com/office/drawing/2014/main" id="{81B702D8-FE5A-CB3C-A534-41D66F2DA81A}"/>
                  </a:ext>
                </a:extLst>
              </p:cNvPr>
              <p:cNvSpPr/>
              <p:nvPr/>
            </p:nvSpPr>
            <p:spPr>
              <a:xfrm>
                <a:off x="7578479" y="1876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8" name="Freeform 33067">
                <a:extLst>
                  <a:ext uri="{FF2B5EF4-FFF2-40B4-BE49-F238E27FC236}">
                    <a16:creationId xmlns:a16="http://schemas.microsoft.com/office/drawing/2014/main" id="{2FAC531F-308F-B867-C6F8-4CEABEDA78C5}"/>
                  </a:ext>
                </a:extLst>
              </p:cNvPr>
              <p:cNvSpPr/>
              <p:nvPr/>
            </p:nvSpPr>
            <p:spPr>
              <a:xfrm>
                <a:off x="7579074" y="1704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69" name="Freeform 33068">
                <a:extLst>
                  <a:ext uri="{FF2B5EF4-FFF2-40B4-BE49-F238E27FC236}">
                    <a16:creationId xmlns:a16="http://schemas.microsoft.com/office/drawing/2014/main" id="{A336F53E-9FB1-2E8D-93A8-A4EEB42ABE74}"/>
                  </a:ext>
                </a:extLst>
              </p:cNvPr>
              <p:cNvSpPr/>
              <p:nvPr/>
            </p:nvSpPr>
            <p:spPr>
              <a:xfrm>
                <a:off x="7579570" y="1679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0" name="Freeform 33069">
                <a:extLst>
                  <a:ext uri="{FF2B5EF4-FFF2-40B4-BE49-F238E27FC236}">
                    <a16:creationId xmlns:a16="http://schemas.microsoft.com/office/drawing/2014/main" id="{98965D91-E345-556C-A19B-821CB648CDDB}"/>
                  </a:ext>
                </a:extLst>
              </p:cNvPr>
              <p:cNvSpPr/>
              <p:nvPr/>
            </p:nvSpPr>
            <p:spPr>
              <a:xfrm>
                <a:off x="7580066" y="1682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1" name="Freeform 33070">
                <a:extLst>
                  <a:ext uri="{FF2B5EF4-FFF2-40B4-BE49-F238E27FC236}">
                    <a16:creationId xmlns:a16="http://schemas.microsoft.com/office/drawing/2014/main" id="{EC50B9FE-FA14-0F18-B1BD-6600A63EADA3}"/>
                  </a:ext>
                </a:extLst>
              </p:cNvPr>
              <p:cNvSpPr/>
              <p:nvPr/>
            </p:nvSpPr>
            <p:spPr>
              <a:xfrm>
                <a:off x="7580662" y="1636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2" name="Freeform 33071">
                <a:extLst>
                  <a:ext uri="{FF2B5EF4-FFF2-40B4-BE49-F238E27FC236}">
                    <a16:creationId xmlns:a16="http://schemas.microsoft.com/office/drawing/2014/main" id="{8A46FC32-0627-721A-CDBC-48266EC13491}"/>
                  </a:ext>
                </a:extLst>
              </p:cNvPr>
              <p:cNvSpPr/>
              <p:nvPr/>
            </p:nvSpPr>
            <p:spPr>
              <a:xfrm>
                <a:off x="7581158" y="1618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3" name="Freeform 33072">
                <a:extLst>
                  <a:ext uri="{FF2B5EF4-FFF2-40B4-BE49-F238E27FC236}">
                    <a16:creationId xmlns:a16="http://schemas.microsoft.com/office/drawing/2014/main" id="{520DDA21-6A73-D40B-C006-9492BE82EA9B}"/>
                  </a:ext>
                </a:extLst>
              </p:cNvPr>
              <p:cNvSpPr/>
              <p:nvPr/>
            </p:nvSpPr>
            <p:spPr>
              <a:xfrm>
                <a:off x="7581654" y="1522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4" name="Freeform 33073">
                <a:extLst>
                  <a:ext uri="{FF2B5EF4-FFF2-40B4-BE49-F238E27FC236}">
                    <a16:creationId xmlns:a16="http://schemas.microsoft.com/office/drawing/2014/main" id="{3C13D58D-B4A2-E35C-8B4B-7FFA9391300F}"/>
                  </a:ext>
                </a:extLst>
              </p:cNvPr>
              <p:cNvSpPr/>
              <p:nvPr/>
            </p:nvSpPr>
            <p:spPr>
              <a:xfrm>
                <a:off x="7582249" y="1409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5" name="Freeform 33074">
                <a:extLst>
                  <a:ext uri="{FF2B5EF4-FFF2-40B4-BE49-F238E27FC236}">
                    <a16:creationId xmlns:a16="http://schemas.microsoft.com/office/drawing/2014/main" id="{7E670C6E-8AF7-20B3-C777-4F954DDFE4DA}"/>
                  </a:ext>
                </a:extLst>
              </p:cNvPr>
              <p:cNvSpPr/>
              <p:nvPr/>
            </p:nvSpPr>
            <p:spPr>
              <a:xfrm>
                <a:off x="7582745" y="1351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6" name="Freeform 33075">
                <a:extLst>
                  <a:ext uri="{FF2B5EF4-FFF2-40B4-BE49-F238E27FC236}">
                    <a16:creationId xmlns:a16="http://schemas.microsoft.com/office/drawing/2014/main" id="{53A1B5D9-D23F-76B8-FC71-9AC328CF6BBA}"/>
                  </a:ext>
                </a:extLst>
              </p:cNvPr>
              <p:cNvSpPr/>
              <p:nvPr/>
            </p:nvSpPr>
            <p:spPr>
              <a:xfrm>
                <a:off x="7583241" y="1305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7" name="Freeform 33076">
                <a:extLst>
                  <a:ext uri="{FF2B5EF4-FFF2-40B4-BE49-F238E27FC236}">
                    <a16:creationId xmlns:a16="http://schemas.microsoft.com/office/drawing/2014/main" id="{3A78DD83-F361-F26C-7BB8-DEB8D88459D9}"/>
                  </a:ext>
                </a:extLst>
              </p:cNvPr>
              <p:cNvSpPr/>
              <p:nvPr/>
            </p:nvSpPr>
            <p:spPr>
              <a:xfrm>
                <a:off x="7583738" y="1267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8" name="Freeform 33077">
                <a:extLst>
                  <a:ext uri="{FF2B5EF4-FFF2-40B4-BE49-F238E27FC236}">
                    <a16:creationId xmlns:a16="http://schemas.microsoft.com/office/drawing/2014/main" id="{0A584947-9FE7-96FE-FB65-F3EB06B4FEF0}"/>
                  </a:ext>
                </a:extLst>
              </p:cNvPr>
              <p:cNvSpPr/>
              <p:nvPr/>
            </p:nvSpPr>
            <p:spPr>
              <a:xfrm>
                <a:off x="7584333" y="1246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79" name="Freeform 33078">
                <a:extLst>
                  <a:ext uri="{FF2B5EF4-FFF2-40B4-BE49-F238E27FC236}">
                    <a16:creationId xmlns:a16="http://schemas.microsoft.com/office/drawing/2014/main" id="{6CD0DFF1-D637-A156-1C28-4178B91B7D86}"/>
                  </a:ext>
                </a:extLst>
              </p:cNvPr>
              <p:cNvSpPr/>
              <p:nvPr/>
            </p:nvSpPr>
            <p:spPr>
              <a:xfrm>
                <a:off x="7584829" y="1215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0" name="Freeform 33079">
                <a:extLst>
                  <a:ext uri="{FF2B5EF4-FFF2-40B4-BE49-F238E27FC236}">
                    <a16:creationId xmlns:a16="http://schemas.microsoft.com/office/drawing/2014/main" id="{E812B11C-DBE6-CDA6-2780-4A24413D8316}"/>
                  </a:ext>
                </a:extLst>
              </p:cNvPr>
              <p:cNvSpPr/>
              <p:nvPr/>
            </p:nvSpPr>
            <p:spPr>
              <a:xfrm>
                <a:off x="7585325" y="1182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1" name="Freeform 33080">
                <a:extLst>
                  <a:ext uri="{FF2B5EF4-FFF2-40B4-BE49-F238E27FC236}">
                    <a16:creationId xmlns:a16="http://schemas.microsoft.com/office/drawing/2014/main" id="{A7BB5974-28BD-323B-7C74-1A2E559D61BB}"/>
                  </a:ext>
                </a:extLst>
              </p:cNvPr>
              <p:cNvSpPr/>
              <p:nvPr/>
            </p:nvSpPr>
            <p:spPr>
              <a:xfrm>
                <a:off x="7585920" y="1154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2" name="Freeform 33081">
                <a:extLst>
                  <a:ext uri="{FF2B5EF4-FFF2-40B4-BE49-F238E27FC236}">
                    <a16:creationId xmlns:a16="http://schemas.microsoft.com/office/drawing/2014/main" id="{7B0E0F60-2583-570D-8FF0-CBDC7EF5B8FB}"/>
                  </a:ext>
                </a:extLst>
              </p:cNvPr>
              <p:cNvSpPr/>
              <p:nvPr/>
            </p:nvSpPr>
            <p:spPr>
              <a:xfrm>
                <a:off x="7586416" y="2222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3" name="Freeform 33082">
                <a:extLst>
                  <a:ext uri="{FF2B5EF4-FFF2-40B4-BE49-F238E27FC236}">
                    <a16:creationId xmlns:a16="http://schemas.microsoft.com/office/drawing/2014/main" id="{676C05C2-2C91-B10F-7CAF-3748D46B5624}"/>
                  </a:ext>
                </a:extLst>
              </p:cNvPr>
              <p:cNvSpPr/>
              <p:nvPr/>
            </p:nvSpPr>
            <p:spPr>
              <a:xfrm>
                <a:off x="7586913" y="2284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4" name="Freeform 33083">
                <a:extLst>
                  <a:ext uri="{FF2B5EF4-FFF2-40B4-BE49-F238E27FC236}">
                    <a16:creationId xmlns:a16="http://schemas.microsoft.com/office/drawing/2014/main" id="{E153177B-56B5-3285-5884-DAF48DE995AF}"/>
                  </a:ext>
                </a:extLst>
              </p:cNvPr>
              <p:cNvSpPr/>
              <p:nvPr/>
            </p:nvSpPr>
            <p:spPr>
              <a:xfrm>
                <a:off x="7587508" y="2299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5" name="Freeform 33084">
                <a:extLst>
                  <a:ext uri="{FF2B5EF4-FFF2-40B4-BE49-F238E27FC236}">
                    <a16:creationId xmlns:a16="http://schemas.microsoft.com/office/drawing/2014/main" id="{096D3662-0C1A-2E25-76AF-EB5ACFAAD611}"/>
                  </a:ext>
                </a:extLst>
              </p:cNvPr>
              <p:cNvSpPr/>
              <p:nvPr/>
            </p:nvSpPr>
            <p:spPr>
              <a:xfrm>
                <a:off x="7588004" y="2294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6" name="Freeform 33085">
                <a:extLst>
                  <a:ext uri="{FF2B5EF4-FFF2-40B4-BE49-F238E27FC236}">
                    <a16:creationId xmlns:a16="http://schemas.microsoft.com/office/drawing/2014/main" id="{206C624A-5EC3-28C1-DBD9-613FAFA3E731}"/>
                  </a:ext>
                </a:extLst>
              </p:cNvPr>
              <p:cNvSpPr/>
              <p:nvPr/>
            </p:nvSpPr>
            <p:spPr>
              <a:xfrm>
                <a:off x="7588500" y="2287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7" name="Freeform 33086">
                <a:extLst>
                  <a:ext uri="{FF2B5EF4-FFF2-40B4-BE49-F238E27FC236}">
                    <a16:creationId xmlns:a16="http://schemas.microsoft.com/office/drawing/2014/main" id="{D518AE24-499B-B6F8-C55F-5C150F6495B9}"/>
                  </a:ext>
                </a:extLst>
              </p:cNvPr>
              <p:cNvSpPr/>
              <p:nvPr/>
            </p:nvSpPr>
            <p:spPr>
              <a:xfrm>
                <a:off x="7589095" y="2283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8" name="Freeform 33087">
                <a:extLst>
                  <a:ext uri="{FF2B5EF4-FFF2-40B4-BE49-F238E27FC236}">
                    <a16:creationId xmlns:a16="http://schemas.microsoft.com/office/drawing/2014/main" id="{9C699F9D-A0EF-EEB0-7B75-DE3CCDDC16FA}"/>
                  </a:ext>
                </a:extLst>
              </p:cNvPr>
              <p:cNvSpPr/>
              <p:nvPr/>
            </p:nvSpPr>
            <p:spPr>
              <a:xfrm>
                <a:off x="7589591" y="2280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89" name="Freeform 33088">
                <a:extLst>
                  <a:ext uri="{FF2B5EF4-FFF2-40B4-BE49-F238E27FC236}">
                    <a16:creationId xmlns:a16="http://schemas.microsoft.com/office/drawing/2014/main" id="{D63057D8-9C98-4F49-5EAD-D53A425717B0}"/>
                  </a:ext>
                </a:extLst>
              </p:cNvPr>
              <p:cNvSpPr/>
              <p:nvPr/>
            </p:nvSpPr>
            <p:spPr>
              <a:xfrm>
                <a:off x="7590088" y="2279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0" name="Freeform 33089">
                <a:extLst>
                  <a:ext uri="{FF2B5EF4-FFF2-40B4-BE49-F238E27FC236}">
                    <a16:creationId xmlns:a16="http://schemas.microsoft.com/office/drawing/2014/main" id="{A7AECC51-EAA3-7158-A0B8-9F1F3FBB29D5}"/>
                  </a:ext>
                </a:extLst>
              </p:cNvPr>
              <p:cNvSpPr/>
              <p:nvPr/>
            </p:nvSpPr>
            <p:spPr>
              <a:xfrm>
                <a:off x="7590683" y="2295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1" name="Freeform 33090">
                <a:extLst>
                  <a:ext uri="{FF2B5EF4-FFF2-40B4-BE49-F238E27FC236}">
                    <a16:creationId xmlns:a16="http://schemas.microsoft.com/office/drawing/2014/main" id="{7A4F8A13-D737-42BC-D4B7-5FE37D281DAF}"/>
                  </a:ext>
                </a:extLst>
              </p:cNvPr>
              <p:cNvSpPr/>
              <p:nvPr/>
            </p:nvSpPr>
            <p:spPr>
              <a:xfrm>
                <a:off x="7591179" y="1931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2" name="Freeform 33091">
                <a:extLst>
                  <a:ext uri="{FF2B5EF4-FFF2-40B4-BE49-F238E27FC236}">
                    <a16:creationId xmlns:a16="http://schemas.microsoft.com/office/drawing/2014/main" id="{406085EF-7912-2587-8AE3-C1CDBDD31AF3}"/>
                  </a:ext>
                </a:extLst>
              </p:cNvPr>
              <p:cNvSpPr/>
              <p:nvPr/>
            </p:nvSpPr>
            <p:spPr>
              <a:xfrm>
                <a:off x="7591675" y="1644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3" name="Freeform 33092">
                <a:extLst>
                  <a:ext uri="{FF2B5EF4-FFF2-40B4-BE49-F238E27FC236}">
                    <a16:creationId xmlns:a16="http://schemas.microsoft.com/office/drawing/2014/main" id="{96B6E6A0-EB59-7F73-512B-6084EF7A3A3E}"/>
                  </a:ext>
                </a:extLst>
              </p:cNvPr>
              <p:cNvSpPr/>
              <p:nvPr/>
            </p:nvSpPr>
            <p:spPr>
              <a:xfrm>
                <a:off x="7592270" y="1593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4" name="Freeform 33093">
                <a:extLst>
                  <a:ext uri="{FF2B5EF4-FFF2-40B4-BE49-F238E27FC236}">
                    <a16:creationId xmlns:a16="http://schemas.microsoft.com/office/drawing/2014/main" id="{EC0BD566-C2AC-3A39-1E6D-09E3864935A2}"/>
                  </a:ext>
                </a:extLst>
              </p:cNvPr>
              <p:cNvSpPr/>
              <p:nvPr/>
            </p:nvSpPr>
            <p:spPr>
              <a:xfrm>
                <a:off x="7592766" y="1572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5" name="Freeform 33094">
                <a:extLst>
                  <a:ext uri="{FF2B5EF4-FFF2-40B4-BE49-F238E27FC236}">
                    <a16:creationId xmlns:a16="http://schemas.microsoft.com/office/drawing/2014/main" id="{7EC4CB6D-697A-9AA5-DA1B-3EF4DC522946}"/>
                  </a:ext>
                </a:extLst>
              </p:cNvPr>
              <p:cNvSpPr/>
              <p:nvPr/>
            </p:nvSpPr>
            <p:spPr>
              <a:xfrm>
                <a:off x="7593263" y="1540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6" name="Freeform 33095">
                <a:extLst>
                  <a:ext uri="{FF2B5EF4-FFF2-40B4-BE49-F238E27FC236}">
                    <a16:creationId xmlns:a16="http://schemas.microsoft.com/office/drawing/2014/main" id="{5527373D-6988-05F7-B8D3-3473D59FAE4D}"/>
                  </a:ext>
                </a:extLst>
              </p:cNvPr>
              <p:cNvSpPr/>
              <p:nvPr/>
            </p:nvSpPr>
            <p:spPr>
              <a:xfrm>
                <a:off x="7593858" y="1492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7" name="Freeform 33096">
                <a:extLst>
                  <a:ext uri="{FF2B5EF4-FFF2-40B4-BE49-F238E27FC236}">
                    <a16:creationId xmlns:a16="http://schemas.microsoft.com/office/drawing/2014/main" id="{295C86EF-E428-3E72-4E47-F1A772AE57FA}"/>
                  </a:ext>
                </a:extLst>
              </p:cNvPr>
              <p:cNvSpPr/>
              <p:nvPr/>
            </p:nvSpPr>
            <p:spPr>
              <a:xfrm>
                <a:off x="7594354" y="1372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8" name="Freeform 33097">
                <a:extLst>
                  <a:ext uri="{FF2B5EF4-FFF2-40B4-BE49-F238E27FC236}">
                    <a16:creationId xmlns:a16="http://schemas.microsoft.com/office/drawing/2014/main" id="{60856592-4580-CFF9-0621-227C211FE29D}"/>
                  </a:ext>
                </a:extLst>
              </p:cNvPr>
              <p:cNvSpPr/>
              <p:nvPr/>
            </p:nvSpPr>
            <p:spPr>
              <a:xfrm>
                <a:off x="7594850" y="1269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99" name="Freeform 33098">
                <a:extLst>
                  <a:ext uri="{FF2B5EF4-FFF2-40B4-BE49-F238E27FC236}">
                    <a16:creationId xmlns:a16="http://schemas.microsoft.com/office/drawing/2014/main" id="{F1AB1A98-B2F8-EEAF-D573-03B7A64BAF88}"/>
                  </a:ext>
                </a:extLst>
              </p:cNvPr>
              <p:cNvSpPr/>
              <p:nvPr/>
            </p:nvSpPr>
            <p:spPr>
              <a:xfrm>
                <a:off x="7595346" y="1170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0" name="Freeform 33099">
                <a:extLst>
                  <a:ext uri="{FF2B5EF4-FFF2-40B4-BE49-F238E27FC236}">
                    <a16:creationId xmlns:a16="http://schemas.microsoft.com/office/drawing/2014/main" id="{CECABB44-8E81-36A5-0692-7E0D2452D3F8}"/>
                  </a:ext>
                </a:extLst>
              </p:cNvPr>
              <p:cNvSpPr/>
              <p:nvPr/>
            </p:nvSpPr>
            <p:spPr>
              <a:xfrm>
                <a:off x="7595941" y="1108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1" name="Freeform 33100">
                <a:extLst>
                  <a:ext uri="{FF2B5EF4-FFF2-40B4-BE49-F238E27FC236}">
                    <a16:creationId xmlns:a16="http://schemas.microsoft.com/office/drawing/2014/main" id="{309673B9-EA92-6A05-7248-C3D5BC87DE9B}"/>
                  </a:ext>
                </a:extLst>
              </p:cNvPr>
              <p:cNvSpPr/>
              <p:nvPr/>
            </p:nvSpPr>
            <p:spPr>
              <a:xfrm>
                <a:off x="7596438" y="1046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2" name="Freeform 33101">
                <a:extLst>
                  <a:ext uri="{FF2B5EF4-FFF2-40B4-BE49-F238E27FC236}">
                    <a16:creationId xmlns:a16="http://schemas.microsoft.com/office/drawing/2014/main" id="{6A336B96-ECC7-5A42-CFD5-72DAD5D2103E}"/>
                  </a:ext>
                </a:extLst>
              </p:cNvPr>
              <p:cNvSpPr/>
              <p:nvPr/>
            </p:nvSpPr>
            <p:spPr>
              <a:xfrm>
                <a:off x="7596934" y="101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3" name="Freeform 33102">
                <a:extLst>
                  <a:ext uri="{FF2B5EF4-FFF2-40B4-BE49-F238E27FC236}">
                    <a16:creationId xmlns:a16="http://schemas.microsoft.com/office/drawing/2014/main" id="{0684A7A3-CE5D-92EA-A00F-6ECC211D940B}"/>
                  </a:ext>
                </a:extLst>
              </p:cNvPr>
              <p:cNvSpPr/>
              <p:nvPr/>
            </p:nvSpPr>
            <p:spPr>
              <a:xfrm>
                <a:off x="7597529" y="10262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4" name="Freeform 33103">
                <a:extLst>
                  <a:ext uri="{FF2B5EF4-FFF2-40B4-BE49-F238E27FC236}">
                    <a16:creationId xmlns:a16="http://schemas.microsoft.com/office/drawing/2014/main" id="{F9088E33-76EC-903E-8580-D7D5E55F4415}"/>
                  </a:ext>
                </a:extLst>
              </p:cNvPr>
              <p:cNvSpPr/>
              <p:nvPr/>
            </p:nvSpPr>
            <p:spPr>
              <a:xfrm>
                <a:off x="7598025" y="1020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5" name="Freeform 33104">
                <a:extLst>
                  <a:ext uri="{FF2B5EF4-FFF2-40B4-BE49-F238E27FC236}">
                    <a16:creationId xmlns:a16="http://schemas.microsoft.com/office/drawing/2014/main" id="{890F05FC-1407-09A4-6CC1-9B366B8EF51B}"/>
                  </a:ext>
                </a:extLst>
              </p:cNvPr>
              <p:cNvSpPr/>
              <p:nvPr/>
            </p:nvSpPr>
            <p:spPr>
              <a:xfrm>
                <a:off x="7598521" y="1141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6" name="Freeform 33105">
                <a:extLst>
                  <a:ext uri="{FF2B5EF4-FFF2-40B4-BE49-F238E27FC236}">
                    <a16:creationId xmlns:a16="http://schemas.microsoft.com/office/drawing/2014/main" id="{9CE6AA6D-9B38-C00E-54FB-2CFF7AB1D571}"/>
                  </a:ext>
                </a:extLst>
              </p:cNvPr>
              <p:cNvSpPr/>
              <p:nvPr/>
            </p:nvSpPr>
            <p:spPr>
              <a:xfrm>
                <a:off x="7599116" y="1984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7" name="Freeform 33106">
                <a:extLst>
                  <a:ext uri="{FF2B5EF4-FFF2-40B4-BE49-F238E27FC236}">
                    <a16:creationId xmlns:a16="http://schemas.microsoft.com/office/drawing/2014/main" id="{25F203E0-69DD-400A-D67C-8D1D2B4DF504}"/>
                  </a:ext>
                </a:extLst>
              </p:cNvPr>
              <p:cNvSpPr/>
              <p:nvPr/>
            </p:nvSpPr>
            <p:spPr>
              <a:xfrm>
                <a:off x="7599613" y="2188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8" name="Freeform 33107">
                <a:extLst>
                  <a:ext uri="{FF2B5EF4-FFF2-40B4-BE49-F238E27FC236}">
                    <a16:creationId xmlns:a16="http://schemas.microsoft.com/office/drawing/2014/main" id="{A25C8230-4C9F-35CF-D32E-2838945D92F0}"/>
                  </a:ext>
                </a:extLst>
              </p:cNvPr>
              <p:cNvSpPr/>
              <p:nvPr/>
            </p:nvSpPr>
            <p:spPr>
              <a:xfrm>
                <a:off x="7600109" y="2204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09" name="Freeform 33108">
                <a:extLst>
                  <a:ext uri="{FF2B5EF4-FFF2-40B4-BE49-F238E27FC236}">
                    <a16:creationId xmlns:a16="http://schemas.microsoft.com/office/drawing/2014/main" id="{B20B6204-F71A-7AF7-3DDF-29B68B645EBB}"/>
                  </a:ext>
                </a:extLst>
              </p:cNvPr>
              <p:cNvSpPr/>
              <p:nvPr/>
            </p:nvSpPr>
            <p:spPr>
              <a:xfrm>
                <a:off x="7600704" y="2210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0" name="Freeform 33109">
                <a:extLst>
                  <a:ext uri="{FF2B5EF4-FFF2-40B4-BE49-F238E27FC236}">
                    <a16:creationId xmlns:a16="http://schemas.microsoft.com/office/drawing/2014/main" id="{53F98303-217F-C76B-E990-A8E9843BB8A2}"/>
                  </a:ext>
                </a:extLst>
              </p:cNvPr>
              <p:cNvSpPr/>
              <p:nvPr/>
            </p:nvSpPr>
            <p:spPr>
              <a:xfrm>
                <a:off x="7601200" y="2209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1" name="Freeform 33110">
                <a:extLst>
                  <a:ext uri="{FF2B5EF4-FFF2-40B4-BE49-F238E27FC236}">
                    <a16:creationId xmlns:a16="http://schemas.microsoft.com/office/drawing/2014/main" id="{628746DD-7162-E2DB-CEC7-7E22AD84DA91}"/>
                  </a:ext>
                </a:extLst>
              </p:cNvPr>
              <p:cNvSpPr/>
              <p:nvPr/>
            </p:nvSpPr>
            <p:spPr>
              <a:xfrm>
                <a:off x="7601696" y="2212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2" name="Freeform 33111">
                <a:extLst>
                  <a:ext uri="{FF2B5EF4-FFF2-40B4-BE49-F238E27FC236}">
                    <a16:creationId xmlns:a16="http://schemas.microsoft.com/office/drawing/2014/main" id="{F9BC7CE9-BFAF-6DBF-9BD1-708018FA72F2}"/>
                  </a:ext>
                </a:extLst>
              </p:cNvPr>
              <p:cNvSpPr/>
              <p:nvPr/>
            </p:nvSpPr>
            <p:spPr>
              <a:xfrm>
                <a:off x="7602291" y="2216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3" name="Freeform 33112">
                <a:extLst>
                  <a:ext uri="{FF2B5EF4-FFF2-40B4-BE49-F238E27FC236}">
                    <a16:creationId xmlns:a16="http://schemas.microsoft.com/office/drawing/2014/main" id="{33C95230-E7DB-37E1-ACC9-EC18A41ED405}"/>
                  </a:ext>
                </a:extLst>
              </p:cNvPr>
              <p:cNvSpPr/>
              <p:nvPr/>
            </p:nvSpPr>
            <p:spPr>
              <a:xfrm>
                <a:off x="7602788" y="2222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4" name="Freeform 33113">
                <a:extLst>
                  <a:ext uri="{FF2B5EF4-FFF2-40B4-BE49-F238E27FC236}">
                    <a16:creationId xmlns:a16="http://schemas.microsoft.com/office/drawing/2014/main" id="{2FABEB5A-C488-3E80-4196-EF4543196453}"/>
                  </a:ext>
                </a:extLst>
              </p:cNvPr>
              <p:cNvSpPr/>
              <p:nvPr/>
            </p:nvSpPr>
            <p:spPr>
              <a:xfrm>
                <a:off x="7603284" y="222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5" name="Freeform 33114">
                <a:extLst>
                  <a:ext uri="{FF2B5EF4-FFF2-40B4-BE49-F238E27FC236}">
                    <a16:creationId xmlns:a16="http://schemas.microsoft.com/office/drawing/2014/main" id="{F43AD646-4164-DD15-F2EF-D45BE7ADB11C}"/>
                  </a:ext>
                </a:extLst>
              </p:cNvPr>
              <p:cNvSpPr/>
              <p:nvPr/>
            </p:nvSpPr>
            <p:spPr>
              <a:xfrm>
                <a:off x="7603879" y="1833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6" name="Freeform 33115">
                <a:extLst>
                  <a:ext uri="{FF2B5EF4-FFF2-40B4-BE49-F238E27FC236}">
                    <a16:creationId xmlns:a16="http://schemas.microsoft.com/office/drawing/2014/main" id="{6DE713B5-54DE-2A3F-95A2-10F9640B8246}"/>
                  </a:ext>
                </a:extLst>
              </p:cNvPr>
              <p:cNvSpPr/>
              <p:nvPr/>
            </p:nvSpPr>
            <p:spPr>
              <a:xfrm>
                <a:off x="7604375" y="16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7" name="Freeform 33116">
                <a:extLst>
                  <a:ext uri="{FF2B5EF4-FFF2-40B4-BE49-F238E27FC236}">
                    <a16:creationId xmlns:a16="http://schemas.microsoft.com/office/drawing/2014/main" id="{727AE29E-DD38-D5D4-F017-299D42AEA7D3}"/>
                  </a:ext>
                </a:extLst>
              </p:cNvPr>
              <p:cNvSpPr/>
              <p:nvPr/>
            </p:nvSpPr>
            <p:spPr>
              <a:xfrm>
                <a:off x="7604871" y="1555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8" name="Freeform 33117">
                <a:extLst>
                  <a:ext uri="{FF2B5EF4-FFF2-40B4-BE49-F238E27FC236}">
                    <a16:creationId xmlns:a16="http://schemas.microsoft.com/office/drawing/2014/main" id="{1168C950-065E-845D-D055-BFCB35DE5E56}"/>
                  </a:ext>
                </a:extLst>
              </p:cNvPr>
              <p:cNvSpPr/>
              <p:nvPr/>
            </p:nvSpPr>
            <p:spPr>
              <a:xfrm>
                <a:off x="7605466" y="1557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19" name="Freeform 33118">
                <a:extLst>
                  <a:ext uri="{FF2B5EF4-FFF2-40B4-BE49-F238E27FC236}">
                    <a16:creationId xmlns:a16="http://schemas.microsoft.com/office/drawing/2014/main" id="{59B66FBD-17D1-F9F8-CB5D-283092CB24C1}"/>
                  </a:ext>
                </a:extLst>
              </p:cNvPr>
              <p:cNvSpPr/>
              <p:nvPr/>
            </p:nvSpPr>
            <p:spPr>
              <a:xfrm>
                <a:off x="7605963" y="1551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0" name="Freeform 33119">
                <a:extLst>
                  <a:ext uri="{FF2B5EF4-FFF2-40B4-BE49-F238E27FC236}">
                    <a16:creationId xmlns:a16="http://schemas.microsoft.com/office/drawing/2014/main" id="{08156FC3-132A-594E-FF40-B7EF77485E50}"/>
                  </a:ext>
                </a:extLst>
              </p:cNvPr>
              <p:cNvSpPr/>
              <p:nvPr/>
            </p:nvSpPr>
            <p:spPr>
              <a:xfrm>
                <a:off x="7606459" y="1500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1" name="Freeform 33120">
                <a:extLst>
                  <a:ext uri="{FF2B5EF4-FFF2-40B4-BE49-F238E27FC236}">
                    <a16:creationId xmlns:a16="http://schemas.microsoft.com/office/drawing/2014/main" id="{08BC7602-445B-42BB-0257-77E7E06AEDB5}"/>
                  </a:ext>
                </a:extLst>
              </p:cNvPr>
              <p:cNvSpPr/>
              <p:nvPr/>
            </p:nvSpPr>
            <p:spPr>
              <a:xfrm>
                <a:off x="7606955" y="1365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2" name="Freeform 33121">
                <a:extLst>
                  <a:ext uri="{FF2B5EF4-FFF2-40B4-BE49-F238E27FC236}">
                    <a16:creationId xmlns:a16="http://schemas.microsoft.com/office/drawing/2014/main" id="{08E2C637-8690-1CFC-5CAB-B71FCCCB1A88}"/>
                  </a:ext>
                </a:extLst>
              </p:cNvPr>
              <p:cNvSpPr/>
              <p:nvPr/>
            </p:nvSpPr>
            <p:spPr>
              <a:xfrm>
                <a:off x="7607550" y="1277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3" name="Freeform 33122">
                <a:extLst>
                  <a:ext uri="{FF2B5EF4-FFF2-40B4-BE49-F238E27FC236}">
                    <a16:creationId xmlns:a16="http://schemas.microsoft.com/office/drawing/2014/main" id="{B1740CF3-984C-AB63-4517-476524F7DB06}"/>
                  </a:ext>
                </a:extLst>
              </p:cNvPr>
              <p:cNvSpPr/>
              <p:nvPr/>
            </p:nvSpPr>
            <p:spPr>
              <a:xfrm>
                <a:off x="7608046" y="1167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4" name="Freeform 33123">
                <a:extLst>
                  <a:ext uri="{FF2B5EF4-FFF2-40B4-BE49-F238E27FC236}">
                    <a16:creationId xmlns:a16="http://schemas.microsoft.com/office/drawing/2014/main" id="{3D00D8F3-7EC8-76BC-0EAA-1B0E20413C96}"/>
                  </a:ext>
                </a:extLst>
              </p:cNvPr>
              <p:cNvSpPr/>
              <p:nvPr/>
            </p:nvSpPr>
            <p:spPr>
              <a:xfrm>
                <a:off x="7608542" y="1093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5" name="Freeform 33124">
                <a:extLst>
                  <a:ext uri="{FF2B5EF4-FFF2-40B4-BE49-F238E27FC236}">
                    <a16:creationId xmlns:a16="http://schemas.microsoft.com/office/drawing/2014/main" id="{A36019C0-F762-4796-E13F-7F45C6A9F7B3}"/>
                  </a:ext>
                </a:extLst>
              </p:cNvPr>
              <p:cNvSpPr/>
              <p:nvPr/>
            </p:nvSpPr>
            <p:spPr>
              <a:xfrm>
                <a:off x="7609138" y="1032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6" name="Freeform 33125">
                <a:extLst>
                  <a:ext uri="{FF2B5EF4-FFF2-40B4-BE49-F238E27FC236}">
                    <a16:creationId xmlns:a16="http://schemas.microsoft.com/office/drawing/2014/main" id="{497F5350-2063-9238-70A7-03F494EA66F2}"/>
                  </a:ext>
                </a:extLst>
              </p:cNvPr>
              <p:cNvSpPr/>
              <p:nvPr/>
            </p:nvSpPr>
            <p:spPr>
              <a:xfrm>
                <a:off x="7609634" y="985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7" name="Freeform 33126">
                <a:extLst>
                  <a:ext uri="{FF2B5EF4-FFF2-40B4-BE49-F238E27FC236}">
                    <a16:creationId xmlns:a16="http://schemas.microsoft.com/office/drawing/2014/main" id="{044A3B12-A827-479C-E6A7-F5F97B6FD965}"/>
                  </a:ext>
                </a:extLst>
              </p:cNvPr>
              <p:cNvSpPr/>
              <p:nvPr/>
            </p:nvSpPr>
            <p:spPr>
              <a:xfrm>
                <a:off x="7610130" y="98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8" name="Freeform 33127">
                <a:extLst>
                  <a:ext uri="{FF2B5EF4-FFF2-40B4-BE49-F238E27FC236}">
                    <a16:creationId xmlns:a16="http://schemas.microsoft.com/office/drawing/2014/main" id="{5935E2A2-153C-9E5F-090E-9FD7F6B9900C}"/>
                  </a:ext>
                </a:extLst>
              </p:cNvPr>
              <p:cNvSpPr/>
              <p:nvPr/>
            </p:nvSpPr>
            <p:spPr>
              <a:xfrm>
                <a:off x="7610725" y="1038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29" name="Freeform 33128">
                <a:extLst>
                  <a:ext uri="{FF2B5EF4-FFF2-40B4-BE49-F238E27FC236}">
                    <a16:creationId xmlns:a16="http://schemas.microsoft.com/office/drawing/2014/main" id="{0C7263FC-4D74-B07F-63C4-9CBCA5712A33}"/>
                  </a:ext>
                </a:extLst>
              </p:cNvPr>
              <p:cNvSpPr/>
              <p:nvPr/>
            </p:nvSpPr>
            <p:spPr>
              <a:xfrm>
                <a:off x="7611221" y="1191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0" name="Freeform 33129">
                <a:extLst>
                  <a:ext uri="{FF2B5EF4-FFF2-40B4-BE49-F238E27FC236}">
                    <a16:creationId xmlns:a16="http://schemas.microsoft.com/office/drawing/2014/main" id="{036B364D-DD89-19EF-B21D-4BBD76C2219E}"/>
                  </a:ext>
                </a:extLst>
              </p:cNvPr>
              <p:cNvSpPr/>
              <p:nvPr/>
            </p:nvSpPr>
            <p:spPr>
              <a:xfrm>
                <a:off x="7611717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1" name="Freeform 33130">
                <a:extLst>
                  <a:ext uri="{FF2B5EF4-FFF2-40B4-BE49-F238E27FC236}">
                    <a16:creationId xmlns:a16="http://schemas.microsoft.com/office/drawing/2014/main" id="{E9524856-E403-4B8E-5B84-6AC272565BD5}"/>
                  </a:ext>
                </a:extLst>
              </p:cNvPr>
              <p:cNvSpPr/>
              <p:nvPr/>
            </p:nvSpPr>
            <p:spPr>
              <a:xfrm>
                <a:off x="7612313" y="20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2" name="Freeform 33131">
                <a:extLst>
                  <a:ext uri="{FF2B5EF4-FFF2-40B4-BE49-F238E27FC236}">
                    <a16:creationId xmlns:a16="http://schemas.microsoft.com/office/drawing/2014/main" id="{068620FD-C4E4-3298-8BBA-3A97EFC8B412}"/>
                  </a:ext>
                </a:extLst>
              </p:cNvPr>
              <p:cNvSpPr/>
              <p:nvPr/>
            </p:nvSpPr>
            <p:spPr>
              <a:xfrm>
                <a:off x="7612809" y="2064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3" name="Freeform 33132">
                <a:extLst>
                  <a:ext uri="{FF2B5EF4-FFF2-40B4-BE49-F238E27FC236}">
                    <a16:creationId xmlns:a16="http://schemas.microsoft.com/office/drawing/2014/main" id="{FA892EA8-D363-631F-2B4A-0338CEAF060A}"/>
                  </a:ext>
                </a:extLst>
              </p:cNvPr>
              <p:cNvSpPr/>
              <p:nvPr/>
            </p:nvSpPr>
            <p:spPr>
              <a:xfrm>
                <a:off x="7613305" y="2054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4" name="Freeform 33133">
                <a:extLst>
                  <a:ext uri="{FF2B5EF4-FFF2-40B4-BE49-F238E27FC236}">
                    <a16:creationId xmlns:a16="http://schemas.microsoft.com/office/drawing/2014/main" id="{1B6A4DED-9FF7-1011-4889-A292BF281C04}"/>
                  </a:ext>
                </a:extLst>
              </p:cNvPr>
              <p:cNvSpPr/>
              <p:nvPr/>
            </p:nvSpPr>
            <p:spPr>
              <a:xfrm>
                <a:off x="7613900" y="201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5" name="Freeform 33134">
                <a:extLst>
                  <a:ext uri="{FF2B5EF4-FFF2-40B4-BE49-F238E27FC236}">
                    <a16:creationId xmlns:a16="http://schemas.microsoft.com/office/drawing/2014/main" id="{8765361B-E995-C2D0-C6B7-0BA2DEF5936F}"/>
                  </a:ext>
                </a:extLst>
              </p:cNvPr>
              <p:cNvSpPr/>
              <p:nvPr/>
            </p:nvSpPr>
            <p:spPr>
              <a:xfrm>
                <a:off x="7614396" y="2022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6" name="Freeform 33135">
                <a:extLst>
                  <a:ext uri="{FF2B5EF4-FFF2-40B4-BE49-F238E27FC236}">
                    <a16:creationId xmlns:a16="http://schemas.microsoft.com/office/drawing/2014/main" id="{F9769A64-4DCB-1D19-E44D-CD3B99C23520}"/>
                  </a:ext>
                </a:extLst>
              </p:cNvPr>
              <p:cNvSpPr/>
              <p:nvPr/>
            </p:nvSpPr>
            <p:spPr>
              <a:xfrm>
                <a:off x="7614892" y="2021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7" name="Freeform 33136">
                <a:extLst>
                  <a:ext uri="{FF2B5EF4-FFF2-40B4-BE49-F238E27FC236}">
                    <a16:creationId xmlns:a16="http://schemas.microsoft.com/office/drawing/2014/main" id="{4EABBA25-647B-52A1-46CE-60E581D672B8}"/>
                  </a:ext>
                </a:extLst>
              </p:cNvPr>
              <p:cNvSpPr/>
              <p:nvPr/>
            </p:nvSpPr>
            <p:spPr>
              <a:xfrm>
                <a:off x="7615488" y="2044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8" name="Freeform 33137">
                <a:extLst>
                  <a:ext uri="{FF2B5EF4-FFF2-40B4-BE49-F238E27FC236}">
                    <a16:creationId xmlns:a16="http://schemas.microsoft.com/office/drawing/2014/main" id="{6B536BF9-6C74-76AA-E29B-27F3652A005D}"/>
                  </a:ext>
                </a:extLst>
              </p:cNvPr>
              <p:cNvSpPr/>
              <p:nvPr/>
            </p:nvSpPr>
            <p:spPr>
              <a:xfrm>
                <a:off x="7615984" y="2029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39" name="Freeform 33138">
                <a:extLst>
                  <a:ext uri="{FF2B5EF4-FFF2-40B4-BE49-F238E27FC236}">
                    <a16:creationId xmlns:a16="http://schemas.microsoft.com/office/drawing/2014/main" id="{2602B770-E6E1-CE9C-D927-57F9F9E0D463}"/>
                  </a:ext>
                </a:extLst>
              </p:cNvPr>
              <p:cNvSpPr/>
              <p:nvPr/>
            </p:nvSpPr>
            <p:spPr>
              <a:xfrm>
                <a:off x="7616480" y="1580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0" name="Freeform 33139">
                <a:extLst>
                  <a:ext uri="{FF2B5EF4-FFF2-40B4-BE49-F238E27FC236}">
                    <a16:creationId xmlns:a16="http://schemas.microsoft.com/office/drawing/2014/main" id="{16A01FC1-B42A-0583-53E7-40CA84C9543B}"/>
                  </a:ext>
                </a:extLst>
              </p:cNvPr>
              <p:cNvSpPr/>
              <p:nvPr/>
            </p:nvSpPr>
            <p:spPr>
              <a:xfrm>
                <a:off x="7617075" y="1511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1" name="Freeform 33140">
                <a:extLst>
                  <a:ext uri="{FF2B5EF4-FFF2-40B4-BE49-F238E27FC236}">
                    <a16:creationId xmlns:a16="http://schemas.microsoft.com/office/drawing/2014/main" id="{2CAF2484-F9B0-8A84-B937-E87DFFFE0559}"/>
                  </a:ext>
                </a:extLst>
              </p:cNvPr>
              <p:cNvSpPr/>
              <p:nvPr/>
            </p:nvSpPr>
            <p:spPr>
              <a:xfrm>
                <a:off x="7617571" y="1516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2" name="Freeform 33141">
                <a:extLst>
                  <a:ext uri="{FF2B5EF4-FFF2-40B4-BE49-F238E27FC236}">
                    <a16:creationId xmlns:a16="http://schemas.microsoft.com/office/drawing/2014/main" id="{8A31F2E8-5D96-5A06-B7E9-4B9E00F0BFA5}"/>
                  </a:ext>
                </a:extLst>
              </p:cNvPr>
              <p:cNvSpPr/>
              <p:nvPr/>
            </p:nvSpPr>
            <p:spPr>
              <a:xfrm>
                <a:off x="7618067" y="1428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3" name="Freeform 33142">
                <a:extLst>
                  <a:ext uri="{FF2B5EF4-FFF2-40B4-BE49-F238E27FC236}">
                    <a16:creationId xmlns:a16="http://schemas.microsoft.com/office/drawing/2014/main" id="{43D33F80-439A-2C5C-979A-1A4C8B357976}"/>
                  </a:ext>
                </a:extLst>
              </p:cNvPr>
              <p:cNvSpPr/>
              <p:nvPr/>
            </p:nvSpPr>
            <p:spPr>
              <a:xfrm>
                <a:off x="7618663" y="1422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4" name="Freeform 33143">
                <a:extLst>
                  <a:ext uri="{FF2B5EF4-FFF2-40B4-BE49-F238E27FC236}">
                    <a16:creationId xmlns:a16="http://schemas.microsoft.com/office/drawing/2014/main" id="{CB5FED2B-3F34-6F7B-6F32-9902F54CC036}"/>
                  </a:ext>
                </a:extLst>
              </p:cNvPr>
              <p:cNvSpPr/>
              <p:nvPr/>
            </p:nvSpPr>
            <p:spPr>
              <a:xfrm>
                <a:off x="7619159" y="1433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5" name="Freeform 33144">
                <a:extLst>
                  <a:ext uri="{FF2B5EF4-FFF2-40B4-BE49-F238E27FC236}">
                    <a16:creationId xmlns:a16="http://schemas.microsoft.com/office/drawing/2014/main" id="{5511AA69-AD94-08F2-0913-A68B1ADB0674}"/>
                  </a:ext>
                </a:extLst>
              </p:cNvPr>
              <p:cNvSpPr/>
              <p:nvPr/>
            </p:nvSpPr>
            <p:spPr>
              <a:xfrm>
                <a:off x="7619655" y="1285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6" name="Freeform 33145">
                <a:extLst>
                  <a:ext uri="{FF2B5EF4-FFF2-40B4-BE49-F238E27FC236}">
                    <a16:creationId xmlns:a16="http://schemas.microsoft.com/office/drawing/2014/main" id="{2B300C27-C4F3-B749-75B5-7F8B2FC5A7FA}"/>
                  </a:ext>
                </a:extLst>
              </p:cNvPr>
              <p:cNvSpPr/>
              <p:nvPr/>
            </p:nvSpPr>
            <p:spPr>
              <a:xfrm>
                <a:off x="7620151" y="1209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7" name="Freeform 33146">
                <a:extLst>
                  <a:ext uri="{FF2B5EF4-FFF2-40B4-BE49-F238E27FC236}">
                    <a16:creationId xmlns:a16="http://schemas.microsoft.com/office/drawing/2014/main" id="{A3EEBB9E-007E-442C-E379-029C0091DEFB}"/>
                  </a:ext>
                </a:extLst>
              </p:cNvPr>
              <p:cNvSpPr/>
              <p:nvPr/>
            </p:nvSpPr>
            <p:spPr>
              <a:xfrm>
                <a:off x="7620746" y="1087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8" name="Freeform 33147">
                <a:extLst>
                  <a:ext uri="{FF2B5EF4-FFF2-40B4-BE49-F238E27FC236}">
                    <a16:creationId xmlns:a16="http://schemas.microsoft.com/office/drawing/2014/main" id="{C6B4FA6A-A6A7-E904-5301-5DF2F5EC2C76}"/>
                  </a:ext>
                </a:extLst>
              </p:cNvPr>
              <p:cNvSpPr/>
              <p:nvPr/>
            </p:nvSpPr>
            <p:spPr>
              <a:xfrm>
                <a:off x="7621242" y="1042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49" name="Freeform 33148">
                <a:extLst>
                  <a:ext uri="{FF2B5EF4-FFF2-40B4-BE49-F238E27FC236}">
                    <a16:creationId xmlns:a16="http://schemas.microsoft.com/office/drawing/2014/main" id="{6E9DDE36-BDD9-B58F-9D55-45F153BBC1EC}"/>
                  </a:ext>
                </a:extLst>
              </p:cNvPr>
              <p:cNvSpPr/>
              <p:nvPr/>
            </p:nvSpPr>
            <p:spPr>
              <a:xfrm>
                <a:off x="7621738" y="978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0" name="Freeform 33149">
                <a:extLst>
                  <a:ext uri="{FF2B5EF4-FFF2-40B4-BE49-F238E27FC236}">
                    <a16:creationId xmlns:a16="http://schemas.microsoft.com/office/drawing/2014/main" id="{74A00D5B-772A-B163-E032-20E828B97747}"/>
                  </a:ext>
                </a:extLst>
              </p:cNvPr>
              <p:cNvSpPr/>
              <p:nvPr/>
            </p:nvSpPr>
            <p:spPr>
              <a:xfrm>
                <a:off x="7622334" y="93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1" name="Freeform 33150">
                <a:extLst>
                  <a:ext uri="{FF2B5EF4-FFF2-40B4-BE49-F238E27FC236}">
                    <a16:creationId xmlns:a16="http://schemas.microsoft.com/office/drawing/2014/main" id="{46DC0E0D-79EA-B621-4DB3-CD75ED4FABDE}"/>
                  </a:ext>
                </a:extLst>
              </p:cNvPr>
              <p:cNvSpPr/>
              <p:nvPr/>
            </p:nvSpPr>
            <p:spPr>
              <a:xfrm>
                <a:off x="7622830" y="873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2" name="Freeform 33151">
                <a:extLst>
                  <a:ext uri="{FF2B5EF4-FFF2-40B4-BE49-F238E27FC236}">
                    <a16:creationId xmlns:a16="http://schemas.microsoft.com/office/drawing/2014/main" id="{B07DD23A-87BE-E3DD-1753-BF01EA5C0DCE}"/>
                  </a:ext>
                </a:extLst>
              </p:cNvPr>
              <p:cNvSpPr/>
              <p:nvPr/>
            </p:nvSpPr>
            <p:spPr>
              <a:xfrm>
                <a:off x="7623326" y="92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3" name="Freeform 33152">
                <a:extLst>
                  <a:ext uri="{FF2B5EF4-FFF2-40B4-BE49-F238E27FC236}">
                    <a16:creationId xmlns:a16="http://schemas.microsoft.com/office/drawing/2014/main" id="{D343D9A4-0295-FD6E-727B-AEF15D62A9FB}"/>
                  </a:ext>
                </a:extLst>
              </p:cNvPr>
              <p:cNvSpPr/>
              <p:nvPr/>
            </p:nvSpPr>
            <p:spPr>
              <a:xfrm>
                <a:off x="7623921" y="958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4" name="Freeform 33153">
                <a:extLst>
                  <a:ext uri="{FF2B5EF4-FFF2-40B4-BE49-F238E27FC236}">
                    <a16:creationId xmlns:a16="http://schemas.microsoft.com/office/drawing/2014/main" id="{9FB9B26D-0E92-2659-CEAC-249B385356A4}"/>
                  </a:ext>
                </a:extLst>
              </p:cNvPr>
              <p:cNvSpPr/>
              <p:nvPr/>
            </p:nvSpPr>
            <p:spPr>
              <a:xfrm>
                <a:off x="7624417" y="1618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5" name="Freeform 33154">
                <a:extLst>
                  <a:ext uri="{FF2B5EF4-FFF2-40B4-BE49-F238E27FC236}">
                    <a16:creationId xmlns:a16="http://schemas.microsoft.com/office/drawing/2014/main" id="{52062458-7254-50D9-0201-5EA251021C27}"/>
                  </a:ext>
                </a:extLst>
              </p:cNvPr>
              <p:cNvSpPr/>
              <p:nvPr/>
            </p:nvSpPr>
            <p:spPr>
              <a:xfrm>
                <a:off x="7624913" y="1881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6" name="Freeform 33155">
                <a:extLst>
                  <a:ext uri="{FF2B5EF4-FFF2-40B4-BE49-F238E27FC236}">
                    <a16:creationId xmlns:a16="http://schemas.microsoft.com/office/drawing/2014/main" id="{9F3F6D3B-556E-54A0-93B3-251B3C9B17F1}"/>
                  </a:ext>
                </a:extLst>
              </p:cNvPr>
              <p:cNvSpPr/>
              <p:nvPr/>
            </p:nvSpPr>
            <p:spPr>
              <a:xfrm>
                <a:off x="7625509" y="1930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7" name="Freeform 33156">
                <a:extLst>
                  <a:ext uri="{FF2B5EF4-FFF2-40B4-BE49-F238E27FC236}">
                    <a16:creationId xmlns:a16="http://schemas.microsoft.com/office/drawing/2014/main" id="{3AD2D2E9-258F-FCCF-7300-90A47EE34887}"/>
                  </a:ext>
                </a:extLst>
              </p:cNvPr>
              <p:cNvSpPr/>
              <p:nvPr/>
            </p:nvSpPr>
            <p:spPr>
              <a:xfrm>
                <a:off x="7626005" y="19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8" name="Freeform 33157">
                <a:extLst>
                  <a:ext uri="{FF2B5EF4-FFF2-40B4-BE49-F238E27FC236}">
                    <a16:creationId xmlns:a16="http://schemas.microsoft.com/office/drawing/2014/main" id="{A1B82C5A-D075-E4C0-862F-CFBA49023E34}"/>
                  </a:ext>
                </a:extLst>
              </p:cNvPr>
              <p:cNvSpPr/>
              <p:nvPr/>
            </p:nvSpPr>
            <p:spPr>
              <a:xfrm>
                <a:off x="7626501" y="1893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59" name="Freeform 33158">
                <a:extLst>
                  <a:ext uri="{FF2B5EF4-FFF2-40B4-BE49-F238E27FC236}">
                    <a16:creationId xmlns:a16="http://schemas.microsoft.com/office/drawing/2014/main" id="{1C9EC837-8629-B48D-73F2-44EBE68B143C}"/>
                  </a:ext>
                </a:extLst>
              </p:cNvPr>
              <p:cNvSpPr/>
              <p:nvPr/>
            </p:nvSpPr>
            <p:spPr>
              <a:xfrm>
                <a:off x="7627096" y="1901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0" name="Freeform 33159">
                <a:extLst>
                  <a:ext uri="{FF2B5EF4-FFF2-40B4-BE49-F238E27FC236}">
                    <a16:creationId xmlns:a16="http://schemas.microsoft.com/office/drawing/2014/main" id="{94013378-F24B-BDC0-CB07-E7337E43F370}"/>
                  </a:ext>
                </a:extLst>
              </p:cNvPr>
              <p:cNvSpPr/>
              <p:nvPr/>
            </p:nvSpPr>
            <p:spPr>
              <a:xfrm>
                <a:off x="7627592" y="188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1" name="Freeform 33160">
                <a:extLst>
                  <a:ext uri="{FF2B5EF4-FFF2-40B4-BE49-F238E27FC236}">
                    <a16:creationId xmlns:a16="http://schemas.microsoft.com/office/drawing/2014/main" id="{BC6D9B75-8ACE-A04F-C3CD-57A78C84E3FE}"/>
                  </a:ext>
                </a:extLst>
              </p:cNvPr>
              <p:cNvSpPr/>
              <p:nvPr/>
            </p:nvSpPr>
            <p:spPr>
              <a:xfrm>
                <a:off x="7628088" y="1916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2" name="Freeform 33161">
                <a:extLst>
                  <a:ext uri="{FF2B5EF4-FFF2-40B4-BE49-F238E27FC236}">
                    <a16:creationId xmlns:a16="http://schemas.microsoft.com/office/drawing/2014/main" id="{880FEFF5-605E-8B58-96F3-C5FFCD345724}"/>
                  </a:ext>
                </a:extLst>
              </p:cNvPr>
              <p:cNvSpPr/>
              <p:nvPr/>
            </p:nvSpPr>
            <p:spPr>
              <a:xfrm>
                <a:off x="7628684" y="1899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3" name="Freeform 33162">
                <a:extLst>
                  <a:ext uri="{FF2B5EF4-FFF2-40B4-BE49-F238E27FC236}">
                    <a16:creationId xmlns:a16="http://schemas.microsoft.com/office/drawing/2014/main" id="{9AF90BD9-7EFC-888A-4BA6-05ABA0E942D4}"/>
                  </a:ext>
                </a:extLst>
              </p:cNvPr>
              <p:cNvSpPr/>
              <p:nvPr/>
            </p:nvSpPr>
            <p:spPr>
              <a:xfrm>
                <a:off x="7629180" y="1609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4" name="Freeform 33163">
                <a:extLst>
                  <a:ext uri="{FF2B5EF4-FFF2-40B4-BE49-F238E27FC236}">
                    <a16:creationId xmlns:a16="http://schemas.microsoft.com/office/drawing/2014/main" id="{48C32D2F-7F6B-1F24-CA0D-C592BC623E52}"/>
                  </a:ext>
                </a:extLst>
              </p:cNvPr>
              <p:cNvSpPr/>
              <p:nvPr/>
            </p:nvSpPr>
            <p:spPr>
              <a:xfrm>
                <a:off x="7629676" y="1534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5" name="Freeform 33164">
                <a:extLst>
                  <a:ext uri="{FF2B5EF4-FFF2-40B4-BE49-F238E27FC236}">
                    <a16:creationId xmlns:a16="http://schemas.microsoft.com/office/drawing/2014/main" id="{BBC7C99A-A540-8EA3-7474-EB5109FC8D97}"/>
                  </a:ext>
                </a:extLst>
              </p:cNvPr>
              <p:cNvSpPr/>
              <p:nvPr/>
            </p:nvSpPr>
            <p:spPr>
              <a:xfrm>
                <a:off x="7630271" y="1493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6" name="Freeform 33165">
                <a:extLst>
                  <a:ext uri="{FF2B5EF4-FFF2-40B4-BE49-F238E27FC236}">
                    <a16:creationId xmlns:a16="http://schemas.microsoft.com/office/drawing/2014/main" id="{015B6D20-C821-0C1A-ED1F-1401CA90C74A}"/>
                  </a:ext>
                </a:extLst>
              </p:cNvPr>
              <p:cNvSpPr/>
              <p:nvPr/>
            </p:nvSpPr>
            <p:spPr>
              <a:xfrm>
                <a:off x="7630767" y="1507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7" name="Freeform 33166">
                <a:extLst>
                  <a:ext uri="{FF2B5EF4-FFF2-40B4-BE49-F238E27FC236}">
                    <a16:creationId xmlns:a16="http://schemas.microsoft.com/office/drawing/2014/main" id="{6C7FA7A4-8C7C-3837-116C-DC25964C9256}"/>
                  </a:ext>
                </a:extLst>
              </p:cNvPr>
              <p:cNvSpPr/>
              <p:nvPr/>
            </p:nvSpPr>
            <p:spPr>
              <a:xfrm>
                <a:off x="7631263" y="1504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8" name="Freeform 33167">
                <a:extLst>
                  <a:ext uri="{FF2B5EF4-FFF2-40B4-BE49-F238E27FC236}">
                    <a16:creationId xmlns:a16="http://schemas.microsoft.com/office/drawing/2014/main" id="{B6D36B46-07DC-5BC9-FB8D-8261A9AEF8B1}"/>
                  </a:ext>
                </a:extLst>
              </p:cNvPr>
              <p:cNvSpPr/>
              <p:nvPr/>
            </p:nvSpPr>
            <p:spPr>
              <a:xfrm>
                <a:off x="7631759" y="1453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69" name="Freeform 33168">
                <a:extLst>
                  <a:ext uri="{FF2B5EF4-FFF2-40B4-BE49-F238E27FC236}">
                    <a16:creationId xmlns:a16="http://schemas.microsoft.com/office/drawing/2014/main" id="{B7F644D3-C999-2915-7E32-568FBF5C3DA3}"/>
                  </a:ext>
                </a:extLst>
              </p:cNvPr>
              <p:cNvSpPr/>
              <p:nvPr/>
            </p:nvSpPr>
            <p:spPr>
              <a:xfrm>
                <a:off x="7632355" y="1372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0" name="Freeform 33169">
                <a:extLst>
                  <a:ext uri="{FF2B5EF4-FFF2-40B4-BE49-F238E27FC236}">
                    <a16:creationId xmlns:a16="http://schemas.microsoft.com/office/drawing/2014/main" id="{59CF7F48-5BDB-8C26-74D9-7B14589F6AFB}"/>
                  </a:ext>
                </a:extLst>
              </p:cNvPr>
              <p:cNvSpPr/>
              <p:nvPr/>
            </p:nvSpPr>
            <p:spPr>
              <a:xfrm>
                <a:off x="7632851" y="12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1" name="Freeform 33170">
                <a:extLst>
                  <a:ext uri="{FF2B5EF4-FFF2-40B4-BE49-F238E27FC236}">
                    <a16:creationId xmlns:a16="http://schemas.microsoft.com/office/drawing/2014/main" id="{DE72D201-4515-E7E7-2B8A-361A22BEC660}"/>
                  </a:ext>
                </a:extLst>
              </p:cNvPr>
              <p:cNvSpPr/>
              <p:nvPr/>
            </p:nvSpPr>
            <p:spPr>
              <a:xfrm>
                <a:off x="7633347" y="1156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2" name="Freeform 33171">
                <a:extLst>
                  <a:ext uri="{FF2B5EF4-FFF2-40B4-BE49-F238E27FC236}">
                    <a16:creationId xmlns:a16="http://schemas.microsoft.com/office/drawing/2014/main" id="{47AED395-0C6D-C761-17C5-0298BB279054}"/>
                  </a:ext>
                </a:extLst>
              </p:cNvPr>
              <p:cNvSpPr/>
              <p:nvPr/>
            </p:nvSpPr>
            <p:spPr>
              <a:xfrm>
                <a:off x="7633942" y="1067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3" name="Freeform 33172">
                <a:extLst>
                  <a:ext uri="{FF2B5EF4-FFF2-40B4-BE49-F238E27FC236}">
                    <a16:creationId xmlns:a16="http://schemas.microsoft.com/office/drawing/2014/main" id="{C1924D76-811D-8AD7-837D-0F85419FB527}"/>
                  </a:ext>
                </a:extLst>
              </p:cNvPr>
              <p:cNvSpPr/>
              <p:nvPr/>
            </p:nvSpPr>
            <p:spPr>
              <a:xfrm>
                <a:off x="7634438" y="1003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4" name="Freeform 33173">
                <a:extLst>
                  <a:ext uri="{FF2B5EF4-FFF2-40B4-BE49-F238E27FC236}">
                    <a16:creationId xmlns:a16="http://schemas.microsoft.com/office/drawing/2014/main" id="{22BC8B66-39E2-7C39-4F07-526370E6BDCB}"/>
                  </a:ext>
                </a:extLst>
              </p:cNvPr>
              <p:cNvSpPr/>
              <p:nvPr/>
            </p:nvSpPr>
            <p:spPr>
              <a:xfrm>
                <a:off x="7634934" y="96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5" name="Freeform 33174">
                <a:extLst>
                  <a:ext uri="{FF2B5EF4-FFF2-40B4-BE49-F238E27FC236}">
                    <a16:creationId xmlns:a16="http://schemas.microsoft.com/office/drawing/2014/main" id="{ABB34CF8-83F9-E681-90A0-0948A627555D}"/>
                  </a:ext>
                </a:extLst>
              </p:cNvPr>
              <p:cNvSpPr/>
              <p:nvPr/>
            </p:nvSpPr>
            <p:spPr>
              <a:xfrm>
                <a:off x="7635530" y="100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6" name="Freeform 33175">
                <a:extLst>
                  <a:ext uri="{FF2B5EF4-FFF2-40B4-BE49-F238E27FC236}">
                    <a16:creationId xmlns:a16="http://schemas.microsoft.com/office/drawing/2014/main" id="{130115CB-CFF8-0884-4F2B-3FB8E980F7CC}"/>
                  </a:ext>
                </a:extLst>
              </p:cNvPr>
              <p:cNvSpPr/>
              <p:nvPr/>
            </p:nvSpPr>
            <p:spPr>
              <a:xfrm>
                <a:off x="7636026" y="1056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7" name="Freeform 33176">
                <a:extLst>
                  <a:ext uri="{FF2B5EF4-FFF2-40B4-BE49-F238E27FC236}">
                    <a16:creationId xmlns:a16="http://schemas.microsoft.com/office/drawing/2014/main" id="{659CA728-1B2F-9B3F-34B7-7FD0DC61D08A}"/>
                  </a:ext>
                </a:extLst>
              </p:cNvPr>
              <p:cNvSpPr/>
              <p:nvPr/>
            </p:nvSpPr>
            <p:spPr>
              <a:xfrm>
                <a:off x="7636522" y="1129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8" name="Freeform 33177">
                <a:extLst>
                  <a:ext uri="{FF2B5EF4-FFF2-40B4-BE49-F238E27FC236}">
                    <a16:creationId xmlns:a16="http://schemas.microsoft.com/office/drawing/2014/main" id="{34122F66-9D25-FDD9-CCAA-5F00CF83B80E}"/>
                  </a:ext>
                </a:extLst>
              </p:cNvPr>
              <p:cNvSpPr/>
              <p:nvPr/>
            </p:nvSpPr>
            <p:spPr>
              <a:xfrm>
                <a:off x="7637117" y="1429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79" name="Freeform 33178">
                <a:extLst>
                  <a:ext uri="{FF2B5EF4-FFF2-40B4-BE49-F238E27FC236}">
                    <a16:creationId xmlns:a16="http://schemas.microsoft.com/office/drawing/2014/main" id="{54359EB7-51B3-9AE4-0D52-83F416FE8CEA}"/>
                  </a:ext>
                </a:extLst>
              </p:cNvPr>
              <p:cNvSpPr/>
              <p:nvPr/>
            </p:nvSpPr>
            <p:spPr>
              <a:xfrm>
                <a:off x="7637613" y="1688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0" name="Freeform 33179">
                <a:extLst>
                  <a:ext uri="{FF2B5EF4-FFF2-40B4-BE49-F238E27FC236}">
                    <a16:creationId xmlns:a16="http://schemas.microsoft.com/office/drawing/2014/main" id="{1FF51736-A049-1EEC-AEA1-3BC47E70B290}"/>
                  </a:ext>
                </a:extLst>
              </p:cNvPr>
              <p:cNvSpPr/>
              <p:nvPr/>
            </p:nvSpPr>
            <p:spPr>
              <a:xfrm>
                <a:off x="7638109" y="1778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1" name="Freeform 33180">
                <a:extLst>
                  <a:ext uri="{FF2B5EF4-FFF2-40B4-BE49-F238E27FC236}">
                    <a16:creationId xmlns:a16="http://schemas.microsoft.com/office/drawing/2014/main" id="{7C7E2EAF-763C-93B0-CAFC-860D150FE888}"/>
                  </a:ext>
                </a:extLst>
              </p:cNvPr>
              <p:cNvSpPr/>
              <p:nvPr/>
            </p:nvSpPr>
            <p:spPr>
              <a:xfrm>
                <a:off x="7638705" y="1767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2" name="Freeform 33181">
                <a:extLst>
                  <a:ext uri="{FF2B5EF4-FFF2-40B4-BE49-F238E27FC236}">
                    <a16:creationId xmlns:a16="http://schemas.microsoft.com/office/drawing/2014/main" id="{01D162F6-B5C7-1FF3-EAF7-CD44D92CF2AF}"/>
                  </a:ext>
                </a:extLst>
              </p:cNvPr>
              <p:cNvSpPr/>
              <p:nvPr/>
            </p:nvSpPr>
            <p:spPr>
              <a:xfrm>
                <a:off x="7639201" y="1710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3" name="Freeform 33182">
                <a:extLst>
                  <a:ext uri="{FF2B5EF4-FFF2-40B4-BE49-F238E27FC236}">
                    <a16:creationId xmlns:a16="http://schemas.microsoft.com/office/drawing/2014/main" id="{25D348AE-9E81-133D-4414-A7444F059099}"/>
                  </a:ext>
                </a:extLst>
              </p:cNvPr>
              <p:cNvSpPr/>
              <p:nvPr/>
            </p:nvSpPr>
            <p:spPr>
              <a:xfrm>
                <a:off x="7639697" y="1667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4" name="Freeform 33183">
                <a:extLst>
                  <a:ext uri="{FF2B5EF4-FFF2-40B4-BE49-F238E27FC236}">
                    <a16:creationId xmlns:a16="http://schemas.microsoft.com/office/drawing/2014/main" id="{16D016B9-04F9-9C86-A031-423AF899A19B}"/>
                  </a:ext>
                </a:extLst>
              </p:cNvPr>
              <p:cNvSpPr/>
              <p:nvPr/>
            </p:nvSpPr>
            <p:spPr>
              <a:xfrm>
                <a:off x="7640292" y="1639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5" name="Freeform 33184">
                <a:extLst>
                  <a:ext uri="{FF2B5EF4-FFF2-40B4-BE49-F238E27FC236}">
                    <a16:creationId xmlns:a16="http://schemas.microsoft.com/office/drawing/2014/main" id="{9AC7001C-6136-C873-8293-1DB3CA2F9577}"/>
                  </a:ext>
                </a:extLst>
              </p:cNvPr>
              <p:cNvSpPr/>
              <p:nvPr/>
            </p:nvSpPr>
            <p:spPr>
              <a:xfrm>
                <a:off x="7640788" y="1635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6" name="Freeform 33185">
                <a:extLst>
                  <a:ext uri="{FF2B5EF4-FFF2-40B4-BE49-F238E27FC236}">
                    <a16:creationId xmlns:a16="http://schemas.microsoft.com/office/drawing/2014/main" id="{C03A130E-130E-DC1C-3F1D-C08979C8A738}"/>
                  </a:ext>
                </a:extLst>
              </p:cNvPr>
              <p:cNvSpPr/>
              <p:nvPr/>
            </p:nvSpPr>
            <p:spPr>
              <a:xfrm>
                <a:off x="7641284" y="1621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7" name="Freeform 33186">
                <a:extLst>
                  <a:ext uri="{FF2B5EF4-FFF2-40B4-BE49-F238E27FC236}">
                    <a16:creationId xmlns:a16="http://schemas.microsoft.com/office/drawing/2014/main" id="{AF3C21C1-265C-94B6-33F2-BF7A669CF99E}"/>
                  </a:ext>
                </a:extLst>
              </p:cNvPr>
              <p:cNvSpPr/>
              <p:nvPr/>
            </p:nvSpPr>
            <p:spPr>
              <a:xfrm>
                <a:off x="7641880" y="1483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8" name="Freeform 33187">
                <a:extLst>
                  <a:ext uri="{FF2B5EF4-FFF2-40B4-BE49-F238E27FC236}">
                    <a16:creationId xmlns:a16="http://schemas.microsoft.com/office/drawing/2014/main" id="{7AE27332-5BF8-1778-6583-5E81ECAA40F8}"/>
                  </a:ext>
                </a:extLst>
              </p:cNvPr>
              <p:cNvSpPr/>
              <p:nvPr/>
            </p:nvSpPr>
            <p:spPr>
              <a:xfrm>
                <a:off x="7642376" y="1420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89" name="Freeform 33188">
                <a:extLst>
                  <a:ext uri="{FF2B5EF4-FFF2-40B4-BE49-F238E27FC236}">
                    <a16:creationId xmlns:a16="http://schemas.microsoft.com/office/drawing/2014/main" id="{CD87AEE6-C25B-7BA4-28D3-FC5DF542F69D}"/>
                  </a:ext>
                </a:extLst>
              </p:cNvPr>
              <p:cNvSpPr/>
              <p:nvPr/>
            </p:nvSpPr>
            <p:spPr>
              <a:xfrm>
                <a:off x="7642872" y="1433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0" name="Freeform 33189">
                <a:extLst>
                  <a:ext uri="{FF2B5EF4-FFF2-40B4-BE49-F238E27FC236}">
                    <a16:creationId xmlns:a16="http://schemas.microsoft.com/office/drawing/2014/main" id="{CE75179C-C942-12AC-B995-18BDDFCA0B40}"/>
                  </a:ext>
                </a:extLst>
              </p:cNvPr>
              <p:cNvSpPr/>
              <p:nvPr/>
            </p:nvSpPr>
            <p:spPr>
              <a:xfrm>
                <a:off x="7643368" y="1461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1" name="Freeform 33190">
                <a:extLst>
                  <a:ext uri="{FF2B5EF4-FFF2-40B4-BE49-F238E27FC236}">
                    <a16:creationId xmlns:a16="http://schemas.microsoft.com/office/drawing/2014/main" id="{33584878-0ACD-0B1D-F09B-B693A68B566B}"/>
                  </a:ext>
                </a:extLst>
              </p:cNvPr>
              <p:cNvSpPr/>
              <p:nvPr/>
            </p:nvSpPr>
            <p:spPr>
              <a:xfrm>
                <a:off x="7643963" y="1464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2" name="Freeform 33191">
                <a:extLst>
                  <a:ext uri="{FF2B5EF4-FFF2-40B4-BE49-F238E27FC236}">
                    <a16:creationId xmlns:a16="http://schemas.microsoft.com/office/drawing/2014/main" id="{89E3E67D-D9A1-AF24-2637-12F014B495D8}"/>
                  </a:ext>
                </a:extLst>
              </p:cNvPr>
              <p:cNvSpPr/>
              <p:nvPr/>
            </p:nvSpPr>
            <p:spPr>
              <a:xfrm>
                <a:off x="7644459" y="143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3" name="Freeform 33192">
                <a:extLst>
                  <a:ext uri="{FF2B5EF4-FFF2-40B4-BE49-F238E27FC236}">
                    <a16:creationId xmlns:a16="http://schemas.microsoft.com/office/drawing/2014/main" id="{1FC97D8C-024C-371C-23CA-A988EA853F1F}"/>
                  </a:ext>
                </a:extLst>
              </p:cNvPr>
              <p:cNvSpPr/>
              <p:nvPr/>
            </p:nvSpPr>
            <p:spPr>
              <a:xfrm>
                <a:off x="7644955" y="1333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4" name="Freeform 33193">
                <a:extLst>
                  <a:ext uri="{FF2B5EF4-FFF2-40B4-BE49-F238E27FC236}">
                    <a16:creationId xmlns:a16="http://schemas.microsoft.com/office/drawing/2014/main" id="{7FA7D025-77DC-E449-BB18-CCF9E42DB82E}"/>
                  </a:ext>
                </a:extLst>
              </p:cNvPr>
              <p:cNvSpPr/>
              <p:nvPr/>
            </p:nvSpPr>
            <p:spPr>
              <a:xfrm>
                <a:off x="7645551" y="1269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5" name="Freeform 33194">
                <a:extLst>
                  <a:ext uri="{FF2B5EF4-FFF2-40B4-BE49-F238E27FC236}">
                    <a16:creationId xmlns:a16="http://schemas.microsoft.com/office/drawing/2014/main" id="{2C29EEC4-7C3A-6ED4-CD43-26A5D06E071E}"/>
                  </a:ext>
                </a:extLst>
              </p:cNvPr>
              <p:cNvSpPr/>
              <p:nvPr/>
            </p:nvSpPr>
            <p:spPr>
              <a:xfrm>
                <a:off x="7646047" y="117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6" name="Freeform 33195">
                <a:extLst>
                  <a:ext uri="{FF2B5EF4-FFF2-40B4-BE49-F238E27FC236}">
                    <a16:creationId xmlns:a16="http://schemas.microsoft.com/office/drawing/2014/main" id="{2AF20512-628B-6BD5-1C1B-C9E03E082551}"/>
                  </a:ext>
                </a:extLst>
              </p:cNvPr>
              <p:cNvSpPr/>
              <p:nvPr/>
            </p:nvSpPr>
            <p:spPr>
              <a:xfrm>
                <a:off x="7646543" y="1099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7" name="Freeform 33196">
                <a:extLst>
                  <a:ext uri="{FF2B5EF4-FFF2-40B4-BE49-F238E27FC236}">
                    <a16:creationId xmlns:a16="http://schemas.microsoft.com/office/drawing/2014/main" id="{DD8FACAF-D736-D7B5-340C-111CC44EE57B}"/>
                  </a:ext>
                </a:extLst>
              </p:cNvPr>
              <p:cNvSpPr/>
              <p:nvPr/>
            </p:nvSpPr>
            <p:spPr>
              <a:xfrm>
                <a:off x="7647138" y="1038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8" name="Freeform 33197">
                <a:extLst>
                  <a:ext uri="{FF2B5EF4-FFF2-40B4-BE49-F238E27FC236}">
                    <a16:creationId xmlns:a16="http://schemas.microsoft.com/office/drawing/2014/main" id="{76007F5B-8348-69F4-42BF-1235F7EE6071}"/>
                  </a:ext>
                </a:extLst>
              </p:cNvPr>
              <p:cNvSpPr/>
              <p:nvPr/>
            </p:nvSpPr>
            <p:spPr>
              <a:xfrm>
                <a:off x="7647634" y="1027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99" name="Freeform 33198">
                <a:extLst>
                  <a:ext uri="{FF2B5EF4-FFF2-40B4-BE49-F238E27FC236}">
                    <a16:creationId xmlns:a16="http://schemas.microsoft.com/office/drawing/2014/main" id="{9A21A5D6-FCB4-E06F-E781-6C2EF9AC7437}"/>
                  </a:ext>
                </a:extLst>
              </p:cNvPr>
              <p:cNvSpPr/>
              <p:nvPr/>
            </p:nvSpPr>
            <p:spPr>
              <a:xfrm>
                <a:off x="7648130" y="1031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0" name="Freeform 33199">
                <a:extLst>
                  <a:ext uri="{FF2B5EF4-FFF2-40B4-BE49-F238E27FC236}">
                    <a16:creationId xmlns:a16="http://schemas.microsoft.com/office/drawing/2014/main" id="{E03183F1-9B16-A6E0-84EE-C054E529F622}"/>
                  </a:ext>
                </a:extLst>
              </p:cNvPr>
              <p:cNvSpPr/>
              <p:nvPr/>
            </p:nvSpPr>
            <p:spPr>
              <a:xfrm>
                <a:off x="7648726" y="1084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1" name="Freeform 33200">
                <a:extLst>
                  <a:ext uri="{FF2B5EF4-FFF2-40B4-BE49-F238E27FC236}">
                    <a16:creationId xmlns:a16="http://schemas.microsoft.com/office/drawing/2014/main" id="{2A956BB9-A820-2606-36E5-DD2154CB0845}"/>
                  </a:ext>
                </a:extLst>
              </p:cNvPr>
              <p:cNvSpPr/>
              <p:nvPr/>
            </p:nvSpPr>
            <p:spPr>
              <a:xfrm>
                <a:off x="7649222" y="1142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2" name="Freeform 33201">
                <a:extLst>
                  <a:ext uri="{FF2B5EF4-FFF2-40B4-BE49-F238E27FC236}">
                    <a16:creationId xmlns:a16="http://schemas.microsoft.com/office/drawing/2014/main" id="{77C7001B-BB23-0A5B-3E2A-66D28AD25C32}"/>
                  </a:ext>
                </a:extLst>
              </p:cNvPr>
              <p:cNvSpPr/>
              <p:nvPr/>
            </p:nvSpPr>
            <p:spPr>
              <a:xfrm>
                <a:off x="7649718" y="1465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3" name="Freeform 33202">
                <a:extLst>
                  <a:ext uri="{FF2B5EF4-FFF2-40B4-BE49-F238E27FC236}">
                    <a16:creationId xmlns:a16="http://schemas.microsoft.com/office/drawing/2014/main" id="{AA88DC7D-E591-FB1F-5CC5-76301EAE3C42}"/>
                  </a:ext>
                </a:extLst>
              </p:cNvPr>
              <p:cNvSpPr/>
              <p:nvPr/>
            </p:nvSpPr>
            <p:spPr>
              <a:xfrm>
                <a:off x="7650313" y="1805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4" name="Freeform 33203">
                <a:extLst>
                  <a:ext uri="{FF2B5EF4-FFF2-40B4-BE49-F238E27FC236}">
                    <a16:creationId xmlns:a16="http://schemas.microsoft.com/office/drawing/2014/main" id="{09712F6D-4DBF-3336-355D-E784D9A54C74}"/>
                  </a:ext>
                </a:extLst>
              </p:cNvPr>
              <p:cNvSpPr/>
              <p:nvPr/>
            </p:nvSpPr>
            <p:spPr>
              <a:xfrm>
                <a:off x="7650809" y="1841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5" name="Freeform 33204">
                <a:extLst>
                  <a:ext uri="{FF2B5EF4-FFF2-40B4-BE49-F238E27FC236}">
                    <a16:creationId xmlns:a16="http://schemas.microsoft.com/office/drawing/2014/main" id="{4EDFCC12-BDE1-4F9A-34C3-606EDC712FEA}"/>
                  </a:ext>
                </a:extLst>
              </p:cNvPr>
              <p:cNvSpPr/>
              <p:nvPr/>
            </p:nvSpPr>
            <p:spPr>
              <a:xfrm>
                <a:off x="7651305" y="1862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6" name="Freeform 33205">
                <a:extLst>
                  <a:ext uri="{FF2B5EF4-FFF2-40B4-BE49-F238E27FC236}">
                    <a16:creationId xmlns:a16="http://schemas.microsoft.com/office/drawing/2014/main" id="{ABBAAA3D-6CC2-97C8-9A0B-1DCA7A38EF98}"/>
                  </a:ext>
                </a:extLst>
              </p:cNvPr>
              <p:cNvSpPr/>
              <p:nvPr/>
            </p:nvSpPr>
            <p:spPr>
              <a:xfrm>
                <a:off x="7651901" y="1897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7" name="Freeform 33206">
                <a:extLst>
                  <a:ext uri="{FF2B5EF4-FFF2-40B4-BE49-F238E27FC236}">
                    <a16:creationId xmlns:a16="http://schemas.microsoft.com/office/drawing/2014/main" id="{B2730857-BAC0-CDDF-2BFF-5C2B6A30A814}"/>
                  </a:ext>
                </a:extLst>
              </p:cNvPr>
              <p:cNvSpPr/>
              <p:nvPr/>
            </p:nvSpPr>
            <p:spPr>
              <a:xfrm>
                <a:off x="7652397" y="1873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8" name="Freeform 33207">
                <a:extLst>
                  <a:ext uri="{FF2B5EF4-FFF2-40B4-BE49-F238E27FC236}">
                    <a16:creationId xmlns:a16="http://schemas.microsoft.com/office/drawing/2014/main" id="{238B2515-3989-8BE1-BFCE-0E8CD20E1F61}"/>
                  </a:ext>
                </a:extLst>
              </p:cNvPr>
              <p:cNvSpPr/>
              <p:nvPr/>
            </p:nvSpPr>
            <p:spPr>
              <a:xfrm>
                <a:off x="7652893" y="1853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09" name="Freeform 33208">
                <a:extLst>
                  <a:ext uri="{FF2B5EF4-FFF2-40B4-BE49-F238E27FC236}">
                    <a16:creationId xmlns:a16="http://schemas.microsoft.com/office/drawing/2014/main" id="{100EF16E-BC25-5DB6-2F25-BF39D0DC121F}"/>
                  </a:ext>
                </a:extLst>
              </p:cNvPr>
              <p:cNvSpPr/>
              <p:nvPr/>
            </p:nvSpPr>
            <p:spPr>
              <a:xfrm>
                <a:off x="7653488" y="1883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0" name="Freeform 33209">
                <a:extLst>
                  <a:ext uri="{FF2B5EF4-FFF2-40B4-BE49-F238E27FC236}">
                    <a16:creationId xmlns:a16="http://schemas.microsoft.com/office/drawing/2014/main" id="{CFA03E00-AD81-DF3C-91D4-D22E560F06D4}"/>
                  </a:ext>
                </a:extLst>
              </p:cNvPr>
              <p:cNvSpPr/>
              <p:nvPr/>
            </p:nvSpPr>
            <p:spPr>
              <a:xfrm>
                <a:off x="7653984" y="1920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1" name="Freeform 33210">
                <a:extLst>
                  <a:ext uri="{FF2B5EF4-FFF2-40B4-BE49-F238E27FC236}">
                    <a16:creationId xmlns:a16="http://schemas.microsoft.com/office/drawing/2014/main" id="{1D88C822-C7C1-5514-D68F-7645B441A3BA}"/>
                  </a:ext>
                </a:extLst>
              </p:cNvPr>
              <p:cNvSpPr/>
              <p:nvPr/>
            </p:nvSpPr>
            <p:spPr>
              <a:xfrm>
                <a:off x="7654480" y="1538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2" name="Freeform 33211">
                <a:extLst>
                  <a:ext uri="{FF2B5EF4-FFF2-40B4-BE49-F238E27FC236}">
                    <a16:creationId xmlns:a16="http://schemas.microsoft.com/office/drawing/2014/main" id="{1B9F4A02-CD2F-97E1-C5BE-E8FC34C68E0F}"/>
                  </a:ext>
                </a:extLst>
              </p:cNvPr>
              <p:cNvSpPr/>
              <p:nvPr/>
            </p:nvSpPr>
            <p:spPr>
              <a:xfrm>
                <a:off x="7655076" y="1418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3" name="Freeform 33212">
                <a:extLst>
                  <a:ext uri="{FF2B5EF4-FFF2-40B4-BE49-F238E27FC236}">
                    <a16:creationId xmlns:a16="http://schemas.microsoft.com/office/drawing/2014/main" id="{E0754FE2-1A99-BD09-D7E6-D2C8E67D84E1}"/>
                  </a:ext>
                </a:extLst>
              </p:cNvPr>
              <p:cNvSpPr/>
              <p:nvPr/>
            </p:nvSpPr>
            <p:spPr>
              <a:xfrm>
                <a:off x="7655572" y="1426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4" name="Freeform 33213">
                <a:extLst>
                  <a:ext uri="{FF2B5EF4-FFF2-40B4-BE49-F238E27FC236}">
                    <a16:creationId xmlns:a16="http://schemas.microsoft.com/office/drawing/2014/main" id="{67374AD2-75D6-8A51-AA23-D391ADF86F20}"/>
                  </a:ext>
                </a:extLst>
              </p:cNvPr>
              <p:cNvSpPr/>
              <p:nvPr/>
            </p:nvSpPr>
            <p:spPr>
              <a:xfrm>
                <a:off x="7656068" y="1452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5" name="Freeform 33214">
                <a:extLst>
                  <a:ext uri="{FF2B5EF4-FFF2-40B4-BE49-F238E27FC236}">
                    <a16:creationId xmlns:a16="http://schemas.microsoft.com/office/drawing/2014/main" id="{5D2732C7-0231-F344-A747-71C35D15FDEA}"/>
                  </a:ext>
                </a:extLst>
              </p:cNvPr>
              <p:cNvSpPr/>
              <p:nvPr/>
            </p:nvSpPr>
            <p:spPr>
              <a:xfrm>
                <a:off x="7656564" y="1461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6" name="Freeform 33215">
                <a:extLst>
                  <a:ext uri="{FF2B5EF4-FFF2-40B4-BE49-F238E27FC236}">
                    <a16:creationId xmlns:a16="http://schemas.microsoft.com/office/drawing/2014/main" id="{B4A4DF83-6E17-16D1-27F2-4599C5081E18}"/>
                  </a:ext>
                </a:extLst>
              </p:cNvPr>
              <p:cNvSpPr/>
              <p:nvPr/>
            </p:nvSpPr>
            <p:spPr>
              <a:xfrm>
                <a:off x="7657159" y="1419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7" name="Freeform 33216">
                <a:extLst>
                  <a:ext uri="{FF2B5EF4-FFF2-40B4-BE49-F238E27FC236}">
                    <a16:creationId xmlns:a16="http://schemas.microsoft.com/office/drawing/2014/main" id="{85050C07-9079-2489-1BCB-027F839839E5}"/>
                  </a:ext>
                </a:extLst>
              </p:cNvPr>
              <p:cNvSpPr/>
              <p:nvPr/>
            </p:nvSpPr>
            <p:spPr>
              <a:xfrm>
                <a:off x="7657655" y="1360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8" name="Freeform 33217">
                <a:extLst>
                  <a:ext uri="{FF2B5EF4-FFF2-40B4-BE49-F238E27FC236}">
                    <a16:creationId xmlns:a16="http://schemas.microsoft.com/office/drawing/2014/main" id="{D66344F1-65E7-6F0F-BDCF-D3277F2B2545}"/>
                  </a:ext>
                </a:extLst>
              </p:cNvPr>
              <p:cNvSpPr/>
              <p:nvPr/>
            </p:nvSpPr>
            <p:spPr>
              <a:xfrm>
                <a:off x="7658152" y="1305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19" name="Freeform 33218">
                <a:extLst>
                  <a:ext uri="{FF2B5EF4-FFF2-40B4-BE49-F238E27FC236}">
                    <a16:creationId xmlns:a16="http://schemas.microsoft.com/office/drawing/2014/main" id="{8023E19C-36AB-5AAC-48F4-F95CF1C21B4D}"/>
                  </a:ext>
                </a:extLst>
              </p:cNvPr>
              <p:cNvSpPr/>
              <p:nvPr/>
            </p:nvSpPr>
            <p:spPr>
              <a:xfrm>
                <a:off x="7658747" y="1241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0" name="Freeform 33219">
                <a:extLst>
                  <a:ext uri="{FF2B5EF4-FFF2-40B4-BE49-F238E27FC236}">
                    <a16:creationId xmlns:a16="http://schemas.microsoft.com/office/drawing/2014/main" id="{41E81CD3-1C25-E3B2-F62D-4FDAA480A4BF}"/>
                  </a:ext>
                </a:extLst>
              </p:cNvPr>
              <p:cNvSpPr/>
              <p:nvPr/>
            </p:nvSpPr>
            <p:spPr>
              <a:xfrm>
                <a:off x="7659243" y="1191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1" name="Freeform 33220">
                <a:extLst>
                  <a:ext uri="{FF2B5EF4-FFF2-40B4-BE49-F238E27FC236}">
                    <a16:creationId xmlns:a16="http://schemas.microsoft.com/office/drawing/2014/main" id="{820FB58D-2A8D-1E44-C8AF-C9A343E6428D}"/>
                  </a:ext>
                </a:extLst>
              </p:cNvPr>
              <p:cNvSpPr/>
              <p:nvPr/>
            </p:nvSpPr>
            <p:spPr>
              <a:xfrm>
                <a:off x="7659739" y="119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2" name="Freeform 33221">
                <a:extLst>
                  <a:ext uri="{FF2B5EF4-FFF2-40B4-BE49-F238E27FC236}">
                    <a16:creationId xmlns:a16="http://schemas.microsoft.com/office/drawing/2014/main" id="{8F6BFF44-2018-110C-18FE-3524135F0CBD}"/>
                  </a:ext>
                </a:extLst>
              </p:cNvPr>
              <p:cNvSpPr/>
              <p:nvPr/>
            </p:nvSpPr>
            <p:spPr>
              <a:xfrm>
                <a:off x="7660334" y="121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3" name="Freeform 33222">
                <a:extLst>
                  <a:ext uri="{FF2B5EF4-FFF2-40B4-BE49-F238E27FC236}">
                    <a16:creationId xmlns:a16="http://schemas.microsoft.com/office/drawing/2014/main" id="{FCD40A6B-3398-A3F8-BA51-2F7DE6D2150D}"/>
                  </a:ext>
                </a:extLst>
              </p:cNvPr>
              <p:cNvSpPr/>
              <p:nvPr/>
            </p:nvSpPr>
            <p:spPr>
              <a:xfrm>
                <a:off x="7660830" y="121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4" name="Freeform 33223">
                <a:extLst>
                  <a:ext uri="{FF2B5EF4-FFF2-40B4-BE49-F238E27FC236}">
                    <a16:creationId xmlns:a16="http://schemas.microsoft.com/office/drawing/2014/main" id="{113C9A65-E1DC-4609-63F3-DB45D5339714}"/>
                  </a:ext>
                </a:extLst>
              </p:cNvPr>
              <p:cNvSpPr/>
              <p:nvPr/>
            </p:nvSpPr>
            <p:spPr>
              <a:xfrm>
                <a:off x="7661327" y="1154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5" name="Freeform 33224">
                <a:extLst>
                  <a:ext uri="{FF2B5EF4-FFF2-40B4-BE49-F238E27FC236}">
                    <a16:creationId xmlns:a16="http://schemas.microsoft.com/office/drawing/2014/main" id="{E19D365C-E70F-37FE-E186-15E842F40647}"/>
                  </a:ext>
                </a:extLst>
              </p:cNvPr>
              <p:cNvSpPr/>
              <p:nvPr/>
            </p:nvSpPr>
            <p:spPr>
              <a:xfrm>
                <a:off x="7661922" y="1191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6" name="Freeform 33225">
                <a:extLst>
                  <a:ext uri="{FF2B5EF4-FFF2-40B4-BE49-F238E27FC236}">
                    <a16:creationId xmlns:a16="http://schemas.microsoft.com/office/drawing/2014/main" id="{D6A54865-F973-C126-DFB1-5E0E8E63A397}"/>
                  </a:ext>
                </a:extLst>
              </p:cNvPr>
              <p:cNvSpPr/>
              <p:nvPr/>
            </p:nvSpPr>
            <p:spPr>
              <a:xfrm>
                <a:off x="7662418" y="2149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7" name="Freeform 33226">
                <a:extLst>
                  <a:ext uri="{FF2B5EF4-FFF2-40B4-BE49-F238E27FC236}">
                    <a16:creationId xmlns:a16="http://schemas.microsoft.com/office/drawing/2014/main" id="{1F7EDF89-3F7E-A280-983D-35428F4592B7}"/>
                  </a:ext>
                </a:extLst>
              </p:cNvPr>
              <p:cNvSpPr/>
              <p:nvPr/>
            </p:nvSpPr>
            <p:spPr>
              <a:xfrm>
                <a:off x="7662914" y="2293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8" name="Freeform 33227">
                <a:extLst>
                  <a:ext uri="{FF2B5EF4-FFF2-40B4-BE49-F238E27FC236}">
                    <a16:creationId xmlns:a16="http://schemas.microsoft.com/office/drawing/2014/main" id="{D7825ACF-80E2-210E-435F-0F92475B22CA}"/>
                  </a:ext>
                </a:extLst>
              </p:cNvPr>
              <p:cNvSpPr/>
              <p:nvPr/>
            </p:nvSpPr>
            <p:spPr>
              <a:xfrm>
                <a:off x="7663509" y="2314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29" name="Freeform 33228">
                <a:extLst>
                  <a:ext uri="{FF2B5EF4-FFF2-40B4-BE49-F238E27FC236}">
                    <a16:creationId xmlns:a16="http://schemas.microsoft.com/office/drawing/2014/main" id="{DB024A00-33F7-4410-93B6-822B58051478}"/>
                  </a:ext>
                </a:extLst>
              </p:cNvPr>
              <p:cNvSpPr/>
              <p:nvPr/>
            </p:nvSpPr>
            <p:spPr>
              <a:xfrm>
                <a:off x="7664005" y="2308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0" name="Freeform 33229">
                <a:extLst>
                  <a:ext uri="{FF2B5EF4-FFF2-40B4-BE49-F238E27FC236}">
                    <a16:creationId xmlns:a16="http://schemas.microsoft.com/office/drawing/2014/main" id="{82A7B982-D385-0C5E-158D-AA8AA13AC872}"/>
                  </a:ext>
                </a:extLst>
              </p:cNvPr>
              <p:cNvSpPr/>
              <p:nvPr/>
            </p:nvSpPr>
            <p:spPr>
              <a:xfrm>
                <a:off x="7664502" y="2308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1" name="Freeform 33230">
                <a:extLst>
                  <a:ext uri="{FF2B5EF4-FFF2-40B4-BE49-F238E27FC236}">
                    <a16:creationId xmlns:a16="http://schemas.microsoft.com/office/drawing/2014/main" id="{31672318-7581-CCF1-5DA6-56878513BD39}"/>
                  </a:ext>
                </a:extLst>
              </p:cNvPr>
              <p:cNvSpPr/>
              <p:nvPr/>
            </p:nvSpPr>
            <p:spPr>
              <a:xfrm>
                <a:off x="7665097" y="2310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2" name="Freeform 33231">
                <a:extLst>
                  <a:ext uri="{FF2B5EF4-FFF2-40B4-BE49-F238E27FC236}">
                    <a16:creationId xmlns:a16="http://schemas.microsoft.com/office/drawing/2014/main" id="{661DD2F6-3749-3573-70CF-51EA285F69C9}"/>
                  </a:ext>
                </a:extLst>
              </p:cNvPr>
              <p:cNvSpPr/>
              <p:nvPr/>
            </p:nvSpPr>
            <p:spPr>
              <a:xfrm>
                <a:off x="7665593" y="2312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3" name="Freeform 33232">
                <a:extLst>
                  <a:ext uri="{FF2B5EF4-FFF2-40B4-BE49-F238E27FC236}">
                    <a16:creationId xmlns:a16="http://schemas.microsoft.com/office/drawing/2014/main" id="{F056B647-FA25-7625-3E46-913E2DD5F487}"/>
                  </a:ext>
                </a:extLst>
              </p:cNvPr>
              <p:cNvSpPr/>
              <p:nvPr/>
            </p:nvSpPr>
            <p:spPr>
              <a:xfrm>
                <a:off x="7666089" y="2318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4" name="Freeform 33233">
                <a:extLst>
                  <a:ext uri="{FF2B5EF4-FFF2-40B4-BE49-F238E27FC236}">
                    <a16:creationId xmlns:a16="http://schemas.microsoft.com/office/drawing/2014/main" id="{6960187E-BAD0-4A18-F2EE-7034E40BCF6C}"/>
                  </a:ext>
                </a:extLst>
              </p:cNvPr>
              <p:cNvSpPr/>
              <p:nvPr/>
            </p:nvSpPr>
            <p:spPr>
              <a:xfrm>
                <a:off x="7666684" y="2320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5" name="Freeform 33234">
                <a:extLst>
                  <a:ext uri="{FF2B5EF4-FFF2-40B4-BE49-F238E27FC236}">
                    <a16:creationId xmlns:a16="http://schemas.microsoft.com/office/drawing/2014/main" id="{350EDF06-62B5-705F-F553-BC20722AE541}"/>
                  </a:ext>
                </a:extLst>
              </p:cNvPr>
              <p:cNvSpPr/>
              <p:nvPr/>
            </p:nvSpPr>
            <p:spPr>
              <a:xfrm>
                <a:off x="7667180" y="201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6" name="Freeform 33235">
                <a:extLst>
                  <a:ext uri="{FF2B5EF4-FFF2-40B4-BE49-F238E27FC236}">
                    <a16:creationId xmlns:a16="http://schemas.microsoft.com/office/drawing/2014/main" id="{F112A6CB-3FFF-6F7C-8FEF-DE1AD0C53BC9}"/>
                  </a:ext>
                </a:extLst>
              </p:cNvPr>
              <p:cNvSpPr/>
              <p:nvPr/>
            </p:nvSpPr>
            <p:spPr>
              <a:xfrm>
                <a:off x="7667677" y="1777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7" name="Freeform 33236">
                <a:extLst>
                  <a:ext uri="{FF2B5EF4-FFF2-40B4-BE49-F238E27FC236}">
                    <a16:creationId xmlns:a16="http://schemas.microsoft.com/office/drawing/2014/main" id="{3A8900A9-FF97-3C61-319D-2C9B0D7B57E4}"/>
                  </a:ext>
                </a:extLst>
              </p:cNvPr>
              <p:cNvSpPr/>
              <p:nvPr/>
            </p:nvSpPr>
            <p:spPr>
              <a:xfrm>
                <a:off x="7668173" y="17673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8" name="Freeform 33237">
                <a:extLst>
                  <a:ext uri="{FF2B5EF4-FFF2-40B4-BE49-F238E27FC236}">
                    <a16:creationId xmlns:a16="http://schemas.microsoft.com/office/drawing/2014/main" id="{60C28B87-87F0-9BDC-BDA4-873F80D5E2E6}"/>
                  </a:ext>
                </a:extLst>
              </p:cNvPr>
              <p:cNvSpPr/>
              <p:nvPr/>
            </p:nvSpPr>
            <p:spPr>
              <a:xfrm>
                <a:off x="7668768" y="1775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39" name="Freeform 33238">
                <a:extLst>
                  <a:ext uri="{FF2B5EF4-FFF2-40B4-BE49-F238E27FC236}">
                    <a16:creationId xmlns:a16="http://schemas.microsoft.com/office/drawing/2014/main" id="{0A463CBF-14AE-2DFA-8B28-82FD2FF5740C}"/>
                  </a:ext>
                </a:extLst>
              </p:cNvPr>
              <p:cNvSpPr/>
              <p:nvPr/>
            </p:nvSpPr>
            <p:spPr>
              <a:xfrm>
                <a:off x="7669264" y="17918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0" name="Freeform 33239">
                <a:extLst>
                  <a:ext uri="{FF2B5EF4-FFF2-40B4-BE49-F238E27FC236}">
                    <a16:creationId xmlns:a16="http://schemas.microsoft.com/office/drawing/2014/main" id="{03ECBAC6-D521-5F11-24D6-DF2E4D028C34}"/>
                  </a:ext>
                </a:extLst>
              </p:cNvPr>
              <p:cNvSpPr/>
              <p:nvPr/>
            </p:nvSpPr>
            <p:spPr>
              <a:xfrm>
                <a:off x="7669760" y="1754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1" name="Freeform 33240">
                <a:extLst>
                  <a:ext uri="{FF2B5EF4-FFF2-40B4-BE49-F238E27FC236}">
                    <a16:creationId xmlns:a16="http://schemas.microsoft.com/office/drawing/2014/main" id="{64D55098-4AE3-8D07-16A3-FD94C4DA7DCB}"/>
                  </a:ext>
                </a:extLst>
              </p:cNvPr>
              <p:cNvSpPr/>
              <p:nvPr/>
            </p:nvSpPr>
            <p:spPr>
              <a:xfrm>
                <a:off x="7670355" y="1725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2" name="Freeform 33241">
                <a:extLst>
                  <a:ext uri="{FF2B5EF4-FFF2-40B4-BE49-F238E27FC236}">
                    <a16:creationId xmlns:a16="http://schemas.microsoft.com/office/drawing/2014/main" id="{FC1C1DF4-4D3A-393A-D682-A9F840ABD834}"/>
                  </a:ext>
                </a:extLst>
              </p:cNvPr>
              <p:cNvSpPr/>
              <p:nvPr/>
            </p:nvSpPr>
            <p:spPr>
              <a:xfrm>
                <a:off x="7670852" y="1699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3" name="Freeform 33242">
                <a:extLst>
                  <a:ext uri="{FF2B5EF4-FFF2-40B4-BE49-F238E27FC236}">
                    <a16:creationId xmlns:a16="http://schemas.microsoft.com/office/drawing/2014/main" id="{234FCB01-E15C-6574-7D7B-5A2966395DE5}"/>
                  </a:ext>
                </a:extLst>
              </p:cNvPr>
              <p:cNvSpPr/>
              <p:nvPr/>
            </p:nvSpPr>
            <p:spPr>
              <a:xfrm>
                <a:off x="7671348" y="1633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4" name="Freeform 33243">
                <a:extLst>
                  <a:ext uri="{FF2B5EF4-FFF2-40B4-BE49-F238E27FC236}">
                    <a16:creationId xmlns:a16="http://schemas.microsoft.com/office/drawing/2014/main" id="{F1E11EDA-3B5F-60DB-124D-D6834826773E}"/>
                  </a:ext>
                </a:extLst>
              </p:cNvPr>
              <p:cNvSpPr/>
              <p:nvPr/>
            </p:nvSpPr>
            <p:spPr>
              <a:xfrm>
                <a:off x="7671943" y="1601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5" name="Freeform 33244">
                <a:extLst>
                  <a:ext uri="{FF2B5EF4-FFF2-40B4-BE49-F238E27FC236}">
                    <a16:creationId xmlns:a16="http://schemas.microsoft.com/office/drawing/2014/main" id="{20E7DFA9-E4CF-CFE4-0374-5DD7CB08F76E}"/>
                  </a:ext>
                </a:extLst>
              </p:cNvPr>
              <p:cNvSpPr/>
              <p:nvPr/>
            </p:nvSpPr>
            <p:spPr>
              <a:xfrm>
                <a:off x="7672439" y="1537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6" name="Freeform 33245">
                <a:extLst>
                  <a:ext uri="{FF2B5EF4-FFF2-40B4-BE49-F238E27FC236}">
                    <a16:creationId xmlns:a16="http://schemas.microsoft.com/office/drawing/2014/main" id="{5BF1C02D-482E-896A-9CAB-342AC79EC292}"/>
                  </a:ext>
                </a:extLst>
              </p:cNvPr>
              <p:cNvSpPr/>
              <p:nvPr/>
            </p:nvSpPr>
            <p:spPr>
              <a:xfrm>
                <a:off x="7672935" y="1525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7" name="Freeform 33246">
                <a:extLst>
                  <a:ext uri="{FF2B5EF4-FFF2-40B4-BE49-F238E27FC236}">
                    <a16:creationId xmlns:a16="http://schemas.microsoft.com/office/drawing/2014/main" id="{8E4D20D0-5158-86C3-DC9A-96CDAD5A70C2}"/>
                  </a:ext>
                </a:extLst>
              </p:cNvPr>
              <p:cNvSpPr/>
              <p:nvPr/>
            </p:nvSpPr>
            <p:spPr>
              <a:xfrm>
                <a:off x="7673530" y="1479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8" name="Freeform 33247">
                <a:extLst>
                  <a:ext uri="{FF2B5EF4-FFF2-40B4-BE49-F238E27FC236}">
                    <a16:creationId xmlns:a16="http://schemas.microsoft.com/office/drawing/2014/main" id="{54CB4889-978B-D684-0BC5-CD5E2876BAA6}"/>
                  </a:ext>
                </a:extLst>
              </p:cNvPr>
              <p:cNvSpPr/>
              <p:nvPr/>
            </p:nvSpPr>
            <p:spPr>
              <a:xfrm>
                <a:off x="7674027" y="1479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49" name="Freeform 33248">
                <a:extLst>
                  <a:ext uri="{FF2B5EF4-FFF2-40B4-BE49-F238E27FC236}">
                    <a16:creationId xmlns:a16="http://schemas.microsoft.com/office/drawing/2014/main" id="{8AE101CF-336D-5438-BFFE-8CFE515A20D4}"/>
                  </a:ext>
                </a:extLst>
              </p:cNvPr>
              <p:cNvSpPr/>
              <p:nvPr/>
            </p:nvSpPr>
            <p:spPr>
              <a:xfrm>
                <a:off x="7674523" y="1475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0" name="Freeform 33249">
                <a:extLst>
                  <a:ext uri="{FF2B5EF4-FFF2-40B4-BE49-F238E27FC236}">
                    <a16:creationId xmlns:a16="http://schemas.microsoft.com/office/drawing/2014/main" id="{C082545B-8473-F2A1-3C7D-8C71B557563E}"/>
                  </a:ext>
                </a:extLst>
              </p:cNvPr>
              <p:cNvSpPr/>
              <p:nvPr/>
            </p:nvSpPr>
            <p:spPr>
              <a:xfrm>
                <a:off x="7675118" y="2120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1" name="Freeform 33250">
                <a:extLst>
                  <a:ext uri="{FF2B5EF4-FFF2-40B4-BE49-F238E27FC236}">
                    <a16:creationId xmlns:a16="http://schemas.microsoft.com/office/drawing/2014/main" id="{271F4AE7-757F-F050-A366-C48E26A66628}"/>
                  </a:ext>
                </a:extLst>
              </p:cNvPr>
              <p:cNvSpPr/>
              <p:nvPr/>
            </p:nvSpPr>
            <p:spPr>
              <a:xfrm>
                <a:off x="7675614" y="2266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2" name="Freeform 33251">
                <a:extLst>
                  <a:ext uri="{FF2B5EF4-FFF2-40B4-BE49-F238E27FC236}">
                    <a16:creationId xmlns:a16="http://schemas.microsoft.com/office/drawing/2014/main" id="{EE26F0DF-F09B-C45B-335E-72AC21B7350E}"/>
                  </a:ext>
                </a:extLst>
              </p:cNvPr>
              <p:cNvSpPr/>
              <p:nvPr/>
            </p:nvSpPr>
            <p:spPr>
              <a:xfrm>
                <a:off x="7676110" y="2275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3" name="Freeform 33252">
                <a:extLst>
                  <a:ext uri="{FF2B5EF4-FFF2-40B4-BE49-F238E27FC236}">
                    <a16:creationId xmlns:a16="http://schemas.microsoft.com/office/drawing/2014/main" id="{4AF70766-8B6C-6DE9-86DF-84AA01AEABD2}"/>
                  </a:ext>
                </a:extLst>
              </p:cNvPr>
              <p:cNvSpPr/>
              <p:nvPr/>
            </p:nvSpPr>
            <p:spPr>
              <a:xfrm>
                <a:off x="7676705" y="2286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4" name="Freeform 33253">
                <a:extLst>
                  <a:ext uri="{FF2B5EF4-FFF2-40B4-BE49-F238E27FC236}">
                    <a16:creationId xmlns:a16="http://schemas.microsoft.com/office/drawing/2014/main" id="{FC83A45A-33CA-757A-5EC4-27AC760B9A1C}"/>
                  </a:ext>
                </a:extLst>
              </p:cNvPr>
              <p:cNvSpPr/>
              <p:nvPr/>
            </p:nvSpPr>
            <p:spPr>
              <a:xfrm>
                <a:off x="7677202" y="2288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5" name="Freeform 33254">
                <a:extLst>
                  <a:ext uri="{FF2B5EF4-FFF2-40B4-BE49-F238E27FC236}">
                    <a16:creationId xmlns:a16="http://schemas.microsoft.com/office/drawing/2014/main" id="{0BB97C63-C40D-B7E7-8F76-09A4EC4CC813}"/>
                  </a:ext>
                </a:extLst>
              </p:cNvPr>
              <p:cNvSpPr/>
              <p:nvPr/>
            </p:nvSpPr>
            <p:spPr>
              <a:xfrm>
                <a:off x="7677698" y="2289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6" name="Freeform 33255">
                <a:extLst>
                  <a:ext uri="{FF2B5EF4-FFF2-40B4-BE49-F238E27FC236}">
                    <a16:creationId xmlns:a16="http://schemas.microsoft.com/office/drawing/2014/main" id="{F67CDEF4-A0F2-0B0D-738B-2D228095237D}"/>
                  </a:ext>
                </a:extLst>
              </p:cNvPr>
              <p:cNvSpPr/>
              <p:nvPr/>
            </p:nvSpPr>
            <p:spPr>
              <a:xfrm>
                <a:off x="7678293" y="2294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7" name="Freeform 33256">
                <a:extLst>
                  <a:ext uri="{FF2B5EF4-FFF2-40B4-BE49-F238E27FC236}">
                    <a16:creationId xmlns:a16="http://schemas.microsoft.com/office/drawing/2014/main" id="{3CD1682B-FC07-2310-D0B5-343E9040901D}"/>
                  </a:ext>
                </a:extLst>
              </p:cNvPr>
              <p:cNvSpPr/>
              <p:nvPr/>
            </p:nvSpPr>
            <p:spPr>
              <a:xfrm>
                <a:off x="7678789" y="2295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8" name="Freeform 33257">
                <a:extLst>
                  <a:ext uri="{FF2B5EF4-FFF2-40B4-BE49-F238E27FC236}">
                    <a16:creationId xmlns:a16="http://schemas.microsoft.com/office/drawing/2014/main" id="{4B85AFAE-502C-4C9B-EB69-1EF1E37DEB3F}"/>
                  </a:ext>
                </a:extLst>
              </p:cNvPr>
              <p:cNvSpPr/>
              <p:nvPr/>
            </p:nvSpPr>
            <p:spPr>
              <a:xfrm>
                <a:off x="7679285" y="2268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59" name="Freeform 33258">
                <a:extLst>
                  <a:ext uri="{FF2B5EF4-FFF2-40B4-BE49-F238E27FC236}">
                    <a16:creationId xmlns:a16="http://schemas.microsoft.com/office/drawing/2014/main" id="{3DB99B41-4A52-DD74-9BBF-95A446F2154F}"/>
                  </a:ext>
                </a:extLst>
              </p:cNvPr>
              <p:cNvSpPr/>
              <p:nvPr/>
            </p:nvSpPr>
            <p:spPr>
              <a:xfrm>
                <a:off x="7679781" y="1864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0" name="Freeform 33259">
                <a:extLst>
                  <a:ext uri="{FF2B5EF4-FFF2-40B4-BE49-F238E27FC236}">
                    <a16:creationId xmlns:a16="http://schemas.microsoft.com/office/drawing/2014/main" id="{59810286-BF0A-7984-20E5-B0C6F5AECCB0}"/>
                  </a:ext>
                </a:extLst>
              </p:cNvPr>
              <p:cNvSpPr/>
              <p:nvPr/>
            </p:nvSpPr>
            <p:spPr>
              <a:xfrm>
                <a:off x="7680377" y="1554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1" name="Freeform 33260">
                <a:extLst>
                  <a:ext uri="{FF2B5EF4-FFF2-40B4-BE49-F238E27FC236}">
                    <a16:creationId xmlns:a16="http://schemas.microsoft.com/office/drawing/2014/main" id="{6F8E8C60-C2EF-63BF-C1D5-BF0626F0ECD0}"/>
                  </a:ext>
                </a:extLst>
              </p:cNvPr>
              <p:cNvSpPr/>
              <p:nvPr/>
            </p:nvSpPr>
            <p:spPr>
              <a:xfrm>
                <a:off x="7680873" y="1546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2" name="Freeform 33261">
                <a:extLst>
                  <a:ext uri="{FF2B5EF4-FFF2-40B4-BE49-F238E27FC236}">
                    <a16:creationId xmlns:a16="http://schemas.microsoft.com/office/drawing/2014/main" id="{9B10BEAB-F02B-EF7F-D283-6CE8C70FB4AE}"/>
                  </a:ext>
                </a:extLst>
              </p:cNvPr>
              <p:cNvSpPr/>
              <p:nvPr/>
            </p:nvSpPr>
            <p:spPr>
              <a:xfrm>
                <a:off x="7681369" y="1533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3" name="Freeform 33262">
                <a:extLst>
                  <a:ext uri="{FF2B5EF4-FFF2-40B4-BE49-F238E27FC236}">
                    <a16:creationId xmlns:a16="http://schemas.microsoft.com/office/drawing/2014/main" id="{A8833F07-9BE2-FBA3-DFF9-ADA7A5E1A36A}"/>
                  </a:ext>
                </a:extLst>
              </p:cNvPr>
              <p:cNvSpPr/>
              <p:nvPr/>
            </p:nvSpPr>
            <p:spPr>
              <a:xfrm>
                <a:off x="7681964" y="1493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4" name="Freeform 33263">
                <a:extLst>
                  <a:ext uri="{FF2B5EF4-FFF2-40B4-BE49-F238E27FC236}">
                    <a16:creationId xmlns:a16="http://schemas.microsoft.com/office/drawing/2014/main" id="{89949595-E763-630A-7526-D4B2E4D16F1D}"/>
                  </a:ext>
                </a:extLst>
              </p:cNvPr>
              <p:cNvSpPr/>
              <p:nvPr/>
            </p:nvSpPr>
            <p:spPr>
              <a:xfrm>
                <a:off x="7682460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5" name="Freeform 33264">
                <a:extLst>
                  <a:ext uri="{FF2B5EF4-FFF2-40B4-BE49-F238E27FC236}">
                    <a16:creationId xmlns:a16="http://schemas.microsoft.com/office/drawing/2014/main" id="{1440791F-C634-E79B-CA9A-77034AAB47DB}"/>
                  </a:ext>
                </a:extLst>
              </p:cNvPr>
              <p:cNvSpPr/>
              <p:nvPr/>
            </p:nvSpPr>
            <p:spPr>
              <a:xfrm>
                <a:off x="7682956" y="1323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6" name="Freeform 33265">
                <a:extLst>
                  <a:ext uri="{FF2B5EF4-FFF2-40B4-BE49-F238E27FC236}">
                    <a16:creationId xmlns:a16="http://schemas.microsoft.com/office/drawing/2014/main" id="{F436394E-DA1D-E803-E49F-0D19A91E7E4C}"/>
                  </a:ext>
                </a:extLst>
              </p:cNvPr>
              <p:cNvSpPr/>
              <p:nvPr/>
            </p:nvSpPr>
            <p:spPr>
              <a:xfrm>
                <a:off x="7683552" y="1227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7" name="Freeform 33266">
                <a:extLst>
                  <a:ext uri="{FF2B5EF4-FFF2-40B4-BE49-F238E27FC236}">
                    <a16:creationId xmlns:a16="http://schemas.microsoft.com/office/drawing/2014/main" id="{611D910E-C74F-2C88-5F08-3AD4A90298D0}"/>
                  </a:ext>
                </a:extLst>
              </p:cNvPr>
              <p:cNvSpPr/>
              <p:nvPr/>
            </p:nvSpPr>
            <p:spPr>
              <a:xfrm>
                <a:off x="7684048" y="1189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8" name="Freeform 33267">
                <a:extLst>
                  <a:ext uri="{FF2B5EF4-FFF2-40B4-BE49-F238E27FC236}">
                    <a16:creationId xmlns:a16="http://schemas.microsoft.com/office/drawing/2014/main" id="{A0726FE6-C1BF-CE0E-291B-7DEE22AD89DE}"/>
                  </a:ext>
                </a:extLst>
              </p:cNvPr>
              <p:cNvSpPr/>
              <p:nvPr/>
            </p:nvSpPr>
            <p:spPr>
              <a:xfrm>
                <a:off x="7684544" y="118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69" name="Freeform 33268">
                <a:extLst>
                  <a:ext uri="{FF2B5EF4-FFF2-40B4-BE49-F238E27FC236}">
                    <a16:creationId xmlns:a16="http://schemas.microsoft.com/office/drawing/2014/main" id="{C0C0163F-2561-A170-3F75-F7566E135907}"/>
                  </a:ext>
                </a:extLst>
              </p:cNvPr>
              <p:cNvSpPr/>
              <p:nvPr/>
            </p:nvSpPr>
            <p:spPr>
              <a:xfrm>
                <a:off x="7685139" y="1176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0" name="Freeform 33269">
                <a:extLst>
                  <a:ext uri="{FF2B5EF4-FFF2-40B4-BE49-F238E27FC236}">
                    <a16:creationId xmlns:a16="http://schemas.microsoft.com/office/drawing/2014/main" id="{DB6B9E01-4064-853F-3249-2D6F8C2FDB66}"/>
                  </a:ext>
                </a:extLst>
              </p:cNvPr>
              <p:cNvSpPr/>
              <p:nvPr/>
            </p:nvSpPr>
            <p:spPr>
              <a:xfrm>
                <a:off x="7685635" y="1157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1" name="Freeform 33270">
                <a:extLst>
                  <a:ext uri="{FF2B5EF4-FFF2-40B4-BE49-F238E27FC236}">
                    <a16:creationId xmlns:a16="http://schemas.microsoft.com/office/drawing/2014/main" id="{BEFC3806-A441-F7AD-0FA9-49D1A4CF2B50}"/>
                  </a:ext>
                </a:extLst>
              </p:cNvPr>
              <p:cNvSpPr/>
              <p:nvPr/>
            </p:nvSpPr>
            <p:spPr>
              <a:xfrm>
                <a:off x="7686131" y="1153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2" name="Freeform 33271">
                <a:extLst>
                  <a:ext uri="{FF2B5EF4-FFF2-40B4-BE49-F238E27FC236}">
                    <a16:creationId xmlns:a16="http://schemas.microsoft.com/office/drawing/2014/main" id="{69E366DB-CC6A-9C5E-EA87-C2A37166EEEA}"/>
                  </a:ext>
                </a:extLst>
              </p:cNvPr>
              <p:cNvSpPr/>
              <p:nvPr/>
            </p:nvSpPr>
            <p:spPr>
              <a:xfrm>
                <a:off x="7686727" y="11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3" name="Freeform 33272">
                <a:extLst>
                  <a:ext uri="{FF2B5EF4-FFF2-40B4-BE49-F238E27FC236}">
                    <a16:creationId xmlns:a16="http://schemas.microsoft.com/office/drawing/2014/main" id="{E379BA18-15FB-226A-E85F-91D5DB0459AC}"/>
                  </a:ext>
                </a:extLst>
              </p:cNvPr>
              <p:cNvSpPr/>
              <p:nvPr/>
            </p:nvSpPr>
            <p:spPr>
              <a:xfrm>
                <a:off x="7687223" y="1264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4" name="Freeform 33273">
                <a:extLst>
                  <a:ext uri="{FF2B5EF4-FFF2-40B4-BE49-F238E27FC236}">
                    <a16:creationId xmlns:a16="http://schemas.microsoft.com/office/drawing/2014/main" id="{FF23D70E-1F63-B07E-5353-9DA76F4AE116}"/>
                  </a:ext>
                </a:extLst>
              </p:cNvPr>
              <p:cNvSpPr/>
              <p:nvPr/>
            </p:nvSpPr>
            <p:spPr>
              <a:xfrm>
                <a:off x="7687719" y="1773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5" name="Freeform 33274">
                <a:extLst>
                  <a:ext uri="{FF2B5EF4-FFF2-40B4-BE49-F238E27FC236}">
                    <a16:creationId xmlns:a16="http://schemas.microsoft.com/office/drawing/2014/main" id="{400CA8E3-6C4C-1957-1656-A47671EDA886}"/>
                  </a:ext>
                </a:extLst>
              </p:cNvPr>
              <p:cNvSpPr/>
              <p:nvPr/>
            </p:nvSpPr>
            <p:spPr>
              <a:xfrm>
                <a:off x="7688314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6" name="Freeform 33275">
                <a:extLst>
                  <a:ext uri="{FF2B5EF4-FFF2-40B4-BE49-F238E27FC236}">
                    <a16:creationId xmlns:a16="http://schemas.microsoft.com/office/drawing/2014/main" id="{C178262F-32B9-DAA9-495B-033D54D2CA59}"/>
                  </a:ext>
                </a:extLst>
              </p:cNvPr>
              <p:cNvSpPr/>
              <p:nvPr/>
            </p:nvSpPr>
            <p:spPr>
              <a:xfrm>
                <a:off x="7688810" y="2050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7" name="Freeform 33276">
                <a:extLst>
                  <a:ext uri="{FF2B5EF4-FFF2-40B4-BE49-F238E27FC236}">
                    <a16:creationId xmlns:a16="http://schemas.microsoft.com/office/drawing/2014/main" id="{2C256BDC-C68A-B59C-D287-FF3CF9A6FE1E}"/>
                  </a:ext>
                </a:extLst>
              </p:cNvPr>
              <p:cNvSpPr/>
              <p:nvPr/>
            </p:nvSpPr>
            <p:spPr>
              <a:xfrm>
                <a:off x="7689306" y="2015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8" name="Freeform 33277">
                <a:extLst>
                  <a:ext uri="{FF2B5EF4-FFF2-40B4-BE49-F238E27FC236}">
                    <a16:creationId xmlns:a16="http://schemas.microsoft.com/office/drawing/2014/main" id="{10A3C5BA-8EB4-44D9-651A-29DC989CBFED}"/>
                  </a:ext>
                </a:extLst>
              </p:cNvPr>
              <p:cNvSpPr/>
              <p:nvPr/>
            </p:nvSpPr>
            <p:spPr>
              <a:xfrm>
                <a:off x="7689902" y="2001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79" name="Freeform 33278">
                <a:extLst>
                  <a:ext uri="{FF2B5EF4-FFF2-40B4-BE49-F238E27FC236}">
                    <a16:creationId xmlns:a16="http://schemas.microsoft.com/office/drawing/2014/main" id="{C195B25A-A2D7-9574-5B05-F51EAC67D8F9}"/>
                  </a:ext>
                </a:extLst>
              </p:cNvPr>
              <p:cNvSpPr/>
              <p:nvPr/>
            </p:nvSpPr>
            <p:spPr>
              <a:xfrm>
                <a:off x="7690398" y="1979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0" name="Freeform 33279">
                <a:extLst>
                  <a:ext uri="{FF2B5EF4-FFF2-40B4-BE49-F238E27FC236}">
                    <a16:creationId xmlns:a16="http://schemas.microsoft.com/office/drawing/2014/main" id="{FE19431E-58E4-8184-334A-3AC6E636FA36}"/>
                  </a:ext>
                </a:extLst>
              </p:cNvPr>
              <p:cNvSpPr/>
              <p:nvPr/>
            </p:nvSpPr>
            <p:spPr>
              <a:xfrm>
                <a:off x="7690894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1" name="Freeform 33280">
                <a:extLst>
                  <a:ext uri="{FF2B5EF4-FFF2-40B4-BE49-F238E27FC236}">
                    <a16:creationId xmlns:a16="http://schemas.microsoft.com/office/drawing/2014/main" id="{066F87F1-664B-BEF9-4371-F5E6F91D909A}"/>
                  </a:ext>
                </a:extLst>
              </p:cNvPr>
              <p:cNvSpPr/>
              <p:nvPr/>
            </p:nvSpPr>
            <p:spPr>
              <a:xfrm>
                <a:off x="7691489" y="1971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2" name="Freeform 33281">
                <a:extLst>
                  <a:ext uri="{FF2B5EF4-FFF2-40B4-BE49-F238E27FC236}">
                    <a16:creationId xmlns:a16="http://schemas.microsoft.com/office/drawing/2014/main" id="{5E407442-30E7-D021-162D-B9718C4324E6}"/>
                  </a:ext>
                </a:extLst>
              </p:cNvPr>
              <p:cNvSpPr/>
              <p:nvPr/>
            </p:nvSpPr>
            <p:spPr>
              <a:xfrm>
                <a:off x="7691985" y="1935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3" name="Freeform 33282">
                <a:extLst>
                  <a:ext uri="{FF2B5EF4-FFF2-40B4-BE49-F238E27FC236}">
                    <a16:creationId xmlns:a16="http://schemas.microsoft.com/office/drawing/2014/main" id="{7EEC8C13-7625-E940-4F1B-2FDA1D5A4D57}"/>
                  </a:ext>
                </a:extLst>
              </p:cNvPr>
              <p:cNvSpPr/>
              <p:nvPr/>
            </p:nvSpPr>
            <p:spPr>
              <a:xfrm>
                <a:off x="7692481" y="1634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4" name="Freeform 33283">
                <a:extLst>
                  <a:ext uri="{FF2B5EF4-FFF2-40B4-BE49-F238E27FC236}">
                    <a16:creationId xmlns:a16="http://schemas.microsoft.com/office/drawing/2014/main" id="{107041F2-A531-3F82-6952-B83F8897221B}"/>
                  </a:ext>
                </a:extLst>
              </p:cNvPr>
              <p:cNvSpPr/>
              <p:nvPr/>
            </p:nvSpPr>
            <p:spPr>
              <a:xfrm>
                <a:off x="7692977" y="1495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5" name="Freeform 33284">
                <a:extLst>
                  <a:ext uri="{FF2B5EF4-FFF2-40B4-BE49-F238E27FC236}">
                    <a16:creationId xmlns:a16="http://schemas.microsoft.com/office/drawing/2014/main" id="{D45446E5-4E52-FFE3-B725-C24688AADC0A}"/>
                  </a:ext>
                </a:extLst>
              </p:cNvPr>
              <p:cNvSpPr/>
              <p:nvPr/>
            </p:nvSpPr>
            <p:spPr>
              <a:xfrm>
                <a:off x="7693573" y="1490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6" name="Freeform 33285">
                <a:extLst>
                  <a:ext uri="{FF2B5EF4-FFF2-40B4-BE49-F238E27FC236}">
                    <a16:creationId xmlns:a16="http://schemas.microsoft.com/office/drawing/2014/main" id="{01D0896E-27FD-BFEC-BF2D-AE645E1A0648}"/>
                  </a:ext>
                </a:extLst>
              </p:cNvPr>
              <p:cNvSpPr/>
              <p:nvPr/>
            </p:nvSpPr>
            <p:spPr>
              <a:xfrm>
                <a:off x="7694069" y="1501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7" name="Freeform 33286">
                <a:extLst>
                  <a:ext uri="{FF2B5EF4-FFF2-40B4-BE49-F238E27FC236}">
                    <a16:creationId xmlns:a16="http://schemas.microsoft.com/office/drawing/2014/main" id="{6080113F-99E5-5038-56A8-C57B0A2800A2}"/>
                  </a:ext>
                </a:extLst>
              </p:cNvPr>
              <p:cNvSpPr/>
              <p:nvPr/>
            </p:nvSpPr>
            <p:spPr>
              <a:xfrm>
                <a:off x="7694565" y="1474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8" name="Freeform 33287">
                <a:extLst>
                  <a:ext uri="{FF2B5EF4-FFF2-40B4-BE49-F238E27FC236}">
                    <a16:creationId xmlns:a16="http://schemas.microsoft.com/office/drawing/2014/main" id="{8678F395-C1C8-F39F-2EA4-509F4DC40005}"/>
                  </a:ext>
                </a:extLst>
              </p:cNvPr>
              <p:cNvSpPr/>
              <p:nvPr/>
            </p:nvSpPr>
            <p:spPr>
              <a:xfrm>
                <a:off x="7695160" y="1469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89" name="Freeform 33288">
                <a:extLst>
                  <a:ext uri="{FF2B5EF4-FFF2-40B4-BE49-F238E27FC236}">
                    <a16:creationId xmlns:a16="http://schemas.microsoft.com/office/drawing/2014/main" id="{61801276-11DE-E09D-02D8-BA224ED7D4C0}"/>
                  </a:ext>
                </a:extLst>
              </p:cNvPr>
              <p:cNvSpPr/>
              <p:nvPr/>
            </p:nvSpPr>
            <p:spPr>
              <a:xfrm>
                <a:off x="7695656" y="1394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0" name="Freeform 33289">
                <a:extLst>
                  <a:ext uri="{FF2B5EF4-FFF2-40B4-BE49-F238E27FC236}">
                    <a16:creationId xmlns:a16="http://schemas.microsoft.com/office/drawing/2014/main" id="{DCE7A956-2705-21CA-D098-85173E34F7DB}"/>
                  </a:ext>
                </a:extLst>
              </p:cNvPr>
              <p:cNvSpPr/>
              <p:nvPr/>
            </p:nvSpPr>
            <p:spPr>
              <a:xfrm>
                <a:off x="7696152" y="1356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1" name="Freeform 33290">
                <a:extLst>
                  <a:ext uri="{FF2B5EF4-FFF2-40B4-BE49-F238E27FC236}">
                    <a16:creationId xmlns:a16="http://schemas.microsoft.com/office/drawing/2014/main" id="{A42B881A-2D89-FF39-2738-54E0EAAC9A3E}"/>
                  </a:ext>
                </a:extLst>
              </p:cNvPr>
              <p:cNvSpPr/>
              <p:nvPr/>
            </p:nvSpPr>
            <p:spPr>
              <a:xfrm>
                <a:off x="7696748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2" name="Freeform 33291">
                <a:extLst>
                  <a:ext uri="{FF2B5EF4-FFF2-40B4-BE49-F238E27FC236}">
                    <a16:creationId xmlns:a16="http://schemas.microsoft.com/office/drawing/2014/main" id="{577F2DEA-BD9C-5E1E-A2BD-4797E7E951FD}"/>
                  </a:ext>
                </a:extLst>
              </p:cNvPr>
              <p:cNvSpPr/>
              <p:nvPr/>
            </p:nvSpPr>
            <p:spPr>
              <a:xfrm>
                <a:off x="7697244" y="1293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3" name="Freeform 33292">
                <a:extLst>
                  <a:ext uri="{FF2B5EF4-FFF2-40B4-BE49-F238E27FC236}">
                    <a16:creationId xmlns:a16="http://schemas.microsoft.com/office/drawing/2014/main" id="{3559CF5B-9307-E325-8D4D-065A02FCFDFF}"/>
                  </a:ext>
                </a:extLst>
              </p:cNvPr>
              <p:cNvSpPr/>
              <p:nvPr/>
            </p:nvSpPr>
            <p:spPr>
              <a:xfrm>
                <a:off x="7697740" y="1301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4" name="Freeform 33293">
                <a:extLst>
                  <a:ext uri="{FF2B5EF4-FFF2-40B4-BE49-F238E27FC236}">
                    <a16:creationId xmlns:a16="http://schemas.microsoft.com/office/drawing/2014/main" id="{1EDF339B-9790-94F6-5F1B-558D274C2495}"/>
                  </a:ext>
                </a:extLst>
              </p:cNvPr>
              <p:cNvSpPr/>
              <p:nvPr/>
            </p:nvSpPr>
            <p:spPr>
              <a:xfrm>
                <a:off x="7698335" y="12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5" name="Freeform 33294">
                <a:extLst>
                  <a:ext uri="{FF2B5EF4-FFF2-40B4-BE49-F238E27FC236}">
                    <a16:creationId xmlns:a16="http://schemas.microsoft.com/office/drawing/2014/main" id="{08D42442-AFA8-DFA1-9751-AC1649307202}"/>
                  </a:ext>
                </a:extLst>
              </p:cNvPr>
              <p:cNvSpPr/>
              <p:nvPr/>
            </p:nvSpPr>
            <p:spPr>
              <a:xfrm>
                <a:off x="7698831" y="1262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6" name="Freeform 33295">
                <a:extLst>
                  <a:ext uri="{FF2B5EF4-FFF2-40B4-BE49-F238E27FC236}">
                    <a16:creationId xmlns:a16="http://schemas.microsoft.com/office/drawing/2014/main" id="{DA9D9D74-88DB-E887-C7B3-1A8E08282CC7}"/>
                  </a:ext>
                </a:extLst>
              </p:cNvPr>
              <p:cNvSpPr/>
              <p:nvPr/>
            </p:nvSpPr>
            <p:spPr>
              <a:xfrm>
                <a:off x="7699327" y="1262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7" name="Freeform 33296">
                <a:extLst>
                  <a:ext uri="{FF2B5EF4-FFF2-40B4-BE49-F238E27FC236}">
                    <a16:creationId xmlns:a16="http://schemas.microsoft.com/office/drawing/2014/main" id="{54A630E7-C16D-D637-8E59-2EE16A0ECB04}"/>
                  </a:ext>
                </a:extLst>
              </p:cNvPr>
              <p:cNvSpPr/>
              <p:nvPr/>
            </p:nvSpPr>
            <p:spPr>
              <a:xfrm>
                <a:off x="7699923" y="1356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8" name="Freeform 33297">
                <a:extLst>
                  <a:ext uri="{FF2B5EF4-FFF2-40B4-BE49-F238E27FC236}">
                    <a16:creationId xmlns:a16="http://schemas.microsoft.com/office/drawing/2014/main" id="{FE3E9DF5-5AF8-E885-6997-F7BD53A9F83B}"/>
                  </a:ext>
                </a:extLst>
              </p:cNvPr>
              <p:cNvSpPr/>
              <p:nvPr/>
            </p:nvSpPr>
            <p:spPr>
              <a:xfrm>
                <a:off x="7700419" y="200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99" name="Freeform 33298">
                <a:extLst>
                  <a:ext uri="{FF2B5EF4-FFF2-40B4-BE49-F238E27FC236}">
                    <a16:creationId xmlns:a16="http://schemas.microsoft.com/office/drawing/2014/main" id="{0058AA60-5A9C-0F82-34E5-3BB812E84D93}"/>
                  </a:ext>
                </a:extLst>
              </p:cNvPr>
              <p:cNvSpPr/>
              <p:nvPr/>
            </p:nvSpPr>
            <p:spPr>
              <a:xfrm>
                <a:off x="7700915" y="2203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0" name="Freeform 33299">
                <a:extLst>
                  <a:ext uri="{FF2B5EF4-FFF2-40B4-BE49-F238E27FC236}">
                    <a16:creationId xmlns:a16="http://schemas.microsoft.com/office/drawing/2014/main" id="{C8E6707E-0C7C-169D-B4B6-9EC58FEA8829}"/>
                  </a:ext>
                </a:extLst>
              </p:cNvPr>
              <p:cNvSpPr/>
              <p:nvPr/>
            </p:nvSpPr>
            <p:spPr>
              <a:xfrm>
                <a:off x="7701510" y="2215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1" name="Freeform 33300">
                <a:extLst>
                  <a:ext uri="{FF2B5EF4-FFF2-40B4-BE49-F238E27FC236}">
                    <a16:creationId xmlns:a16="http://schemas.microsoft.com/office/drawing/2014/main" id="{E7F4FA3C-1AD0-6F51-A325-95A6DAE880BE}"/>
                  </a:ext>
                </a:extLst>
              </p:cNvPr>
              <p:cNvSpPr/>
              <p:nvPr/>
            </p:nvSpPr>
            <p:spPr>
              <a:xfrm>
                <a:off x="7702006" y="2215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2" name="Freeform 33301">
                <a:extLst>
                  <a:ext uri="{FF2B5EF4-FFF2-40B4-BE49-F238E27FC236}">
                    <a16:creationId xmlns:a16="http://schemas.microsoft.com/office/drawing/2014/main" id="{9DA87B70-8CD2-68BC-9BCF-D710F42B9047}"/>
                  </a:ext>
                </a:extLst>
              </p:cNvPr>
              <p:cNvSpPr/>
              <p:nvPr/>
            </p:nvSpPr>
            <p:spPr>
              <a:xfrm>
                <a:off x="7702502" y="221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3" name="Freeform 33302">
                <a:extLst>
                  <a:ext uri="{FF2B5EF4-FFF2-40B4-BE49-F238E27FC236}">
                    <a16:creationId xmlns:a16="http://schemas.microsoft.com/office/drawing/2014/main" id="{003D02BA-AAE1-E23D-D307-2889B0B97016}"/>
                  </a:ext>
                </a:extLst>
              </p:cNvPr>
              <p:cNvSpPr/>
              <p:nvPr/>
            </p:nvSpPr>
            <p:spPr>
              <a:xfrm>
                <a:off x="7703098" y="2213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4" name="Freeform 33303">
                <a:extLst>
                  <a:ext uri="{FF2B5EF4-FFF2-40B4-BE49-F238E27FC236}">
                    <a16:creationId xmlns:a16="http://schemas.microsoft.com/office/drawing/2014/main" id="{717331E2-6ABE-B94A-689D-8970F255005A}"/>
                  </a:ext>
                </a:extLst>
              </p:cNvPr>
              <p:cNvSpPr/>
              <p:nvPr/>
            </p:nvSpPr>
            <p:spPr>
              <a:xfrm>
                <a:off x="7703594" y="2220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5" name="Freeform 33304">
                <a:extLst>
                  <a:ext uri="{FF2B5EF4-FFF2-40B4-BE49-F238E27FC236}">
                    <a16:creationId xmlns:a16="http://schemas.microsoft.com/office/drawing/2014/main" id="{4C0D1594-849A-9FF7-AA24-BF8EE2245A24}"/>
                  </a:ext>
                </a:extLst>
              </p:cNvPr>
              <p:cNvSpPr/>
              <p:nvPr/>
            </p:nvSpPr>
            <p:spPr>
              <a:xfrm>
                <a:off x="7704090" y="2222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6" name="Freeform 33305">
                <a:extLst>
                  <a:ext uri="{FF2B5EF4-FFF2-40B4-BE49-F238E27FC236}">
                    <a16:creationId xmlns:a16="http://schemas.microsoft.com/office/drawing/2014/main" id="{052C9DA1-4894-3941-C2DF-AC02456E0A93}"/>
                  </a:ext>
                </a:extLst>
              </p:cNvPr>
              <p:cNvSpPr/>
              <p:nvPr/>
            </p:nvSpPr>
            <p:spPr>
              <a:xfrm>
                <a:off x="7704586" y="2219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7" name="Freeform 33306">
                <a:extLst>
                  <a:ext uri="{FF2B5EF4-FFF2-40B4-BE49-F238E27FC236}">
                    <a16:creationId xmlns:a16="http://schemas.microsoft.com/office/drawing/2014/main" id="{D177C9EC-F929-F78E-C3D2-9E11AB1A8B26}"/>
                  </a:ext>
                </a:extLst>
              </p:cNvPr>
              <p:cNvSpPr/>
              <p:nvPr/>
            </p:nvSpPr>
            <p:spPr>
              <a:xfrm>
                <a:off x="7705181" y="1728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8" name="Freeform 33307">
                <a:extLst>
                  <a:ext uri="{FF2B5EF4-FFF2-40B4-BE49-F238E27FC236}">
                    <a16:creationId xmlns:a16="http://schemas.microsoft.com/office/drawing/2014/main" id="{BC3E34F5-CE5B-2DC0-3438-975928B08F97}"/>
                  </a:ext>
                </a:extLst>
              </p:cNvPr>
              <p:cNvSpPr/>
              <p:nvPr/>
            </p:nvSpPr>
            <p:spPr>
              <a:xfrm>
                <a:off x="7705677" y="1522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09" name="Freeform 33308">
                <a:extLst>
                  <a:ext uri="{FF2B5EF4-FFF2-40B4-BE49-F238E27FC236}">
                    <a16:creationId xmlns:a16="http://schemas.microsoft.com/office/drawing/2014/main" id="{F343D782-A82F-D086-475C-A3FAB8CFFBE9}"/>
                  </a:ext>
                </a:extLst>
              </p:cNvPr>
              <p:cNvSpPr/>
              <p:nvPr/>
            </p:nvSpPr>
            <p:spPr>
              <a:xfrm>
                <a:off x="7706173" y="1488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0" name="Freeform 33309">
                <a:extLst>
                  <a:ext uri="{FF2B5EF4-FFF2-40B4-BE49-F238E27FC236}">
                    <a16:creationId xmlns:a16="http://schemas.microsoft.com/office/drawing/2014/main" id="{581FD4AD-255E-BD72-AF0C-03EEE24BC47E}"/>
                  </a:ext>
                </a:extLst>
              </p:cNvPr>
              <p:cNvSpPr/>
              <p:nvPr/>
            </p:nvSpPr>
            <p:spPr>
              <a:xfrm>
                <a:off x="7706769" y="1486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1" name="Freeform 33310">
                <a:extLst>
                  <a:ext uri="{FF2B5EF4-FFF2-40B4-BE49-F238E27FC236}">
                    <a16:creationId xmlns:a16="http://schemas.microsoft.com/office/drawing/2014/main" id="{D80C6202-0863-1A5E-90B0-FFDE1B2A5EA2}"/>
                  </a:ext>
                </a:extLst>
              </p:cNvPr>
              <p:cNvSpPr/>
              <p:nvPr/>
            </p:nvSpPr>
            <p:spPr>
              <a:xfrm>
                <a:off x="7707265" y="1479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2" name="Freeform 33311">
                <a:extLst>
                  <a:ext uri="{FF2B5EF4-FFF2-40B4-BE49-F238E27FC236}">
                    <a16:creationId xmlns:a16="http://schemas.microsoft.com/office/drawing/2014/main" id="{0A410624-190A-FC77-76FD-C3E9FB66A2B6}"/>
                  </a:ext>
                </a:extLst>
              </p:cNvPr>
              <p:cNvSpPr/>
              <p:nvPr/>
            </p:nvSpPr>
            <p:spPr>
              <a:xfrm>
                <a:off x="7707761" y="1475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3" name="Freeform 33312">
                <a:extLst>
                  <a:ext uri="{FF2B5EF4-FFF2-40B4-BE49-F238E27FC236}">
                    <a16:creationId xmlns:a16="http://schemas.microsoft.com/office/drawing/2014/main" id="{7E20014B-DD82-92BF-0282-2FF5820694D8}"/>
                  </a:ext>
                </a:extLst>
              </p:cNvPr>
              <p:cNvSpPr/>
              <p:nvPr/>
            </p:nvSpPr>
            <p:spPr>
              <a:xfrm>
                <a:off x="7708356" y="1395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4" name="Freeform 33313">
                <a:extLst>
                  <a:ext uri="{FF2B5EF4-FFF2-40B4-BE49-F238E27FC236}">
                    <a16:creationId xmlns:a16="http://schemas.microsoft.com/office/drawing/2014/main" id="{E7ABD4D0-08A2-F3EE-1368-1D2D08348830}"/>
                  </a:ext>
                </a:extLst>
              </p:cNvPr>
              <p:cNvSpPr/>
              <p:nvPr/>
            </p:nvSpPr>
            <p:spPr>
              <a:xfrm>
                <a:off x="7708852" y="1324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5" name="Freeform 33314">
                <a:extLst>
                  <a:ext uri="{FF2B5EF4-FFF2-40B4-BE49-F238E27FC236}">
                    <a16:creationId xmlns:a16="http://schemas.microsoft.com/office/drawing/2014/main" id="{81CF8F57-A26C-7742-61E4-758363995259}"/>
                  </a:ext>
                </a:extLst>
              </p:cNvPr>
              <p:cNvSpPr/>
              <p:nvPr/>
            </p:nvSpPr>
            <p:spPr>
              <a:xfrm>
                <a:off x="7709348" y="1315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6" name="Freeform 33315">
                <a:extLst>
                  <a:ext uri="{FF2B5EF4-FFF2-40B4-BE49-F238E27FC236}">
                    <a16:creationId xmlns:a16="http://schemas.microsoft.com/office/drawing/2014/main" id="{A3EDDAB0-31EA-C41F-2844-D80AEFC18014}"/>
                  </a:ext>
                </a:extLst>
              </p:cNvPr>
              <p:cNvSpPr/>
              <p:nvPr/>
            </p:nvSpPr>
            <p:spPr>
              <a:xfrm>
                <a:off x="7709944" y="1235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7" name="Freeform 33316">
                <a:extLst>
                  <a:ext uri="{FF2B5EF4-FFF2-40B4-BE49-F238E27FC236}">
                    <a16:creationId xmlns:a16="http://schemas.microsoft.com/office/drawing/2014/main" id="{7F99828E-1F5D-210A-6264-FFD7AEE84F4E}"/>
                  </a:ext>
                </a:extLst>
              </p:cNvPr>
              <p:cNvSpPr/>
              <p:nvPr/>
            </p:nvSpPr>
            <p:spPr>
              <a:xfrm>
                <a:off x="7710440" y="11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8" name="Freeform 33317">
                <a:extLst>
                  <a:ext uri="{FF2B5EF4-FFF2-40B4-BE49-F238E27FC236}">
                    <a16:creationId xmlns:a16="http://schemas.microsoft.com/office/drawing/2014/main" id="{83195B83-D5C5-8931-26D3-9BC3C2393411}"/>
                  </a:ext>
                </a:extLst>
              </p:cNvPr>
              <p:cNvSpPr/>
              <p:nvPr/>
            </p:nvSpPr>
            <p:spPr>
              <a:xfrm>
                <a:off x="7710936" y="1145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19" name="Freeform 33318">
                <a:extLst>
                  <a:ext uri="{FF2B5EF4-FFF2-40B4-BE49-F238E27FC236}">
                    <a16:creationId xmlns:a16="http://schemas.microsoft.com/office/drawing/2014/main" id="{EC84A35D-2C06-352C-0486-93CFC874B7FC}"/>
                  </a:ext>
                </a:extLst>
              </p:cNvPr>
              <p:cNvSpPr/>
              <p:nvPr/>
            </p:nvSpPr>
            <p:spPr>
              <a:xfrm>
                <a:off x="7711531" y="1124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0" name="Freeform 33319">
                <a:extLst>
                  <a:ext uri="{FF2B5EF4-FFF2-40B4-BE49-F238E27FC236}">
                    <a16:creationId xmlns:a16="http://schemas.microsoft.com/office/drawing/2014/main" id="{80EEC629-189F-C15B-8D4E-B1C951F87595}"/>
                  </a:ext>
                </a:extLst>
              </p:cNvPr>
              <p:cNvSpPr/>
              <p:nvPr/>
            </p:nvSpPr>
            <p:spPr>
              <a:xfrm>
                <a:off x="7712027" y="1173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1" name="Freeform 33320">
                <a:extLst>
                  <a:ext uri="{FF2B5EF4-FFF2-40B4-BE49-F238E27FC236}">
                    <a16:creationId xmlns:a16="http://schemas.microsoft.com/office/drawing/2014/main" id="{50A79CF5-D689-95F9-138A-83D8A238D1FE}"/>
                  </a:ext>
                </a:extLst>
              </p:cNvPr>
              <p:cNvSpPr/>
              <p:nvPr/>
            </p:nvSpPr>
            <p:spPr>
              <a:xfrm>
                <a:off x="7712523" y="1225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2" name="Freeform 33321">
                <a:extLst>
                  <a:ext uri="{FF2B5EF4-FFF2-40B4-BE49-F238E27FC236}">
                    <a16:creationId xmlns:a16="http://schemas.microsoft.com/office/drawing/2014/main" id="{CBDAE32B-F5EE-AE37-E438-D558D3D5342B}"/>
                  </a:ext>
                </a:extLst>
              </p:cNvPr>
              <p:cNvSpPr/>
              <p:nvPr/>
            </p:nvSpPr>
            <p:spPr>
              <a:xfrm>
                <a:off x="7713119" y="1958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3" name="Freeform 33322">
                <a:extLst>
                  <a:ext uri="{FF2B5EF4-FFF2-40B4-BE49-F238E27FC236}">
                    <a16:creationId xmlns:a16="http://schemas.microsoft.com/office/drawing/2014/main" id="{4DF9B697-14F1-0B7E-544E-5D8C221C9CCE}"/>
                  </a:ext>
                </a:extLst>
              </p:cNvPr>
              <p:cNvSpPr/>
              <p:nvPr/>
            </p:nvSpPr>
            <p:spPr>
              <a:xfrm>
                <a:off x="7713615" y="21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4" name="Freeform 33323">
                <a:extLst>
                  <a:ext uri="{FF2B5EF4-FFF2-40B4-BE49-F238E27FC236}">
                    <a16:creationId xmlns:a16="http://schemas.microsoft.com/office/drawing/2014/main" id="{3524693C-08B0-BD12-A619-EEC65CC435FA}"/>
                  </a:ext>
                </a:extLst>
              </p:cNvPr>
              <p:cNvSpPr/>
              <p:nvPr/>
            </p:nvSpPr>
            <p:spPr>
              <a:xfrm>
                <a:off x="7714111" y="2159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5" name="Freeform 33324">
                <a:extLst>
                  <a:ext uri="{FF2B5EF4-FFF2-40B4-BE49-F238E27FC236}">
                    <a16:creationId xmlns:a16="http://schemas.microsoft.com/office/drawing/2014/main" id="{3EEF39D1-C894-232B-28D8-35EB44F6D42D}"/>
                  </a:ext>
                </a:extLst>
              </p:cNvPr>
              <p:cNvSpPr/>
              <p:nvPr/>
            </p:nvSpPr>
            <p:spPr>
              <a:xfrm>
                <a:off x="7714706" y="2142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6" name="Freeform 33325">
                <a:extLst>
                  <a:ext uri="{FF2B5EF4-FFF2-40B4-BE49-F238E27FC236}">
                    <a16:creationId xmlns:a16="http://schemas.microsoft.com/office/drawing/2014/main" id="{8C56FB31-021D-B8DB-3C97-C9BDE7169BC1}"/>
                  </a:ext>
                </a:extLst>
              </p:cNvPr>
              <p:cNvSpPr/>
              <p:nvPr/>
            </p:nvSpPr>
            <p:spPr>
              <a:xfrm>
                <a:off x="7715202" y="2120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7" name="Freeform 33326">
                <a:extLst>
                  <a:ext uri="{FF2B5EF4-FFF2-40B4-BE49-F238E27FC236}">
                    <a16:creationId xmlns:a16="http://schemas.microsoft.com/office/drawing/2014/main" id="{B9B21244-C8A7-DC3C-1DAB-A04FB3F2B9C3}"/>
                  </a:ext>
                </a:extLst>
              </p:cNvPr>
              <p:cNvSpPr/>
              <p:nvPr/>
            </p:nvSpPr>
            <p:spPr>
              <a:xfrm>
                <a:off x="7715698" y="2117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8" name="Freeform 33327">
                <a:extLst>
                  <a:ext uri="{FF2B5EF4-FFF2-40B4-BE49-F238E27FC236}">
                    <a16:creationId xmlns:a16="http://schemas.microsoft.com/office/drawing/2014/main" id="{7B700E15-CFB8-F408-8865-17B17FC0D19C}"/>
                  </a:ext>
                </a:extLst>
              </p:cNvPr>
              <p:cNvSpPr/>
              <p:nvPr/>
            </p:nvSpPr>
            <p:spPr>
              <a:xfrm>
                <a:off x="7716294" y="2120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29" name="Freeform 33328">
                <a:extLst>
                  <a:ext uri="{FF2B5EF4-FFF2-40B4-BE49-F238E27FC236}">
                    <a16:creationId xmlns:a16="http://schemas.microsoft.com/office/drawing/2014/main" id="{0749DA03-45D2-58D5-D620-D258B47FCFB4}"/>
                  </a:ext>
                </a:extLst>
              </p:cNvPr>
              <p:cNvSpPr/>
              <p:nvPr/>
            </p:nvSpPr>
            <p:spPr>
              <a:xfrm>
                <a:off x="7716790" y="213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0" name="Freeform 33329">
                <a:extLst>
                  <a:ext uri="{FF2B5EF4-FFF2-40B4-BE49-F238E27FC236}">
                    <a16:creationId xmlns:a16="http://schemas.microsoft.com/office/drawing/2014/main" id="{E0160779-09F0-2A4F-B056-16559507A94D}"/>
                  </a:ext>
                </a:extLst>
              </p:cNvPr>
              <p:cNvSpPr/>
              <p:nvPr/>
            </p:nvSpPr>
            <p:spPr>
              <a:xfrm>
                <a:off x="7717286" y="2113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1" name="Freeform 33330">
                <a:extLst>
                  <a:ext uri="{FF2B5EF4-FFF2-40B4-BE49-F238E27FC236}">
                    <a16:creationId xmlns:a16="http://schemas.microsoft.com/office/drawing/2014/main" id="{B82CF2B6-510A-3511-ABEE-D1F3730E96BD}"/>
                  </a:ext>
                </a:extLst>
              </p:cNvPr>
              <p:cNvSpPr/>
              <p:nvPr/>
            </p:nvSpPr>
            <p:spPr>
              <a:xfrm>
                <a:off x="7717782" y="16648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2" name="Freeform 33331">
                <a:extLst>
                  <a:ext uri="{FF2B5EF4-FFF2-40B4-BE49-F238E27FC236}">
                    <a16:creationId xmlns:a16="http://schemas.microsoft.com/office/drawing/2014/main" id="{826F79D3-1D6C-51DE-D153-F5D069DAD0D7}"/>
                  </a:ext>
                </a:extLst>
              </p:cNvPr>
              <p:cNvSpPr/>
              <p:nvPr/>
            </p:nvSpPr>
            <p:spPr>
              <a:xfrm>
                <a:off x="7718377" y="1418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3" name="Freeform 33332">
                <a:extLst>
                  <a:ext uri="{FF2B5EF4-FFF2-40B4-BE49-F238E27FC236}">
                    <a16:creationId xmlns:a16="http://schemas.microsoft.com/office/drawing/2014/main" id="{02AF15EC-9FFB-37EB-B81F-CB1F1640D703}"/>
                  </a:ext>
                </a:extLst>
              </p:cNvPr>
              <p:cNvSpPr/>
              <p:nvPr/>
            </p:nvSpPr>
            <p:spPr>
              <a:xfrm>
                <a:off x="7718873" y="1362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4" name="Freeform 33333">
                <a:extLst>
                  <a:ext uri="{FF2B5EF4-FFF2-40B4-BE49-F238E27FC236}">
                    <a16:creationId xmlns:a16="http://schemas.microsoft.com/office/drawing/2014/main" id="{C5673AC8-5896-7532-6F8B-EECBCE07641F}"/>
                  </a:ext>
                </a:extLst>
              </p:cNvPr>
              <p:cNvSpPr/>
              <p:nvPr/>
            </p:nvSpPr>
            <p:spPr>
              <a:xfrm>
                <a:off x="7719370" y="13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5" name="Freeform 33334">
                <a:extLst>
                  <a:ext uri="{FF2B5EF4-FFF2-40B4-BE49-F238E27FC236}">
                    <a16:creationId xmlns:a16="http://schemas.microsoft.com/office/drawing/2014/main" id="{C61401DE-D0F6-05A0-8ADB-02280BBD148A}"/>
                  </a:ext>
                </a:extLst>
              </p:cNvPr>
              <p:cNvSpPr/>
              <p:nvPr/>
            </p:nvSpPr>
            <p:spPr>
              <a:xfrm>
                <a:off x="7719965" y="1377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6" name="Freeform 33335">
                <a:extLst>
                  <a:ext uri="{FF2B5EF4-FFF2-40B4-BE49-F238E27FC236}">
                    <a16:creationId xmlns:a16="http://schemas.microsoft.com/office/drawing/2014/main" id="{D502389E-1876-9085-6033-759FF588E43F}"/>
                  </a:ext>
                </a:extLst>
              </p:cNvPr>
              <p:cNvSpPr/>
              <p:nvPr/>
            </p:nvSpPr>
            <p:spPr>
              <a:xfrm>
                <a:off x="7720461" y="1367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7" name="Freeform 33336">
                <a:extLst>
                  <a:ext uri="{FF2B5EF4-FFF2-40B4-BE49-F238E27FC236}">
                    <a16:creationId xmlns:a16="http://schemas.microsoft.com/office/drawing/2014/main" id="{6D38E4B4-6583-8F71-295D-4F6B24BFC10E}"/>
                  </a:ext>
                </a:extLst>
              </p:cNvPr>
              <p:cNvSpPr/>
              <p:nvPr/>
            </p:nvSpPr>
            <p:spPr>
              <a:xfrm>
                <a:off x="7720957" y="1224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8" name="Freeform 33337">
                <a:extLst>
                  <a:ext uri="{FF2B5EF4-FFF2-40B4-BE49-F238E27FC236}">
                    <a16:creationId xmlns:a16="http://schemas.microsoft.com/office/drawing/2014/main" id="{25DDDE3E-B6EC-BDCB-B884-030CFBBF2DC6}"/>
                  </a:ext>
                </a:extLst>
              </p:cNvPr>
              <p:cNvSpPr/>
              <p:nvPr/>
            </p:nvSpPr>
            <p:spPr>
              <a:xfrm>
                <a:off x="7721552" y="1145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39" name="Freeform 33338">
                <a:extLst>
                  <a:ext uri="{FF2B5EF4-FFF2-40B4-BE49-F238E27FC236}">
                    <a16:creationId xmlns:a16="http://schemas.microsoft.com/office/drawing/2014/main" id="{F25C3B90-0850-4C9B-9582-AAEC8F15F455}"/>
                  </a:ext>
                </a:extLst>
              </p:cNvPr>
              <p:cNvSpPr/>
              <p:nvPr/>
            </p:nvSpPr>
            <p:spPr>
              <a:xfrm>
                <a:off x="7722048" y="1119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0" name="Freeform 33339">
                <a:extLst>
                  <a:ext uri="{FF2B5EF4-FFF2-40B4-BE49-F238E27FC236}">
                    <a16:creationId xmlns:a16="http://schemas.microsoft.com/office/drawing/2014/main" id="{D17EF908-5804-9370-18A2-186817EE38C2}"/>
                  </a:ext>
                </a:extLst>
              </p:cNvPr>
              <p:cNvSpPr/>
              <p:nvPr/>
            </p:nvSpPr>
            <p:spPr>
              <a:xfrm>
                <a:off x="7722545" y="1038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1" name="Freeform 33340">
                <a:extLst>
                  <a:ext uri="{FF2B5EF4-FFF2-40B4-BE49-F238E27FC236}">
                    <a16:creationId xmlns:a16="http://schemas.microsoft.com/office/drawing/2014/main" id="{C4862004-3D34-39FF-A44F-021112360332}"/>
                  </a:ext>
                </a:extLst>
              </p:cNvPr>
              <p:cNvSpPr/>
              <p:nvPr/>
            </p:nvSpPr>
            <p:spPr>
              <a:xfrm>
                <a:off x="7723140" y="966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2" name="Freeform 33341">
                <a:extLst>
                  <a:ext uri="{FF2B5EF4-FFF2-40B4-BE49-F238E27FC236}">
                    <a16:creationId xmlns:a16="http://schemas.microsoft.com/office/drawing/2014/main" id="{DECCECEF-93FB-D03C-8451-4F95F3C6FDBE}"/>
                  </a:ext>
                </a:extLst>
              </p:cNvPr>
              <p:cNvSpPr/>
              <p:nvPr/>
            </p:nvSpPr>
            <p:spPr>
              <a:xfrm>
                <a:off x="7723636" y="924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3" name="Freeform 33342">
                <a:extLst>
                  <a:ext uri="{FF2B5EF4-FFF2-40B4-BE49-F238E27FC236}">
                    <a16:creationId xmlns:a16="http://schemas.microsoft.com/office/drawing/2014/main" id="{88A645A8-F0A9-5DED-05F3-072168F1641D}"/>
                  </a:ext>
                </a:extLst>
              </p:cNvPr>
              <p:cNvSpPr/>
              <p:nvPr/>
            </p:nvSpPr>
            <p:spPr>
              <a:xfrm>
                <a:off x="7724132" y="930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4" name="Freeform 33343">
                <a:extLst>
                  <a:ext uri="{FF2B5EF4-FFF2-40B4-BE49-F238E27FC236}">
                    <a16:creationId xmlns:a16="http://schemas.microsoft.com/office/drawing/2014/main" id="{4846C13F-85AF-FF12-9827-8F18DF745FF6}"/>
                  </a:ext>
                </a:extLst>
              </p:cNvPr>
              <p:cNvSpPr/>
              <p:nvPr/>
            </p:nvSpPr>
            <p:spPr>
              <a:xfrm>
                <a:off x="7724727" y="97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5" name="Freeform 33344">
                <a:extLst>
                  <a:ext uri="{FF2B5EF4-FFF2-40B4-BE49-F238E27FC236}">
                    <a16:creationId xmlns:a16="http://schemas.microsoft.com/office/drawing/2014/main" id="{A16C8F6D-8FD9-493B-079D-D418445B5ACC}"/>
                  </a:ext>
                </a:extLst>
              </p:cNvPr>
              <p:cNvSpPr/>
              <p:nvPr/>
            </p:nvSpPr>
            <p:spPr>
              <a:xfrm>
                <a:off x="7725223" y="1078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6" name="Freeform 33345">
                <a:extLst>
                  <a:ext uri="{FF2B5EF4-FFF2-40B4-BE49-F238E27FC236}">
                    <a16:creationId xmlns:a16="http://schemas.microsoft.com/office/drawing/2014/main" id="{0622DB34-333A-7AA1-0BB9-9D4AA586E3E1}"/>
                  </a:ext>
                </a:extLst>
              </p:cNvPr>
              <p:cNvSpPr/>
              <p:nvPr/>
            </p:nvSpPr>
            <p:spPr>
              <a:xfrm>
                <a:off x="7725720" y="1750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7" name="Freeform 33346">
                <a:extLst>
                  <a:ext uri="{FF2B5EF4-FFF2-40B4-BE49-F238E27FC236}">
                    <a16:creationId xmlns:a16="http://schemas.microsoft.com/office/drawing/2014/main" id="{786C8E19-29D3-B007-787A-CA78DCBC0A93}"/>
                  </a:ext>
                </a:extLst>
              </p:cNvPr>
              <p:cNvSpPr/>
              <p:nvPr/>
            </p:nvSpPr>
            <p:spPr>
              <a:xfrm>
                <a:off x="7726315" y="20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8" name="Freeform 33347">
                <a:extLst>
                  <a:ext uri="{FF2B5EF4-FFF2-40B4-BE49-F238E27FC236}">
                    <a16:creationId xmlns:a16="http://schemas.microsoft.com/office/drawing/2014/main" id="{33B735E1-D5B9-D991-C7EE-F6899EEE307E}"/>
                  </a:ext>
                </a:extLst>
              </p:cNvPr>
              <p:cNvSpPr/>
              <p:nvPr/>
            </p:nvSpPr>
            <p:spPr>
              <a:xfrm>
                <a:off x="7726811" y="204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49" name="Freeform 33348">
                <a:extLst>
                  <a:ext uri="{FF2B5EF4-FFF2-40B4-BE49-F238E27FC236}">
                    <a16:creationId xmlns:a16="http://schemas.microsoft.com/office/drawing/2014/main" id="{863967D2-49FB-AEAA-8FD8-2680B5819C16}"/>
                  </a:ext>
                </a:extLst>
              </p:cNvPr>
              <p:cNvSpPr/>
              <p:nvPr/>
            </p:nvSpPr>
            <p:spPr>
              <a:xfrm>
                <a:off x="7727307" y="2027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0" name="Freeform 33349">
                <a:extLst>
                  <a:ext uri="{FF2B5EF4-FFF2-40B4-BE49-F238E27FC236}">
                    <a16:creationId xmlns:a16="http://schemas.microsoft.com/office/drawing/2014/main" id="{CE6FF478-9020-A36F-DBF3-698C8FC049CF}"/>
                  </a:ext>
                </a:extLst>
              </p:cNvPr>
              <p:cNvSpPr/>
              <p:nvPr/>
            </p:nvSpPr>
            <p:spPr>
              <a:xfrm>
                <a:off x="7727902" y="201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1" name="Freeform 33350">
                <a:extLst>
                  <a:ext uri="{FF2B5EF4-FFF2-40B4-BE49-F238E27FC236}">
                    <a16:creationId xmlns:a16="http://schemas.microsoft.com/office/drawing/2014/main" id="{97620197-B0FC-B792-E907-3BCA92C15DDA}"/>
                  </a:ext>
                </a:extLst>
              </p:cNvPr>
              <p:cNvSpPr/>
              <p:nvPr/>
            </p:nvSpPr>
            <p:spPr>
              <a:xfrm>
                <a:off x="7728398" y="2001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2" name="Freeform 33351">
                <a:extLst>
                  <a:ext uri="{FF2B5EF4-FFF2-40B4-BE49-F238E27FC236}">
                    <a16:creationId xmlns:a16="http://schemas.microsoft.com/office/drawing/2014/main" id="{14BC43DC-35C7-CD04-6D55-999B870FC245}"/>
                  </a:ext>
                </a:extLst>
              </p:cNvPr>
              <p:cNvSpPr/>
              <p:nvPr/>
            </p:nvSpPr>
            <p:spPr>
              <a:xfrm>
                <a:off x="7728895" y="200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3" name="Freeform 33352">
                <a:extLst>
                  <a:ext uri="{FF2B5EF4-FFF2-40B4-BE49-F238E27FC236}">
                    <a16:creationId xmlns:a16="http://schemas.microsoft.com/office/drawing/2014/main" id="{E28B1121-78D1-8031-BFAF-7C1A57DE9466}"/>
                  </a:ext>
                </a:extLst>
              </p:cNvPr>
              <p:cNvSpPr/>
              <p:nvPr/>
            </p:nvSpPr>
            <p:spPr>
              <a:xfrm>
                <a:off x="7729391" y="2025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4" name="Freeform 33353">
                <a:extLst>
                  <a:ext uri="{FF2B5EF4-FFF2-40B4-BE49-F238E27FC236}">
                    <a16:creationId xmlns:a16="http://schemas.microsoft.com/office/drawing/2014/main" id="{0245618A-DBA3-2512-809F-945E1634EAB2}"/>
                  </a:ext>
                </a:extLst>
              </p:cNvPr>
              <p:cNvSpPr/>
              <p:nvPr/>
            </p:nvSpPr>
            <p:spPr>
              <a:xfrm>
                <a:off x="7729986" y="2021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5" name="Freeform 33354">
                <a:extLst>
                  <a:ext uri="{FF2B5EF4-FFF2-40B4-BE49-F238E27FC236}">
                    <a16:creationId xmlns:a16="http://schemas.microsoft.com/office/drawing/2014/main" id="{40CFDA83-69E4-2F7B-A2DF-ACBA377EBCC6}"/>
                  </a:ext>
                </a:extLst>
              </p:cNvPr>
              <p:cNvSpPr/>
              <p:nvPr/>
            </p:nvSpPr>
            <p:spPr>
              <a:xfrm>
                <a:off x="7730482" y="1624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6" name="Freeform 33355">
                <a:extLst>
                  <a:ext uri="{FF2B5EF4-FFF2-40B4-BE49-F238E27FC236}">
                    <a16:creationId xmlns:a16="http://schemas.microsoft.com/office/drawing/2014/main" id="{22700A92-ACCB-B5B7-93FB-1C182E3074A3}"/>
                  </a:ext>
                </a:extLst>
              </p:cNvPr>
              <p:cNvSpPr/>
              <p:nvPr/>
            </p:nvSpPr>
            <p:spPr>
              <a:xfrm>
                <a:off x="7730978" y="1432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7" name="Freeform 33356">
                <a:extLst>
                  <a:ext uri="{FF2B5EF4-FFF2-40B4-BE49-F238E27FC236}">
                    <a16:creationId xmlns:a16="http://schemas.microsoft.com/office/drawing/2014/main" id="{AE69CD80-8E3F-5175-F2D4-1FAE1E20F2CB}"/>
                  </a:ext>
                </a:extLst>
              </p:cNvPr>
              <p:cNvSpPr/>
              <p:nvPr/>
            </p:nvSpPr>
            <p:spPr>
              <a:xfrm>
                <a:off x="7731573" y="1400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8" name="Freeform 33357">
                <a:extLst>
                  <a:ext uri="{FF2B5EF4-FFF2-40B4-BE49-F238E27FC236}">
                    <a16:creationId xmlns:a16="http://schemas.microsoft.com/office/drawing/2014/main" id="{DC999C1D-1428-A05D-57E7-F5F97BAC616C}"/>
                  </a:ext>
                </a:extLst>
              </p:cNvPr>
              <p:cNvSpPr/>
              <p:nvPr/>
            </p:nvSpPr>
            <p:spPr>
              <a:xfrm>
                <a:off x="7732070" y="1375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59" name="Freeform 33358">
                <a:extLst>
                  <a:ext uri="{FF2B5EF4-FFF2-40B4-BE49-F238E27FC236}">
                    <a16:creationId xmlns:a16="http://schemas.microsoft.com/office/drawing/2014/main" id="{27A13001-2606-C19B-9C5E-53BB71528F3E}"/>
                  </a:ext>
                </a:extLst>
              </p:cNvPr>
              <p:cNvSpPr/>
              <p:nvPr/>
            </p:nvSpPr>
            <p:spPr>
              <a:xfrm>
                <a:off x="7732566" y="1426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0" name="Freeform 33359">
                <a:extLst>
                  <a:ext uri="{FF2B5EF4-FFF2-40B4-BE49-F238E27FC236}">
                    <a16:creationId xmlns:a16="http://schemas.microsoft.com/office/drawing/2014/main" id="{03ECDC77-77DF-B08B-3F64-86B436EC87A8}"/>
                  </a:ext>
                </a:extLst>
              </p:cNvPr>
              <p:cNvSpPr/>
              <p:nvPr/>
            </p:nvSpPr>
            <p:spPr>
              <a:xfrm>
                <a:off x="7733161" y="1373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1" name="Freeform 33360">
                <a:extLst>
                  <a:ext uri="{FF2B5EF4-FFF2-40B4-BE49-F238E27FC236}">
                    <a16:creationId xmlns:a16="http://schemas.microsoft.com/office/drawing/2014/main" id="{021AC45F-3523-1E0D-A063-A0E32F65673B}"/>
                  </a:ext>
                </a:extLst>
              </p:cNvPr>
              <p:cNvSpPr/>
              <p:nvPr/>
            </p:nvSpPr>
            <p:spPr>
              <a:xfrm>
                <a:off x="7733657" y="125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2" name="Freeform 33361">
                <a:extLst>
                  <a:ext uri="{FF2B5EF4-FFF2-40B4-BE49-F238E27FC236}">
                    <a16:creationId xmlns:a16="http://schemas.microsoft.com/office/drawing/2014/main" id="{9D506600-0E4B-BA7A-604E-93FCF52BB5A1}"/>
                  </a:ext>
                </a:extLst>
              </p:cNvPr>
              <p:cNvSpPr/>
              <p:nvPr/>
            </p:nvSpPr>
            <p:spPr>
              <a:xfrm>
                <a:off x="7734153" y="1167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3" name="Freeform 33362">
                <a:extLst>
                  <a:ext uri="{FF2B5EF4-FFF2-40B4-BE49-F238E27FC236}">
                    <a16:creationId xmlns:a16="http://schemas.microsoft.com/office/drawing/2014/main" id="{2B033F07-91DB-1FED-0405-97B7CAF2B8FD}"/>
                  </a:ext>
                </a:extLst>
              </p:cNvPr>
              <p:cNvSpPr/>
              <p:nvPr/>
            </p:nvSpPr>
            <p:spPr>
              <a:xfrm>
                <a:off x="7734748" y="1129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4" name="Freeform 33363">
                <a:extLst>
                  <a:ext uri="{FF2B5EF4-FFF2-40B4-BE49-F238E27FC236}">
                    <a16:creationId xmlns:a16="http://schemas.microsoft.com/office/drawing/2014/main" id="{CC5C05E3-1534-F7EA-5790-6CA87475B8C9}"/>
                  </a:ext>
                </a:extLst>
              </p:cNvPr>
              <p:cNvSpPr/>
              <p:nvPr/>
            </p:nvSpPr>
            <p:spPr>
              <a:xfrm>
                <a:off x="7735245" y="1097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5" name="Freeform 33364">
                <a:extLst>
                  <a:ext uri="{FF2B5EF4-FFF2-40B4-BE49-F238E27FC236}">
                    <a16:creationId xmlns:a16="http://schemas.microsoft.com/office/drawing/2014/main" id="{2AAC55AF-21E0-6F55-FBAA-236AD9D36A45}"/>
                  </a:ext>
                </a:extLst>
              </p:cNvPr>
              <p:cNvSpPr/>
              <p:nvPr/>
            </p:nvSpPr>
            <p:spPr>
              <a:xfrm>
                <a:off x="7735741" y="1111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6" name="Freeform 33365">
                <a:extLst>
                  <a:ext uri="{FF2B5EF4-FFF2-40B4-BE49-F238E27FC236}">
                    <a16:creationId xmlns:a16="http://schemas.microsoft.com/office/drawing/2014/main" id="{D9BF39AB-A851-2756-3C18-16326D5B28C7}"/>
                  </a:ext>
                </a:extLst>
              </p:cNvPr>
              <p:cNvSpPr/>
              <p:nvPr/>
            </p:nvSpPr>
            <p:spPr>
              <a:xfrm>
                <a:off x="7736336" y="1098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7" name="Freeform 33366">
                <a:extLst>
                  <a:ext uri="{FF2B5EF4-FFF2-40B4-BE49-F238E27FC236}">
                    <a16:creationId xmlns:a16="http://schemas.microsoft.com/office/drawing/2014/main" id="{20920ABC-2077-3560-245A-6FB6519C6673}"/>
                  </a:ext>
                </a:extLst>
              </p:cNvPr>
              <p:cNvSpPr/>
              <p:nvPr/>
            </p:nvSpPr>
            <p:spPr>
              <a:xfrm>
                <a:off x="7736832" y="1084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8" name="Freeform 33367">
                <a:extLst>
                  <a:ext uri="{FF2B5EF4-FFF2-40B4-BE49-F238E27FC236}">
                    <a16:creationId xmlns:a16="http://schemas.microsoft.com/office/drawing/2014/main" id="{5C5F9C04-AD60-7888-8C33-8240324C48A1}"/>
                  </a:ext>
                </a:extLst>
              </p:cNvPr>
              <p:cNvSpPr/>
              <p:nvPr/>
            </p:nvSpPr>
            <p:spPr>
              <a:xfrm>
                <a:off x="7737328" y="1133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69" name="Freeform 33368">
                <a:extLst>
                  <a:ext uri="{FF2B5EF4-FFF2-40B4-BE49-F238E27FC236}">
                    <a16:creationId xmlns:a16="http://schemas.microsoft.com/office/drawing/2014/main" id="{1C019947-367B-516C-906C-B8502736479F}"/>
                  </a:ext>
                </a:extLst>
              </p:cNvPr>
              <p:cNvSpPr/>
              <p:nvPr/>
            </p:nvSpPr>
            <p:spPr>
              <a:xfrm>
                <a:off x="7737923" y="1155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0" name="Freeform 33369">
                <a:extLst>
                  <a:ext uri="{FF2B5EF4-FFF2-40B4-BE49-F238E27FC236}">
                    <a16:creationId xmlns:a16="http://schemas.microsoft.com/office/drawing/2014/main" id="{27342099-1647-798C-5E11-8AFC7DDACF52}"/>
                  </a:ext>
                </a:extLst>
              </p:cNvPr>
              <p:cNvSpPr/>
              <p:nvPr/>
            </p:nvSpPr>
            <p:spPr>
              <a:xfrm>
                <a:off x="7738420" y="1778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1" name="Freeform 33370">
                <a:extLst>
                  <a:ext uri="{FF2B5EF4-FFF2-40B4-BE49-F238E27FC236}">
                    <a16:creationId xmlns:a16="http://schemas.microsoft.com/office/drawing/2014/main" id="{445549F9-2127-C525-3C77-6951CEDA12CC}"/>
                  </a:ext>
                </a:extLst>
              </p:cNvPr>
              <p:cNvSpPr/>
              <p:nvPr/>
            </p:nvSpPr>
            <p:spPr>
              <a:xfrm>
                <a:off x="7738916" y="2068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2" name="Freeform 33371">
                <a:extLst>
                  <a:ext uri="{FF2B5EF4-FFF2-40B4-BE49-F238E27FC236}">
                    <a16:creationId xmlns:a16="http://schemas.microsoft.com/office/drawing/2014/main" id="{C3BC69CF-7299-A43E-81CF-3443FD12A982}"/>
                  </a:ext>
                </a:extLst>
              </p:cNvPr>
              <p:cNvSpPr/>
              <p:nvPr/>
            </p:nvSpPr>
            <p:spPr>
              <a:xfrm>
                <a:off x="7739511" y="2091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3" name="Freeform 33372">
                <a:extLst>
                  <a:ext uri="{FF2B5EF4-FFF2-40B4-BE49-F238E27FC236}">
                    <a16:creationId xmlns:a16="http://schemas.microsoft.com/office/drawing/2014/main" id="{D0415E34-2015-3764-97C0-3AA801892281}"/>
                  </a:ext>
                </a:extLst>
              </p:cNvPr>
              <p:cNvSpPr/>
              <p:nvPr/>
            </p:nvSpPr>
            <p:spPr>
              <a:xfrm>
                <a:off x="7740007" y="204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4" name="Freeform 33373">
                <a:extLst>
                  <a:ext uri="{FF2B5EF4-FFF2-40B4-BE49-F238E27FC236}">
                    <a16:creationId xmlns:a16="http://schemas.microsoft.com/office/drawing/2014/main" id="{00C8D4DE-2521-2CA9-BA0B-5E4B4CD15826}"/>
                  </a:ext>
                </a:extLst>
              </p:cNvPr>
              <p:cNvSpPr/>
              <p:nvPr/>
            </p:nvSpPr>
            <p:spPr>
              <a:xfrm>
                <a:off x="7740503" y="20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5" name="Freeform 33374">
                <a:extLst>
                  <a:ext uri="{FF2B5EF4-FFF2-40B4-BE49-F238E27FC236}">
                    <a16:creationId xmlns:a16="http://schemas.microsoft.com/office/drawing/2014/main" id="{6E2AE91D-EAE8-9630-9965-E2106A3E5567}"/>
                  </a:ext>
                </a:extLst>
              </p:cNvPr>
              <p:cNvSpPr/>
              <p:nvPr/>
            </p:nvSpPr>
            <p:spPr>
              <a:xfrm>
                <a:off x="7740999" y="201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6" name="Freeform 33375">
                <a:extLst>
                  <a:ext uri="{FF2B5EF4-FFF2-40B4-BE49-F238E27FC236}">
                    <a16:creationId xmlns:a16="http://schemas.microsoft.com/office/drawing/2014/main" id="{36A8D190-887C-1EC0-BA72-1F22799ABBF4}"/>
                  </a:ext>
                </a:extLst>
              </p:cNvPr>
              <p:cNvSpPr/>
              <p:nvPr/>
            </p:nvSpPr>
            <p:spPr>
              <a:xfrm>
                <a:off x="7741595" y="2028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7" name="Freeform 33376">
                <a:extLst>
                  <a:ext uri="{FF2B5EF4-FFF2-40B4-BE49-F238E27FC236}">
                    <a16:creationId xmlns:a16="http://schemas.microsoft.com/office/drawing/2014/main" id="{9B26369B-2E9F-A880-3E6A-3819080F11D3}"/>
                  </a:ext>
                </a:extLst>
              </p:cNvPr>
              <p:cNvSpPr/>
              <p:nvPr/>
            </p:nvSpPr>
            <p:spPr>
              <a:xfrm>
                <a:off x="7742091" y="2033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8" name="Freeform 33377">
                <a:extLst>
                  <a:ext uri="{FF2B5EF4-FFF2-40B4-BE49-F238E27FC236}">
                    <a16:creationId xmlns:a16="http://schemas.microsoft.com/office/drawing/2014/main" id="{457BD91E-0084-BEEB-4F64-AED65D2B2A4D}"/>
                  </a:ext>
                </a:extLst>
              </p:cNvPr>
              <p:cNvSpPr/>
              <p:nvPr/>
            </p:nvSpPr>
            <p:spPr>
              <a:xfrm>
                <a:off x="7742587" y="2051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79" name="Freeform 33378">
                <a:extLst>
                  <a:ext uri="{FF2B5EF4-FFF2-40B4-BE49-F238E27FC236}">
                    <a16:creationId xmlns:a16="http://schemas.microsoft.com/office/drawing/2014/main" id="{B85FA915-3386-58C1-E048-C6E91780724E}"/>
                  </a:ext>
                </a:extLst>
              </p:cNvPr>
              <p:cNvSpPr/>
              <p:nvPr/>
            </p:nvSpPr>
            <p:spPr>
              <a:xfrm>
                <a:off x="7743182" y="1696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0" name="Freeform 33379">
                <a:extLst>
                  <a:ext uri="{FF2B5EF4-FFF2-40B4-BE49-F238E27FC236}">
                    <a16:creationId xmlns:a16="http://schemas.microsoft.com/office/drawing/2014/main" id="{A8DDB9E0-E3C7-62EA-3AB1-A632CF1F7668}"/>
                  </a:ext>
                </a:extLst>
              </p:cNvPr>
              <p:cNvSpPr/>
              <p:nvPr/>
            </p:nvSpPr>
            <p:spPr>
              <a:xfrm>
                <a:off x="7743678" y="1569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1" name="Freeform 33380">
                <a:extLst>
                  <a:ext uri="{FF2B5EF4-FFF2-40B4-BE49-F238E27FC236}">
                    <a16:creationId xmlns:a16="http://schemas.microsoft.com/office/drawing/2014/main" id="{8E4962E4-5979-5D5B-1507-E87BC36BEAD9}"/>
                  </a:ext>
                </a:extLst>
              </p:cNvPr>
              <p:cNvSpPr/>
              <p:nvPr/>
            </p:nvSpPr>
            <p:spPr>
              <a:xfrm>
                <a:off x="7744174" y="1549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2" name="Freeform 33381">
                <a:extLst>
                  <a:ext uri="{FF2B5EF4-FFF2-40B4-BE49-F238E27FC236}">
                    <a16:creationId xmlns:a16="http://schemas.microsoft.com/office/drawing/2014/main" id="{256A4A20-7AB9-A147-CFC4-576D13CC703D}"/>
                  </a:ext>
                </a:extLst>
              </p:cNvPr>
              <p:cNvSpPr/>
              <p:nvPr/>
            </p:nvSpPr>
            <p:spPr>
              <a:xfrm>
                <a:off x="7744770" y="1547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3" name="Freeform 33382">
                <a:extLst>
                  <a:ext uri="{FF2B5EF4-FFF2-40B4-BE49-F238E27FC236}">
                    <a16:creationId xmlns:a16="http://schemas.microsoft.com/office/drawing/2014/main" id="{7368E497-DEBC-D055-B6E8-06499B681AF0}"/>
                  </a:ext>
                </a:extLst>
              </p:cNvPr>
              <p:cNvSpPr/>
              <p:nvPr/>
            </p:nvSpPr>
            <p:spPr>
              <a:xfrm>
                <a:off x="7745266" y="1531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4" name="Freeform 33383">
                <a:extLst>
                  <a:ext uri="{FF2B5EF4-FFF2-40B4-BE49-F238E27FC236}">
                    <a16:creationId xmlns:a16="http://schemas.microsoft.com/office/drawing/2014/main" id="{39E40291-1C7B-1374-2F20-48D5084E736D}"/>
                  </a:ext>
                </a:extLst>
              </p:cNvPr>
              <p:cNvSpPr/>
              <p:nvPr/>
            </p:nvSpPr>
            <p:spPr>
              <a:xfrm>
                <a:off x="7745762" y="1478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5" name="Freeform 33384">
                <a:extLst>
                  <a:ext uri="{FF2B5EF4-FFF2-40B4-BE49-F238E27FC236}">
                    <a16:creationId xmlns:a16="http://schemas.microsoft.com/office/drawing/2014/main" id="{1CA4A7D1-DF59-BADA-2749-5A340152503F}"/>
                  </a:ext>
                </a:extLst>
              </p:cNvPr>
              <p:cNvSpPr/>
              <p:nvPr/>
            </p:nvSpPr>
            <p:spPr>
              <a:xfrm>
                <a:off x="7746357" y="1438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6" name="Freeform 33385">
                <a:extLst>
                  <a:ext uri="{FF2B5EF4-FFF2-40B4-BE49-F238E27FC236}">
                    <a16:creationId xmlns:a16="http://schemas.microsoft.com/office/drawing/2014/main" id="{1A660FD6-3218-D114-CC84-B1022E96B289}"/>
                  </a:ext>
                </a:extLst>
              </p:cNvPr>
              <p:cNvSpPr/>
              <p:nvPr/>
            </p:nvSpPr>
            <p:spPr>
              <a:xfrm>
                <a:off x="7746853" y="1377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7" name="Freeform 33386">
                <a:extLst>
                  <a:ext uri="{FF2B5EF4-FFF2-40B4-BE49-F238E27FC236}">
                    <a16:creationId xmlns:a16="http://schemas.microsoft.com/office/drawing/2014/main" id="{47EA7968-D04D-D2CA-1F55-BF858ABC2608}"/>
                  </a:ext>
                </a:extLst>
              </p:cNvPr>
              <p:cNvSpPr/>
              <p:nvPr/>
            </p:nvSpPr>
            <p:spPr>
              <a:xfrm>
                <a:off x="7747349" y="1318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8" name="Freeform 33387">
                <a:extLst>
                  <a:ext uri="{FF2B5EF4-FFF2-40B4-BE49-F238E27FC236}">
                    <a16:creationId xmlns:a16="http://schemas.microsoft.com/office/drawing/2014/main" id="{F561FA24-4F97-911A-455C-E78123B124A7}"/>
                  </a:ext>
                </a:extLst>
              </p:cNvPr>
              <p:cNvSpPr/>
              <p:nvPr/>
            </p:nvSpPr>
            <p:spPr>
              <a:xfrm>
                <a:off x="7747945" y="1266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89" name="Freeform 33388">
                <a:extLst>
                  <a:ext uri="{FF2B5EF4-FFF2-40B4-BE49-F238E27FC236}">
                    <a16:creationId xmlns:a16="http://schemas.microsoft.com/office/drawing/2014/main" id="{3D0BD632-406B-7CAB-1106-5BD1C1D4EEBD}"/>
                  </a:ext>
                </a:extLst>
              </p:cNvPr>
              <p:cNvSpPr/>
              <p:nvPr/>
            </p:nvSpPr>
            <p:spPr>
              <a:xfrm>
                <a:off x="7748441" y="1222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0" name="Freeform 33389">
                <a:extLst>
                  <a:ext uri="{FF2B5EF4-FFF2-40B4-BE49-F238E27FC236}">
                    <a16:creationId xmlns:a16="http://schemas.microsoft.com/office/drawing/2014/main" id="{5F8648C4-89A0-2E6C-632A-BEE7C2AA1EF2}"/>
                  </a:ext>
                </a:extLst>
              </p:cNvPr>
              <p:cNvSpPr/>
              <p:nvPr/>
            </p:nvSpPr>
            <p:spPr>
              <a:xfrm>
                <a:off x="7748937" y="1247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1" name="Freeform 33390">
                <a:extLst>
                  <a:ext uri="{FF2B5EF4-FFF2-40B4-BE49-F238E27FC236}">
                    <a16:creationId xmlns:a16="http://schemas.microsoft.com/office/drawing/2014/main" id="{EB6727C9-0A94-4727-6DD7-D457CB7187E0}"/>
                  </a:ext>
                </a:extLst>
              </p:cNvPr>
              <p:cNvSpPr/>
              <p:nvPr/>
            </p:nvSpPr>
            <p:spPr>
              <a:xfrm>
                <a:off x="7749532" y="1227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2" name="Freeform 33391">
                <a:extLst>
                  <a:ext uri="{FF2B5EF4-FFF2-40B4-BE49-F238E27FC236}">
                    <a16:creationId xmlns:a16="http://schemas.microsoft.com/office/drawing/2014/main" id="{97E1159B-27E4-124E-A6FF-18DE7A4BD08B}"/>
                  </a:ext>
                </a:extLst>
              </p:cNvPr>
              <p:cNvSpPr/>
              <p:nvPr/>
            </p:nvSpPr>
            <p:spPr>
              <a:xfrm>
                <a:off x="7750028" y="1171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3" name="Freeform 33392">
                <a:extLst>
                  <a:ext uri="{FF2B5EF4-FFF2-40B4-BE49-F238E27FC236}">
                    <a16:creationId xmlns:a16="http://schemas.microsoft.com/office/drawing/2014/main" id="{F400DB24-2541-2F0C-5AC6-8B95AA085871}"/>
                  </a:ext>
                </a:extLst>
              </p:cNvPr>
              <p:cNvSpPr/>
              <p:nvPr/>
            </p:nvSpPr>
            <p:spPr>
              <a:xfrm>
                <a:off x="7750524" y="1166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4" name="Freeform 33393">
                <a:extLst>
                  <a:ext uri="{FF2B5EF4-FFF2-40B4-BE49-F238E27FC236}">
                    <a16:creationId xmlns:a16="http://schemas.microsoft.com/office/drawing/2014/main" id="{3924CCE2-4236-4F83-9A36-79B73F0282ED}"/>
                  </a:ext>
                </a:extLst>
              </p:cNvPr>
              <p:cNvSpPr/>
              <p:nvPr/>
            </p:nvSpPr>
            <p:spPr>
              <a:xfrm>
                <a:off x="7751120" y="2114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5" name="Freeform 33394">
                <a:extLst>
                  <a:ext uri="{FF2B5EF4-FFF2-40B4-BE49-F238E27FC236}">
                    <a16:creationId xmlns:a16="http://schemas.microsoft.com/office/drawing/2014/main" id="{DE4298F7-A84C-DBAF-ED52-10FC9B6E4C2D}"/>
                  </a:ext>
                </a:extLst>
              </p:cNvPr>
              <p:cNvSpPr/>
              <p:nvPr/>
            </p:nvSpPr>
            <p:spPr>
              <a:xfrm>
                <a:off x="7751616" y="2234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6" name="Freeform 33395">
                <a:extLst>
                  <a:ext uri="{FF2B5EF4-FFF2-40B4-BE49-F238E27FC236}">
                    <a16:creationId xmlns:a16="http://schemas.microsoft.com/office/drawing/2014/main" id="{35B9B0BE-F20B-E5D8-56D6-7B00A92AC199}"/>
                  </a:ext>
                </a:extLst>
              </p:cNvPr>
              <p:cNvSpPr/>
              <p:nvPr/>
            </p:nvSpPr>
            <p:spPr>
              <a:xfrm>
                <a:off x="7752112" y="2259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7" name="Freeform 33396">
                <a:extLst>
                  <a:ext uri="{FF2B5EF4-FFF2-40B4-BE49-F238E27FC236}">
                    <a16:creationId xmlns:a16="http://schemas.microsoft.com/office/drawing/2014/main" id="{1F8BBB88-DE87-DAA3-D846-1C8C5B29A1EC}"/>
                  </a:ext>
                </a:extLst>
              </p:cNvPr>
              <p:cNvSpPr/>
              <p:nvPr/>
            </p:nvSpPr>
            <p:spPr>
              <a:xfrm>
                <a:off x="7752707" y="2268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8" name="Freeform 33397">
                <a:extLst>
                  <a:ext uri="{FF2B5EF4-FFF2-40B4-BE49-F238E27FC236}">
                    <a16:creationId xmlns:a16="http://schemas.microsoft.com/office/drawing/2014/main" id="{886D6369-B6B8-2616-8336-10AC02241DB2}"/>
                  </a:ext>
                </a:extLst>
              </p:cNvPr>
              <p:cNvSpPr/>
              <p:nvPr/>
            </p:nvSpPr>
            <p:spPr>
              <a:xfrm>
                <a:off x="7753203" y="2271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99" name="Freeform 33398">
                <a:extLst>
                  <a:ext uri="{FF2B5EF4-FFF2-40B4-BE49-F238E27FC236}">
                    <a16:creationId xmlns:a16="http://schemas.microsoft.com/office/drawing/2014/main" id="{4B6D434C-BBD1-DFC6-5CA0-F2D87464790E}"/>
                  </a:ext>
                </a:extLst>
              </p:cNvPr>
              <p:cNvSpPr/>
              <p:nvPr/>
            </p:nvSpPr>
            <p:spPr>
              <a:xfrm>
                <a:off x="7753699" y="2275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0" name="Freeform 33399">
                <a:extLst>
                  <a:ext uri="{FF2B5EF4-FFF2-40B4-BE49-F238E27FC236}">
                    <a16:creationId xmlns:a16="http://schemas.microsoft.com/office/drawing/2014/main" id="{C164231F-8002-7F3B-AC55-AA5BB3B4BC88}"/>
                  </a:ext>
                </a:extLst>
              </p:cNvPr>
              <p:cNvSpPr/>
              <p:nvPr/>
            </p:nvSpPr>
            <p:spPr>
              <a:xfrm>
                <a:off x="7754195" y="2281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1" name="Freeform 33400">
                <a:extLst>
                  <a:ext uri="{FF2B5EF4-FFF2-40B4-BE49-F238E27FC236}">
                    <a16:creationId xmlns:a16="http://schemas.microsoft.com/office/drawing/2014/main" id="{0FD0D93D-98B2-3D43-37E9-0D867D58984D}"/>
                  </a:ext>
                </a:extLst>
              </p:cNvPr>
              <p:cNvSpPr/>
              <p:nvPr/>
            </p:nvSpPr>
            <p:spPr>
              <a:xfrm>
                <a:off x="7754791" y="2283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2" name="Freeform 33401">
                <a:extLst>
                  <a:ext uri="{FF2B5EF4-FFF2-40B4-BE49-F238E27FC236}">
                    <a16:creationId xmlns:a16="http://schemas.microsoft.com/office/drawing/2014/main" id="{63AB06F0-0595-1078-AC85-5E20A568DF44}"/>
                  </a:ext>
                </a:extLst>
              </p:cNvPr>
              <p:cNvSpPr/>
              <p:nvPr/>
            </p:nvSpPr>
            <p:spPr>
              <a:xfrm>
                <a:off x="7755287" y="2287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3" name="Freeform 33402">
                <a:extLst>
                  <a:ext uri="{FF2B5EF4-FFF2-40B4-BE49-F238E27FC236}">
                    <a16:creationId xmlns:a16="http://schemas.microsoft.com/office/drawing/2014/main" id="{0C737489-E0F2-B04B-A919-89239884A6D9}"/>
                  </a:ext>
                </a:extLst>
              </p:cNvPr>
              <p:cNvSpPr/>
              <p:nvPr/>
            </p:nvSpPr>
            <p:spPr>
              <a:xfrm>
                <a:off x="7755783" y="187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4" name="Freeform 33403">
                <a:extLst>
                  <a:ext uri="{FF2B5EF4-FFF2-40B4-BE49-F238E27FC236}">
                    <a16:creationId xmlns:a16="http://schemas.microsoft.com/office/drawing/2014/main" id="{2AC21F49-0C71-893C-24C2-377116494719}"/>
                  </a:ext>
                </a:extLst>
              </p:cNvPr>
              <p:cNvSpPr/>
              <p:nvPr/>
            </p:nvSpPr>
            <p:spPr>
              <a:xfrm>
                <a:off x="7756378" y="1650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5" name="Freeform 33404">
                <a:extLst>
                  <a:ext uri="{FF2B5EF4-FFF2-40B4-BE49-F238E27FC236}">
                    <a16:creationId xmlns:a16="http://schemas.microsoft.com/office/drawing/2014/main" id="{12A5281C-55FD-DAAD-FC86-EE27E5CED5AA}"/>
                  </a:ext>
                </a:extLst>
              </p:cNvPr>
              <p:cNvSpPr/>
              <p:nvPr/>
            </p:nvSpPr>
            <p:spPr>
              <a:xfrm>
                <a:off x="7756874" y="1650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6" name="Freeform 33405">
                <a:extLst>
                  <a:ext uri="{FF2B5EF4-FFF2-40B4-BE49-F238E27FC236}">
                    <a16:creationId xmlns:a16="http://schemas.microsoft.com/office/drawing/2014/main" id="{1FE03FE0-7BEC-FDBD-E1D2-FCE30EC46662}"/>
                  </a:ext>
                </a:extLst>
              </p:cNvPr>
              <p:cNvSpPr/>
              <p:nvPr/>
            </p:nvSpPr>
            <p:spPr>
              <a:xfrm>
                <a:off x="7757370" y="1670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7" name="Freeform 33406">
                <a:extLst>
                  <a:ext uri="{FF2B5EF4-FFF2-40B4-BE49-F238E27FC236}">
                    <a16:creationId xmlns:a16="http://schemas.microsoft.com/office/drawing/2014/main" id="{408BE4B1-27F7-CC77-4A80-5FFB6BE661A7}"/>
                  </a:ext>
                </a:extLst>
              </p:cNvPr>
              <p:cNvSpPr/>
              <p:nvPr/>
            </p:nvSpPr>
            <p:spPr>
              <a:xfrm>
                <a:off x="7757966" y="1664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8" name="Freeform 33407">
                <a:extLst>
                  <a:ext uri="{FF2B5EF4-FFF2-40B4-BE49-F238E27FC236}">
                    <a16:creationId xmlns:a16="http://schemas.microsoft.com/office/drawing/2014/main" id="{0383D1CF-AB5E-BCD6-66EB-DECFE9BA76BD}"/>
                  </a:ext>
                </a:extLst>
              </p:cNvPr>
              <p:cNvSpPr/>
              <p:nvPr/>
            </p:nvSpPr>
            <p:spPr>
              <a:xfrm>
                <a:off x="7758462" y="1633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09" name="Freeform 33408">
                <a:extLst>
                  <a:ext uri="{FF2B5EF4-FFF2-40B4-BE49-F238E27FC236}">
                    <a16:creationId xmlns:a16="http://schemas.microsoft.com/office/drawing/2014/main" id="{6A3E76B1-9FFD-4DBE-449A-17DB346396CD}"/>
                  </a:ext>
                </a:extLst>
              </p:cNvPr>
              <p:cNvSpPr/>
              <p:nvPr/>
            </p:nvSpPr>
            <p:spPr>
              <a:xfrm>
                <a:off x="7758958" y="1545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0" name="Freeform 33409">
                <a:extLst>
                  <a:ext uri="{FF2B5EF4-FFF2-40B4-BE49-F238E27FC236}">
                    <a16:creationId xmlns:a16="http://schemas.microsoft.com/office/drawing/2014/main" id="{0EEA2877-000E-65E8-F3D7-1FF36978EACD}"/>
                  </a:ext>
                </a:extLst>
              </p:cNvPr>
              <p:cNvSpPr/>
              <p:nvPr/>
            </p:nvSpPr>
            <p:spPr>
              <a:xfrm>
                <a:off x="7759553" y="1478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1" name="Freeform 33410">
                <a:extLst>
                  <a:ext uri="{FF2B5EF4-FFF2-40B4-BE49-F238E27FC236}">
                    <a16:creationId xmlns:a16="http://schemas.microsoft.com/office/drawing/2014/main" id="{004834E5-1D47-3F86-F240-48AE48A6D538}"/>
                  </a:ext>
                </a:extLst>
              </p:cNvPr>
              <p:cNvSpPr/>
              <p:nvPr/>
            </p:nvSpPr>
            <p:spPr>
              <a:xfrm>
                <a:off x="7760049" y="1450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2" name="Freeform 33411">
                <a:extLst>
                  <a:ext uri="{FF2B5EF4-FFF2-40B4-BE49-F238E27FC236}">
                    <a16:creationId xmlns:a16="http://schemas.microsoft.com/office/drawing/2014/main" id="{A6227C01-94F6-3F52-EB31-A27AB1DC462D}"/>
                  </a:ext>
                </a:extLst>
              </p:cNvPr>
              <p:cNvSpPr/>
              <p:nvPr/>
            </p:nvSpPr>
            <p:spPr>
              <a:xfrm>
                <a:off x="7760545" y="1429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3" name="Freeform 33412">
                <a:extLst>
                  <a:ext uri="{FF2B5EF4-FFF2-40B4-BE49-F238E27FC236}">
                    <a16:creationId xmlns:a16="http://schemas.microsoft.com/office/drawing/2014/main" id="{36E0C37E-358C-CEA6-9E09-CF42BBC3CAFC}"/>
                  </a:ext>
                </a:extLst>
              </p:cNvPr>
              <p:cNvSpPr/>
              <p:nvPr/>
            </p:nvSpPr>
            <p:spPr>
              <a:xfrm>
                <a:off x="7761141" y="1403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4" name="Freeform 33413">
                <a:extLst>
                  <a:ext uri="{FF2B5EF4-FFF2-40B4-BE49-F238E27FC236}">
                    <a16:creationId xmlns:a16="http://schemas.microsoft.com/office/drawing/2014/main" id="{5A487065-71C0-3095-7F72-345FB1B47F09}"/>
                  </a:ext>
                </a:extLst>
              </p:cNvPr>
              <p:cNvSpPr/>
              <p:nvPr/>
            </p:nvSpPr>
            <p:spPr>
              <a:xfrm>
                <a:off x="7761637" y="1380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5" name="Freeform 33414">
                <a:extLst>
                  <a:ext uri="{FF2B5EF4-FFF2-40B4-BE49-F238E27FC236}">
                    <a16:creationId xmlns:a16="http://schemas.microsoft.com/office/drawing/2014/main" id="{5E314496-609A-AEE1-C760-3D1B29297BD2}"/>
                  </a:ext>
                </a:extLst>
              </p:cNvPr>
              <p:cNvSpPr/>
              <p:nvPr/>
            </p:nvSpPr>
            <p:spPr>
              <a:xfrm>
                <a:off x="7762133" y="1355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6" name="Freeform 33415">
                <a:extLst>
                  <a:ext uri="{FF2B5EF4-FFF2-40B4-BE49-F238E27FC236}">
                    <a16:creationId xmlns:a16="http://schemas.microsoft.com/office/drawing/2014/main" id="{B85F1DEE-8B84-F16F-2588-00C95FECA51D}"/>
                  </a:ext>
                </a:extLst>
              </p:cNvPr>
              <p:cNvSpPr/>
              <p:nvPr/>
            </p:nvSpPr>
            <p:spPr>
              <a:xfrm>
                <a:off x="7762728" y="1321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7" name="Freeform 33416">
                <a:extLst>
                  <a:ext uri="{FF2B5EF4-FFF2-40B4-BE49-F238E27FC236}">
                    <a16:creationId xmlns:a16="http://schemas.microsoft.com/office/drawing/2014/main" id="{9F7DD8CE-6F46-9207-936B-1D885C511CA6}"/>
                  </a:ext>
                </a:extLst>
              </p:cNvPr>
              <p:cNvSpPr/>
              <p:nvPr/>
            </p:nvSpPr>
            <p:spPr>
              <a:xfrm>
                <a:off x="7763224" y="1424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8" name="Freeform 33417">
                <a:extLst>
                  <a:ext uri="{FF2B5EF4-FFF2-40B4-BE49-F238E27FC236}">
                    <a16:creationId xmlns:a16="http://schemas.microsoft.com/office/drawing/2014/main" id="{7E0BBFFE-50AF-C67E-425C-D4A23BD87DC5}"/>
                  </a:ext>
                </a:extLst>
              </p:cNvPr>
              <p:cNvSpPr/>
              <p:nvPr/>
            </p:nvSpPr>
            <p:spPr>
              <a:xfrm>
                <a:off x="7763720" y="2015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19" name="Freeform 33418">
                <a:extLst>
                  <a:ext uri="{FF2B5EF4-FFF2-40B4-BE49-F238E27FC236}">
                    <a16:creationId xmlns:a16="http://schemas.microsoft.com/office/drawing/2014/main" id="{BCB8BD03-5495-B7A4-E40A-A8AA77F6BEC9}"/>
                  </a:ext>
                </a:extLst>
              </p:cNvPr>
              <p:cNvSpPr/>
              <p:nvPr/>
            </p:nvSpPr>
            <p:spPr>
              <a:xfrm>
                <a:off x="7764316" y="2187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0" name="Freeform 33419">
                <a:extLst>
                  <a:ext uri="{FF2B5EF4-FFF2-40B4-BE49-F238E27FC236}">
                    <a16:creationId xmlns:a16="http://schemas.microsoft.com/office/drawing/2014/main" id="{F3F2F597-1E88-8E31-5769-4371BA4DC007}"/>
                  </a:ext>
                </a:extLst>
              </p:cNvPr>
              <p:cNvSpPr/>
              <p:nvPr/>
            </p:nvSpPr>
            <p:spPr>
              <a:xfrm>
                <a:off x="7764812" y="221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1" name="Freeform 33420">
                <a:extLst>
                  <a:ext uri="{FF2B5EF4-FFF2-40B4-BE49-F238E27FC236}">
                    <a16:creationId xmlns:a16="http://schemas.microsoft.com/office/drawing/2014/main" id="{99C5A9EE-10D9-F819-4E84-F9E4F21326BD}"/>
                  </a:ext>
                </a:extLst>
              </p:cNvPr>
              <p:cNvSpPr/>
              <p:nvPr/>
            </p:nvSpPr>
            <p:spPr>
              <a:xfrm>
                <a:off x="7765308" y="2226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2" name="Freeform 33421">
                <a:extLst>
                  <a:ext uri="{FF2B5EF4-FFF2-40B4-BE49-F238E27FC236}">
                    <a16:creationId xmlns:a16="http://schemas.microsoft.com/office/drawing/2014/main" id="{D945A2A9-A56C-871E-20D3-604D8A31A773}"/>
                  </a:ext>
                </a:extLst>
              </p:cNvPr>
              <p:cNvSpPr/>
              <p:nvPr/>
            </p:nvSpPr>
            <p:spPr>
              <a:xfrm>
                <a:off x="7765804" y="2228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3" name="Freeform 33422">
                <a:extLst>
                  <a:ext uri="{FF2B5EF4-FFF2-40B4-BE49-F238E27FC236}">
                    <a16:creationId xmlns:a16="http://schemas.microsoft.com/office/drawing/2014/main" id="{405715C4-FAAB-59B8-3376-F32F65D5B95A}"/>
                  </a:ext>
                </a:extLst>
              </p:cNvPr>
              <p:cNvSpPr/>
              <p:nvPr/>
            </p:nvSpPr>
            <p:spPr>
              <a:xfrm>
                <a:off x="7766399" y="2228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4" name="Freeform 33423">
                <a:extLst>
                  <a:ext uri="{FF2B5EF4-FFF2-40B4-BE49-F238E27FC236}">
                    <a16:creationId xmlns:a16="http://schemas.microsoft.com/office/drawing/2014/main" id="{B962464D-6048-64CD-C060-918A27E8F166}"/>
                  </a:ext>
                </a:extLst>
              </p:cNvPr>
              <p:cNvSpPr/>
              <p:nvPr/>
            </p:nvSpPr>
            <p:spPr>
              <a:xfrm>
                <a:off x="7766895" y="2231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5" name="Freeform 33424">
                <a:extLst>
                  <a:ext uri="{FF2B5EF4-FFF2-40B4-BE49-F238E27FC236}">
                    <a16:creationId xmlns:a16="http://schemas.microsoft.com/office/drawing/2014/main" id="{B52ED5AA-5B2F-59E0-B061-5DC86CC7A28A}"/>
                  </a:ext>
                </a:extLst>
              </p:cNvPr>
              <p:cNvSpPr/>
              <p:nvPr/>
            </p:nvSpPr>
            <p:spPr>
              <a:xfrm>
                <a:off x="7767391" y="2231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6" name="Freeform 33425">
                <a:extLst>
                  <a:ext uri="{FF2B5EF4-FFF2-40B4-BE49-F238E27FC236}">
                    <a16:creationId xmlns:a16="http://schemas.microsoft.com/office/drawing/2014/main" id="{3339B4A8-AC58-EBC5-2AC4-61C0AA606931}"/>
                  </a:ext>
                </a:extLst>
              </p:cNvPr>
              <p:cNvSpPr/>
              <p:nvPr/>
            </p:nvSpPr>
            <p:spPr>
              <a:xfrm>
                <a:off x="7767987" y="2217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7" name="Freeform 33426">
                <a:extLst>
                  <a:ext uri="{FF2B5EF4-FFF2-40B4-BE49-F238E27FC236}">
                    <a16:creationId xmlns:a16="http://schemas.microsoft.com/office/drawing/2014/main" id="{0A904557-CADA-C825-DB38-78B70796AAD3}"/>
                  </a:ext>
                </a:extLst>
              </p:cNvPr>
              <p:cNvSpPr/>
              <p:nvPr/>
            </p:nvSpPr>
            <p:spPr>
              <a:xfrm>
                <a:off x="7768483" y="1786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8" name="Freeform 33427">
                <a:extLst>
                  <a:ext uri="{FF2B5EF4-FFF2-40B4-BE49-F238E27FC236}">
                    <a16:creationId xmlns:a16="http://schemas.microsoft.com/office/drawing/2014/main" id="{79B9582C-DE33-E52C-4446-6F6D8FB55E11}"/>
                  </a:ext>
                </a:extLst>
              </p:cNvPr>
              <p:cNvSpPr/>
              <p:nvPr/>
            </p:nvSpPr>
            <p:spPr>
              <a:xfrm>
                <a:off x="7768979" y="1498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29" name="Freeform 33428">
                <a:extLst>
                  <a:ext uri="{FF2B5EF4-FFF2-40B4-BE49-F238E27FC236}">
                    <a16:creationId xmlns:a16="http://schemas.microsoft.com/office/drawing/2014/main" id="{9818B05D-0C1E-61F8-CE7C-6DC1DAD1C897}"/>
                  </a:ext>
                </a:extLst>
              </p:cNvPr>
              <p:cNvSpPr/>
              <p:nvPr/>
            </p:nvSpPr>
            <p:spPr>
              <a:xfrm>
                <a:off x="7769574" y="1498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0" name="Freeform 33429">
                <a:extLst>
                  <a:ext uri="{FF2B5EF4-FFF2-40B4-BE49-F238E27FC236}">
                    <a16:creationId xmlns:a16="http://schemas.microsoft.com/office/drawing/2014/main" id="{17976A3C-5EE0-1C3A-EA2A-0DADBECDF718}"/>
                  </a:ext>
                </a:extLst>
              </p:cNvPr>
              <p:cNvSpPr/>
              <p:nvPr/>
            </p:nvSpPr>
            <p:spPr>
              <a:xfrm>
                <a:off x="7770070" y="1520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1" name="Freeform 33430">
                <a:extLst>
                  <a:ext uri="{FF2B5EF4-FFF2-40B4-BE49-F238E27FC236}">
                    <a16:creationId xmlns:a16="http://schemas.microsoft.com/office/drawing/2014/main" id="{7B6ECAEE-2F31-7FFF-7FBC-F0A55C36022C}"/>
                  </a:ext>
                </a:extLst>
              </p:cNvPr>
              <p:cNvSpPr/>
              <p:nvPr/>
            </p:nvSpPr>
            <p:spPr>
              <a:xfrm>
                <a:off x="7770566" y="1518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2" name="Freeform 33431">
                <a:extLst>
                  <a:ext uri="{FF2B5EF4-FFF2-40B4-BE49-F238E27FC236}">
                    <a16:creationId xmlns:a16="http://schemas.microsoft.com/office/drawing/2014/main" id="{BE99ECA7-7282-90E4-230F-74B17A4E3E7D}"/>
                  </a:ext>
                </a:extLst>
              </p:cNvPr>
              <p:cNvSpPr/>
              <p:nvPr/>
            </p:nvSpPr>
            <p:spPr>
              <a:xfrm>
                <a:off x="7771162" y="1474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3" name="Freeform 33432">
                <a:extLst>
                  <a:ext uri="{FF2B5EF4-FFF2-40B4-BE49-F238E27FC236}">
                    <a16:creationId xmlns:a16="http://schemas.microsoft.com/office/drawing/2014/main" id="{F4321AA2-67E7-6949-557F-67EE23E40F21}"/>
                  </a:ext>
                </a:extLst>
              </p:cNvPr>
              <p:cNvSpPr/>
              <p:nvPr/>
            </p:nvSpPr>
            <p:spPr>
              <a:xfrm>
                <a:off x="7771658" y="1415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4" name="Freeform 33433">
                <a:extLst>
                  <a:ext uri="{FF2B5EF4-FFF2-40B4-BE49-F238E27FC236}">
                    <a16:creationId xmlns:a16="http://schemas.microsoft.com/office/drawing/2014/main" id="{7F8B900A-2D8B-7C16-C4D7-A7B3BA7D22F5}"/>
                  </a:ext>
                </a:extLst>
              </p:cNvPr>
              <p:cNvSpPr/>
              <p:nvPr/>
            </p:nvSpPr>
            <p:spPr>
              <a:xfrm>
                <a:off x="7772154" y="1304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5" name="Freeform 33434">
                <a:extLst>
                  <a:ext uri="{FF2B5EF4-FFF2-40B4-BE49-F238E27FC236}">
                    <a16:creationId xmlns:a16="http://schemas.microsoft.com/office/drawing/2014/main" id="{51941BA5-72C7-F5F5-E05F-BBD68C82F467}"/>
                  </a:ext>
                </a:extLst>
              </p:cNvPr>
              <p:cNvSpPr/>
              <p:nvPr/>
            </p:nvSpPr>
            <p:spPr>
              <a:xfrm>
                <a:off x="7772749" y="1206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6" name="Freeform 33435">
                <a:extLst>
                  <a:ext uri="{FF2B5EF4-FFF2-40B4-BE49-F238E27FC236}">
                    <a16:creationId xmlns:a16="http://schemas.microsoft.com/office/drawing/2014/main" id="{01384609-8711-7E7E-AD85-A43E964B1B4B}"/>
                  </a:ext>
                </a:extLst>
              </p:cNvPr>
              <p:cNvSpPr/>
              <p:nvPr/>
            </p:nvSpPr>
            <p:spPr>
              <a:xfrm>
                <a:off x="7773245" y="1153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7" name="Freeform 33436">
                <a:extLst>
                  <a:ext uri="{FF2B5EF4-FFF2-40B4-BE49-F238E27FC236}">
                    <a16:creationId xmlns:a16="http://schemas.microsoft.com/office/drawing/2014/main" id="{F4139E7A-EECB-035C-8CCB-B3EA818B1ACA}"/>
                  </a:ext>
                </a:extLst>
              </p:cNvPr>
              <p:cNvSpPr/>
              <p:nvPr/>
            </p:nvSpPr>
            <p:spPr>
              <a:xfrm>
                <a:off x="7773741" y="1103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8" name="Freeform 33437">
                <a:extLst>
                  <a:ext uri="{FF2B5EF4-FFF2-40B4-BE49-F238E27FC236}">
                    <a16:creationId xmlns:a16="http://schemas.microsoft.com/office/drawing/2014/main" id="{63ED66C7-E1C8-1EC1-13E1-2DD09AA49149}"/>
                  </a:ext>
                </a:extLst>
              </p:cNvPr>
              <p:cNvSpPr/>
              <p:nvPr/>
            </p:nvSpPr>
            <p:spPr>
              <a:xfrm>
                <a:off x="7774337" y="1089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39" name="Freeform 33438">
                <a:extLst>
                  <a:ext uri="{FF2B5EF4-FFF2-40B4-BE49-F238E27FC236}">
                    <a16:creationId xmlns:a16="http://schemas.microsoft.com/office/drawing/2014/main" id="{8EAF1600-4768-AD27-FED6-CD6BA2ADE3D0}"/>
                  </a:ext>
                </a:extLst>
              </p:cNvPr>
              <p:cNvSpPr/>
              <p:nvPr/>
            </p:nvSpPr>
            <p:spPr>
              <a:xfrm>
                <a:off x="7774833" y="1099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0" name="Freeform 33439">
                <a:extLst>
                  <a:ext uri="{FF2B5EF4-FFF2-40B4-BE49-F238E27FC236}">
                    <a16:creationId xmlns:a16="http://schemas.microsoft.com/office/drawing/2014/main" id="{7712AA5C-BE70-6ED2-04CB-D01BA5ECC349}"/>
                  </a:ext>
                </a:extLst>
              </p:cNvPr>
              <p:cNvSpPr/>
              <p:nvPr/>
            </p:nvSpPr>
            <p:spPr>
              <a:xfrm>
                <a:off x="7775329" y="1162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1" name="Freeform 33440">
                <a:extLst>
                  <a:ext uri="{FF2B5EF4-FFF2-40B4-BE49-F238E27FC236}">
                    <a16:creationId xmlns:a16="http://schemas.microsoft.com/office/drawing/2014/main" id="{86883DCC-70A3-B2FB-36DF-7C18D0DC4929}"/>
                  </a:ext>
                </a:extLst>
              </p:cNvPr>
              <p:cNvSpPr/>
              <p:nvPr/>
            </p:nvSpPr>
            <p:spPr>
              <a:xfrm>
                <a:off x="7775924" y="1327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2" name="Freeform 33441">
                <a:extLst>
                  <a:ext uri="{FF2B5EF4-FFF2-40B4-BE49-F238E27FC236}">
                    <a16:creationId xmlns:a16="http://schemas.microsoft.com/office/drawing/2014/main" id="{1045EB91-0431-70B4-D473-E83ABF3D6F2A}"/>
                  </a:ext>
                </a:extLst>
              </p:cNvPr>
              <p:cNvSpPr/>
              <p:nvPr/>
            </p:nvSpPr>
            <p:spPr>
              <a:xfrm>
                <a:off x="7776420" y="1695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3" name="Freeform 33442">
                <a:extLst>
                  <a:ext uri="{FF2B5EF4-FFF2-40B4-BE49-F238E27FC236}">
                    <a16:creationId xmlns:a16="http://schemas.microsoft.com/office/drawing/2014/main" id="{A559CC0A-1B2A-6338-E8C3-133AD23946B4}"/>
                  </a:ext>
                </a:extLst>
              </p:cNvPr>
              <p:cNvSpPr/>
              <p:nvPr/>
            </p:nvSpPr>
            <p:spPr>
              <a:xfrm>
                <a:off x="7776916" y="199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4" name="Freeform 33443">
                <a:extLst>
                  <a:ext uri="{FF2B5EF4-FFF2-40B4-BE49-F238E27FC236}">
                    <a16:creationId xmlns:a16="http://schemas.microsoft.com/office/drawing/2014/main" id="{D7FCF3F5-8F01-87A6-084C-2AD26E6C05EA}"/>
                  </a:ext>
                </a:extLst>
              </p:cNvPr>
              <p:cNvSpPr/>
              <p:nvPr/>
            </p:nvSpPr>
            <p:spPr>
              <a:xfrm>
                <a:off x="7777413" y="2036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5" name="Freeform 33444">
                <a:extLst>
                  <a:ext uri="{FF2B5EF4-FFF2-40B4-BE49-F238E27FC236}">
                    <a16:creationId xmlns:a16="http://schemas.microsoft.com/office/drawing/2014/main" id="{CE72F03D-9C4C-2508-D295-9FEDF32CB8A4}"/>
                  </a:ext>
                </a:extLst>
              </p:cNvPr>
              <p:cNvSpPr/>
              <p:nvPr/>
            </p:nvSpPr>
            <p:spPr>
              <a:xfrm>
                <a:off x="7778008" y="2029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6" name="Freeform 33445">
                <a:extLst>
                  <a:ext uri="{FF2B5EF4-FFF2-40B4-BE49-F238E27FC236}">
                    <a16:creationId xmlns:a16="http://schemas.microsoft.com/office/drawing/2014/main" id="{7978ECA1-0F0D-1BF2-57C1-11977F559702}"/>
                  </a:ext>
                </a:extLst>
              </p:cNvPr>
              <p:cNvSpPr/>
              <p:nvPr/>
            </p:nvSpPr>
            <p:spPr>
              <a:xfrm>
                <a:off x="7778504" y="198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7" name="Freeform 33446">
                <a:extLst>
                  <a:ext uri="{FF2B5EF4-FFF2-40B4-BE49-F238E27FC236}">
                    <a16:creationId xmlns:a16="http://schemas.microsoft.com/office/drawing/2014/main" id="{5D69AAA9-070A-9E34-7957-6B54996E2CA1}"/>
                  </a:ext>
                </a:extLst>
              </p:cNvPr>
              <p:cNvSpPr/>
              <p:nvPr/>
            </p:nvSpPr>
            <p:spPr>
              <a:xfrm>
                <a:off x="7779000" y="1935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8" name="Freeform 33447">
                <a:extLst>
                  <a:ext uri="{FF2B5EF4-FFF2-40B4-BE49-F238E27FC236}">
                    <a16:creationId xmlns:a16="http://schemas.microsoft.com/office/drawing/2014/main" id="{0136AAAF-3B6D-DD1C-DA7A-EE4ACCF0A23D}"/>
                  </a:ext>
                </a:extLst>
              </p:cNvPr>
              <p:cNvSpPr/>
              <p:nvPr/>
            </p:nvSpPr>
            <p:spPr>
              <a:xfrm>
                <a:off x="7779595" y="190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49" name="Freeform 33448">
                <a:extLst>
                  <a:ext uri="{FF2B5EF4-FFF2-40B4-BE49-F238E27FC236}">
                    <a16:creationId xmlns:a16="http://schemas.microsoft.com/office/drawing/2014/main" id="{C3DF3DB3-F138-CB0D-1467-1C9482815AD4}"/>
                  </a:ext>
                </a:extLst>
              </p:cNvPr>
              <p:cNvSpPr/>
              <p:nvPr/>
            </p:nvSpPr>
            <p:spPr>
              <a:xfrm>
                <a:off x="7780091" y="193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0" name="Freeform 33449">
                <a:extLst>
                  <a:ext uri="{FF2B5EF4-FFF2-40B4-BE49-F238E27FC236}">
                    <a16:creationId xmlns:a16="http://schemas.microsoft.com/office/drawing/2014/main" id="{8507912F-CFB7-722F-D0E5-DF9F637794A7}"/>
                  </a:ext>
                </a:extLst>
              </p:cNvPr>
              <p:cNvSpPr/>
              <p:nvPr/>
            </p:nvSpPr>
            <p:spPr>
              <a:xfrm>
                <a:off x="7780588" y="1967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1" name="Freeform 33450">
                <a:extLst>
                  <a:ext uri="{FF2B5EF4-FFF2-40B4-BE49-F238E27FC236}">
                    <a16:creationId xmlns:a16="http://schemas.microsoft.com/office/drawing/2014/main" id="{CB8B4406-AE80-D19F-E4FD-C77FE0E451A7}"/>
                  </a:ext>
                </a:extLst>
              </p:cNvPr>
              <p:cNvSpPr/>
              <p:nvPr/>
            </p:nvSpPr>
            <p:spPr>
              <a:xfrm>
                <a:off x="7781183" y="1561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2" name="Freeform 33451">
                <a:extLst>
                  <a:ext uri="{FF2B5EF4-FFF2-40B4-BE49-F238E27FC236}">
                    <a16:creationId xmlns:a16="http://schemas.microsoft.com/office/drawing/2014/main" id="{4304063B-CF52-A658-8F9B-587A633D9BE8}"/>
                  </a:ext>
                </a:extLst>
              </p:cNvPr>
              <p:cNvSpPr/>
              <p:nvPr/>
            </p:nvSpPr>
            <p:spPr>
              <a:xfrm>
                <a:off x="7781679" y="1510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3" name="Freeform 33452">
                <a:extLst>
                  <a:ext uri="{FF2B5EF4-FFF2-40B4-BE49-F238E27FC236}">
                    <a16:creationId xmlns:a16="http://schemas.microsoft.com/office/drawing/2014/main" id="{3D616E59-CF83-4131-B889-26D041F92262}"/>
                  </a:ext>
                </a:extLst>
              </p:cNvPr>
              <p:cNvSpPr/>
              <p:nvPr/>
            </p:nvSpPr>
            <p:spPr>
              <a:xfrm>
                <a:off x="7782175" y="1514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4" name="Freeform 33453">
                <a:extLst>
                  <a:ext uri="{FF2B5EF4-FFF2-40B4-BE49-F238E27FC236}">
                    <a16:creationId xmlns:a16="http://schemas.microsoft.com/office/drawing/2014/main" id="{8F1E1917-3DDC-9AF1-DE3B-31EC32D75B7D}"/>
                  </a:ext>
                </a:extLst>
              </p:cNvPr>
              <p:cNvSpPr/>
              <p:nvPr/>
            </p:nvSpPr>
            <p:spPr>
              <a:xfrm>
                <a:off x="7782770" y="1550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5" name="Freeform 33454">
                <a:extLst>
                  <a:ext uri="{FF2B5EF4-FFF2-40B4-BE49-F238E27FC236}">
                    <a16:creationId xmlns:a16="http://schemas.microsoft.com/office/drawing/2014/main" id="{7BF94016-FE3C-2A7D-3DE3-3877236C561D}"/>
                  </a:ext>
                </a:extLst>
              </p:cNvPr>
              <p:cNvSpPr/>
              <p:nvPr/>
            </p:nvSpPr>
            <p:spPr>
              <a:xfrm>
                <a:off x="7783266" y="1542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6" name="Freeform 33455">
                <a:extLst>
                  <a:ext uri="{FF2B5EF4-FFF2-40B4-BE49-F238E27FC236}">
                    <a16:creationId xmlns:a16="http://schemas.microsoft.com/office/drawing/2014/main" id="{3BB443F5-2C99-EF6F-EE3F-4DD847C93A35}"/>
                  </a:ext>
                </a:extLst>
              </p:cNvPr>
              <p:cNvSpPr/>
              <p:nvPr/>
            </p:nvSpPr>
            <p:spPr>
              <a:xfrm>
                <a:off x="7783763" y="1525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7" name="Freeform 33456">
                <a:extLst>
                  <a:ext uri="{FF2B5EF4-FFF2-40B4-BE49-F238E27FC236}">
                    <a16:creationId xmlns:a16="http://schemas.microsoft.com/office/drawing/2014/main" id="{61890EC3-09E2-16D5-DB5B-529C139C894F}"/>
                  </a:ext>
                </a:extLst>
              </p:cNvPr>
              <p:cNvSpPr/>
              <p:nvPr/>
            </p:nvSpPr>
            <p:spPr>
              <a:xfrm>
                <a:off x="7784358" y="1464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8" name="Freeform 33457">
                <a:extLst>
                  <a:ext uri="{FF2B5EF4-FFF2-40B4-BE49-F238E27FC236}">
                    <a16:creationId xmlns:a16="http://schemas.microsoft.com/office/drawing/2014/main" id="{7B74DFF4-8756-037E-A1E8-65E3B6447953}"/>
                  </a:ext>
                </a:extLst>
              </p:cNvPr>
              <p:cNvSpPr/>
              <p:nvPr/>
            </p:nvSpPr>
            <p:spPr>
              <a:xfrm>
                <a:off x="7784854" y="1410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59" name="Freeform 33458">
                <a:extLst>
                  <a:ext uri="{FF2B5EF4-FFF2-40B4-BE49-F238E27FC236}">
                    <a16:creationId xmlns:a16="http://schemas.microsoft.com/office/drawing/2014/main" id="{D097C61D-758F-A9F3-F1D8-AF0F5A359DF7}"/>
                  </a:ext>
                </a:extLst>
              </p:cNvPr>
              <p:cNvSpPr/>
              <p:nvPr/>
            </p:nvSpPr>
            <p:spPr>
              <a:xfrm>
                <a:off x="7785350" y="1332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0" name="Freeform 33459">
                <a:extLst>
                  <a:ext uri="{FF2B5EF4-FFF2-40B4-BE49-F238E27FC236}">
                    <a16:creationId xmlns:a16="http://schemas.microsoft.com/office/drawing/2014/main" id="{B3C10B65-5517-BF3F-F08E-83DAE2275319}"/>
                  </a:ext>
                </a:extLst>
              </p:cNvPr>
              <p:cNvSpPr/>
              <p:nvPr/>
            </p:nvSpPr>
            <p:spPr>
              <a:xfrm>
                <a:off x="7785945" y="1270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1" name="Freeform 33460">
                <a:extLst>
                  <a:ext uri="{FF2B5EF4-FFF2-40B4-BE49-F238E27FC236}">
                    <a16:creationId xmlns:a16="http://schemas.microsoft.com/office/drawing/2014/main" id="{302B4F47-2A1A-A926-1E2E-1E80E4AF843E}"/>
                  </a:ext>
                </a:extLst>
              </p:cNvPr>
              <p:cNvSpPr/>
              <p:nvPr/>
            </p:nvSpPr>
            <p:spPr>
              <a:xfrm>
                <a:off x="7786441" y="1219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2" name="Freeform 33461">
                <a:extLst>
                  <a:ext uri="{FF2B5EF4-FFF2-40B4-BE49-F238E27FC236}">
                    <a16:creationId xmlns:a16="http://schemas.microsoft.com/office/drawing/2014/main" id="{4F3718F6-A45C-6CC3-EEC9-A0E3F5D997A7}"/>
                  </a:ext>
                </a:extLst>
              </p:cNvPr>
              <p:cNvSpPr/>
              <p:nvPr/>
            </p:nvSpPr>
            <p:spPr>
              <a:xfrm>
                <a:off x="7786938" y="120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3" name="Freeform 33462">
                <a:extLst>
                  <a:ext uri="{FF2B5EF4-FFF2-40B4-BE49-F238E27FC236}">
                    <a16:creationId xmlns:a16="http://schemas.microsoft.com/office/drawing/2014/main" id="{C5F9EFF5-98E7-F94B-04D4-40A9FC6BE5E2}"/>
                  </a:ext>
                </a:extLst>
              </p:cNvPr>
              <p:cNvSpPr/>
              <p:nvPr/>
            </p:nvSpPr>
            <p:spPr>
              <a:xfrm>
                <a:off x="7787533" y="1191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4" name="Freeform 33463">
                <a:extLst>
                  <a:ext uri="{FF2B5EF4-FFF2-40B4-BE49-F238E27FC236}">
                    <a16:creationId xmlns:a16="http://schemas.microsoft.com/office/drawing/2014/main" id="{2531D680-8F76-F188-3F33-CAEAF349EE2F}"/>
                  </a:ext>
                </a:extLst>
              </p:cNvPr>
              <p:cNvSpPr/>
              <p:nvPr/>
            </p:nvSpPr>
            <p:spPr>
              <a:xfrm>
                <a:off x="7788029" y="119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5" name="Freeform 33464">
                <a:extLst>
                  <a:ext uri="{FF2B5EF4-FFF2-40B4-BE49-F238E27FC236}">
                    <a16:creationId xmlns:a16="http://schemas.microsoft.com/office/drawing/2014/main" id="{DE9A7AFF-9818-9F42-513A-FA8193D37739}"/>
                  </a:ext>
                </a:extLst>
              </p:cNvPr>
              <p:cNvSpPr/>
              <p:nvPr/>
            </p:nvSpPr>
            <p:spPr>
              <a:xfrm>
                <a:off x="7788525" y="1297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6" name="Freeform 33465">
                <a:extLst>
                  <a:ext uri="{FF2B5EF4-FFF2-40B4-BE49-F238E27FC236}">
                    <a16:creationId xmlns:a16="http://schemas.microsoft.com/office/drawing/2014/main" id="{CCD1FA95-C875-0603-3611-7974D9465F45}"/>
                  </a:ext>
                </a:extLst>
              </p:cNvPr>
              <p:cNvSpPr/>
              <p:nvPr/>
            </p:nvSpPr>
            <p:spPr>
              <a:xfrm>
                <a:off x="7789120" y="183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7" name="Freeform 33466">
                <a:extLst>
                  <a:ext uri="{FF2B5EF4-FFF2-40B4-BE49-F238E27FC236}">
                    <a16:creationId xmlns:a16="http://schemas.microsoft.com/office/drawing/2014/main" id="{9DA9F8E5-5E98-E5E0-DF9A-0B6BBC618123}"/>
                  </a:ext>
                </a:extLst>
              </p:cNvPr>
              <p:cNvSpPr/>
              <p:nvPr/>
            </p:nvSpPr>
            <p:spPr>
              <a:xfrm>
                <a:off x="7789616" y="2121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8" name="Freeform 33467">
                <a:extLst>
                  <a:ext uri="{FF2B5EF4-FFF2-40B4-BE49-F238E27FC236}">
                    <a16:creationId xmlns:a16="http://schemas.microsoft.com/office/drawing/2014/main" id="{51FDA82C-C368-F157-1889-D3B85A890947}"/>
                  </a:ext>
                </a:extLst>
              </p:cNvPr>
              <p:cNvSpPr/>
              <p:nvPr/>
            </p:nvSpPr>
            <p:spPr>
              <a:xfrm>
                <a:off x="7790113" y="2155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69" name="Freeform 33468">
                <a:extLst>
                  <a:ext uri="{FF2B5EF4-FFF2-40B4-BE49-F238E27FC236}">
                    <a16:creationId xmlns:a16="http://schemas.microsoft.com/office/drawing/2014/main" id="{C1C528C2-22A9-9265-9F3A-1E5322BDF678}"/>
                  </a:ext>
                </a:extLst>
              </p:cNvPr>
              <p:cNvSpPr/>
              <p:nvPr/>
            </p:nvSpPr>
            <p:spPr>
              <a:xfrm>
                <a:off x="7790609" y="2158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0" name="Freeform 33469">
                <a:extLst>
                  <a:ext uri="{FF2B5EF4-FFF2-40B4-BE49-F238E27FC236}">
                    <a16:creationId xmlns:a16="http://schemas.microsoft.com/office/drawing/2014/main" id="{A853D92E-247E-0F0C-B007-072C35F1D98C}"/>
                  </a:ext>
                </a:extLst>
              </p:cNvPr>
              <p:cNvSpPr/>
              <p:nvPr/>
            </p:nvSpPr>
            <p:spPr>
              <a:xfrm>
                <a:off x="7791204" y="2150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1" name="Freeform 33470">
                <a:extLst>
                  <a:ext uri="{FF2B5EF4-FFF2-40B4-BE49-F238E27FC236}">
                    <a16:creationId xmlns:a16="http://schemas.microsoft.com/office/drawing/2014/main" id="{C095843A-9A28-58CE-D90B-8576C33E42E0}"/>
                  </a:ext>
                </a:extLst>
              </p:cNvPr>
              <p:cNvSpPr/>
              <p:nvPr/>
            </p:nvSpPr>
            <p:spPr>
              <a:xfrm>
                <a:off x="7791700" y="21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2" name="Freeform 33471">
                <a:extLst>
                  <a:ext uri="{FF2B5EF4-FFF2-40B4-BE49-F238E27FC236}">
                    <a16:creationId xmlns:a16="http://schemas.microsoft.com/office/drawing/2014/main" id="{73FA35A4-7571-6438-AD7A-CD5B7FB126DB}"/>
                  </a:ext>
                </a:extLst>
              </p:cNvPr>
              <p:cNvSpPr/>
              <p:nvPr/>
            </p:nvSpPr>
            <p:spPr>
              <a:xfrm>
                <a:off x="7792196" y="2134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3" name="Freeform 33472">
                <a:extLst>
                  <a:ext uri="{FF2B5EF4-FFF2-40B4-BE49-F238E27FC236}">
                    <a16:creationId xmlns:a16="http://schemas.microsoft.com/office/drawing/2014/main" id="{B682F63F-686C-600D-CAC0-972321D304AC}"/>
                  </a:ext>
                </a:extLst>
              </p:cNvPr>
              <p:cNvSpPr/>
              <p:nvPr/>
            </p:nvSpPr>
            <p:spPr>
              <a:xfrm>
                <a:off x="7792791" y="2131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4" name="Freeform 33473">
                <a:extLst>
                  <a:ext uri="{FF2B5EF4-FFF2-40B4-BE49-F238E27FC236}">
                    <a16:creationId xmlns:a16="http://schemas.microsoft.com/office/drawing/2014/main" id="{BA18F061-FE25-00E3-A169-DC8006CBE900}"/>
                  </a:ext>
                </a:extLst>
              </p:cNvPr>
              <p:cNvSpPr/>
              <p:nvPr/>
            </p:nvSpPr>
            <p:spPr>
              <a:xfrm>
                <a:off x="7793288" y="212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5" name="Freeform 33474">
                <a:extLst>
                  <a:ext uri="{FF2B5EF4-FFF2-40B4-BE49-F238E27FC236}">
                    <a16:creationId xmlns:a16="http://schemas.microsoft.com/office/drawing/2014/main" id="{427A4C14-A043-2A03-0221-C8AD5653CD0F}"/>
                  </a:ext>
                </a:extLst>
              </p:cNvPr>
              <p:cNvSpPr/>
              <p:nvPr/>
            </p:nvSpPr>
            <p:spPr>
              <a:xfrm>
                <a:off x="7793784" y="1566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6" name="Freeform 33475">
                <a:extLst>
                  <a:ext uri="{FF2B5EF4-FFF2-40B4-BE49-F238E27FC236}">
                    <a16:creationId xmlns:a16="http://schemas.microsoft.com/office/drawing/2014/main" id="{414AB0A2-533B-AB35-DA44-D1F1BBA5E749}"/>
                  </a:ext>
                </a:extLst>
              </p:cNvPr>
              <p:cNvSpPr/>
              <p:nvPr/>
            </p:nvSpPr>
            <p:spPr>
              <a:xfrm>
                <a:off x="7794379" y="1501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7" name="Freeform 33476">
                <a:extLst>
                  <a:ext uri="{FF2B5EF4-FFF2-40B4-BE49-F238E27FC236}">
                    <a16:creationId xmlns:a16="http://schemas.microsoft.com/office/drawing/2014/main" id="{450343E6-4C29-1B06-5AC5-E4CB154F98C5}"/>
                  </a:ext>
                </a:extLst>
              </p:cNvPr>
              <p:cNvSpPr/>
              <p:nvPr/>
            </p:nvSpPr>
            <p:spPr>
              <a:xfrm>
                <a:off x="7794875" y="1518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8" name="Freeform 33477">
                <a:extLst>
                  <a:ext uri="{FF2B5EF4-FFF2-40B4-BE49-F238E27FC236}">
                    <a16:creationId xmlns:a16="http://schemas.microsoft.com/office/drawing/2014/main" id="{BFBEB37A-2A71-D872-E19A-936A2256DAA6}"/>
                  </a:ext>
                </a:extLst>
              </p:cNvPr>
              <p:cNvSpPr/>
              <p:nvPr/>
            </p:nvSpPr>
            <p:spPr>
              <a:xfrm>
                <a:off x="7795371" y="1575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79" name="Freeform 33478">
                <a:extLst>
                  <a:ext uri="{FF2B5EF4-FFF2-40B4-BE49-F238E27FC236}">
                    <a16:creationId xmlns:a16="http://schemas.microsoft.com/office/drawing/2014/main" id="{8475DBC8-3D2A-4124-6F1C-901B6EADCA0E}"/>
                  </a:ext>
                </a:extLst>
              </p:cNvPr>
              <p:cNvSpPr/>
              <p:nvPr/>
            </p:nvSpPr>
            <p:spPr>
              <a:xfrm>
                <a:off x="7795966" y="1565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0" name="Freeform 33479">
                <a:extLst>
                  <a:ext uri="{FF2B5EF4-FFF2-40B4-BE49-F238E27FC236}">
                    <a16:creationId xmlns:a16="http://schemas.microsoft.com/office/drawing/2014/main" id="{4B46C56F-3421-C09F-F310-A2C0A3085C8D}"/>
                  </a:ext>
                </a:extLst>
              </p:cNvPr>
              <p:cNvSpPr/>
              <p:nvPr/>
            </p:nvSpPr>
            <p:spPr>
              <a:xfrm>
                <a:off x="7796463" y="1521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1" name="Freeform 33480">
                <a:extLst>
                  <a:ext uri="{FF2B5EF4-FFF2-40B4-BE49-F238E27FC236}">
                    <a16:creationId xmlns:a16="http://schemas.microsoft.com/office/drawing/2014/main" id="{5C5A611E-20B4-74CB-ACFE-82B6F19C5269}"/>
                  </a:ext>
                </a:extLst>
              </p:cNvPr>
              <p:cNvSpPr/>
              <p:nvPr/>
            </p:nvSpPr>
            <p:spPr>
              <a:xfrm>
                <a:off x="7796959" y="1435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2" name="Freeform 33481">
                <a:extLst>
                  <a:ext uri="{FF2B5EF4-FFF2-40B4-BE49-F238E27FC236}">
                    <a16:creationId xmlns:a16="http://schemas.microsoft.com/office/drawing/2014/main" id="{43A9C9CD-532E-B54A-9C11-881D04FF212E}"/>
                  </a:ext>
                </a:extLst>
              </p:cNvPr>
              <p:cNvSpPr/>
              <p:nvPr/>
            </p:nvSpPr>
            <p:spPr>
              <a:xfrm>
                <a:off x="7797554" y="1337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3" name="Freeform 33482">
                <a:extLst>
                  <a:ext uri="{FF2B5EF4-FFF2-40B4-BE49-F238E27FC236}">
                    <a16:creationId xmlns:a16="http://schemas.microsoft.com/office/drawing/2014/main" id="{51094317-A0E6-578D-FA9B-52CBDFDB1CA1}"/>
                  </a:ext>
                </a:extLst>
              </p:cNvPr>
              <p:cNvSpPr/>
              <p:nvPr/>
            </p:nvSpPr>
            <p:spPr>
              <a:xfrm>
                <a:off x="7798050" y="1252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4" name="Freeform 33483">
                <a:extLst>
                  <a:ext uri="{FF2B5EF4-FFF2-40B4-BE49-F238E27FC236}">
                    <a16:creationId xmlns:a16="http://schemas.microsoft.com/office/drawing/2014/main" id="{0162563F-9F47-FE5B-5ED5-30331E8F9029}"/>
                  </a:ext>
                </a:extLst>
              </p:cNvPr>
              <p:cNvSpPr/>
              <p:nvPr/>
            </p:nvSpPr>
            <p:spPr>
              <a:xfrm>
                <a:off x="7798546" y="1176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5" name="Freeform 33484">
                <a:extLst>
                  <a:ext uri="{FF2B5EF4-FFF2-40B4-BE49-F238E27FC236}">
                    <a16:creationId xmlns:a16="http://schemas.microsoft.com/office/drawing/2014/main" id="{E2B3994A-1C81-3333-208D-68E19DED34A3}"/>
                  </a:ext>
                </a:extLst>
              </p:cNvPr>
              <p:cNvSpPr/>
              <p:nvPr/>
            </p:nvSpPr>
            <p:spPr>
              <a:xfrm>
                <a:off x="7799141" y="1134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6" name="Freeform 33485">
                <a:extLst>
                  <a:ext uri="{FF2B5EF4-FFF2-40B4-BE49-F238E27FC236}">
                    <a16:creationId xmlns:a16="http://schemas.microsoft.com/office/drawing/2014/main" id="{F816BB97-2B98-D63A-2E21-15B0EA5452A9}"/>
                  </a:ext>
                </a:extLst>
              </p:cNvPr>
              <p:cNvSpPr/>
              <p:nvPr/>
            </p:nvSpPr>
            <p:spPr>
              <a:xfrm>
                <a:off x="7799638" y="1119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7" name="Freeform 33486">
                <a:extLst>
                  <a:ext uri="{FF2B5EF4-FFF2-40B4-BE49-F238E27FC236}">
                    <a16:creationId xmlns:a16="http://schemas.microsoft.com/office/drawing/2014/main" id="{289D7C50-B1F3-B183-0C11-1131AFA7A364}"/>
                  </a:ext>
                </a:extLst>
              </p:cNvPr>
              <p:cNvSpPr/>
              <p:nvPr/>
            </p:nvSpPr>
            <p:spPr>
              <a:xfrm>
                <a:off x="7800134" y="1110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8" name="Freeform 33487">
                <a:extLst>
                  <a:ext uri="{FF2B5EF4-FFF2-40B4-BE49-F238E27FC236}">
                    <a16:creationId xmlns:a16="http://schemas.microsoft.com/office/drawing/2014/main" id="{E8379ACB-96F5-9C6F-3C05-D401BCF799FE}"/>
                  </a:ext>
                </a:extLst>
              </p:cNvPr>
              <p:cNvSpPr/>
              <p:nvPr/>
            </p:nvSpPr>
            <p:spPr>
              <a:xfrm>
                <a:off x="7800729" y="1174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89" name="Freeform 33488">
                <a:extLst>
                  <a:ext uri="{FF2B5EF4-FFF2-40B4-BE49-F238E27FC236}">
                    <a16:creationId xmlns:a16="http://schemas.microsoft.com/office/drawing/2014/main" id="{05690C28-A631-F19A-A7C4-B4B71F7CF145}"/>
                  </a:ext>
                </a:extLst>
              </p:cNvPr>
              <p:cNvSpPr/>
              <p:nvPr/>
            </p:nvSpPr>
            <p:spPr>
              <a:xfrm>
                <a:off x="7801225" y="128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0" name="Freeform 33489">
                <a:extLst>
                  <a:ext uri="{FF2B5EF4-FFF2-40B4-BE49-F238E27FC236}">
                    <a16:creationId xmlns:a16="http://schemas.microsoft.com/office/drawing/2014/main" id="{485041A7-3F96-EDB1-4CF3-2BF8E3B71D1D}"/>
                  </a:ext>
                </a:extLst>
              </p:cNvPr>
              <p:cNvSpPr/>
              <p:nvPr/>
            </p:nvSpPr>
            <p:spPr>
              <a:xfrm>
                <a:off x="7801721" y="1806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1" name="Freeform 33490">
                <a:extLst>
                  <a:ext uri="{FF2B5EF4-FFF2-40B4-BE49-F238E27FC236}">
                    <a16:creationId xmlns:a16="http://schemas.microsoft.com/office/drawing/2014/main" id="{BAF07034-E012-48B5-0B0B-A614BE479631}"/>
                  </a:ext>
                </a:extLst>
              </p:cNvPr>
              <p:cNvSpPr/>
              <p:nvPr/>
            </p:nvSpPr>
            <p:spPr>
              <a:xfrm>
                <a:off x="7802217" y="211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2" name="Freeform 33491">
                <a:extLst>
                  <a:ext uri="{FF2B5EF4-FFF2-40B4-BE49-F238E27FC236}">
                    <a16:creationId xmlns:a16="http://schemas.microsoft.com/office/drawing/2014/main" id="{C628D6BC-2511-9053-B9DF-E093778A75CE}"/>
                  </a:ext>
                </a:extLst>
              </p:cNvPr>
              <p:cNvSpPr/>
              <p:nvPr/>
            </p:nvSpPr>
            <p:spPr>
              <a:xfrm>
                <a:off x="7802813" y="2138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3" name="Freeform 33492">
                <a:extLst>
                  <a:ext uri="{FF2B5EF4-FFF2-40B4-BE49-F238E27FC236}">
                    <a16:creationId xmlns:a16="http://schemas.microsoft.com/office/drawing/2014/main" id="{8223BBB8-D649-B590-9AE0-76A5884399B4}"/>
                  </a:ext>
                </a:extLst>
              </p:cNvPr>
              <p:cNvSpPr/>
              <p:nvPr/>
            </p:nvSpPr>
            <p:spPr>
              <a:xfrm>
                <a:off x="7803309" y="2152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4" name="Freeform 33493">
                <a:extLst>
                  <a:ext uri="{FF2B5EF4-FFF2-40B4-BE49-F238E27FC236}">
                    <a16:creationId xmlns:a16="http://schemas.microsoft.com/office/drawing/2014/main" id="{AE2D7FD7-5164-CE98-2CAF-428698AE6F59}"/>
                  </a:ext>
                </a:extLst>
              </p:cNvPr>
              <p:cNvSpPr/>
              <p:nvPr/>
            </p:nvSpPr>
            <p:spPr>
              <a:xfrm>
                <a:off x="7803805" y="217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5" name="Freeform 33494">
                <a:extLst>
                  <a:ext uri="{FF2B5EF4-FFF2-40B4-BE49-F238E27FC236}">
                    <a16:creationId xmlns:a16="http://schemas.microsoft.com/office/drawing/2014/main" id="{41A05AB8-9172-DF92-EA62-2875A09D5966}"/>
                  </a:ext>
                </a:extLst>
              </p:cNvPr>
              <p:cNvSpPr/>
              <p:nvPr/>
            </p:nvSpPr>
            <p:spPr>
              <a:xfrm>
                <a:off x="7804400" y="2142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6" name="Freeform 33495">
                <a:extLst>
                  <a:ext uri="{FF2B5EF4-FFF2-40B4-BE49-F238E27FC236}">
                    <a16:creationId xmlns:a16="http://schemas.microsoft.com/office/drawing/2014/main" id="{E7675B59-A725-1FE7-7FE9-6BC72E4EFBD8}"/>
                  </a:ext>
                </a:extLst>
              </p:cNvPr>
              <p:cNvSpPr/>
              <p:nvPr/>
            </p:nvSpPr>
            <p:spPr>
              <a:xfrm>
                <a:off x="7804896" y="2150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7" name="Freeform 33496">
                <a:extLst>
                  <a:ext uri="{FF2B5EF4-FFF2-40B4-BE49-F238E27FC236}">
                    <a16:creationId xmlns:a16="http://schemas.microsoft.com/office/drawing/2014/main" id="{7D3F8991-4BB2-7CB0-97BC-9D1113C8AB3F}"/>
                  </a:ext>
                </a:extLst>
              </p:cNvPr>
              <p:cNvSpPr/>
              <p:nvPr/>
            </p:nvSpPr>
            <p:spPr>
              <a:xfrm>
                <a:off x="7805392" y="2168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8" name="Freeform 33497">
                <a:extLst>
                  <a:ext uri="{FF2B5EF4-FFF2-40B4-BE49-F238E27FC236}">
                    <a16:creationId xmlns:a16="http://schemas.microsoft.com/office/drawing/2014/main" id="{6E63321D-69CA-F3D3-57B4-1CCF4ADA70C3}"/>
                  </a:ext>
                </a:extLst>
              </p:cNvPr>
              <p:cNvSpPr/>
              <p:nvPr/>
            </p:nvSpPr>
            <p:spPr>
              <a:xfrm>
                <a:off x="7805988" y="213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99" name="Freeform 33498">
                <a:extLst>
                  <a:ext uri="{FF2B5EF4-FFF2-40B4-BE49-F238E27FC236}">
                    <a16:creationId xmlns:a16="http://schemas.microsoft.com/office/drawing/2014/main" id="{0A52B86B-4B9C-859E-2260-F4BFA19FC4F4}"/>
                  </a:ext>
                </a:extLst>
              </p:cNvPr>
              <p:cNvSpPr/>
              <p:nvPr/>
            </p:nvSpPr>
            <p:spPr>
              <a:xfrm>
                <a:off x="7806484" y="1722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0" name="Freeform 33499">
                <a:extLst>
                  <a:ext uri="{FF2B5EF4-FFF2-40B4-BE49-F238E27FC236}">
                    <a16:creationId xmlns:a16="http://schemas.microsoft.com/office/drawing/2014/main" id="{7ECB7E6F-8418-02B9-A6C0-A0C30DC447A4}"/>
                  </a:ext>
                </a:extLst>
              </p:cNvPr>
              <p:cNvSpPr/>
              <p:nvPr/>
            </p:nvSpPr>
            <p:spPr>
              <a:xfrm>
                <a:off x="7806980" y="1365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1" name="Freeform 33500">
                <a:extLst>
                  <a:ext uri="{FF2B5EF4-FFF2-40B4-BE49-F238E27FC236}">
                    <a16:creationId xmlns:a16="http://schemas.microsoft.com/office/drawing/2014/main" id="{02E35F48-4CF2-C105-616C-FDC6B2944CE9}"/>
                  </a:ext>
                </a:extLst>
              </p:cNvPr>
              <p:cNvSpPr/>
              <p:nvPr/>
            </p:nvSpPr>
            <p:spPr>
              <a:xfrm>
                <a:off x="7807575" y="1364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2" name="Freeform 33501">
                <a:extLst>
                  <a:ext uri="{FF2B5EF4-FFF2-40B4-BE49-F238E27FC236}">
                    <a16:creationId xmlns:a16="http://schemas.microsoft.com/office/drawing/2014/main" id="{33D88F4A-9F73-22FA-F992-D93523408ADD}"/>
                  </a:ext>
                </a:extLst>
              </p:cNvPr>
              <p:cNvSpPr/>
              <p:nvPr/>
            </p:nvSpPr>
            <p:spPr>
              <a:xfrm>
                <a:off x="7808071" y="1418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3" name="Freeform 33502">
                <a:extLst>
                  <a:ext uri="{FF2B5EF4-FFF2-40B4-BE49-F238E27FC236}">
                    <a16:creationId xmlns:a16="http://schemas.microsoft.com/office/drawing/2014/main" id="{A608B3B1-8569-0BAE-F8F0-BA117513B343}"/>
                  </a:ext>
                </a:extLst>
              </p:cNvPr>
              <p:cNvSpPr/>
              <p:nvPr/>
            </p:nvSpPr>
            <p:spPr>
              <a:xfrm>
                <a:off x="7808567" y="1424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4" name="Freeform 33503">
                <a:extLst>
                  <a:ext uri="{FF2B5EF4-FFF2-40B4-BE49-F238E27FC236}">
                    <a16:creationId xmlns:a16="http://schemas.microsoft.com/office/drawing/2014/main" id="{7C0BBCD6-37A1-426A-499A-A73A44881C75}"/>
                  </a:ext>
                </a:extLst>
              </p:cNvPr>
              <p:cNvSpPr/>
              <p:nvPr/>
            </p:nvSpPr>
            <p:spPr>
              <a:xfrm>
                <a:off x="7809163" y="1365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5" name="Freeform 33504">
                <a:extLst>
                  <a:ext uri="{FF2B5EF4-FFF2-40B4-BE49-F238E27FC236}">
                    <a16:creationId xmlns:a16="http://schemas.microsoft.com/office/drawing/2014/main" id="{9A0FC1A0-6291-E04A-F8D9-5561AC93DEEB}"/>
                  </a:ext>
                </a:extLst>
              </p:cNvPr>
              <p:cNvSpPr/>
              <p:nvPr/>
            </p:nvSpPr>
            <p:spPr>
              <a:xfrm>
                <a:off x="7809659" y="1319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6" name="Freeform 33505">
                <a:extLst>
                  <a:ext uri="{FF2B5EF4-FFF2-40B4-BE49-F238E27FC236}">
                    <a16:creationId xmlns:a16="http://schemas.microsoft.com/office/drawing/2014/main" id="{4369BF79-0AA8-9DBB-9644-76CFE3B7EC33}"/>
                  </a:ext>
                </a:extLst>
              </p:cNvPr>
              <p:cNvSpPr/>
              <p:nvPr/>
            </p:nvSpPr>
            <p:spPr>
              <a:xfrm>
                <a:off x="7810155" y="1208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7" name="Freeform 33506">
                <a:extLst>
                  <a:ext uri="{FF2B5EF4-FFF2-40B4-BE49-F238E27FC236}">
                    <a16:creationId xmlns:a16="http://schemas.microsoft.com/office/drawing/2014/main" id="{2A0A9CF8-686C-8912-A881-1A49DD63A252}"/>
                  </a:ext>
                </a:extLst>
              </p:cNvPr>
              <p:cNvSpPr/>
              <p:nvPr/>
            </p:nvSpPr>
            <p:spPr>
              <a:xfrm>
                <a:off x="7810750" y="11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8" name="Freeform 33507">
                <a:extLst>
                  <a:ext uri="{FF2B5EF4-FFF2-40B4-BE49-F238E27FC236}">
                    <a16:creationId xmlns:a16="http://schemas.microsoft.com/office/drawing/2014/main" id="{042CD90D-3767-2796-B73F-963AB1784F60}"/>
                  </a:ext>
                </a:extLst>
              </p:cNvPr>
              <p:cNvSpPr/>
              <p:nvPr/>
            </p:nvSpPr>
            <p:spPr>
              <a:xfrm>
                <a:off x="7811246" y="10017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09" name="Freeform 33508">
                <a:extLst>
                  <a:ext uri="{FF2B5EF4-FFF2-40B4-BE49-F238E27FC236}">
                    <a16:creationId xmlns:a16="http://schemas.microsoft.com/office/drawing/2014/main" id="{7EA2DDA7-C665-A691-8668-28907271DF3A}"/>
                  </a:ext>
                </a:extLst>
              </p:cNvPr>
              <p:cNvSpPr/>
              <p:nvPr/>
            </p:nvSpPr>
            <p:spPr>
              <a:xfrm>
                <a:off x="7811742" y="957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0" name="Freeform 33509">
                <a:extLst>
                  <a:ext uri="{FF2B5EF4-FFF2-40B4-BE49-F238E27FC236}">
                    <a16:creationId xmlns:a16="http://schemas.microsoft.com/office/drawing/2014/main" id="{8EC09580-2BA1-5749-A73B-28F0ADD64A65}"/>
                  </a:ext>
                </a:extLst>
              </p:cNvPr>
              <p:cNvSpPr/>
              <p:nvPr/>
            </p:nvSpPr>
            <p:spPr>
              <a:xfrm>
                <a:off x="7812338" y="942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1" name="Freeform 33510">
                <a:extLst>
                  <a:ext uri="{FF2B5EF4-FFF2-40B4-BE49-F238E27FC236}">
                    <a16:creationId xmlns:a16="http://schemas.microsoft.com/office/drawing/2014/main" id="{D96D4085-AF32-CD24-377A-758F9E2B36E7}"/>
                  </a:ext>
                </a:extLst>
              </p:cNvPr>
              <p:cNvSpPr/>
              <p:nvPr/>
            </p:nvSpPr>
            <p:spPr>
              <a:xfrm>
                <a:off x="7812834" y="940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2" name="Freeform 33511">
                <a:extLst>
                  <a:ext uri="{FF2B5EF4-FFF2-40B4-BE49-F238E27FC236}">
                    <a16:creationId xmlns:a16="http://schemas.microsoft.com/office/drawing/2014/main" id="{E3ABE2B5-EB94-D101-B7F3-8AC13D542200}"/>
                  </a:ext>
                </a:extLst>
              </p:cNvPr>
              <p:cNvSpPr/>
              <p:nvPr/>
            </p:nvSpPr>
            <p:spPr>
              <a:xfrm>
                <a:off x="7813330" y="1048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3" name="Freeform 33512">
                <a:extLst>
                  <a:ext uri="{FF2B5EF4-FFF2-40B4-BE49-F238E27FC236}">
                    <a16:creationId xmlns:a16="http://schemas.microsoft.com/office/drawing/2014/main" id="{055FAFEF-2950-F570-94AF-A01BB9EEE8EF}"/>
                  </a:ext>
                </a:extLst>
              </p:cNvPr>
              <p:cNvSpPr/>
              <p:nvPr/>
            </p:nvSpPr>
            <p:spPr>
              <a:xfrm>
                <a:off x="7813826" y="1132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4" name="Freeform 33513">
                <a:extLst>
                  <a:ext uri="{FF2B5EF4-FFF2-40B4-BE49-F238E27FC236}">
                    <a16:creationId xmlns:a16="http://schemas.microsoft.com/office/drawing/2014/main" id="{A9C06AC7-E748-8DAF-2EB8-C15084C7DA94}"/>
                  </a:ext>
                </a:extLst>
              </p:cNvPr>
              <p:cNvSpPr/>
              <p:nvPr/>
            </p:nvSpPr>
            <p:spPr>
              <a:xfrm>
                <a:off x="7814421" y="1757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5" name="Freeform 33514">
                <a:extLst>
                  <a:ext uri="{FF2B5EF4-FFF2-40B4-BE49-F238E27FC236}">
                    <a16:creationId xmlns:a16="http://schemas.microsoft.com/office/drawing/2014/main" id="{C5141AC6-A818-E635-B104-96319626073C}"/>
                  </a:ext>
                </a:extLst>
              </p:cNvPr>
              <p:cNvSpPr/>
              <p:nvPr/>
            </p:nvSpPr>
            <p:spPr>
              <a:xfrm>
                <a:off x="7814917" y="206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6" name="Freeform 33515">
                <a:extLst>
                  <a:ext uri="{FF2B5EF4-FFF2-40B4-BE49-F238E27FC236}">
                    <a16:creationId xmlns:a16="http://schemas.microsoft.com/office/drawing/2014/main" id="{1271A13C-086E-A65B-EFB9-A326200719C0}"/>
                  </a:ext>
                </a:extLst>
              </p:cNvPr>
              <p:cNvSpPr/>
              <p:nvPr/>
            </p:nvSpPr>
            <p:spPr>
              <a:xfrm>
                <a:off x="7815413" y="2101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7" name="Freeform 33516">
                <a:extLst>
                  <a:ext uri="{FF2B5EF4-FFF2-40B4-BE49-F238E27FC236}">
                    <a16:creationId xmlns:a16="http://schemas.microsoft.com/office/drawing/2014/main" id="{E9C54A9B-BF54-A098-6DB1-175690FE220F}"/>
                  </a:ext>
                </a:extLst>
              </p:cNvPr>
              <p:cNvSpPr/>
              <p:nvPr/>
            </p:nvSpPr>
            <p:spPr>
              <a:xfrm>
                <a:off x="7816009" y="2097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8" name="Freeform 33517">
                <a:extLst>
                  <a:ext uri="{FF2B5EF4-FFF2-40B4-BE49-F238E27FC236}">
                    <a16:creationId xmlns:a16="http://schemas.microsoft.com/office/drawing/2014/main" id="{16099B50-56CE-1B4B-923F-56E006577AFE}"/>
                  </a:ext>
                </a:extLst>
              </p:cNvPr>
              <p:cNvSpPr/>
              <p:nvPr/>
            </p:nvSpPr>
            <p:spPr>
              <a:xfrm>
                <a:off x="7816505" y="208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19" name="Freeform 33518">
                <a:extLst>
                  <a:ext uri="{FF2B5EF4-FFF2-40B4-BE49-F238E27FC236}">
                    <a16:creationId xmlns:a16="http://schemas.microsoft.com/office/drawing/2014/main" id="{8E7036F0-C5F1-8F1C-3210-0A40526768B9}"/>
                  </a:ext>
                </a:extLst>
              </p:cNvPr>
              <p:cNvSpPr/>
              <p:nvPr/>
            </p:nvSpPr>
            <p:spPr>
              <a:xfrm>
                <a:off x="7817001" y="208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0" name="Freeform 33519">
                <a:extLst>
                  <a:ext uri="{FF2B5EF4-FFF2-40B4-BE49-F238E27FC236}">
                    <a16:creationId xmlns:a16="http://schemas.microsoft.com/office/drawing/2014/main" id="{BE7452DC-D603-FF2E-6C9B-2EBB21E3C76B}"/>
                  </a:ext>
                </a:extLst>
              </p:cNvPr>
              <p:cNvSpPr/>
              <p:nvPr/>
            </p:nvSpPr>
            <p:spPr>
              <a:xfrm>
                <a:off x="7817596" y="2095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1" name="Freeform 33520">
                <a:extLst>
                  <a:ext uri="{FF2B5EF4-FFF2-40B4-BE49-F238E27FC236}">
                    <a16:creationId xmlns:a16="http://schemas.microsoft.com/office/drawing/2014/main" id="{264214E2-45C7-305F-BEC3-E31309C485E7}"/>
                  </a:ext>
                </a:extLst>
              </p:cNvPr>
              <p:cNvSpPr/>
              <p:nvPr/>
            </p:nvSpPr>
            <p:spPr>
              <a:xfrm>
                <a:off x="7818092" y="2107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2" name="Freeform 33521">
                <a:extLst>
                  <a:ext uri="{FF2B5EF4-FFF2-40B4-BE49-F238E27FC236}">
                    <a16:creationId xmlns:a16="http://schemas.microsoft.com/office/drawing/2014/main" id="{23C8A7ED-A3F8-6253-AA90-FA3B36F28D35}"/>
                  </a:ext>
                </a:extLst>
              </p:cNvPr>
              <p:cNvSpPr/>
              <p:nvPr/>
            </p:nvSpPr>
            <p:spPr>
              <a:xfrm>
                <a:off x="7818588" y="21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3" name="Freeform 33522">
                <a:extLst>
                  <a:ext uri="{FF2B5EF4-FFF2-40B4-BE49-F238E27FC236}">
                    <a16:creationId xmlns:a16="http://schemas.microsoft.com/office/drawing/2014/main" id="{62DF8102-B128-F32E-0C1C-398259C962DE}"/>
                  </a:ext>
                </a:extLst>
              </p:cNvPr>
              <p:cNvSpPr/>
              <p:nvPr/>
            </p:nvSpPr>
            <p:spPr>
              <a:xfrm>
                <a:off x="7819184" y="1720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4" name="Freeform 33523">
                <a:extLst>
                  <a:ext uri="{FF2B5EF4-FFF2-40B4-BE49-F238E27FC236}">
                    <a16:creationId xmlns:a16="http://schemas.microsoft.com/office/drawing/2014/main" id="{89EABBC2-1036-664A-D8FC-AD5C2B226FD5}"/>
                  </a:ext>
                </a:extLst>
              </p:cNvPr>
              <p:cNvSpPr/>
              <p:nvPr/>
            </p:nvSpPr>
            <p:spPr>
              <a:xfrm>
                <a:off x="7819680" y="1522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5" name="Freeform 33524">
                <a:extLst>
                  <a:ext uri="{FF2B5EF4-FFF2-40B4-BE49-F238E27FC236}">
                    <a16:creationId xmlns:a16="http://schemas.microsoft.com/office/drawing/2014/main" id="{4D0CA123-AF89-96DA-F10A-2A89961ABED1}"/>
                  </a:ext>
                </a:extLst>
              </p:cNvPr>
              <p:cNvSpPr/>
              <p:nvPr/>
            </p:nvSpPr>
            <p:spPr>
              <a:xfrm>
                <a:off x="7820176" y="1520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6" name="Freeform 33525">
                <a:extLst>
                  <a:ext uri="{FF2B5EF4-FFF2-40B4-BE49-F238E27FC236}">
                    <a16:creationId xmlns:a16="http://schemas.microsoft.com/office/drawing/2014/main" id="{08936275-EE4B-B0D3-BEC4-2AAA5DFEF3C7}"/>
                  </a:ext>
                </a:extLst>
              </p:cNvPr>
              <p:cNvSpPr/>
              <p:nvPr/>
            </p:nvSpPr>
            <p:spPr>
              <a:xfrm>
                <a:off x="7820771" y="1548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7" name="Freeform 33526">
                <a:extLst>
                  <a:ext uri="{FF2B5EF4-FFF2-40B4-BE49-F238E27FC236}">
                    <a16:creationId xmlns:a16="http://schemas.microsoft.com/office/drawing/2014/main" id="{8BD43A4B-5044-EADE-25B3-7103E0194256}"/>
                  </a:ext>
                </a:extLst>
              </p:cNvPr>
              <p:cNvSpPr/>
              <p:nvPr/>
            </p:nvSpPr>
            <p:spPr>
              <a:xfrm>
                <a:off x="7821267" y="1600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8" name="Freeform 33527">
                <a:extLst>
                  <a:ext uri="{FF2B5EF4-FFF2-40B4-BE49-F238E27FC236}">
                    <a16:creationId xmlns:a16="http://schemas.microsoft.com/office/drawing/2014/main" id="{DF8A6BFD-0FB2-33CE-3E02-BDFF01187448}"/>
                  </a:ext>
                </a:extLst>
              </p:cNvPr>
              <p:cNvSpPr/>
              <p:nvPr/>
            </p:nvSpPr>
            <p:spPr>
              <a:xfrm>
                <a:off x="7821763" y="1451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29" name="Freeform 33528">
                <a:extLst>
                  <a:ext uri="{FF2B5EF4-FFF2-40B4-BE49-F238E27FC236}">
                    <a16:creationId xmlns:a16="http://schemas.microsoft.com/office/drawing/2014/main" id="{9C95EABE-12BB-36F6-380E-0C77D46977EF}"/>
                  </a:ext>
                </a:extLst>
              </p:cNvPr>
              <p:cNvSpPr/>
              <p:nvPr/>
            </p:nvSpPr>
            <p:spPr>
              <a:xfrm>
                <a:off x="7822359" y="1362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0" name="Freeform 33529">
                <a:extLst>
                  <a:ext uri="{FF2B5EF4-FFF2-40B4-BE49-F238E27FC236}">
                    <a16:creationId xmlns:a16="http://schemas.microsoft.com/office/drawing/2014/main" id="{302FAA34-CA54-ECBD-7272-4F05A13A385E}"/>
                  </a:ext>
                </a:extLst>
              </p:cNvPr>
              <p:cNvSpPr/>
              <p:nvPr/>
            </p:nvSpPr>
            <p:spPr>
              <a:xfrm>
                <a:off x="7822855" y="1258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1" name="Freeform 33530">
                <a:extLst>
                  <a:ext uri="{FF2B5EF4-FFF2-40B4-BE49-F238E27FC236}">
                    <a16:creationId xmlns:a16="http://schemas.microsoft.com/office/drawing/2014/main" id="{AF09A99E-7FBA-F9C0-D159-BDA1E7506B20}"/>
                  </a:ext>
                </a:extLst>
              </p:cNvPr>
              <p:cNvSpPr/>
              <p:nvPr/>
            </p:nvSpPr>
            <p:spPr>
              <a:xfrm>
                <a:off x="7823351" y="1166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2" name="Freeform 33531">
                <a:extLst>
                  <a:ext uri="{FF2B5EF4-FFF2-40B4-BE49-F238E27FC236}">
                    <a16:creationId xmlns:a16="http://schemas.microsoft.com/office/drawing/2014/main" id="{17131AE2-2F76-2B6A-E565-D80C3563DF9A}"/>
                  </a:ext>
                </a:extLst>
              </p:cNvPr>
              <p:cNvSpPr/>
              <p:nvPr/>
            </p:nvSpPr>
            <p:spPr>
              <a:xfrm>
                <a:off x="7823946" y="1099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3" name="Freeform 33532">
                <a:extLst>
                  <a:ext uri="{FF2B5EF4-FFF2-40B4-BE49-F238E27FC236}">
                    <a16:creationId xmlns:a16="http://schemas.microsoft.com/office/drawing/2014/main" id="{2AABC439-E72F-6BEC-D631-72AC4AAC1010}"/>
                  </a:ext>
                </a:extLst>
              </p:cNvPr>
              <p:cNvSpPr/>
              <p:nvPr/>
            </p:nvSpPr>
            <p:spPr>
              <a:xfrm>
                <a:off x="7824442" y="1104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4" name="Freeform 33533">
                <a:extLst>
                  <a:ext uri="{FF2B5EF4-FFF2-40B4-BE49-F238E27FC236}">
                    <a16:creationId xmlns:a16="http://schemas.microsoft.com/office/drawing/2014/main" id="{F94B73DC-5F5E-86B4-336D-7DA14D4F3E07}"/>
                  </a:ext>
                </a:extLst>
              </p:cNvPr>
              <p:cNvSpPr/>
              <p:nvPr/>
            </p:nvSpPr>
            <p:spPr>
              <a:xfrm>
                <a:off x="7824938" y="1095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5" name="Freeform 33534">
                <a:extLst>
                  <a:ext uri="{FF2B5EF4-FFF2-40B4-BE49-F238E27FC236}">
                    <a16:creationId xmlns:a16="http://schemas.microsoft.com/office/drawing/2014/main" id="{289ED6B4-AF17-46F8-AB30-F5662E4CEF93}"/>
                  </a:ext>
                </a:extLst>
              </p:cNvPr>
              <p:cNvSpPr/>
              <p:nvPr/>
            </p:nvSpPr>
            <p:spPr>
              <a:xfrm>
                <a:off x="7825534" y="1122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6" name="Freeform 33535">
                <a:extLst>
                  <a:ext uri="{FF2B5EF4-FFF2-40B4-BE49-F238E27FC236}">
                    <a16:creationId xmlns:a16="http://schemas.microsoft.com/office/drawing/2014/main" id="{032BD2AD-8519-185F-FDAA-44583518AC8D}"/>
                  </a:ext>
                </a:extLst>
              </p:cNvPr>
              <p:cNvSpPr/>
              <p:nvPr/>
            </p:nvSpPr>
            <p:spPr>
              <a:xfrm>
                <a:off x="7826030" y="1216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7" name="Freeform 33536">
                <a:extLst>
                  <a:ext uri="{FF2B5EF4-FFF2-40B4-BE49-F238E27FC236}">
                    <a16:creationId xmlns:a16="http://schemas.microsoft.com/office/drawing/2014/main" id="{49A82AAE-B2C4-5042-6C58-E4353C3F9793}"/>
                  </a:ext>
                </a:extLst>
              </p:cNvPr>
              <p:cNvSpPr/>
              <p:nvPr/>
            </p:nvSpPr>
            <p:spPr>
              <a:xfrm>
                <a:off x="7826526" y="1261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8" name="Freeform 33537">
                <a:extLst>
                  <a:ext uri="{FF2B5EF4-FFF2-40B4-BE49-F238E27FC236}">
                    <a16:creationId xmlns:a16="http://schemas.microsoft.com/office/drawing/2014/main" id="{0A7E3A25-2B1E-81E6-EB16-2CD4DDA19BC6}"/>
                  </a:ext>
                </a:extLst>
              </p:cNvPr>
              <p:cNvSpPr/>
              <p:nvPr/>
            </p:nvSpPr>
            <p:spPr>
              <a:xfrm>
                <a:off x="7827022" y="1691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39" name="Freeform 33538">
                <a:extLst>
                  <a:ext uri="{FF2B5EF4-FFF2-40B4-BE49-F238E27FC236}">
                    <a16:creationId xmlns:a16="http://schemas.microsoft.com/office/drawing/2014/main" id="{4518AD0C-4E8E-1C8B-B270-428E717248D7}"/>
                  </a:ext>
                </a:extLst>
              </p:cNvPr>
              <p:cNvSpPr/>
              <p:nvPr/>
            </p:nvSpPr>
            <p:spPr>
              <a:xfrm>
                <a:off x="7827617" y="2033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0" name="Freeform 33539">
                <a:extLst>
                  <a:ext uri="{FF2B5EF4-FFF2-40B4-BE49-F238E27FC236}">
                    <a16:creationId xmlns:a16="http://schemas.microsoft.com/office/drawing/2014/main" id="{BE6019CC-FEE2-C8E4-9ACA-85D5DC1B450B}"/>
                  </a:ext>
                </a:extLst>
              </p:cNvPr>
              <p:cNvSpPr/>
              <p:nvPr/>
            </p:nvSpPr>
            <p:spPr>
              <a:xfrm>
                <a:off x="7828113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1" name="Freeform 33540">
                <a:extLst>
                  <a:ext uri="{FF2B5EF4-FFF2-40B4-BE49-F238E27FC236}">
                    <a16:creationId xmlns:a16="http://schemas.microsoft.com/office/drawing/2014/main" id="{1851D122-8100-501E-93C9-CD866FD54A93}"/>
                  </a:ext>
                </a:extLst>
              </p:cNvPr>
              <p:cNvSpPr/>
              <p:nvPr/>
            </p:nvSpPr>
            <p:spPr>
              <a:xfrm>
                <a:off x="7828609" y="20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2" name="Freeform 33541">
                <a:extLst>
                  <a:ext uri="{FF2B5EF4-FFF2-40B4-BE49-F238E27FC236}">
                    <a16:creationId xmlns:a16="http://schemas.microsoft.com/office/drawing/2014/main" id="{B118E7DA-290E-75D5-7043-6E933AAA3418}"/>
                  </a:ext>
                </a:extLst>
              </p:cNvPr>
              <p:cNvSpPr/>
              <p:nvPr/>
            </p:nvSpPr>
            <p:spPr>
              <a:xfrm>
                <a:off x="7829205" y="203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3" name="Freeform 33542">
                <a:extLst>
                  <a:ext uri="{FF2B5EF4-FFF2-40B4-BE49-F238E27FC236}">
                    <a16:creationId xmlns:a16="http://schemas.microsoft.com/office/drawing/2014/main" id="{867C1D16-B575-E6B0-0CFC-416096BC7ADE}"/>
                  </a:ext>
                </a:extLst>
              </p:cNvPr>
              <p:cNvSpPr/>
              <p:nvPr/>
            </p:nvSpPr>
            <p:spPr>
              <a:xfrm>
                <a:off x="7829701" y="2023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4" name="Freeform 33543">
                <a:extLst>
                  <a:ext uri="{FF2B5EF4-FFF2-40B4-BE49-F238E27FC236}">
                    <a16:creationId xmlns:a16="http://schemas.microsoft.com/office/drawing/2014/main" id="{B2A230F6-B9FF-C20E-ADCF-74638C748D5F}"/>
                  </a:ext>
                </a:extLst>
              </p:cNvPr>
              <p:cNvSpPr/>
              <p:nvPr/>
            </p:nvSpPr>
            <p:spPr>
              <a:xfrm>
                <a:off x="7830197" y="2031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5" name="Freeform 33544">
                <a:extLst>
                  <a:ext uri="{FF2B5EF4-FFF2-40B4-BE49-F238E27FC236}">
                    <a16:creationId xmlns:a16="http://schemas.microsoft.com/office/drawing/2014/main" id="{AA01365C-0C4F-EF9D-1A30-0B73D19C0C4A}"/>
                  </a:ext>
                </a:extLst>
              </p:cNvPr>
              <p:cNvSpPr/>
              <p:nvPr/>
            </p:nvSpPr>
            <p:spPr>
              <a:xfrm>
                <a:off x="7830792" y="20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6" name="Freeform 33545">
                <a:extLst>
                  <a:ext uri="{FF2B5EF4-FFF2-40B4-BE49-F238E27FC236}">
                    <a16:creationId xmlns:a16="http://schemas.microsoft.com/office/drawing/2014/main" id="{F5C73A0D-71FA-3628-1058-B5177E205184}"/>
                  </a:ext>
                </a:extLst>
              </p:cNvPr>
              <p:cNvSpPr/>
              <p:nvPr/>
            </p:nvSpPr>
            <p:spPr>
              <a:xfrm>
                <a:off x="7831288" y="204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7" name="Freeform 33546">
                <a:extLst>
                  <a:ext uri="{FF2B5EF4-FFF2-40B4-BE49-F238E27FC236}">
                    <a16:creationId xmlns:a16="http://schemas.microsoft.com/office/drawing/2014/main" id="{12450FDF-9CE0-EFD3-629E-F1A6DE2A84DA}"/>
                  </a:ext>
                </a:extLst>
              </p:cNvPr>
              <p:cNvSpPr/>
              <p:nvPr/>
            </p:nvSpPr>
            <p:spPr>
              <a:xfrm>
                <a:off x="7831784" y="1671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8" name="Freeform 33547">
                <a:extLst>
                  <a:ext uri="{FF2B5EF4-FFF2-40B4-BE49-F238E27FC236}">
                    <a16:creationId xmlns:a16="http://schemas.microsoft.com/office/drawing/2014/main" id="{A0D3A45B-6020-505E-C9E5-FD41EB54EF7B}"/>
                  </a:ext>
                </a:extLst>
              </p:cNvPr>
              <p:cNvSpPr/>
              <p:nvPr/>
            </p:nvSpPr>
            <p:spPr>
              <a:xfrm>
                <a:off x="7832380" y="1523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49" name="Freeform 33548">
                <a:extLst>
                  <a:ext uri="{FF2B5EF4-FFF2-40B4-BE49-F238E27FC236}">
                    <a16:creationId xmlns:a16="http://schemas.microsoft.com/office/drawing/2014/main" id="{EDED1630-1223-F7D2-5E17-7BE880EA9339}"/>
                  </a:ext>
                </a:extLst>
              </p:cNvPr>
              <p:cNvSpPr/>
              <p:nvPr/>
            </p:nvSpPr>
            <p:spPr>
              <a:xfrm>
                <a:off x="7832876" y="1513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0" name="Freeform 33549">
                <a:extLst>
                  <a:ext uri="{FF2B5EF4-FFF2-40B4-BE49-F238E27FC236}">
                    <a16:creationId xmlns:a16="http://schemas.microsoft.com/office/drawing/2014/main" id="{F897ACCF-D18C-D9F7-A50D-1ED54CA79F0E}"/>
                  </a:ext>
                </a:extLst>
              </p:cNvPr>
              <p:cNvSpPr/>
              <p:nvPr/>
            </p:nvSpPr>
            <p:spPr>
              <a:xfrm>
                <a:off x="7833372" y="1539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1" name="Freeform 33550">
                <a:extLst>
                  <a:ext uri="{FF2B5EF4-FFF2-40B4-BE49-F238E27FC236}">
                    <a16:creationId xmlns:a16="http://schemas.microsoft.com/office/drawing/2014/main" id="{265C7F1B-EE43-034B-2D37-B444CC1B7F6D}"/>
                  </a:ext>
                </a:extLst>
              </p:cNvPr>
              <p:cNvSpPr/>
              <p:nvPr/>
            </p:nvSpPr>
            <p:spPr>
              <a:xfrm>
                <a:off x="7833967" y="1445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2" name="Freeform 33551">
                <a:extLst>
                  <a:ext uri="{FF2B5EF4-FFF2-40B4-BE49-F238E27FC236}">
                    <a16:creationId xmlns:a16="http://schemas.microsoft.com/office/drawing/2014/main" id="{2599D8D1-955F-7992-5DAD-578B03A77F3B}"/>
                  </a:ext>
                </a:extLst>
              </p:cNvPr>
              <p:cNvSpPr/>
              <p:nvPr/>
            </p:nvSpPr>
            <p:spPr>
              <a:xfrm>
                <a:off x="7834463" y="1384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3" name="Freeform 33552">
                <a:extLst>
                  <a:ext uri="{FF2B5EF4-FFF2-40B4-BE49-F238E27FC236}">
                    <a16:creationId xmlns:a16="http://schemas.microsoft.com/office/drawing/2014/main" id="{E4024D1D-324E-6DA2-3F7E-94EDF2442E0B}"/>
                  </a:ext>
                </a:extLst>
              </p:cNvPr>
              <p:cNvSpPr/>
              <p:nvPr/>
            </p:nvSpPr>
            <p:spPr>
              <a:xfrm>
                <a:off x="7834959" y="1340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4" name="Freeform 33553">
                <a:extLst>
                  <a:ext uri="{FF2B5EF4-FFF2-40B4-BE49-F238E27FC236}">
                    <a16:creationId xmlns:a16="http://schemas.microsoft.com/office/drawing/2014/main" id="{9D2E50DC-C7D8-4D6A-B98A-3F4B794DEBBC}"/>
                  </a:ext>
                </a:extLst>
              </p:cNvPr>
              <p:cNvSpPr/>
              <p:nvPr/>
            </p:nvSpPr>
            <p:spPr>
              <a:xfrm>
                <a:off x="7835555" y="1237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5" name="Freeform 33554">
                <a:extLst>
                  <a:ext uri="{FF2B5EF4-FFF2-40B4-BE49-F238E27FC236}">
                    <a16:creationId xmlns:a16="http://schemas.microsoft.com/office/drawing/2014/main" id="{9CCB0518-26A8-8596-CF45-94E667346664}"/>
                  </a:ext>
                </a:extLst>
              </p:cNvPr>
              <p:cNvSpPr/>
              <p:nvPr/>
            </p:nvSpPr>
            <p:spPr>
              <a:xfrm>
                <a:off x="7836051" y="1160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6" name="Freeform 33555">
                <a:extLst>
                  <a:ext uri="{FF2B5EF4-FFF2-40B4-BE49-F238E27FC236}">
                    <a16:creationId xmlns:a16="http://schemas.microsoft.com/office/drawing/2014/main" id="{02717EC3-B5F9-32FB-BBC3-EC44CD459EE2}"/>
                  </a:ext>
                </a:extLst>
              </p:cNvPr>
              <p:cNvSpPr/>
              <p:nvPr/>
            </p:nvSpPr>
            <p:spPr>
              <a:xfrm>
                <a:off x="7836547" y="1109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7" name="Freeform 33556">
                <a:extLst>
                  <a:ext uri="{FF2B5EF4-FFF2-40B4-BE49-F238E27FC236}">
                    <a16:creationId xmlns:a16="http://schemas.microsoft.com/office/drawing/2014/main" id="{C425BBD9-D180-1824-D26A-4590FF38B8C0}"/>
                  </a:ext>
                </a:extLst>
              </p:cNvPr>
              <p:cNvSpPr/>
              <p:nvPr/>
            </p:nvSpPr>
            <p:spPr>
              <a:xfrm>
                <a:off x="7837142" y="1085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8" name="Freeform 33557">
                <a:extLst>
                  <a:ext uri="{FF2B5EF4-FFF2-40B4-BE49-F238E27FC236}">
                    <a16:creationId xmlns:a16="http://schemas.microsoft.com/office/drawing/2014/main" id="{4F9F119F-1DA7-E5A3-C5EB-412C0A3E7663}"/>
                  </a:ext>
                </a:extLst>
              </p:cNvPr>
              <p:cNvSpPr/>
              <p:nvPr/>
            </p:nvSpPr>
            <p:spPr>
              <a:xfrm>
                <a:off x="7837638" y="1009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59" name="Freeform 33558">
                <a:extLst>
                  <a:ext uri="{FF2B5EF4-FFF2-40B4-BE49-F238E27FC236}">
                    <a16:creationId xmlns:a16="http://schemas.microsoft.com/office/drawing/2014/main" id="{F6F1BD44-382D-DAA0-0242-CDB837BF5361}"/>
                  </a:ext>
                </a:extLst>
              </p:cNvPr>
              <p:cNvSpPr/>
              <p:nvPr/>
            </p:nvSpPr>
            <p:spPr>
              <a:xfrm>
                <a:off x="7838134" y="96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0" name="Freeform 33559">
                <a:extLst>
                  <a:ext uri="{FF2B5EF4-FFF2-40B4-BE49-F238E27FC236}">
                    <a16:creationId xmlns:a16="http://schemas.microsoft.com/office/drawing/2014/main" id="{BC2DC161-75BF-7639-8FAF-5A1B4128DAE8}"/>
                  </a:ext>
                </a:extLst>
              </p:cNvPr>
              <p:cNvSpPr/>
              <p:nvPr/>
            </p:nvSpPr>
            <p:spPr>
              <a:xfrm>
                <a:off x="7838630" y="1000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1" name="Freeform 33560">
                <a:extLst>
                  <a:ext uri="{FF2B5EF4-FFF2-40B4-BE49-F238E27FC236}">
                    <a16:creationId xmlns:a16="http://schemas.microsoft.com/office/drawing/2014/main" id="{85E9637A-29A6-69AF-F6BD-5D7FCD02DD30}"/>
                  </a:ext>
                </a:extLst>
              </p:cNvPr>
              <p:cNvSpPr/>
              <p:nvPr/>
            </p:nvSpPr>
            <p:spPr>
              <a:xfrm>
                <a:off x="7839226" y="1026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2" name="Freeform 33561">
                <a:extLst>
                  <a:ext uri="{FF2B5EF4-FFF2-40B4-BE49-F238E27FC236}">
                    <a16:creationId xmlns:a16="http://schemas.microsoft.com/office/drawing/2014/main" id="{F6295408-5CDB-67B8-3551-DA4E2C75F41C}"/>
                  </a:ext>
                </a:extLst>
              </p:cNvPr>
              <p:cNvSpPr/>
              <p:nvPr/>
            </p:nvSpPr>
            <p:spPr>
              <a:xfrm>
                <a:off x="7839722" y="1922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3" name="Freeform 33562">
                <a:extLst>
                  <a:ext uri="{FF2B5EF4-FFF2-40B4-BE49-F238E27FC236}">
                    <a16:creationId xmlns:a16="http://schemas.microsoft.com/office/drawing/2014/main" id="{15276C2F-00E8-E41C-12AB-614403906D20}"/>
                  </a:ext>
                </a:extLst>
              </p:cNvPr>
              <p:cNvSpPr/>
              <p:nvPr/>
            </p:nvSpPr>
            <p:spPr>
              <a:xfrm>
                <a:off x="7840218" y="2130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4" name="Freeform 33563">
                <a:extLst>
                  <a:ext uri="{FF2B5EF4-FFF2-40B4-BE49-F238E27FC236}">
                    <a16:creationId xmlns:a16="http://schemas.microsoft.com/office/drawing/2014/main" id="{DE5DF3A4-98E7-B32A-014B-22BFA5FAD139}"/>
                  </a:ext>
                </a:extLst>
              </p:cNvPr>
              <p:cNvSpPr/>
              <p:nvPr/>
            </p:nvSpPr>
            <p:spPr>
              <a:xfrm>
                <a:off x="7840813" y="2167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5" name="Freeform 33564">
                <a:extLst>
                  <a:ext uri="{FF2B5EF4-FFF2-40B4-BE49-F238E27FC236}">
                    <a16:creationId xmlns:a16="http://schemas.microsoft.com/office/drawing/2014/main" id="{562A3891-BBE6-AADE-8957-D435C74B67FD}"/>
                  </a:ext>
                </a:extLst>
              </p:cNvPr>
              <p:cNvSpPr/>
              <p:nvPr/>
            </p:nvSpPr>
            <p:spPr>
              <a:xfrm>
                <a:off x="7841309" y="2166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6" name="Freeform 33565">
                <a:extLst>
                  <a:ext uri="{FF2B5EF4-FFF2-40B4-BE49-F238E27FC236}">
                    <a16:creationId xmlns:a16="http://schemas.microsoft.com/office/drawing/2014/main" id="{7BCDD73C-42C8-2BAF-602F-F921F33D9AB3}"/>
                  </a:ext>
                </a:extLst>
              </p:cNvPr>
              <p:cNvSpPr/>
              <p:nvPr/>
            </p:nvSpPr>
            <p:spPr>
              <a:xfrm>
                <a:off x="7841805" y="2165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7" name="Freeform 33566">
                <a:extLst>
                  <a:ext uri="{FF2B5EF4-FFF2-40B4-BE49-F238E27FC236}">
                    <a16:creationId xmlns:a16="http://schemas.microsoft.com/office/drawing/2014/main" id="{0FC08B72-310D-BDB4-9828-0644F73452EC}"/>
                  </a:ext>
                </a:extLst>
              </p:cNvPr>
              <p:cNvSpPr/>
              <p:nvPr/>
            </p:nvSpPr>
            <p:spPr>
              <a:xfrm>
                <a:off x="7842401" y="215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8" name="Freeform 33567">
                <a:extLst>
                  <a:ext uri="{FF2B5EF4-FFF2-40B4-BE49-F238E27FC236}">
                    <a16:creationId xmlns:a16="http://schemas.microsoft.com/office/drawing/2014/main" id="{C42C93EB-445A-97F8-6DAD-3E40683C95FB}"/>
                  </a:ext>
                </a:extLst>
              </p:cNvPr>
              <p:cNvSpPr/>
              <p:nvPr/>
            </p:nvSpPr>
            <p:spPr>
              <a:xfrm>
                <a:off x="7842897" y="2171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69" name="Freeform 33568">
                <a:extLst>
                  <a:ext uri="{FF2B5EF4-FFF2-40B4-BE49-F238E27FC236}">
                    <a16:creationId xmlns:a16="http://schemas.microsoft.com/office/drawing/2014/main" id="{13DE8541-64D4-F130-1D7E-C8BE3E451895}"/>
                  </a:ext>
                </a:extLst>
              </p:cNvPr>
              <p:cNvSpPr/>
              <p:nvPr/>
            </p:nvSpPr>
            <p:spPr>
              <a:xfrm>
                <a:off x="7843393" y="2180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0" name="Freeform 33569">
                <a:extLst>
                  <a:ext uri="{FF2B5EF4-FFF2-40B4-BE49-F238E27FC236}">
                    <a16:creationId xmlns:a16="http://schemas.microsoft.com/office/drawing/2014/main" id="{A67DA7D9-1089-9AA7-F2B3-15700AE891C9}"/>
                  </a:ext>
                </a:extLst>
              </p:cNvPr>
              <p:cNvSpPr/>
              <p:nvPr/>
            </p:nvSpPr>
            <p:spPr>
              <a:xfrm>
                <a:off x="7843988" y="2165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1" name="Freeform 33570">
                <a:extLst>
                  <a:ext uri="{FF2B5EF4-FFF2-40B4-BE49-F238E27FC236}">
                    <a16:creationId xmlns:a16="http://schemas.microsoft.com/office/drawing/2014/main" id="{A5EDC495-400F-336B-559F-20235647A896}"/>
                  </a:ext>
                </a:extLst>
              </p:cNvPr>
              <p:cNvSpPr/>
              <p:nvPr/>
            </p:nvSpPr>
            <p:spPr>
              <a:xfrm>
                <a:off x="7844484" y="1674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2" name="Freeform 33571">
                <a:extLst>
                  <a:ext uri="{FF2B5EF4-FFF2-40B4-BE49-F238E27FC236}">
                    <a16:creationId xmlns:a16="http://schemas.microsoft.com/office/drawing/2014/main" id="{71C8DA39-B7AF-6C3E-1FC2-9C3F72B58F18}"/>
                  </a:ext>
                </a:extLst>
              </p:cNvPr>
              <p:cNvSpPr/>
              <p:nvPr/>
            </p:nvSpPr>
            <p:spPr>
              <a:xfrm>
                <a:off x="7844980" y="1632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3" name="Freeform 33572">
                <a:extLst>
                  <a:ext uri="{FF2B5EF4-FFF2-40B4-BE49-F238E27FC236}">
                    <a16:creationId xmlns:a16="http://schemas.microsoft.com/office/drawing/2014/main" id="{E6AAB7A8-9E69-3DD6-5D79-E16002CCD03B}"/>
                  </a:ext>
                </a:extLst>
              </p:cNvPr>
              <p:cNvSpPr/>
              <p:nvPr/>
            </p:nvSpPr>
            <p:spPr>
              <a:xfrm>
                <a:off x="7845576" y="1642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4" name="Freeform 33573">
                <a:extLst>
                  <a:ext uri="{FF2B5EF4-FFF2-40B4-BE49-F238E27FC236}">
                    <a16:creationId xmlns:a16="http://schemas.microsoft.com/office/drawing/2014/main" id="{426211E1-273E-5CD1-BF4E-6C84F298D099}"/>
                  </a:ext>
                </a:extLst>
              </p:cNvPr>
              <p:cNvSpPr/>
              <p:nvPr/>
            </p:nvSpPr>
            <p:spPr>
              <a:xfrm>
                <a:off x="7846072" y="1649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5" name="Freeform 33574">
                <a:extLst>
                  <a:ext uri="{FF2B5EF4-FFF2-40B4-BE49-F238E27FC236}">
                    <a16:creationId xmlns:a16="http://schemas.microsoft.com/office/drawing/2014/main" id="{D2D89461-A135-ADAA-A9A1-696C3A1EEDAE}"/>
                  </a:ext>
                </a:extLst>
              </p:cNvPr>
              <p:cNvSpPr/>
              <p:nvPr/>
            </p:nvSpPr>
            <p:spPr>
              <a:xfrm>
                <a:off x="7846568" y="1580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6" name="Freeform 33575">
                <a:extLst>
                  <a:ext uri="{FF2B5EF4-FFF2-40B4-BE49-F238E27FC236}">
                    <a16:creationId xmlns:a16="http://schemas.microsoft.com/office/drawing/2014/main" id="{01762040-E14D-E134-356E-4204458DC74A}"/>
                  </a:ext>
                </a:extLst>
              </p:cNvPr>
              <p:cNvSpPr/>
              <p:nvPr/>
            </p:nvSpPr>
            <p:spPr>
              <a:xfrm>
                <a:off x="7847163" y="1568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7" name="Freeform 33576">
                <a:extLst>
                  <a:ext uri="{FF2B5EF4-FFF2-40B4-BE49-F238E27FC236}">
                    <a16:creationId xmlns:a16="http://schemas.microsoft.com/office/drawing/2014/main" id="{14140431-2E55-C71C-16A2-D44EAF4B3B8D}"/>
                  </a:ext>
                </a:extLst>
              </p:cNvPr>
              <p:cNvSpPr/>
              <p:nvPr/>
            </p:nvSpPr>
            <p:spPr>
              <a:xfrm>
                <a:off x="7847659" y="1526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8" name="Freeform 33577">
                <a:extLst>
                  <a:ext uri="{FF2B5EF4-FFF2-40B4-BE49-F238E27FC236}">
                    <a16:creationId xmlns:a16="http://schemas.microsoft.com/office/drawing/2014/main" id="{6E1EE817-7F3E-7D0B-077E-F4E0664DA898}"/>
                  </a:ext>
                </a:extLst>
              </p:cNvPr>
              <p:cNvSpPr/>
              <p:nvPr/>
            </p:nvSpPr>
            <p:spPr>
              <a:xfrm>
                <a:off x="7848155" y="1481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79" name="Freeform 33578">
                <a:extLst>
                  <a:ext uri="{FF2B5EF4-FFF2-40B4-BE49-F238E27FC236}">
                    <a16:creationId xmlns:a16="http://schemas.microsoft.com/office/drawing/2014/main" id="{3D7FE124-8832-CFDF-88E0-9DEC2A93C96B}"/>
                  </a:ext>
                </a:extLst>
              </p:cNvPr>
              <p:cNvSpPr/>
              <p:nvPr/>
            </p:nvSpPr>
            <p:spPr>
              <a:xfrm>
                <a:off x="7848751" y="1337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0" name="Freeform 33579">
                <a:extLst>
                  <a:ext uri="{FF2B5EF4-FFF2-40B4-BE49-F238E27FC236}">
                    <a16:creationId xmlns:a16="http://schemas.microsoft.com/office/drawing/2014/main" id="{28D488A6-D2CA-1C47-71A3-D78A4B535704}"/>
                  </a:ext>
                </a:extLst>
              </p:cNvPr>
              <p:cNvSpPr/>
              <p:nvPr/>
            </p:nvSpPr>
            <p:spPr>
              <a:xfrm>
                <a:off x="7849247" y="12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1" name="Freeform 33580">
                <a:extLst>
                  <a:ext uri="{FF2B5EF4-FFF2-40B4-BE49-F238E27FC236}">
                    <a16:creationId xmlns:a16="http://schemas.microsoft.com/office/drawing/2014/main" id="{225B171F-970C-9FCE-C673-61A9803A1A4B}"/>
                  </a:ext>
                </a:extLst>
              </p:cNvPr>
              <p:cNvSpPr/>
              <p:nvPr/>
            </p:nvSpPr>
            <p:spPr>
              <a:xfrm>
                <a:off x="7849743" y="1242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2" name="Freeform 33581">
                <a:extLst>
                  <a:ext uri="{FF2B5EF4-FFF2-40B4-BE49-F238E27FC236}">
                    <a16:creationId xmlns:a16="http://schemas.microsoft.com/office/drawing/2014/main" id="{E8BD8743-3CFD-A946-2958-7FEB05E2582E}"/>
                  </a:ext>
                </a:extLst>
              </p:cNvPr>
              <p:cNvSpPr/>
              <p:nvPr/>
            </p:nvSpPr>
            <p:spPr>
              <a:xfrm>
                <a:off x="7850239" y="1213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3" name="Freeform 33582">
                <a:extLst>
                  <a:ext uri="{FF2B5EF4-FFF2-40B4-BE49-F238E27FC236}">
                    <a16:creationId xmlns:a16="http://schemas.microsoft.com/office/drawing/2014/main" id="{A9D27D83-B522-A52D-A682-B5BAA289BE21}"/>
                  </a:ext>
                </a:extLst>
              </p:cNvPr>
              <p:cNvSpPr/>
              <p:nvPr/>
            </p:nvSpPr>
            <p:spPr>
              <a:xfrm>
                <a:off x="7850834" y="11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4" name="Freeform 33583">
                <a:extLst>
                  <a:ext uri="{FF2B5EF4-FFF2-40B4-BE49-F238E27FC236}">
                    <a16:creationId xmlns:a16="http://schemas.microsoft.com/office/drawing/2014/main" id="{AC71FAE0-F9BD-A222-727A-0848FDB15B38}"/>
                  </a:ext>
                </a:extLst>
              </p:cNvPr>
              <p:cNvSpPr/>
              <p:nvPr/>
            </p:nvSpPr>
            <p:spPr>
              <a:xfrm>
                <a:off x="7851330" y="1193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5" name="Freeform 33584">
                <a:extLst>
                  <a:ext uri="{FF2B5EF4-FFF2-40B4-BE49-F238E27FC236}">
                    <a16:creationId xmlns:a16="http://schemas.microsoft.com/office/drawing/2014/main" id="{9A63BDB1-622A-4955-1C3B-FDB8BB98A135}"/>
                  </a:ext>
                </a:extLst>
              </p:cNvPr>
              <p:cNvSpPr/>
              <p:nvPr/>
            </p:nvSpPr>
            <p:spPr>
              <a:xfrm>
                <a:off x="7851827" y="1186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6" name="Freeform 33585">
                <a:extLst>
                  <a:ext uri="{FF2B5EF4-FFF2-40B4-BE49-F238E27FC236}">
                    <a16:creationId xmlns:a16="http://schemas.microsoft.com/office/drawing/2014/main" id="{042B14C9-7A52-D3C5-99A3-61EF9D03CFC4}"/>
                  </a:ext>
                </a:extLst>
              </p:cNvPr>
              <p:cNvSpPr/>
              <p:nvPr/>
            </p:nvSpPr>
            <p:spPr>
              <a:xfrm>
                <a:off x="7852422" y="1839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7" name="Freeform 33586">
                <a:extLst>
                  <a:ext uri="{FF2B5EF4-FFF2-40B4-BE49-F238E27FC236}">
                    <a16:creationId xmlns:a16="http://schemas.microsoft.com/office/drawing/2014/main" id="{42A9B789-DE87-D5D9-FE99-B275C30AEC12}"/>
                  </a:ext>
                </a:extLst>
              </p:cNvPr>
              <p:cNvSpPr/>
              <p:nvPr/>
            </p:nvSpPr>
            <p:spPr>
              <a:xfrm>
                <a:off x="7852918" y="2179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8" name="Freeform 33587">
                <a:extLst>
                  <a:ext uri="{FF2B5EF4-FFF2-40B4-BE49-F238E27FC236}">
                    <a16:creationId xmlns:a16="http://schemas.microsoft.com/office/drawing/2014/main" id="{97D7890D-1609-1FED-55F3-3872EA359DD5}"/>
                  </a:ext>
                </a:extLst>
              </p:cNvPr>
              <p:cNvSpPr/>
              <p:nvPr/>
            </p:nvSpPr>
            <p:spPr>
              <a:xfrm>
                <a:off x="7853414" y="220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89" name="Freeform 33588">
                <a:extLst>
                  <a:ext uri="{FF2B5EF4-FFF2-40B4-BE49-F238E27FC236}">
                    <a16:creationId xmlns:a16="http://schemas.microsoft.com/office/drawing/2014/main" id="{6A5573D3-3762-E949-0CE2-188F4D1AC7DE}"/>
                  </a:ext>
                </a:extLst>
              </p:cNvPr>
              <p:cNvSpPr/>
              <p:nvPr/>
            </p:nvSpPr>
            <p:spPr>
              <a:xfrm>
                <a:off x="7854009" y="2207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0" name="Freeform 33589">
                <a:extLst>
                  <a:ext uri="{FF2B5EF4-FFF2-40B4-BE49-F238E27FC236}">
                    <a16:creationId xmlns:a16="http://schemas.microsoft.com/office/drawing/2014/main" id="{E0C89D97-0DCC-7B10-39DA-AE4A1F0D1E45}"/>
                  </a:ext>
                </a:extLst>
              </p:cNvPr>
              <p:cNvSpPr/>
              <p:nvPr/>
            </p:nvSpPr>
            <p:spPr>
              <a:xfrm>
                <a:off x="7854505" y="219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1" name="Freeform 33590">
                <a:extLst>
                  <a:ext uri="{FF2B5EF4-FFF2-40B4-BE49-F238E27FC236}">
                    <a16:creationId xmlns:a16="http://schemas.microsoft.com/office/drawing/2014/main" id="{37769E66-3348-FC02-F620-0AE2B4A2F53D}"/>
                  </a:ext>
                </a:extLst>
              </p:cNvPr>
              <p:cNvSpPr/>
              <p:nvPr/>
            </p:nvSpPr>
            <p:spPr>
              <a:xfrm>
                <a:off x="7855002" y="2195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2" name="Freeform 33591">
                <a:extLst>
                  <a:ext uri="{FF2B5EF4-FFF2-40B4-BE49-F238E27FC236}">
                    <a16:creationId xmlns:a16="http://schemas.microsoft.com/office/drawing/2014/main" id="{3C491446-017E-E42F-D8EB-C1394457E221}"/>
                  </a:ext>
                </a:extLst>
              </p:cNvPr>
              <p:cNvSpPr/>
              <p:nvPr/>
            </p:nvSpPr>
            <p:spPr>
              <a:xfrm>
                <a:off x="7855597" y="2201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3" name="Freeform 33592">
                <a:extLst>
                  <a:ext uri="{FF2B5EF4-FFF2-40B4-BE49-F238E27FC236}">
                    <a16:creationId xmlns:a16="http://schemas.microsoft.com/office/drawing/2014/main" id="{EC4E4204-B21D-6BA7-46E9-F9D49C06A097}"/>
                  </a:ext>
                </a:extLst>
              </p:cNvPr>
              <p:cNvSpPr/>
              <p:nvPr/>
            </p:nvSpPr>
            <p:spPr>
              <a:xfrm>
                <a:off x="7856093" y="2210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4" name="Freeform 33593">
                <a:extLst>
                  <a:ext uri="{FF2B5EF4-FFF2-40B4-BE49-F238E27FC236}">
                    <a16:creationId xmlns:a16="http://schemas.microsoft.com/office/drawing/2014/main" id="{DD4BF6B1-BD61-9371-B0A8-B8C93583A8AD}"/>
                  </a:ext>
                </a:extLst>
              </p:cNvPr>
              <p:cNvSpPr/>
              <p:nvPr/>
            </p:nvSpPr>
            <p:spPr>
              <a:xfrm>
                <a:off x="7856589" y="2195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5" name="Freeform 33594">
                <a:extLst>
                  <a:ext uri="{FF2B5EF4-FFF2-40B4-BE49-F238E27FC236}">
                    <a16:creationId xmlns:a16="http://schemas.microsoft.com/office/drawing/2014/main" id="{F50B0834-75C5-A1D0-A450-4A7CA0DB268E}"/>
                  </a:ext>
                </a:extLst>
              </p:cNvPr>
              <p:cNvSpPr/>
              <p:nvPr/>
            </p:nvSpPr>
            <p:spPr>
              <a:xfrm>
                <a:off x="7857184" y="1570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6" name="Freeform 33595">
                <a:extLst>
                  <a:ext uri="{FF2B5EF4-FFF2-40B4-BE49-F238E27FC236}">
                    <a16:creationId xmlns:a16="http://schemas.microsoft.com/office/drawing/2014/main" id="{D0140BF2-1349-5618-F8A9-A8A0555149F7}"/>
                  </a:ext>
                </a:extLst>
              </p:cNvPr>
              <p:cNvSpPr/>
              <p:nvPr/>
            </p:nvSpPr>
            <p:spPr>
              <a:xfrm>
                <a:off x="7857680" y="1406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7" name="Freeform 33596">
                <a:extLst>
                  <a:ext uri="{FF2B5EF4-FFF2-40B4-BE49-F238E27FC236}">
                    <a16:creationId xmlns:a16="http://schemas.microsoft.com/office/drawing/2014/main" id="{2598BD5A-1C96-70B9-9059-1DC823684109}"/>
                  </a:ext>
                </a:extLst>
              </p:cNvPr>
              <p:cNvSpPr/>
              <p:nvPr/>
            </p:nvSpPr>
            <p:spPr>
              <a:xfrm>
                <a:off x="7858177" y="1421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8" name="Freeform 33597">
                <a:extLst>
                  <a:ext uri="{FF2B5EF4-FFF2-40B4-BE49-F238E27FC236}">
                    <a16:creationId xmlns:a16="http://schemas.microsoft.com/office/drawing/2014/main" id="{0444CFAB-F6BB-EA0E-679B-92D0BBA86A08}"/>
                  </a:ext>
                </a:extLst>
              </p:cNvPr>
              <p:cNvSpPr/>
              <p:nvPr/>
            </p:nvSpPr>
            <p:spPr>
              <a:xfrm>
                <a:off x="7858772" y="1465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99" name="Freeform 33598">
                <a:extLst>
                  <a:ext uri="{FF2B5EF4-FFF2-40B4-BE49-F238E27FC236}">
                    <a16:creationId xmlns:a16="http://schemas.microsoft.com/office/drawing/2014/main" id="{E3BEF888-24A4-8CA1-8621-7408F604C151}"/>
                  </a:ext>
                </a:extLst>
              </p:cNvPr>
              <p:cNvSpPr/>
              <p:nvPr/>
            </p:nvSpPr>
            <p:spPr>
              <a:xfrm>
                <a:off x="7859268" y="1441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0" name="Freeform 33599">
                <a:extLst>
                  <a:ext uri="{FF2B5EF4-FFF2-40B4-BE49-F238E27FC236}">
                    <a16:creationId xmlns:a16="http://schemas.microsoft.com/office/drawing/2014/main" id="{6D649CA9-729C-5162-2E16-FFF74E54A83D}"/>
                  </a:ext>
                </a:extLst>
              </p:cNvPr>
              <p:cNvSpPr/>
              <p:nvPr/>
            </p:nvSpPr>
            <p:spPr>
              <a:xfrm>
                <a:off x="7859764" y="1398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1" name="Freeform 33600">
                <a:extLst>
                  <a:ext uri="{FF2B5EF4-FFF2-40B4-BE49-F238E27FC236}">
                    <a16:creationId xmlns:a16="http://schemas.microsoft.com/office/drawing/2014/main" id="{DE7D33B0-5057-1E7E-0BAE-3C92BD0DC672}"/>
                  </a:ext>
                </a:extLst>
              </p:cNvPr>
              <p:cNvSpPr/>
              <p:nvPr/>
            </p:nvSpPr>
            <p:spPr>
              <a:xfrm>
                <a:off x="7860359" y="1315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2" name="Freeform 33601">
                <a:extLst>
                  <a:ext uri="{FF2B5EF4-FFF2-40B4-BE49-F238E27FC236}">
                    <a16:creationId xmlns:a16="http://schemas.microsoft.com/office/drawing/2014/main" id="{B3F795BC-B295-C088-CDF0-B2554D79AFEC}"/>
                  </a:ext>
                </a:extLst>
              </p:cNvPr>
              <p:cNvSpPr/>
              <p:nvPr/>
            </p:nvSpPr>
            <p:spPr>
              <a:xfrm>
                <a:off x="7860855" y="1244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3" name="Freeform 33602">
                <a:extLst>
                  <a:ext uri="{FF2B5EF4-FFF2-40B4-BE49-F238E27FC236}">
                    <a16:creationId xmlns:a16="http://schemas.microsoft.com/office/drawing/2014/main" id="{0F8AF80C-177E-8020-3049-F2F0AB6503A5}"/>
                  </a:ext>
                </a:extLst>
              </p:cNvPr>
              <p:cNvSpPr/>
              <p:nvPr/>
            </p:nvSpPr>
            <p:spPr>
              <a:xfrm>
                <a:off x="7861352" y="1167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4" name="Freeform 33603">
                <a:extLst>
                  <a:ext uri="{FF2B5EF4-FFF2-40B4-BE49-F238E27FC236}">
                    <a16:creationId xmlns:a16="http://schemas.microsoft.com/office/drawing/2014/main" id="{EDA51464-D916-EADE-4329-8FBF5E86694C}"/>
                  </a:ext>
                </a:extLst>
              </p:cNvPr>
              <p:cNvSpPr/>
              <p:nvPr/>
            </p:nvSpPr>
            <p:spPr>
              <a:xfrm>
                <a:off x="7861947" y="1093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5" name="Freeform 33604">
                <a:extLst>
                  <a:ext uri="{FF2B5EF4-FFF2-40B4-BE49-F238E27FC236}">
                    <a16:creationId xmlns:a16="http://schemas.microsoft.com/office/drawing/2014/main" id="{600F0C09-3437-F73B-D11A-1290AF30856E}"/>
                  </a:ext>
                </a:extLst>
              </p:cNvPr>
              <p:cNvSpPr/>
              <p:nvPr/>
            </p:nvSpPr>
            <p:spPr>
              <a:xfrm>
                <a:off x="7862443" y="1043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6" name="Freeform 33605">
                <a:extLst>
                  <a:ext uri="{FF2B5EF4-FFF2-40B4-BE49-F238E27FC236}">
                    <a16:creationId xmlns:a16="http://schemas.microsoft.com/office/drawing/2014/main" id="{C16374AD-789C-0953-AF8D-EAC61AF6A499}"/>
                  </a:ext>
                </a:extLst>
              </p:cNvPr>
              <p:cNvSpPr/>
              <p:nvPr/>
            </p:nvSpPr>
            <p:spPr>
              <a:xfrm>
                <a:off x="7862939" y="1019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7" name="Freeform 33606">
                <a:extLst>
                  <a:ext uri="{FF2B5EF4-FFF2-40B4-BE49-F238E27FC236}">
                    <a16:creationId xmlns:a16="http://schemas.microsoft.com/office/drawing/2014/main" id="{1C77F957-2E5E-6C16-524B-721193096E28}"/>
                  </a:ext>
                </a:extLst>
              </p:cNvPr>
              <p:cNvSpPr/>
              <p:nvPr/>
            </p:nvSpPr>
            <p:spPr>
              <a:xfrm>
                <a:off x="7863435" y="1028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8" name="Freeform 33607">
                <a:extLst>
                  <a:ext uri="{FF2B5EF4-FFF2-40B4-BE49-F238E27FC236}">
                    <a16:creationId xmlns:a16="http://schemas.microsoft.com/office/drawing/2014/main" id="{8840605F-1448-B83C-F0F7-571B15537027}"/>
                  </a:ext>
                </a:extLst>
              </p:cNvPr>
              <p:cNvSpPr/>
              <p:nvPr/>
            </p:nvSpPr>
            <p:spPr>
              <a:xfrm>
                <a:off x="7864030" y="1084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09" name="Freeform 33608">
                <a:extLst>
                  <a:ext uri="{FF2B5EF4-FFF2-40B4-BE49-F238E27FC236}">
                    <a16:creationId xmlns:a16="http://schemas.microsoft.com/office/drawing/2014/main" id="{7C46DF1C-C896-0FE7-109E-A7586DA0D388}"/>
                  </a:ext>
                </a:extLst>
              </p:cNvPr>
              <p:cNvSpPr/>
              <p:nvPr/>
            </p:nvSpPr>
            <p:spPr>
              <a:xfrm>
                <a:off x="7864527" y="1141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0" name="Freeform 33609">
                <a:extLst>
                  <a:ext uri="{FF2B5EF4-FFF2-40B4-BE49-F238E27FC236}">
                    <a16:creationId xmlns:a16="http://schemas.microsoft.com/office/drawing/2014/main" id="{F981FD13-C92F-3C63-9D12-8F413363691C}"/>
                  </a:ext>
                </a:extLst>
              </p:cNvPr>
              <p:cNvSpPr/>
              <p:nvPr/>
            </p:nvSpPr>
            <p:spPr>
              <a:xfrm>
                <a:off x="7865023" y="1627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1" name="Freeform 33610">
                <a:extLst>
                  <a:ext uri="{FF2B5EF4-FFF2-40B4-BE49-F238E27FC236}">
                    <a16:creationId xmlns:a16="http://schemas.microsoft.com/office/drawing/2014/main" id="{FCF514AA-C990-A55B-995B-827DBD86DD62}"/>
                  </a:ext>
                </a:extLst>
              </p:cNvPr>
              <p:cNvSpPr/>
              <p:nvPr/>
            </p:nvSpPr>
            <p:spPr>
              <a:xfrm>
                <a:off x="7865618" y="2079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2" name="Freeform 33611">
                <a:extLst>
                  <a:ext uri="{FF2B5EF4-FFF2-40B4-BE49-F238E27FC236}">
                    <a16:creationId xmlns:a16="http://schemas.microsoft.com/office/drawing/2014/main" id="{77E246C4-ED42-30AF-886A-431FFC7513BD}"/>
                  </a:ext>
                </a:extLst>
              </p:cNvPr>
              <p:cNvSpPr/>
              <p:nvPr/>
            </p:nvSpPr>
            <p:spPr>
              <a:xfrm>
                <a:off x="7866114" y="2111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3" name="Freeform 33612">
                <a:extLst>
                  <a:ext uri="{FF2B5EF4-FFF2-40B4-BE49-F238E27FC236}">
                    <a16:creationId xmlns:a16="http://schemas.microsoft.com/office/drawing/2014/main" id="{45261F22-5C72-9A44-230A-795D0F7E0FC2}"/>
                  </a:ext>
                </a:extLst>
              </p:cNvPr>
              <p:cNvSpPr/>
              <p:nvPr/>
            </p:nvSpPr>
            <p:spPr>
              <a:xfrm>
                <a:off x="7866610" y="2093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4" name="Freeform 33613">
                <a:extLst>
                  <a:ext uri="{FF2B5EF4-FFF2-40B4-BE49-F238E27FC236}">
                    <a16:creationId xmlns:a16="http://schemas.microsoft.com/office/drawing/2014/main" id="{24B0864F-3004-049D-EB1E-A9219F68ABE6}"/>
                  </a:ext>
                </a:extLst>
              </p:cNvPr>
              <p:cNvSpPr/>
              <p:nvPr/>
            </p:nvSpPr>
            <p:spPr>
              <a:xfrm>
                <a:off x="7867205" y="208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5" name="Freeform 33614">
                <a:extLst>
                  <a:ext uri="{FF2B5EF4-FFF2-40B4-BE49-F238E27FC236}">
                    <a16:creationId xmlns:a16="http://schemas.microsoft.com/office/drawing/2014/main" id="{B3966B2D-4A90-0662-4A1B-5A290CC1DCCD}"/>
                  </a:ext>
                </a:extLst>
              </p:cNvPr>
              <p:cNvSpPr/>
              <p:nvPr/>
            </p:nvSpPr>
            <p:spPr>
              <a:xfrm>
                <a:off x="7867702" y="2084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6" name="Freeform 33615">
                <a:extLst>
                  <a:ext uri="{FF2B5EF4-FFF2-40B4-BE49-F238E27FC236}">
                    <a16:creationId xmlns:a16="http://schemas.microsoft.com/office/drawing/2014/main" id="{F6A44B62-41B8-8F6D-8F96-18DA7D0F5A91}"/>
                  </a:ext>
                </a:extLst>
              </p:cNvPr>
              <p:cNvSpPr/>
              <p:nvPr/>
            </p:nvSpPr>
            <p:spPr>
              <a:xfrm>
                <a:off x="7868198" y="2087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7" name="Freeform 33616">
                <a:extLst>
                  <a:ext uri="{FF2B5EF4-FFF2-40B4-BE49-F238E27FC236}">
                    <a16:creationId xmlns:a16="http://schemas.microsoft.com/office/drawing/2014/main" id="{A7C9DCDE-C13F-E38E-6F8E-CC928280CE87}"/>
                  </a:ext>
                </a:extLst>
              </p:cNvPr>
              <p:cNvSpPr/>
              <p:nvPr/>
            </p:nvSpPr>
            <p:spPr>
              <a:xfrm>
                <a:off x="7868793" y="209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8" name="Freeform 33617">
                <a:extLst>
                  <a:ext uri="{FF2B5EF4-FFF2-40B4-BE49-F238E27FC236}">
                    <a16:creationId xmlns:a16="http://schemas.microsoft.com/office/drawing/2014/main" id="{56ECA520-767C-EA83-1DCC-993D7BAE69ED}"/>
                  </a:ext>
                </a:extLst>
              </p:cNvPr>
              <p:cNvSpPr/>
              <p:nvPr/>
            </p:nvSpPr>
            <p:spPr>
              <a:xfrm>
                <a:off x="7869289" y="2083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19" name="Freeform 33618">
                <a:extLst>
                  <a:ext uri="{FF2B5EF4-FFF2-40B4-BE49-F238E27FC236}">
                    <a16:creationId xmlns:a16="http://schemas.microsoft.com/office/drawing/2014/main" id="{8B1E435F-4CA4-4851-CB82-0E480A240C0C}"/>
                  </a:ext>
                </a:extLst>
              </p:cNvPr>
              <p:cNvSpPr/>
              <p:nvPr/>
            </p:nvSpPr>
            <p:spPr>
              <a:xfrm>
                <a:off x="7869785" y="1562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0" name="Freeform 33619">
                <a:extLst>
                  <a:ext uri="{FF2B5EF4-FFF2-40B4-BE49-F238E27FC236}">
                    <a16:creationId xmlns:a16="http://schemas.microsoft.com/office/drawing/2014/main" id="{02946173-BB65-45DD-40D2-DE93B7B3F118}"/>
                  </a:ext>
                </a:extLst>
              </p:cNvPr>
              <p:cNvSpPr/>
              <p:nvPr/>
            </p:nvSpPr>
            <p:spPr>
              <a:xfrm>
                <a:off x="7870380" y="1473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1" name="Freeform 33620">
                <a:extLst>
                  <a:ext uri="{FF2B5EF4-FFF2-40B4-BE49-F238E27FC236}">
                    <a16:creationId xmlns:a16="http://schemas.microsoft.com/office/drawing/2014/main" id="{5EAD306B-F971-F0EA-1445-29C48E884CB3}"/>
                  </a:ext>
                </a:extLst>
              </p:cNvPr>
              <p:cNvSpPr/>
              <p:nvPr/>
            </p:nvSpPr>
            <p:spPr>
              <a:xfrm>
                <a:off x="7870877" y="1478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2" name="Freeform 33621">
                <a:extLst>
                  <a:ext uri="{FF2B5EF4-FFF2-40B4-BE49-F238E27FC236}">
                    <a16:creationId xmlns:a16="http://schemas.microsoft.com/office/drawing/2014/main" id="{5AAC6F1F-63C5-CB4B-62F9-31A51D5FC276}"/>
                  </a:ext>
                </a:extLst>
              </p:cNvPr>
              <p:cNvSpPr/>
              <p:nvPr/>
            </p:nvSpPr>
            <p:spPr>
              <a:xfrm>
                <a:off x="7871373" y="1497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3" name="Freeform 33622">
                <a:extLst>
                  <a:ext uri="{FF2B5EF4-FFF2-40B4-BE49-F238E27FC236}">
                    <a16:creationId xmlns:a16="http://schemas.microsoft.com/office/drawing/2014/main" id="{DFC32581-3754-FC7C-3B55-E9186BAE5BFE}"/>
                  </a:ext>
                </a:extLst>
              </p:cNvPr>
              <p:cNvSpPr/>
              <p:nvPr/>
            </p:nvSpPr>
            <p:spPr>
              <a:xfrm>
                <a:off x="7871968" y="1476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4" name="Freeform 33623">
                <a:extLst>
                  <a:ext uri="{FF2B5EF4-FFF2-40B4-BE49-F238E27FC236}">
                    <a16:creationId xmlns:a16="http://schemas.microsoft.com/office/drawing/2014/main" id="{2CC960B3-D9A1-312C-3999-58B502419994}"/>
                  </a:ext>
                </a:extLst>
              </p:cNvPr>
              <p:cNvSpPr/>
              <p:nvPr/>
            </p:nvSpPr>
            <p:spPr>
              <a:xfrm>
                <a:off x="7872464" y="1415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5" name="Freeform 33624">
                <a:extLst>
                  <a:ext uri="{FF2B5EF4-FFF2-40B4-BE49-F238E27FC236}">
                    <a16:creationId xmlns:a16="http://schemas.microsoft.com/office/drawing/2014/main" id="{4167360F-34FB-35BD-291E-ECF3CA47492E}"/>
                  </a:ext>
                </a:extLst>
              </p:cNvPr>
              <p:cNvSpPr/>
              <p:nvPr/>
            </p:nvSpPr>
            <p:spPr>
              <a:xfrm>
                <a:off x="7872960" y="1317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6" name="Freeform 33625">
                <a:extLst>
                  <a:ext uri="{FF2B5EF4-FFF2-40B4-BE49-F238E27FC236}">
                    <a16:creationId xmlns:a16="http://schemas.microsoft.com/office/drawing/2014/main" id="{0A89E51A-5F25-9D2C-3AE0-858F34A3121A}"/>
                  </a:ext>
                </a:extLst>
              </p:cNvPr>
              <p:cNvSpPr/>
              <p:nvPr/>
            </p:nvSpPr>
            <p:spPr>
              <a:xfrm>
                <a:off x="7873555" y="11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7" name="Freeform 33626">
                <a:extLst>
                  <a:ext uri="{FF2B5EF4-FFF2-40B4-BE49-F238E27FC236}">
                    <a16:creationId xmlns:a16="http://schemas.microsoft.com/office/drawing/2014/main" id="{530E9167-811D-3E67-757B-5417B4DAC23E}"/>
                  </a:ext>
                </a:extLst>
              </p:cNvPr>
              <p:cNvSpPr/>
              <p:nvPr/>
            </p:nvSpPr>
            <p:spPr>
              <a:xfrm>
                <a:off x="7874052" y="1080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8" name="Freeform 33627">
                <a:extLst>
                  <a:ext uri="{FF2B5EF4-FFF2-40B4-BE49-F238E27FC236}">
                    <a16:creationId xmlns:a16="http://schemas.microsoft.com/office/drawing/2014/main" id="{1FDD68AD-3B2C-9D2E-2C79-F65724A2B95D}"/>
                  </a:ext>
                </a:extLst>
              </p:cNvPr>
              <p:cNvSpPr/>
              <p:nvPr/>
            </p:nvSpPr>
            <p:spPr>
              <a:xfrm>
                <a:off x="7874548" y="1009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29" name="Freeform 33628">
                <a:extLst>
                  <a:ext uri="{FF2B5EF4-FFF2-40B4-BE49-F238E27FC236}">
                    <a16:creationId xmlns:a16="http://schemas.microsoft.com/office/drawing/2014/main" id="{B77340EF-CDBE-D255-DB0B-4746AA2FB90C}"/>
                  </a:ext>
                </a:extLst>
              </p:cNvPr>
              <p:cNvSpPr/>
              <p:nvPr/>
            </p:nvSpPr>
            <p:spPr>
              <a:xfrm>
                <a:off x="7875044" y="960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0" name="Freeform 33629">
                <a:extLst>
                  <a:ext uri="{FF2B5EF4-FFF2-40B4-BE49-F238E27FC236}">
                    <a16:creationId xmlns:a16="http://schemas.microsoft.com/office/drawing/2014/main" id="{D7BD9619-33CF-5020-8C8D-9BA615B1DDEE}"/>
                  </a:ext>
                </a:extLst>
              </p:cNvPr>
              <p:cNvSpPr/>
              <p:nvPr/>
            </p:nvSpPr>
            <p:spPr>
              <a:xfrm>
                <a:off x="7875639" y="939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1" name="Freeform 33630">
                <a:extLst>
                  <a:ext uri="{FF2B5EF4-FFF2-40B4-BE49-F238E27FC236}">
                    <a16:creationId xmlns:a16="http://schemas.microsoft.com/office/drawing/2014/main" id="{A28EE23E-EC0C-1216-BD13-6FCB14261B5D}"/>
                  </a:ext>
                </a:extLst>
              </p:cNvPr>
              <p:cNvSpPr/>
              <p:nvPr/>
            </p:nvSpPr>
            <p:spPr>
              <a:xfrm>
                <a:off x="7876135" y="933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2" name="Freeform 33631">
                <a:extLst>
                  <a:ext uri="{FF2B5EF4-FFF2-40B4-BE49-F238E27FC236}">
                    <a16:creationId xmlns:a16="http://schemas.microsoft.com/office/drawing/2014/main" id="{880EDD42-8E5F-CAC1-6F2A-3A330E963CDB}"/>
                  </a:ext>
                </a:extLst>
              </p:cNvPr>
              <p:cNvSpPr/>
              <p:nvPr/>
            </p:nvSpPr>
            <p:spPr>
              <a:xfrm>
                <a:off x="7876631" y="958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3" name="Freeform 33632">
                <a:extLst>
                  <a:ext uri="{FF2B5EF4-FFF2-40B4-BE49-F238E27FC236}">
                    <a16:creationId xmlns:a16="http://schemas.microsoft.com/office/drawing/2014/main" id="{214D2757-EB2E-DEAC-612F-0876EF841DF7}"/>
                  </a:ext>
                </a:extLst>
              </p:cNvPr>
              <p:cNvSpPr/>
              <p:nvPr/>
            </p:nvSpPr>
            <p:spPr>
              <a:xfrm>
                <a:off x="7877227" y="1072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4" name="Freeform 33633">
                <a:extLst>
                  <a:ext uri="{FF2B5EF4-FFF2-40B4-BE49-F238E27FC236}">
                    <a16:creationId xmlns:a16="http://schemas.microsoft.com/office/drawing/2014/main" id="{1E2F641D-5E05-6F70-E2C0-317D2420AAB7}"/>
                  </a:ext>
                </a:extLst>
              </p:cNvPr>
              <p:cNvSpPr/>
              <p:nvPr/>
            </p:nvSpPr>
            <p:spPr>
              <a:xfrm>
                <a:off x="7877723" y="1531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5" name="Freeform 33634">
                <a:extLst>
                  <a:ext uri="{FF2B5EF4-FFF2-40B4-BE49-F238E27FC236}">
                    <a16:creationId xmlns:a16="http://schemas.microsoft.com/office/drawing/2014/main" id="{9028D0C5-9E42-9031-9921-9522FEA44A44}"/>
                  </a:ext>
                </a:extLst>
              </p:cNvPr>
              <p:cNvSpPr/>
              <p:nvPr/>
            </p:nvSpPr>
            <p:spPr>
              <a:xfrm>
                <a:off x="7878219" y="19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6" name="Freeform 33635">
                <a:extLst>
                  <a:ext uri="{FF2B5EF4-FFF2-40B4-BE49-F238E27FC236}">
                    <a16:creationId xmlns:a16="http://schemas.microsoft.com/office/drawing/2014/main" id="{0A398D9C-707F-EFCF-B005-482D73A52AC2}"/>
                  </a:ext>
                </a:extLst>
              </p:cNvPr>
              <p:cNvSpPr/>
              <p:nvPr/>
            </p:nvSpPr>
            <p:spPr>
              <a:xfrm>
                <a:off x="7878814" y="2008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7" name="Freeform 33636">
                <a:extLst>
                  <a:ext uri="{FF2B5EF4-FFF2-40B4-BE49-F238E27FC236}">
                    <a16:creationId xmlns:a16="http://schemas.microsoft.com/office/drawing/2014/main" id="{45B3F446-A867-710A-E4A2-13E5DAB8CC11}"/>
                  </a:ext>
                </a:extLst>
              </p:cNvPr>
              <p:cNvSpPr/>
              <p:nvPr/>
            </p:nvSpPr>
            <p:spPr>
              <a:xfrm>
                <a:off x="7879310" y="1974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8" name="Freeform 33637">
                <a:extLst>
                  <a:ext uri="{FF2B5EF4-FFF2-40B4-BE49-F238E27FC236}">
                    <a16:creationId xmlns:a16="http://schemas.microsoft.com/office/drawing/2014/main" id="{EDA646EE-76CB-8F7A-E240-5571AB512147}"/>
                  </a:ext>
                </a:extLst>
              </p:cNvPr>
              <p:cNvSpPr/>
              <p:nvPr/>
            </p:nvSpPr>
            <p:spPr>
              <a:xfrm>
                <a:off x="7879806" y="196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39" name="Freeform 33638">
                <a:extLst>
                  <a:ext uri="{FF2B5EF4-FFF2-40B4-BE49-F238E27FC236}">
                    <a16:creationId xmlns:a16="http://schemas.microsoft.com/office/drawing/2014/main" id="{5878F60E-EC6A-CFF2-BFA2-DA090B61D110}"/>
                  </a:ext>
                </a:extLst>
              </p:cNvPr>
              <p:cNvSpPr/>
              <p:nvPr/>
            </p:nvSpPr>
            <p:spPr>
              <a:xfrm>
                <a:off x="7880402" y="195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0" name="Freeform 33639">
                <a:extLst>
                  <a:ext uri="{FF2B5EF4-FFF2-40B4-BE49-F238E27FC236}">
                    <a16:creationId xmlns:a16="http://schemas.microsoft.com/office/drawing/2014/main" id="{BA938D6F-2B28-E044-8BF0-B3313F94A27A}"/>
                  </a:ext>
                </a:extLst>
              </p:cNvPr>
              <p:cNvSpPr/>
              <p:nvPr/>
            </p:nvSpPr>
            <p:spPr>
              <a:xfrm>
                <a:off x="7880898" y="19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1" name="Freeform 33640">
                <a:extLst>
                  <a:ext uri="{FF2B5EF4-FFF2-40B4-BE49-F238E27FC236}">
                    <a16:creationId xmlns:a16="http://schemas.microsoft.com/office/drawing/2014/main" id="{0140D0EA-1328-76CE-CEE5-8E84021ED7DD}"/>
                  </a:ext>
                </a:extLst>
              </p:cNvPr>
              <p:cNvSpPr/>
              <p:nvPr/>
            </p:nvSpPr>
            <p:spPr>
              <a:xfrm>
                <a:off x="7881394" y="2011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2" name="Freeform 33641">
                <a:extLst>
                  <a:ext uri="{FF2B5EF4-FFF2-40B4-BE49-F238E27FC236}">
                    <a16:creationId xmlns:a16="http://schemas.microsoft.com/office/drawing/2014/main" id="{AE15C255-F129-AA58-4EFA-FFC33FF67A97}"/>
                  </a:ext>
                </a:extLst>
              </p:cNvPr>
              <p:cNvSpPr/>
              <p:nvPr/>
            </p:nvSpPr>
            <p:spPr>
              <a:xfrm>
                <a:off x="7881989" y="2009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3" name="Freeform 33642">
                <a:extLst>
                  <a:ext uri="{FF2B5EF4-FFF2-40B4-BE49-F238E27FC236}">
                    <a16:creationId xmlns:a16="http://schemas.microsoft.com/office/drawing/2014/main" id="{3BDDF60C-75FD-7435-CCD9-B99B954A285F}"/>
                  </a:ext>
                </a:extLst>
              </p:cNvPr>
              <p:cNvSpPr/>
              <p:nvPr/>
            </p:nvSpPr>
            <p:spPr>
              <a:xfrm>
                <a:off x="7882485" y="1538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4" name="Freeform 33643">
                <a:extLst>
                  <a:ext uri="{FF2B5EF4-FFF2-40B4-BE49-F238E27FC236}">
                    <a16:creationId xmlns:a16="http://schemas.microsoft.com/office/drawing/2014/main" id="{0109BF56-FC89-4B6C-4A78-C4E29EAEBC0D}"/>
                  </a:ext>
                </a:extLst>
              </p:cNvPr>
              <p:cNvSpPr/>
              <p:nvPr/>
            </p:nvSpPr>
            <p:spPr>
              <a:xfrm>
                <a:off x="7882981" y="1425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5" name="Freeform 33644">
                <a:extLst>
                  <a:ext uri="{FF2B5EF4-FFF2-40B4-BE49-F238E27FC236}">
                    <a16:creationId xmlns:a16="http://schemas.microsoft.com/office/drawing/2014/main" id="{579E5F0F-35A5-B118-E940-93413EEE9215}"/>
                  </a:ext>
                </a:extLst>
              </p:cNvPr>
              <p:cNvSpPr/>
              <p:nvPr/>
            </p:nvSpPr>
            <p:spPr>
              <a:xfrm>
                <a:off x="7883577" y="1476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6" name="Freeform 33645">
                <a:extLst>
                  <a:ext uri="{FF2B5EF4-FFF2-40B4-BE49-F238E27FC236}">
                    <a16:creationId xmlns:a16="http://schemas.microsoft.com/office/drawing/2014/main" id="{7380C720-120B-25EB-6927-DE04B0B704FD}"/>
                  </a:ext>
                </a:extLst>
              </p:cNvPr>
              <p:cNvSpPr/>
              <p:nvPr/>
            </p:nvSpPr>
            <p:spPr>
              <a:xfrm>
                <a:off x="7884073" y="1415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7" name="Freeform 33646">
                <a:extLst>
                  <a:ext uri="{FF2B5EF4-FFF2-40B4-BE49-F238E27FC236}">
                    <a16:creationId xmlns:a16="http://schemas.microsoft.com/office/drawing/2014/main" id="{49F95E9C-7205-91D5-6106-B11C766F1E08}"/>
                  </a:ext>
                </a:extLst>
              </p:cNvPr>
              <p:cNvSpPr/>
              <p:nvPr/>
            </p:nvSpPr>
            <p:spPr>
              <a:xfrm>
                <a:off x="7884569" y="1424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8" name="Freeform 33647">
                <a:extLst>
                  <a:ext uri="{FF2B5EF4-FFF2-40B4-BE49-F238E27FC236}">
                    <a16:creationId xmlns:a16="http://schemas.microsoft.com/office/drawing/2014/main" id="{BB7E4490-DBD9-174F-F350-EE13FBAB33B7}"/>
                  </a:ext>
                </a:extLst>
              </p:cNvPr>
              <p:cNvSpPr/>
              <p:nvPr/>
            </p:nvSpPr>
            <p:spPr>
              <a:xfrm>
                <a:off x="7885164" y="1335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49" name="Freeform 33648">
                <a:extLst>
                  <a:ext uri="{FF2B5EF4-FFF2-40B4-BE49-F238E27FC236}">
                    <a16:creationId xmlns:a16="http://schemas.microsoft.com/office/drawing/2014/main" id="{34021AC0-622A-1BEE-04EF-9AFF8BC167C2}"/>
                  </a:ext>
                </a:extLst>
              </p:cNvPr>
              <p:cNvSpPr/>
              <p:nvPr/>
            </p:nvSpPr>
            <p:spPr>
              <a:xfrm>
                <a:off x="7885660" y="1244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0" name="Freeform 33649">
                <a:extLst>
                  <a:ext uri="{FF2B5EF4-FFF2-40B4-BE49-F238E27FC236}">
                    <a16:creationId xmlns:a16="http://schemas.microsoft.com/office/drawing/2014/main" id="{D9CF2386-2DEB-CCE8-A22C-F4D4CB98675D}"/>
                  </a:ext>
                </a:extLst>
              </p:cNvPr>
              <p:cNvSpPr/>
              <p:nvPr/>
            </p:nvSpPr>
            <p:spPr>
              <a:xfrm>
                <a:off x="7886156" y="12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1" name="Freeform 33650">
                <a:extLst>
                  <a:ext uri="{FF2B5EF4-FFF2-40B4-BE49-F238E27FC236}">
                    <a16:creationId xmlns:a16="http://schemas.microsoft.com/office/drawing/2014/main" id="{7A047562-9BE7-E4A4-00A4-9CFACE676DDD}"/>
                  </a:ext>
                </a:extLst>
              </p:cNvPr>
              <p:cNvSpPr/>
              <p:nvPr/>
            </p:nvSpPr>
            <p:spPr>
              <a:xfrm>
                <a:off x="7886752" y="1206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2" name="Freeform 33651">
                <a:extLst>
                  <a:ext uri="{FF2B5EF4-FFF2-40B4-BE49-F238E27FC236}">
                    <a16:creationId xmlns:a16="http://schemas.microsoft.com/office/drawing/2014/main" id="{1057CE23-8996-2102-3335-687A42355D27}"/>
                  </a:ext>
                </a:extLst>
              </p:cNvPr>
              <p:cNvSpPr/>
              <p:nvPr/>
            </p:nvSpPr>
            <p:spPr>
              <a:xfrm>
                <a:off x="7887248" y="1056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3" name="Freeform 33652">
                <a:extLst>
                  <a:ext uri="{FF2B5EF4-FFF2-40B4-BE49-F238E27FC236}">
                    <a16:creationId xmlns:a16="http://schemas.microsoft.com/office/drawing/2014/main" id="{EBEE139F-1564-1151-0318-AEBAE5A64525}"/>
                  </a:ext>
                </a:extLst>
              </p:cNvPr>
              <p:cNvSpPr/>
              <p:nvPr/>
            </p:nvSpPr>
            <p:spPr>
              <a:xfrm>
                <a:off x="7887744" y="1038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4" name="Freeform 33653">
                <a:extLst>
                  <a:ext uri="{FF2B5EF4-FFF2-40B4-BE49-F238E27FC236}">
                    <a16:creationId xmlns:a16="http://schemas.microsoft.com/office/drawing/2014/main" id="{4F66CD77-0413-967B-0399-19C0DB14829A}"/>
                  </a:ext>
                </a:extLst>
              </p:cNvPr>
              <p:cNvSpPr/>
              <p:nvPr/>
            </p:nvSpPr>
            <p:spPr>
              <a:xfrm>
                <a:off x="7888240" y="10289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5" name="Freeform 33654">
                <a:extLst>
                  <a:ext uri="{FF2B5EF4-FFF2-40B4-BE49-F238E27FC236}">
                    <a16:creationId xmlns:a16="http://schemas.microsoft.com/office/drawing/2014/main" id="{C2F743A6-7B22-DE7A-143C-54109F2D28BE}"/>
                  </a:ext>
                </a:extLst>
              </p:cNvPr>
              <p:cNvSpPr/>
              <p:nvPr/>
            </p:nvSpPr>
            <p:spPr>
              <a:xfrm>
                <a:off x="7888835" y="1014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6" name="Freeform 33655">
                <a:extLst>
                  <a:ext uri="{FF2B5EF4-FFF2-40B4-BE49-F238E27FC236}">
                    <a16:creationId xmlns:a16="http://schemas.microsoft.com/office/drawing/2014/main" id="{8EF85F86-6912-39A3-2275-2630701EDA52}"/>
                  </a:ext>
                </a:extLst>
              </p:cNvPr>
              <p:cNvSpPr/>
              <p:nvPr/>
            </p:nvSpPr>
            <p:spPr>
              <a:xfrm>
                <a:off x="7889331" y="1041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7" name="Freeform 33656">
                <a:extLst>
                  <a:ext uri="{FF2B5EF4-FFF2-40B4-BE49-F238E27FC236}">
                    <a16:creationId xmlns:a16="http://schemas.microsoft.com/office/drawing/2014/main" id="{92DB5D5D-68FB-57EB-8D0D-62E995282983}"/>
                  </a:ext>
                </a:extLst>
              </p:cNvPr>
              <p:cNvSpPr/>
              <p:nvPr/>
            </p:nvSpPr>
            <p:spPr>
              <a:xfrm>
                <a:off x="7889827" y="1062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8" name="Freeform 33657">
                <a:extLst>
                  <a:ext uri="{FF2B5EF4-FFF2-40B4-BE49-F238E27FC236}">
                    <a16:creationId xmlns:a16="http://schemas.microsoft.com/office/drawing/2014/main" id="{E77BF826-440E-0A7B-2089-58B38BD55C3F}"/>
                  </a:ext>
                </a:extLst>
              </p:cNvPr>
              <p:cNvSpPr/>
              <p:nvPr/>
            </p:nvSpPr>
            <p:spPr>
              <a:xfrm>
                <a:off x="7890423" y="1348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59" name="Freeform 33658">
                <a:extLst>
                  <a:ext uri="{FF2B5EF4-FFF2-40B4-BE49-F238E27FC236}">
                    <a16:creationId xmlns:a16="http://schemas.microsoft.com/office/drawing/2014/main" id="{2C018731-9F54-A278-B3D4-2C1AC6DCE208}"/>
                  </a:ext>
                </a:extLst>
              </p:cNvPr>
              <p:cNvSpPr/>
              <p:nvPr/>
            </p:nvSpPr>
            <p:spPr>
              <a:xfrm>
                <a:off x="7890919" y="18200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0" name="Freeform 33659">
                <a:extLst>
                  <a:ext uri="{FF2B5EF4-FFF2-40B4-BE49-F238E27FC236}">
                    <a16:creationId xmlns:a16="http://schemas.microsoft.com/office/drawing/2014/main" id="{A998B8D0-2D03-82B7-379E-E2B402CAD24D}"/>
                  </a:ext>
                </a:extLst>
              </p:cNvPr>
              <p:cNvSpPr/>
              <p:nvPr/>
            </p:nvSpPr>
            <p:spPr>
              <a:xfrm>
                <a:off x="7891415" y="1868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1" name="Freeform 33660">
                <a:extLst>
                  <a:ext uri="{FF2B5EF4-FFF2-40B4-BE49-F238E27FC236}">
                    <a16:creationId xmlns:a16="http://schemas.microsoft.com/office/drawing/2014/main" id="{C7DD7225-13D9-0110-138B-7F9898EADD47}"/>
                  </a:ext>
                </a:extLst>
              </p:cNvPr>
              <p:cNvSpPr/>
              <p:nvPr/>
            </p:nvSpPr>
            <p:spPr>
              <a:xfrm>
                <a:off x="7892010" y="1841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2" name="Freeform 33661">
                <a:extLst>
                  <a:ext uri="{FF2B5EF4-FFF2-40B4-BE49-F238E27FC236}">
                    <a16:creationId xmlns:a16="http://schemas.microsoft.com/office/drawing/2014/main" id="{9AFB9BE2-9A69-7790-B0A5-FFADD4E613E3}"/>
                  </a:ext>
                </a:extLst>
              </p:cNvPr>
              <p:cNvSpPr/>
              <p:nvPr/>
            </p:nvSpPr>
            <p:spPr>
              <a:xfrm>
                <a:off x="7892506" y="1859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3" name="Freeform 33662">
                <a:extLst>
                  <a:ext uri="{FF2B5EF4-FFF2-40B4-BE49-F238E27FC236}">
                    <a16:creationId xmlns:a16="http://schemas.microsoft.com/office/drawing/2014/main" id="{DE7C3EF7-8BCB-1C09-1DDC-569E13B784CF}"/>
                  </a:ext>
                </a:extLst>
              </p:cNvPr>
              <p:cNvSpPr/>
              <p:nvPr/>
            </p:nvSpPr>
            <p:spPr>
              <a:xfrm>
                <a:off x="7893002" y="1861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4" name="Freeform 33663">
                <a:extLst>
                  <a:ext uri="{FF2B5EF4-FFF2-40B4-BE49-F238E27FC236}">
                    <a16:creationId xmlns:a16="http://schemas.microsoft.com/office/drawing/2014/main" id="{8D0CA198-475E-1CBE-B3DD-444478B1C3D7}"/>
                  </a:ext>
                </a:extLst>
              </p:cNvPr>
              <p:cNvSpPr/>
              <p:nvPr/>
            </p:nvSpPr>
            <p:spPr>
              <a:xfrm>
                <a:off x="7893598" y="188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5" name="Freeform 33664">
                <a:extLst>
                  <a:ext uri="{FF2B5EF4-FFF2-40B4-BE49-F238E27FC236}">
                    <a16:creationId xmlns:a16="http://schemas.microsoft.com/office/drawing/2014/main" id="{51EB5E8A-22DF-EB3A-F084-CBC1AE0F8072}"/>
                  </a:ext>
                </a:extLst>
              </p:cNvPr>
              <p:cNvSpPr/>
              <p:nvPr/>
            </p:nvSpPr>
            <p:spPr>
              <a:xfrm>
                <a:off x="7894094" y="19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6" name="Freeform 33665">
                <a:extLst>
                  <a:ext uri="{FF2B5EF4-FFF2-40B4-BE49-F238E27FC236}">
                    <a16:creationId xmlns:a16="http://schemas.microsoft.com/office/drawing/2014/main" id="{F465AEA4-0603-76C0-570B-A8FD13B1FAAC}"/>
                  </a:ext>
                </a:extLst>
              </p:cNvPr>
              <p:cNvSpPr/>
              <p:nvPr/>
            </p:nvSpPr>
            <p:spPr>
              <a:xfrm>
                <a:off x="7894590" y="1840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7" name="Freeform 33666">
                <a:extLst>
                  <a:ext uri="{FF2B5EF4-FFF2-40B4-BE49-F238E27FC236}">
                    <a16:creationId xmlns:a16="http://schemas.microsoft.com/office/drawing/2014/main" id="{FE63DECF-50F2-93CF-7553-016FD27F332E}"/>
                  </a:ext>
                </a:extLst>
              </p:cNvPr>
              <p:cNvSpPr/>
              <p:nvPr/>
            </p:nvSpPr>
            <p:spPr>
              <a:xfrm>
                <a:off x="7895185" y="1505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8" name="Freeform 33667">
                <a:extLst>
                  <a:ext uri="{FF2B5EF4-FFF2-40B4-BE49-F238E27FC236}">
                    <a16:creationId xmlns:a16="http://schemas.microsoft.com/office/drawing/2014/main" id="{1EDB3E1A-772D-F573-774E-AD40FF1AD639}"/>
                  </a:ext>
                </a:extLst>
              </p:cNvPr>
              <p:cNvSpPr/>
              <p:nvPr/>
            </p:nvSpPr>
            <p:spPr>
              <a:xfrm>
                <a:off x="7895681" y="1480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69" name="Freeform 33668">
                <a:extLst>
                  <a:ext uri="{FF2B5EF4-FFF2-40B4-BE49-F238E27FC236}">
                    <a16:creationId xmlns:a16="http://schemas.microsoft.com/office/drawing/2014/main" id="{D21520BC-BD63-8D71-660F-52852B2AFF8C}"/>
                  </a:ext>
                </a:extLst>
              </p:cNvPr>
              <p:cNvSpPr/>
              <p:nvPr/>
            </p:nvSpPr>
            <p:spPr>
              <a:xfrm>
                <a:off x="7896177" y="1482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0" name="Freeform 33669">
                <a:extLst>
                  <a:ext uri="{FF2B5EF4-FFF2-40B4-BE49-F238E27FC236}">
                    <a16:creationId xmlns:a16="http://schemas.microsoft.com/office/drawing/2014/main" id="{A8AA425A-9601-8036-A7C5-F9C9B7383724}"/>
                  </a:ext>
                </a:extLst>
              </p:cNvPr>
              <p:cNvSpPr/>
              <p:nvPr/>
            </p:nvSpPr>
            <p:spPr>
              <a:xfrm>
                <a:off x="7896773" y="1487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1" name="Freeform 33670">
                <a:extLst>
                  <a:ext uri="{FF2B5EF4-FFF2-40B4-BE49-F238E27FC236}">
                    <a16:creationId xmlns:a16="http://schemas.microsoft.com/office/drawing/2014/main" id="{24ADBE50-3EF2-E709-EEE1-CCF59261D2F2}"/>
                  </a:ext>
                </a:extLst>
              </p:cNvPr>
              <p:cNvSpPr/>
              <p:nvPr/>
            </p:nvSpPr>
            <p:spPr>
              <a:xfrm>
                <a:off x="7897269" y="1464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2" name="Freeform 33671">
                <a:extLst>
                  <a:ext uri="{FF2B5EF4-FFF2-40B4-BE49-F238E27FC236}">
                    <a16:creationId xmlns:a16="http://schemas.microsoft.com/office/drawing/2014/main" id="{59E65E14-7103-602C-09D8-B3E03245FDA4}"/>
                  </a:ext>
                </a:extLst>
              </p:cNvPr>
              <p:cNvSpPr/>
              <p:nvPr/>
            </p:nvSpPr>
            <p:spPr>
              <a:xfrm>
                <a:off x="7897765" y="1404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3" name="Freeform 33672">
                <a:extLst>
                  <a:ext uri="{FF2B5EF4-FFF2-40B4-BE49-F238E27FC236}">
                    <a16:creationId xmlns:a16="http://schemas.microsoft.com/office/drawing/2014/main" id="{0F1C4553-F431-B7FA-FD2A-AA4188DE318F}"/>
                  </a:ext>
                </a:extLst>
              </p:cNvPr>
              <p:cNvSpPr/>
              <p:nvPr/>
            </p:nvSpPr>
            <p:spPr>
              <a:xfrm>
                <a:off x="7898360" y="1282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4" name="Freeform 33673">
                <a:extLst>
                  <a:ext uri="{FF2B5EF4-FFF2-40B4-BE49-F238E27FC236}">
                    <a16:creationId xmlns:a16="http://schemas.microsoft.com/office/drawing/2014/main" id="{80185700-7E47-CB59-F5EA-A2387DBF732B}"/>
                  </a:ext>
                </a:extLst>
              </p:cNvPr>
              <p:cNvSpPr/>
              <p:nvPr/>
            </p:nvSpPr>
            <p:spPr>
              <a:xfrm>
                <a:off x="7898856" y="1238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5" name="Freeform 33674">
                <a:extLst>
                  <a:ext uri="{FF2B5EF4-FFF2-40B4-BE49-F238E27FC236}">
                    <a16:creationId xmlns:a16="http://schemas.microsoft.com/office/drawing/2014/main" id="{0625E945-B03E-EF02-E1EA-69A1DED23400}"/>
                  </a:ext>
                </a:extLst>
              </p:cNvPr>
              <p:cNvSpPr/>
              <p:nvPr/>
            </p:nvSpPr>
            <p:spPr>
              <a:xfrm>
                <a:off x="7899352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6" name="Freeform 33675">
                <a:extLst>
                  <a:ext uri="{FF2B5EF4-FFF2-40B4-BE49-F238E27FC236}">
                    <a16:creationId xmlns:a16="http://schemas.microsoft.com/office/drawing/2014/main" id="{0470DBCA-AE47-43F5-D37F-CA09B97257DC}"/>
                  </a:ext>
                </a:extLst>
              </p:cNvPr>
              <p:cNvSpPr/>
              <p:nvPr/>
            </p:nvSpPr>
            <p:spPr>
              <a:xfrm>
                <a:off x="7899848" y="1227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7" name="Freeform 33676">
                <a:extLst>
                  <a:ext uri="{FF2B5EF4-FFF2-40B4-BE49-F238E27FC236}">
                    <a16:creationId xmlns:a16="http://schemas.microsoft.com/office/drawing/2014/main" id="{E982A458-3445-9EDA-8101-4B5D5C94C7E9}"/>
                  </a:ext>
                </a:extLst>
              </p:cNvPr>
              <p:cNvSpPr/>
              <p:nvPr/>
            </p:nvSpPr>
            <p:spPr>
              <a:xfrm>
                <a:off x="7900444" y="1213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8" name="Freeform 33677">
                <a:extLst>
                  <a:ext uri="{FF2B5EF4-FFF2-40B4-BE49-F238E27FC236}">
                    <a16:creationId xmlns:a16="http://schemas.microsoft.com/office/drawing/2014/main" id="{31F00C8F-CEE5-FCB2-C84A-185549564BCA}"/>
                  </a:ext>
                </a:extLst>
              </p:cNvPr>
              <p:cNvSpPr/>
              <p:nvPr/>
            </p:nvSpPr>
            <p:spPr>
              <a:xfrm>
                <a:off x="7900940" y="1219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79" name="Freeform 33678">
                <a:extLst>
                  <a:ext uri="{FF2B5EF4-FFF2-40B4-BE49-F238E27FC236}">
                    <a16:creationId xmlns:a16="http://schemas.microsoft.com/office/drawing/2014/main" id="{6D6A9817-C032-6306-CE56-A5B74A06C2F4}"/>
                  </a:ext>
                </a:extLst>
              </p:cNvPr>
              <p:cNvSpPr/>
              <p:nvPr/>
            </p:nvSpPr>
            <p:spPr>
              <a:xfrm>
                <a:off x="7901436" y="1215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0" name="Freeform 33679">
                <a:extLst>
                  <a:ext uri="{FF2B5EF4-FFF2-40B4-BE49-F238E27FC236}">
                    <a16:creationId xmlns:a16="http://schemas.microsoft.com/office/drawing/2014/main" id="{B89C9A55-9B10-4D28-C6F7-DFDDEF24484C}"/>
                  </a:ext>
                </a:extLst>
              </p:cNvPr>
              <p:cNvSpPr/>
              <p:nvPr/>
            </p:nvSpPr>
            <p:spPr>
              <a:xfrm>
                <a:off x="7902031" y="1181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1" name="Freeform 33680">
                <a:extLst>
                  <a:ext uri="{FF2B5EF4-FFF2-40B4-BE49-F238E27FC236}">
                    <a16:creationId xmlns:a16="http://schemas.microsoft.com/office/drawing/2014/main" id="{01109A44-617F-CFD5-B678-B4B01D51F405}"/>
                  </a:ext>
                </a:extLst>
              </p:cNvPr>
              <p:cNvSpPr/>
              <p:nvPr/>
            </p:nvSpPr>
            <p:spPr>
              <a:xfrm>
                <a:off x="7902527" y="1248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2" name="Freeform 33681">
                <a:extLst>
                  <a:ext uri="{FF2B5EF4-FFF2-40B4-BE49-F238E27FC236}">
                    <a16:creationId xmlns:a16="http://schemas.microsoft.com/office/drawing/2014/main" id="{A5B177EC-2094-527D-9717-568AEED2E7FC}"/>
                  </a:ext>
                </a:extLst>
              </p:cNvPr>
              <p:cNvSpPr/>
              <p:nvPr/>
            </p:nvSpPr>
            <p:spPr>
              <a:xfrm>
                <a:off x="7903023" y="1494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3" name="Freeform 33682">
                <a:extLst>
                  <a:ext uri="{FF2B5EF4-FFF2-40B4-BE49-F238E27FC236}">
                    <a16:creationId xmlns:a16="http://schemas.microsoft.com/office/drawing/2014/main" id="{69F096E5-47E4-6E81-C76C-490DAD4631A2}"/>
                  </a:ext>
                </a:extLst>
              </p:cNvPr>
              <p:cNvSpPr/>
              <p:nvPr/>
            </p:nvSpPr>
            <p:spPr>
              <a:xfrm>
                <a:off x="7903619" y="187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4" name="Freeform 33683">
                <a:extLst>
                  <a:ext uri="{FF2B5EF4-FFF2-40B4-BE49-F238E27FC236}">
                    <a16:creationId xmlns:a16="http://schemas.microsoft.com/office/drawing/2014/main" id="{DC060083-69C3-A333-67A9-0DB25D8FB46A}"/>
                  </a:ext>
                </a:extLst>
              </p:cNvPr>
              <p:cNvSpPr/>
              <p:nvPr/>
            </p:nvSpPr>
            <p:spPr>
              <a:xfrm>
                <a:off x="7904115" y="190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5" name="Freeform 33684">
                <a:extLst>
                  <a:ext uri="{FF2B5EF4-FFF2-40B4-BE49-F238E27FC236}">
                    <a16:creationId xmlns:a16="http://schemas.microsoft.com/office/drawing/2014/main" id="{0DA52E37-EF1D-DA6F-61BD-B80CF7608D96}"/>
                  </a:ext>
                </a:extLst>
              </p:cNvPr>
              <p:cNvSpPr/>
              <p:nvPr/>
            </p:nvSpPr>
            <p:spPr>
              <a:xfrm>
                <a:off x="7904611" y="1881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6" name="Freeform 33685">
                <a:extLst>
                  <a:ext uri="{FF2B5EF4-FFF2-40B4-BE49-F238E27FC236}">
                    <a16:creationId xmlns:a16="http://schemas.microsoft.com/office/drawing/2014/main" id="{C614B70E-7E4B-E3C9-939D-D6DFAE4C9351}"/>
                  </a:ext>
                </a:extLst>
              </p:cNvPr>
              <p:cNvSpPr/>
              <p:nvPr/>
            </p:nvSpPr>
            <p:spPr>
              <a:xfrm>
                <a:off x="7905206" y="1873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7" name="Freeform 33686">
                <a:extLst>
                  <a:ext uri="{FF2B5EF4-FFF2-40B4-BE49-F238E27FC236}">
                    <a16:creationId xmlns:a16="http://schemas.microsoft.com/office/drawing/2014/main" id="{D72FD88D-33EE-84BA-1318-B4A54C3B4906}"/>
                  </a:ext>
                </a:extLst>
              </p:cNvPr>
              <p:cNvSpPr/>
              <p:nvPr/>
            </p:nvSpPr>
            <p:spPr>
              <a:xfrm>
                <a:off x="7905702" y="1877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8" name="Freeform 33687">
                <a:extLst>
                  <a:ext uri="{FF2B5EF4-FFF2-40B4-BE49-F238E27FC236}">
                    <a16:creationId xmlns:a16="http://schemas.microsoft.com/office/drawing/2014/main" id="{E57FCDE0-600D-B01A-4F1E-751269A3776A}"/>
                  </a:ext>
                </a:extLst>
              </p:cNvPr>
              <p:cNvSpPr/>
              <p:nvPr/>
            </p:nvSpPr>
            <p:spPr>
              <a:xfrm>
                <a:off x="7906198" y="1891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89" name="Freeform 33688">
                <a:extLst>
                  <a:ext uri="{FF2B5EF4-FFF2-40B4-BE49-F238E27FC236}">
                    <a16:creationId xmlns:a16="http://schemas.microsoft.com/office/drawing/2014/main" id="{73F6BD9C-E50E-992E-510C-B8BBDD923C5D}"/>
                  </a:ext>
                </a:extLst>
              </p:cNvPr>
              <p:cNvSpPr/>
              <p:nvPr/>
            </p:nvSpPr>
            <p:spPr>
              <a:xfrm>
                <a:off x="7906794" y="1906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0" name="Freeform 33689">
                <a:extLst>
                  <a:ext uri="{FF2B5EF4-FFF2-40B4-BE49-F238E27FC236}">
                    <a16:creationId xmlns:a16="http://schemas.microsoft.com/office/drawing/2014/main" id="{24F52743-44DF-8390-BE2B-B9E11D904930}"/>
                  </a:ext>
                </a:extLst>
              </p:cNvPr>
              <p:cNvSpPr/>
              <p:nvPr/>
            </p:nvSpPr>
            <p:spPr>
              <a:xfrm>
                <a:off x="7907290" y="1857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1" name="Freeform 33690">
                <a:extLst>
                  <a:ext uri="{FF2B5EF4-FFF2-40B4-BE49-F238E27FC236}">
                    <a16:creationId xmlns:a16="http://schemas.microsoft.com/office/drawing/2014/main" id="{D759F3E9-2BBB-7966-A5F2-59F11C804B4C}"/>
                  </a:ext>
                </a:extLst>
              </p:cNvPr>
              <p:cNvSpPr/>
              <p:nvPr/>
            </p:nvSpPr>
            <p:spPr>
              <a:xfrm>
                <a:off x="7907786" y="1512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2" name="Freeform 33691">
                <a:extLst>
                  <a:ext uri="{FF2B5EF4-FFF2-40B4-BE49-F238E27FC236}">
                    <a16:creationId xmlns:a16="http://schemas.microsoft.com/office/drawing/2014/main" id="{9D93294C-D092-27FB-CD72-C03DA04A6E45}"/>
                  </a:ext>
                </a:extLst>
              </p:cNvPr>
              <p:cNvSpPr/>
              <p:nvPr/>
            </p:nvSpPr>
            <p:spPr>
              <a:xfrm>
                <a:off x="7908381" y="1403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3" name="Freeform 33692">
                <a:extLst>
                  <a:ext uri="{FF2B5EF4-FFF2-40B4-BE49-F238E27FC236}">
                    <a16:creationId xmlns:a16="http://schemas.microsoft.com/office/drawing/2014/main" id="{D3726E4C-EBF9-631B-0D8D-A7C2F542CC7C}"/>
                  </a:ext>
                </a:extLst>
              </p:cNvPr>
              <p:cNvSpPr/>
              <p:nvPr/>
            </p:nvSpPr>
            <p:spPr>
              <a:xfrm>
                <a:off x="7908877" y="1453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4" name="Freeform 33693">
                <a:extLst>
                  <a:ext uri="{FF2B5EF4-FFF2-40B4-BE49-F238E27FC236}">
                    <a16:creationId xmlns:a16="http://schemas.microsoft.com/office/drawing/2014/main" id="{60B1B4B0-6BDF-3F78-A01B-3DD0755AFF5F}"/>
                  </a:ext>
                </a:extLst>
              </p:cNvPr>
              <p:cNvSpPr/>
              <p:nvPr/>
            </p:nvSpPr>
            <p:spPr>
              <a:xfrm>
                <a:off x="7909373" y="1455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5" name="Freeform 33694">
                <a:extLst>
                  <a:ext uri="{FF2B5EF4-FFF2-40B4-BE49-F238E27FC236}">
                    <a16:creationId xmlns:a16="http://schemas.microsoft.com/office/drawing/2014/main" id="{6FD43B45-58EA-507B-9415-37CF96631D81}"/>
                  </a:ext>
                </a:extLst>
              </p:cNvPr>
              <p:cNvSpPr/>
              <p:nvPr/>
            </p:nvSpPr>
            <p:spPr>
              <a:xfrm>
                <a:off x="7909969" y="1462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6" name="Freeform 33695">
                <a:extLst>
                  <a:ext uri="{FF2B5EF4-FFF2-40B4-BE49-F238E27FC236}">
                    <a16:creationId xmlns:a16="http://schemas.microsoft.com/office/drawing/2014/main" id="{B56E14EE-8133-2AD6-6AAE-AF3809662A32}"/>
                  </a:ext>
                </a:extLst>
              </p:cNvPr>
              <p:cNvSpPr/>
              <p:nvPr/>
            </p:nvSpPr>
            <p:spPr>
              <a:xfrm>
                <a:off x="7910465" y="138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7" name="Freeform 33696">
                <a:extLst>
                  <a:ext uri="{FF2B5EF4-FFF2-40B4-BE49-F238E27FC236}">
                    <a16:creationId xmlns:a16="http://schemas.microsoft.com/office/drawing/2014/main" id="{BBB12A85-119A-5C75-FAA0-DC872B6E53A3}"/>
                  </a:ext>
                </a:extLst>
              </p:cNvPr>
              <p:cNvSpPr/>
              <p:nvPr/>
            </p:nvSpPr>
            <p:spPr>
              <a:xfrm>
                <a:off x="7910961" y="1397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8" name="Freeform 33697">
                <a:extLst>
                  <a:ext uri="{FF2B5EF4-FFF2-40B4-BE49-F238E27FC236}">
                    <a16:creationId xmlns:a16="http://schemas.microsoft.com/office/drawing/2014/main" id="{BBF14F46-54F9-1DF7-BC9A-D504413FE972}"/>
                  </a:ext>
                </a:extLst>
              </p:cNvPr>
              <p:cNvSpPr/>
              <p:nvPr/>
            </p:nvSpPr>
            <p:spPr>
              <a:xfrm>
                <a:off x="7911457" y="1333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99" name="Freeform 33698">
                <a:extLst>
                  <a:ext uri="{FF2B5EF4-FFF2-40B4-BE49-F238E27FC236}">
                    <a16:creationId xmlns:a16="http://schemas.microsoft.com/office/drawing/2014/main" id="{9B3C3AB3-6323-01FA-BF2F-B64FC952583C}"/>
                  </a:ext>
                </a:extLst>
              </p:cNvPr>
              <p:cNvSpPr/>
              <p:nvPr/>
            </p:nvSpPr>
            <p:spPr>
              <a:xfrm>
                <a:off x="7912052" y="1273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0" name="Freeform 33699">
                <a:extLst>
                  <a:ext uri="{FF2B5EF4-FFF2-40B4-BE49-F238E27FC236}">
                    <a16:creationId xmlns:a16="http://schemas.microsoft.com/office/drawing/2014/main" id="{F02419C3-1E79-9BBA-CA96-CA642D18F4D5}"/>
                  </a:ext>
                </a:extLst>
              </p:cNvPr>
              <p:cNvSpPr/>
              <p:nvPr/>
            </p:nvSpPr>
            <p:spPr>
              <a:xfrm>
                <a:off x="7912548" y="1303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1" name="Freeform 33700">
                <a:extLst>
                  <a:ext uri="{FF2B5EF4-FFF2-40B4-BE49-F238E27FC236}">
                    <a16:creationId xmlns:a16="http://schemas.microsoft.com/office/drawing/2014/main" id="{8A077187-3112-5BAE-8468-DD89CFA37020}"/>
                  </a:ext>
                </a:extLst>
              </p:cNvPr>
              <p:cNvSpPr/>
              <p:nvPr/>
            </p:nvSpPr>
            <p:spPr>
              <a:xfrm>
                <a:off x="7913045" y="1331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2" name="Freeform 33701">
                <a:extLst>
                  <a:ext uri="{FF2B5EF4-FFF2-40B4-BE49-F238E27FC236}">
                    <a16:creationId xmlns:a16="http://schemas.microsoft.com/office/drawing/2014/main" id="{CEB12BD2-0595-5997-56B7-BD8126A8AC54}"/>
                  </a:ext>
                </a:extLst>
              </p:cNvPr>
              <p:cNvSpPr/>
              <p:nvPr/>
            </p:nvSpPr>
            <p:spPr>
              <a:xfrm>
                <a:off x="7913640" y="13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3" name="Freeform 33702">
                <a:extLst>
                  <a:ext uri="{FF2B5EF4-FFF2-40B4-BE49-F238E27FC236}">
                    <a16:creationId xmlns:a16="http://schemas.microsoft.com/office/drawing/2014/main" id="{26DA17A6-BDAB-FF40-0486-1CEA4BCB6C9F}"/>
                  </a:ext>
                </a:extLst>
              </p:cNvPr>
              <p:cNvSpPr/>
              <p:nvPr/>
            </p:nvSpPr>
            <p:spPr>
              <a:xfrm>
                <a:off x="7914136" y="1331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4" name="Freeform 33703">
                <a:extLst>
                  <a:ext uri="{FF2B5EF4-FFF2-40B4-BE49-F238E27FC236}">
                    <a16:creationId xmlns:a16="http://schemas.microsoft.com/office/drawing/2014/main" id="{0C3E88FE-C5C2-95DF-706C-EC3868C69D0E}"/>
                  </a:ext>
                </a:extLst>
              </p:cNvPr>
              <p:cNvSpPr/>
              <p:nvPr/>
            </p:nvSpPr>
            <p:spPr>
              <a:xfrm>
                <a:off x="7914632" y="1318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5" name="Freeform 33704">
                <a:extLst>
                  <a:ext uri="{FF2B5EF4-FFF2-40B4-BE49-F238E27FC236}">
                    <a16:creationId xmlns:a16="http://schemas.microsoft.com/office/drawing/2014/main" id="{FF08C6DC-74F6-9D6A-CDDB-C53F4902F2A0}"/>
                  </a:ext>
                </a:extLst>
              </p:cNvPr>
              <p:cNvSpPr/>
              <p:nvPr/>
            </p:nvSpPr>
            <p:spPr>
              <a:xfrm>
                <a:off x="7915227" y="1248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6" name="Freeform 33705">
                <a:extLst>
                  <a:ext uri="{FF2B5EF4-FFF2-40B4-BE49-F238E27FC236}">
                    <a16:creationId xmlns:a16="http://schemas.microsoft.com/office/drawing/2014/main" id="{1CB535A9-58DA-D906-8D46-BF5D4131CB55}"/>
                  </a:ext>
                </a:extLst>
              </p:cNvPr>
              <p:cNvSpPr/>
              <p:nvPr/>
            </p:nvSpPr>
            <p:spPr>
              <a:xfrm>
                <a:off x="7915723" y="1600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7" name="Freeform 33706">
                <a:extLst>
                  <a:ext uri="{FF2B5EF4-FFF2-40B4-BE49-F238E27FC236}">
                    <a16:creationId xmlns:a16="http://schemas.microsoft.com/office/drawing/2014/main" id="{0B13718F-AF13-1F98-D124-0B48A1F9E508}"/>
                  </a:ext>
                </a:extLst>
              </p:cNvPr>
              <p:cNvSpPr/>
              <p:nvPr/>
            </p:nvSpPr>
            <p:spPr>
              <a:xfrm>
                <a:off x="7916220" y="1957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8" name="Freeform 33707">
                <a:extLst>
                  <a:ext uri="{FF2B5EF4-FFF2-40B4-BE49-F238E27FC236}">
                    <a16:creationId xmlns:a16="http://schemas.microsoft.com/office/drawing/2014/main" id="{48377852-6AA0-735E-F2CC-1DD331220693}"/>
                  </a:ext>
                </a:extLst>
              </p:cNvPr>
              <p:cNvSpPr/>
              <p:nvPr/>
            </p:nvSpPr>
            <p:spPr>
              <a:xfrm>
                <a:off x="7916815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09" name="Freeform 33708">
                <a:extLst>
                  <a:ext uri="{FF2B5EF4-FFF2-40B4-BE49-F238E27FC236}">
                    <a16:creationId xmlns:a16="http://schemas.microsoft.com/office/drawing/2014/main" id="{D0901AE4-E6F3-88FA-98BC-2440F5BE013D}"/>
                  </a:ext>
                </a:extLst>
              </p:cNvPr>
              <p:cNvSpPr/>
              <p:nvPr/>
            </p:nvSpPr>
            <p:spPr>
              <a:xfrm>
                <a:off x="7917311" y="201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0" name="Freeform 33709">
                <a:extLst>
                  <a:ext uri="{FF2B5EF4-FFF2-40B4-BE49-F238E27FC236}">
                    <a16:creationId xmlns:a16="http://schemas.microsoft.com/office/drawing/2014/main" id="{B642D776-1647-F324-A932-E2D3638CBD51}"/>
                  </a:ext>
                </a:extLst>
              </p:cNvPr>
              <p:cNvSpPr/>
              <p:nvPr/>
            </p:nvSpPr>
            <p:spPr>
              <a:xfrm>
                <a:off x="7917807" y="199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1" name="Freeform 33710">
                <a:extLst>
                  <a:ext uri="{FF2B5EF4-FFF2-40B4-BE49-F238E27FC236}">
                    <a16:creationId xmlns:a16="http://schemas.microsoft.com/office/drawing/2014/main" id="{57702439-D712-8EDE-1C21-B17DCEE2F1AB}"/>
                  </a:ext>
                </a:extLst>
              </p:cNvPr>
              <p:cNvSpPr/>
              <p:nvPr/>
            </p:nvSpPr>
            <p:spPr>
              <a:xfrm>
                <a:off x="7918402" y="2001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2" name="Freeform 33711">
                <a:extLst>
                  <a:ext uri="{FF2B5EF4-FFF2-40B4-BE49-F238E27FC236}">
                    <a16:creationId xmlns:a16="http://schemas.microsoft.com/office/drawing/2014/main" id="{07FF7898-187F-84C8-F86C-8C9A7DEE7139}"/>
                  </a:ext>
                </a:extLst>
              </p:cNvPr>
              <p:cNvSpPr/>
              <p:nvPr/>
            </p:nvSpPr>
            <p:spPr>
              <a:xfrm>
                <a:off x="7918898" y="201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3" name="Freeform 33712">
                <a:extLst>
                  <a:ext uri="{FF2B5EF4-FFF2-40B4-BE49-F238E27FC236}">
                    <a16:creationId xmlns:a16="http://schemas.microsoft.com/office/drawing/2014/main" id="{FAFEA474-1F9E-D87A-1DD7-CFCA7A216D15}"/>
                  </a:ext>
                </a:extLst>
              </p:cNvPr>
              <p:cNvSpPr/>
              <p:nvPr/>
            </p:nvSpPr>
            <p:spPr>
              <a:xfrm>
                <a:off x="7919395" y="2016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4" name="Freeform 33713">
                <a:extLst>
                  <a:ext uri="{FF2B5EF4-FFF2-40B4-BE49-F238E27FC236}">
                    <a16:creationId xmlns:a16="http://schemas.microsoft.com/office/drawing/2014/main" id="{8B4C17B3-CACF-D4A9-2669-ACA785F30995}"/>
                  </a:ext>
                </a:extLst>
              </p:cNvPr>
              <p:cNvSpPr/>
              <p:nvPr/>
            </p:nvSpPr>
            <p:spPr>
              <a:xfrm>
                <a:off x="7919990" y="1993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5" name="Freeform 33714">
                <a:extLst>
                  <a:ext uri="{FF2B5EF4-FFF2-40B4-BE49-F238E27FC236}">
                    <a16:creationId xmlns:a16="http://schemas.microsoft.com/office/drawing/2014/main" id="{F6A04355-A48D-55EE-6B6C-848911D25D80}"/>
                  </a:ext>
                </a:extLst>
              </p:cNvPr>
              <p:cNvSpPr/>
              <p:nvPr/>
            </p:nvSpPr>
            <p:spPr>
              <a:xfrm>
                <a:off x="7920486" y="1539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6" name="Freeform 33715">
                <a:extLst>
                  <a:ext uri="{FF2B5EF4-FFF2-40B4-BE49-F238E27FC236}">
                    <a16:creationId xmlns:a16="http://schemas.microsoft.com/office/drawing/2014/main" id="{6650F7EC-42B9-BAAB-C4CD-5C7E9638F2E4}"/>
                  </a:ext>
                </a:extLst>
              </p:cNvPr>
              <p:cNvSpPr/>
              <p:nvPr/>
            </p:nvSpPr>
            <p:spPr>
              <a:xfrm>
                <a:off x="7920982" y="1471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7" name="Freeform 33716">
                <a:extLst>
                  <a:ext uri="{FF2B5EF4-FFF2-40B4-BE49-F238E27FC236}">
                    <a16:creationId xmlns:a16="http://schemas.microsoft.com/office/drawing/2014/main" id="{F15F9377-E7B6-D6B8-E08F-71517C17A27E}"/>
                  </a:ext>
                </a:extLst>
              </p:cNvPr>
              <p:cNvSpPr/>
              <p:nvPr/>
            </p:nvSpPr>
            <p:spPr>
              <a:xfrm>
                <a:off x="7921577" y="1506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8" name="Freeform 33717">
                <a:extLst>
                  <a:ext uri="{FF2B5EF4-FFF2-40B4-BE49-F238E27FC236}">
                    <a16:creationId xmlns:a16="http://schemas.microsoft.com/office/drawing/2014/main" id="{AF23EB65-C5DC-DA96-012F-13873B052C85}"/>
                  </a:ext>
                </a:extLst>
              </p:cNvPr>
              <p:cNvSpPr/>
              <p:nvPr/>
            </p:nvSpPr>
            <p:spPr>
              <a:xfrm>
                <a:off x="7922073" y="1526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19" name="Freeform 33718">
                <a:extLst>
                  <a:ext uri="{FF2B5EF4-FFF2-40B4-BE49-F238E27FC236}">
                    <a16:creationId xmlns:a16="http://schemas.microsoft.com/office/drawing/2014/main" id="{E92F2B63-6AF3-5A20-3419-EF6E7876BF13}"/>
                  </a:ext>
                </a:extLst>
              </p:cNvPr>
              <p:cNvSpPr/>
              <p:nvPr/>
            </p:nvSpPr>
            <p:spPr>
              <a:xfrm>
                <a:off x="7922570" y="1504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0" name="Freeform 33719">
                <a:extLst>
                  <a:ext uri="{FF2B5EF4-FFF2-40B4-BE49-F238E27FC236}">
                    <a16:creationId xmlns:a16="http://schemas.microsoft.com/office/drawing/2014/main" id="{46D942D2-C1C4-D782-0920-B235C94AF7AF}"/>
                  </a:ext>
                </a:extLst>
              </p:cNvPr>
              <p:cNvSpPr/>
              <p:nvPr/>
            </p:nvSpPr>
            <p:spPr>
              <a:xfrm>
                <a:off x="7923165" y="14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1" name="Freeform 33720">
                <a:extLst>
                  <a:ext uri="{FF2B5EF4-FFF2-40B4-BE49-F238E27FC236}">
                    <a16:creationId xmlns:a16="http://schemas.microsoft.com/office/drawing/2014/main" id="{EB1D620A-300A-39F5-8A28-D2EAE8DCE5BC}"/>
                  </a:ext>
                </a:extLst>
              </p:cNvPr>
              <p:cNvSpPr/>
              <p:nvPr/>
            </p:nvSpPr>
            <p:spPr>
              <a:xfrm>
                <a:off x="7923661" y="1459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2" name="Freeform 33721">
                <a:extLst>
                  <a:ext uri="{FF2B5EF4-FFF2-40B4-BE49-F238E27FC236}">
                    <a16:creationId xmlns:a16="http://schemas.microsoft.com/office/drawing/2014/main" id="{E8DC83FF-3545-8561-65F5-432C768165EA}"/>
                  </a:ext>
                </a:extLst>
              </p:cNvPr>
              <p:cNvSpPr/>
              <p:nvPr/>
            </p:nvSpPr>
            <p:spPr>
              <a:xfrm>
                <a:off x="7924157" y="1442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3" name="Freeform 33722">
                <a:extLst>
                  <a:ext uri="{FF2B5EF4-FFF2-40B4-BE49-F238E27FC236}">
                    <a16:creationId xmlns:a16="http://schemas.microsoft.com/office/drawing/2014/main" id="{5C1DE6CB-7AB8-69EB-75D1-B7C53F519163}"/>
                  </a:ext>
                </a:extLst>
              </p:cNvPr>
              <p:cNvSpPr/>
              <p:nvPr/>
            </p:nvSpPr>
            <p:spPr>
              <a:xfrm>
                <a:off x="7924653" y="137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4" name="Freeform 33723">
                <a:extLst>
                  <a:ext uri="{FF2B5EF4-FFF2-40B4-BE49-F238E27FC236}">
                    <a16:creationId xmlns:a16="http://schemas.microsoft.com/office/drawing/2014/main" id="{B35FA40B-97BD-3E2C-656C-7EBE3A9A4D76}"/>
                  </a:ext>
                </a:extLst>
              </p:cNvPr>
              <p:cNvSpPr/>
              <p:nvPr/>
            </p:nvSpPr>
            <p:spPr>
              <a:xfrm>
                <a:off x="7925248" y="1337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5" name="Freeform 33724">
                <a:extLst>
                  <a:ext uri="{FF2B5EF4-FFF2-40B4-BE49-F238E27FC236}">
                    <a16:creationId xmlns:a16="http://schemas.microsoft.com/office/drawing/2014/main" id="{04522580-05E3-D187-FB4A-2A136628E0EA}"/>
                  </a:ext>
                </a:extLst>
              </p:cNvPr>
              <p:cNvSpPr/>
              <p:nvPr/>
            </p:nvSpPr>
            <p:spPr>
              <a:xfrm>
                <a:off x="7925745" y="1322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6" name="Freeform 33725">
                <a:extLst>
                  <a:ext uri="{FF2B5EF4-FFF2-40B4-BE49-F238E27FC236}">
                    <a16:creationId xmlns:a16="http://schemas.microsoft.com/office/drawing/2014/main" id="{42F8C0E2-1C9F-AD72-5349-08B27C2F679F}"/>
                  </a:ext>
                </a:extLst>
              </p:cNvPr>
              <p:cNvSpPr/>
              <p:nvPr/>
            </p:nvSpPr>
            <p:spPr>
              <a:xfrm>
                <a:off x="7926241" y="1328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7" name="Freeform 33726">
                <a:extLst>
                  <a:ext uri="{FF2B5EF4-FFF2-40B4-BE49-F238E27FC236}">
                    <a16:creationId xmlns:a16="http://schemas.microsoft.com/office/drawing/2014/main" id="{BAD5DF30-CC79-A321-CF07-A3421C9BDE46}"/>
                  </a:ext>
                </a:extLst>
              </p:cNvPr>
              <p:cNvSpPr/>
              <p:nvPr/>
            </p:nvSpPr>
            <p:spPr>
              <a:xfrm>
                <a:off x="7926836" y="1323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8" name="Freeform 33727">
                <a:extLst>
                  <a:ext uri="{FF2B5EF4-FFF2-40B4-BE49-F238E27FC236}">
                    <a16:creationId xmlns:a16="http://schemas.microsoft.com/office/drawing/2014/main" id="{3E14B4DD-12BF-E2A2-5F28-48B6DF1088E4}"/>
                  </a:ext>
                </a:extLst>
              </p:cNvPr>
              <p:cNvSpPr/>
              <p:nvPr/>
            </p:nvSpPr>
            <p:spPr>
              <a:xfrm>
                <a:off x="7927332" y="1333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29" name="Freeform 33728">
                <a:extLst>
                  <a:ext uri="{FF2B5EF4-FFF2-40B4-BE49-F238E27FC236}">
                    <a16:creationId xmlns:a16="http://schemas.microsoft.com/office/drawing/2014/main" id="{749FA8A0-F9AD-B7BA-589D-63EC7775D406}"/>
                  </a:ext>
                </a:extLst>
              </p:cNvPr>
              <p:cNvSpPr/>
              <p:nvPr/>
            </p:nvSpPr>
            <p:spPr>
              <a:xfrm>
                <a:off x="7927828" y="1317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0" name="Freeform 33729">
                <a:extLst>
                  <a:ext uri="{FF2B5EF4-FFF2-40B4-BE49-F238E27FC236}">
                    <a16:creationId xmlns:a16="http://schemas.microsoft.com/office/drawing/2014/main" id="{49AB5FFB-C74F-6693-0DEF-E524E43B20A1}"/>
                  </a:ext>
                </a:extLst>
              </p:cNvPr>
              <p:cNvSpPr/>
              <p:nvPr/>
            </p:nvSpPr>
            <p:spPr>
              <a:xfrm>
                <a:off x="7928423" y="1767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1" name="Freeform 33730">
                <a:extLst>
                  <a:ext uri="{FF2B5EF4-FFF2-40B4-BE49-F238E27FC236}">
                    <a16:creationId xmlns:a16="http://schemas.microsoft.com/office/drawing/2014/main" id="{90BF300A-B8AA-75F9-0516-5DE2F42BB8CD}"/>
                  </a:ext>
                </a:extLst>
              </p:cNvPr>
              <p:cNvSpPr/>
              <p:nvPr/>
            </p:nvSpPr>
            <p:spPr>
              <a:xfrm>
                <a:off x="7928920" y="2059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2" name="Freeform 33731">
                <a:extLst>
                  <a:ext uri="{FF2B5EF4-FFF2-40B4-BE49-F238E27FC236}">
                    <a16:creationId xmlns:a16="http://schemas.microsoft.com/office/drawing/2014/main" id="{6C73D1AE-DD5B-70C9-688D-D877EC110594}"/>
                  </a:ext>
                </a:extLst>
              </p:cNvPr>
              <p:cNvSpPr/>
              <p:nvPr/>
            </p:nvSpPr>
            <p:spPr>
              <a:xfrm>
                <a:off x="7929416" y="211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3" name="Freeform 33732">
                <a:extLst>
                  <a:ext uri="{FF2B5EF4-FFF2-40B4-BE49-F238E27FC236}">
                    <a16:creationId xmlns:a16="http://schemas.microsoft.com/office/drawing/2014/main" id="{B3C71F33-57DC-5458-C9F6-26995BC5D954}"/>
                  </a:ext>
                </a:extLst>
              </p:cNvPr>
              <p:cNvSpPr/>
              <p:nvPr/>
            </p:nvSpPr>
            <p:spPr>
              <a:xfrm>
                <a:off x="7930011" y="211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4" name="Freeform 33733">
                <a:extLst>
                  <a:ext uri="{FF2B5EF4-FFF2-40B4-BE49-F238E27FC236}">
                    <a16:creationId xmlns:a16="http://schemas.microsoft.com/office/drawing/2014/main" id="{743DEEA7-AD6D-159D-5BEC-1115A8E1DA5F}"/>
                  </a:ext>
                </a:extLst>
              </p:cNvPr>
              <p:cNvSpPr/>
              <p:nvPr/>
            </p:nvSpPr>
            <p:spPr>
              <a:xfrm>
                <a:off x="7930507" y="2098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5" name="Freeform 33734">
                <a:extLst>
                  <a:ext uri="{FF2B5EF4-FFF2-40B4-BE49-F238E27FC236}">
                    <a16:creationId xmlns:a16="http://schemas.microsoft.com/office/drawing/2014/main" id="{E18F98BC-2135-5E27-409C-CA0359E7CF0E}"/>
                  </a:ext>
                </a:extLst>
              </p:cNvPr>
              <p:cNvSpPr/>
              <p:nvPr/>
            </p:nvSpPr>
            <p:spPr>
              <a:xfrm>
                <a:off x="7931003" y="210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6" name="Freeform 33735">
                <a:extLst>
                  <a:ext uri="{FF2B5EF4-FFF2-40B4-BE49-F238E27FC236}">
                    <a16:creationId xmlns:a16="http://schemas.microsoft.com/office/drawing/2014/main" id="{5F168DB9-4B8D-1028-9AD2-396683759AD2}"/>
                  </a:ext>
                </a:extLst>
              </p:cNvPr>
              <p:cNvSpPr/>
              <p:nvPr/>
            </p:nvSpPr>
            <p:spPr>
              <a:xfrm>
                <a:off x="7931598" y="2109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7" name="Freeform 33736">
                <a:extLst>
                  <a:ext uri="{FF2B5EF4-FFF2-40B4-BE49-F238E27FC236}">
                    <a16:creationId xmlns:a16="http://schemas.microsoft.com/office/drawing/2014/main" id="{58315E41-A77F-2AE4-488C-6073067BA5C0}"/>
                  </a:ext>
                </a:extLst>
              </p:cNvPr>
              <p:cNvSpPr/>
              <p:nvPr/>
            </p:nvSpPr>
            <p:spPr>
              <a:xfrm>
                <a:off x="7932095" y="2124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8" name="Freeform 33737">
                <a:extLst>
                  <a:ext uri="{FF2B5EF4-FFF2-40B4-BE49-F238E27FC236}">
                    <a16:creationId xmlns:a16="http://schemas.microsoft.com/office/drawing/2014/main" id="{A1F4EEC5-5F0A-24AF-C1DF-0A7C57C1493C}"/>
                  </a:ext>
                </a:extLst>
              </p:cNvPr>
              <p:cNvSpPr/>
              <p:nvPr/>
            </p:nvSpPr>
            <p:spPr>
              <a:xfrm>
                <a:off x="7932591" y="210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39" name="Freeform 33738">
                <a:extLst>
                  <a:ext uri="{FF2B5EF4-FFF2-40B4-BE49-F238E27FC236}">
                    <a16:creationId xmlns:a16="http://schemas.microsoft.com/office/drawing/2014/main" id="{815ACA4F-0A85-27C6-7815-FC8FA258CC6E}"/>
                  </a:ext>
                </a:extLst>
              </p:cNvPr>
              <p:cNvSpPr/>
              <p:nvPr/>
            </p:nvSpPr>
            <p:spPr>
              <a:xfrm>
                <a:off x="7933186" y="1796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0" name="Freeform 33739">
                <a:extLst>
                  <a:ext uri="{FF2B5EF4-FFF2-40B4-BE49-F238E27FC236}">
                    <a16:creationId xmlns:a16="http://schemas.microsoft.com/office/drawing/2014/main" id="{6CFCF2CE-CADF-C62F-8F10-76944E392D9B}"/>
                  </a:ext>
                </a:extLst>
              </p:cNvPr>
              <p:cNvSpPr/>
              <p:nvPr/>
            </p:nvSpPr>
            <p:spPr>
              <a:xfrm>
                <a:off x="7933682" y="1547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1" name="Freeform 33740">
                <a:extLst>
                  <a:ext uri="{FF2B5EF4-FFF2-40B4-BE49-F238E27FC236}">
                    <a16:creationId xmlns:a16="http://schemas.microsoft.com/office/drawing/2014/main" id="{E75FDA7A-A811-52FB-569B-CBE413CA9538}"/>
                  </a:ext>
                </a:extLst>
              </p:cNvPr>
              <p:cNvSpPr/>
              <p:nvPr/>
            </p:nvSpPr>
            <p:spPr>
              <a:xfrm>
                <a:off x="7934178" y="1560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2" name="Freeform 33741">
                <a:extLst>
                  <a:ext uri="{FF2B5EF4-FFF2-40B4-BE49-F238E27FC236}">
                    <a16:creationId xmlns:a16="http://schemas.microsoft.com/office/drawing/2014/main" id="{84577D85-02AE-350E-E768-307590FA813A}"/>
                  </a:ext>
                </a:extLst>
              </p:cNvPr>
              <p:cNvSpPr/>
              <p:nvPr/>
            </p:nvSpPr>
            <p:spPr>
              <a:xfrm>
                <a:off x="7934773" y="1580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3" name="Freeform 33742">
                <a:extLst>
                  <a:ext uri="{FF2B5EF4-FFF2-40B4-BE49-F238E27FC236}">
                    <a16:creationId xmlns:a16="http://schemas.microsoft.com/office/drawing/2014/main" id="{0EAFD70D-CD00-ADF4-4A1C-2177C4F445C2}"/>
                  </a:ext>
                </a:extLst>
              </p:cNvPr>
              <p:cNvSpPr/>
              <p:nvPr/>
            </p:nvSpPr>
            <p:spPr>
              <a:xfrm>
                <a:off x="7935270" y="1558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4" name="Freeform 33743">
                <a:extLst>
                  <a:ext uri="{FF2B5EF4-FFF2-40B4-BE49-F238E27FC236}">
                    <a16:creationId xmlns:a16="http://schemas.microsoft.com/office/drawing/2014/main" id="{6742422B-28E6-AB26-4F8F-3E2256107EB5}"/>
                  </a:ext>
                </a:extLst>
              </p:cNvPr>
              <p:cNvSpPr/>
              <p:nvPr/>
            </p:nvSpPr>
            <p:spPr>
              <a:xfrm>
                <a:off x="7935766" y="1523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5" name="Freeform 33744">
                <a:extLst>
                  <a:ext uri="{FF2B5EF4-FFF2-40B4-BE49-F238E27FC236}">
                    <a16:creationId xmlns:a16="http://schemas.microsoft.com/office/drawing/2014/main" id="{5B5EF4B5-D3DE-DFC5-5BD7-BA7C5E4D659A}"/>
                  </a:ext>
                </a:extLst>
              </p:cNvPr>
              <p:cNvSpPr/>
              <p:nvPr/>
            </p:nvSpPr>
            <p:spPr>
              <a:xfrm>
                <a:off x="7936262" y="1466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6" name="Freeform 33745">
                <a:extLst>
                  <a:ext uri="{FF2B5EF4-FFF2-40B4-BE49-F238E27FC236}">
                    <a16:creationId xmlns:a16="http://schemas.microsoft.com/office/drawing/2014/main" id="{F4B636AD-6B58-606C-0DA9-5B42D754559B}"/>
                  </a:ext>
                </a:extLst>
              </p:cNvPr>
              <p:cNvSpPr/>
              <p:nvPr/>
            </p:nvSpPr>
            <p:spPr>
              <a:xfrm>
                <a:off x="7936857" y="1389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7" name="Freeform 33746">
                <a:extLst>
                  <a:ext uri="{FF2B5EF4-FFF2-40B4-BE49-F238E27FC236}">
                    <a16:creationId xmlns:a16="http://schemas.microsoft.com/office/drawing/2014/main" id="{B777193B-B4B6-FBDA-E906-D01C8CC0E6A7}"/>
                  </a:ext>
                </a:extLst>
              </p:cNvPr>
              <p:cNvSpPr/>
              <p:nvPr/>
            </p:nvSpPr>
            <p:spPr>
              <a:xfrm>
                <a:off x="7937353" y="1317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8" name="Freeform 33747">
                <a:extLst>
                  <a:ext uri="{FF2B5EF4-FFF2-40B4-BE49-F238E27FC236}">
                    <a16:creationId xmlns:a16="http://schemas.microsoft.com/office/drawing/2014/main" id="{644DC236-8DDD-5F45-F5DF-C860318A5A5F}"/>
                  </a:ext>
                </a:extLst>
              </p:cNvPr>
              <p:cNvSpPr/>
              <p:nvPr/>
            </p:nvSpPr>
            <p:spPr>
              <a:xfrm>
                <a:off x="7937849" y="1280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49" name="Freeform 33748">
                <a:extLst>
                  <a:ext uri="{FF2B5EF4-FFF2-40B4-BE49-F238E27FC236}">
                    <a16:creationId xmlns:a16="http://schemas.microsoft.com/office/drawing/2014/main" id="{3EB653C1-A3C6-6844-377F-353283EF0D9C}"/>
                  </a:ext>
                </a:extLst>
              </p:cNvPr>
              <p:cNvSpPr/>
              <p:nvPr/>
            </p:nvSpPr>
            <p:spPr>
              <a:xfrm>
                <a:off x="7938445" y="1274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0" name="Freeform 33749">
                <a:extLst>
                  <a:ext uri="{FF2B5EF4-FFF2-40B4-BE49-F238E27FC236}">
                    <a16:creationId xmlns:a16="http://schemas.microsoft.com/office/drawing/2014/main" id="{D583ECF4-2C76-220F-875A-D40A95D1C76F}"/>
                  </a:ext>
                </a:extLst>
              </p:cNvPr>
              <p:cNvSpPr/>
              <p:nvPr/>
            </p:nvSpPr>
            <p:spPr>
              <a:xfrm>
                <a:off x="7938941" y="1318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1" name="Freeform 33750">
                <a:extLst>
                  <a:ext uri="{FF2B5EF4-FFF2-40B4-BE49-F238E27FC236}">
                    <a16:creationId xmlns:a16="http://schemas.microsoft.com/office/drawing/2014/main" id="{C41C3D60-A860-630F-57D1-B5036AEBE164}"/>
                  </a:ext>
                </a:extLst>
              </p:cNvPr>
              <p:cNvSpPr/>
              <p:nvPr/>
            </p:nvSpPr>
            <p:spPr>
              <a:xfrm>
                <a:off x="7939437" y="1350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2" name="Freeform 33751">
                <a:extLst>
                  <a:ext uri="{FF2B5EF4-FFF2-40B4-BE49-F238E27FC236}">
                    <a16:creationId xmlns:a16="http://schemas.microsoft.com/office/drawing/2014/main" id="{B945CA28-2F2F-218E-46D3-95D1903E1A33}"/>
                  </a:ext>
                </a:extLst>
              </p:cNvPr>
              <p:cNvSpPr/>
              <p:nvPr/>
            </p:nvSpPr>
            <p:spPr>
              <a:xfrm>
                <a:off x="7940032" y="1386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3" name="Freeform 33752">
                <a:extLst>
                  <a:ext uri="{FF2B5EF4-FFF2-40B4-BE49-F238E27FC236}">
                    <a16:creationId xmlns:a16="http://schemas.microsoft.com/office/drawing/2014/main" id="{4A51C66E-A510-D212-DE1A-97AF45490A78}"/>
                  </a:ext>
                </a:extLst>
              </p:cNvPr>
              <p:cNvSpPr/>
              <p:nvPr/>
            </p:nvSpPr>
            <p:spPr>
              <a:xfrm>
                <a:off x="7940528" y="1426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4" name="Freeform 33753">
                <a:extLst>
                  <a:ext uri="{FF2B5EF4-FFF2-40B4-BE49-F238E27FC236}">
                    <a16:creationId xmlns:a16="http://schemas.microsoft.com/office/drawing/2014/main" id="{6EC7E7AB-FE18-0A64-F78A-5DE8CC48934D}"/>
                  </a:ext>
                </a:extLst>
              </p:cNvPr>
              <p:cNvSpPr/>
              <p:nvPr/>
            </p:nvSpPr>
            <p:spPr>
              <a:xfrm>
                <a:off x="7941024" y="1886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5" name="Freeform 33754">
                <a:extLst>
                  <a:ext uri="{FF2B5EF4-FFF2-40B4-BE49-F238E27FC236}">
                    <a16:creationId xmlns:a16="http://schemas.microsoft.com/office/drawing/2014/main" id="{C71EBFF1-E835-EEF2-928A-B91575E73B20}"/>
                  </a:ext>
                </a:extLst>
              </p:cNvPr>
              <p:cNvSpPr/>
              <p:nvPr/>
            </p:nvSpPr>
            <p:spPr>
              <a:xfrm>
                <a:off x="7941620" y="2244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6" name="Freeform 33755">
                <a:extLst>
                  <a:ext uri="{FF2B5EF4-FFF2-40B4-BE49-F238E27FC236}">
                    <a16:creationId xmlns:a16="http://schemas.microsoft.com/office/drawing/2014/main" id="{EC6FED88-C3D6-A0BE-A5AF-B7EB2DCFD152}"/>
                  </a:ext>
                </a:extLst>
              </p:cNvPr>
              <p:cNvSpPr/>
              <p:nvPr/>
            </p:nvSpPr>
            <p:spPr>
              <a:xfrm>
                <a:off x="7942116" y="2272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7" name="Freeform 33756">
                <a:extLst>
                  <a:ext uri="{FF2B5EF4-FFF2-40B4-BE49-F238E27FC236}">
                    <a16:creationId xmlns:a16="http://schemas.microsoft.com/office/drawing/2014/main" id="{9A203B15-2088-B8AB-3C9F-F11EF3D0F74B}"/>
                  </a:ext>
                </a:extLst>
              </p:cNvPr>
              <p:cNvSpPr/>
              <p:nvPr/>
            </p:nvSpPr>
            <p:spPr>
              <a:xfrm>
                <a:off x="7942612" y="2266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8" name="Freeform 33757">
                <a:extLst>
                  <a:ext uri="{FF2B5EF4-FFF2-40B4-BE49-F238E27FC236}">
                    <a16:creationId xmlns:a16="http://schemas.microsoft.com/office/drawing/2014/main" id="{B80D7565-0664-5924-947A-F7CD5B964155}"/>
                  </a:ext>
                </a:extLst>
              </p:cNvPr>
              <p:cNvSpPr/>
              <p:nvPr/>
            </p:nvSpPr>
            <p:spPr>
              <a:xfrm>
                <a:off x="7943207" y="2256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59" name="Freeform 33758">
                <a:extLst>
                  <a:ext uri="{FF2B5EF4-FFF2-40B4-BE49-F238E27FC236}">
                    <a16:creationId xmlns:a16="http://schemas.microsoft.com/office/drawing/2014/main" id="{381AC89C-FE22-0165-14E0-3C557AA682A1}"/>
                  </a:ext>
                </a:extLst>
              </p:cNvPr>
              <p:cNvSpPr/>
              <p:nvPr/>
            </p:nvSpPr>
            <p:spPr>
              <a:xfrm>
                <a:off x="7943703" y="2257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0" name="Freeform 33759">
                <a:extLst>
                  <a:ext uri="{FF2B5EF4-FFF2-40B4-BE49-F238E27FC236}">
                    <a16:creationId xmlns:a16="http://schemas.microsoft.com/office/drawing/2014/main" id="{0BCF1CDD-AB0A-9673-091B-C42AB49E9E0C}"/>
                  </a:ext>
                </a:extLst>
              </p:cNvPr>
              <p:cNvSpPr/>
              <p:nvPr/>
            </p:nvSpPr>
            <p:spPr>
              <a:xfrm>
                <a:off x="7944199" y="2262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1" name="Freeform 33760">
                <a:extLst>
                  <a:ext uri="{FF2B5EF4-FFF2-40B4-BE49-F238E27FC236}">
                    <a16:creationId xmlns:a16="http://schemas.microsoft.com/office/drawing/2014/main" id="{351EE1C8-CAF1-E672-7ED7-5BCEEEEE5BD6}"/>
                  </a:ext>
                </a:extLst>
              </p:cNvPr>
              <p:cNvSpPr/>
              <p:nvPr/>
            </p:nvSpPr>
            <p:spPr>
              <a:xfrm>
                <a:off x="7944795" y="2262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2" name="Freeform 33761">
                <a:extLst>
                  <a:ext uri="{FF2B5EF4-FFF2-40B4-BE49-F238E27FC236}">
                    <a16:creationId xmlns:a16="http://schemas.microsoft.com/office/drawing/2014/main" id="{03831896-DABF-2BFB-4DC8-36FAD559B304}"/>
                  </a:ext>
                </a:extLst>
              </p:cNvPr>
              <p:cNvSpPr/>
              <p:nvPr/>
            </p:nvSpPr>
            <p:spPr>
              <a:xfrm>
                <a:off x="7945291" y="2272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3" name="Freeform 33762">
                <a:extLst>
                  <a:ext uri="{FF2B5EF4-FFF2-40B4-BE49-F238E27FC236}">
                    <a16:creationId xmlns:a16="http://schemas.microsoft.com/office/drawing/2014/main" id="{737BCF54-1DC6-D9B7-F0F1-5C28451D00D7}"/>
                  </a:ext>
                </a:extLst>
              </p:cNvPr>
              <p:cNvSpPr/>
              <p:nvPr/>
            </p:nvSpPr>
            <p:spPr>
              <a:xfrm>
                <a:off x="7945787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4" name="Freeform 33763">
                <a:extLst>
                  <a:ext uri="{FF2B5EF4-FFF2-40B4-BE49-F238E27FC236}">
                    <a16:creationId xmlns:a16="http://schemas.microsoft.com/office/drawing/2014/main" id="{6EDE1F67-16EB-5A7F-7CAB-A1CD6CB279FD}"/>
                  </a:ext>
                </a:extLst>
              </p:cNvPr>
              <p:cNvSpPr/>
              <p:nvPr/>
            </p:nvSpPr>
            <p:spPr>
              <a:xfrm>
                <a:off x="7946382" y="1649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5" name="Freeform 33764">
                <a:extLst>
                  <a:ext uri="{FF2B5EF4-FFF2-40B4-BE49-F238E27FC236}">
                    <a16:creationId xmlns:a16="http://schemas.microsoft.com/office/drawing/2014/main" id="{EEA0A24B-8D50-C2D9-C151-FCF6B935EC16}"/>
                  </a:ext>
                </a:extLst>
              </p:cNvPr>
              <p:cNvSpPr/>
              <p:nvPr/>
            </p:nvSpPr>
            <p:spPr>
              <a:xfrm>
                <a:off x="7946878" y="1671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6" name="Freeform 33765">
                <a:extLst>
                  <a:ext uri="{FF2B5EF4-FFF2-40B4-BE49-F238E27FC236}">
                    <a16:creationId xmlns:a16="http://schemas.microsoft.com/office/drawing/2014/main" id="{94DBB994-8D84-FE93-CE89-EACBB0FD07E5}"/>
                  </a:ext>
                </a:extLst>
              </p:cNvPr>
              <p:cNvSpPr/>
              <p:nvPr/>
            </p:nvSpPr>
            <p:spPr>
              <a:xfrm>
                <a:off x="7947374" y="1667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7" name="Freeform 33766">
                <a:extLst>
                  <a:ext uri="{FF2B5EF4-FFF2-40B4-BE49-F238E27FC236}">
                    <a16:creationId xmlns:a16="http://schemas.microsoft.com/office/drawing/2014/main" id="{66F0DC87-6F38-917E-3295-CBDD50C44F1E}"/>
                  </a:ext>
                </a:extLst>
              </p:cNvPr>
              <p:cNvSpPr/>
              <p:nvPr/>
            </p:nvSpPr>
            <p:spPr>
              <a:xfrm>
                <a:off x="7947870" y="1642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8" name="Freeform 33767">
                <a:extLst>
                  <a:ext uri="{FF2B5EF4-FFF2-40B4-BE49-F238E27FC236}">
                    <a16:creationId xmlns:a16="http://schemas.microsoft.com/office/drawing/2014/main" id="{EC64D6DC-8042-B1FB-5EE1-D5404894BB02}"/>
                  </a:ext>
                </a:extLst>
              </p:cNvPr>
              <p:cNvSpPr/>
              <p:nvPr/>
            </p:nvSpPr>
            <p:spPr>
              <a:xfrm>
                <a:off x="7948466" y="1630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69" name="Freeform 33768">
                <a:extLst>
                  <a:ext uri="{FF2B5EF4-FFF2-40B4-BE49-F238E27FC236}">
                    <a16:creationId xmlns:a16="http://schemas.microsoft.com/office/drawing/2014/main" id="{DAB0DED8-FED8-FEBF-BF77-CA45F5723397}"/>
                  </a:ext>
                </a:extLst>
              </p:cNvPr>
              <p:cNvSpPr/>
              <p:nvPr/>
            </p:nvSpPr>
            <p:spPr>
              <a:xfrm>
                <a:off x="7948962" y="1559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0" name="Freeform 33769">
                <a:extLst>
                  <a:ext uri="{FF2B5EF4-FFF2-40B4-BE49-F238E27FC236}">
                    <a16:creationId xmlns:a16="http://schemas.microsoft.com/office/drawing/2014/main" id="{634F4D40-5586-A08E-9C9B-5E570CA329CB}"/>
                  </a:ext>
                </a:extLst>
              </p:cNvPr>
              <p:cNvSpPr/>
              <p:nvPr/>
            </p:nvSpPr>
            <p:spPr>
              <a:xfrm>
                <a:off x="7949458" y="1494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1" name="Freeform 33770">
                <a:extLst>
                  <a:ext uri="{FF2B5EF4-FFF2-40B4-BE49-F238E27FC236}">
                    <a16:creationId xmlns:a16="http://schemas.microsoft.com/office/drawing/2014/main" id="{08D42BF1-8D6C-20E5-8D0A-A7120C2FB409}"/>
                  </a:ext>
                </a:extLst>
              </p:cNvPr>
              <p:cNvSpPr/>
              <p:nvPr/>
            </p:nvSpPr>
            <p:spPr>
              <a:xfrm>
                <a:off x="7950053" y="1479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2" name="Freeform 33771">
                <a:extLst>
                  <a:ext uri="{FF2B5EF4-FFF2-40B4-BE49-F238E27FC236}">
                    <a16:creationId xmlns:a16="http://schemas.microsoft.com/office/drawing/2014/main" id="{22F92059-7538-204E-D1C0-0B27F1EF73E0}"/>
                  </a:ext>
                </a:extLst>
              </p:cNvPr>
              <p:cNvSpPr/>
              <p:nvPr/>
            </p:nvSpPr>
            <p:spPr>
              <a:xfrm>
                <a:off x="7950549" y="1458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3" name="Freeform 33772">
                <a:extLst>
                  <a:ext uri="{FF2B5EF4-FFF2-40B4-BE49-F238E27FC236}">
                    <a16:creationId xmlns:a16="http://schemas.microsoft.com/office/drawing/2014/main" id="{57856214-9896-547F-E2E3-67AFCB3CB380}"/>
                  </a:ext>
                </a:extLst>
              </p:cNvPr>
              <p:cNvSpPr/>
              <p:nvPr/>
            </p:nvSpPr>
            <p:spPr>
              <a:xfrm>
                <a:off x="7951045" y="1490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4" name="Freeform 33773">
                <a:extLst>
                  <a:ext uri="{FF2B5EF4-FFF2-40B4-BE49-F238E27FC236}">
                    <a16:creationId xmlns:a16="http://schemas.microsoft.com/office/drawing/2014/main" id="{9796FB01-C4D7-72D2-9CD7-CD44265B3CDB}"/>
                  </a:ext>
                </a:extLst>
              </p:cNvPr>
              <p:cNvSpPr/>
              <p:nvPr/>
            </p:nvSpPr>
            <p:spPr>
              <a:xfrm>
                <a:off x="7951641" y="1507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5" name="Freeform 33774">
                <a:extLst>
                  <a:ext uri="{FF2B5EF4-FFF2-40B4-BE49-F238E27FC236}">
                    <a16:creationId xmlns:a16="http://schemas.microsoft.com/office/drawing/2014/main" id="{9AAC0352-49F3-44FC-5F0C-7165BD68FF47}"/>
                  </a:ext>
                </a:extLst>
              </p:cNvPr>
              <p:cNvSpPr/>
              <p:nvPr/>
            </p:nvSpPr>
            <p:spPr>
              <a:xfrm>
                <a:off x="7952137" y="1505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6" name="Freeform 33775">
                <a:extLst>
                  <a:ext uri="{FF2B5EF4-FFF2-40B4-BE49-F238E27FC236}">
                    <a16:creationId xmlns:a16="http://schemas.microsoft.com/office/drawing/2014/main" id="{FE3D6755-DCF4-DF99-8C9D-5F8B743D566F}"/>
                  </a:ext>
                </a:extLst>
              </p:cNvPr>
              <p:cNvSpPr/>
              <p:nvPr/>
            </p:nvSpPr>
            <p:spPr>
              <a:xfrm>
                <a:off x="7952633" y="1442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7" name="Freeform 33776">
                <a:extLst>
                  <a:ext uri="{FF2B5EF4-FFF2-40B4-BE49-F238E27FC236}">
                    <a16:creationId xmlns:a16="http://schemas.microsoft.com/office/drawing/2014/main" id="{9F11B586-3B52-8E3C-8673-A2C001EE9405}"/>
                  </a:ext>
                </a:extLst>
              </p:cNvPr>
              <p:cNvSpPr/>
              <p:nvPr/>
            </p:nvSpPr>
            <p:spPr>
              <a:xfrm>
                <a:off x="7953228" y="1469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8" name="Freeform 33777">
                <a:extLst>
                  <a:ext uri="{FF2B5EF4-FFF2-40B4-BE49-F238E27FC236}">
                    <a16:creationId xmlns:a16="http://schemas.microsoft.com/office/drawing/2014/main" id="{5926AC83-4F37-7C1D-D192-885503E3AF31}"/>
                  </a:ext>
                </a:extLst>
              </p:cNvPr>
              <p:cNvSpPr/>
              <p:nvPr/>
            </p:nvSpPr>
            <p:spPr>
              <a:xfrm>
                <a:off x="7953724" y="1812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79" name="Freeform 33778">
                <a:extLst>
                  <a:ext uri="{FF2B5EF4-FFF2-40B4-BE49-F238E27FC236}">
                    <a16:creationId xmlns:a16="http://schemas.microsoft.com/office/drawing/2014/main" id="{AEB0AAB4-9F5E-EF02-07C3-9E132349B928}"/>
                  </a:ext>
                </a:extLst>
              </p:cNvPr>
              <p:cNvSpPr/>
              <p:nvPr/>
            </p:nvSpPr>
            <p:spPr>
              <a:xfrm>
                <a:off x="7954220" y="2145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0" name="Freeform 33779">
                <a:extLst>
                  <a:ext uri="{FF2B5EF4-FFF2-40B4-BE49-F238E27FC236}">
                    <a16:creationId xmlns:a16="http://schemas.microsoft.com/office/drawing/2014/main" id="{58EA8C68-A1C2-2E82-6B6A-4D0535D456A9}"/>
                  </a:ext>
                </a:extLst>
              </p:cNvPr>
              <p:cNvSpPr/>
              <p:nvPr/>
            </p:nvSpPr>
            <p:spPr>
              <a:xfrm>
                <a:off x="7954816" y="2179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1" name="Freeform 33780">
                <a:extLst>
                  <a:ext uri="{FF2B5EF4-FFF2-40B4-BE49-F238E27FC236}">
                    <a16:creationId xmlns:a16="http://schemas.microsoft.com/office/drawing/2014/main" id="{78DB39A5-ECB9-6B93-39D3-E4EF8F0E788C}"/>
                  </a:ext>
                </a:extLst>
              </p:cNvPr>
              <p:cNvSpPr/>
              <p:nvPr/>
            </p:nvSpPr>
            <p:spPr>
              <a:xfrm>
                <a:off x="7955312" y="216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2" name="Freeform 33781">
                <a:extLst>
                  <a:ext uri="{FF2B5EF4-FFF2-40B4-BE49-F238E27FC236}">
                    <a16:creationId xmlns:a16="http://schemas.microsoft.com/office/drawing/2014/main" id="{653E3BAE-C4FE-FDC2-B92B-CE28F1EF594C}"/>
                  </a:ext>
                </a:extLst>
              </p:cNvPr>
              <p:cNvSpPr/>
              <p:nvPr/>
            </p:nvSpPr>
            <p:spPr>
              <a:xfrm>
                <a:off x="7955808" y="2129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3" name="Freeform 33782">
                <a:extLst>
                  <a:ext uri="{FF2B5EF4-FFF2-40B4-BE49-F238E27FC236}">
                    <a16:creationId xmlns:a16="http://schemas.microsoft.com/office/drawing/2014/main" id="{DD6AD780-EAD9-0E19-78EE-0C3EDEDB260B}"/>
                  </a:ext>
                </a:extLst>
              </p:cNvPr>
              <p:cNvSpPr/>
              <p:nvPr/>
            </p:nvSpPr>
            <p:spPr>
              <a:xfrm>
                <a:off x="7956403" y="213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4" name="Freeform 33783">
                <a:extLst>
                  <a:ext uri="{FF2B5EF4-FFF2-40B4-BE49-F238E27FC236}">
                    <a16:creationId xmlns:a16="http://schemas.microsoft.com/office/drawing/2014/main" id="{B30AA6DA-23B1-65BE-1F83-0208C6488F8A}"/>
                  </a:ext>
                </a:extLst>
              </p:cNvPr>
              <p:cNvSpPr/>
              <p:nvPr/>
            </p:nvSpPr>
            <p:spPr>
              <a:xfrm>
                <a:off x="7956899" y="2133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5" name="Freeform 33784">
                <a:extLst>
                  <a:ext uri="{FF2B5EF4-FFF2-40B4-BE49-F238E27FC236}">
                    <a16:creationId xmlns:a16="http://schemas.microsoft.com/office/drawing/2014/main" id="{FC9A4CA5-83FE-C4C0-61CD-6675B600F8AE}"/>
                  </a:ext>
                </a:extLst>
              </p:cNvPr>
              <p:cNvSpPr/>
              <p:nvPr/>
            </p:nvSpPr>
            <p:spPr>
              <a:xfrm>
                <a:off x="7957395" y="216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6" name="Freeform 33785">
                <a:extLst>
                  <a:ext uri="{FF2B5EF4-FFF2-40B4-BE49-F238E27FC236}">
                    <a16:creationId xmlns:a16="http://schemas.microsoft.com/office/drawing/2014/main" id="{AE8F2DD8-775C-C668-711D-02F4866C9DB0}"/>
                  </a:ext>
                </a:extLst>
              </p:cNvPr>
              <p:cNvSpPr/>
              <p:nvPr/>
            </p:nvSpPr>
            <p:spPr>
              <a:xfrm>
                <a:off x="7957991" y="2168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7" name="Freeform 33786">
                <a:extLst>
                  <a:ext uri="{FF2B5EF4-FFF2-40B4-BE49-F238E27FC236}">
                    <a16:creationId xmlns:a16="http://schemas.microsoft.com/office/drawing/2014/main" id="{1F564523-FAA4-4226-ED83-605E47AE224F}"/>
                  </a:ext>
                </a:extLst>
              </p:cNvPr>
              <p:cNvSpPr/>
              <p:nvPr/>
            </p:nvSpPr>
            <p:spPr>
              <a:xfrm>
                <a:off x="7958487" y="1714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8" name="Freeform 33787">
                <a:extLst>
                  <a:ext uri="{FF2B5EF4-FFF2-40B4-BE49-F238E27FC236}">
                    <a16:creationId xmlns:a16="http://schemas.microsoft.com/office/drawing/2014/main" id="{9CAE1B1D-866A-C380-A639-87156D937635}"/>
                  </a:ext>
                </a:extLst>
              </p:cNvPr>
              <p:cNvSpPr/>
              <p:nvPr/>
            </p:nvSpPr>
            <p:spPr>
              <a:xfrm>
                <a:off x="7958983" y="1452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89" name="Freeform 33788">
                <a:extLst>
                  <a:ext uri="{FF2B5EF4-FFF2-40B4-BE49-F238E27FC236}">
                    <a16:creationId xmlns:a16="http://schemas.microsoft.com/office/drawing/2014/main" id="{2B45F128-9E2C-2902-A555-3A8D188E1B4C}"/>
                  </a:ext>
                </a:extLst>
              </p:cNvPr>
              <p:cNvSpPr/>
              <p:nvPr/>
            </p:nvSpPr>
            <p:spPr>
              <a:xfrm>
                <a:off x="7959578" y="1346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0" name="Freeform 33789">
                <a:extLst>
                  <a:ext uri="{FF2B5EF4-FFF2-40B4-BE49-F238E27FC236}">
                    <a16:creationId xmlns:a16="http://schemas.microsoft.com/office/drawing/2014/main" id="{2F71DDF5-C835-7CE5-EA32-23042B89FD78}"/>
                  </a:ext>
                </a:extLst>
              </p:cNvPr>
              <p:cNvSpPr/>
              <p:nvPr/>
            </p:nvSpPr>
            <p:spPr>
              <a:xfrm>
                <a:off x="7960074" y="1362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1" name="Freeform 33790">
                <a:extLst>
                  <a:ext uri="{FF2B5EF4-FFF2-40B4-BE49-F238E27FC236}">
                    <a16:creationId xmlns:a16="http://schemas.microsoft.com/office/drawing/2014/main" id="{EB2E0DF4-38EB-A56B-B0B7-18E00A8A8700}"/>
                  </a:ext>
                </a:extLst>
              </p:cNvPr>
              <p:cNvSpPr/>
              <p:nvPr/>
            </p:nvSpPr>
            <p:spPr>
              <a:xfrm>
                <a:off x="7960570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2" name="Freeform 33791">
                <a:extLst>
                  <a:ext uri="{FF2B5EF4-FFF2-40B4-BE49-F238E27FC236}">
                    <a16:creationId xmlns:a16="http://schemas.microsoft.com/office/drawing/2014/main" id="{E0228C93-3E90-C223-E71C-BAF02E2B4AE3}"/>
                  </a:ext>
                </a:extLst>
              </p:cNvPr>
              <p:cNvSpPr/>
              <p:nvPr/>
            </p:nvSpPr>
            <p:spPr>
              <a:xfrm>
                <a:off x="7961066" y="1429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3" name="Freeform 33792">
                <a:extLst>
                  <a:ext uri="{FF2B5EF4-FFF2-40B4-BE49-F238E27FC236}">
                    <a16:creationId xmlns:a16="http://schemas.microsoft.com/office/drawing/2014/main" id="{24A22E2F-6B62-BB74-4F81-FF7D2894C7EE}"/>
                  </a:ext>
                </a:extLst>
              </p:cNvPr>
              <p:cNvSpPr/>
              <p:nvPr/>
            </p:nvSpPr>
            <p:spPr>
              <a:xfrm>
                <a:off x="7961662" y="1382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4" name="Freeform 33793">
                <a:extLst>
                  <a:ext uri="{FF2B5EF4-FFF2-40B4-BE49-F238E27FC236}">
                    <a16:creationId xmlns:a16="http://schemas.microsoft.com/office/drawing/2014/main" id="{FE76A86D-3D8C-9D04-651E-A99D3B1A0464}"/>
                  </a:ext>
                </a:extLst>
              </p:cNvPr>
              <p:cNvSpPr/>
              <p:nvPr/>
            </p:nvSpPr>
            <p:spPr>
              <a:xfrm>
                <a:off x="7962158" y="1331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5" name="Freeform 33794">
                <a:extLst>
                  <a:ext uri="{FF2B5EF4-FFF2-40B4-BE49-F238E27FC236}">
                    <a16:creationId xmlns:a16="http://schemas.microsoft.com/office/drawing/2014/main" id="{8096989B-F46F-94E2-84A4-94A637FBACAE}"/>
                  </a:ext>
                </a:extLst>
              </p:cNvPr>
              <p:cNvSpPr/>
              <p:nvPr/>
            </p:nvSpPr>
            <p:spPr>
              <a:xfrm>
                <a:off x="7962654" y="1278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6" name="Freeform 33795">
                <a:extLst>
                  <a:ext uri="{FF2B5EF4-FFF2-40B4-BE49-F238E27FC236}">
                    <a16:creationId xmlns:a16="http://schemas.microsoft.com/office/drawing/2014/main" id="{B8C35FBF-4B59-258E-7E65-7F49668B6BBB}"/>
                  </a:ext>
                </a:extLst>
              </p:cNvPr>
              <p:cNvSpPr/>
              <p:nvPr/>
            </p:nvSpPr>
            <p:spPr>
              <a:xfrm>
                <a:off x="7963249" y="1263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7" name="Freeform 33796">
                <a:extLst>
                  <a:ext uri="{FF2B5EF4-FFF2-40B4-BE49-F238E27FC236}">
                    <a16:creationId xmlns:a16="http://schemas.microsoft.com/office/drawing/2014/main" id="{6E4BF40F-A88D-0F34-143E-45306CED1503}"/>
                  </a:ext>
                </a:extLst>
              </p:cNvPr>
              <p:cNvSpPr/>
              <p:nvPr/>
            </p:nvSpPr>
            <p:spPr>
              <a:xfrm>
                <a:off x="7963745" y="1340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8" name="Freeform 33797">
                <a:extLst>
                  <a:ext uri="{FF2B5EF4-FFF2-40B4-BE49-F238E27FC236}">
                    <a16:creationId xmlns:a16="http://schemas.microsoft.com/office/drawing/2014/main" id="{8B7815FF-AE8C-7CE0-04BB-F45A1C03F403}"/>
                  </a:ext>
                </a:extLst>
              </p:cNvPr>
              <p:cNvSpPr/>
              <p:nvPr/>
            </p:nvSpPr>
            <p:spPr>
              <a:xfrm>
                <a:off x="7964241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99" name="Freeform 33798">
                <a:extLst>
                  <a:ext uri="{FF2B5EF4-FFF2-40B4-BE49-F238E27FC236}">
                    <a16:creationId xmlns:a16="http://schemas.microsoft.com/office/drawing/2014/main" id="{3F639046-C628-D308-CBDE-20E0CE466DD2}"/>
                  </a:ext>
                </a:extLst>
              </p:cNvPr>
              <p:cNvSpPr/>
              <p:nvPr/>
            </p:nvSpPr>
            <p:spPr>
              <a:xfrm>
                <a:off x="7964837" y="138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0" name="Freeform 33799">
                <a:extLst>
                  <a:ext uri="{FF2B5EF4-FFF2-40B4-BE49-F238E27FC236}">
                    <a16:creationId xmlns:a16="http://schemas.microsoft.com/office/drawing/2014/main" id="{372413FC-664F-39F7-4FEC-8698244A6115}"/>
                  </a:ext>
                </a:extLst>
              </p:cNvPr>
              <p:cNvSpPr/>
              <p:nvPr/>
            </p:nvSpPr>
            <p:spPr>
              <a:xfrm>
                <a:off x="7965333" y="1338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1" name="Freeform 33800">
                <a:extLst>
                  <a:ext uri="{FF2B5EF4-FFF2-40B4-BE49-F238E27FC236}">
                    <a16:creationId xmlns:a16="http://schemas.microsoft.com/office/drawing/2014/main" id="{B2B82D4D-8B5E-960A-7C40-0BC2268627A7}"/>
                  </a:ext>
                </a:extLst>
              </p:cNvPr>
              <p:cNvSpPr/>
              <p:nvPr/>
            </p:nvSpPr>
            <p:spPr>
              <a:xfrm>
                <a:off x="7965829" y="1232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2" name="Freeform 33801">
                <a:extLst>
                  <a:ext uri="{FF2B5EF4-FFF2-40B4-BE49-F238E27FC236}">
                    <a16:creationId xmlns:a16="http://schemas.microsoft.com/office/drawing/2014/main" id="{8CB9BC7D-21C3-CB1C-3EB9-0240125B754B}"/>
                  </a:ext>
                </a:extLst>
              </p:cNvPr>
              <p:cNvSpPr/>
              <p:nvPr/>
            </p:nvSpPr>
            <p:spPr>
              <a:xfrm>
                <a:off x="7966424" y="1694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3" name="Freeform 33802">
                <a:extLst>
                  <a:ext uri="{FF2B5EF4-FFF2-40B4-BE49-F238E27FC236}">
                    <a16:creationId xmlns:a16="http://schemas.microsoft.com/office/drawing/2014/main" id="{BC95F73E-772E-2A94-611F-7E288080AE21}"/>
                  </a:ext>
                </a:extLst>
              </p:cNvPr>
              <p:cNvSpPr/>
              <p:nvPr/>
            </p:nvSpPr>
            <p:spPr>
              <a:xfrm>
                <a:off x="7966920" y="2007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4" name="Freeform 33803">
                <a:extLst>
                  <a:ext uri="{FF2B5EF4-FFF2-40B4-BE49-F238E27FC236}">
                    <a16:creationId xmlns:a16="http://schemas.microsoft.com/office/drawing/2014/main" id="{59FD6F87-F88E-4B1A-47A6-85ED5542C4B3}"/>
                  </a:ext>
                </a:extLst>
              </p:cNvPr>
              <p:cNvSpPr/>
              <p:nvPr/>
            </p:nvSpPr>
            <p:spPr>
              <a:xfrm>
                <a:off x="7967416" y="2058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5" name="Freeform 33804">
                <a:extLst>
                  <a:ext uri="{FF2B5EF4-FFF2-40B4-BE49-F238E27FC236}">
                    <a16:creationId xmlns:a16="http://schemas.microsoft.com/office/drawing/2014/main" id="{AD2B6453-ACE0-760D-9FA9-D90944E8D8D9}"/>
                  </a:ext>
                </a:extLst>
              </p:cNvPr>
              <p:cNvSpPr/>
              <p:nvPr/>
            </p:nvSpPr>
            <p:spPr>
              <a:xfrm>
                <a:off x="7968012" y="204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6" name="Freeform 33805">
                <a:extLst>
                  <a:ext uri="{FF2B5EF4-FFF2-40B4-BE49-F238E27FC236}">
                    <a16:creationId xmlns:a16="http://schemas.microsoft.com/office/drawing/2014/main" id="{F591347B-CB5E-7410-09C4-CD890DFBEA80}"/>
                  </a:ext>
                </a:extLst>
              </p:cNvPr>
              <p:cNvSpPr/>
              <p:nvPr/>
            </p:nvSpPr>
            <p:spPr>
              <a:xfrm>
                <a:off x="7968508" y="2025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7" name="Freeform 33806">
                <a:extLst>
                  <a:ext uri="{FF2B5EF4-FFF2-40B4-BE49-F238E27FC236}">
                    <a16:creationId xmlns:a16="http://schemas.microsoft.com/office/drawing/2014/main" id="{9A068DF3-F326-4D30-8506-FCE680B05726}"/>
                  </a:ext>
                </a:extLst>
              </p:cNvPr>
              <p:cNvSpPr/>
              <p:nvPr/>
            </p:nvSpPr>
            <p:spPr>
              <a:xfrm>
                <a:off x="7969004" y="2023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8" name="Freeform 33807">
                <a:extLst>
                  <a:ext uri="{FF2B5EF4-FFF2-40B4-BE49-F238E27FC236}">
                    <a16:creationId xmlns:a16="http://schemas.microsoft.com/office/drawing/2014/main" id="{F36AEEC9-7ACE-4779-3ADF-A7C3D6D7C0F5}"/>
                  </a:ext>
                </a:extLst>
              </p:cNvPr>
              <p:cNvSpPr/>
              <p:nvPr/>
            </p:nvSpPr>
            <p:spPr>
              <a:xfrm>
                <a:off x="7969599" y="2026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09" name="Freeform 33808">
                <a:extLst>
                  <a:ext uri="{FF2B5EF4-FFF2-40B4-BE49-F238E27FC236}">
                    <a16:creationId xmlns:a16="http://schemas.microsoft.com/office/drawing/2014/main" id="{1DA4BA53-FD3D-DAE6-F965-600042418A05}"/>
                  </a:ext>
                </a:extLst>
              </p:cNvPr>
              <p:cNvSpPr/>
              <p:nvPr/>
            </p:nvSpPr>
            <p:spPr>
              <a:xfrm>
                <a:off x="7970095" y="2049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0" name="Freeform 33809">
                <a:extLst>
                  <a:ext uri="{FF2B5EF4-FFF2-40B4-BE49-F238E27FC236}">
                    <a16:creationId xmlns:a16="http://schemas.microsoft.com/office/drawing/2014/main" id="{A87D739A-D625-B95B-8B7B-690F1D6F1277}"/>
                  </a:ext>
                </a:extLst>
              </p:cNvPr>
              <p:cNvSpPr/>
              <p:nvPr/>
            </p:nvSpPr>
            <p:spPr>
              <a:xfrm>
                <a:off x="7970591" y="203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1" name="Freeform 33810">
                <a:extLst>
                  <a:ext uri="{FF2B5EF4-FFF2-40B4-BE49-F238E27FC236}">
                    <a16:creationId xmlns:a16="http://schemas.microsoft.com/office/drawing/2014/main" id="{6AE0273D-A6F6-C0CF-BEBF-5F96DFE19E07}"/>
                  </a:ext>
                </a:extLst>
              </p:cNvPr>
              <p:cNvSpPr/>
              <p:nvPr/>
            </p:nvSpPr>
            <p:spPr>
              <a:xfrm>
                <a:off x="7971187" y="1642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2" name="Freeform 33811">
                <a:extLst>
                  <a:ext uri="{FF2B5EF4-FFF2-40B4-BE49-F238E27FC236}">
                    <a16:creationId xmlns:a16="http://schemas.microsoft.com/office/drawing/2014/main" id="{1DCB3D6F-04C1-39D7-1132-B55B31ECDBE5}"/>
                  </a:ext>
                </a:extLst>
              </p:cNvPr>
              <p:cNvSpPr/>
              <p:nvPr/>
            </p:nvSpPr>
            <p:spPr>
              <a:xfrm>
                <a:off x="7971683" y="1490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3" name="Freeform 33812">
                <a:extLst>
                  <a:ext uri="{FF2B5EF4-FFF2-40B4-BE49-F238E27FC236}">
                    <a16:creationId xmlns:a16="http://schemas.microsoft.com/office/drawing/2014/main" id="{B5C68260-74C6-6513-B6EE-AF53528719AE}"/>
                  </a:ext>
                </a:extLst>
              </p:cNvPr>
              <p:cNvSpPr/>
              <p:nvPr/>
            </p:nvSpPr>
            <p:spPr>
              <a:xfrm>
                <a:off x="7972179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4" name="Freeform 33813">
                <a:extLst>
                  <a:ext uri="{FF2B5EF4-FFF2-40B4-BE49-F238E27FC236}">
                    <a16:creationId xmlns:a16="http://schemas.microsoft.com/office/drawing/2014/main" id="{CD68BDA3-F223-B0E2-9C8A-61CFD44CDA74}"/>
                  </a:ext>
                </a:extLst>
              </p:cNvPr>
              <p:cNvSpPr/>
              <p:nvPr/>
            </p:nvSpPr>
            <p:spPr>
              <a:xfrm>
                <a:off x="7972675" y="1451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5" name="Freeform 33814">
                <a:extLst>
                  <a:ext uri="{FF2B5EF4-FFF2-40B4-BE49-F238E27FC236}">
                    <a16:creationId xmlns:a16="http://schemas.microsoft.com/office/drawing/2014/main" id="{5C0AC81B-200F-2AA3-D4C0-2767C3C513EE}"/>
                  </a:ext>
                </a:extLst>
              </p:cNvPr>
              <p:cNvSpPr/>
              <p:nvPr/>
            </p:nvSpPr>
            <p:spPr>
              <a:xfrm>
                <a:off x="7973270" y="1495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6" name="Freeform 33815">
                <a:extLst>
                  <a:ext uri="{FF2B5EF4-FFF2-40B4-BE49-F238E27FC236}">
                    <a16:creationId xmlns:a16="http://schemas.microsoft.com/office/drawing/2014/main" id="{25781B53-6A3B-63B3-646E-ADD6CB51F69A}"/>
                  </a:ext>
                </a:extLst>
              </p:cNvPr>
              <p:cNvSpPr/>
              <p:nvPr/>
            </p:nvSpPr>
            <p:spPr>
              <a:xfrm>
                <a:off x="7973766" y="1466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7" name="Freeform 33816">
                <a:extLst>
                  <a:ext uri="{FF2B5EF4-FFF2-40B4-BE49-F238E27FC236}">
                    <a16:creationId xmlns:a16="http://schemas.microsoft.com/office/drawing/2014/main" id="{FB5AB302-C348-05D8-9E38-DE43B776DEE4}"/>
                  </a:ext>
                </a:extLst>
              </p:cNvPr>
              <p:cNvSpPr/>
              <p:nvPr/>
            </p:nvSpPr>
            <p:spPr>
              <a:xfrm>
                <a:off x="7974263" y="1369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8" name="Freeform 33817">
                <a:extLst>
                  <a:ext uri="{FF2B5EF4-FFF2-40B4-BE49-F238E27FC236}">
                    <a16:creationId xmlns:a16="http://schemas.microsoft.com/office/drawing/2014/main" id="{D0931DDE-E86F-81F6-CBA5-3F893390508D}"/>
                  </a:ext>
                </a:extLst>
              </p:cNvPr>
              <p:cNvSpPr/>
              <p:nvPr/>
            </p:nvSpPr>
            <p:spPr>
              <a:xfrm>
                <a:off x="7974858" y="1313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19" name="Freeform 33818">
                <a:extLst>
                  <a:ext uri="{FF2B5EF4-FFF2-40B4-BE49-F238E27FC236}">
                    <a16:creationId xmlns:a16="http://schemas.microsoft.com/office/drawing/2014/main" id="{FDC44DBF-64CB-A4F5-5817-212B6208FAD7}"/>
                  </a:ext>
                </a:extLst>
              </p:cNvPr>
              <p:cNvSpPr/>
              <p:nvPr/>
            </p:nvSpPr>
            <p:spPr>
              <a:xfrm>
                <a:off x="7975354" y="1352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0" name="Freeform 33819">
                <a:extLst>
                  <a:ext uri="{FF2B5EF4-FFF2-40B4-BE49-F238E27FC236}">
                    <a16:creationId xmlns:a16="http://schemas.microsoft.com/office/drawing/2014/main" id="{2BCFB4FC-C7B4-4DA4-D97F-91FD053E4246}"/>
                  </a:ext>
                </a:extLst>
              </p:cNvPr>
              <p:cNvSpPr/>
              <p:nvPr/>
            </p:nvSpPr>
            <p:spPr>
              <a:xfrm>
                <a:off x="7975850" y="1311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1" name="Freeform 33820">
                <a:extLst>
                  <a:ext uri="{FF2B5EF4-FFF2-40B4-BE49-F238E27FC236}">
                    <a16:creationId xmlns:a16="http://schemas.microsoft.com/office/drawing/2014/main" id="{9CF2DFA0-D9DB-573A-D34A-E894F3BA9416}"/>
                  </a:ext>
                </a:extLst>
              </p:cNvPr>
              <p:cNvSpPr/>
              <p:nvPr/>
            </p:nvSpPr>
            <p:spPr>
              <a:xfrm>
                <a:off x="7976445" y="1352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2" name="Freeform 33821">
                <a:extLst>
                  <a:ext uri="{FF2B5EF4-FFF2-40B4-BE49-F238E27FC236}">
                    <a16:creationId xmlns:a16="http://schemas.microsoft.com/office/drawing/2014/main" id="{927BCD6B-F89F-3A8C-1656-9A8AC4232D39}"/>
                  </a:ext>
                </a:extLst>
              </p:cNvPr>
              <p:cNvSpPr/>
              <p:nvPr/>
            </p:nvSpPr>
            <p:spPr>
              <a:xfrm>
                <a:off x="7976941" y="1406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3" name="Freeform 33822">
                <a:extLst>
                  <a:ext uri="{FF2B5EF4-FFF2-40B4-BE49-F238E27FC236}">
                    <a16:creationId xmlns:a16="http://schemas.microsoft.com/office/drawing/2014/main" id="{26A4C8B8-4706-6213-9813-B046041C04AF}"/>
                  </a:ext>
                </a:extLst>
              </p:cNvPr>
              <p:cNvSpPr/>
              <p:nvPr/>
            </p:nvSpPr>
            <p:spPr>
              <a:xfrm>
                <a:off x="7977438" y="1448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4" name="Freeform 33823">
                <a:extLst>
                  <a:ext uri="{FF2B5EF4-FFF2-40B4-BE49-F238E27FC236}">
                    <a16:creationId xmlns:a16="http://schemas.microsoft.com/office/drawing/2014/main" id="{168A9FCB-1549-9731-018D-E4914283BE42}"/>
                  </a:ext>
                </a:extLst>
              </p:cNvPr>
              <p:cNvSpPr/>
              <p:nvPr/>
            </p:nvSpPr>
            <p:spPr>
              <a:xfrm>
                <a:off x="7978033" y="1396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5" name="Freeform 33824">
                <a:extLst>
                  <a:ext uri="{FF2B5EF4-FFF2-40B4-BE49-F238E27FC236}">
                    <a16:creationId xmlns:a16="http://schemas.microsoft.com/office/drawing/2014/main" id="{37289855-F72B-2DD7-67D5-1C4753F30DE4}"/>
                  </a:ext>
                </a:extLst>
              </p:cNvPr>
              <p:cNvSpPr/>
              <p:nvPr/>
            </p:nvSpPr>
            <p:spPr>
              <a:xfrm>
                <a:off x="7978529" y="1393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6" name="Freeform 33825">
                <a:extLst>
                  <a:ext uri="{FF2B5EF4-FFF2-40B4-BE49-F238E27FC236}">
                    <a16:creationId xmlns:a16="http://schemas.microsoft.com/office/drawing/2014/main" id="{CF805F49-B94C-79E1-FD51-69D766C3BE80}"/>
                  </a:ext>
                </a:extLst>
              </p:cNvPr>
              <p:cNvSpPr/>
              <p:nvPr/>
            </p:nvSpPr>
            <p:spPr>
              <a:xfrm>
                <a:off x="7979025" y="1850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7" name="Freeform 33826">
                <a:extLst>
                  <a:ext uri="{FF2B5EF4-FFF2-40B4-BE49-F238E27FC236}">
                    <a16:creationId xmlns:a16="http://schemas.microsoft.com/office/drawing/2014/main" id="{25EDA002-9A25-289F-8C4B-1A6704EF7884}"/>
                  </a:ext>
                </a:extLst>
              </p:cNvPr>
              <p:cNvSpPr/>
              <p:nvPr/>
            </p:nvSpPr>
            <p:spPr>
              <a:xfrm>
                <a:off x="7979620" y="2033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8" name="Freeform 33827">
                <a:extLst>
                  <a:ext uri="{FF2B5EF4-FFF2-40B4-BE49-F238E27FC236}">
                    <a16:creationId xmlns:a16="http://schemas.microsoft.com/office/drawing/2014/main" id="{AB9ADA3A-CA15-342D-20CD-D09A3AAEB355}"/>
                  </a:ext>
                </a:extLst>
              </p:cNvPr>
              <p:cNvSpPr/>
              <p:nvPr/>
            </p:nvSpPr>
            <p:spPr>
              <a:xfrm>
                <a:off x="7980116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29" name="Freeform 33828">
                <a:extLst>
                  <a:ext uri="{FF2B5EF4-FFF2-40B4-BE49-F238E27FC236}">
                    <a16:creationId xmlns:a16="http://schemas.microsoft.com/office/drawing/2014/main" id="{BD0E4D99-F941-1190-2320-4AD21ADB159F}"/>
                  </a:ext>
                </a:extLst>
              </p:cNvPr>
              <p:cNvSpPr/>
              <p:nvPr/>
            </p:nvSpPr>
            <p:spPr>
              <a:xfrm>
                <a:off x="7980613" y="2075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0" name="Freeform 33829">
                <a:extLst>
                  <a:ext uri="{FF2B5EF4-FFF2-40B4-BE49-F238E27FC236}">
                    <a16:creationId xmlns:a16="http://schemas.microsoft.com/office/drawing/2014/main" id="{6C7034C9-FA3E-C1BF-5AB2-4D7FF849AE78}"/>
                  </a:ext>
                </a:extLst>
              </p:cNvPr>
              <p:cNvSpPr/>
              <p:nvPr/>
            </p:nvSpPr>
            <p:spPr>
              <a:xfrm>
                <a:off x="7981208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1" name="Freeform 33830">
                <a:extLst>
                  <a:ext uri="{FF2B5EF4-FFF2-40B4-BE49-F238E27FC236}">
                    <a16:creationId xmlns:a16="http://schemas.microsoft.com/office/drawing/2014/main" id="{904D9700-676D-35B4-12E2-F4F9EB22D0FE}"/>
                  </a:ext>
                </a:extLst>
              </p:cNvPr>
              <p:cNvSpPr/>
              <p:nvPr/>
            </p:nvSpPr>
            <p:spPr>
              <a:xfrm>
                <a:off x="7981704" y="2064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2" name="Freeform 33831">
                <a:extLst>
                  <a:ext uri="{FF2B5EF4-FFF2-40B4-BE49-F238E27FC236}">
                    <a16:creationId xmlns:a16="http://schemas.microsoft.com/office/drawing/2014/main" id="{67759CA1-619D-3D64-DBC5-CD4084B65819}"/>
                  </a:ext>
                </a:extLst>
              </p:cNvPr>
              <p:cNvSpPr/>
              <p:nvPr/>
            </p:nvSpPr>
            <p:spPr>
              <a:xfrm>
                <a:off x="7982200" y="2065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3" name="Freeform 33832">
                <a:extLst>
                  <a:ext uri="{FF2B5EF4-FFF2-40B4-BE49-F238E27FC236}">
                    <a16:creationId xmlns:a16="http://schemas.microsoft.com/office/drawing/2014/main" id="{DD733F02-6BA6-6692-8223-07CA78D86F98}"/>
                  </a:ext>
                </a:extLst>
              </p:cNvPr>
              <p:cNvSpPr/>
              <p:nvPr/>
            </p:nvSpPr>
            <p:spPr>
              <a:xfrm>
                <a:off x="7982795" y="2072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4" name="Freeform 33833">
                <a:extLst>
                  <a:ext uri="{FF2B5EF4-FFF2-40B4-BE49-F238E27FC236}">
                    <a16:creationId xmlns:a16="http://schemas.microsoft.com/office/drawing/2014/main" id="{71F8B820-0459-3A7E-18B5-C4166DBF7414}"/>
                  </a:ext>
                </a:extLst>
              </p:cNvPr>
              <p:cNvSpPr/>
              <p:nvPr/>
            </p:nvSpPr>
            <p:spPr>
              <a:xfrm>
                <a:off x="7983291" y="2080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5" name="Freeform 33834">
                <a:extLst>
                  <a:ext uri="{FF2B5EF4-FFF2-40B4-BE49-F238E27FC236}">
                    <a16:creationId xmlns:a16="http://schemas.microsoft.com/office/drawing/2014/main" id="{3A52E54A-BDEA-48BD-89A1-937377206A7E}"/>
                  </a:ext>
                </a:extLst>
              </p:cNvPr>
              <p:cNvSpPr/>
              <p:nvPr/>
            </p:nvSpPr>
            <p:spPr>
              <a:xfrm>
                <a:off x="7983788" y="1768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6" name="Freeform 33835">
                <a:extLst>
                  <a:ext uri="{FF2B5EF4-FFF2-40B4-BE49-F238E27FC236}">
                    <a16:creationId xmlns:a16="http://schemas.microsoft.com/office/drawing/2014/main" id="{9A7651CA-4F3C-C69B-0319-57A55D5774A1}"/>
                  </a:ext>
                </a:extLst>
              </p:cNvPr>
              <p:cNvSpPr/>
              <p:nvPr/>
            </p:nvSpPr>
            <p:spPr>
              <a:xfrm>
                <a:off x="7984284" y="1584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7" name="Freeform 33836">
                <a:extLst>
                  <a:ext uri="{FF2B5EF4-FFF2-40B4-BE49-F238E27FC236}">
                    <a16:creationId xmlns:a16="http://schemas.microsoft.com/office/drawing/2014/main" id="{56B5F18A-29CE-511F-D689-1BC925EFE028}"/>
                  </a:ext>
                </a:extLst>
              </p:cNvPr>
              <p:cNvSpPr/>
              <p:nvPr/>
            </p:nvSpPr>
            <p:spPr>
              <a:xfrm>
                <a:off x="7984879" y="1595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8" name="Freeform 33837">
                <a:extLst>
                  <a:ext uri="{FF2B5EF4-FFF2-40B4-BE49-F238E27FC236}">
                    <a16:creationId xmlns:a16="http://schemas.microsoft.com/office/drawing/2014/main" id="{3E6F8D66-C5EE-666C-3004-7B11DE06C61E}"/>
                  </a:ext>
                </a:extLst>
              </p:cNvPr>
              <p:cNvSpPr/>
              <p:nvPr/>
            </p:nvSpPr>
            <p:spPr>
              <a:xfrm>
                <a:off x="7985375" y="1581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39" name="Freeform 33838">
                <a:extLst>
                  <a:ext uri="{FF2B5EF4-FFF2-40B4-BE49-F238E27FC236}">
                    <a16:creationId xmlns:a16="http://schemas.microsoft.com/office/drawing/2014/main" id="{40B12495-CC59-2742-4C9A-4C7CC8E65E51}"/>
                  </a:ext>
                </a:extLst>
              </p:cNvPr>
              <p:cNvSpPr/>
              <p:nvPr/>
            </p:nvSpPr>
            <p:spPr>
              <a:xfrm>
                <a:off x="7985871" y="1572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0" name="Freeform 33839">
                <a:extLst>
                  <a:ext uri="{FF2B5EF4-FFF2-40B4-BE49-F238E27FC236}">
                    <a16:creationId xmlns:a16="http://schemas.microsoft.com/office/drawing/2014/main" id="{76E46968-AF7D-5B7A-9C5C-9A230A6C66C5}"/>
                  </a:ext>
                </a:extLst>
              </p:cNvPr>
              <p:cNvSpPr/>
              <p:nvPr/>
            </p:nvSpPr>
            <p:spPr>
              <a:xfrm>
                <a:off x="7986466" y="1561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1" name="Freeform 33840">
                <a:extLst>
                  <a:ext uri="{FF2B5EF4-FFF2-40B4-BE49-F238E27FC236}">
                    <a16:creationId xmlns:a16="http://schemas.microsoft.com/office/drawing/2014/main" id="{C735C0C3-4F25-CFA5-849F-A7D79AFC1614}"/>
                  </a:ext>
                </a:extLst>
              </p:cNvPr>
              <p:cNvSpPr/>
              <p:nvPr/>
            </p:nvSpPr>
            <p:spPr>
              <a:xfrm>
                <a:off x="7986963" y="1369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2" name="Freeform 33841">
                <a:extLst>
                  <a:ext uri="{FF2B5EF4-FFF2-40B4-BE49-F238E27FC236}">
                    <a16:creationId xmlns:a16="http://schemas.microsoft.com/office/drawing/2014/main" id="{421BED15-6712-2569-2FE0-9BE687ED115A}"/>
                  </a:ext>
                </a:extLst>
              </p:cNvPr>
              <p:cNvSpPr/>
              <p:nvPr/>
            </p:nvSpPr>
            <p:spPr>
              <a:xfrm>
                <a:off x="7987459" y="1329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3" name="Freeform 33842">
                <a:extLst>
                  <a:ext uri="{FF2B5EF4-FFF2-40B4-BE49-F238E27FC236}">
                    <a16:creationId xmlns:a16="http://schemas.microsoft.com/office/drawing/2014/main" id="{13DCCA3B-3FF7-8DA7-B347-2C2D1002CF0A}"/>
                  </a:ext>
                </a:extLst>
              </p:cNvPr>
              <p:cNvSpPr/>
              <p:nvPr/>
            </p:nvSpPr>
            <p:spPr>
              <a:xfrm>
                <a:off x="7988054" y="1269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4" name="Freeform 33843">
                <a:extLst>
                  <a:ext uri="{FF2B5EF4-FFF2-40B4-BE49-F238E27FC236}">
                    <a16:creationId xmlns:a16="http://schemas.microsoft.com/office/drawing/2014/main" id="{170E4D2C-DC05-FE4F-C084-A6682DF2BB32}"/>
                  </a:ext>
                </a:extLst>
              </p:cNvPr>
              <p:cNvSpPr/>
              <p:nvPr/>
            </p:nvSpPr>
            <p:spPr>
              <a:xfrm>
                <a:off x="7988550" y="119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5" name="Freeform 33844">
                <a:extLst>
                  <a:ext uri="{FF2B5EF4-FFF2-40B4-BE49-F238E27FC236}">
                    <a16:creationId xmlns:a16="http://schemas.microsoft.com/office/drawing/2014/main" id="{4CEFBD28-1F0E-B348-5569-88C6C69E0B6D}"/>
                  </a:ext>
                </a:extLst>
              </p:cNvPr>
              <p:cNvSpPr/>
              <p:nvPr/>
            </p:nvSpPr>
            <p:spPr>
              <a:xfrm>
                <a:off x="7989046" y="1136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6" name="Freeform 33845">
                <a:extLst>
                  <a:ext uri="{FF2B5EF4-FFF2-40B4-BE49-F238E27FC236}">
                    <a16:creationId xmlns:a16="http://schemas.microsoft.com/office/drawing/2014/main" id="{5B77ADFB-B2D7-A92D-F072-0D479E9C02E3}"/>
                  </a:ext>
                </a:extLst>
              </p:cNvPr>
              <p:cNvSpPr/>
              <p:nvPr/>
            </p:nvSpPr>
            <p:spPr>
              <a:xfrm>
                <a:off x="7989641" y="1102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7" name="Freeform 33846">
                <a:extLst>
                  <a:ext uri="{FF2B5EF4-FFF2-40B4-BE49-F238E27FC236}">
                    <a16:creationId xmlns:a16="http://schemas.microsoft.com/office/drawing/2014/main" id="{14FD74AB-7FC9-BFAB-860E-28701DAC3F22}"/>
                  </a:ext>
                </a:extLst>
              </p:cNvPr>
              <p:cNvSpPr/>
              <p:nvPr/>
            </p:nvSpPr>
            <p:spPr>
              <a:xfrm>
                <a:off x="7990138" y="1073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8" name="Freeform 33847">
                <a:extLst>
                  <a:ext uri="{FF2B5EF4-FFF2-40B4-BE49-F238E27FC236}">
                    <a16:creationId xmlns:a16="http://schemas.microsoft.com/office/drawing/2014/main" id="{CB772489-0534-B11A-1DE8-18F09E91C034}"/>
                  </a:ext>
                </a:extLst>
              </p:cNvPr>
              <p:cNvSpPr/>
              <p:nvPr/>
            </p:nvSpPr>
            <p:spPr>
              <a:xfrm>
                <a:off x="7990634" y="1078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49" name="Freeform 33848">
                <a:extLst>
                  <a:ext uri="{FF2B5EF4-FFF2-40B4-BE49-F238E27FC236}">
                    <a16:creationId xmlns:a16="http://schemas.microsoft.com/office/drawing/2014/main" id="{D37B5DF0-F165-69A9-C294-0611A5DC0D5D}"/>
                  </a:ext>
                </a:extLst>
              </p:cNvPr>
              <p:cNvSpPr/>
              <p:nvPr/>
            </p:nvSpPr>
            <p:spPr>
              <a:xfrm>
                <a:off x="7991229" y="1151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0" name="Freeform 33849">
                <a:extLst>
                  <a:ext uri="{FF2B5EF4-FFF2-40B4-BE49-F238E27FC236}">
                    <a16:creationId xmlns:a16="http://schemas.microsoft.com/office/drawing/2014/main" id="{EFA5AA47-D2CE-1167-00C2-A721B2B7FD3D}"/>
                  </a:ext>
                </a:extLst>
              </p:cNvPr>
              <p:cNvSpPr/>
              <p:nvPr/>
            </p:nvSpPr>
            <p:spPr>
              <a:xfrm>
                <a:off x="7991725" y="1286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1" name="Freeform 33850">
                <a:extLst>
                  <a:ext uri="{FF2B5EF4-FFF2-40B4-BE49-F238E27FC236}">
                    <a16:creationId xmlns:a16="http://schemas.microsoft.com/office/drawing/2014/main" id="{BC2BA831-C369-0FE5-46EF-09C0B86709A2}"/>
                  </a:ext>
                </a:extLst>
              </p:cNvPr>
              <p:cNvSpPr/>
              <p:nvPr/>
            </p:nvSpPr>
            <p:spPr>
              <a:xfrm>
                <a:off x="7992221" y="1620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2" name="Freeform 33851">
                <a:extLst>
                  <a:ext uri="{FF2B5EF4-FFF2-40B4-BE49-F238E27FC236}">
                    <a16:creationId xmlns:a16="http://schemas.microsoft.com/office/drawing/2014/main" id="{26FC2DC4-8690-1450-AF98-E6A2C03B2413}"/>
                  </a:ext>
                </a:extLst>
              </p:cNvPr>
              <p:cNvSpPr/>
              <p:nvPr/>
            </p:nvSpPr>
            <p:spPr>
              <a:xfrm>
                <a:off x="7992816" y="1679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3" name="Freeform 33852">
                <a:extLst>
                  <a:ext uri="{FF2B5EF4-FFF2-40B4-BE49-F238E27FC236}">
                    <a16:creationId xmlns:a16="http://schemas.microsoft.com/office/drawing/2014/main" id="{9A7E8D18-AC5E-B106-098F-80719F5D2895}"/>
                  </a:ext>
                </a:extLst>
              </p:cNvPr>
              <p:cNvSpPr/>
              <p:nvPr/>
            </p:nvSpPr>
            <p:spPr>
              <a:xfrm>
                <a:off x="7993313" y="1697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4" name="Freeform 33853">
                <a:extLst>
                  <a:ext uri="{FF2B5EF4-FFF2-40B4-BE49-F238E27FC236}">
                    <a16:creationId xmlns:a16="http://schemas.microsoft.com/office/drawing/2014/main" id="{98C1CC51-C2C9-F7A2-717B-DE42268B6CA1}"/>
                  </a:ext>
                </a:extLst>
              </p:cNvPr>
              <p:cNvSpPr/>
              <p:nvPr/>
            </p:nvSpPr>
            <p:spPr>
              <a:xfrm>
                <a:off x="7993809" y="1717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5" name="Freeform 33854">
                <a:extLst>
                  <a:ext uri="{FF2B5EF4-FFF2-40B4-BE49-F238E27FC236}">
                    <a16:creationId xmlns:a16="http://schemas.microsoft.com/office/drawing/2014/main" id="{3AE255D2-116C-28E4-D9C4-A5778C6BA08D}"/>
                  </a:ext>
                </a:extLst>
              </p:cNvPr>
              <p:cNvSpPr/>
              <p:nvPr/>
            </p:nvSpPr>
            <p:spPr>
              <a:xfrm>
                <a:off x="7994404" y="1703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6" name="Freeform 33855">
                <a:extLst>
                  <a:ext uri="{FF2B5EF4-FFF2-40B4-BE49-F238E27FC236}">
                    <a16:creationId xmlns:a16="http://schemas.microsoft.com/office/drawing/2014/main" id="{8DDC04B1-1F88-B9B1-64F5-5C3676B82984}"/>
                  </a:ext>
                </a:extLst>
              </p:cNvPr>
              <p:cNvSpPr/>
              <p:nvPr/>
            </p:nvSpPr>
            <p:spPr>
              <a:xfrm>
                <a:off x="7994900" y="1715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7" name="Freeform 33856">
                <a:extLst>
                  <a:ext uri="{FF2B5EF4-FFF2-40B4-BE49-F238E27FC236}">
                    <a16:creationId xmlns:a16="http://schemas.microsoft.com/office/drawing/2014/main" id="{6C83DE2F-5DE1-7D41-F9D0-9EBE90E97E85}"/>
                  </a:ext>
                </a:extLst>
              </p:cNvPr>
              <p:cNvSpPr/>
              <p:nvPr/>
            </p:nvSpPr>
            <p:spPr>
              <a:xfrm>
                <a:off x="7995396" y="1667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8" name="Freeform 33857">
                <a:extLst>
                  <a:ext uri="{FF2B5EF4-FFF2-40B4-BE49-F238E27FC236}">
                    <a16:creationId xmlns:a16="http://schemas.microsoft.com/office/drawing/2014/main" id="{728B92F0-F6AA-08EF-B9FE-9AC7A2D41961}"/>
                  </a:ext>
                </a:extLst>
              </p:cNvPr>
              <p:cNvSpPr/>
              <p:nvPr/>
            </p:nvSpPr>
            <p:spPr>
              <a:xfrm>
                <a:off x="7995991" y="1538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59" name="Freeform 33858">
                <a:extLst>
                  <a:ext uri="{FF2B5EF4-FFF2-40B4-BE49-F238E27FC236}">
                    <a16:creationId xmlns:a16="http://schemas.microsoft.com/office/drawing/2014/main" id="{AB877C88-32E9-661C-0C3C-7F43A8FB3189}"/>
                  </a:ext>
                </a:extLst>
              </p:cNvPr>
              <p:cNvSpPr/>
              <p:nvPr/>
            </p:nvSpPr>
            <p:spPr>
              <a:xfrm>
                <a:off x="7996488" y="1434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0" name="Freeform 33859">
                <a:extLst>
                  <a:ext uri="{FF2B5EF4-FFF2-40B4-BE49-F238E27FC236}">
                    <a16:creationId xmlns:a16="http://schemas.microsoft.com/office/drawing/2014/main" id="{F098D232-760F-D5DE-3122-2BE5603F8675}"/>
                  </a:ext>
                </a:extLst>
              </p:cNvPr>
              <p:cNvSpPr/>
              <p:nvPr/>
            </p:nvSpPr>
            <p:spPr>
              <a:xfrm>
                <a:off x="7996984" y="1400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1" name="Freeform 33860">
                <a:extLst>
                  <a:ext uri="{FF2B5EF4-FFF2-40B4-BE49-F238E27FC236}">
                    <a16:creationId xmlns:a16="http://schemas.microsoft.com/office/drawing/2014/main" id="{21004364-6E85-64B5-4D56-F86C16C184AE}"/>
                  </a:ext>
                </a:extLst>
              </p:cNvPr>
              <p:cNvSpPr/>
              <p:nvPr/>
            </p:nvSpPr>
            <p:spPr>
              <a:xfrm>
                <a:off x="7997480" y="1459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2" name="Freeform 33861">
                <a:extLst>
                  <a:ext uri="{FF2B5EF4-FFF2-40B4-BE49-F238E27FC236}">
                    <a16:creationId xmlns:a16="http://schemas.microsoft.com/office/drawing/2014/main" id="{E6DCB884-EEB7-1EF0-CA45-E101A2FC89C5}"/>
                  </a:ext>
                </a:extLst>
              </p:cNvPr>
              <p:cNvSpPr/>
              <p:nvPr/>
            </p:nvSpPr>
            <p:spPr>
              <a:xfrm>
                <a:off x="7998075" y="1464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3" name="Freeform 33862">
                <a:extLst>
                  <a:ext uri="{FF2B5EF4-FFF2-40B4-BE49-F238E27FC236}">
                    <a16:creationId xmlns:a16="http://schemas.microsoft.com/office/drawing/2014/main" id="{4479087B-42AB-0738-1666-D64B9C055EEA}"/>
                  </a:ext>
                </a:extLst>
              </p:cNvPr>
              <p:cNvSpPr/>
              <p:nvPr/>
            </p:nvSpPr>
            <p:spPr>
              <a:xfrm>
                <a:off x="7998571" y="1450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4" name="Freeform 33863">
                <a:extLst>
                  <a:ext uri="{FF2B5EF4-FFF2-40B4-BE49-F238E27FC236}">
                    <a16:creationId xmlns:a16="http://schemas.microsoft.com/office/drawing/2014/main" id="{AA5AEA53-B877-86DC-E06C-9A6E30B7E182}"/>
                  </a:ext>
                </a:extLst>
              </p:cNvPr>
              <p:cNvSpPr/>
              <p:nvPr/>
            </p:nvSpPr>
            <p:spPr>
              <a:xfrm>
                <a:off x="7999067" y="1406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5" name="Freeform 33864">
                <a:extLst>
                  <a:ext uri="{FF2B5EF4-FFF2-40B4-BE49-F238E27FC236}">
                    <a16:creationId xmlns:a16="http://schemas.microsoft.com/office/drawing/2014/main" id="{ACCE87F2-8851-AB09-9BF1-3B2FD6F16347}"/>
                  </a:ext>
                </a:extLst>
              </p:cNvPr>
              <p:cNvSpPr/>
              <p:nvPr/>
            </p:nvSpPr>
            <p:spPr>
              <a:xfrm>
                <a:off x="7999663" y="1395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6" name="Freeform 33865">
                <a:extLst>
                  <a:ext uri="{FF2B5EF4-FFF2-40B4-BE49-F238E27FC236}">
                    <a16:creationId xmlns:a16="http://schemas.microsoft.com/office/drawing/2014/main" id="{24F8DA16-54A5-C365-526A-FDD1528DE11E}"/>
                  </a:ext>
                </a:extLst>
              </p:cNvPr>
              <p:cNvSpPr/>
              <p:nvPr/>
            </p:nvSpPr>
            <p:spPr>
              <a:xfrm>
                <a:off x="8000159" y="1292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7" name="Freeform 33866">
                <a:extLst>
                  <a:ext uri="{FF2B5EF4-FFF2-40B4-BE49-F238E27FC236}">
                    <a16:creationId xmlns:a16="http://schemas.microsoft.com/office/drawing/2014/main" id="{260A1086-FFDC-884C-ECF6-E0FE980E3C0C}"/>
                  </a:ext>
                </a:extLst>
              </p:cNvPr>
              <p:cNvSpPr/>
              <p:nvPr/>
            </p:nvSpPr>
            <p:spPr>
              <a:xfrm>
                <a:off x="8000655" y="1219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8" name="Freeform 33867">
                <a:extLst>
                  <a:ext uri="{FF2B5EF4-FFF2-40B4-BE49-F238E27FC236}">
                    <a16:creationId xmlns:a16="http://schemas.microsoft.com/office/drawing/2014/main" id="{C373C797-19AC-FF5A-250C-FAA02DB2F4BE}"/>
                  </a:ext>
                </a:extLst>
              </p:cNvPr>
              <p:cNvSpPr/>
              <p:nvPr/>
            </p:nvSpPr>
            <p:spPr>
              <a:xfrm>
                <a:off x="8001250" y="1136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69" name="Freeform 33868">
                <a:extLst>
                  <a:ext uri="{FF2B5EF4-FFF2-40B4-BE49-F238E27FC236}">
                    <a16:creationId xmlns:a16="http://schemas.microsoft.com/office/drawing/2014/main" id="{942F6235-1FE3-097F-8095-988A8E0679E1}"/>
                  </a:ext>
                </a:extLst>
              </p:cNvPr>
              <p:cNvSpPr/>
              <p:nvPr/>
            </p:nvSpPr>
            <p:spPr>
              <a:xfrm>
                <a:off x="8001746" y="1103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0" name="Freeform 33869">
                <a:extLst>
                  <a:ext uri="{FF2B5EF4-FFF2-40B4-BE49-F238E27FC236}">
                    <a16:creationId xmlns:a16="http://schemas.microsoft.com/office/drawing/2014/main" id="{CD300139-AB12-20D4-7E86-8DF4879C6D55}"/>
                  </a:ext>
                </a:extLst>
              </p:cNvPr>
              <p:cNvSpPr/>
              <p:nvPr/>
            </p:nvSpPr>
            <p:spPr>
              <a:xfrm>
                <a:off x="8002242" y="1103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1" name="Freeform 33870">
                <a:extLst>
                  <a:ext uri="{FF2B5EF4-FFF2-40B4-BE49-F238E27FC236}">
                    <a16:creationId xmlns:a16="http://schemas.microsoft.com/office/drawing/2014/main" id="{5DF63B7B-0E17-2179-ADC6-3AE362B6567D}"/>
                  </a:ext>
                </a:extLst>
              </p:cNvPr>
              <p:cNvSpPr/>
              <p:nvPr/>
            </p:nvSpPr>
            <p:spPr>
              <a:xfrm>
                <a:off x="8002838" y="1098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2" name="Freeform 33871">
                <a:extLst>
                  <a:ext uri="{FF2B5EF4-FFF2-40B4-BE49-F238E27FC236}">
                    <a16:creationId xmlns:a16="http://schemas.microsoft.com/office/drawing/2014/main" id="{DFF0953B-5F9C-DC03-CB8F-032800FA6104}"/>
                  </a:ext>
                </a:extLst>
              </p:cNvPr>
              <p:cNvSpPr/>
              <p:nvPr/>
            </p:nvSpPr>
            <p:spPr>
              <a:xfrm>
                <a:off x="8003334" y="1113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3" name="Freeform 33872">
                <a:extLst>
                  <a:ext uri="{FF2B5EF4-FFF2-40B4-BE49-F238E27FC236}">
                    <a16:creationId xmlns:a16="http://schemas.microsoft.com/office/drawing/2014/main" id="{05AF7F60-F5AD-2D12-21CF-B9CFD4F39DC6}"/>
                  </a:ext>
                </a:extLst>
              </p:cNvPr>
              <p:cNvSpPr/>
              <p:nvPr/>
            </p:nvSpPr>
            <p:spPr>
              <a:xfrm>
                <a:off x="8003830" y="1233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4" name="Freeform 33873">
                <a:extLst>
                  <a:ext uri="{FF2B5EF4-FFF2-40B4-BE49-F238E27FC236}">
                    <a16:creationId xmlns:a16="http://schemas.microsoft.com/office/drawing/2014/main" id="{5C2A34AC-4319-0581-6245-552D1697FDA6}"/>
                  </a:ext>
                </a:extLst>
              </p:cNvPr>
              <p:cNvSpPr/>
              <p:nvPr/>
            </p:nvSpPr>
            <p:spPr>
              <a:xfrm>
                <a:off x="8004425" y="1397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5" name="Freeform 33874">
                <a:extLst>
                  <a:ext uri="{FF2B5EF4-FFF2-40B4-BE49-F238E27FC236}">
                    <a16:creationId xmlns:a16="http://schemas.microsoft.com/office/drawing/2014/main" id="{F411B756-1E13-6942-28B7-148635131FE0}"/>
                  </a:ext>
                </a:extLst>
              </p:cNvPr>
              <p:cNvSpPr/>
              <p:nvPr/>
            </p:nvSpPr>
            <p:spPr>
              <a:xfrm>
                <a:off x="8004921" y="188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6" name="Freeform 33875">
                <a:extLst>
                  <a:ext uri="{FF2B5EF4-FFF2-40B4-BE49-F238E27FC236}">
                    <a16:creationId xmlns:a16="http://schemas.microsoft.com/office/drawing/2014/main" id="{57208E82-ADB5-2E2D-4B2E-F55C3AB2210D}"/>
                  </a:ext>
                </a:extLst>
              </p:cNvPr>
              <p:cNvSpPr/>
              <p:nvPr/>
            </p:nvSpPr>
            <p:spPr>
              <a:xfrm>
                <a:off x="8005417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7" name="Freeform 33876">
                <a:extLst>
                  <a:ext uri="{FF2B5EF4-FFF2-40B4-BE49-F238E27FC236}">
                    <a16:creationId xmlns:a16="http://schemas.microsoft.com/office/drawing/2014/main" id="{5502EACB-CDE2-B5FB-149D-045A5EC6D55F}"/>
                  </a:ext>
                </a:extLst>
              </p:cNvPr>
              <p:cNvSpPr/>
              <p:nvPr/>
            </p:nvSpPr>
            <p:spPr>
              <a:xfrm>
                <a:off x="8006013" y="1985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8" name="Freeform 33877">
                <a:extLst>
                  <a:ext uri="{FF2B5EF4-FFF2-40B4-BE49-F238E27FC236}">
                    <a16:creationId xmlns:a16="http://schemas.microsoft.com/office/drawing/2014/main" id="{92E9A419-3988-8827-9853-D0DED34C5749}"/>
                  </a:ext>
                </a:extLst>
              </p:cNvPr>
              <p:cNvSpPr/>
              <p:nvPr/>
            </p:nvSpPr>
            <p:spPr>
              <a:xfrm>
                <a:off x="8006509" y="196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79" name="Freeform 33878">
                <a:extLst>
                  <a:ext uri="{FF2B5EF4-FFF2-40B4-BE49-F238E27FC236}">
                    <a16:creationId xmlns:a16="http://schemas.microsoft.com/office/drawing/2014/main" id="{ABD7DE1D-6339-CC24-2EDE-217833767E31}"/>
                  </a:ext>
                </a:extLst>
              </p:cNvPr>
              <p:cNvSpPr/>
              <p:nvPr/>
            </p:nvSpPr>
            <p:spPr>
              <a:xfrm>
                <a:off x="8007005" y="1945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0" name="Freeform 33879">
                <a:extLst>
                  <a:ext uri="{FF2B5EF4-FFF2-40B4-BE49-F238E27FC236}">
                    <a16:creationId xmlns:a16="http://schemas.microsoft.com/office/drawing/2014/main" id="{0D9B2982-79A5-CFAF-AB50-FFB81181330C}"/>
                  </a:ext>
                </a:extLst>
              </p:cNvPr>
              <p:cNvSpPr/>
              <p:nvPr/>
            </p:nvSpPr>
            <p:spPr>
              <a:xfrm>
                <a:off x="8007600" y="1944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1" name="Freeform 33880">
                <a:extLst>
                  <a:ext uri="{FF2B5EF4-FFF2-40B4-BE49-F238E27FC236}">
                    <a16:creationId xmlns:a16="http://schemas.microsoft.com/office/drawing/2014/main" id="{918076A2-51DC-E2D7-C46E-0F5C86465E01}"/>
                  </a:ext>
                </a:extLst>
              </p:cNvPr>
              <p:cNvSpPr/>
              <p:nvPr/>
            </p:nvSpPr>
            <p:spPr>
              <a:xfrm>
                <a:off x="8008096" y="1967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2" name="Freeform 33881">
                <a:extLst>
                  <a:ext uri="{FF2B5EF4-FFF2-40B4-BE49-F238E27FC236}">
                    <a16:creationId xmlns:a16="http://schemas.microsoft.com/office/drawing/2014/main" id="{2E99DD22-E126-516F-1035-6EF8B40B39FC}"/>
                  </a:ext>
                </a:extLst>
              </p:cNvPr>
              <p:cNvSpPr/>
              <p:nvPr/>
            </p:nvSpPr>
            <p:spPr>
              <a:xfrm>
                <a:off x="8008592" y="1980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3" name="Freeform 33882">
                <a:extLst>
                  <a:ext uri="{FF2B5EF4-FFF2-40B4-BE49-F238E27FC236}">
                    <a16:creationId xmlns:a16="http://schemas.microsoft.com/office/drawing/2014/main" id="{AA9645DE-0276-85E3-987A-B16AAC23FB5F}"/>
                  </a:ext>
                </a:extLst>
              </p:cNvPr>
              <p:cNvSpPr/>
              <p:nvPr/>
            </p:nvSpPr>
            <p:spPr>
              <a:xfrm>
                <a:off x="8009088" y="1502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4" name="Freeform 33883">
                <a:extLst>
                  <a:ext uri="{FF2B5EF4-FFF2-40B4-BE49-F238E27FC236}">
                    <a16:creationId xmlns:a16="http://schemas.microsoft.com/office/drawing/2014/main" id="{6B049BE7-16C8-04BB-2EDD-53A53AF2A92E}"/>
                  </a:ext>
                </a:extLst>
              </p:cNvPr>
              <p:cNvSpPr/>
              <p:nvPr/>
            </p:nvSpPr>
            <p:spPr>
              <a:xfrm>
                <a:off x="8009684" y="1393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5" name="Freeform 33884">
                <a:extLst>
                  <a:ext uri="{FF2B5EF4-FFF2-40B4-BE49-F238E27FC236}">
                    <a16:creationId xmlns:a16="http://schemas.microsoft.com/office/drawing/2014/main" id="{ED3B11F9-E43E-5851-606C-5D0631DEF16F}"/>
                  </a:ext>
                </a:extLst>
              </p:cNvPr>
              <p:cNvSpPr/>
              <p:nvPr/>
            </p:nvSpPr>
            <p:spPr>
              <a:xfrm>
                <a:off x="8010180" y="1464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6" name="Freeform 33885">
                <a:extLst>
                  <a:ext uri="{FF2B5EF4-FFF2-40B4-BE49-F238E27FC236}">
                    <a16:creationId xmlns:a16="http://schemas.microsoft.com/office/drawing/2014/main" id="{B0AF3260-2A45-E6AD-9193-7828EFC4E2D8}"/>
                  </a:ext>
                </a:extLst>
              </p:cNvPr>
              <p:cNvSpPr/>
              <p:nvPr/>
            </p:nvSpPr>
            <p:spPr>
              <a:xfrm>
                <a:off x="8010676" y="147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7" name="Freeform 33886">
                <a:extLst>
                  <a:ext uri="{FF2B5EF4-FFF2-40B4-BE49-F238E27FC236}">
                    <a16:creationId xmlns:a16="http://schemas.microsoft.com/office/drawing/2014/main" id="{C69C22D2-16EC-59C3-9F6B-30977BB5F1B9}"/>
                  </a:ext>
                </a:extLst>
              </p:cNvPr>
              <p:cNvSpPr/>
              <p:nvPr/>
            </p:nvSpPr>
            <p:spPr>
              <a:xfrm>
                <a:off x="8011271" y="1448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8" name="Freeform 33887">
                <a:extLst>
                  <a:ext uri="{FF2B5EF4-FFF2-40B4-BE49-F238E27FC236}">
                    <a16:creationId xmlns:a16="http://schemas.microsoft.com/office/drawing/2014/main" id="{88724BDF-67C7-25B6-CDAD-34F1CA7771AC}"/>
                  </a:ext>
                </a:extLst>
              </p:cNvPr>
              <p:cNvSpPr/>
              <p:nvPr/>
            </p:nvSpPr>
            <p:spPr>
              <a:xfrm>
                <a:off x="8011767" y="1400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89" name="Freeform 33888">
                <a:extLst>
                  <a:ext uri="{FF2B5EF4-FFF2-40B4-BE49-F238E27FC236}">
                    <a16:creationId xmlns:a16="http://schemas.microsoft.com/office/drawing/2014/main" id="{78AF609F-AAAE-6B5D-F05A-29838A69EAEE}"/>
                  </a:ext>
                </a:extLst>
              </p:cNvPr>
              <p:cNvSpPr/>
              <p:nvPr/>
            </p:nvSpPr>
            <p:spPr>
              <a:xfrm>
                <a:off x="8012263" y="1332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0" name="Freeform 33889">
                <a:extLst>
                  <a:ext uri="{FF2B5EF4-FFF2-40B4-BE49-F238E27FC236}">
                    <a16:creationId xmlns:a16="http://schemas.microsoft.com/office/drawing/2014/main" id="{3D005373-962D-04D7-5069-065B102442A3}"/>
                  </a:ext>
                </a:extLst>
              </p:cNvPr>
              <p:cNvSpPr/>
              <p:nvPr/>
            </p:nvSpPr>
            <p:spPr>
              <a:xfrm>
                <a:off x="8012859" y="1297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1" name="Freeform 33890">
                <a:extLst>
                  <a:ext uri="{FF2B5EF4-FFF2-40B4-BE49-F238E27FC236}">
                    <a16:creationId xmlns:a16="http://schemas.microsoft.com/office/drawing/2014/main" id="{6312AA87-0A6B-5F90-ED30-4610AACB1A6D}"/>
                  </a:ext>
                </a:extLst>
              </p:cNvPr>
              <p:cNvSpPr/>
              <p:nvPr/>
            </p:nvSpPr>
            <p:spPr>
              <a:xfrm>
                <a:off x="8013355" y="1232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2" name="Freeform 33891">
                <a:extLst>
                  <a:ext uri="{FF2B5EF4-FFF2-40B4-BE49-F238E27FC236}">
                    <a16:creationId xmlns:a16="http://schemas.microsoft.com/office/drawing/2014/main" id="{93BD598C-45CA-C8C5-E9B1-1A773C341AB8}"/>
                  </a:ext>
                </a:extLst>
              </p:cNvPr>
              <p:cNvSpPr/>
              <p:nvPr/>
            </p:nvSpPr>
            <p:spPr>
              <a:xfrm>
                <a:off x="8013851" y="120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3" name="Freeform 33892">
                <a:extLst>
                  <a:ext uri="{FF2B5EF4-FFF2-40B4-BE49-F238E27FC236}">
                    <a16:creationId xmlns:a16="http://schemas.microsoft.com/office/drawing/2014/main" id="{C42AFBC7-3BFD-91F4-EBCA-2A5F38061E6C}"/>
                  </a:ext>
                </a:extLst>
              </p:cNvPr>
              <p:cNvSpPr/>
              <p:nvPr/>
            </p:nvSpPr>
            <p:spPr>
              <a:xfrm>
                <a:off x="8014446" y="1156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4" name="Freeform 33893">
                <a:extLst>
                  <a:ext uri="{FF2B5EF4-FFF2-40B4-BE49-F238E27FC236}">
                    <a16:creationId xmlns:a16="http://schemas.microsoft.com/office/drawing/2014/main" id="{AB8F8B72-BFA7-C3FE-E930-81CAEB814101}"/>
                  </a:ext>
                </a:extLst>
              </p:cNvPr>
              <p:cNvSpPr/>
              <p:nvPr/>
            </p:nvSpPr>
            <p:spPr>
              <a:xfrm>
                <a:off x="8014942" y="1137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5" name="Freeform 33894">
                <a:extLst>
                  <a:ext uri="{FF2B5EF4-FFF2-40B4-BE49-F238E27FC236}">
                    <a16:creationId xmlns:a16="http://schemas.microsoft.com/office/drawing/2014/main" id="{1EAA7F5D-BB34-8090-7977-208769AB0AF2}"/>
                  </a:ext>
                </a:extLst>
              </p:cNvPr>
              <p:cNvSpPr/>
              <p:nvPr/>
            </p:nvSpPr>
            <p:spPr>
              <a:xfrm>
                <a:off x="8015438" y="1109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6" name="Freeform 33895">
                <a:extLst>
                  <a:ext uri="{FF2B5EF4-FFF2-40B4-BE49-F238E27FC236}">
                    <a16:creationId xmlns:a16="http://schemas.microsoft.com/office/drawing/2014/main" id="{A68D5498-1DF8-73F8-C983-9961B06B861E}"/>
                  </a:ext>
                </a:extLst>
              </p:cNvPr>
              <p:cNvSpPr/>
              <p:nvPr/>
            </p:nvSpPr>
            <p:spPr>
              <a:xfrm>
                <a:off x="8016034" y="1091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7" name="Freeform 33896">
                <a:extLst>
                  <a:ext uri="{FF2B5EF4-FFF2-40B4-BE49-F238E27FC236}">
                    <a16:creationId xmlns:a16="http://schemas.microsoft.com/office/drawing/2014/main" id="{0759D1D2-A731-53FA-75F0-3E3990EE8E8E}"/>
                  </a:ext>
                </a:extLst>
              </p:cNvPr>
              <p:cNvSpPr/>
              <p:nvPr/>
            </p:nvSpPr>
            <p:spPr>
              <a:xfrm>
                <a:off x="8016530" y="1135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8" name="Freeform 33897">
                <a:extLst>
                  <a:ext uri="{FF2B5EF4-FFF2-40B4-BE49-F238E27FC236}">
                    <a16:creationId xmlns:a16="http://schemas.microsoft.com/office/drawing/2014/main" id="{DD400EED-C854-949C-3FC1-F53B36F4299B}"/>
                  </a:ext>
                </a:extLst>
              </p:cNvPr>
              <p:cNvSpPr/>
              <p:nvPr/>
            </p:nvSpPr>
            <p:spPr>
              <a:xfrm>
                <a:off x="8017026" y="1587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99" name="Freeform 33898">
                <a:extLst>
                  <a:ext uri="{FF2B5EF4-FFF2-40B4-BE49-F238E27FC236}">
                    <a16:creationId xmlns:a16="http://schemas.microsoft.com/office/drawing/2014/main" id="{CA681AA3-D512-5F34-D879-AEA3906B3289}"/>
                  </a:ext>
                </a:extLst>
              </p:cNvPr>
              <p:cNvSpPr/>
              <p:nvPr/>
            </p:nvSpPr>
            <p:spPr>
              <a:xfrm>
                <a:off x="8017621" y="2129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0" name="Freeform 33899">
                <a:extLst>
                  <a:ext uri="{FF2B5EF4-FFF2-40B4-BE49-F238E27FC236}">
                    <a16:creationId xmlns:a16="http://schemas.microsoft.com/office/drawing/2014/main" id="{1E48D55F-FF15-D991-57F9-4DFC35C3A34B}"/>
                  </a:ext>
                </a:extLst>
              </p:cNvPr>
              <p:cNvSpPr/>
              <p:nvPr/>
            </p:nvSpPr>
            <p:spPr>
              <a:xfrm>
                <a:off x="8018117" y="2168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1" name="Freeform 33900">
                <a:extLst>
                  <a:ext uri="{FF2B5EF4-FFF2-40B4-BE49-F238E27FC236}">
                    <a16:creationId xmlns:a16="http://schemas.microsoft.com/office/drawing/2014/main" id="{845AD5FA-6FB8-C12A-A28D-C4A8C38E8210}"/>
                  </a:ext>
                </a:extLst>
              </p:cNvPr>
              <p:cNvSpPr/>
              <p:nvPr/>
            </p:nvSpPr>
            <p:spPr>
              <a:xfrm>
                <a:off x="8018613" y="216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2" name="Freeform 33901">
                <a:extLst>
                  <a:ext uri="{FF2B5EF4-FFF2-40B4-BE49-F238E27FC236}">
                    <a16:creationId xmlns:a16="http://schemas.microsoft.com/office/drawing/2014/main" id="{0C679638-6AC8-B56D-0897-83861C5BF532}"/>
                  </a:ext>
                </a:extLst>
              </p:cNvPr>
              <p:cNvSpPr/>
              <p:nvPr/>
            </p:nvSpPr>
            <p:spPr>
              <a:xfrm>
                <a:off x="8019209" y="2159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3" name="Freeform 33902">
                <a:extLst>
                  <a:ext uri="{FF2B5EF4-FFF2-40B4-BE49-F238E27FC236}">
                    <a16:creationId xmlns:a16="http://schemas.microsoft.com/office/drawing/2014/main" id="{665FF577-A624-4EB1-8A96-3CCEB570BFE7}"/>
                  </a:ext>
                </a:extLst>
              </p:cNvPr>
              <p:cNvSpPr/>
              <p:nvPr/>
            </p:nvSpPr>
            <p:spPr>
              <a:xfrm>
                <a:off x="8019705" y="2147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4" name="Freeform 33903">
                <a:extLst>
                  <a:ext uri="{FF2B5EF4-FFF2-40B4-BE49-F238E27FC236}">
                    <a16:creationId xmlns:a16="http://schemas.microsoft.com/office/drawing/2014/main" id="{751897E1-C985-33A5-D0F5-AC699210D570}"/>
                  </a:ext>
                </a:extLst>
              </p:cNvPr>
              <p:cNvSpPr/>
              <p:nvPr/>
            </p:nvSpPr>
            <p:spPr>
              <a:xfrm>
                <a:off x="8020201" y="2151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5" name="Freeform 33904">
                <a:extLst>
                  <a:ext uri="{FF2B5EF4-FFF2-40B4-BE49-F238E27FC236}">
                    <a16:creationId xmlns:a16="http://schemas.microsoft.com/office/drawing/2014/main" id="{E812235A-F824-CE98-D8A9-0C18EA7E4E2A}"/>
                  </a:ext>
                </a:extLst>
              </p:cNvPr>
              <p:cNvSpPr/>
              <p:nvPr/>
            </p:nvSpPr>
            <p:spPr>
              <a:xfrm>
                <a:off x="8020697" y="2151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6" name="Freeform 33905">
                <a:extLst>
                  <a:ext uri="{FF2B5EF4-FFF2-40B4-BE49-F238E27FC236}">
                    <a16:creationId xmlns:a16="http://schemas.microsoft.com/office/drawing/2014/main" id="{3C348E94-C0E3-7085-9117-B02A1582DC5E}"/>
                  </a:ext>
                </a:extLst>
              </p:cNvPr>
              <p:cNvSpPr/>
              <p:nvPr/>
            </p:nvSpPr>
            <p:spPr>
              <a:xfrm>
                <a:off x="8021292" y="2158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7" name="Freeform 33906">
                <a:extLst>
                  <a:ext uri="{FF2B5EF4-FFF2-40B4-BE49-F238E27FC236}">
                    <a16:creationId xmlns:a16="http://schemas.microsoft.com/office/drawing/2014/main" id="{E47D64C5-4118-66C5-0A3B-29784D9A2DDF}"/>
                  </a:ext>
                </a:extLst>
              </p:cNvPr>
              <p:cNvSpPr/>
              <p:nvPr/>
            </p:nvSpPr>
            <p:spPr>
              <a:xfrm>
                <a:off x="8021788" y="1671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8" name="Freeform 33907">
                <a:extLst>
                  <a:ext uri="{FF2B5EF4-FFF2-40B4-BE49-F238E27FC236}">
                    <a16:creationId xmlns:a16="http://schemas.microsoft.com/office/drawing/2014/main" id="{0F29630E-CDDD-D234-49D5-AB7A971C0BA2}"/>
                  </a:ext>
                </a:extLst>
              </p:cNvPr>
              <p:cNvSpPr/>
              <p:nvPr/>
            </p:nvSpPr>
            <p:spPr>
              <a:xfrm>
                <a:off x="8022284" y="1552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09" name="Freeform 33908">
                <a:extLst>
                  <a:ext uri="{FF2B5EF4-FFF2-40B4-BE49-F238E27FC236}">
                    <a16:creationId xmlns:a16="http://schemas.microsoft.com/office/drawing/2014/main" id="{95E3A6F0-EBFF-8E96-0EEA-A445F187C932}"/>
                  </a:ext>
                </a:extLst>
              </p:cNvPr>
              <p:cNvSpPr/>
              <p:nvPr/>
            </p:nvSpPr>
            <p:spPr>
              <a:xfrm>
                <a:off x="8022880" y="1574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0" name="Freeform 33909">
                <a:extLst>
                  <a:ext uri="{FF2B5EF4-FFF2-40B4-BE49-F238E27FC236}">
                    <a16:creationId xmlns:a16="http://schemas.microsoft.com/office/drawing/2014/main" id="{97F94001-2199-E207-5133-6292FEF1B767}"/>
                  </a:ext>
                </a:extLst>
              </p:cNvPr>
              <p:cNvSpPr/>
              <p:nvPr/>
            </p:nvSpPr>
            <p:spPr>
              <a:xfrm>
                <a:off x="8023376" y="1580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1" name="Freeform 33910">
                <a:extLst>
                  <a:ext uri="{FF2B5EF4-FFF2-40B4-BE49-F238E27FC236}">
                    <a16:creationId xmlns:a16="http://schemas.microsoft.com/office/drawing/2014/main" id="{7881F150-C07B-17F8-2E74-6EA9BC60DE87}"/>
                  </a:ext>
                </a:extLst>
              </p:cNvPr>
              <p:cNvSpPr/>
              <p:nvPr/>
            </p:nvSpPr>
            <p:spPr>
              <a:xfrm>
                <a:off x="8023872" y="1574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2" name="Freeform 33911">
                <a:extLst>
                  <a:ext uri="{FF2B5EF4-FFF2-40B4-BE49-F238E27FC236}">
                    <a16:creationId xmlns:a16="http://schemas.microsoft.com/office/drawing/2014/main" id="{824939CC-1E8F-D02B-EF62-46CD9E076906}"/>
                  </a:ext>
                </a:extLst>
              </p:cNvPr>
              <p:cNvSpPr/>
              <p:nvPr/>
            </p:nvSpPr>
            <p:spPr>
              <a:xfrm>
                <a:off x="8024467" y="1558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3" name="Freeform 33912">
                <a:extLst>
                  <a:ext uri="{FF2B5EF4-FFF2-40B4-BE49-F238E27FC236}">
                    <a16:creationId xmlns:a16="http://schemas.microsoft.com/office/drawing/2014/main" id="{8063B746-A78D-2FB1-31B1-6512D384CAAC}"/>
                  </a:ext>
                </a:extLst>
              </p:cNvPr>
              <p:cNvSpPr/>
              <p:nvPr/>
            </p:nvSpPr>
            <p:spPr>
              <a:xfrm>
                <a:off x="8024963" y="1548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4" name="Freeform 33913">
                <a:extLst>
                  <a:ext uri="{FF2B5EF4-FFF2-40B4-BE49-F238E27FC236}">
                    <a16:creationId xmlns:a16="http://schemas.microsoft.com/office/drawing/2014/main" id="{BB0AE3E8-FCBB-6AB7-B51F-59F516AD9CCB}"/>
                  </a:ext>
                </a:extLst>
              </p:cNvPr>
              <p:cNvSpPr/>
              <p:nvPr/>
            </p:nvSpPr>
            <p:spPr>
              <a:xfrm>
                <a:off x="8025459" y="1474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5" name="Freeform 33914">
                <a:extLst>
                  <a:ext uri="{FF2B5EF4-FFF2-40B4-BE49-F238E27FC236}">
                    <a16:creationId xmlns:a16="http://schemas.microsoft.com/office/drawing/2014/main" id="{FAF41403-C592-3F7C-3107-86B261791667}"/>
                  </a:ext>
                </a:extLst>
              </p:cNvPr>
              <p:cNvSpPr/>
              <p:nvPr/>
            </p:nvSpPr>
            <p:spPr>
              <a:xfrm>
                <a:off x="8026055" y="1389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6" name="Freeform 33915">
                <a:extLst>
                  <a:ext uri="{FF2B5EF4-FFF2-40B4-BE49-F238E27FC236}">
                    <a16:creationId xmlns:a16="http://schemas.microsoft.com/office/drawing/2014/main" id="{9C7095DD-14F0-3AEA-61AF-1DC941AB6A8C}"/>
                  </a:ext>
                </a:extLst>
              </p:cNvPr>
              <p:cNvSpPr/>
              <p:nvPr/>
            </p:nvSpPr>
            <p:spPr>
              <a:xfrm>
                <a:off x="8026551" y="1352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7" name="Freeform 33916">
                <a:extLst>
                  <a:ext uri="{FF2B5EF4-FFF2-40B4-BE49-F238E27FC236}">
                    <a16:creationId xmlns:a16="http://schemas.microsoft.com/office/drawing/2014/main" id="{8AED6C65-9159-9AE4-C44A-CF155B313883}"/>
                  </a:ext>
                </a:extLst>
              </p:cNvPr>
              <p:cNvSpPr/>
              <p:nvPr/>
            </p:nvSpPr>
            <p:spPr>
              <a:xfrm>
                <a:off x="8027047" y="1322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8" name="Freeform 33917">
                <a:extLst>
                  <a:ext uri="{FF2B5EF4-FFF2-40B4-BE49-F238E27FC236}">
                    <a16:creationId xmlns:a16="http://schemas.microsoft.com/office/drawing/2014/main" id="{1776734A-A7BF-B371-4BAB-0B4CADA23DDC}"/>
                  </a:ext>
                </a:extLst>
              </p:cNvPr>
              <p:cNvSpPr/>
              <p:nvPr/>
            </p:nvSpPr>
            <p:spPr>
              <a:xfrm>
                <a:off x="8027642" y="1298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19" name="Freeform 33918">
                <a:extLst>
                  <a:ext uri="{FF2B5EF4-FFF2-40B4-BE49-F238E27FC236}">
                    <a16:creationId xmlns:a16="http://schemas.microsoft.com/office/drawing/2014/main" id="{519685A6-4910-93C0-ECE4-2EAE1DA3C1FB}"/>
                  </a:ext>
                </a:extLst>
              </p:cNvPr>
              <p:cNvSpPr/>
              <p:nvPr/>
            </p:nvSpPr>
            <p:spPr>
              <a:xfrm>
                <a:off x="8028138" y="1293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0" name="Freeform 33919">
                <a:extLst>
                  <a:ext uri="{FF2B5EF4-FFF2-40B4-BE49-F238E27FC236}">
                    <a16:creationId xmlns:a16="http://schemas.microsoft.com/office/drawing/2014/main" id="{FD0AD243-4DE4-5D06-9E4A-516D9E8B86E1}"/>
                  </a:ext>
                </a:extLst>
              </p:cNvPr>
              <p:cNvSpPr/>
              <p:nvPr/>
            </p:nvSpPr>
            <p:spPr>
              <a:xfrm>
                <a:off x="8028634" y="1294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1" name="Freeform 33920">
                <a:extLst>
                  <a:ext uri="{FF2B5EF4-FFF2-40B4-BE49-F238E27FC236}">
                    <a16:creationId xmlns:a16="http://schemas.microsoft.com/office/drawing/2014/main" id="{D3C78FC6-CF63-C148-4F13-A4CE71FFBFDF}"/>
                  </a:ext>
                </a:extLst>
              </p:cNvPr>
              <p:cNvSpPr/>
              <p:nvPr/>
            </p:nvSpPr>
            <p:spPr>
              <a:xfrm>
                <a:off x="8029230" y="1269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2" name="Freeform 33921">
                <a:extLst>
                  <a:ext uri="{FF2B5EF4-FFF2-40B4-BE49-F238E27FC236}">
                    <a16:creationId xmlns:a16="http://schemas.microsoft.com/office/drawing/2014/main" id="{FED7EAF5-D2F2-59D7-FF38-2AE6FF15BAA4}"/>
                  </a:ext>
                </a:extLst>
              </p:cNvPr>
              <p:cNvSpPr/>
              <p:nvPr/>
            </p:nvSpPr>
            <p:spPr>
              <a:xfrm>
                <a:off x="8029726" y="1603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3" name="Freeform 33922">
                <a:extLst>
                  <a:ext uri="{FF2B5EF4-FFF2-40B4-BE49-F238E27FC236}">
                    <a16:creationId xmlns:a16="http://schemas.microsoft.com/office/drawing/2014/main" id="{675A6E0C-4110-9BD5-EE4D-7CE4B250565C}"/>
                  </a:ext>
                </a:extLst>
              </p:cNvPr>
              <p:cNvSpPr/>
              <p:nvPr/>
            </p:nvSpPr>
            <p:spPr>
              <a:xfrm>
                <a:off x="8030222" y="2174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4" name="Freeform 33923">
                <a:extLst>
                  <a:ext uri="{FF2B5EF4-FFF2-40B4-BE49-F238E27FC236}">
                    <a16:creationId xmlns:a16="http://schemas.microsoft.com/office/drawing/2014/main" id="{D1956E6B-EFBC-5EE0-62AE-4046723F4C77}"/>
                  </a:ext>
                </a:extLst>
              </p:cNvPr>
              <p:cNvSpPr/>
              <p:nvPr/>
            </p:nvSpPr>
            <p:spPr>
              <a:xfrm>
                <a:off x="8030817" y="219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5" name="Freeform 33924">
                <a:extLst>
                  <a:ext uri="{FF2B5EF4-FFF2-40B4-BE49-F238E27FC236}">
                    <a16:creationId xmlns:a16="http://schemas.microsoft.com/office/drawing/2014/main" id="{D7EAE69C-5A63-780C-DE7E-A33085D912FD}"/>
                  </a:ext>
                </a:extLst>
              </p:cNvPr>
              <p:cNvSpPr/>
              <p:nvPr/>
            </p:nvSpPr>
            <p:spPr>
              <a:xfrm>
                <a:off x="8031313" y="2209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6" name="Freeform 33925">
                <a:extLst>
                  <a:ext uri="{FF2B5EF4-FFF2-40B4-BE49-F238E27FC236}">
                    <a16:creationId xmlns:a16="http://schemas.microsoft.com/office/drawing/2014/main" id="{5FDDE841-EB30-60B3-7409-AD6327E0F9B7}"/>
                  </a:ext>
                </a:extLst>
              </p:cNvPr>
              <p:cNvSpPr/>
              <p:nvPr/>
            </p:nvSpPr>
            <p:spPr>
              <a:xfrm>
                <a:off x="8031809" y="2202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7" name="Freeform 33926">
                <a:extLst>
                  <a:ext uri="{FF2B5EF4-FFF2-40B4-BE49-F238E27FC236}">
                    <a16:creationId xmlns:a16="http://schemas.microsoft.com/office/drawing/2014/main" id="{3F3B5CA9-BAFF-D502-0A12-E167116456D7}"/>
                  </a:ext>
                </a:extLst>
              </p:cNvPr>
              <p:cNvSpPr/>
              <p:nvPr/>
            </p:nvSpPr>
            <p:spPr>
              <a:xfrm>
                <a:off x="8032405" y="220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8" name="Freeform 33927">
                <a:extLst>
                  <a:ext uri="{FF2B5EF4-FFF2-40B4-BE49-F238E27FC236}">
                    <a16:creationId xmlns:a16="http://schemas.microsoft.com/office/drawing/2014/main" id="{5506DD7F-EB43-C4B2-7A74-854E6D1CA97B}"/>
                  </a:ext>
                </a:extLst>
              </p:cNvPr>
              <p:cNvSpPr/>
              <p:nvPr/>
            </p:nvSpPr>
            <p:spPr>
              <a:xfrm>
                <a:off x="8032901" y="2206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29" name="Freeform 33928">
                <a:extLst>
                  <a:ext uri="{FF2B5EF4-FFF2-40B4-BE49-F238E27FC236}">
                    <a16:creationId xmlns:a16="http://schemas.microsoft.com/office/drawing/2014/main" id="{B065945B-2465-3B09-C98C-46DF6D497A25}"/>
                  </a:ext>
                </a:extLst>
              </p:cNvPr>
              <p:cNvSpPr/>
              <p:nvPr/>
            </p:nvSpPr>
            <p:spPr>
              <a:xfrm>
                <a:off x="8033397" y="2206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0" name="Freeform 33929">
                <a:extLst>
                  <a:ext uri="{FF2B5EF4-FFF2-40B4-BE49-F238E27FC236}">
                    <a16:creationId xmlns:a16="http://schemas.microsoft.com/office/drawing/2014/main" id="{301C355A-3734-229E-E79B-CCDC2FE893FA}"/>
                  </a:ext>
                </a:extLst>
              </p:cNvPr>
              <p:cNvSpPr/>
              <p:nvPr/>
            </p:nvSpPr>
            <p:spPr>
              <a:xfrm>
                <a:off x="8033893" y="2196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1" name="Freeform 33930">
                <a:extLst>
                  <a:ext uri="{FF2B5EF4-FFF2-40B4-BE49-F238E27FC236}">
                    <a16:creationId xmlns:a16="http://schemas.microsoft.com/office/drawing/2014/main" id="{C2DA2B08-DB66-AACC-36AA-C7E31C89CB2F}"/>
                  </a:ext>
                </a:extLst>
              </p:cNvPr>
              <p:cNvSpPr/>
              <p:nvPr/>
            </p:nvSpPr>
            <p:spPr>
              <a:xfrm>
                <a:off x="8034488" y="1637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2" name="Freeform 33931">
                <a:extLst>
                  <a:ext uri="{FF2B5EF4-FFF2-40B4-BE49-F238E27FC236}">
                    <a16:creationId xmlns:a16="http://schemas.microsoft.com/office/drawing/2014/main" id="{A669183E-6D2D-8C3F-1620-E14CF64A6BCC}"/>
                  </a:ext>
                </a:extLst>
              </p:cNvPr>
              <p:cNvSpPr/>
              <p:nvPr/>
            </p:nvSpPr>
            <p:spPr>
              <a:xfrm>
                <a:off x="8034984" y="1297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3" name="Freeform 33932">
                <a:extLst>
                  <a:ext uri="{FF2B5EF4-FFF2-40B4-BE49-F238E27FC236}">
                    <a16:creationId xmlns:a16="http://schemas.microsoft.com/office/drawing/2014/main" id="{B68DC158-1691-7D55-D1F1-F54469DAB4D4}"/>
                  </a:ext>
                </a:extLst>
              </p:cNvPr>
              <p:cNvSpPr/>
              <p:nvPr/>
            </p:nvSpPr>
            <p:spPr>
              <a:xfrm>
                <a:off x="8035480" y="1407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4" name="Freeform 33933">
                <a:extLst>
                  <a:ext uri="{FF2B5EF4-FFF2-40B4-BE49-F238E27FC236}">
                    <a16:creationId xmlns:a16="http://schemas.microsoft.com/office/drawing/2014/main" id="{8C5CCA7F-1FF5-DA83-C451-D64EAD7AD222}"/>
                  </a:ext>
                </a:extLst>
              </p:cNvPr>
              <p:cNvSpPr/>
              <p:nvPr/>
            </p:nvSpPr>
            <p:spPr>
              <a:xfrm>
                <a:off x="8036076" y="1435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5" name="Freeform 33934">
                <a:extLst>
                  <a:ext uri="{FF2B5EF4-FFF2-40B4-BE49-F238E27FC236}">
                    <a16:creationId xmlns:a16="http://schemas.microsoft.com/office/drawing/2014/main" id="{F0AAB47B-83CF-3287-30EA-2915A0F33451}"/>
                  </a:ext>
                </a:extLst>
              </p:cNvPr>
              <p:cNvSpPr/>
              <p:nvPr/>
            </p:nvSpPr>
            <p:spPr>
              <a:xfrm>
                <a:off x="8036572" y="1413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6" name="Freeform 33935">
                <a:extLst>
                  <a:ext uri="{FF2B5EF4-FFF2-40B4-BE49-F238E27FC236}">
                    <a16:creationId xmlns:a16="http://schemas.microsoft.com/office/drawing/2014/main" id="{2D810D97-2A7B-BA0F-6AFA-25FC466EA66D}"/>
                  </a:ext>
                </a:extLst>
              </p:cNvPr>
              <p:cNvSpPr/>
              <p:nvPr/>
            </p:nvSpPr>
            <p:spPr>
              <a:xfrm>
                <a:off x="8037068" y="138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7" name="Freeform 33936">
                <a:extLst>
                  <a:ext uri="{FF2B5EF4-FFF2-40B4-BE49-F238E27FC236}">
                    <a16:creationId xmlns:a16="http://schemas.microsoft.com/office/drawing/2014/main" id="{07ADE038-B948-19C4-2326-5CF6AE15DD01}"/>
                  </a:ext>
                </a:extLst>
              </p:cNvPr>
              <p:cNvSpPr/>
              <p:nvPr/>
            </p:nvSpPr>
            <p:spPr>
              <a:xfrm>
                <a:off x="8037663" y="1368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8" name="Freeform 33937">
                <a:extLst>
                  <a:ext uri="{FF2B5EF4-FFF2-40B4-BE49-F238E27FC236}">
                    <a16:creationId xmlns:a16="http://schemas.microsoft.com/office/drawing/2014/main" id="{592C1C5E-6461-C1BF-6D0E-689446766C05}"/>
                  </a:ext>
                </a:extLst>
              </p:cNvPr>
              <p:cNvSpPr/>
              <p:nvPr/>
            </p:nvSpPr>
            <p:spPr>
              <a:xfrm>
                <a:off x="8038159" y="1302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39" name="Freeform 33938">
                <a:extLst>
                  <a:ext uri="{FF2B5EF4-FFF2-40B4-BE49-F238E27FC236}">
                    <a16:creationId xmlns:a16="http://schemas.microsoft.com/office/drawing/2014/main" id="{17195C74-A572-7247-8A20-82DD6A296A35}"/>
                  </a:ext>
                </a:extLst>
              </p:cNvPr>
              <p:cNvSpPr/>
              <p:nvPr/>
            </p:nvSpPr>
            <p:spPr>
              <a:xfrm>
                <a:off x="8038655" y="1259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0" name="Freeform 33939">
                <a:extLst>
                  <a:ext uri="{FF2B5EF4-FFF2-40B4-BE49-F238E27FC236}">
                    <a16:creationId xmlns:a16="http://schemas.microsoft.com/office/drawing/2014/main" id="{E32DEA29-1C85-82BF-0114-9B373E0C9753}"/>
                  </a:ext>
                </a:extLst>
              </p:cNvPr>
              <p:cNvSpPr/>
              <p:nvPr/>
            </p:nvSpPr>
            <p:spPr>
              <a:xfrm>
                <a:off x="8039251" y="1202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1" name="Freeform 33940">
                <a:extLst>
                  <a:ext uri="{FF2B5EF4-FFF2-40B4-BE49-F238E27FC236}">
                    <a16:creationId xmlns:a16="http://schemas.microsoft.com/office/drawing/2014/main" id="{86D9BBC7-DA28-C135-8CCD-906AD9BA77EB}"/>
                  </a:ext>
                </a:extLst>
              </p:cNvPr>
              <p:cNvSpPr/>
              <p:nvPr/>
            </p:nvSpPr>
            <p:spPr>
              <a:xfrm>
                <a:off x="8039747" y="1229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2" name="Freeform 33941">
                <a:extLst>
                  <a:ext uri="{FF2B5EF4-FFF2-40B4-BE49-F238E27FC236}">
                    <a16:creationId xmlns:a16="http://schemas.microsoft.com/office/drawing/2014/main" id="{53982B9D-73FE-982A-1832-43D4999DDB63}"/>
                  </a:ext>
                </a:extLst>
              </p:cNvPr>
              <p:cNvSpPr/>
              <p:nvPr/>
            </p:nvSpPr>
            <p:spPr>
              <a:xfrm>
                <a:off x="8040243" y="1235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3" name="Freeform 33942">
                <a:extLst>
                  <a:ext uri="{FF2B5EF4-FFF2-40B4-BE49-F238E27FC236}">
                    <a16:creationId xmlns:a16="http://schemas.microsoft.com/office/drawing/2014/main" id="{CADE3DB9-FADE-D88E-7D2B-64CEC8870643}"/>
                  </a:ext>
                </a:extLst>
              </p:cNvPr>
              <p:cNvSpPr/>
              <p:nvPr/>
            </p:nvSpPr>
            <p:spPr>
              <a:xfrm>
                <a:off x="8040838" y="1208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4" name="Freeform 33943">
                <a:extLst>
                  <a:ext uri="{FF2B5EF4-FFF2-40B4-BE49-F238E27FC236}">
                    <a16:creationId xmlns:a16="http://schemas.microsoft.com/office/drawing/2014/main" id="{95C9113C-CC70-0B70-0379-1788BC559EAC}"/>
                  </a:ext>
                </a:extLst>
              </p:cNvPr>
              <p:cNvSpPr/>
              <p:nvPr/>
            </p:nvSpPr>
            <p:spPr>
              <a:xfrm>
                <a:off x="8041334" y="1239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5" name="Freeform 33944">
                <a:extLst>
                  <a:ext uri="{FF2B5EF4-FFF2-40B4-BE49-F238E27FC236}">
                    <a16:creationId xmlns:a16="http://schemas.microsoft.com/office/drawing/2014/main" id="{4D6C82C5-26B0-2DDA-BFE6-DCC4863B8BC0}"/>
                  </a:ext>
                </a:extLst>
              </p:cNvPr>
              <p:cNvSpPr/>
              <p:nvPr/>
            </p:nvSpPr>
            <p:spPr>
              <a:xfrm>
                <a:off x="8041830" y="1284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6" name="Freeform 33945">
                <a:extLst>
                  <a:ext uri="{FF2B5EF4-FFF2-40B4-BE49-F238E27FC236}">
                    <a16:creationId xmlns:a16="http://schemas.microsoft.com/office/drawing/2014/main" id="{165B24E3-49B3-7F03-4397-FF3B53A21210}"/>
                  </a:ext>
                </a:extLst>
              </p:cNvPr>
              <p:cNvSpPr/>
              <p:nvPr/>
            </p:nvSpPr>
            <p:spPr>
              <a:xfrm>
                <a:off x="8042426" y="1469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7" name="Freeform 33946">
                <a:extLst>
                  <a:ext uri="{FF2B5EF4-FFF2-40B4-BE49-F238E27FC236}">
                    <a16:creationId xmlns:a16="http://schemas.microsoft.com/office/drawing/2014/main" id="{123C27ED-6AD5-9BA7-6234-86D6BD4DC328}"/>
                  </a:ext>
                </a:extLst>
              </p:cNvPr>
              <p:cNvSpPr/>
              <p:nvPr/>
            </p:nvSpPr>
            <p:spPr>
              <a:xfrm>
                <a:off x="8042922" y="2042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8" name="Freeform 33947">
                <a:extLst>
                  <a:ext uri="{FF2B5EF4-FFF2-40B4-BE49-F238E27FC236}">
                    <a16:creationId xmlns:a16="http://schemas.microsoft.com/office/drawing/2014/main" id="{D465CD8F-A6B8-0366-7C55-6450D5E7B7CF}"/>
                  </a:ext>
                </a:extLst>
              </p:cNvPr>
              <p:cNvSpPr/>
              <p:nvPr/>
            </p:nvSpPr>
            <p:spPr>
              <a:xfrm>
                <a:off x="8043418" y="208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49" name="Freeform 33948">
                <a:extLst>
                  <a:ext uri="{FF2B5EF4-FFF2-40B4-BE49-F238E27FC236}">
                    <a16:creationId xmlns:a16="http://schemas.microsoft.com/office/drawing/2014/main" id="{E3BB9CB6-D794-53CF-3FF3-A88463303CF1}"/>
                  </a:ext>
                </a:extLst>
              </p:cNvPr>
              <p:cNvSpPr/>
              <p:nvPr/>
            </p:nvSpPr>
            <p:spPr>
              <a:xfrm>
                <a:off x="8044013" y="2081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0" name="Freeform 33949">
                <a:extLst>
                  <a:ext uri="{FF2B5EF4-FFF2-40B4-BE49-F238E27FC236}">
                    <a16:creationId xmlns:a16="http://schemas.microsoft.com/office/drawing/2014/main" id="{8C023869-802F-61C2-5499-464C3B8FCD35}"/>
                  </a:ext>
                </a:extLst>
              </p:cNvPr>
              <p:cNvSpPr/>
              <p:nvPr/>
            </p:nvSpPr>
            <p:spPr>
              <a:xfrm>
                <a:off x="8044509" y="2070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1" name="Freeform 33950">
                <a:extLst>
                  <a:ext uri="{FF2B5EF4-FFF2-40B4-BE49-F238E27FC236}">
                    <a16:creationId xmlns:a16="http://schemas.microsoft.com/office/drawing/2014/main" id="{8540C944-B2A3-135F-A111-23BCE7B69C2B}"/>
                  </a:ext>
                </a:extLst>
              </p:cNvPr>
              <p:cNvSpPr/>
              <p:nvPr/>
            </p:nvSpPr>
            <p:spPr>
              <a:xfrm>
                <a:off x="8045005" y="2069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2" name="Freeform 33951">
                <a:extLst>
                  <a:ext uri="{FF2B5EF4-FFF2-40B4-BE49-F238E27FC236}">
                    <a16:creationId xmlns:a16="http://schemas.microsoft.com/office/drawing/2014/main" id="{AE3D98AB-98EF-2022-C983-B1449A69E6C9}"/>
                  </a:ext>
                </a:extLst>
              </p:cNvPr>
              <p:cNvSpPr/>
              <p:nvPr/>
            </p:nvSpPr>
            <p:spPr>
              <a:xfrm>
                <a:off x="8045502" y="207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3" name="Freeform 33952">
                <a:extLst>
                  <a:ext uri="{FF2B5EF4-FFF2-40B4-BE49-F238E27FC236}">
                    <a16:creationId xmlns:a16="http://schemas.microsoft.com/office/drawing/2014/main" id="{1FD50A4F-01EB-6676-C199-25E9CF1F0543}"/>
                  </a:ext>
                </a:extLst>
              </p:cNvPr>
              <p:cNvSpPr/>
              <p:nvPr/>
            </p:nvSpPr>
            <p:spPr>
              <a:xfrm>
                <a:off x="8046097" y="2090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4" name="Freeform 33953">
                <a:extLst>
                  <a:ext uri="{FF2B5EF4-FFF2-40B4-BE49-F238E27FC236}">
                    <a16:creationId xmlns:a16="http://schemas.microsoft.com/office/drawing/2014/main" id="{28F6953B-C948-E212-3D18-DB2DB092174C}"/>
                  </a:ext>
                </a:extLst>
              </p:cNvPr>
              <p:cNvSpPr/>
              <p:nvPr/>
            </p:nvSpPr>
            <p:spPr>
              <a:xfrm>
                <a:off x="8046593" y="2075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5" name="Freeform 33954">
                <a:extLst>
                  <a:ext uri="{FF2B5EF4-FFF2-40B4-BE49-F238E27FC236}">
                    <a16:creationId xmlns:a16="http://schemas.microsoft.com/office/drawing/2014/main" id="{44159CA0-455D-07FC-FD5E-DE62BF50D711}"/>
                  </a:ext>
                </a:extLst>
              </p:cNvPr>
              <p:cNvSpPr/>
              <p:nvPr/>
            </p:nvSpPr>
            <p:spPr>
              <a:xfrm>
                <a:off x="8047089" y="1546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6" name="Freeform 33955">
                <a:extLst>
                  <a:ext uri="{FF2B5EF4-FFF2-40B4-BE49-F238E27FC236}">
                    <a16:creationId xmlns:a16="http://schemas.microsoft.com/office/drawing/2014/main" id="{80FD76E1-C411-1733-F0E9-BE3774421AB2}"/>
                  </a:ext>
                </a:extLst>
              </p:cNvPr>
              <p:cNvSpPr/>
              <p:nvPr/>
            </p:nvSpPr>
            <p:spPr>
              <a:xfrm>
                <a:off x="8047684" y="1469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7" name="Freeform 33956">
                <a:extLst>
                  <a:ext uri="{FF2B5EF4-FFF2-40B4-BE49-F238E27FC236}">
                    <a16:creationId xmlns:a16="http://schemas.microsoft.com/office/drawing/2014/main" id="{EE13D6C8-A049-E19C-5341-BA17A8C72F93}"/>
                  </a:ext>
                </a:extLst>
              </p:cNvPr>
              <p:cNvSpPr/>
              <p:nvPr/>
            </p:nvSpPr>
            <p:spPr>
              <a:xfrm>
                <a:off x="8048180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8" name="Freeform 33957">
                <a:extLst>
                  <a:ext uri="{FF2B5EF4-FFF2-40B4-BE49-F238E27FC236}">
                    <a16:creationId xmlns:a16="http://schemas.microsoft.com/office/drawing/2014/main" id="{7CD860B2-807F-341E-03C9-5D0E794CBB7F}"/>
                  </a:ext>
                </a:extLst>
              </p:cNvPr>
              <p:cNvSpPr/>
              <p:nvPr/>
            </p:nvSpPr>
            <p:spPr>
              <a:xfrm>
                <a:off x="8048677" y="1484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59" name="Freeform 33958">
                <a:extLst>
                  <a:ext uri="{FF2B5EF4-FFF2-40B4-BE49-F238E27FC236}">
                    <a16:creationId xmlns:a16="http://schemas.microsoft.com/office/drawing/2014/main" id="{38421D05-3903-5F6B-C46E-D74DD1288048}"/>
                  </a:ext>
                </a:extLst>
              </p:cNvPr>
              <p:cNvSpPr/>
              <p:nvPr/>
            </p:nvSpPr>
            <p:spPr>
              <a:xfrm>
                <a:off x="8049272" y="1440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0" name="Freeform 33959">
                <a:extLst>
                  <a:ext uri="{FF2B5EF4-FFF2-40B4-BE49-F238E27FC236}">
                    <a16:creationId xmlns:a16="http://schemas.microsoft.com/office/drawing/2014/main" id="{6954AC32-A6C4-CCB6-6040-AF581CC1D606}"/>
                  </a:ext>
                </a:extLst>
              </p:cNvPr>
              <p:cNvSpPr/>
              <p:nvPr/>
            </p:nvSpPr>
            <p:spPr>
              <a:xfrm>
                <a:off x="8049768" y="1402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1" name="Freeform 33960">
                <a:extLst>
                  <a:ext uri="{FF2B5EF4-FFF2-40B4-BE49-F238E27FC236}">
                    <a16:creationId xmlns:a16="http://schemas.microsoft.com/office/drawing/2014/main" id="{D08D9AE0-B4C6-40E8-FB44-B33383AC1AED}"/>
                  </a:ext>
                </a:extLst>
              </p:cNvPr>
              <p:cNvSpPr/>
              <p:nvPr/>
            </p:nvSpPr>
            <p:spPr>
              <a:xfrm>
                <a:off x="8050264" y="1348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2" name="Freeform 33961">
                <a:extLst>
                  <a:ext uri="{FF2B5EF4-FFF2-40B4-BE49-F238E27FC236}">
                    <a16:creationId xmlns:a16="http://schemas.microsoft.com/office/drawing/2014/main" id="{B94B1D26-CFDA-634A-9261-4066E087CDE4}"/>
                  </a:ext>
                </a:extLst>
              </p:cNvPr>
              <p:cNvSpPr/>
              <p:nvPr/>
            </p:nvSpPr>
            <p:spPr>
              <a:xfrm>
                <a:off x="8050859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3" name="Freeform 33962">
                <a:extLst>
                  <a:ext uri="{FF2B5EF4-FFF2-40B4-BE49-F238E27FC236}">
                    <a16:creationId xmlns:a16="http://schemas.microsoft.com/office/drawing/2014/main" id="{AFBAAA20-0B6F-E8F2-D7B2-815513230EE8}"/>
                  </a:ext>
                </a:extLst>
              </p:cNvPr>
              <p:cNvSpPr/>
              <p:nvPr/>
            </p:nvSpPr>
            <p:spPr>
              <a:xfrm>
                <a:off x="8051355" y="1194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4" name="Freeform 33963">
                <a:extLst>
                  <a:ext uri="{FF2B5EF4-FFF2-40B4-BE49-F238E27FC236}">
                    <a16:creationId xmlns:a16="http://schemas.microsoft.com/office/drawing/2014/main" id="{40388944-EA85-5D10-2940-D95AF7A916BD}"/>
                  </a:ext>
                </a:extLst>
              </p:cNvPr>
              <p:cNvSpPr/>
              <p:nvPr/>
            </p:nvSpPr>
            <p:spPr>
              <a:xfrm>
                <a:off x="8051852" y="1129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5" name="Freeform 33964">
                <a:extLst>
                  <a:ext uri="{FF2B5EF4-FFF2-40B4-BE49-F238E27FC236}">
                    <a16:creationId xmlns:a16="http://schemas.microsoft.com/office/drawing/2014/main" id="{997AAB08-3B16-535E-31F6-97B3D23D66B0}"/>
                  </a:ext>
                </a:extLst>
              </p:cNvPr>
              <p:cNvSpPr/>
              <p:nvPr/>
            </p:nvSpPr>
            <p:spPr>
              <a:xfrm>
                <a:off x="8052447" y="1073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6" name="Freeform 33965">
                <a:extLst>
                  <a:ext uri="{FF2B5EF4-FFF2-40B4-BE49-F238E27FC236}">
                    <a16:creationId xmlns:a16="http://schemas.microsoft.com/office/drawing/2014/main" id="{095DEDE8-9710-F58C-07EA-2D6735ED2B41}"/>
                  </a:ext>
                </a:extLst>
              </p:cNvPr>
              <p:cNvSpPr/>
              <p:nvPr/>
            </p:nvSpPr>
            <p:spPr>
              <a:xfrm>
                <a:off x="8052943" y="1084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7" name="Freeform 33966">
                <a:extLst>
                  <a:ext uri="{FF2B5EF4-FFF2-40B4-BE49-F238E27FC236}">
                    <a16:creationId xmlns:a16="http://schemas.microsoft.com/office/drawing/2014/main" id="{83880AB3-90DB-ECCA-3018-CA7CF84B0054}"/>
                  </a:ext>
                </a:extLst>
              </p:cNvPr>
              <p:cNvSpPr/>
              <p:nvPr/>
            </p:nvSpPr>
            <p:spPr>
              <a:xfrm>
                <a:off x="8053439" y="1105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8" name="Freeform 33967">
                <a:extLst>
                  <a:ext uri="{FF2B5EF4-FFF2-40B4-BE49-F238E27FC236}">
                    <a16:creationId xmlns:a16="http://schemas.microsoft.com/office/drawing/2014/main" id="{CE280ADC-3864-7E0F-7494-BA42DE53FBB1}"/>
                  </a:ext>
                </a:extLst>
              </p:cNvPr>
              <p:cNvSpPr/>
              <p:nvPr/>
            </p:nvSpPr>
            <p:spPr>
              <a:xfrm>
                <a:off x="8054034" y="1138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69" name="Freeform 33968">
                <a:extLst>
                  <a:ext uri="{FF2B5EF4-FFF2-40B4-BE49-F238E27FC236}">
                    <a16:creationId xmlns:a16="http://schemas.microsoft.com/office/drawing/2014/main" id="{7451DCC1-41B0-05AE-CCA0-68EA05598997}"/>
                  </a:ext>
                </a:extLst>
              </p:cNvPr>
              <p:cNvSpPr/>
              <p:nvPr/>
            </p:nvSpPr>
            <p:spPr>
              <a:xfrm>
                <a:off x="8054530" y="12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0" name="Freeform 33969">
                <a:extLst>
                  <a:ext uri="{FF2B5EF4-FFF2-40B4-BE49-F238E27FC236}">
                    <a16:creationId xmlns:a16="http://schemas.microsoft.com/office/drawing/2014/main" id="{922A5575-4BBC-A28E-6746-4EB503198BE3}"/>
                  </a:ext>
                </a:extLst>
              </p:cNvPr>
              <p:cNvSpPr/>
              <p:nvPr/>
            </p:nvSpPr>
            <p:spPr>
              <a:xfrm>
                <a:off x="8055027" y="1435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1" name="Freeform 33970">
                <a:extLst>
                  <a:ext uri="{FF2B5EF4-FFF2-40B4-BE49-F238E27FC236}">
                    <a16:creationId xmlns:a16="http://schemas.microsoft.com/office/drawing/2014/main" id="{F95B2BB1-4D8E-DDBC-4AFF-9CC5BE84248E}"/>
                  </a:ext>
                </a:extLst>
              </p:cNvPr>
              <p:cNvSpPr/>
              <p:nvPr/>
            </p:nvSpPr>
            <p:spPr>
              <a:xfrm>
                <a:off x="8055622" y="199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2" name="Freeform 33971">
                <a:extLst>
                  <a:ext uri="{FF2B5EF4-FFF2-40B4-BE49-F238E27FC236}">
                    <a16:creationId xmlns:a16="http://schemas.microsoft.com/office/drawing/2014/main" id="{ED30A484-3D6F-C120-3DC3-031BCA576BCE}"/>
                  </a:ext>
                </a:extLst>
              </p:cNvPr>
              <p:cNvSpPr/>
              <p:nvPr/>
            </p:nvSpPr>
            <p:spPr>
              <a:xfrm>
                <a:off x="8056118" y="2019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3" name="Freeform 33972">
                <a:extLst>
                  <a:ext uri="{FF2B5EF4-FFF2-40B4-BE49-F238E27FC236}">
                    <a16:creationId xmlns:a16="http://schemas.microsoft.com/office/drawing/2014/main" id="{94A637B7-7A48-6880-8DA2-E811D5D3DBD5}"/>
                  </a:ext>
                </a:extLst>
              </p:cNvPr>
              <p:cNvSpPr/>
              <p:nvPr/>
            </p:nvSpPr>
            <p:spPr>
              <a:xfrm>
                <a:off x="8056614" y="2041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4" name="Freeform 33973">
                <a:extLst>
                  <a:ext uri="{FF2B5EF4-FFF2-40B4-BE49-F238E27FC236}">
                    <a16:creationId xmlns:a16="http://schemas.microsoft.com/office/drawing/2014/main" id="{7A992926-D5A4-D2F5-0687-C45021356FA8}"/>
                  </a:ext>
                </a:extLst>
              </p:cNvPr>
              <p:cNvSpPr/>
              <p:nvPr/>
            </p:nvSpPr>
            <p:spPr>
              <a:xfrm>
                <a:off x="8057110" y="200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5" name="Freeform 33974">
                <a:extLst>
                  <a:ext uri="{FF2B5EF4-FFF2-40B4-BE49-F238E27FC236}">
                    <a16:creationId xmlns:a16="http://schemas.microsoft.com/office/drawing/2014/main" id="{D610D26A-62C8-F152-F68D-2DFF63F29E6B}"/>
                  </a:ext>
                </a:extLst>
              </p:cNvPr>
              <p:cNvSpPr/>
              <p:nvPr/>
            </p:nvSpPr>
            <p:spPr>
              <a:xfrm>
                <a:off x="8057705" y="1998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6" name="Freeform 33975">
                <a:extLst>
                  <a:ext uri="{FF2B5EF4-FFF2-40B4-BE49-F238E27FC236}">
                    <a16:creationId xmlns:a16="http://schemas.microsoft.com/office/drawing/2014/main" id="{C0F51CF2-1E63-58C5-1B9D-79C7EB753993}"/>
                  </a:ext>
                </a:extLst>
              </p:cNvPr>
              <p:cNvSpPr/>
              <p:nvPr/>
            </p:nvSpPr>
            <p:spPr>
              <a:xfrm>
                <a:off x="8058202" y="2027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7" name="Freeform 33976">
                <a:extLst>
                  <a:ext uri="{FF2B5EF4-FFF2-40B4-BE49-F238E27FC236}">
                    <a16:creationId xmlns:a16="http://schemas.microsoft.com/office/drawing/2014/main" id="{9B07F3E3-8399-A441-DF77-F508ACCD258E}"/>
                  </a:ext>
                </a:extLst>
              </p:cNvPr>
              <p:cNvSpPr/>
              <p:nvPr/>
            </p:nvSpPr>
            <p:spPr>
              <a:xfrm>
                <a:off x="8058698" y="201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8" name="Freeform 33977">
                <a:extLst>
                  <a:ext uri="{FF2B5EF4-FFF2-40B4-BE49-F238E27FC236}">
                    <a16:creationId xmlns:a16="http://schemas.microsoft.com/office/drawing/2014/main" id="{700B85A4-BD85-D4FC-B603-88E676E45074}"/>
                  </a:ext>
                </a:extLst>
              </p:cNvPr>
              <p:cNvSpPr/>
              <p:nvPr/>
            </p:nvSpPr>
            <p:spPr>
              <a:xfrm>
                <a:off x="8059293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79" name="Freeform 33978">
                <a:extLst>
                  <a:ext uri="{FF2B5EF4-FFF2-40B4-BE49-F238E27FC236}">
                    <a16:creationId xmlns:a16="http://schemas.microsoft.com/office/drawing/2014/main" id="{805FCACB-D7A4-95DB-FA44-302621D1DEBB}"/>
                  </a:ext>
                </a:extLst>
              </p:cNvPr>
              <p:cNvSpPr/>
              <p:nvPr/>
            </p:nvSpPr>
            <p:spPr>
              <a:xfrm>
                <a:off x="8059789" y="1543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0" name="Freeform 33979">
                <a:extLst>
                  <a:ext uri="{FF2B5EF4-FFF2-40B4-BE49-F238E27FC236}">
                    <a16:creationId xmlns:a16="http://schemas.microsoft.com/office/drawing/2014/main" id="{BFF84CD5-B873-CF45-6F7D-55A53E1F2359}"/>
                  </a:ext>
                </a:extLst>
              </p:cNvPr>
              <p:cNvSpPr/>
              <p:nvPr/>
            </p:nvSpPr>
            <p:spPr>
              <a:xfrm>
                <a:off x="8060285" y="1420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1" name="Freeform 33980">
                <a:extLst>
                  <a:ext uri="{FF2B5EF4-FFF2-40B4-BE49-F238E27FC236}">
                    <a16:creationId xmlns:a16="http://schemas.microsoft.com/office/drawing/2014/main" id="{62D1A84D-3033-9F38-7791-53A03F6A706E}"/>
                  </a:ext>
                </a:extLst>
              </p:cNvPr>
              <p:cNvSpPr/>
              <p:nvPr/>
            </p:nvSpPr>
            <p:spPr>
              <a:xfrm>
                <a:off x="8060880" y="1464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2" name="Freeform 33981">
                <a:extLst>
                  <a:ext uri="{FF2B5EF4-FFF2-40B4-BE49-F238E27FC236}">
                    <a16:creationId xmlns:a16="http://schemas.microsoft.com/office/drawing/2014/main" id="{986451F7-B5EE-2ACA-E277-89A4AD4C83ED}"/>
                  </a:ext>
                </a:extLst>
              </p:cNvPr>
              <p:cNvSpPr/>
              <p:nvPr/>
            </p:nvSpPr>
            <p:spPr>
              <a:xfrm>
                <a:off x="8061377" y="1466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3" name="Freeform 33982">
                <a:extLst>
                  <a:ext uri="{FF2B5EF4-FFF2-40B4-BE49-F238E27FC236}">
                    <a16:creationId xmlns:a16="http://schemas.microsoft.com/office/drawing/2014/main" id="{389C47FB-65DA-3E0B-BC47-25AA28C5DE69}"/>
                  </a:ext>
                </a:extLst>
              </p:cNvPr>
              <p:cNvSpPr/>
              <p:nvPr/>
            </p:nvSpPr>
            <p:spPr>
              <a:xfrm>
                <a:off x="8061873" y="1431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4" name="Freeform 33983">
                <a:extLst>
                  <a:ext uri="{FF2B5EF4-FFF2-40B4-BE49-F238E27FC236}">
                    <a16:creationId xmlns:a16="http://schemas.microsoft.com/office/drawing/2014/main" id="{1AFA4A41-A9CE-A2D1-FBCF-ADFEEA08C089}"/>
                  </a:ext>
                </a:extLst>
              </p:cNvPr>
              <p:cNvSpPr/>
              <p:nvPr/>
            </p:nvSpPr>
            <p:spPr>
              <a:xfrm>
                <a:off x="8062468" y="1396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5" name="Freeform 33984">
                <a:extLst>
                  <a:ext uri="{FF2B5EF4-FFF2-40B4-BE49-F238E27FC236}">
                    <a16:creationId xmlns:a16="http://schemas.microsoft.com/office/drawing/2014/main" id="{8B9D36A1-54CB-644D-6B31-B242D651E293}"/>
                  </a:ext>
                </a:extLst>
              </p:cNvPr>
              <p:cNvSpPr/>
              <p:nvPr/>
            </p:nvSpPr>
            <p:spPr>
              <a:xfrm>
                <a:off x="8062964" y="1343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6" name="Freeform 33985">
                <a:extLst>
                  <a:ext uri="{FF2B5EF4-FFF2-40B4-BE49-F238E27FC236}">
                    <a16:creationId xmlns:a16="http://schemas.microsoft.com/office/drawing/2014/main" id="{FD5F23A0-B8C5-CD67-C166-F754D3087631}"/>
                  </a:ext>
                </a:extLst>
              </p:cNvPr>
              <p:cNvSpPr/>
              <p:nvPr/>
            </p:nvSpPr>
            <p:spPr>
              <a:xfrm>
                <a:off x="8063460" y="12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7" name="Freeform 33986">
                <a:extLst>
                  <a:ext uri="{FF2B5EF4-FFF2-40B4-BE49-F238E27FC236}">
                    <a16:creationId xmlns:a16="http://schemas.microsoft.com/office/drawing/2014/main" id="{7E74145E-CAE9-98F0-6B2C-1758EB76A7F5}"/>
                  </a:ext>
                </a:extLst>
              </p:cNvPr>
              <p:cNvSpPr/>
              <p:nvPr/>
            </p:nvSpPr>
            <p:spPr>
              <a:xfrm>
                <a:off x="8064055" y="1141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8" name="Freeform 33987">
                <a:extLst>
                  <a:ext uri="{FF2B5EF4-FFF2-40B4-BE49-F238E27FC236}">
                    <a16:creationId xmlns:a16="http://schemas.microsoft.com/office/drawing/2014/main" id="{FF939B66-7046-7704-2AE6-A6D80740B392}"/>
                  </a:ext>
                </a:extLst>
              </p:cNvPr>
              <p:cNvSpPr/>
              <p:nvPr/>
            </p:nvSpPr>
            <p:spPr>
              <a:xfrm>
                <a:off x="8064552" y="1113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89" name="Freeform 33988">
                <a:extLst>
                  <a:ext uri="{FF2B5EF4-FFF2-40B4-BE49-F238E27FC236}">
                    <a16:creationId xmlns:a16="http://schemas.microsoft.com/office/drawing/2014/main" id="{566B0EC0-FADA-4542-87FE-47E4B253A2B2}"/>
                  </a:ext>
                </a:extLst>
              </p:cNvPr>
              <p:cNvSpPr/>
              <p:nvPr/>
            </p:nvSpPr>
            <p:spPr>
              <a:xfrm>
                <a:off x="8065048" y="1114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0" name="Freeform 33989">
                <a:extLst>
                  <a:ext uri="{FF2B5EF4-FFF2-40B4-BE49-F238E27FC236}">
                    <a16:creationId xmlns:a16="http://schemas.microsoft.com/office/drawing/2014/main" id="{E443740C-230C-4AF0-B733-3324A2479878}"/>
                  </a:ext>
                </a:extLst>
              </p:cNvPr>
              <p:cNvSpPr/>
              <p:nvPr/>
            </p:nvSpPr>
            <p:spPr>
              <a:xfrm>
                <a:off x="8065643" y="1101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1" name="Freeform 33990">
                <a:extLst>
                  <a:ext uri="{FF2B5EF4-FFF2-40B4-BE49-F238E27FC236}">
                    <a16:creationId xmlns:a16="http://schemas.microsoft.com/office/drawing/2014/main" id="{80D4E618-F92A-174E-BB57-2C9DEEFA2E59}"/>
                  </a:ext>
                </a:extLst>
              </p:cNvPr>
              <p:cNvSpPr/>
              <p:nvPr/>
            </p:nvSpPr>
            <p:spPr>
              <a:xfrm>
                <a:off x="8066139" y="1127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2" name="Freeform 33991">
                <a:extLst>
                  <a:ext uri="{FF2B5EF4-FFF2-40B4-BE49-F238E27FC236}">
                    <a16:creationId xmlns:a16="http://schemas.microsoft.com/office/drawing/2014/main" id="{1D08DEA7-2694-419C-8D8A-AE8F486A7E3C}"/>
                  </a:ext>
                </a:extLst>
              </p:cNvPr>
              <p:cNvSpPr/>
              <p:nvPr/>
            </p:nvSpPr>
            <p:spPr>
              <a:xfrm>
                <a:off x="8066635" y="1133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3" name="Freeform 33992">
                <a:extLst>
                  <a:ext uri="{FF2B5EF4-FFF2-40B4-BE49-F238E27FC236}">
                    <a16:creationId xmlns:a16="http://schemas.microsoft.com/office/drawing/2014/main" id="{2549FB6B-B05E-7BFD-428A-368DAA4612B1}"/>
                  </a:ext>
                </a:extLst>
              </p:cNvPr>
              <p:cNvSpPr/>
              <p:nvPr/>
            </p:nvSpPr>
            <p:spPr>
              <a:xfrm>
                <a:off x="8067230" y="12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4" name="Freeform 33993">
                <a:extLst>
                  <a:ext uri="{FF2B5EF4-FFF2-40B4-BE49-F238E27FC236}">
                    <a16:creationId xmlns:a16="http://schemas.microsoft.com/office/drawing/2014/main" id="{6DF270AC-9531-3FDD-5197-71A003BF503A}"/>
                  </a:ext>
                </a:extLst>
              </p:cNvPr>
              <p:cNvSpPr/>
              <p:nvPr/>
            </p:nvSpPr>
            <p:spPr>
              <a:xfrm>
                <a:off x="8067727" y="1328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5" name="Freeform 33994">
                <a:extLst>
                  <a:ext uri="{FF2B5EF4-FFF2-40B4-BE49-F238E27FC236}">
                    <a16:creationId xmlns:a16="http://schemas.microsoft.com/office/drawing/2014/main" id="{DD255007-4560-6B42-E083-CC5E8D4386DB}"/>
                  </a:ext>
                </a:extLst>
              </p:cNvPr>
              <p:cNvSpPr/>
              <p:nvPr/>
            </p:nvSpPr>
            <p:spPr>
              <a:xfrm>
                <a:off x="8068223" y="1906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6" name="Freeform 33995">
                <a:extLst>
                  <a:ext uri="{FF2B5EF4-FFF2-40B4-BE49-F238E27FC236}">
                    <a16:creationId xmlns:a16="http://schemas.microsoft.com/office/drawing/2014/main" id="{5F741D1B-BA2C-8D9E-3A05-78766032924F}"/>
                  </a:ext>
                </a:extLst>
              </p:cNvPr>
              <p:cNvSpPr/>
              <p:nvPr/>
            </p:nvSpPr>
            <p:spPr>
              <a:xfrm>
                <a:off x="8068818" y="1953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7" name="Freeform 33996">
                <a:extLst>
                  <a:ext uri="{FF2B5EF4-FFF2-40B4-BE49-F238E27FC236}">
                    <a16:creationId xmlns:a16="http://schemas.microsoft.com/office/drawing/2014/main" id="{12A2973D-3385-E080-51BB-50E9295E79F3}"/>
                  </a:ext>
                </a:extLst>
              </p:cNvPr>
              <p:cNvSpPr/>
              <p:nvPr/>
            </p:nvSpPr>
            <p:spPr>
              <a:xfrm>
                <a:off x="8069314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8" name="Freeform 33997">
                <a:extLst>
                  <a:ext uri="{FF2B5EF4-FFF2-40B4-BE49-F238E27FC236}">
                    <a16:creationId xmlns:a16="http://schemas.microsoft.com/office/drawing/2014/main" id="{601C8C30-05BB-18D7-88A0-E98B8AD7CF19}"/>
                  </a:ext>
                </a:extLst>
              </p:cNvPr>
              <p:cNvSpPr/>
              <p:nvPr/>
            </p:nvSpPr>
            <p:spPr>
              <a:xfrm>
                <a:off x="8069810" y="192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99" name="Freeform 33998">
                <a:extLst>
                  <a:ext uri="{FF2B5EF4-FFF2-40B4-BE49-F238E27FC236}">
                    <a16:creationId xmlns:a16="http://schemas.microsoft.com/office/drawing/2014/main" id="{066A2CCB-3783-413B-7744-0FFA9AA92C39}"/>
                  </a:ext>
                </a:extLst>
              </p:cNvPr>
              <p:cNvSpPr/>
              <p:nvPr/>
            </p:nvSpPr>
            <p:spPr>
              <a:xfrm>
                <a:off x="8070306" y="1910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0" name="Freeform 33999">
                <a:extLst>
                  <a:ext uri="{FF2B5EF4-FFF2-40B4-BE49-F238E27FC236}">
                    <a16:creationId xmlns:a16="http://schemas.microsoft.com/office/drawing/2014/main" id="{6BEBFAAF-61F7-E8C6-2730-D274FC235000}"/>
                  </a:ext>
                </a:extLst>
              </p:cNvPr>
              <p:cNvSpPr/>
              <p:nvPr/>
            </p:nvSpPr>
            <p:spPr>
              <a:xfrm>
                <a:off x="8070902" y="1931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1" name="Freeform 34000">
                <a:extLst>
                  <a:ext uri="{FF2B5EF4-FFF2-40B4-BE49-F238E27FC236}">
                    <a16:creationId xmlns:a16="http://schemas.microsoft.com/office/drawing/2014/main" id="{267A3E96-70DC-A1BA-5CCF-53BA954394DF}"/>
                  </a:ext>
                </a:extLst>
              </p:cNvPr>
              <p:cNvSpPr/>
              <p:nvPr/>
            </p:nvSpPr>
            <p:spPr>
              <a:xfrm>
                <a:off x="8071398" y="1960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2" name="Freeform 34001">
                <a:extLst>
                  <a:ext uri="{FF2B5EF4-FFF2-40B4-BE49-F238E27FC236}">
                    <a16:creationId xmlns:a16="http://schemas.microsoft.com/office/drawing/2014/main" id="{1E428992-5C50-863C-65FA-44ACBB87E019}"/>
                  </a:ext>
                </a:extLst>
              </p:cNvPr>
              <p:cNvSpPr/>
              <p:nvPr/>
            </p:nvSpPr>
            <p:spPr>
              <a:xfrm>
                <a:off x="8071894" y="1918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3" name="Freeform 34002">
                <a:extLst>
                  <a:ext uri="{FF2B5EF4-FFF2-40B4-BE49-F238E27FC236}">
                    <a16:creationId xmlns:a16="http://schemas.microsoft.com/office/drawing/2014/main" id="{4B871EAE-937A-736C-BDEE-554486B86BF6}"/>
                  </a:ext>
                </a:extLst>
              </p:cNvPr>
              <p:cNvSpPr/>
              <p:nvPr/>
            </p:nvSpPr>
            <p:spPr>
              <a:xfrm>
                <a:off x="8072489" y="1420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4" name="Freeform 34003">
                <a:extLst>
                  <a:ext uri="{FF2B5EF4-FFF2-40B4-BE49-F238E27FC236}">
                    <a16:creationId xmlns:a16="http://schemas.microsoft.com/office/drawing/2014/main" id="{DDAA767F-2913-A309-2750-1568A9E42B5A}"/>
                  </a:ext>
                </a:extLst>
              </p:cNvPr>
              <p:cNvSpPr/>
              <p:nvPr/>
            </p:nvSpPr>
            <p:spPr>
              <a:xfrm>
                <a:off x="8072985" y="1356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5" name="Freeform 34004">
                <a:extLst>
                  <a:ext uri="{FF2B5EF4-FFF2-40B4-BE49-F238E27FC236}">
                    <a16:creationId xmlns:a16="http://schemas.microsoft.com/office/drawing/2014/main" id="{2A0A41A4-6C47-4C6F-B518-D7E95A507972}"/>
                  </a:ext>
                </a:extLst>
              </p:cNvPr>
              <p:cNvSpPr/>
              <p:nvPr/>
            </p:nvSpPr>
            <p:spPr>
              <a:xfrm>
                <a:off x="8073481" y="1420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6" name="Freeform 34005">
                <a:extLst>
                  <a:ext uri="{FF2B5EF4-FFF2-40B4-BE49-F238E27FC236}">
                    <a16:creationId xmlns:a16="http://schemas.microsoft.com/office/drawing/2014/main" id="{0FF431FE-8755-92DB-6126-531FC24335F6}"/>
                  </a:ext>
                </a:extLst>
              </p:cNvPr>
              <p:cNvSpPr/>
              <p:nvPr/>
            </p:nvSpPr>
            <p:spPr>
              <a:xfrm>
                <a:off x="8074077" y="1429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7" name="Freeform 34006">
                <a:extLst>
                  <a:ext uri="{FF2B5EF4-FFF2-40B4-BE49-F238E27FC236}">
                    <a16:creationId xmlns:a16="http://schemas.microsoft.com/office/drawing/2014/main" id="{5CE2F640-5E3C-69CF-F8D6-F4AB312C64F2}"/>
                  </a:ext>
                </a:extLst>
              </p:cNvPr>
              <p:cNvSpPr/>
              <p:nvPr/>
            </p:nvSpPr>
            <p:spPr>
              <a:xfrm>
                <a:off x="8074573" y="1409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8" name="Freeform 34007">
                <a:extLst>
                  <a:ext uri="{FF2B5EF4-FFF2-40B4-BE49-F238E27FC236}">
                    <a16:creationId xmlns:a16="http://schemas.microsoft.com/office/drawing/2014/main" id="{1399F882-AE2B-D4F3-E105-17BE914238A7}"/>
                  </a:ext>
                </a:extLst>
              </p:cNvPr>
              <p:cNvSpPr/>
              <p:nvPr/>
            </p:nvSpPr>
            <p:spPr>
              <a:xfrm>
                <a:off x="8075069" y="1360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09" name="Freeform 34008">
                <a:extLst>
                  <a:ext uri="{FF2B5EF4-FFF2-40B4-BE49-F238E27FC236}">
                    <a16:creationId xmlns:a16="http://schemas.microsoft.com/office/drawing/2014/main" id="{219BE145-8F06-A0FA-1CB9-8A90FC7EC201}"/>
                  </a:ext>
                </a:extLst>
              </p:cNvPr>
              <p:cNvSpPr/>
              <p:nvPr/>
            </p:nvSpPr>
            <p:spPr>
              <a:xfrm>
                <a:off x="8075664" y="1316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0" name="Freeform 34009">
                <a:extLst>
                  <a:ext uri="{FF2B5EF4-FFF2-40B4-BE49-F238E27FC236}">
                    <a16:creationId xmlns:a16="http://schemas.microsoft.com/office/drawing/2014/main" id="{65EA69B3-1E9E-C4C1-929C-2D961C4BBBB1}"/>
                  </a:ext>
                </a:extLst>
              </p:cNvPr>
              <p:cNvSpPr/>
              <p:nvPr/>
            </p:nvSpPr>
            <p:spPr>
              <a:xfrm>
                <a:off x="8076160" y="1268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1" name="Freeform 34010">
                <a:extLst>
                  <a:ext uri="{FF2B5EF4-FFF2-40B4-BE49-F238E27FC236}">
                    <a16:creationId xmlns:a16="http://schemas.microsoft.com/office/drawing/2014/main" id="{E9A8744E-9921-C468-9F94-5089EDCB86C4}"/>
                  </a:ext>
                </a:extLst>
              </p:cNvPr>
              <p:cNvSpPr/>
              <p:nvPr/>
            </p:nvSpPr>
            <p:spPr>
              <a:xfrm>
                <a:off x="8076656" y="1150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2" name="Freeform 34011">
                <a:extLst>
                  <a:ext uri="{FF2B5EF4-FFF2-40B4-BE49-F238E27FC236}">
                    <a16:creationId xmlns:a16="http://schemas.microsoft.com/office/drawing/2014/main" id="{8731FE0D-44AD-67A6-1B0A-6A1BEF8386C3}"/>
                  </a:ext>
                </a:extLst>
              </p:cNvPr>
              <p:cNvSpPr/>
              <p:nvPr/>
            </p:nvSpPr>
            <p:spPr>
              <a:xfrm>
                <a:off x="8077252" y="1080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3" name="Freeform 34012">
                <a:extLst>
                  <a:ext uri="{FF2B5EF4-FFF2-40B4-BE49-F238E27FC236}">
                    <a16:creationId xmlns:a16="http://schemas.microsoft.com/office/drawing/2014/main" id="{E3B75B03-D10E-BDB4-B8AB-7454833B4442}"/>
                  </a:ext>
                </a:extLst>
              </p:cNvPr>
              <p:cNvSpPr/>
              <p:nvPr/>
            </p:nvSpPr>
            <p:spPr>
              <a:xfrm>
                <a:off x="8077748" y="1055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4" name="Freeform 34013">
                <a:extLst>
                  <a:ext uri="{FF2B5EF4-FFF2-40B4-BE49-F238E27FC236}">
                    <a16:creationId xmlns:a16="http://schemas.microsoft.com/office/drawing/2014/main" id="{305BE460-0B5F-08CC-F3E9-B9DB9909F7F8}"/>
                  </a:ext>
                </a:extLst>
              </p:cNvPr>
              <p:cNvSpPr/>
              <p:nvPr/>
            </p:nvSpPr>
            <p:spPr>
              <a:xfrm>
                <a:off x="8078244" y="1079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5" name="Freeform 34014">
                <a:extLst>
                  <a:ext uri="{FF2B5EF4-FFF2-40B4-BE49-F238E27FC236}">
                    <a16:creationId xmlns:a16="http://schemas.microsoft.com/office/drawing/2014/main" id="{1CF17585-AAB0-4945-74D1-C6DD7615F163}"/>
                  </a:ext>
                </a:extLst>
              </p:cNvPr>
              <p:cNvSpPr/>
              <p:nvPr/>
            </p:nvSpPr>
            <p:spPr>
              <a:xfrm>
                <a:off x="8078839" y="1094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6" name="Freeform 34015">
                <a:extLst>
                  <a:ext uri="{FF2B5EF4-FFF2-40B4-BE49-F238E27FC236}">
                    <a16:creationId xmlns:a16="http://schemas.microsoft.com/office/drawing/2014/main" id="{3059BC8B-13FA-CB47-00DA-ECAF448B54A1}"/>
                  </a:ext>
                </a:extLst>
              </p:cNvPr>
              <p:cNvSpPr/>
              <p:nvPr/>
            </p:nvSpPr>
            <p:spPr>
              <a:xfrm>
                <a:off x="8079335" y="1132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7" name="Freeform 34016">
                <a:extLst>
                  <a:ext uri="{FF2B5EF4-FFF2-40B4-BE49-F238E27FC236}">
                    <a16:creationId xmlns:a16="http://schemas.microsoft.com/office/drawing/2014/main" id="{9B000238-02DA-B01A-96AB-0C4AC3BA0B8D}"/>
                  </a:ext>
                </a:extLst>
              </p:cNvPr>
              <p:cNvSpPr/>
              <p:nvPr/>
            </p:nvSpPr>
            <p:spPr>
              <a:xfrm>
                <a:off x="8079831" y="1201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8" name="Freeform 34017">
                <a:extLst>
                  <a:ext uri="{FF2B5EF4-FFF2-40B4-BE49-F238E27FC236}">
                    <a16:creationId xmlns:a16="http://schemas.microsoft.com/office/drawing/2014/main" id="{549C2E85-F742-4078-C34F-17B797719C0E}"/>
                  </a:ext>
                </a:extLst>
              </p:cNvPr>
              <p:cNvSpPr/>
              <p:nvPr/>
            </p:nvSpPr>
            <p:spPr>
              <a:xfrm>
                <a:off x="8080427" y="1328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19" name="Freeform 34018">
                <a:extLst>
                  <a:ext uri="{FF2B5EF4-FFF2-40B4-BE49-F238E27FC236}">
                    <a16:creationId xmlns:a16="http://schemas.microsoft.com/office/drawing/2014/main" id="{5D0BC2BC-F814-A9A5-B3F2-0FDB1B015C3F}"/>
                  </a:ext>
                </a:extLst>
              </p:cNvPr>
              <p:cNvSpPr/>
              <p:nvPr/>
            </p:nvSpPr>
            <p:spPr>
              <a:xfrm>
                <a:off x="8080923" y="1537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0" name="Freeform 34019">
                <a:extLst>
                  <a:ext uri="{FF2B5EF4-FFF2-40B4-BE49-F238E27FC236}">
                    <a16:creationId xmlns:a16="http://schemas.microsoft.com/office/drawing/2014/main" id="{40E1EF9C-9B36-DD81-7137-2EA4B1D9A475}"/>
                  </a:ext>
                </a:extLst>
              </p:cNvPr>
              <p:cNvSpPr/>
              <p:nvPr/>
            </p:nvSpPr>
            <p:spPr>
              <a:xfrm>
                <a:off x="8081419" y="1655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1" name="Freeform 34020">
                <a:extLst>
                  <a:ext uri="{FF2B5EF4-FFF2-40B4-BE49-F238E27FC236}">
                    <a16:creationId xmlns:a16="http://schemas.microsoft.com/office/drawing/2014/main" id="{36E63DA5-B835-AD0E-C223-5206B4A2DF81}"/>
                  </a:ext>
                </a:extLst>
              </p:cNvPr>
              <p:cNvSpPr/>
              <p:nvPr/>
            </p:nvSpPr>
            <p:spPr>
              <a:xfrm>
                <a:off x="8081915" y="1618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2" name="Freeform 34021">
                <a:extLst>
                  <a:ext uri="{FF2B5EF4-FFF2-40B4-BE49-F238E27FC236}">
                    <a16:creationId xmlns:a16="http://schemas.microsoft.com/office/drawing/2014/main" id="{58892362-273C-5310-F037-B3AF483E3B76}"/>
                  </a:ext>
                </a:extLst>
              </p:cNvPr>
              <p:cNvSpPr/>
              <p:nvPr/>
            </p:nvSpPr>
            <p:spPr>
              <a:xfrm>
                <a:off x="8082510" y="1606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3" name="Freeform 34022">
                <a:extLst>
                  <a:ext uri="{FF2B5EF4-FFF2-40B4-BE49-F238E27FC236}">
                    <a16:creationId xmlns:a16="http://schemas.microsoft.com/office/drawing/2014/main" id="{E35A702F-43E1-279D-F72D-D2D8605D61CB}"/>
                  </a:ext>
                </a:extLst>
              </p:cNvPr>
              <p:cNvSpPr/>
              <p:nvPr/>
            </p:nvSpPr>
            <p:spPr>
              <a:xfrm>
                <a:off x="8083006" y="1582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4" name="Freeform 34023">
                <a:extLst>
                  <a:ext uri="{FF2B5EF4-FFF2-40B4-BE49-F238E27FC236}">
                    <a16:creationId xmlns:a16="http://schemas.microsoft.com/office/drawing/2014/main" id="{33AD6FFF-1DDA-2F96-E8FE-235E84D4F29E}"/>
                  </a:ext>
                </a:extLst>
              </p:cNvPr>
              <p:cNvSpPr/>
              <p:nvPr/>
            </p:nvSpPr>
            <p:spPr>
              <a:xfrm>
                <a:off x="8083502" y="1515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5" name="Freeform 34024">
                <a:extLst>
                  <a:ext uri="{FF2B5EF4-FFF2-40B4-BE49-F238E27FC236}">
                    <a16:creationId xmlns:a16="http://schemas.microsoft.com/office/drawing/2014/main" id="{E50515F5-68D8-BA9C-4F11-6D29A24AB007}"/>
                  </a:ext>
                </a:extLst>
              </p:cNvPr>
              <p:cNvSpPr/>
              <p:nvPr/>
            </p:nvSpPr>
            <p:spPr>
              <a:xfrm>
                <a:off x="8084098" y="1500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6" name="Freeform 34025">
                <a:extLst>
                  <a:ext uri="{FF2B5EF4-FFF2-40B4-BE49-F238E27FC236}">
                    <a16:creationId xmlns:a16="http://schemas.microsoft.com/office/drawing/2014/main" id="{B78A3B24-1BCF-C311-7B99-7960382E8E10}"/>
                  </a:ext>
                </a:extLst>
              </p:cNvPr>
              <p:cNvSpPr/>
              <p:nvPr/>
            </p:nvSpPr>
            <p:spPr>
              <a:xfrm>
                <a:off x="8084594" y="1457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7" name="Freeform 34026">
                <a:extLst>
                  <a:ext uri="{FF2B5EF4-FFF2-40B4-BE49-F238E27FC236}">
                    <a16:creationId xmlns:a16="http://schemas.microsoft.com/office/drawing/2014/main" id="{12526B03-304B-35F1-EAC8-6A588B90B4DF}"/>
                  </a:ext>
                </a:extLst>
              </p:cNvPr>
              <p:cNvSpPr/>
              <p:nvPr/>
            </p:nvSpPr>
            <p:spPr>
              <a:xfrm>
                <a:off x="8085090" y="1404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8" name="Freeform 34027">
                <a:extLst>
                  <a:ext uri="{FF2B5EF4-FFF2-40B4-BE49-F238E27FC236}">
                    <a16:creationId xmlns:a16="http://schemas.microsoft.com/office/drawing/2014/main" id="{F3231A3B-A160-F182-F940-F1BEEC0F1415}"/>
                  </a:ext>
                </a:extLst>
              </p:cNvPr>
              <p:cNvSpPr/>
              <p:nvPr/>
            </p:nvSpPr>
            <p:spPr>
              <a:xfrm>
                <a:off x="8085685" y="1432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29" name="Freeform 34028">
                <a:extLst>
                  <a:ext uri="{FF2B5EF4-FFF2-40B4-BE49-F238E27FC236}">
                    <a16:creationId xmlns:a16="http://schemas.microsoft.com/office/drawing/2014/main" id="{D79920B5-A383-D753-B536-3D41BD2FF097}"/>
                  </a:ext>
                </a:extLst>
              </p:cNvPr>
              <p:cNvSpPr/>
              <p:nvPr/>
            </p:nvSpPr>
            <p:spPr>
              <a:xfrm>
                <a:off x="8086181" y="1429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0" name="Freeform 34029">
                <a:extLst>
                  <a:ext uri="{FF2B5EF4-FFF2-40B4-BE49-F238E27FC236}">
                    <a16:creationId xmlns:a16="http://schemas.microsoft.com/office/drawing/2014/main" id="{72B3969F-8EEC-19E9-7609-7A1972936224}"/>
                  </a:ext>
                </a:extLst>
              </p:cNvPr>
              <p:cNvSpPr/>
              <p:nvPr/>
            </p:nvSpPr>
            <p:spPr>
              <a:xfrm>
                <a:off x="8086677" y="1447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1" name="Freeform 34030">
                <a:extLst>
                  <a:ext uri="{FF2B5EF4-FFF2-40B4-BE49-F238E27FC236}">
                    <a16:creationId xmlns:a16="http://schemas.microsoft.com/office/drawing/2014/main" id="{35746C98-43B2-5F64-9D22-CC331409D62A}"/>
                  </a:ext>
                </a:extLst>
              </p:cNvPr>
              <p:cNvSpPr/>
              <p:nvPr/>
            </p:nvSpPr>
            <p:spPr>
              <a:xfrm>
                <a:off x="8087273" y="1425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2" name="Freeform 34031">
                <a:extLst>
                  <a:ext uri="{FF2B5EF4-FFF2-40B4-BE49-F238E27FC236}">
                    <a16:creationId xmlns:a16="http://schemas.microsoft.com/office/drawing/2014/main" id="{F440B348-9081-B9BF-29FA-4462A1DA29AC}"/>
                  </a:ext>
                </a:extLst>
              </p:cNvPr>
              <p:cNvSpPr/>
              <p:nvPr/>
            </p:nvSpPr>
            <p:spPr>
              <a:xfrm>
                <a:off x="8087769" y="1382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3" name="Freeform 34032">
                <a:extLst>
                  <a:ext uri="{FF2B5EF4-FFF2-40B4-BE49-F238E27FC236}">
                    <a16:creationId xmlns:a16="http://schemas.microsoft.com/office/drawing/2014/main" id="{32ABFA17-EF23-8406-0868-95BB66B6D39B}"/>
                  </a:ext>
                </a:extLst>
              </p:cNvPr>
              <p:cNvSpPr/>
              <p:nvPr/>
            </p:nvSpPr>
            <p:spPr>
              <a:xfrm>
                <a:off x="8088265" y="1390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4" name="Freeform 34033">
                <a:extLst>
                  <a:ext uri="{FF2B5EF4-FFF2-40B4-BE49-F238E27FC236}">
                    <a16:creationId xmlns:a16="http://schemas.microsoft.com/office/drawing/2014/main" id="{0C9297FA-8409-462E-C659-C655067BBF2E}"/>
                  </a:ext>
                </a:extLst>
              </p:cNvPr>
              <p:cNvSpPr/>
              <p:nvPr/>
            </p:nvSpPr>
            <p:spPr>
              <a:xfrm>
                <a:off x="8088860" y="1383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5" name="Freeform 34034">
                <a:extLst>
                  <a:ext uri="{FF2B5EF4-FFF2-40B4-BE49-F238E27FC236}">
                    <a16:creationId xmlns:a16="http://schemas.microsoft.com/office/drawing/2014/main" id="{A8AEA267-2C36-E229-EB42-618566A8E589}"/>
                  </a:ext>
                </a:extLst>
              </p:cNvPr>
              <p:cNvSpPr/>
              <p:nvPr/>
            </p:nvSpPr>
            <p:spPr>
              <a:xfrm>
                <a:off x="8089356" y="1310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6" name="Freeform 34035">
                <a:extLst>
                  <a:ext uri="{FF2B5EF4-FFF2-40B4-BE49-F238E27FC236}">
                    <a16:creationId xmlns:a16="http://schemas.microsoft.com/office/drawing/2014/main" id="{66AEDD84-80E9-00F7-710F-743FF52F04BF}"/>
                  </a:ext>
                </a:extLst>
              </p:cNvPr>
              <p:cNvSpPr/>
              <p:nvPr/>
            </p:nvSpPr>
            <p:spPr>
              <a:xfrm>
                <a:off x="8089852" y="1251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7" name="Freeform 34036">
                <a:extLst>
                  <a:ext uri="{FF2B5EF4-FFF2-40B4-BE49-F238E27FC236}">
                    <a16:creationId xmlns:a16="http://schemas.microsoft.com/office/drawing/2014/main" id="{BDAFBA25-8C49-285F-EA54-4D4610CCD483}"/>
                  </a:ext>
                </a:extLst>
              </p:cNvPr>
              <p:cNvSpPr/>
              <p:nvPr/>
            </p:nvSpPr>
            <p:spPr>
              <a:xfrm>
                <a:off x="8090448" y="1241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8" name="Freeform 34037">
                <a:extLst>
                  <a:ext uri="{FF2B5EF4-FFF2-40B4-BE49-F238E27FC236}">
                    <a16:creationId xmlns:a16="http://schemas.microsoft.com/office/drawing/2014/main" id="{5A023CA0-F24B-3882-BE4B-49F7D47017F2}"/>
                  </a:ext>
                </a:extLst>
              </p:cNvPr>
              <p:cNvSpPr/>
              <p:nvPr/>
            </p:nvSpPr>
            <p:spPr>
              <a:xfrm>
                <a:off x="8090944" y="1242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39" name="Freeform 34038">
                <a:extLst>
                  <a:ext uri="{FF2B5EF4-FFF2-40B4-BE49-F238E27FC236}">
                    <a16:creationId xmlns:a16="http://schemas.microsoft.com/office/drawing/2014/main" id="{623BCE2F-1237-9454-2C9E-EF965286E8C3}"/>
                  </a:ext>
                </a:extLst>
              </p:cNvPr>
              <p:cNvSpPr/>
              <p:nvPr/>
            </p:nvSpPr>
            <p:spPr>
              <a:xfrm>
                <a:off x="8091440" y="1249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0" name="Freeform 34039">
                <a:extLst>
                  <a:ext uri="{FF2B5EF4-FFF2-40B4-BE49-F238E27FC236}">
                    <a16:creationId xmlns:a16="http://schemas.microsoft.com/office/drawing/2014/main" id="{D9D5ACAF-4175-B8E8-C9F1-30E5447D8A7D}"/>
                  </a:ext>
                </a:extLst>
              </p:cNvPr>
              <p:cNvSpPr/>
              <p:nvPr/>
            </p:nvSpPr>
            <p:spPr>
              <a:xfrm>
                <a:off x="8092035" y="1259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1" name="Freeform 34040">
                <a:extLst>
                  <a:ext uri="{FF2B5EF4-FFF2-40B4-BE49-F238E27FC236}">
                    <a16:creationId xmlns:a16="http://schemas.microsoft.com/office/drawing/2014/main" id="{FFA60377-4B83-5655-6AA3-3434A26256E2}"/>
                  </a:ext>
                </a:extLst>
              </p:cNvPr>
              <p:cNvSpPr/>
              <p:nvPr/>
            </p:nvSpPr>
            <p:spPr>
              <a:xfrm>
                <a:off x="8092531" y="1303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2" name="Freeform 34041">
                <a:extLst>
                  <a:ext uri="{FF2B5EF4-FFF2-40B4-BE49-F238E27FC236}">
                    <a16:creationId xmlns:a16="http://schemas.microsoft.com/office/drawing/2014/main" id="{E0B0E35E-7007-6909-1715-151372E08204}"/>
                  </a:ext>
                </a:extLst>
              </p:cNvPr>
              <p:cNvSpPr/>
              <p:nvPr/>
            </p:nvSpPr>
            <p:spPr>
              <a:xfrm>
                <a:off x="8093027" y="1420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3" name="Freeform 34042">
                <a:extLst>
                  <a:ext uri="{FF2B5EF4-FFF2-40B4-BE49-F238E27FC236}">
                    <a16:creationId xmlns:a16="http://schemas.microsoft.com/office/drawing/2014/main" id="{76D43F37-3825-4F09-4D6B-2AAD2F4385DA}"/>
                  </a:ext>
                </a:extLst>
              </p:cNvPr>
              <p:cNvSpPr/>
              <p:nvPr/>
            </p:nvSpPr>
            <p:spPr>
              <a:xfrm>
                <a:off x="8093623" y="1573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4" name="Freeform 34043">
                <a:extLst>
                  <a:ext uri="{FF2B5EF4-FFF2-40B4-BE49-F238E27FC236}">
                    <a16:creationId xmlns:a16="http://schemas.microsoft.com/office/drawing/2014/main" id="{D7DB3D65-0EB3-C5C2-E8C0-179C9346BC27}"/>
                  </a:ext>
                </a:extLst>
              </p:cNvPr>
              <p:cNvSpPr/>
              <p:nvPr/>
            </p:nvSpPr>
            <p:spPr>
              <a:xfrm>
                <a:off x="8094119" y="1714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5" name="Freeform 34044">
                <a:extLst>
                  <a:ext uri="{FF2B5EF4-FFF2-40B4-BE49-F238E27FC236}">
                    <a16:creationId xmlns:a16="http://schemas.microsoft.com/office/drawing/2014/main" id="{B72660C6-F793-C50E-961E-5864EE932DFB}"/>
                  </a:ext>
                </a:extLst>
              </p:cNvPr>
              <p:cNvSpPr/>
              <p:nvPr/>
            </p:nvSpPr>
            <p:spPr>
              <a:xfrm>
                <a:off x="8094615" y="1697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6" name="Freeform 34045">
                <a:extLst>
                  <a:ext uri="{FF2B5EF4-FFF2-40B4-BE49-F238E27FC236}">
                    <a16:creationId xmlns:a16="http://schemas.microsoft.com/office/drawing/2014/main" id="{637CE26F-3EB8-6249-B540-28E17927769C}"/>
                  </a:ext>
                </a:extLst>
              </p:cNvPr>
              <p:cNvSpPr/>
              <p:nvPr/>
            </p:nvSpPr>
            <p:spPr>
              <a:xfrm>
                <a:off x="8095111" y="1732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7" name="Freeform 34046">
                <a:extLst>
                  <a:ext uri="{FF2B5EF4-FFF2-40B4-BE49-F238E27FC236}">
                    <a16:creationId xmlns:a16="http://schemas.microsoft.com/office/drawing/2014/main" id="{AA55F71C-8CDF-7086-8E7F-103DAA8EFD0C}"/>
                  </a:ext>
                </a:extLst>
              </p:cNvPr>
              <p:cNvSpPr/>
              <p:nvPr/>
            </p:nvSpPr>
            <p:spPr>
              <a:xfrm>
                <a:off x="8095706" y="1691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8" name="Freeform 34047">
                <a:extLst>
                  <a:ext uri="{FF2B5EF4-FFF2-40B4-BE49-F238E27FC236}">
                    <a16:creationId xmlns:a16="http://schemas.microsoft.com/office/drawing/2014/main" id="{91947889-CBBA-F321-0DE7-0F363FD6D472}"/>
                  </a:ext>
                </a:extLst>
              </p:cNvPr>
              <p:cNvSpPr/>
              <p:nvPr/>
            </p:nvSpPr>
            <p:spPr>
              <a:xfrm>
                <a:off x="8096202" y="1739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49" name="Freeform 34048">
                <a:extLst>
                  <a:ext uri="{FF2B5EF4-FFF2-40B4-BE49-F238E27FC236}">
                    <a16:creationId xmlns:a16="http://schemas.microsoft.com/office/drawing/2014/main" id="{AA378251-3CBB-3FA8-CD28-08319733FC58}"/>
                  </a:ext>
                </a:extLst>
              </p:cNvPr>
              <p:cNvSpPr/>
              <p:nvPr/>
            </p:nvSpPr>
            <p:spPr>
              <a:xfrm>
                <a:off x="8096698" y="1757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0" name="Freeform 34049">
                <a:extLst>
                  <a:ext uri="{FF2B5EF4-FFF2-40B4-BE49-F238E27FC236}">
                    <a16:creationId xmlns:a16="http://schemas.microsoft.com/office/drawing/2014/main" id="{AA48EEF0-BD18-285F-4774-BBEF9F8D2372}"/>
                  </a:ext>
                </a:extLst>
              </p:cNvPr>
              <p:cNvSpPr/>
              <p:nvPr/>
            </p:nvSpPr>
            <p:spPr>
              <a:xfrm>
                <a:off x="8097294" y="1665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1" name="Freeform 34050">
                <a:extLst>
                  <a:ext uri="{FF2B5EF4-FFF2-40B4-BE49-F238E27FC236}">
                    <a16:creationId xmlns:a16="http://schemas.microsoft.com/office/drawing/2014/main" id="{7BD34CFD-DE29-A9F4-26DD-8E0192B27281}"/>
                  </a:ext>
                </a:extLst>
              </p:cNvPr>
              <p:cNvSpPr/>
              <p:nvPr/>
            </p:nvSpPr>
            <p:spPr>
              <a:xfrm>
                <a:off x="8097790" y="1521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2" name="Freeform 34051">
                <a:extLst>
                  <a:ext uri="{FF2B5EF4-FFF2-40B4-BE49-F238E27FC236}">
                    <a16:creationId xmlns:a16="http://schemas.microsoft.com/office/drawing/2014/main" id="{31B9E8B6-02CA-8DFF-640A-1739BF0E0494}"/>
                  </a:ext>
                </a:extLst>
              </p:cNvPr>
              <p:cNvSpPr/>
              <p:nvPr/>
            </p:nvSpPr>
            <p:spPr>
              <a:xfrm>
                <a:off x="8098286" y="1505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3" name="Freeform 34052">
                <a:extLst>
                  <a:ext uri="{FF2B5EF4-FFF2-40B4-BE49-F238E27FC236}">
                    <a16:creationId xmlns:a16="http://schemas.microsoft.com/office/drawing/2014/main" id="{ABDA6D5F-DF94-5C8A-B4C6-401C655AC8F3}"/>
                  </a:ext>
                </a:extLst>
              </p:cNvPr>
              <p:cNvSpPr/>
              <p:nvPr/>
            </p:nvSpPr>
            <p:spPr>
              <a:xfrm>
                <a:off x="8098881" y="1528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4" name="Freeform 34053">
                <a:extLst>
                  <a:ext uri="{FF2B5EF4-FFF2-40B4-BE49-F238E27FC236}">
                    <a16:creationId xmlns:a16="http://schemas.microsoft.com/office/drawing/2014/main" id="{EA1FC6A7-6B1D-CAD5-DF22-B5219E42DE42}"/>
                  </a:ext>
                </a:extLst>
              </p:cNvPr>
              <p:cNvSpPr/>
              <p:nvPr/>
            </p:nvSpPr>
            <p:spPr>
              <a:xfrm>
                <a:off x="8099377" y="1504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5" name="Freeform 34054">
                <a:extLst>
                  <a:ext uri="{FF2B5EF4-FFF2-40B4-BE49-F238E27FC236}">
                    <a16:creationId xmlns:a16="http://schemas.microsoft.com/office/drawing/2014/main" id="{512AE1EF-50CE-6021-868D-CD5D2571F60E}"/>
                  </a:ext>
                </a:extLst>
              </p:cNvPr>
              <p:cNvSpPr/>
              <p:nvPr/>
            </p:nvSpPr>
            <p:spPr>
              <a:xfrm>
                <a:off x="8099873" y="1475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6" name="Freeform 34055">
                <a:extLst>
                  <a:ext uri="{FF2B5EF4-FFF2-40B4-BE49-F238E27FC236}">
                    <a16:creationId xmlns:a16="http://schemas.microsoft.com/office/drawing/2014/main" id="{36318653-F2FB-46FC-F61E-5B61AA9F7880}"/>
                  </a:ext>
                </a:extLst>
              </p:cNvPr>
              <p:cNvSpPr/>
              <p:nvPr/>
            </p:nvSpPr>
            <p:spPr>
              <a:xfrm>
                <a:off x="8100469" y="1455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7" name="Freeform 34056">
                <a:extLst>
                  <a:ext uri="{FF2B5EF4-FFF2-40B4-BE49-F238E27FC236}">
                    <a16:creationId xmlns:a16="http://schemas.microsoft.com/office/drawing/2014/main" id="{78A9F0FC-74DF-41AF-0614-877DB67F3166}"/>
                  </a:ext>
                </a:extLst>
              </p:cNvPr>
              <p:cNvSpPr/>
              <p:nvPr/>
            </p:nvSpPr>
            <p:spPr>
              <a:xfrm>
                <a:off x="8100965" y="1446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8" name="Freeform 34057">
                <a:extLst>
                  <a:ext uri="{FF2B5EF4-FFF2-40B4-BE49-F238E27FC236}">
                    <a16:creationId xmlns:a16="http://schemas.microsoft.com/office/drawing/2014/main" id="{ED58417D-A83A-4B67-6EB3-9486CC4307DE}"/>
                  </a:ext>
                </a:extLst>
              </p:cNvPr>
              <p:cNvSpPr/>
              <p:nvPr/>
            </p:nvSpPr>
            <p:spPr>
              <a:xfrm>
                <a:off x="8101461" y="1362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59" name="Freeform 34058">
                <a:extLst>
                  <a:ext uri="{FF2B5EF4-FFF2-40B4-BE49-F238E27FC236}">
                    <a16:creationId xmlns:a16="http://schemas.microsoft.com/office/drawing/2014/main" id="{6AC9827B-3B6F-EF67-DBEC-A609C9D5C85A}"/>
                  </a:ext>
                </a:extLst>
              </p:cNvPr>
              <p:cNvSpPr/>
              <p:nvPr/>
            </p:nvSpPr>
            <p:spPr>
              <a:xfrm>
                <a:off x="8102056" y="1305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0" name="Freeform 34059">
                <a:extLst>
                  <a:ext uri="{FF2B5EF4-FFF2-40B4-BE49-F238E27FC236}">
                    <a16:creationId xmlns:a16="http://schemas.microsoft.com/office/drawing/2014/main" id="{8D7CCE39-F669-B0C4-09A8-CBF2BCA39ACA}"/>
                  </a:ext>
                </a:extLst>
              </p:cNvPr>
              <p:cNvSpPr/>
              <p:nvPr/>
            </p:nvSpPr>
            <p:spPr>
              <a:xfrm>
                <a:off x="8102552" y="1389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1" name="Freeform 34060">
                <a:extLst>
                  <a:ext uri="{FF2B5EF4-FFF2-40B4-BE49-F238E27FC236}">
                    <a16:creationId xmlns:a16="http://schemas.microsoft.com/office/drawing/2014/main" id="{D94AC55E-B5AF-74A5-375F-CA5FA1BF3B68}"/>
                  </a:ext>
                </a:extLst>
              </p:cNvPr>
              <p:cNvSpPr/>
              <p:nvPr/>
            </p:nvSpPr>
            <p:spPr>
              <a:xfrm>
                <a:off x="8103048" y="1375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2" name="Freeform 34061">
                <a:extLst>
                  <a:ext uri="{FF2B5EF4-FFF2-40B4-BE49-F238E27FC236}">
                    <a16:creationId xmlns:a16="http://schemas.microsoft.com/office/drawing/2014/main" id="{208C9D0C-256C-CB39-90D9-2220A0AE94CD}"/>
                  </a:ext>
                </a:extLst>
              </p:cNvPr>
              <p:cNvSpPr/>
              <p:nvPr/>
            </p:nvSpPr>
            <p:spPr>
              <a:xfrm>
                <a:off x="8103644" y="1349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3" name="Freeform 34062">
                <a:extLst>
                  <a:ext uri="{FF2B5EF4-FFF2-40B4-BE49-F238E27FC236}">
                    <a16:creationId xmlns:a16="http://schemas.microsoft.com/office/drawing/2014/main" id="{8AE0FD3C-27F0-659E-177F-EE1943435D95}"/>
                  </a:ext>
                </a:extLst>
              </p:cNvPr>
              <p:cNvSpPr/>
              <p:nvPr/>
            </p:nvSpPr>
            <p:spPr>
              <a:xfrm>
                <a:off x="8104140" y="1354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4" name="Freeform 34063">
                <a:extLst>
                  <a:ext uri="{FF2B5EF4-FFF2-40B4-BE49-F238E27FC236}">
                    <a16:creationId xmlns:a16="http://schemas.microsoft.com/office/drawing/2014/main" id="{83809066-BF0C-9EDE-46F2-7C02658C1633}"/>
                  </a:ext>
                </a:extLst>
              </p:cNvPr>
              <p:cNvSpPr/>
              <p:nvPr/>
            </p:nvSpPr>
            <p:spPr>
              <a:xfrm>
                <a:off x="8104636" y="1353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5" name="Freeform 34064">
                <a:extLst>
                  <a:ext uri="{FF2B5EF4-FFF2-40B4-BE49-F238E27FC236}">
                    <a16:creationId xmlns:a16="http://schemas.microsoft.com/office/drawing/2014/main" id="{175DEF24-2E81-78B0-2BE2-647AC79CDCB9}"/>
                  </a:ext>
                </a:extLst>
              </p:cNvPr>
              <p:cNvSpPr/>
              <p:nvPr/>
            </p:nvSpPr>
            <p:spPr>
              <a:xfrm>
                <a:off x="8105231" y="1391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6" name="Freeform 34065">
                <a:extLst>
                  <a:ext uri="{FF2B5EF4-FFF2-40B4-BE49-F238E27FC236}">
                    <a16:creationId xmlns:a16="http://schemas.microsoft.com/office/drawing/2014/main" id="{CD6935A8-B28C-31B6-C8F1-5E355ED09E49}"/>
                  </a:ext>
                </a:extLst>
              </p:cNvPr>
              <p:cNvSpPr/>
              <p:nvPr/>
            </p:nvSpPr>
            <p:spPr>
              <a:xfrm>
                <a:off x="8105727" y="1450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7" name="Freeform 34066">
                <a:extLst>
                  <a:ext uri="{FF2B5EF4-FFF2-40B4-BE49-F238E27FC236}">
                    <a16:creationId xmlns:a16="http://schemas.microsoft.com/office/drawing/2014/main" id="{158D6B43-7077-08D2-A9AC-E53E99A0414C}"/>
                  </a:ext>
                </a:extLst>
              </p:cNvPr>
              <p:cNvSpPr/>
              <p:nvPr/>
            </p:nvSpPr>
            <p:spPr>
              <a:xfrm>
                <a:off x="8106223" y="1721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8" name="Freeform 34067">
                <a:extLst>
                  <a:ext uri="{FF2B5EF4-FFF2-40B4-BE49-F238E27FC236}">
                    <a16:creationId xmlns:a16="http://schemas.microsoft.com/office/drawing/2014/main" id="{157EFC81-09D7-B51A-BA5B-77241D35CCF0}"/>
                  </a:ext>
                </a:extLst>
              </p:cNvPr>
              <p:cNvSpPr/>
              <p:nvPr/>
            </p:nvSpPr>
            <p:spPr>
              <a:xfrm>
                <a:off x="8106720" y="1789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69" name="Freeform 34068">
                <a:extLst>
                  <a:ext uri="{FF2B5EF4-FFF2-40B4-BE49-F238E27FC236}">
                    <a16:creationId xmlns:a16="http://schemas.microsoft.com/office/drawing/2014/main" id="{A681748B-FB7E-DBB7-82F9-0449650DBFD1}"/>
                  </a:ext>
                </a:extLst>
              </p:cNvPr>
              <p:cNvSpPr/>
              <p:nvPr/>
            </p:nvSpPr>
            <p:spPr>
              <a:xfrm>
                <a:off x="8107315" y="1833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0" name="Freeform 34069">
                <a:extLst>
                  <a:ext uri="{FF2B5EF4-FFF2-40B4-BE49-F238E27FC236}">
                    <a16:creationId xmlns:a16="http://schemas.microsoft.com/office/drawing/2014/main" id="{9B0C214F-0052-014A-ABD6-D03F61B21784}"/>
                  </a:ext>
                </a:extLst>
              </p:cNvPr>
              <p:cNvSpPr/>
              <p:nvPr/>
            </p:nvSpPr>
            <p:spPr>
              <a:xfrm>
                <a:off x="8107811" y="183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1" name="Freeform 34070">
                <a:extLst>
                  <a:ext uri="{FF2B5EF4-FFF2-40B4-BE49-F238E27FC236}">
                    <a16:creationId xmlns:a16="http://schemas.microsoft.com/office/drawing/2014/main" id="{8390A62A-E2C2-781B-1BCF-071FABE5ED4F}"/>
                  </a:ext>
                </a:extLst>
              </p:cNvPr>
              <p:cNvSpPr/>
              <p:nvPr/>
            </p:nvSpPr>
            <p:spPr>
              <a:xfrm>
                <a:off x="8108307" y="1842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2" name="Freeform 34071">
                <a:extLst>
                  <a:ext uri="{FF2B5EF4-FFF2-40B4-BE49-F238E27FC236}">
                    <a16:creationId xmlns:a16="http://schemas.microsoft.com/office/drawing/2014/main" id="{40F06A9E-750B-3A87-AF85-01C826ADBBEA}"/>
                  </a:ext>
                </a:extLst>
              </p:cNvPr>
              <p:cNvSpPr/>
              <p:nvPr/>
            </p:nvSpPr>
            <p:spPr>
              <a:xfrm>
                <a:off x="8108902" y="1826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3" name="Freeform 34072">
                <a:extLst>
                  <a:ext uri="{FF2B5EF4-FFF2-40B4-BE49-F238E27FC236}">
                    <a16:creationId xmlns:a16="http://schemas.microsoft.com/office/drawing/2014/main" id="{916A59D0-09F7-A3F8-53D1-C92E4AECD0C6}"/>
                  </a:ext>
                </a:extLst>
              </p:cNvPr>
              <p:cNvSpPr/>
              <p:nvPr/>
            </p:nvSpPr>
            <p:spPr>
              <a:xfrm>
                <a:off x="8109398" y="183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4" name="Freeform 34073">
                <a:extLst>
                  <a:ext uri="{FF2B5EF4-FFF2-40B4-BE49-F238E27FC236}">
                    <a16:creationId xmlns:a16="http://schemas.microsoft.com/office/drawing/2014/main" id="{141C14CE-6876-C838-2966-625A7C50F8EA}"/>
                  </a:ext>
                </a:extLst>
              </p:cNvPr>
              <p:cNvSpPr/>
              <p:nvPr/>
            </p:nvSpPr>
            <p:spPr>
              <a:xfrm>
                <a:off x="8109895" y="1768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5" name="Freeform 34074">
                <a:extLst>
                  <a:ext uri="{FF2B5EF4-FFF2-40B4-BE49-F238E27FC236}">
                    <a16:creationId xmlns:a16="http://schemas.microsoft.com/office/drawing/2014/main" id="{ABD4CA57-9146-7EAF-FFFB-763400F00251}"/>
                  </a:ext>
                </a:extLst>
              </p:cNvPr>
              <p:cNvSpPr/>
              <p:nvPr/>
            </p:nvSpPr>
            <p:spPr>
              <a:xfrm>
                <a:off x="8110490" y="1619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6" name="Freeform 34075">
                <a:extLst>
                  <a:ext uri="{FF2B5EF4-FFF2-40B4-BE49-F238E27FC236}">
                    <a16:creationId xmlns:a16="http://schemas.microsoft.com/office/drawing/2014/main" id="{761BE054-9470-4AB4-3A66-5DBDA5B30E96}"/>
                  </a:ext>
                </a:extLst>
              </p:cNvPr>
              <p:cNvSpPr/>
              <p:nvPr/>
            </p:nvSpPr>
            <p:spPr>
              <a:xfrm>
                <a:off x="8110986" y="1519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7" name="Freeform 34076">
                <a:extLst>
                  <a:ext uri="{FF2B5EF4-FFF2-40B4-BE49-F238E27FC236}">
                    <a16:creationId xmlns:a16="http://schemas.microsoft.com/office/drawing/2014/main" id="{2842A147-3E60-6864-6809-C751E2D642C2}"/>
                  </a:ext>
                </a:extLst>
              </p:cNvPr>
              <p:cNvSpPr/>
              <p:nvPr/>
            </p:nvSpPr>
            <p:spPr>
              <a:xfrm>
                <a:off x="8111482" y="1522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8" name="Freeform 34077">
                <a:extLst>
                  <a:ext uri="{FF2B5EF4-FFF2-40B4-BE49-F238E27FC236}">
                    <a16:creationId xmlns:a16="http://schemas.microsoft.com/office/drawing/2014/main" id="{F9FC26A6-B151-6FEF-2166-1975326D671D}"/>
                  </a:ext>
                </a:extLst>
              </p:cNvPr>
              <p:cNvSpPr/>
              <p:nvPr/>
            </p:nvSpPr>
            <p:spPr>
              <a:xfrm>
                <a:off x="8112077" y="1513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79" name="Freeform 34078">
                <a:extLst>
                  <a:ext uri="{FF2B5EF4-FFF2-40B4-BE49-F238E27FC236}">
                    <a16:creationId xmlns:a16="http://schemas.microsoft.com/office/drawing/2014/main" id="{453F12F6-B161-74BE-D137-0285D4CB3A0A}"/>
                  </a:ext>
                </a:extLst>
              </p:cNvPr>
              <p:cNvSpPr/>
              <p:nvPr/>
            </p:nvSpPr>
            <p:spPr>
              <a:xfrm>
                <a:off x="8112573" y="1541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0" name="Freeform 34079">
                <a:extLst>
                  <a:ext uri="{FF2B5EF4-FFF2-40B4-BE49-F238E27FC236}">
                    <a16:creationId xmlns:a16="http://schemas.microsoft.com/office/drawing/2014/main" id="{1B5048CC-D73F-1EDB-97A3-4230769924DB}"/>
                  </a:ext>
                </a:extLst>
              </p:cNvPr>
              <p:cNvSpPr/>
              <p:nvPr/>
            </p:nvSpPr>
            <p:spPr>
              <a:xfrm>
                <a:off x="8113070" y="1498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1" name="Freeform 34080">
                <a:extLst>
                  <a:ext uri="{FF2B5EF4-FFF2-40B4-BE49-F238E27FC236}">
                    <a16:creationId xmlns:a16="http://schemas.microsoft.com/office/drawing/2014/main" id="{23E54EDF-AFB9-82A9-D3A6-AA298236AFB6}"/>
                  </a:ext>
                </a:extLst>
              </p:cNvPr>
              <p:cNvSpPr/>
              <p:nvPr/>
            </p:nvSpPr>
            <p:spPr>
              <a:xfrm>
                <a:off x="8113665" y="1594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2" name="Freeform 34081">
                <a:extLst>
                  <a:ext uri="{FF2B5EF4-FFF2-40B4-BE49-F238E27FC236}">
                    <a16:creationId xmlns:a16="http://schemas.microsoft.com/office/drawing/2014/main" id="{2EF9CB71-C4D4-950D-037E-661EF28C6337}"/>
                  </a:ext>
                </a:extLst>
              </p:cNvPr>
              <p:cNvSpPr/>
              <p:nvPr/>
            </p:nvSpPr>
            <p:spPr>
              <a:xfrm>
                <a:off x="8114161" y="1564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3" name="Freeform 34082">
                <a:extLst>
                  <a:ext uri="{FF2B5EF4-FFF2-40B4-BE49-F238E27FC236}">
                    <a16:creationId xmlns:a16="http://schemas.microsoft.com/office/drawing/2014/main" id="{4B3E2889-7CE6-7B39-26E6-454A856A460B}"/>
                  </a:ext>
                </a:extLst>
              </p:cNvPr>
              <p:cNvSpPr/>
              <p:nvPr/>
            </p:nvSpPr>
            <p:spPr>
              <a:xfrm>
                <a:off x="8114657" y="1501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4" name="Freeform 34083">
                <a:extLst>
                  <a:ext uri="{FF2B5EF4-FFF2-40B4-BE49-F238E27FC236}">
                    <a16:creationId xmlns:a16="http://schemas.microsoft.com/office/drawing/2014/main" id="{7EC5756A-4C01-5E73-8509-1011D3F0EACC}"/>
                  </a:ext>
                </a:extLst>
              </p:cNvPr>
              <p:cNvSpPr/>
              <p:nvPr/>
            </p:nvSpPr>
            <p:spPr>
              <a:xfrm>
                <a:off x="8115252" y="1468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5" name="Freeform 34084">
                <a:extLst>
                  <a:ext uri="{FF2B5EF4-FFF2-40B4-BE49-F238E27FC236}">
                    <a16:creationId xmlns:a16="http://schemas.microsoft.com/office/drawing/2014/main" id="{012CA00E-5946-28F1-0A52-2ACD9D7F58EE}"/>
                  </a:ext>
                </a:extLst>
              </p:cNvPr>
              <p:cNvSpPr/>
              <p:nvPr/>
            </p:nvSpPr>
            <p:spPr>
              <a:xfrm>
                <a:off x="8115748" y="1477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6" name="Freeform 34085">
                <a:extLst>
                  <a:ext uri="{FF2B5EF4-FFF2-40B4-BE49-F238E27FC236}">
                    <a16:creationId xmlns:a16="http://schemas.microsoft.com/office/drawing/2014/main" id="{E243776A-022E-30B8-FF12-CB9D5A41E294}"/>
                  </a:ext>
                </a:extLst>
              </p:cNvPr>
              <p:cNvSpPr/>
              <p:nvPr/>
            </p:nvSpPr>
            <p:spPr>
              <a:xfrm>
                <a:off x="8116245" y="1513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7" name="Freeform 34086">
                <a:extLst>
                  <a:ext uri="{FF2B5EF4-FFF2-40B4-BE49-F238E27FC236}">
                    <a16:creationId xmlns:a16="http://schemas.microsoft.com/office/drawing/2014/main" id="{1814C307-1E69-3373-988C-C49A80632D67}"/>
                  </a:ext>
                </a:extLst>
              </p:cNvPr>
              <p:cNvSpPr/>
              <p:nvPr/>
            </p:nvSpPr>
            <p:spPr>
              <a:xfrm>
                <a:off x="8116840" y="1516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8" name="Freeform 34087">
                <a:extLst>
                  <a:ext uri="{FF2B5EF4-FFF2-40B4-BE49-F238E27FC236}">
                    <a16:creationId xmlns:a16="http://schemas.microsoft.com/office/drawing/2014/main" id="{BE1C8AF0-19F0-2622-3B37-B03F8B6B9087}"/>
                  </a:ext>
                </a:extLst>
              </p:cNvPr>
              <p:cNvSpPr/>
              <p:nvPr/>
            </p:nvSpPr>
            <p:spPr>
              <a:xfrm>
                <a:off x="8117336" y="1534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89" name="Freeform 34088">
                <a:extLst>
                  <a:ext uri="{FF2B5EF4-FFF2-40B4-BE49-F238E27FC236}">
                    <a16:creationId xmlns:a16="http://schemas.microsoft.com/office/drawing/2014/main" id="{45E03445-FAE9-4EF1-1D26-71208CD88560}"/>
                  </a:ext>
                </a:extLst>
              </p:cNvPr>
              <p:cNvSpPr/>
              <p:nvPr/>
            </p:nvSpPr>
            <p:spPr>
              <a:xfrm>
                <a:off x="8117832" y="1489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0" name="Freeform 34089">
                <a:extLst>
                  <a:ext uri="{FF2B5EF4-FFF2-40B4-BE49-F238E27FC236}">
                    <a16:creationId xmlns:a16="http://schemas.microsoft.com/office/drawing/2014/main" id="{39500912-446E-F3F8-CC3B-D23F57C2FE19}"/>
                  </a:ext>
                </a:extLst>
              </p:cNvPr>
              <p:cNvSpPr/>
              <p:nvPr/>
            </p:nvSpPr>
            <p:spPr>
              <a:xfrm>
                <a:off x="8118328" y="152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1" name="Freeform 34090">
                <a:extLst>
                  <a:ext uri="{FF2B5EF4-FFF2-40B4-BE49-F238E27FC236}">
                    <a16:creationId xmlns:a16="http://schemas.microsoft.com/office/drawing/2014/main" id="{178EA3C0-BBAD-04CC-FBD9-BAAD3D82B58B}"/>
                  </a:ext>
                </a:extLst>
              </p:cNvPr>
              <p:cNvSpPr/>
              <p:nvPr/>
            </p:nvSpPr>
            <p:spPr>
              <a:xfrm>
                <a:off x="8118923" y="1963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2" name="Freeform 34091">
                <a:extLst>
                  <a:ext uri="{FF2B5EF4-FFF2-40B4-BE49-F238E27FC236}">
                    <a16:creationId xmlns:a16="http://schemas.microsoft.com/office/drawing/2014/main" id="{3086A958-0C1F-259A-5D8D-ACE5BCB36722}"/>
                  </a:ext>
                </a:extLst>
              </p:cNvPr>
              <p:cNvSpPr/>
              <p:nvPr/>
            </p:nvSpPr>
            <p:spPr>
              <a:xfrm>
                <a:off x="8119420" y="2022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3" name="Freeform 34092">
                <a:extLst>
                  <a:ext uri="{FF2B5EF4-FFF2-40B4-BE49-F238E27FC236}">
                    <a16:creationId xmlns:a16="http://schemas.microsoft.com/office/drawing/2014/main" id="{8DB81640-E0FF-657A-E6F8-A97A20F71583}"/>
                  </a:ext>
                </a:extLst>
              </p:cNvPr>
              <p:cNvSpPr/>
              <p:nvPr/>
            </p:nvSpPr>
            <p:spPr>
              <a:xfrm>
                <a:off x="8119916" y="2025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4" name="Freeform 34093">
                <a:extLst>
                  <a:ext uri="{FF2B5EF4-FFF2-40B4-BE49-F238E27FC236}">
                    <a16:creationId xmlns:a16="http://schemas.microsoft.com/office/drawing/2014/main" id="{B32DF16E-B73B-A7A6-E264-F7969CC92CA7}"/>
                  </a:ext>
                </a:extLst>
              </p:cNvPr>
              <p:cNvSpPr/>
              <p:nvPr/>
            </p:nvSpPr>
            <p:spPr>
              <a:xfrm>
                <a:off x="8120511" y="2022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5" name="Freeform 34094">
                <a:extLst>
                  <a:ext uri="{FF2B5EF4-FFF2-40B4-BE49-F238E27FC236}">
                    <a16:creationId xmlns:a16="http://schemas.microsoft.com/office/drawing/2014/main" id="{05B0E127-C637-8CB3-DF04-516A590C55E1}"/>
                  </a:ext>
                </a:extLst>
              </p:cNvPr>
              <p:cNvSpPr/>
              <p:nvPr/>
            </p:nvSpPr>
            <p:spPr>
              <a:xfrm>
                <a:off x="8121007" y="2021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6" name="Freeform 34095">
                <a:extLst>
                  <a:ext uri="{FF2B5EF4-FFF2-40B4-BE49-F238E27FC236}">
                    <a16:creationId xmlns:a16="http://schemas.microsoft.com/office/drawing/2014/main" id="{D048DFA3-2936-E0AF-355A-C16864FABE2D}"/>
                  </a:ext>
                </a:extLst>
              </p:cNvPr>
              <p:cNvSpPr/>
              <p:nvPr/>
            </p:nvSpPr>
            <p:spPr>
              <a:xfrm>
                <a:off x="8121503" y="2016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7" name="Freeform 34096">
                <a:extLst>
                  <a:ext uri="{FF2B5EF4-FFF2-40B4-BE49-F238E27FC236}">
                    <a16:creationId xmlns:a16="http://schemas.microsoft.com/office/drawing/2014/main" id="{5E384A8B-AAFA-8416-8CEA-56BFE9298A65}"/>
                  </a:ext>
                </a:extLst>
              </p:cNvPr>
              <p:cNvSpPr/>
              <p:nvPr/>
            </p:nvSpPr>
            <p:spPr>
              <a:xfrm>
                <a:off x="8122098" y="1996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8" name="Freeform 34097">
                <a:extLst>
                  <a:ext uri="{FF2B5EF4-FFF2-40B4-BE49-F238E27FC236}">
                    <a16:creationId xmlns:a16="http://schemas.microsoft.com/office/drawing/2014/main" id="{7CC2BFCB-FB4D-0C6E-E4A2-2A22AC409138}"/>
                  </a:ext>
                </a:extLst>
              </p:cNvPr>
              <p:cNvSpPr/>
              <p:nvPr/>
            </p:nvSpPr>
            <p:spPr>
              <a:xfrm>
                <a:off x="8122595" y="1969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99" name="Freeform 34098">
                <a:extLst>
                  <a:ext uri="{FF2B5EF4-FFF2-40B4-BE49-F238E27FC236}">
                    <a16:creationId xmlns:a16="http://schemas.microsoft.com/office/drawing/2014/main" id="{8AA7F105-6C60-6D62-A6E8-0AFC59DD0EC7}"/>
                  </a:ext>
                </a:extLst>
              </p:cNvPr>
              <p:cNvSpPr/>
              <p:nvPr/>
            </p:nvSpPr>
            <p:spPr>
              <a:xfrm>
                <a:off x="8123091" y="1695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0" name="Freeform 34099">
                <a:extLst>
                  <a:ext uri="{FF2B5EF4-FFF2-40B4-BE49-F238E27FC236}">
                    <a16:creationId xmlns:a16="http://schemas.microsoft.com/office/drawing/2014/main" id="{D239F906-420D-DEFB-24BB-BE73E11C5726}"/>
                  </a:ext>
                </a:extLst>
              </p:cNvPr>
              <p:cNvSpPr/>
              <p:nvPr/>
            </p:nvSpPr>
            <p:spPr>
              <a:xfrm>
                <a:off x="8123686" y="1608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1" name="Freeform 34100">
                <a:extLst>
                  <a:ext uri="{FF2B5EF4-FFF2-40B4-BE49-F238E27FC236}">
                    <a16:creationId xmlns:a16="http://schemas.microsoft.com/office/drawing/2014/main" id="{790CB2B0-FE3A-CD6C-0E28-854DB57A32F2}"/>
                  </a:ext>
                </a:extLst>
              </p:cNvPr>
              <p:cNvSpPr/>
              <p:nvPr/>
            </p:nvSpPr>
            <p:spPr>
              <a:xfrm>
                <a:off x="8124182" y="1639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2" name="Freeform 34101">
                <a:extLst>
                  <a:ext uri="{FF2B5EF4-FFF2-40B4-BE49-F238E27FC236}">
                    <a16:creationId xmlns:a16="http://schemas.microsoft.com/office/drawing/2014/main" id="{A7A92159-578D-9AA7-DA93-7FE1E18BCE1B}"/>
                  </a:ext>
                </a:extLst>
              </p:cNvPr>
              <p:cNvSpPr/>
              <p:nvPr/>
            </p:nvSpPr>
            <p:spPr>
              <a:xfrm>
                <a:off x="8124678" y="1631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3" name="Freeform 34102">
                <a:extLst>
                  <a:ext uri="{FF2B5EF4-FFF2-40B4-BE49-F238E27FC236}">
                    <a16:creationId xmlns:a16="http://schemas.microsoft.com/office/drawing/2014/main" id="{C2C8A49A-1698-C95E-A73B-C6CBBF3F5296}"/>
                  </a:ext>
                </a:extLst>
              </p:cNvPr>
              <p:cNvSpPr/>
              <p:nvPr/>
            </p:nvSpPr>
            <p:spPr>
              <a:xfrm>
                <a:off x="8125273" y="1631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4" name="Freeform 34103">
                <a:extLst>
                  <a:ext uri="{FF2B5EF4-FFF2-40B4-BE49-F238E27FC236}">
                    <a16:creationId xmlns:a16="http://schemas.microsoft.com/office/drawing/2014/main" id="{2C8FD9D6-9904-714D-AA00-A9129A7BE0D6}"/>
                  </a:ext>
                </a:extLst>
              </p:cNvPr>
              <p:cNvSpPr/>
              <p:nvPr/>
            </p:nvSpPr>
            <p:spPr>
              <a:xfrm>
                <a:off x="8125770" y="1633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5" name="Freeform 34104">
                <a:extLst>
                  <a:ext uri="{FF2B5EF4-FFF2-40B4-BE49-F238E27FC236}">
                    <a16:creationId xmlns:a16="http://schemas.microsoft.com/office/drawing/2014/main" id="{1F73A90A-0283-7713-E491-8E983C3EA4B6}"/>
                  </a:ext>
                </a:extLst>
              </p:cNvPr>
              <p:cNvSpPr/>
              <p:nvPr/>
            </p:nvSpPr>
            <p:spPr>
              <a:xfrm>
                <a:off x="8126266" y="1517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6" name="Freeform 34105">
                <a:extLst>
                  <a:ext uri="{FF2B5EF4-FFF2-40B4-BE49-F238E27FC236}">
                    <a16:creationId xmlns:a16="http://schemas.microsoft.com/office/drawing/2014/main" id="{83917159-3EC4-16E6-FFFF-8838D635AFEC}"/>
                  </a:ext>
                </a:extLst>
              </p:cNvPr>
              <p:cNvSpPr/>
              <p:nvPr/>
            </p:nvSpPr>
            <p:spPr>
              <a:xfrm>
                <a:off x="8126861" y="1501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7" name="Freeform 34106">
                <a:extLst>
                  <a:ext uri="{FF2B5EF4-FFF2-40B4-BE49-F238E27FC236}">
                    <a16:creationId xmlns:a16="http://schemas.microsoft.com/office/drawing/2014/main" id="{8591C093-9E35-0898-F061-6CB23EEB0851}"/>
                  </a:ext>
                </a:extLst>
              </p:cNvPr>
              <p:cNvSpPr/>
              <p:nvPr/>
            </p:nvSpPr>
            <p:spPr>
              <a:xfrm>
                <a:off x="8127357" y="1461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8" name="Freeform 34107">
                <a:extLst>
                  <a:ext uri="{FF2B5EF4-FFF2-40B4-BE49-F238E27FC236}">
                    <a16:creationId xmlns:a16="http://schemas.microsoft.com/office/drawing/2014/main" id="{44B5C0A0-EAF2-16F4-1D8E-07B4532BD568}"/>
                  </a:ext>
                </a:extLst>
              </p:cNvPr>
              <p:cNvSpPr/>
              <p:nvPr/>
            </p:nvSpPr>
            <p:spPr>
              <a:xfrm>
                <a:off x="8127853" y="1424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09" name="Freeform 34108">
                <a:extLst>
                  <a:ext uri="{FF2B5EF4-FFF2-40B4-BE49-F238E27FC236}">
                    <a16:creationId xmlns:a16="http://schemas.microsoft.com/office/drawing/2014/main" id="{654CA9E4-B429-93F8-5E45-8E694BBEA588}"/>
                  </a:ext>
                </a:extLst>
              </p:cNvPr>
              <p:cNvSpPr/>
              <p:nvPr/>
            </p:nvSpPr>
            <p:spPr>
              <a:xfrm>
                <a:off x="8128448" y="1454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0" name="Freeform 34109">
                <a:extLst>
                  <a:ext uri="{FF2B5EF4-FFF2-40B4-BE49-F238E27FC236}">
                    <a16:creationId xmlns:a16="http://schemas.microsoft.com/office/drawing/2014/main" id="{212870CC-1B8C-608C-4A88-BFFC2604C591}"/>
                  </a:ext>
                </a:extLst>
              </p:cNvPr>
              <p:cNvSpPr/>
              <p:nvPr/>
            </p:nvSpPr>
            <p:spPr>
              <a:xfrm>
                <a:off x="8128945" y="1459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1" name="Freeform 34110">
                <a:extLst>
                  <a:ext uri="{FF2B5EF4-FFF2-40B4-BE49-F238E27FC236}">
                    <a16:creationId xmlns:a16="http://schemas.microsoft.com/office/drawing/2014/main" id="{7E7DC4C9-54F1-AC37-DED4-AA2FDB9B9377}"/>
                  </a:ext>
                </a:extLst>
              </p:cNvPr>
              <p:cNvSpPr/>
              <p:nvPr/>
            </p:nvSpPr>
            <p:spPr>
              <a:xfrm>
                <a:off x="8129441" y="1453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2" name="Freeform 34111">
                <a:extLst>
                  <a:ext uri="{FF2B5EF4-FFF2-40B4-BE49-F238E27FC236}">
                    <a16:creationId xmlns:a16="http://schemas.microsoft.com/office/drawing/2014/main" id="{8B9D0447-A328-2455-39F9-B1B8E3257E3E}"/>
                  </a:ext>
                </a:extLst>
              </p:cNvPr>
              <p:cNvSpPr/>
              <p:nvPr/>
            </p:nvSpPr>
            <p:spPr>
              <a:xfrm>
                <a:off x="8130036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3" name="Freeform 34112">
                <a:extLst>
                  <a:ext uri="{FF2B5EF4-FFF2-40B4-BE49-F238E27FC236}">
                    <a16:creationId xmlns:a16="http://schemas.microsoft.com/office/drawing/2014/main" id="{1554BBDC-B53B-8682-7511-41B313D2249B}"/>
                  </a:ext>
                </a:extLst>
              </p:cNvPr>
              <p:cNvSpPr/>
              <p:nvPr/>
            </p:nvSpPr>
            <p:spPr>
              <a:xfrm>
                <a:off x="8130532" y="1442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4" name="Freeform 34113">
                <a:extLst>
                  <a:ext uri="{FF2B5EF4-FFF2-40B4-BE49-F238E27FC236}">
                    <a16:creationId xmlns:a16="http://schemas.microsoft.com/office/drawing/2014/main" id="{67450DD1-1296-B366-1B06-55B270ADD1AF}"/>
                  </a:ext>
                </a:extLst>
              </p:cNvPr>
              <p:cNvSpPr/>
              <p:nvPr/>
            </p:nvSpPr>
            <p:spPr>
              <a:xfrm>
                <a:off x="8131028" y="1682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5" name="Freeform 34114">
                <a:extLst>
                  <a:ext uri="{FF2B5EF4-FFF2-40B4-BE49-F238E27FC236}">
                    <a16:creationId xmlns:a16="http://schemas.microsoft.com/office/drawing/2014/main" id="{98058FD6-9FD5-651E-0770-EFA33186FE09}"/>
                  </a:ext>
                </a:extLst>
              </p:cNvPr>
              <p:cNvSpPr/>
              <p:nvPr/>
            </p:nvSpPr>
            <p:spPr>
              <a:xfrm>
                <a:off x="8131524" y="1991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6" name="Freeform 34115">
                <a:extLst>
                  <a:ext uri="{FF2B5EF4-FFF2-40B4-BE49-F238E27FC236}">
                    <a16:creationId xmlns:a16="http://schemas.microsoft.com/office/drawing/2014/main" id="{63FF783F-5332-C083-4618-2557E6CCAA82}"/>
                  </a:ext>
                </a:extLst>
              </p:cNvPr>
              <p:cNvSpPr/>
              <p:nvPr/>
            </p:nvSpPr>
            <p:spPr>
              <a:xfrm>
                <a:off x="8132120" y="20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7" name="Freeform 34116">
                <a:extLst>
                  <a:ext uri="{FF2B5EF4-FFF2-40B4-BE49-F238E27FC236}">
                    <a16:creationId xmlns:a16="http://schemas.microsoft.com/office/drawing/2014/main" id="{A25B5A82-07C8-D537-5EE8-A13E8D017F10}"/>
                  </a:ext>
                </a:extLst>
              </p:cNvPr>
              <p:cNvSpPr/>
              <p:nvPr/>
            </p:nvSpPr>
            <p:spPr>
              <a:xfrm>
                <a:off x="8132616" y="2035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8" name="Freeform 34117">
                <a:extLst>
                  <a:ext uri="{FF2B5EF4-FFF2-40B4-BE49-F238E27FC236}">
                    <a16:creationId xmlns:a16="http://schemas.microsoft.com/office/drawing/2014/main" id="{0CF8627A-5F92-7E2E-6004-764E51185A00}"/>
                  </a:ext>
                </a:extLst>
              </p:cNvPr>
              <p:cNvSpPr/>
              <p:nvPr/>
            </p:nvSpPr>
            <p:spPr>
              <a:xfrm>
                <a:off x="8133112" y="20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19" name="Freeform 34118">
                <a:extLst>
                  <a:ext uri="{FF2B5EF4-FFF2-40B4-BE49-F238E27FC236}">
                    <a16:creationId xmlns:a16="http://schemas.microsoft.com/office/drawing/2014/main" id="{C31414C4-FAFB-12E4-7A4C-76D06BD2078A}"/>
                  </a:ext>
                </a:extLst>
              </p:cNvPr>
              <p:cNvSpPr/>
              <p:nvPr/>
            </p:nvSpPr>
            <p:spPr>
              <a:xfrm>
                <a:off x="8133707" y="2019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0" name="Freeform 34119">
                <a:extLst>
                  <a:ext uri="{FF2B5EF4-FFF2-40B4-BE49-F238E27FC236}">
                    <a16:creationId xmlns:a16="http://schemas.microsoft.com/office/drawing/2014/main" id="{9F1F81D6-4ACB-2569-B8E4-5C4AAE9FEBDC}"/>
                  </a:ext>
                </a:extLst>
              </p:cNvPr>
              <p:cNvSpPr/>
              <p:nvPr/>
            </p:nvSpPr>
            <p:spPr>
              <a:xfrm>
                <a:off x="8134203" y="2026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1" name="Freeform 34120">
                <a:extLst>
                  <a:ext uri="{FF2B5EF4-FFF2-40B4-BE49-F238E27FC236}">
                    <a16:creationId xmlns:a16="http://schemas.microsoft.com/office/drawing/2014/main" id="{1CF52E91-16E9-A4DB-0642-72E7A37E940A}"/>
                  </a:ext>
                </a:extLst>
              </p:cNvPr>
              <p:cNvSpPr/>
              <p:nvPr/>
            </p:nvSpPr>
            <p:spPr>
              <a:xfrm>
                <a:off x="8134699" y="20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2" name="Freeform 34121">
                <a:extLst>
                  <a:ext uri="{FF2B5EF4-FFF2-40B4-BE49-F238E27FC236}">
                    <a16:creationId xmlns:a16="http://schemas.microsoft.com/office/drawing/2014/main" id="{AB3AB379-9AAA-6383-7D46-0DBEB9FE09B2}"/>
                  </a:ext>
                </a:extLst>
              </p:cNvPr>
              <p:cNvSpPr/>
              <p:nvPr/>
            </p:nvSpPr>
            <p:spPr>
              <a:xfrm>
                <a:off x="8135295" y="1989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3" name="Freeform 34122">
                <a:extLst>
                  <a:ext uri="{FF2B5EF4-FFF2-40B4-BE49-F238E27FC236}">
                    <a16:creationId xmlns:a16="http://schemas.microsoft.com/office/drawing/2014/main" id="{7E5E2BD4-B725-2183-1B5B-DD1ECFCDA69B}"/>
                  </a:ext>
                </a:extLst>
              </p:cNvPr>
              <p:cNvSpPr/>
              <p:nvPr/>
            </p:nvSpPr>
            <p:spPr>
              <a:xfrm>
                <a:off x="8135791" y="1594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4" name="Freeform 34123">
                <a:extLst>
                  <a:ext uri="{FF2B5EF4-FFF2-40B4-BE49-F238E27FC236}">
                    <a16:creationId xmlns:a16="http://schemas.microsoft.com/office/drawing/2014/main" id="{0F877C1B-0316-883E-1236-1FAAAAF42CCD}"/>
                  </a:ext>
                </a:extLst>
              </p:cNvPr>
              <p:cNvSpPr/>
              <p:nvPr/>
            </p:nvSpPr>
            <p:spPr>
              <a:xfrm>
                <a:off x="8136287" y="1602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5" name="Freeform 34124">
                <a:extLst>
                  <a:ext uri="{FF2B5EF4-FFF2-40B4-BE49-F238E27FC236}">
                    <a16:creationId xmlns:a16="http://schemas.microsoft.com/office/drawing/2014/main" id="{5A3B1E83-C9E9-2682-5DF6-CB6B2E6B8BFC}"/>
                  </a:ext>
                </a:extLst>
              </p:cNvPr>
              <p:cNvSpPr/>
              <p:nvPr/>
            </p:nvSpPr>
            <p:spPr>
              <a:xfrm>
                <a:off x="8136882" y="1518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6" name="Freeform 34125">
                <a:extLst>
                  <a:ext uri="{FF2B5EF4-FFF2-40B4-BE49-F238E27FC236}">
                    <a16:creationId xmlns:a16="http://schemas.microsoft.com/office/drawing/2014/main" id="{5D9F5CAB-AB53-34E5-011B-A93898A64EB3}"/>
                  </a:ext>
                </a:extLst>
              </p:cNvPr>
              <p:cNvSpPr/>
              <p:nvPr/>
            </p:nvSpPr>
            <p:spPr>
              <a:xfrm>
                <a:off x="8137378" y="1520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7" name="Freeform 34126">
                <a:extLst>
                  <a:ext uri="{FF2B5EF4-FFF2-40B4-BE49-F238E27FC236}">
                    <a16:creationId xmlns:a16="http://schemas.microsoft.com/office/drawing/2014/main" id="{9C163630-91BD-9458-1910-514AB239A80C}"/>
                  </a:ext>
                </a:extLst>
              </p:cNvPr>
              <p:cNvSpPr/>
              <p:nvPr/>
            </p:nvSpPr>
            <p:spPr>
              <a:xfrm>
                <a:off x="8137874" y="1574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8" name="Freeform 34127">
                <a:extLst>
                  <a:ext uri="{FF2B5EF4-FFF2-40B4-BE49-F238E27FC236}">
                    <a16:creationId xmlns:a16="http://schemas.microsoft.com/office/drawing/2014/main" id="{76FCA325-60DB-D16D-DD80-644AA463A2B4}"/>
                  </a:ext>
                </a:extLst>
              </p:cNvPr>
              <p:cNvSpPr/>
              <p:nvPr/>
            </p:nvSpPr>
            <p:spPr>
              <a:xfrm>
                <a:off x="8138470" y="1533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29" name="Freeform 34128">
                <a:extLst>
                  <a:ext uri="{FF2B5EF4-FFF2-40B4-BE49-F238E27FC236}">
                    <a16:creationId xmlns:a16="http://schemas.microsoft.com/office/drawing/2014/main" id="{D3415ADA-513E-6EF3-EF1E-F987BE6086A5}"/>
                  </a:ext>
                </a:extLst>
              </p:cNvPr>
              <p:cNvSpPr/>
              <p:nvPr/>
            </p:nvSpPr>
            <p:spPr>
              <a:xfrm>
                <a:off x="8138966" y="1454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0" name="Freeform 34129">
                <a:extLst>
                  <a:ext uri="{FF2B5EF4-FFF2-40B4-BE49-F238E27FC236}">
                    <a16:creationId xmlns:a16="http://schemas.microsoft.com/office/drawing/2014/main" id="{1A1EF751-2BB3-EF35-FAF3-F8514EE12668}"/>
                  </a:ext>
                </a:extLst>
              </p:cNvPr>
              <p:cNvSpPr/>
              <p:nvPr/>
            </p:nvSpPr>
            <p:spPr>
              <a:xfrm>
                <a:off x="8139462" y="1404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1" name="Freeform 34130">
                <a:extLst>
                  <a:ext uri="{FF2B5EF4-FFF2-40B4-BE49-F238E27FC236}">
                    <a16:creationId xmlns:a16="http://schemas.microsoft.com/office/drawing/2014/main" id="{3E6CBE1E-B570-6DB2-C45D-4F020A13BF16}"/>
                  </a:ext>
                </a:extLst>
              </p:cNvPr>
              <p:cNvSpPr/>
              <p:nvPr/>
            </p:nvSpPr>
            <p:spPr>
              <a:xfrm>
                <a:off x="8140057" y="1361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2" name="Freeform 34131">
                <a:extLst>
                  <a:ext uri="{FF2B5EF4-FFF2-40B4-BE49-F238E27FC236}">
                    <a16:creationId xmlns:a16="http://schemas.microsoft.com/office/drawing/2014/main" id="{3DCF4F0A-47B7-6C3B-D686-DDEAF64BD20D}"/>
                  </a:ext>
                </a:extLst>
              </p:cNvPr>
              <p:cNvSpPr/>
              <p:nvPr/>
            </p:nvSpPr>
            <p:spPr>
              <a:xfrm>
                <a:off x="8140553" y="1342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3" name="Freeform 34132">
                <a:extLst>
                  <a:ext uri="{FF2B5EF4-FFF2-40B4-BE49-F238E27FC236}">
                    <a16:creationId xmlns:a16="http://schemas.microsoft.com/office/drawing/2014/main" id="{6943CDF4-F9D9-AA00-050A-EE18ADA0A417}"/>
                  </a:ext>
                </a:extLst>
              </p:cNvPr>
              <p:cNvSpPr/>
              <p:nvPr/>
            </p:nvSpPr>
            <p:spPr>
              <a:xfrm>
                <a:off x="8141049" y="1400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4" name="Freeform 34133">
                <a:extLst>
                  <a:ext uri="{FF2B5EF4-FFF2-40B4-BE49-F238E27FC236}">
                    <a16:creationId xmlns:a16="http://schemas.microsoft.com/office/drawing/2014/main" id="{228FF9C8-41E9-5321-FE8C-80D9319D351A}"/>
                  </a:ext>
                </a:extLst>
              </p:cNvPr>
              <p:cNvSpPr/>
              <p:nvPr/>
            </p:nvSpPr>
            <p:spPr>
              <a:xfrm>
                <a:off x="8141645" y="1404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5" name="Freeform 34134">
                <a:extLst>
                  <a:ext uri="{FF2B5EF4-FFF2-40B4-BE49-F238E27FC236}">
                    <a16:creationId xmlns:a16="http://schemas.microsoft.com/office/drawing/2014/main" id="{B88C98DF-8D91-0AC2-3443-68B63AF4C8D6}"/>
                  </a:ext>
                </a:extLst>
              </p:cNvPr>
              <p:cNvSpPr/>
              <p:nvPr/>
            </p:nvSpPr>
            <p:spPr>
              <a:xfrm>
                <a:off x="8142141" y="1408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6" name="Freeform 34135">
                <a:extLst>
                  <a:ext uri="{FF2B5EF4-FFF2-40B4-BE49-F238E27FC236}">
                    <a16:creationId xmlns:a16="http://schemas.microsoft.com/office/drawing/2014/main" id="{173B26EA-6E22-EBC1-D366-33FA3D6296D8}"/>
                  </a:ext>
                </a:extLst>
              </p:cNvPr>
              <p:cNvSpPr/>
              <p:nvPr/>
            </p:nvSpPr>
            <p:spPr>
              <a:xfrm>
                <a:off x="8142637" y="1433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7" name="Freeform 34136">
                <a:extLst>
                  <a:ext uri="{FF2B5EF4-FFF2-40B4-BE49-F238E27FC236}">
                    <a16:creationId xmlns:a16="http://schemas.microsoft.com/office/drawing/2014/main" id="{D4F018B4-18AC-0B0A-3C63-8850DE659378}"/>
                  </a:ext>
                </a:extLst>
              </p:cNvPr>
              <p:cNvSpPr/>
              <p:nvPr/>
            </p:nvSpPr>
            <p:spPr>
              <a:xfrm>
                <a:off x="8143133" y="1353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8" name="Freeform 34137">
                <a:extLst>
                  <a:ext uri="{FF2B5EF4-FFF2-40B4-BE49-F238E27FC236}">
                    <a16:creationId xmlns:a16="http://schemas.microsoft.com/office/drawing/2014/main" id="{68BB7780-0B0A-536C-669B-E2BF7EDCD09F}"/>
                  </a:ext>
                </a:extLst>
              </p:cNvPr>
              <p:cNvSpPr/>
              <p:nvPr/>
            </p:nvSpPr>
            <p:spPr>
              <a:xfrm>
                <a:off x="8143728" y="1598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39" name="Freeform 34138">
                <a:extLst>
                  <a:ext uri="{FF2B5EF4-FFF2-40B4-BE49-F238E27FC236}">
                    <a16:creationId xmlns:a16="http://schemas.microsoft.com/office/drawing/2014/main" id="{DAEC7CBC-FD23-2F7D-D49B-07DC4D34115F}"/>
                  </a:ext>
                </a:extLst>
              </p:cNvPr>
              <p:cNvSpPr/>
              <p:nvPr/>
            </p:nvSpPr>
            <p:spPr>
              <a:xfrm>
                <a:off x="8144224" y="198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0" name="Freeform 34139">
                <a:extLst>
                  <a:ext uri="{FF2B5EF4-FFF2-40B4-BE49-F238E27FC236}">
                    <a16:creationId xmlns:a16="http://schemas.microsoft.com/office/drawing/2014/main" id="{B524A931-8F03-A3CD-95D8-70C9F18B52C9}"/>
                  </a:ext>
                </a:extLst>
              </p:cNvPr>
              <p:cNvSpPr/>
              <p:nvPr/>
            </p:nvSpPr>
            <p:spPr>
              <a:xfrm>
                <a:off x="8144720" y="2036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1" name="Freeform 34140">
                <a:extLst>
                  <a:ext uri="{FF2B5EF4-FFF2-40B4-BE49-F238E27FC236}">
                    <a16:creationId xmlns:a16="http://schemas.microsoft.com/office/drawing/2014/main" id="{7F1D19B2-D5F7-C13E-D200-D17306194B32}"/>
                  </a:ext>
                </a:extLst>
              </p:cNvPr>
              <p:cNvSpPr/>
              <p:nvPr/>
            </p:nvSpPr>
            <p:spPr>
              <a:xfrm>
                <a:off x="8145316" y="1990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2" name="Freeform 34141">
                <a:extLst>
                  <a:ext uri="{FF2B5EF4-FFF2-40B4-BE49-F238E27FC236}">
                    <a16:creationId xmlns:a16="http://schemas.microsoft.com/office/drawing/2014/main" id="{1F56908B-1344-18F3-8D5E-79DA609575A3}"/>
                  </a:ext>
                </a:extLst>
              </p:cNvPr>
              <p:cNvSpPr/>
              <p:nvPr/>
            </p:nvSpPr>
            <p:spPr>
              <a:xfrm>
                <a:off x="8145812" y="1976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3" name="Freeform 34142">
                <a:extLst>
                  <a:ext uri="{FF2B5EF4-FFF2-40B4-BE49-F238E27FC236}">
                    <a16:creationId xmlns:a16="http://schemas.microsoft.com/office/drawing/2014/main" id="{8C2344FB-620D-7B98-B738-BBA0F7455E7D}"/>
                  </a:ext>
                </a:extLst>
              </p:cNvPr>
              <p:cNvSpPr/>
              <p:nvPr/>
            </p:nvSpPr>
            <p:spPr>
              <a:xfrm>
                <a:off x="8146308" y="1965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4" name="Freeform 34143">
                <a:extLst>
                  <a:ext uri="{FF2B5EF4-FFF2-40B4-BE49-F238E27FC236}">
                    <a16:creationId xmlns:a16="http://schemas.microsoft.com/office/drawing/2014/main" id="{6D0C8E7D-DE04-7469-C7CA-BF2B470BE8CC}"/>
                  </a:ext>
                </a:extLst>
              </p:cNvPr>
              <p:cNvSpPr/>
              <p:nvPr/>
            </p:nvSpPr>
            <p:spPr>
              <a:xfrm>
                <a:off x="8146903" y="1992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5" name="Freeform 34144">
                <a:extLst>
                  <a:ext uri="{FF2B5EF4-FFF2-40B4-BE49-F238E27FC236}">
                    <a16:creationId xmlns:a16="http://schemas.microsoft.com/office/drawing/2014/main" id="{52E1DE2F-9D71-CC3E-6AF9-EDA73459AF86}"/>
                  </a:ext>
                </a:extLst>
              </p:cNvPr>
              <p:cNvSpPr/>
              <p:nvPr/>
            </p:nvSpPr>
            <p:spPr>
              <a:xfrm>
                <a:off x="8147399" y="2015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6" name="Freeform 34145">
                <a:extLst>
                  <a:ext uri="{FF2B5EF4-FFF2-40B4-BE49-F238E27FC236}">
                    <a16:creationId xmlns:a16="http://schemas.microsoft.com/office/drawing/2014/main" id="{0094CEEE-9D51-56C0-3574-B4A7C5FD8536}"/>
                  </a:ext>
                </a:extLst>
              </p:cNvPr>
              <p:cNvSpPr/>
              <p:nvPr/>
            </p:nvSpPr>
            <p:spPr>
              <a:xfrm>
                <a:off x="8147895" y="2022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7" name="Freeform 34146">
                <a:extLst>
                  <a:ext uri="{FF2B5EF4-FFF2-40B4-BE49-F238E27FC236}">
                    <a16:creationId xmlns:a16="http://schemas.microsoft.com/office/drawing/2014/main" id="{08C67B3D-BF45-8DAA-A06E-A5D9383EA012}"/>
                  </a:ext>
                </a:extLst>
              </p:cNvPr>
              <p:cNvSpPr/>
              <p:nvPr/>
            </p:nvSpPr>
            <p:spPr>
              <a:xfrm>
                <a:off x="8148491" y="1590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8" name="Freeform 34147">
                <a:extLst>
                  <a:ext uri="{FF2B5EF4-FFF2-40B4-BE49-F238E27FC236}">
                    <a16:creationId xmlns:a16="http://schemas.microsoft.com/office/drawing/2014/main" id="{B36FCD03-0A57-F90E-11AF-152529D5CD31}"/>
                  </a:ext>
                </a:extLst>
              </p:cNvPr>
              <p:cNvSpPr/>
              <p:nvPr/>
            </p:nvSpPr>
            <p:spPr>
              <a:xfrm>
                <a:off x="8148987" y="1532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49" name="Freeform 34148">
                <a:extLst>
                  <a:ext uri="{FF2B5EF4-FFF2-40B4-BE49-F238E27FC236}">
                    <a16:creationId xmlns:a16="http://schemas.microsoft.com/office/drawing/2014/main" id="{3B754D7D-6691-D76D-E28E-9CBCFD3D8F83}"/>
                  </a:ext>
                </a:extLst>
              </p:cNvPr>
              <p:cNvSpPr/>
              <p:nvPr/>
            </p:nvSpPr>
            <p:spPr>
              <a:xfrm>
                <a:off x="8149483" y="1573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0" name="Freeform 34149">
                <a:extLst>
                  <a:ext uri="{FF2B5EF4-FFF2-40B4-BE49-F238E27FC236}">
                    <a16:creationId xmlns:a16="http://schemas.microsoft.com/office/drawing/2014/main" id="{D1A84AED-E64E-2457-7E9C-C057262CEEDB}"/>
                  </a:ext>
                </a:extLst>
              </p:cNvPr>
              <p:cNvSpPr/>
              <p:nvPr/>
            </p:nvSpPr>
            <p:spPr>
              <a:xfrm>
                <a:off x="8150078" y="1564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1" name="Freeform 34150">
                <a:extLst>
                  <a:ext uri="{FF2B5EF4-FFF2-40B4-BE49-F238E27FC236}">
                    <a16:creationId xmlns:a16="http://schemas.microsoft.com/office/drawing/2014/main" id="{43C67C74-D0F5-18AA-9536-9D4EBFD5C394}"/>
                  </a:ext>
                </a:extLst>
              </p:cNvPr>
              <p:cNvSpPr/>
              <p:nvPr/>
            </p:nvSpPr>
            <p:spPr>
              <a:xfrm>
                <a:off x="8150574" y="1547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2" name="Freeform 34151">
                <a:extLst>
                  <a:ext uri="{FF2B5EF4-FFF2-40B4-BE49-F238E27FC236}">
                    <a16:creationId xmlns:a16="http://schemas.microsoft.com/office/drawing/2014/main" id="{750BDAE0-1FC3-AA9F-5535-9B15E2E2719F}"/>
                  </a:ext>
                </a:extLst>
              </p:cNvPr>
              <p:cNvSpPr/>
              <p:nvPr/>
            </p:nvSpPr>
            <p:spPr>
              <a:xfrm>
                <a:off x="8151070" y="1508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3" name="Freeform 34152">
                <a:extLst>
                  <a:ext uri="{FF2B5EF4-FFF2-40B4-BE49-F238E27FC236}">
                    <a16:creationId xmlns:a16="http://schemas.microsoft.com/office/drawing/2014/main" id="{5CF985E2-43F2-9E26-CD1E-4D0827DB94D0}"/>
                  </a:ext>
                </a:extLst>
              </p:cNvPr>
              <p:cNvSpPr/>
              <p:nvPr/>
            </p:nvSpPr>
            <p:spPr>
              <a:xfrm>
                <a:off x="8151666" y="1435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4" name="Freeform 34153">
                <a:extLst>
                  <a:ext uri="{FF2B5EF4-FFF2-40B4-BE49-F238E27FC236}">
                    <a16:creationId xmlns:a16="http://schemas.microsoft.com/office/drawing/2014/main" id="{E6756A06-35B5-BA08-9330-04096D2A48B6}"/>
                  </a:ext>
                </a:extLst>
              </p:cNvPr>
              <p:cNvSpPr/>
              <p:nvPr/>
            </p:nvSpPr>
            <p:spPr>
              <a:xfrm>
                <a:off x="8152162" y="1418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5" name="Freeform 34154">
                <a:extLst>
                  <a:ext uri="{FF2B5EF4-FFF2-40B4-BE49-F238E27FC236}">
                    <a16:creationId xmlns:a16="http://schemas.microsoft.com/office/drawing/2014/main" id="{8BBA8F68-E5B3-1C6A-7244-FB21EA574290}"/>
                  </a:ext>
                </a:extLst>
              </p:cNvPr>
              <p:cNvSpPr/>
              <p:nvPr/>
            </p:nvSpPr>
            <p:spPr>
              <a:xfrm>
                <a:off x="8152658" y="1457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6" name="Freeform 34155">
                <a:extLst>
                  <a:ext uri="{FF2B5EF4-FFF2-40B4-BE49-F238E27FC236}">
                    <a16:creationId xmlns:a16="http://schemas.microsoft.com/office/drawing/2014/main" id="{C7F215B2-FCBC-EEC9-089E-68256FC37008}"/>
                  </a:ext>
                </a:extLst>
              </p:cNvPr>
              <p:cNvSpPr/>
              <p:nvPr/>
            </p:nvSpPr>
            <p:spPr>
              <a:xfrm>
                <a:off x="8153253" y="1480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7" name="Freeform 34156">
                <a:extLst>
                  <a:ext uri="{FF2B5EF4-FFF2-40B4-BE49-F238E27FC236}">
                    <a16:creationId xmlns:a16="http://schemas.microsoft.com/office/drawing/2014/main" id="{E1BF611B-C781-D059-D1E0-F24D86E44E47}"/>
                  </a:ext>
                </a:extLst>
              </p:cNvPr>
              <p:cNvSpPr/>
              <p:nvPr/>
            </p:nvSpPr>
            <p:spPr>
              <a:xfrm>
                <a:off x="8153749" y="1484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8" name="Freeform 34157">
                <a:extLst>
                  <a:ext uri="{FF2B5EF4-FFF2-40B4-BE49-F238E27FC236}">
                    <a16:creationId xmlns:a16="http://schemas.microsoft.com/office/drawing/2014/main" id="{E79ED7F2-4207-3C76-275E-030876C530BF}"/>
                  </a:ext>
                </a:extLst>
              </p:cNvPr>
              <p:cNvSpPr/>
              <p:nvPr/>
            </p:nvSpPr>
            <p:spPr>
              <a:xfrm>
                <a:off x="8154245" y="1507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59" name="Freeform 34158">
                <a:extLst>
                  <a:ext uri="{FF2B5EF4-FFF2-40B4-BE49-F238E27FC236}">
                    <a16:creationId xmlns:a16="http://schemas.microsoft.com/office/drawing/2014/main" id="{43732FBE-5CF6-B77F-6744-8990A16B3173}"/>
                  </a:ext>
                </a:extLst>
              </p:cNvPr>
              <p:cNvSpPr/>
              <p:nvPr/>
            </p:nvSpPr>
            <p:spPr>
              <a:xfrm>
                <a:off x="8154741" y="1508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0" name="Freeform 34159">
                <a:extLst>
                  <a:ext uri="{FF2B5EF4-FFF2-40B4-BE49-F238E27FC236}">
                    <a16:creationId xmlns:a16="http://schemas.microsoft.com/office/drawing/2014/main" id="{3E19E249-0A25-E62A-C2AE-D81074D12207}"/>
                  </a:ext>
                </a:extLst>
              </p:cNvPr>
              <p:cNvSpPr/>
              <p:nvPr/>
            </p:nvSpPr>
            <p:spPr>
              <a:xfrm>
                <a:off x="8155337" y="1469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1" name="Freeform 34160">
                <a:extLst>
                  <a:ext uri="{FF2B5EF4-FFF2-40B4-BE49-F238E27FC236}">
                    <a16:creationId xmlns:a16="http://schemas.microsoft.com/office/drawing/2014/main" id="{58DBEA33-AB9C-B319-3469-C5B4C65F3A64}"/>
                  </a:ext>
                </a:extLst>
              </p:cNvPr>
              <p:cNvSpPr/>
              <p:nvPr/>
            </p:nvSpPr>
            <p:spPr>
              <a:xfrm>
                <a:off x="8155833" y="1439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2" name="Freeform 34161">
                <a:extLst>
                  <a:ext uri="{FF2B5EF4-FFF2-40B4-BE49-F238E27FC236}">
                    <a16:creationId xmlns:a16="http://schemas.microsoft.com/office/drawing/2014/main" id="{C576FF23-E1B4-CA3E-00D0-5FAF7735EB7D}"/>
                  </a:ext>
                </a:extLst>
              </p:cNvPr>
              <p:cNvSpPr/>
              <p:nvPr/>
            </p:nvSpPr>
            <p:spPr>
              <a:xfrm>
                <a:off x="8156329" y="1658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3" name="Freeform 34162">
                <a:extLst>
                  <a:ext uri="{FF2B5EF4-FFF2-40B4-BE49-F238E27FC236}">
                    <a16:creationId xmlns:a16="http://schemas.microsoft.com/office/drawing/2014/main" id="{398A6154-73EF-51EF-09BA-B1B889A12777}"/>
                  </a:ext>
                </a:extLst>
              </p:cNvPr>
              <p:cNvSpPr/>
              <p:nvPr/>
            </p:nvSpPr>
            <p:spPr>
              <a:xfrm>
                <a:off x="8156924" y="1983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4" name="Freeform 34163">
                <a:extLst>
                  <a:ext uri="{FF2B5EF4-FFF2-40B4-BE49-F238E27FC236}">
                    <a16:creationId xmlns:a16="http://schemas.microsoft.com/office/drawing/2014/main" id="{DE00A028-C531-C311-D126-BBE3C3083B9B}"/>
                  </a:ext>
                </a:extLst>
              </p:cNvPr>
              <p:cNvSpPr/>
              <p:nvPr/>
            </p:nvSpPr>
            <p:spPr>
              <a:xfrm>
                <a:off x="8157420" y="2069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5" name="Freeform 34164">
                <a:extLst>
                  <a:ext uri="{FF2B5EF4-FFF2-40B4-BE49-F238E27FC236}">
                    <a16:creationId xmlns:a16="http://schemas.microsoft.com/office/drawing/2014/main" id="{28EF5DBA-1E41-F4D7-45B6-E02AE5D29AA5}"/>
                  </a:ext>
                </a:extLst>
              </p:cNvPr>
              <p:cNvSpPr/>
              <p:nvPr/>
            </p:nvSpPr>
            <p:spPr>
              <a:xfrm>
                <a:off x="8157916" y="2069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6" name="Freeform 34165">
                <a:extLst>
                  <a:ext uri="{FF2B5EF4-FFF2-40B4-BE49-F238E27FC236}">
                    <a16:creationId xmlns:a16="http://schemas.microsoft.com/office/drawing/2014/main" id="{7B2F4F41-B73A-B22A-7D5E-AC59D3A123CC}"/>
                  </a:ext>
                </a:extLst>
              </p:cNvPr>
              <p:cNvSpPr/>
              <p:nvPr/>
            </p:nvSpPr>
            <p:spPr>
              <a:xfrm>
                <a:off x="8158512" y="2050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7" name="Freeform 34166">
                <a:extLst>
                  <a:ext uri="{FF2B5EF4-FFF2-40B4-BE49-F238E27FC236}">
                    <a16:creationId xmlns:a16="http://schemas.microsoft.com/office/drawing/2014/main" id="{146D6162-9856-5641-5BF9-9E1265302659}"/>
                  </a:ext>
                </a:extLst>
              </p:cNvPr>
              <p:cNvSpPr/>
              <p:nvPr/>
            </p:nvSpPr>
            <p:spPr>
              <a:xfrm>
                <a:off x="8159008" y="20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8" name="Freeform 34167">
                <a:extLst>
                  <a:ext uri="{FF2B5EF4-FFF2-40B4-BE49-F238E27FC236}">
                    <a16:creationId xmlns:a16="http://schemas.microsoft.com/office/drawing/2014/main" id="{4EA769D7-4078-0400-F55B-5B379904D76D}"/>
                  </a:ext>
                </a:extLst>
              </p:cNvPr>
              <p:cNvSpPr/>
              <p:nvPr/>
            </p:nvSpPr>
            <p:spPr>
              <a:xfrm>
                <a:off x="8159504" y="2024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69" name="Freeform 34168">
                <a:extLst>
                  <a:ext uri="{FF2B5EF4-FFF2-40B4-BE49-F238E27FC236}">
                    <a16:creationId xmlns:a16="http://schemas.microsoft.com/office/drawing/2014/main" id="{98079FD6-759A-6A53-3487-BAF29D03BA60}"/>
                  </a:ext>
                </a:extLst>
              </p:cNvPr>
              <p:cNvSpPr/>
              <p:nvPr/>
            </p:nvSpPr>
            <p:spPr>
              <a:xfrm>
                <a:off x="8160099" y="2050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0" name="Freeform 34169">
                <a:extLst>
                  <a:ext uri="{FF2B5EF4-FFF2-40B4-BE49-F238E27FC236}">
                    <a16:creationId xmlns:a16="http://schemas.microsoft.com/office/drawing/2014/main" id="{B1E7B2BF-99F6-F150-C29E-24685BBB7585}"/>
                  </a:ext>
                </a:extLst>
              </p:cNvPr>
              <p:cNvSpPr/>
              <p:nvPr/>
            </p:nvSpPr>
            <p:spPr>
              <a:xfrm>
                <a:off x="8160595" y="2015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1" name="Freeform 34170">
                <a:extLst>
                  <a:ext uri="{FF2B5EF4-FFF2-40B4-BE49-F238E27FC236}">
                    <a16:creationId xmlns:a16="http://schemas.microsoft.com/office/drawing/2014/main" id="{437C4219-4B83-D26B-8C23-BDD3252D2307}"/>
                  </a:ext>
                </a:extLst>
              </p:cNvPr>
              <p:cNvSpPr/>
              <p:nvPr/>
            </p:nvSpPr>
            <p:spPr>
              <a:xfrm>
                <a:off x="8161091" y="1600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2" name="Freeform 34171">
                <a:extLst>
                  <a:ext uri="{FF2B5EF4-FFF2-40B4-BE49-F238E27FC236}">
                    <a16:creationId xmlns:a16="http://schemas.microsoft.com/office/drawing/2014/main" id="{D93F0FD2-7C3D-969D-7A6F-DD86F95E769A}"/>
                  </a:ext>
                </a:extLst>
              </p:cNvPr>
              <p:cNvSpPr/>
              <p:nvPr/>
            </p:nvSpPr>
            <p:spPr>
              <a:xfrm>
                <a:off x="8161687" y="1505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3" name="Freeform 34172">
                <a:extLst>
                  <a:ext uri="{FF2B5EF4-FFF2-40B4-BE49-F238E27FC236}">
                    <a16:creationId xmlns:a16="http://schemas.microsoft.com/office/drawing/2014/main" id="{137DEA9F-F8B2-36EA-6638-33A760C64667}"/>
                  </a:ext>
                </a:extLst>
              </p:cNvPr>
              <p:cNvSpPr/>
              <p:nvPr/>
            </p:nvSpPr>
            <p:spPr>
              <a:xfrm>
                <a:off x="8162183" y="1583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4" name="Freeform 34173">
                <a:extLst>
                  <a:ext uri="{FF2B5EF4-FFF2-40B4-BE49-F238E27FC236}">
                    <a16:creationId xmlns:a16="http://schemas.microsoft.com/office/drawing/2014/main" id="{FEFA6B66-BCB5-1CAC-3F88-1AC7FE376C9B}"/>
                  </a:ext>
                </a:extLst>
              </p:cNvPr>
              <p:cNvSpPr/>
              <p:nvPr/>
            </p:nvSpPr>
            <p:spPr>
              <a:xfrm>
                <a:off x="8162679" y="1578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5" name="Freeform 34174">
                <a:extLst>
                  <a:ext uri="{FF2B5EF4-FFF2-40B4-BE49-F238E27FC236}">
                    <a16:creationId xmlns:a16="http://schemas.microsoft.com/office/drawing/2014/main" id="{45996C89-DFE5-E7AD-6C15-80388BC958BF}"/>
                  </a:ext>
                </a:extLst>
              </p:cNvPr>
              <p:cNvSpPr/>
              <p:nvPr/>
            </p:nvSpPr>
            <p:spPr>
              <a:xfrm>
                <a:off x="8163274" y="1563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6" name="Freeform 34175">
                <a:extLst>
                  <a:ext uri="{FF2B5EF4-FFF2-40B4-BE49-F238E27FC236}">
                    <a16:creationId xmlns:a16="http://schemas.microsoft.com/office/drawing/2014/main" id="{8B3B982C-70A6-59B6-C24F-582C5EF5F246}"/>
                  </a:ext>
                </a:extLst>
              </p:cNvPr>
              <p:cNvSpPr/>
              <p:nvPr/>
            </p:nvSpPr>
            <p:spPr>
              <a:xfrm>
                <a:off x="8163770" y="1551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7" name="Freeform 34176">
                <a:extLst>
                  <a:ext uri="{FF2B5EF4-FFF2-40B4-BE49-F238E27FC236}">
                    <a16:creationId xmlns:a16="http://schemas.microsoft.com/office/drawing/2014/main" id="{A90813F6-B690-E9A7-4CAF-3DCC207561FF}"/>
                  </a:ext>
                </a:extLst>
              </p:cNvPr>
              <p:cNvSpPr/>
              <p:nvPr/>
            </p:nvSpPr>
            <p:spPr>
              <a:xfrm>
                <a:off x="8164266" y="1442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8" name="Freeform 34177">
                <a:extLst>
                  <a:ext uri="{FF2B5EF4-FFF2-40B4-BE49-F238E27FC236}">
                    <a16:creationId xmlns:a16="http://schemas.microsoft.com/office/drawing/2014/main" id="{6357619E-D472-7CB7-03AA-81F3C1BE74B0}"/>
                  </a:ext>
                </a:extLst>
              </p:cNvPr>
              <p:cNvSpPr/>
              <p:nvPr/>
            </p:nvSpPr>
            <p:spPr>
              <a:xfrm>
                <a:off x="8164862" y="1402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79" name="Freeform 34178">
                <a:extLst>
                  <a:ext uri="{FF2B5EF4-FFF2-40B4-BE49-F238E27FC236}">
                    <a16:creationId xmlns:a16="http://schemas.microsoft.com/office/drawing/2014/main" id="{30FDFCF4-05EB-0357-A255-26621134DE36}"/>
                  </a:ext>
                </a:extLst>
              </p:cNvPr>
              <p:cNvSpPr/>
              <p:nvPr/>
            </p:nvSpPr>
            <p:spPr>
              <a:xfrm>
                <a:off x="8165358" y="1349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0" name="Freeform 34179">
                <a:extLst>
                  <a:ext uri="{FF2B5EF4-FFF2-40B4-BE49-F238E27FC236}">
                    <a16:creationId xmlns:a16="http://schemas.microsoft.com/office/drawing/2014/main" id="{9F413677-DD9B-A4E5-0A4B-C95D5C3325A0}"/>
                  </a:ext>
                </a:extLst>
              </p:cNvPr>
              <p:cNvSpPr/>
              <p:nvPr/>
            </p:nvSpPr>
            <p:spPr>
              <a:xfrm>
                <a:off x="8165854" y="1291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1" name="Freeform 34180">
                <a:extLst>
                  <a:ext uri="{FF2B5EF4-FFF2-40B4-BE49-F238E27FC236}">
                    <a16:creationId xmlns:a16="http://schemas.microsoft.com/office/drawing/2014/main" id="{A8B99666-EC1D-38AF-4FA8-27993A324CF6}"/>
                  </a:ext>
                </a:extLst>
              </p:cNvPr>
              <p:cNvSpPr/>
              <p:nvPr/>
            </p:nvSpPr>
            <p:spPr>
              <a:xfrm>
                <a:off x="8166449" y="1216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2" name="Freeform 34181">
                <a:extLst>
                  <a:ext uri="{FF2B5EF4-FFF2-40B4-BE49-F238E27FC236}">
                    <a16:creationId xmlns:a16="http://schemas.microsoft.com/office/drawing/2014/main" id="{994E206D-1548-7BDD-292F-636DDD93279E}"/>
                  </a:ext>
                </a:extLst>
              </p:cNvPr>
              <p:cNvSpPr/>
              <p:nvPr/>
            </p:nvSpPr>
            <p:spPr>
              <a:xfrm>
                <a:off x="8166945" y="1181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3" name="Freeform 34182">
                <a:extLst>
                  <a:ext uri="{FF2B5EF4-FFF2-40B4-BE49-F238E27FC236}">
                    <a16:creationId xmlns:a16="http://schemas.microsoft.com/office/drawing/2014/main" id="{37687ABE-6AF1-B64A-F961-E17465683CD0}"/>
                  </a:ext>
                </a:extLst>
              </p:cNvPr>
              <p:cNvSpPr/>
              <p:nvPr/>
            </p:nvSpPr>
            <p:spPr>
              <a:xfrm>
                <a:off x="8167441" y="1159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4" name="Freeform 34183">
                <a:extLst>
                  <a:ext uri="{FF2B5EF4-FFF2-40B4-BE49-F238E27FC236}">
                    <a16:creationId xmlns:a16="http://schemas.microsoft.com/office/drawing/2014/main" id="{92D729A5-7BD9-E4ED-E7BA-74F91F1C9C2C}"/>
                  </a:ext>
                </a:extLst>
              </p:cNvPr>
              <p:cNvSpPr/>
              <p:nvPr/>
            </p:nvSpPr>
            <p:spPr>
              <a:xfrm>
                <a:off x="8167938" y="1147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5" name="Freeform 34184">
                <a:extLst>
                  <a:ext uri="{FF2B5EF4-FFF2-40B4-BE49-F238E27FC236}">
                    <a16:creationId xmlns:a16="http://schemas.microsoft.com/office/drawing/2014/main" id="{03459536-AC7C-76DD-F9B2-99A04E5DCE99}"/>
                  </a:ext>
                </a:extLst>
              </p:cNvPr>
              <p:cNvSpPr/>
              <p:nvPr/>
            </p:nvSpPr>
            <p:spPr>
              <a:xfrm>
                <a:off x="8168533" y="1193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6" name="Freeform 34185">
                <a:extLst>
                  <a:ext uri="{FF2B5EF4-FFF2-40B4-BE49-F238E27FC236}">
                    <a16:creationId xmlns:a16="http://schemas.microsoft.com/office/drawing/2014/main" id="{130E879B-3612-FD66-1187-C1E0C8BBB1FB}"/>
                  </a:ext>
                </a:extLst>
              </p:cNvPr>
              <p:cNvSpPr/>
              <p:nvPr/>
            </p:nvSpPr>
            <p:spPr>
              <a:xfrm>
                <a:off x="8169029" y="1272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7" name="Freeform 34186">
                <a:extLst>
                  <a:ext uri="{FF2B5EF4-FFF2-40B4-BE49-F238E27FC236}">
                    <a16:creationId xmlns:a16="http://schemas.microsoft.com/office/drawing/2014/main" id="{0526AD60-9CE7-145A-D4AD-2538D34D8D49}"/>
                  </a:ext>
                </a:extLst>
              </p:cNvPr>
              <p:cNvSpPr/>
              <p:nvPr/>
            </p:nvSpPr>
            <p:spPr>
              <a:xfrm>
                <a:off x="8169525" y="202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8" name="Freeform 34187">
                <a:extLst>
                  <a:ext uri="{FF2B5EF4-FFF2-40B4-BE49-F238E27FC236}">
                    <a16:creationId xmlns:a16="http://schemas.microsoft.com/office/drawing/2014/main" id="{DD648158-8900-39F6-EBE5-969D770B34A0}"/>
                  </a:ext>
                </a:extLst>
              </p:cNvPr>
              <p:cNvSpPr/>
              <p:nvPr/>
            </p:nvSpPr>
            <p:spPr>
              <a:xfrm>
                <a:off x="8170120" y="2093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89" name="Freeform 34188">
                <a:extLst>
                  <a:ext uri="{FF2B5EF4-FFF2-40B4-BE49-F238E27FC236}">
                    <a16:creationId xmlns:a16="http://schemas.microsoft.com/office/drawing/2014/main" id="{F30D485E-1305-E015-0112-0ACC15518B37}"/>
                  </a:ext>
                </a:extLst>
              </p:cNvPr>
              <p:cNvSpPr/>
              <p:nvPr/>
            </p:nvSpPr>
            <p:spPr>
              <a:xfrm>
                <a:off x="8170616" y="2079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0" name="Freeform 34189">
                <a:extLst>
                  <a:ext uri="{FF2B5EF4-FFF2-40B4-BE49-F238E27FC236}">
                    <a16:creationId xmlns:a16="http://schemas.microsoft.com/office/drawing/2014/main" id="{38B9CD3E-EE44-30F9-218B-265D6AE59FAA}"/>
                  </a:ext>
                </a:extLst>
              </p:cNvPr>
              <p:cNvSpPr/>
              <p:nvPr/>
            </p:nvSpPr>
            <p:spPr>
              <a:xfrm>
                <a:off x="8171113" y="2062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1" name="Freeform 34190">
                <a:extLst>
                  <a:ext uri="{FF2B5EF4-FFF2-40B4-BE49-F238E27FC236}">
                    <a16:creationId xmlns:a16="http://schemas.microsoft.com/office/drawing/2014/main" id="{E2ADB13C-4253-4E87-012B-44D751B7A00F}"/>
                  </a:ext>
                </a:extLst>
              </p:cNvPr>
              <p:cNvSpPr/>
              <p:nvPr/>
            </p:nvSpPr>
            <p:spPr>
              <a:xfrm>
                <a:off x="8171708" y="2061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2" name="Freeform 34191">
                <a:extLst>
                  <a:ext uri="{FF2B5EF4-FFF2-40B4-BE49-F238E27FC236}">
                    <a16:creationId xmlns:a16="http://schemas.microsoft.com/office/drawing/2014/main" id="{54B61993-9EE8-9E7F-46CA-DD574DC4F0D2}"/>
                  </a:ext>
                </a:extLst>
              </p:cNvPr>
              <p:cNvSpPr/>
              <p:nvPr/>
            </p:nvSpPr>
            <p:spPr>
              <a:xfrm>
                <a:off x="8172204" y="2076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3" name="Freeform 34192">
                <a:extLst>
                  <a:ext uri="{FF2B5EF4-FFF2-40B4-BE49-F238E27FC236}">
                    <a16:creationId xmlns:a16="http://schemas.microsoft.com/office/drawing/2014/main" id="{4C479CFB-421E-338C-43DE-D3A56A22A52D}"/>
                  </a:ext>
                </a:extLst>
              </p:cNvPr>
              <p:cNvSpPr/>
              <p:nvPr/>
            </p:nvSpPr>
            <p:spPr>
              <a:xfrm>
                <a:off x="8172700" y="2102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4" name="Freeform 34193">
                <a:extLst>
                  <a:ext uri="{FF2B5EF4-FFF2-40B4-BE49-F238E27FC236}">
                    <a16:creationId xmlns:a16="http://schemas.microsoft.com/office/drawing/2014/main" id="{464FA01A-5225-B870-13E2-B239AFF1A9DB}"/>
                  </a:ext>
                </a:extLst>
              </p:cNvPr>
              <p:cNvSpPr/>
              <p:nvPr/>
            </p:nvSpPr>
            <p:spPr>
              <a:xfrm>
                <a:off x="8173295" y="20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5" name="Freeform 34194">
                <a:extLst>
                  <a:ext uri="{FF2B5EF4-FFF2-40B4-BE49-F238E27FC236}">
                    <a16:creationId xmlns:a16="http://schemas.microsoft.com/office/drawing/2014/main" id="{A53A3611-57FD-AC2E-64CF-7441DB83B5AB}"/>
                  </a:ext>
                </a:extLst>
              </p:cNvPr>
              <p:cNvSpPr/>
              <p:nvPr/>
            </p:nvSpPr>
            <p:spPr>
              <a:xfrm>
                <a:off x="8173791" y="1424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6" name="Freeform 34195">
                <a:extLst>
                  <a:ext uri="{FF2B5EF4-FFF2-40B4-BE49-F238E27FC236}">
                    <a16:creationId xmlns:a16="http://schemas.microsoft.com/office/drawing/2014/main" id="{A9EEC81D-3F86-242B-C4A8-4F4E4149F191}"/>
                  </a:ext>
                </a:extLst>
              </p:cNvPr>
              <p:cNvSpPr/>
              <p:nvPr/>
            </p:nvSpPr>
            <p:spPr>
              <a:xfrm>
                <a:off x="8174288" y="1376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7" name="Freeform 34196">
                <a:extLst>
                  <a:ext uri="{FF2B5EF4-FFF2-40B4-BE49-F238E27FC236}">
                    <a16:creationId xmlns:a16="http://schemas.microsoft.com/office/drawing/2014/main" id="{FA0D2D2E-58AA-CC07-48F3-666BC51D3C15}"/>
                  </a:ext>
                </a:extLst>
              </p:cNvPr>
              <p:cNvSpPr/>
              <p:nvPr/>
            </p:nvSpPr>
            <p:spPr>
              <a:xfrm>
                <a:off x="8174883" y="1417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8" name="Freeform 34197">
                <a:extLst>
                  <a:ext uri="{FF2B5EF4-FFF2-40B4-BE49-F238E27FC236}">
                    <a16:creationId xmlns:a16="http://schemas.microsoft.com/office/drawing/2014/main" id="{7E7C786A-EBF0-8DF7-9177-75475FE85094}"/>
                  </a:ext>
                </a:extLst>
              </p:cNvPr>
              <p:cNvSpPr/>
              <p:nvPr/>
            </p:nvSpPr>
            <p:spPr>
              <a:xfrm>
                <a:off x="8175379" y="1419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99" name="Freeform 34198">
                <a:extLst>
                  <a:ext uri="{FF2B5EF4-FFF2-40B4-BE49-F238E27FC236}">
                    <a16:creationId xmlns:a16="http://schemas.microsoft.com/office/drawing/2014/main" id="{25AF28F8-7B17-C719-710F-7DC10345965B}"/>
                  </a:ext>
                </a:extLst>
              </p:cNvPr>
              <p:cNvSpPr/>
              <p:nvPr/>
            </p:nvSpPr>
            <p:spPr>
              <a:xfrm>
                <a:off x="8175875" y="1418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0" name="Freeform 34199">
                <a:extLst>
                  <a:ext uri="{FF2B5EF4-FFF2-40B4-BE49-F238E27FC236}">
                    <a16:creationId xmlns:a16="http://schemas.microsoft.com/office/drawing/2014/main" id="{FA8626EA-D864-1BF7-62E4-33EA73319195}"/>
                  </a:ext>
                </a:extLst>
              </p:cNvPr>
              <p:cNvSpPr/>
              <p:nvPr/>
            </p:nvSpPr>
            <p:spPr>
              <a:xfrm>
                <a:off x="8176470" y="1422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1" name="Freeform 34200">
                <a:extLst>
                  <a:ext uri="{FF2B5EF4-FFF2-40B4-BE49-F238E27FC236}">
                    <a16:creationId xmlns:a16="http://schemas.microsoft.com/office/drawing/2014/main" id="{84C069D4-971F-DEAE-C53E-CE0C4343AF86}"/>
                  </a:ext>
                </a:extLst>
              </p:cNvPr>
              <p:cNvSpPr/>
              <p:nvPr/>
            </p:nvSpPr>
            <p:spPr>
              <a:xfrm>
                <a:off x="8176966" y="1396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2" name="Freeform 34201">
                <a:extLst>
                  <a:ext uri="{FF2B5EF4-FFF2-40B4-BE49-F238E27FC236}">
                    <a16:creationId xmlns:a16="http://schemas.microsoft.com/office/drawing/2014/main" id="{68B3C774-92CD-624E-025B-6EB179281723}"/>
                  </a:ext>
                </a:extLst>
              </p:cNvPr>
              <p:cNvSpPr/>
              <p:nvPr/>
            </p:nvSpPr>
            <p:spPr>
              <a:xfrm>
                <a:off x="8177463" y="1332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3" name="Freeform 34202">
                <a:extLst>
                  <a:ext uri="{FF2B5EF4-FFF2-40B4-BE49-F238E27FC236}">
                    <a16:creationId xmlns:a16="http://schemas.microsoft.com/office/drawing/2014/main" id="{5BEFB2A4-80D1-7B4E-58EB-318149E5CAE0}"/>
                  </a:ext>
                </a:extLst>
              </p:cNvPr>
              <p:cNvSpPr/>
              <p:nvPr/>
            </p:nvSpPr>
            <p:spPr>
              <a:xfrm>
                <a:off x="8178058" y="1271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4" name="Freeform 34203">
                <a:extLst>
                  <a:ext uri="{FF2B5EF4-FFF2-40B4-BE49-F238E27FC236}">
                    <a16:creationId xmlns:a16="http://schemas.microsoft.com/office/drawing/2014/main" id="{F3F7731C-B6C9-B504-6308-73ED4E714F51}"/>
                  </a:ext>
                </a:extLst>
              </p:cNvPr>
              <p:cNvSpPr/>
              <p:nvPr/>
            </p:nvSpPr>
            <p:spPr>
              <a:xfrm>
                <a:off x="8178554" y="121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5" name="Freeform 34204">
                <a:extLst>
                  <a:ext uri="{FF2B5EF4-FFF2-40B4-BE49-F238E27FC236}">
                    <a16:creationId xmlns:a16="http://schemas.microsoft.com/office/drawing/2014/main" id="{878E8E98-2FE5-1F96-69D7-A961291095D0}"/>
                  </a:ext>
                </a:extLst>
              </p:cNvPr>
              <p:cNvSpPr/>
              <p:nvPr/>
            </p:nvSpPr>
            <p:spPr>
              <a:xfrm>
                <a:off x="8179050" y="1180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6" name="Freeform 34205">
                <a:extLst>
                  <a:ext uri="{FF2B5EF4-FFF2-40B4-BE49-F238E27FC236}">
                    <a16:creationId xmlns:a16="http://schemas.microsoft.com/office/drawing/2014/main" id="{2F186CCA-90FC-5AFB-45BC-371E7D25E52F}"/>
                  </a:ext>
                </a:extLst>
              </p:cNvPr>
              <p:cNvSpPr/>
              <p:nvPr/>
            </p:nvSpPr>
            <p:spPr>
              <a:xfrm>
                <a:off x="8179546" y="1184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7" name="Freeform 34206">
                <a:extLst>
                  <a:ext uri="{FF2B5EF4-FFF2-40B4-BE49-F238E27FC236}">
                    <a16:creationId xmlns:a16="http://schemas.microsoft.com/office/drawing/2014/main" id="{CE774B0A-F30D-012E-32D2-1EF36A2F4152}"/>
                  </a:ext>
                </a:extLst>
              </p:cNvPr>
              <p:cNvSpPr/>
              <p:nvPr/>
            </p:nvSpPr>
            <p:spPr>
              <a:xfrm>
                <a:off x="8180141" y="1159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8" name="Freeform 34207">
                <a:extLst>
                  <a:ext uri="{FF2B5EF4-FFF2-40B4-BE49-F238E27FC236}">
                    <a16:creationId xmlns:a16="http://schemas.microsoft.com/office/drawing/2014/main" id="{C2961570-85BD-0137-5160-1D7357AA4E47}"/>
                  </a:ext>
                </a:extLst>
              </p:cNvPr>
              <p:cNvSpPr/>
              <p:nvPr/>
            </p:nvSpPr>
            <p:spPr>
              <a:xfrm>
                <a:off x="8180638" y="1196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09" name="Freeform 34208">
                <a:extLst>
                  <a:ext uri="{FF2B5EF4-FFF2-40B4-BE49-F238E27FC236}">
                    <a16:creationId xmlns:a16="http://schemas.microsoft.com/office/drawing/2014/main" id="{2086DBE9-EB9C-C727-3A34-890251AE48A9}"/>
                  </a:ext>
                </a:extLst>
              </p:cNvPr>
              <p:cNvSpPr/>
              <p:nvPr/>
            </p:nvSpPr>
            <p:spPr>
              <a:xfrm>
                <a:off x="8181134" y="1295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0" name="Freeform 34209">
                <a:extLst>
                  <a:ext uri="{FF2B5EF4-FFF2-40B4-BE49-F238E27FC236}">
                    <a16:creationId xmlns:a16="http://schemas.microsoft.com/office/drawing/2014/main" id="{F872D80F-811F-05CB-FD2E-14D2B0B11E1A}"/>
                  </a:ext>
                </a:extLst>
              </p:cNvPr>
              <p:cNvSpPr/>
              <p:nvPr/>
            </p:nvSpPr>
            <p:spPr>
              <a:xfrm>
                <a:off x="8181729" y="1392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1" name="Freeform 34210">
                <a:extLst>
                  <a:ext uri="{FF2B5EF4-FFF2-40B4-BE49-F238E27FC236}">
                    <a16:creationId xmlns:a16="http://schemas.microsoft.com/office/drawing/2014/main" id="{E1014B58-EAE0-6410-BF79-3AC2F56B29EB}"/>
                  </a:ext>
                </a:extLst>
              </p:cNvPr>
              <p:cNvSpPr/>
              <p:nvPr/>
            </p:nvSpPr>
            <p:spPr>
              <a:xfrm>
                <a:off x="8182225" y="2032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2" name="Freeform 34211">
                <a:extLst>
                  <a:ext uri="{FF2B5EF4-FFF2-40B4-BE49-F238E27FC236}">
                    <a16:creationId xmlns:a16="http://schemas.microsoft.com/office/drawing/2014/main" id="{58B803A5-6944-4D49-6A88-B5412F4D6B27}"/>
                  </a:ext>
                </a:extLst>
              </p:cNvPr>
              <p:cNvSpPr/>
              <p:nvPr/>
            </p:nvSpPr>
            <p:spPr>
              <a:xfrm>
                <a:off x="8182721" y="2100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3" name="Freeform 34212">
                <a:extLst>
                  <a:ext uri="{FF2B5EF4-FFF2-40B4-BE49-F238E27FC236}">
                    <a16:creationId xmlns:a16="http://schemas.microsoft.com/office/drawing/2014/main" id="{5948AF54-C29D-C4F5-B68F-8325EF1172B0}"/>
                  </a:ext>
                </a:extLst>
              </p:cNvPr>
              <p:cNvSpPr/>
              <p:nvPr/>
            </p:nvSpPr>
            <p:spPr>
              <a:xfrm>
                <a:off x="8183316" y="2096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4" name="Freeform 34213">
                <a:extLst>
                  <a:ext uri="{FF2B5EF4-FFF2-40B4-BE49-F238E27FC236}">
                    <a16:creationId xmlns:a16="http://schemas.microsoft.com/office/drawing/2014/main" id="{8F3463CB-0771-D6B1-89D6-088C1FBD0EA1}"/>
                  </a:ext>
                </a:extLst>
              </p:cNvPr>
              <p:cNvSpPr/>
              <p:nvPr/>
            </p:nvSpPr>
            <p:spPr>
              <a:xfrm>
                <a:off x="8183813" y="2080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5" name="Freeform 34214">
                <a:extLst>
                  <a:ext uri="{FF2B5EF4-FFF2-40B4-BE49-F238E27FC236}">
                    <a16:creationId xmlns:a16="http://schemas.microsoft.com/office/drawing/2014/main" id="{9EF65CAF-CCA3-054F-5E4E-BC9AD6D20835}"/>
                  </a:ext>
                </a:extLst>
              </p:cNvPr>
              <p:cNvSpPr/>
              <p:nvPr/>
            </p:nvSpPr>
            <p:spPr>
              <a:xfrm>
                <a:off x="8184309" y="2080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6" name="Freeform 34215">
                <a:extLst>
                  <a:ext uri="{FF2B5EF4-FFF2-40B4-BE49-F238E27FC236}">
                    <a16:creationId xmlns:a16="http://schemas.microsoft.com/office/drawing/2014/main" id="{5CF984D4-761A-8BB0-06E4-59C830E8DBE8}"/>
                  </a:ext>
                </a:extLst>
              </p:cNvPr>
              <p:cNvSpPr/>
              <p:nvPr/>
            </p:nvSpPr>
            <p:spPr>
              <a:xfrm>
                <a:off x="8184904" y="2093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7" name="Freeform 34216">
                <a:extLst>
                  <a:ext uri="{FF2B5EF4-FFF2-40B4-BE49-F238E27FC236}">
                    <a16:creationId xmlns:a16="http://schemas.microsoft.com/office/drawing/2014/main" id="{5927FCB5-5132-A5ED-D7CD-C86C64C2B651}"/>
                  </a:ext>
                </a:extLst>
              </p:cNvPr>
              <p:cNvSpPr/>
              <p:nvPr/>
            </p:nvSpPr>
            <p:spPr>
              <a:xfrm>
                <a:off x="8185400" y="211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8" name="Freeform 34217">
                <a:extLst>
                  <a:ext uri="{FF2B5EF4-FFF2-40B4-BE49-F238E27FC236}">
                    <a16:creationId xmlns:a16="http://schemas.microsoft.com/office/drawing/2014/main" id="{3B1D19F2-AA04-C32A-68D6-12502E6569DB}"/>
                  </a:ext>
                </a:extLst>
              </p:cNvPr>
              <p:cNvSpPr/>
              <p:nvPr/>
            </p:nvSpPr>
            <p:spPr>
              <a:xfrm>
                <a:off x="8185896" y="208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19" name="Freeform 34218">
                <a:extLst>
                  <a:ext uri="{FF2B5EF4-FFF2-40B4-BE49-F238E27FC236}">
                    <a16:creationId xmlns:a16="http://schemas.microsoft.com/office/drawing/2014/main" id="{2E0F1C16-10C7-F0B0-E9CA-9927E3A593F0}"/>
                  </a:ext>
                </a:extLst>
              </p:cNvPr>
              <p:cNvSpPr/>
              <p:nvPr/>
            </p:nvSpPr>
            <p:spPr>
              <a:xfrm>
                <a:off x="8186491" y="1549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0" name="Freeform 34219">
                <a:extLst>
                  <a:ext uri="{FF2B5EF4-FFF2-40B4-BE49-F238E27FC236}">
                    <a16:creationId xmlns:a16="http://schemas.microsoft.com/office/drawing/2014/main" id="{E6D7DDC4-FA8D-8653-C55F-2B5AFA5323C2}"/>
                  </a:ext>
                </a:extLst>
              </p:cNvPr>
              <p:cNvSpPr/>
              <p:nvPr/>
            </p:nvSpPr>
            <p:spPr>
              <a:xfrm>
                <a:off x="8186988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1" name="Freeform 34220">
                <a:extLst>
                  <a:ext uri="{FF2B5EF4-FFF2-40B4-BE49-F238E27FC236}">
                    <a16:creationId xmlns:a16="http://schemas.microsoft.com/office/drawing/2014/main" id="{96005E61-5199-B1F3-405A-41218445C4A2}"/>
                  </a:ext>
                </a:extLst>
              </p:cNvPr>
              <p:cNvSpPr/>
              <p:nvPr/>
            </p:nvSpPr>
            <p:spPr>
              <a:xfrm>
                <a:off x="8187484" y="1520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2" name="Freeform 34221">
                <a:extLst>
                  <a:ext uri="{FF2B5EF4-FFF2-40B4-BE49-F238E27FC236}">
                    <a16:creationId xmlns:a16="http://schemas.microsoft.com/office/drawing/2014/main" id="{17D5FB54-76DA-B912-92F9-D849293E8E55}"/>
                  </a:ext>
                </a:extLst>
              </p:cNvPr>
              <p:cNvSpPr/>
              <p:nvPr/>
            </p:nvSpPr>
            <p:spPr>
              <a:xfrm>
                <a:off x="8188079" y="1512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3" name="Freeform 34222">
                <a:extLst>
                  <a:ext uri="{FF2B5EF4-FFF2-40B4-BE49-F238E27FC236}">
                    <a16:creationId xmlns:a16="http://schemas.microsoft.com/office/drawing/2014/main" id="{8D7BDAE4-E43E-13B2-80B8-3C5B9EE7DE55}"/>
                  </a:ext>
                </a:extLst>
              </p:cNvPr>
              <p:cNvSpPr/>
              <p:nvPr/>
            </p:nvSpPr>
            <p:spPr>
              <a:xfrm>
                <a:off x="8188575" y="1485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4" name="Freeform 34223">
                <a:extLst>
                  <a:ext uri="{FF2B5EF4-FFF2-40B4-BE49-F238E27FC236}">
                    <a16:creationId xmlns:a16="http://schemas.microsoft.com/office/drawing/2014/main" id="{49632D95-827F-B7BA-0DC7-53138CFE431A}"/>
                  </a:ext>
                </a:extLst>
              </p:cNvPr>
              <p:cNvSpPr/>
              <p:nvPr/>
            </p:nvSpPr>
            <p:spPr>
              <a:xfrm>
                <a:off x="8189071" y="1472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5" name="Freeform 34224">
                <a:extLst>
                  <a:ext uri="{FF2B5EF4-FFF2-40B4-BE49-F238E27FC236}">
                    <a16:creationId xmlns:a16="http://schemas.microsoft.com/office/drawing/2014/main" id="{97A1A934-EC0F-D5D1-A8B6-F610AC688979}"/>
                  </a:ext>
                </a:extLst>
              </p:cNvPr>
              <p:cNvSpPr/>
              <p:nvPr/>
            </p:nvSpPr>
            <p:spPr>
              <a:xfrm>
                <a:off x="8189666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6" name="Freeform 34225">
                <a:extLst>
                  <a:ext uri="{FF2B5EF4-FFF2-40B4-BE49-F238E27FC236}">
                    <a16:creationId xmlns:a16="http://schemas.microsoft.com/office/drawing/2014/main" id="{08D8AED7-A28F-95AA-1ADE-1C7217758B52}"/>
                  </a:ext>
                </a:extLst>
              </p:cNvPr>
              <p:cNvSpPr/>
              <p:nvPr/>
            </p:nvSpPr>
            <p:spPr>
              <a:xfrm>
                <a:off x="8190163" y="1362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7" name="Freeform 34226">
                <a:extLst>
                  <a:ext uri="{FF2B5EF4-FFF2-40B4-BE49-F238E27FC236}">
                    <a16:creationId xmlns:a16="http://schemas.microsoft.com/office/drawing/2014/main" id="{99AEE760-F0B0-EB08-62BD-997B4FE26464}"/>
                  </a:ext>
                </a:extLst>
              </p:cNvPr>
              <p:cNvSpPr/>
              <p:nvPr/>
            </p:nvSpPr>
            <p:spPr>
              <a:xfrm>
                <a:off x="8190659" y="1268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8" name="Freeform 34227">
                <a:extLst>
                  <a:ext uri="{FF2B5EF4-FFF2-40B4-BE49-F238E27FC236}">
                    <a16:creationId xmlns:a16="http://schemas.microsoft.com/office/drawing/2014/main" id="{01505579-62E7-AC24-5F8F-7572CE706DF2}"/>
                  </a:ext>
                </a:extLst>
              </p:cNvPr>
              <p:cNvSpPr/>
              <p:nvPr/>
            </p:nvSpPr>
            <p:spPr>
              <a:xfrm>
                <a:off x="8191155" y="1227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29" name="Freeform 34228">
                <a:extLst>
                  <a:ext uri="{FF2B5EF4-FFF2-40B4-BE49-F238E27FC236}">
                    <a16:creationId xmlns:a16="http://schemas.microsoft.com/office/drawing/2014/main" id="{CBFC8724-80A1-0980-4727-8323DC37187C}"/>
                  </a:ext>
                </a:extLst>
              </p:cNvPr>
              <p:cNvSpPr/>
              <p:nvPr/>
            </p:nvSpPr>
            <p:spPr>
              <a:xfrm>
                <a:off x="8191750" y="1173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0" name="Freeform 34229">
                <a:extLst>
                  <a:ext uri="{FF2B5EF4-FFF2-40B4-BE49-F238E27FC236}">
                    <a16:creationId xmlns:a16="http://schemas.microsoft.com/office/drawing/2014/main" id="{0C1A69E7-D0C2-2F99-EC93-C3F91F3235A8}"/>
                  </a:ext>
                </a:extLst>
              </p:cNvPr>
              <p:cNvSpPr/>
              <p:nvPr/>
            </p:nvSpPr>
            <p:spPr>
              <a:xfrm>
                <a:off x="8192246" y="1154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1" name="Freeform 34230">
                <a:extLst>
                  <a:ext uri="{FF2B5EF4-FFF2-40B4-BE49-F238E27FC236}">
                    <a16:creationId xmlns:a16="http://schemas.microsoft.com/office/drawing/2014/main" id="{382F13E3-75BB-B39A-3002-DBD4174A075B}"/>
                  </a:ext>
                </a:extLst>
              </p:cNvPr>
              <p:cNvSpPr/>
              <p:nvPr/>
            </p:nvSpPr>
            <p:spPr>
              <a:xfrm>
                <a:off x="8192742" y="1145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2" name="Freeform 34231">
                <a:extLst>
                  <a:ext uri="{FF2B5EF4-FFF2-40B4-BE49-F238E27FC236}">
                    <a16:creationId xmlns:a16="http://schemas.microsoft.com/office/drawing/2014/main" id="{F04E9B0C-F155-CA6B-FD80-2D3C376C2090}"/>
                  </a:ext>
                </a:extLst>
              </p:cNvPr>
              <p:cNvSpPr/>
              <p:nvPr/>
            </p:nvSpPr>
            <p:spPr>
              <a:xfrm>
                <a:off x="8193338" y="1157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3" name="Freeform 34232">
                <a:extLst>
                  <a:ext uri="{FF2B5EF4-FFF2-40B4-BE49-F238E27FC236}">
                    <a16:creationId xmlns:a16="http://schemas.microsoft.com/office/drawing/2014/main" id="{66440D67-E8FE-83B6-0060-B2D49C1E5ABE}"/>
                  </a:ext>
                </a:extLst>
              </p:cNvPr>
              <p:cNvSpPr/>
              <p:nvPr/>
            </p:nvSpPr>
            <p:spPr>
              <a:xfrm>
                <a:off x="8193834" y="1175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4" name="Freeform 34233">
                <a:extLst>
                  <a:ext uri="{FF2B5EF4-FFF2-40B4-BE49-F238E27FC236}">
                    <a16:creationId xmlns:a16="http://schemas.microsoft.com/office/drawing/2014/main" id="{B5F052DC-44D0-A12C-730A-09F10A91103D}"/>
                  </a:ext>
                </a:extLst>
              </p:cNvPr>
              <p:cNvSpPr/>
              <p:nvPr/>
            </p:nvSpPr>
            <p:spPr>
              <a:xfrm>
                <a:off x="8194330" y="1347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5" name="Freeform 34234">
                <a:extLst>
                  <a:ext uri="{FF2B5EF4-FFF2-40B4-BE49-F238E27FC236}">
                    <a16:creationId xmlns:a16="http://schemas.microsoft.com/office/drawing/2014/main" id="{A0E44C24-7785-3568-0992-56C3A11773F4}"/>
                  </a:ext>
                </a:extLst>
              </p:cNvPr>
              <p:cNvSpPr/>
              <p:nvPr/>
            </p:nvSpPr>
            <p:spPr>
              <a:xfrm>
                <a:off x="8194925" y="202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6" name="Freeform 34235">
                <a:extLst>
                  <a:ext uri="{FF2B5EF4-FFF2-40B4-BE49-F238E27FC236}">
                    <a16:creationId xmlns:a16="http://schemas.microsoft.com/office/drawing/2014/main" id="{BC15BACE-C766-B4AA-9B78-812A93937C3D}"/>
                  </a:ext>
                </a:extLst>
              </p:cNvPr>
              <p:cNvSpPr/>
              <p:nvPr/>
            </p:nvSpPr>
            <p:spPr>
              <a:xfrm>
                <a:off x="8195421" y="209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7" name="Freeform 34236">
                <a:extLst>
                  <a:ext uri="{FF2B5EF4-FFF2-40B4-BE49-F238E27FC236}">
                    <a16:creationId xmlns:a16="http://schemas.microsoft.com/office/drawing/2014/main" id="{3CBFCAB9-7EAD-9DC6-0C69-74E40A9AB47E}"/>
                  </a:ext>
                </a:extLst>
              </p:cNvPr>
              <p:cNvSpPr/>
              <p:nvPr/>
            </p:nvSpPr>
            <p:spPr>
              <a:xfrm>
                <a:off x="8195917" y="208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8" name="Freeform 34237">
                <a:extLst>
                  <a:ext uri="{FF2B5EF4-FFF2-40B4-BE49-F238E27FC236}">
                    <a16:creationId xmlns:a16="http://schemas.microsoft.com/office/drawing/2014/main" id="{37AA7056-87D7-D410-AFD8-64A49114CC5E}"/>
                  </a:ext>
                </a:extLst>
              </p:cNvPr>
              <p:cNvSpPr/>
              <p:nvPr/>
            </p:nvSpPr>
            <p:spPr>
              <a:xfrm>
                <a:off x="8196513" y="2072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39" name="Freeform 34238">
                <a:extLst>
                  <a:ext uri="{FF2B5EF4-FFF2-40B4-BE49-F238E27FC236}">
                    <a16:creationId xmlns:a16="http://schemas.microsoft.com/office/drawing/2014/main" id="{F2D6184A-EB80-685D-6B25-6E47FD6947DB}"/>
                  </a:ext>
                </a:extLst>
              </p:cNvPr>
              <p:cNvSpPr/>
              <p:nvPr/>
            </p:nvSpPr>
            <p:spPr>
              <a:xfrm>
                <a:off x="8197009" y="2058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0" name="Freeform 34239">
                <a:extLst>
                  <a:ext uri="{FF2B5EF4-FFF2-40B4-BE49-F238E27FC236}">
                    <a16:creationId xmlns:a16="http://schemas.microsoft.com/office/drawing/2014/main" id="{A758BA32-BFC2-5674-AC19-57889710EAF0}"/>
                  </a:ext>
                </a:extLst>
              </p:cNvPr>
              <p:cNvSpPr/>
              <p:nvPr/>
            </p:nvSpPr>
            <p:spPr>
              <a:xfrm>
                <a:off x="8197505" y="206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1" name="Freeform 34240">
                <a:extLst>
                  <a:ext uri="{FF2B5EF4-FFF2-40B4-BE49-F238E27FC236}">
                    <a16:creationId xmlns:a16="http://schemas.microsoft.com/office/drawing/2014/main" id="{43DDB4BC-40BC-8534-8E62-EBCE8F0F3507}"/>
                  </a:ext>
                </a:extLst>
              </p:cNvPr>
              <p:cNvSpPr/>
              <p:nvPr/>
            </p:nvSpPr>
            <p:spPr>
              <a:xfrm>
                <a:off x="8198100" y="208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2" name="Freeform 34241">
                <a:extLst>
                  <a:ext uri="{FF2B5EF4-FFF2-40B4-BE49-F238E27FC236}">
                    <a16:creationId xmlns:a16="http://schemas.microsoft.com/office/drawing/2014/main" id="{B9DDEDEA-407F-978F-97DD-69AADD00BE0D}"/>
                  </a:ext>
                </a:extLst>
              </p:cNvPr>
              <p:cNvSpPr/>
              <p:nvPr/>
            </p:nvSpPr>
            <p:spPr>
              <a:xfrm>
                <a:off x="8198596" y="2054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3" name="Freeform 34242">
                <a:extLst>
                  <a:ext uri="{FF2B5EF4-FFF2-40B4-BE49-F238E27FC236}">
                    <a16:creationId xmlns:a16="http://schemas.microsoft.com/office/drawing/2014/main" id="{2B7E6FEA-2327-1150-0FB8-0D81E5D6E252}"/>
                  </a:ext>
                </a:extLst>
              </p:cNvPr>
              <p:cNvSpPr/>
              <p:nvPr/>
            </p:nvSpPr>
            <p:spPr>
              <a:xfrm>
                <a:off x="8199092" y="1464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4" name="Freeform 34243">
                <a:extLst>
                  <a:ext uri="{FF2B5EF4-FFF2-40B4-BE49-F238E27FC236}">
                    <a16:creationId xmlns:a16="http://schemas.microsoft.com/office/drawing/2014/main" id="{4891837A-8BD4-F68F-BE82-52B154F99BE3}"/>
                  </a:ext>
                </a:extLst>
              </p:cNvPr>
              <p:cNvSpPr/>
              <p:nvPr/>
            </p:nvSpPr>
            <p:spPr>
              <a:xfrm>
                <a:off x="8199688" y="1395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5" name="Freeform 34244">
                <a:extLst>
                  <a:ext uri="{FF2B5EF4-FFF2-40B4-BE49-F238E27FC236}">
                    <a16:creationId xmlns:a16="http://schemas.microsoft.com/office/drawing/2014/main" id="{225C9CEF-4B30-D945-F2A0-B1575C3ECD76}"/>
                  </a:ext>
                </a:extLst>
              </p:cNvPr>
              <p:cNvSpPr/>
              <p:nvPr/>
            </p:nvSpPr>
            <p:spPr>
              <a:xfrm>
                <a:off x="8200184" y="1483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6" name="Freeform 34245">
                <a:extLst>
                  <a:ext uri="{FF2B5EF4-FFF2-40B4-BE49-F238E27FC236}">
                    <a16:creationId xmlns:a16="http://schemas.microsoft.com/office/drawing/2014/main" id="{A6FE44F4-01CA-89FB-1404-CF4A9375D942}"/>
                  </a:ext>
                </a:extLst>
              </p:cNvPr>
              <p:cNvSpPr/>
              <p:nvPr/>
            </p:nvSpPr>
            <p:spPr>
              <a:xfrm>
                <a:off x="8200680" y="1489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7" name="Freeform 34246">
                <a:extLst>
                  <a:ext uri="{FF2B5EF4-FFF2-40B4-BE49-F238E27FC236}">
                    <a16:creationId xmlns:a16="http://schemas.microsoft.com/office/drawing/2014/main" id="{E24DA2C7-C67A-ADE5-497A-6A637EBAC252}"/>
                  </a:ext>
                </a:extLst>
              </p:cNvPr>
              <p:cNvSpPr/>
              <p:nvPr/>
            </p:nvSpPr>
            <p:spPr>
              <a:xfrm>
                <a:off x="8201275" y="1451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8" name="Freeform 34247">
                <a:extLst>
                  <a:ext uri="{FF2B5EF4-FFF2-40B4-BE49-F238E27FC236}">
                    <a16:creationId xmlns:a16="http://schemas.microsoft.com/office/drawing/2014/main" id="{276DA318-40A6-78A6-42C9-94B55803643B}"/>
                  </a:ext>
                </a:extLst>
              </p:cNvPr>
              <p:cNvSpPr/>
              <p:nvPr/>
            </p:nvSpPr>
            <p:spPr>
              <a:xfrm>
                <a:off x="8201771" y="1426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49" name="Freeform 34248">
                <a:extLst>
                  <a:ext uri="{FF2B5EF4-FFF2-40B4-BE49-F238E27FC236}">
                    <a16:creationId xmlns:a16="http://schemas.microsoft.com/office/drawing/2014/main" id="{0EFF420A-2035-D423-034E-DED6330A7C99}"/>
                  </a:ext>
                </a:extLst>
              </p:cNvPr>
              <p:cNvSpPr/>
              <p:nvPr/>
            </p:nvSpPr>
            <p:spPr>
              <a:xfrm>
                <a:off x="8202267" y="1373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0" name="Freeform 34249">
                <a:extLst>
                  <a:ext uri="{FF2B5EF4-FFF2-40B4-BE49-F238E27FC236}">
                    <a16:creationId xmlns:a16="http://schemas.microsoft.com/office/drawing/2014/main" id="{36C622D7-D489-EB90-E680-11E6AC28F28F}"/>
                  </a:ext>
                </a:extLst>
              </p:cNvPr>
              <p:cNvSpPr/>
              <p:nvPr/>
            </p:nvSpPr>
            <p:spPr>
              <a:xfrm>
                <a:off x="8202863" y="1280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1" name="Freeform 34250">
                <a:extLst>
                  <a:ext uri="{FF2B5EF4-FFF2-40B4-BE49-F238E27FC236}">
                    <a16:creationId xmlns:a16="http://schemas.microsoft.com/office/drawing/2014/main" id="{082CD542-123A-3C18-6904-BFC0F07169E4}"/>
                  </a:ext>
                </a:extLst>
              </p:cNvPr>
              <p:cNvSpPr/>
              <p:nvPr/>
            </p:nvSpPr>
            <p:spPr>
              <a:xfrm>
                <a:off x="8203359" y="128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2" name="Freeform 34251">
                <a:extLst>
                  <a:ext uri="{FF2B5EF4-FFF2-40B4-BE49-F238E27FC236}">
                    <a16:creationId xmlns:a16="http://schemas.microsoft.com/office/drawing/2014/main" id="{1B2343C0-B811-D1B2-2A71-CC414D753052}"/>
                  </a:ext>
                </a:extLst>
              </p:cNvPr>
              <p:cNvSpPr/>
              <p:nvPr/>
            </p:nvSpPr>
            <p:spPr>
              <a:xfrm>
                <a:off x="8203855" y="1266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3" name="Freeform 34252">
                <a:extLst>
                  <a:ext uri="{FF2B5EF4-FFF2-40B4-BE49-F238E27FC236}">
                    <a16:creationId xmlns:a16="http://schemas.microsoft.com/office/drawing/2014/main" id="{F739EB43-E3DB-1DE3-AD4F-C1F46920D4F8}"/>
                  </a:ext>
                </a:extLst>
              </p:cNvPr>
              <p:cNvSpPr/>
              <p:nvPr/>
            </p:nvSpPr>
            <p:spPr>
              <a:xfrm>
                <a:off x="8204351" y="1194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4" name="Freeform 34253">
                <a:extLst>
                  <a:ext uri="{FF2B5EF4-FFF2-40B4-BE49-F238E27FC236}">
                    <a16:creationId xmlns:a16="http://schemas.microsoft.com/office/drawing/2014/main" id="{D5186C09-36A9-46C8-1ED1-8551D5DA2B19}"/>
                  </a:ext>
                </a:extLst>
              </p:cNvPr>
              <p:cNvSpPr/>
              <p:nvPr/>
            </p:nvSpPr>
            <p:spPr>
              <a:xfrm>
                <a:off x="8204946" y="1185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5" name="Freeform 34254">
                <a:extLst>
                  <a:ext uri="{FF2B5EF4-FFF2-40B4-BE49-F238E27FC236}">
                    <a16:creationId xmlns:a16="http://schemas.microsoft.com/office/drawing/2014/main" id="{E522B8F9-98FE-BCCC-6DCF-15009F51D6A3}"/>
                  </a:ext>
                </a:extLst>
              </p:cNvPr>
              <p:cNvSpPr/>
              <p:nvPr/>
            </p:nvSpPr>
            <p:spPr>
              <a:xfrm>
                <a:off x="8205442" y="1160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6" name="Freeform 34255">
                <a:extLst>
                  <a:ext uri="{FF2B5EF4-FFF2-40B4-BE49-F238E27FC236}">
                    <a16:creationId xmlns:a16="http://schemas.microsoft.com/office/drawing/2014/main" id="{2E3FFA64-5288-7694-AD40-9DFB029DF5D7}"/>
                  </a:ext>
                </a:extLst>
              </p:cNvPr>
              <p:cNvSpPr/>
              <p:nvPr/>
            </p:nvSpPr>
            <p:spPr>
              <a:xfrm>
                <a:off x="8205938" y="1202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7" name="Freeform 34256">
                <a:extLst>
                  <a:ext uri="{FF2B5EF4-FFF2-40B4-BE49-F238E27FC236}">
                    <a16:creationId xmlns:a16="http://schemas.microsoft.com/office/drawing/2014/main" id="{D4952017-CB98-501A-A241-B09D86D483A8}"/>
                  </a:ext>
                </a:extLst>
              </p:cNvPr>
              <p:cNvSpPr/>
              <p:nvPr/>
            </p:nvSpPr>
            <p:spPr>
              <a:xfrm>
                <a:off x="8206534" y="1188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8" name="Freeform 34257">
                <a:extLst>
                  <a:ext uri="{FF2B5EF4-FFF2-40B4-BE49-F238E27FC236}">
                    <a16:creationId xmlns:a16="http://schemas.microsoft.com/office/drawing/2014/main" id="{C2FB924B-30EB-4B48-E8ED-DE260687A385}"/>
                  </a:ext>
                </a:extLst>
              </p:cNvPr>
              <p:cNvSpPr/>
              <p:nvPr/>
            </p:nvSpPr>
            <p:spPr>
              <a:xfrm>
                <a:off x="8207030" y="1264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59" name="Freeform 34258">
                <a:extLst>
                  <a:ext uri="{FF2B5EF4-FFF2-40B4-BE49-F238E27FC236}">
                    <a16:creationId xmlns:a16="http://schemas.microsoft.com/office/drawing/2014/main" id="{0B04BF5C-5338-5027-B47E-BF5B4F2BAB25}"/>
                  </a:ext>
                </a:extLst>
              </p:cNvPr>
              <p:cNvSpPr/>
              <p:nvPr/>
            </p:nvSpPr>
            <p:spPr>
              <a:xfrm>
                <a:off x="8207526" y="203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0" name="Freeform 34259">
                <a:extLst>
                  <a:ext uri="{FF2B5EF4-FFF2-40B4-BE49-F238E27FC236}">
                    <a16:creationId xmlns:a16="http://schemas.microsoft.com/office/drawing/2014/main" id="{1FCEDF34-3F87-176D-11C4-DFED569FA857}"/>
                  </a:ext>
                </a:extLst>
              </p:cNvPr>
              <p:cNvSpPr/>
              <p:nvPr/>
            </p:nvSpPr>
            <p:spPr>
              <a:xfrm>
                <a:off x="8208121" y="2104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1" name="Freeform 34260">
                <a:extLst>
                  <a:ext uri="{FF2B5EF4-FFF2-40B4-BE49-F238E27FC236}">
                    <a16:creationId xmlns:a16="http://schemas.microsoft.com/office/drawing/2014/main" id="{2A374F44-86E8-D697-3CB1-D782E401D447}"/>
                  </a:ext>
                </a:extLst>
              </p:cNvPr>
              <p:cNvSpPr/>
              <p:nvPr/>
            </p:nvSpPr>
            <p:spPr>
              <a:xfrm>
                <a:off x="8208617" y="209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2" name="Freeform 34261">
                <a:extLst>
                  <a:ext uri="{FF2B5EF4-FFF2-40B4-BE49-F238E27FC236}">
                    <a16:creationId xmlns:a16="http://schemas.microsoft.com/office/drawing/2014/main" id="{8560C92D-EE49-5E5B-FC32-E92DBEDCE496}"/>
                  </a:ext>
                </a:extLst>
              </p:cNvPr>
              <p:cNvSpPr/>
              <p:nvPr/>
            </p:nvSpPr>
            <p:spPr>
              <a:xfrm>
                <a:off x="8209113" y="2071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3" name="Freeform 34262">
                <a:extLst>
                  <a:ext uri="{FF2B5EF4-FFF2-40B4-BE49-F238E27FC236}">
                    <a16:creationId xmlns:a16="http://schemas.microsoft.com/office/drawing/2014/main" id="{77730E55-A616-41D8-A695-F16564CE3A2C}"/>
                  </a:ext>
                </a:extLst>
              </p:cNvPr>
              <p:cNvSpPr/>
              <p:nvPr/>
            </p:nvSpPr>
            <p:spPr>
              <a:xfrm>
                <a:off x="8209709" y="206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4" name="Freeform 34263">
                <a:extLst>
                  <a:ext uri="{FF2B5EF4-FFF2-40B4-BE49-F238E27FC236}">
                    <a16:creationId xmlns:a16="http://schemas.microsoft.com/office/drawing/2014/main" id="{C79C8EBD-8BF9-0EE6-11DC-CB0ED13912C6}"/>
                  </a:ext>
                </a:extLst>
              </p:cNvPr>
              <p:cNvSpPr/>
              <p:nvPr/>
            </p:nvSpPr>
            <p:spPr>
              <a:xfrm>
                <a:off x="8210205" y="208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5" name="Freeform 34264">
                <a:extLst>
                  <a:ext uri="{FF2B5EF4-FFF2-40B4-BE49-F238E27FC236}">
                    <a16:creationId xmlns:a16="http://schemas.microsoft.com/office/drawing/2014/main" id="{8F25C50B-D2DF-B4CB-3E17-14D71A04F89C}"/>
                  </a:ext>
                </a:extLst>
              </p:cNvPr>
              <p:cNvSpPr/>
              <p:nvPr/>
            </p:nvSpPr>
            <p:spPr>
              <a:xfrm>
                <a:off x="8210701" y="2090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6" name="Freeform 34265">
                <a:extLst>
                  <a:ext uri="{FF2B5EF4-FFF2-40B4-BE49-F238E27FC236}">
                    <a16:creationId xmlns:a16="http://schemas.microsoft.com/office/drawing/2014/main" id="{9C658FDF-02CD-4E82-8622-55CF1C4747D2}"/>
                  </a:ext>
                </a:extLst>
              </p:cNvPr>
              <p:cNvSpPr/>
              <p:nvPr/>
            </p:nvSpPr>
            <p:spPr>
              <a:xfrm>
                <a:off x="8211296" y="2053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7" name="Freeform 34266">
                <a:extLst>
                  <a:ext uri="{FF2B5EF4-FFF2-40B4-BE49-F238E27FC236}">
                    <a16:creationId xmlns:a16="http://schemas.microsoft.com/office/drawing/2014/main" id="{746B3C5D-D7AE-2675-E7CB-42C9FE0E3E40}"/>
                  </a:ext>
                </a:extLst>
              </p:cNvPr>
              <p:cNvSpPr/>
              <p:nvPr/>
            </p:nvSpPr>
            <p:spPr>
              <a:xfrm>
                <a:off x="8211792" y="1517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8" name="Freeform 34267">
                <a:extLst>
                  <a:ext uri="{FF2B5EF4-FFF2-40B4-BE49-F238E27FC236}">
                    <a16:creationId xmlns:a16="http://schemas.microsoft.com/office/drawing/2014/main" id="{7901266D-FD17-E30C-E329-667006D14672}"/>
                  </a:ext>
                </a:extLst>
              </p:cNvPr>
              <p:cNvSpPr/>
              <p:nvPr/>
            </p:nvSpPr>
            <p:spPr>
              <a:xfrm>
                <a:off x="8212288" y="1410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9" name="Freeform 34268">
                <a:extLst>
                  <a:ext uri="{FF2B5EF4-FFF2-40B4-BE49-F238E27FC236}">
                    <a16:creationId xmlns:a16="http://schemas.microsoft.com/office/drawing/2014/main" id="{65FD724D-CA6F-74AB-B7B0-308A3C194327}"/>
                  </a:ext>
                </a:extLst>
              </p:cNvPr>
              <p:cNvSpPr/>
              <p:nvPr/>
            </p:nvSpPr>
            <p:spPr>
              <a:xfrm>
                <a:off x="8212884" y="147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0" name="Freeform 34269">
                <a:extLst>
                  <a:ext uri="{FF2B5EF4-FFF2-40B4-BE49-F238E27FC236}">
                    <a16:creationId xmlns:a16="http://schemas.microsoft.com/office/drawing/2014/main" id="{2F236F63-35B1-F35C-CAC2-D9B657DEFF10}"/>
                  </a:ext>
                </a:extLst>
              </p:cNvPr>
              <p:cNvSpPr/>
              <p:nvPr/>
            </p:nvSpPr>
            <p:spPr>
              <a:xfrm>
                <a:off x="8213380" y="1488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1" name="Freeform 34270">
                <a:extLst>
                  <a:ext uri="{FF2B5EF4-FFF2-40B4-BE49-F238E27FC236}">
                    <a16:creationId xmlns:a16="http://schemas.microsoft.com/office/drawing/2014/main" id="{13E9AD84-9959-6590-8680-1EF389D127BA}"/>
                  </a:ext>
                </a:extLst>
              </p:cNvPr>
              <p:cNvSpPr/>
              <p:nvPr/>
            </p:nvSpPr>
            <p:spPr>
              <a:xfrm>
                <a:off x="8213876" y="1471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2" name="Freeform 34271">
                <a:extLst>
                  <a:ext uri="{FF2B5EF4-FFF2-40B4-BE49-F238E27FC236}">
                    <a16:creationId xmlns:a16="http://schemas.microsoft.com/office/drawing/2014/main" id="{21D8B758-1552-3F68-747B-AACCCA027CCF}"/>
                  </a:ext>
                </a:extLst>
              </p:cNvPr>
              <p:cNvSpPr/>
              <p:nvPr/>
            </p:nvSpPr>
            <p:spPr>
              <a:xfrm>
                <a:off x="8214471" y="1425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3" name="Freeform 34272">
                <a:extLst>
                  <a:ext uri="{FF2B5EF4-FFF2-40B4-BE49-F238E27FC236}">
                    <a16:creationId xmlns:a16="http://schemas.microsoft.com/office/drawing/2014/main" id="{FA33DC33-AA95-233E-967D-C57CF8179CF2}"/>
                  </a:ext>
                </a:extLst>
              </p:cNvPr>
              <p:cNvSpPr/>
              <p:nvPr/>
            </p:nvSpPr>
            <p:spPr>
              <a:xfrm>
                <a:off x="8214967" y="1382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4" name="Freeform 34273">
                <a:extLst>
                  <a:ext uri="{FF2B5EF4-FFF2-40B4-BE49-F238E27FC236}">
                    <a16:creationId xmlns:a16="http://schemas.microsoft.com/office/drawing/2014/main" id="{0B027F5C-FDB4-82E0-9B12-885EBD6B11F1}"/>
                  </a:ext>
                </a:extLst>
              </p:cNvPr>
              <p:cNvSpPr/>
              <p:nvPr/>
            </p:nvSpPr>
            <p:spPr>
              <a:xfrm>
                <a:off x="8215463" y="1303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5" name="Freeform 34274">
                <a:extLst>
                  <a:ext uri="{FF2B5EF4-FFF2-40B4-BE49-F238E27FC236}">
                    <a16:creationId xmlns:a16="http://schemas.microsoft.com/office/drawing/2014/main" id="{A38233A1-F255-A3F1-EE55-BAAB59A1EA9A}"/>
                  </a:ext>
                </a:extLst>
              </p:cNvPr>
              <p:cNvSpPr/>
              <p:nvPr/>
            </p:nvSpPr>
            <p:spPr>
              <a:xfrm>
                <a:off x="8215959" y="1287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6" name="Freeform 34275">
                <a:extLst>
                  <a:ext uri="{FF2B5EF4-FFF2-40B4-BE49-F238E27FC236}">
                    <a16:creationId xmlns:a16="http://schemas.microsoft.com/office/drawing/2014/main" id="{5AD867D8-BACC-9C0B-798C-01706888B0D1}"/>
                  </a:ext>
                </a:extLst>
              </p:cNvPr>
              <p:cNvSpPr/>
              <p:nvPr/>
            </p:nvSpPr>
            <p:spPr>
              <a:xfrm>
                <a:off x="8216555" y="1274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7" name="Freeform 34276">
                <a:extLst>
                  <a:ext uri="{FF2B5EF4-FFF2-40B4-BE49-F238E27FC236}">
                    <a16:creationId xmlns:a16="http://schemas.microsoft.com/office/drawing/2014/main" id="{7B6F914C-51E9-99AB-DEF5-4EACBDDE7CBE}"/>
                  </a:ext>
                </a:extLst>
              </p:cNvPr>
              <p:cNvSpPr/>
              <p:nvPr/>
            </p:nvSpPr>
            <p:spPr>
              <a:xfrm>
                <a:off x="8217051" y="1253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8" name="Freeform 34277">
                <a:extLst>
                  <a:ext uri="{FF2B5EF4-FFF2-40B4-BE49-F238E27FC236}">
                    <a16:creationId xmlns:a16="http://schemas.microsoft.com/office/drawing/2014/main" id="{7194ED63-AA47-B2B7-5E8E-99ABF0255C8F}"/>
                  </a:ext>
                </a:extLst>
              </p:cNvPr>
              <p:cNvSpPr/>
              <p:nvPr/>
            </p:nvSpPr>
            <p:spPr>
              <a:xfrm>
                <a:off x="8217547" y="1262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9" name="Freeform 34278">
                <a:extLst>
                  <a:ext uri="{FF2B5EF4-FFF2-40B4-BE49-F238E27FC236}">
                    <a16:creationId xmlns:a16="http://schemas.microsoft.com/office/drawing/2014/main" id="{CD47DB08-E214-0DA5-02A8-925DCA6ABA29}"/>
                  </a:ext>
                </a:extLst>
              </p:cNvPr>
              <p:cNvSpPr/>
              <p:nvPr/>
            </p:nvSpPr>
            <p:spPr>
              <a:xfrm>
                <a:off x="8218142" y="1277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0" name="Freeform 34279">
                <a:extLst>
                  <a:ext uri="{FF2B5EF4-FFF2-40B4-BE49-F238E27FC236}">
                    <a16:creationId xmlns:a16="http://schemas.microsoft.com/office/drawing/2014/main" id="{AD476E04-CEB9-838F-1F7E-69804BE35D46}"/>
                  </a:ext>
                </a:extLst>
              </p:cNvPr>
              <p:cNvSpPr/>
              <p:nvPr/>
            </p:nvSpPr>
            <p:spPr>
              <a:xfrm>
                <a:off x="8218638" y="1320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1" name="Freeform 34280">
                <a:extLst>
                  <a:ext uri="{FF2B5EF4-FFF2-40B4-BE49-F238E27FC236}">
                    <a16:creationId xmlns:a16="http://schemas.microsoft.com/office/drawing/2014/main" id="{02A513EE-91D8-9D88-79D8-301E875456FA}"/>
                  </a:ext>
                </a:extLst>
              </p:cNvPr>
              <p:cNvSpPr/>
              <p:nvPr/>
            </p:nvSpPr>
            <p:spPr>
              <a:xfrm>
                <a:off x="8219134" y="1341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2" name="Freeform 34281">
                <a:extLst>
                  <a:ext uri="{FF2B5EF4-FFF2-40B4-BE49-F238E27FC236}">
                    <a16:creationId xmlns:a16="http://schemas.microsoft.com/office/drawing/2014/main" id="{57D1E08D-D338-EE0F-980D-67C75699290F}"/>
                  </a:ext>
                </a:extLst>
              </p:cNvPr>
              <p:cNvSpPr/>
              <p:nvPr/>
            </p:nvSpPr>
            <p:spPr>
              <a:xfrm>
                <a:off x="8219730" y="1508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3" name="Freeform 34282">
                <a:extLst>
                  <a:ext uri="{FF2B5EF4-FFF2-40B4-BE49-F238E27FC236}">
                    <a16:creationId xmlns:a16="http://schemas.microsoft.com/office/drawing/2014/main" id="{18C681D1-1F90-C8CF-6493-6A529C35ABD9}"/>
                  </a:ext>
                </a:extLst>
              </p:cNvPr>
              <p:cNvSpPr/>
              <p:nvPr/>
            </p:nvSpPr>
            <p:spPr>
              <a:xfrm>
                <a:off x="8220226" y="1921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4" name="Freeform 34283">
                <a:extLst>
                  <a:ext uri="{FF2B5EF4-FFF2-40B4-BE49-F238E27FC236}">
                    <a16:creationId xmlns:a16="http://schemas.microsoft.com/office/drawing/2014/main" id="{8180183A-E267-FBF2-3DAB-FE69B10FA222}"/>
                  </a:ext>
                </a:extLst>
              </p:cNvPr>
              <p:cNvSpPr/>
              <p:nvPr/>
            </p:nvSpPr>
            <p:spPr>
              <a:xfrm>
                <a:off x="8220722" y="2026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5" name="Freeform 34284">
                <a:extLst>
                  <a:ext uri="{FF2B5EF4-FFF2-40B4-BE49-F238E27FC236}">
                    <a16:creationId xmlns:a16="http://schemas.microsoft.com/office/drawing/2014/main" id="{8F5AAB79-E338-9CF2-8C53-D6BFC458CE2B}"/>
                  </a:ext>
                </a:extLst>
              </p:cNvPr>
              <p:cNvSpPr/>
              <p:nvPr/>
            </p:nvSpPr>
            <p:spPr>
              <a:xfrm>
                <a:off x="8221317" y="2030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6" name="Freeform 34285">
                <a:extLst>
                  <a:ext uri="{FF2B5EF4-FFF2-40B4-BE49-F238E27FC236}">
                    <a16:creationId xmlns:a16="http://schemas.microsoft.com/office/drawing/2014/main" id="{A8791827-7B28-0B22-12DB-86A5E4ECB5ED}"/>
                  </a:ext>
                </a:extLst>
              </p:cNvPr>
              <p:cNvSpPr/>
              <p:nvPr/>
            </p:nvSpPr>
            <p:spPr>
              <a:xfrm>
                <a:off x="8221813" y="2011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7" name="Freeform 34286">
                <a:extLst>
                  <a:ext uri="{FF2B5EF4-FFF2-40B4-BE49-F238E27FC236}">
                    <a16:creationId xmlns:a16="http://schemas.microsoft.com/office/drawing/2014/main" id="{A7C6978B-1C45-E4FD-4DD9-B60DDF3D0BE4}"/>
                  </a:ext>
                </a:extLst>
              </p:cNvPr>
              <p:cNvSpPr/>
              <p:nvPr/>
            </p:nvSpPr>
            <p:spPr>
              <a:xfrm>
                <a:off x="8222309" y="2007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8" name="Freeform 34287">
                <a:extLst>
                  <a:ext uri="{FF2B5EF4-FFF2-40B4-BE49-F238E27FC236}">
                    <a16:creationId xmlns:a16="http://schemas.microsoft.com/office/drawing/2014/main" id="{DC273D2D-10CD-31A9-76A3-821A26AE858B}"/>
                  </a:ext>
                </a:extLst>
              </p:cNvPr>
              <p:cNvSpPr/>
              <p:nvPr/>
            </p:nvSpPr>
            <p:spPr>
              <a:xfrm>
                <a:off x="8222905" y="201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9" name="Freeform 34288">
                <a:extLst>
                  <a:ext uri="{FF2B5EF4-FFF2-40B4-BE49-F238E27FC236}">
                    <a16:creationId xmlns:a16="http://schemas.microsoft.com/office/drawing/2014/main" id="{2CD4EDF7-5336-D277-279B-8522A86EFA66}"/>
                  </a:ext>
                </a:extLst>
              </p:cNvPr>
              <p:cNvSpPr/>
              <p:nvPr/>
            </p:nvSpPr>
            <p:spPr>
              <a:xfrm>
                <a:off x="8223401" y="20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0" name="Freeform 34289">
                <a:extLst>
                  <a:ext uri="{FF2B5EF4-FFF2-40B4-BE49-F238E27FC236}">
                    <a16:creationId xmlns:a16="http://schemas.microsoft.com/office/drawing/2014/main" id="{DFDB0A38-F289-5F2A-56C1-8949EB3AD9CF}"/>
                  </a:ext>
                </a:extLst>
              </p:cNvPr>
              <p:cNvSpPr/>
              <p:nvPr/>
            </p:nvSpPr>
            <p:spPr>
              <a:xfrm>
                <a:off x="8223897" y="1972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1" name="Freeform 34290">
                <a:extLst>
                  <a:ext uri="{FF2B5EF4-FFF2-40B4-BE49-F238E27FC236}">
                    <a16:creationId xmlns:a16="http://schemas.microsoft.com/office/drawing/2014/main" id="{6964BB99-2983-0492-3565-7BF539C1A10D}"/>
                  </a:ext>
                </a:extLst>
              </p:cNvPr>
              <p:cNvSpPr/>
              <p:nvPr/>
            </p:nvSpPr>
            <p:spPr>
              <a:xfrm>
                <a:off x="8224492" y="1600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2" name="Freeform 34291">
                <a:extLst>
                  <a:ext uri="{FF2B5EF4-FFF2-40B4-BE49-F238E27FC236}">
                    <a16:creationId xmlns:a16="http://schemas.microsoft.com/office/drawing/2014/main" id="{365FD93F-529B-FFB1-8E29-1345399ABC89}"/>
                  </a:ext>
                </a:extLst>
              </p:cNvPr>
              <p:cNvSpPr/>
              <p:nvPr/>
            </p:nvSpPr>
            <p:spPr>
              <a:xfrm>
                <a:off x="8224988" y="1416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3" name="Freeform 34292">
                <a:extLst>
                  <a:ext uri="{FF2B5EF4-FFF2-40B4-BE49-F238E27FC236}">
                    <a16:creationId xmlns:a16="http://schemas.microsoft.com/office/drawing/2014/main" id="{171EA586-41C0-C971-ABF7-50B28E1E90A9}"/>
                  </a:ext>
                </a:extLst>
              </p:cNvPr>
              <p:cNvSpPr/>
              <p:nvPr/>
            </p:nvSpPr>
            <p:spPr>
              <a:xfrm>
                <a:off x="8225484" y="13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4" name="Freeform 34293">
                <a:extLst>
                  <a:ext uri="{FF2B5EF4-FFF2-40B4-BE49-F238E27FC236}">
                    <a16:creationId xmlns:a16="http://schemas.microsoft.com/office/drawing/2014/main" id="{650319DB-0F63-A8F7-0B3E-E95F88A38271}"/>
                  </a:ext>
                </a:extLst>
              </p:cNvPr>
              <p:cNvSpPr/>
              <p:nvPr/>
            </p:nvSpPr>
            <p:spPr>
              <a:xfrm>
                <a:off x="8226080" y="1330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5" name="Freeform 34294">
                <a:extLst>
                  <a:ext uri="{FF2B5EF4-FFF2-40B4-BE49-F238E27FC236}">
                    <a16:creationId xmlns:a16="http://schemas.microsoft.com/office/drawing/2014/main" id="{16DC25C6-7673-A756-C21E-EBCF09200991}"/>
                  </a:ext>
                </a:extLst>
              </p:cNvPr>
              <p:cNvSpPr/>
              <p:nvPr/>
            </p:nvSpPr>
            <p:spPr>
              <a:xfrm>
                <a:off x="8226576" y="1374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6" name="Freeform 34295">
                <a:extLst>
                  <a:ext uri="{FF2B5EF4-FFF2-40B4-BE49-F238E27FC236}">
                    <a16:creationId xmlns:a16="http://schemas.microsoft.com/office/drawing/2014/main" id="{2A82DE79-34D0-3B0E-5A47-2AE1F63E15F7}"/>
                  </a:ext>
                </a:extLst>
              </p:cNvPr>
              <p:cNvSpPr/>
              <p:nvPr/>
            </p:nvSpPr>
            <p:spPr>
              <a:xfrm>
                <a:off x="8227072" y="13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7" name="Freeform 34296">
                <a:extLst>
                  <a:ext uri="{FF2B5EF4-FFF2-40B4-BE49-F238E27FC236}">
                    <a16:creationId xmlns:a16="http://schemas.microsoft.com/office/drawing/2014/main" id="{23EEEE3F-19B9-3A33-C92B-167812904D26}"/>
                  </a:ext>
                </a:extLst>
              </p:cNvPr>
              <p:cNvSpPr/>
              <p:nvPr/>
            </p:nvSpPr>
            <p:spPr>
              <a:xfrm>
                <a:off x="8227568" y="1242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8" name="Freeform 34297">
                <a:extLst>
                  <a:ext uri="{FF2B5EF4-FFF2-40B4-BE49-F238E27FC236}">
                    <a16:creationId xmlns:a16="http://schemas.microsoft.com/office/drawing/2014/main" id="{3297E83F-0058-9300-D67B-21A0A1D8F15D}"/>
                  </a:ext>
                </a:extLst>
              </p:cNvPr>
              <p:cNvSpPr/>
              <p:nvPr/>
            </p:nvSpPr>
            <p:spPr>
              <a:xfrm>
                <a:off x="8228163" y="1244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9" name="Freeform 34298">
                <a:extLst>
                  <a:ext uri="{FF2B5EF4-FFF2-40B4-BE49-F238E27FC236}">
                    <a16:creationId xmlns:a16="http://schemas.microsoft.com/office/drawing/2014/main" id="{89846747-22D8-CD2A-04BC-9C4B179F4BA4}"/>
                  </a:ext>
                </a:extLst>
              </p:cNvPr>
              <p:cNvSpPr/>
              <p:nvPr/>
            </p:nvSpPr>
            <p:spPr>
              <a:xfrm>
                <a:off x="8228659" y="1147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0" name="Freeform 34299">
                <a:extLst>
                  <a:ext uri="{FF2B5EF4-FFF2-40B4-BE49-F238E27FC236}">
                    <a16:creationId xmlns:a16="http://schemas.microsoft.com/office/drawing/2014/main" id="{9382EC36-3A74-27FD-A65D-90AA54A6F859}"/>
                  </a:ext>
                </a:extLst>
              </p:cNvPr>
              <p:cNvSpPr/>
              <p:nvPr/>
            </p:nvSpPr>
            <p:spPr>
              <a:xfrm>
                <a:off x="8229155" y="11274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1" name="Freeform 34300">
                <a:extLst>
                  <a:ext uri="{FF2B5EF4-FFF2-40B4-BE49-F238E27FC236}">
                    <a16:creationId xmlns:a16="http://schemas.microsoft.com/office/drawing/2014/main" id="{E4C275E5-D657-CEF9-A702-78969BB3AA99}"/>
                  </a:ext>
                </a:extLst>
              </p:cNvPr>
              <p:cNvSpPr/>
              <p:nvPr/>
            </p:nvSpPr>
            <p:spPr>
              <a:xfrm>
                <a:off x="8229751" y="1151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2" name="Freeform 34301">
                <a:extLst>
                  <a:ext uri="{FF2B5EF4-FFF2-40B4-BE49-F238E27FC236}">
                    <a16:creationId xmlns:a16="http://schemas.microsoft.com/office/drawing/2014/main" id="{B5E8781F-1AE5-E6A6-2A62-B295CA4A3BB6}"/>
                  </a:ext>
                </a:extLst>
              </p:cNvPr>
              <p:cNvSpPr/>
              <p:nvPr/>
            </p:nvSpPr>
            <p:spPr>
              <a:xfrm>
                <a:off x="8230247" y="1119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3" name="Freeform 34302">
                <a:extLst>
                  <a:ext uri="{FF2B5EF4-FFF2-40B4-BE49-F238E27FC236}">
                    <a16:creationId xmlns:a16="http://schemas.microsoft.com/office/drawing/2014/main" id="{BAB601B8-AE0F-BCBF-69D0-08C6C72F7CF4}"/>
                  </a:ext>
                </a:extLst>
              </p:cNvPr>
              <p:cNvSpPr/>
              <p:nvPr/>
            </p:nvSpPr>
            <p:spPr>
              <a:xfrm>
                <a:off x="8230743" y="1142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4" name="Freeform 34303">
                <a:extLst>
                  <a:ext uri="{FF2B5EF4-FFF2-40B4-BE49-F238E27FC236}">
                    <a16:creationId xmlns:a16="http://schemas.microsoft.com/office/drawing/2014/main" id="{8766911F-D5AB-C376-073D-C284E49F9419}"/>
                  </a:ext>
                </a:extLst>
              </p:cNvPr>
              <p:cNvSpPr/>
              <p:nvPr/>
            </p:nvSpPr>
            <p:spPr>
              <a:xfrm>
                <a:off x="8231338" y="1175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5" name="Freeform 34304">
                <a:extLst>
                  <a:ext uri="{FF2B5EF4-FFF2-40B4-BE49-F238E27FC236}">
                    <a16:creationId xmlns:a16="http://schemas.microsoft.com/office/drawing/2014/main" id="{F39AB1E5-AF01-BB6E-C251-F31C147F2B4A}"/>
                  </a:ext>
                </a:extLst>
              </p:cNvPr>
              <p:cNvSpPr/>
              <p:nvPr/>
            </p:nvSpPr>
            <p:spPr>
              <a:xfrm>
                <a:off x="8231834" y="118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6" name="Freeform 34305">
                <a:extLst>
                  <a:ext uri="{FF2B5EF4-FFF2-40B4-BE49-F238E27FC236}">
                    <a16:creationId xmlns:a16="http://schemas.microsoft.com/office/drawing/2014/main" id="{91669311-36AA-FB25-3882-0EF105B83E2A}"/>
                  </a:ext>
                </a:extLst>
              </p:cNvPr>
              <p:cNvSpPr/>
              <p:nvPr/>
            </p:nvSpPr>
            <p:spPr>
              <a:xfrm>
                <a:off x="8232330" y="1309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7" name="Freeform 34306">
                <a:extLst>
                  <a:ext uri="{FF2B5EF4-FFF2-40B4-BE49-F238E27FC236}">
                    <a16:creationId xmlns:a16="http://schemas.microsoft.com/office/drawing/2014/main" id="{EB3EC4B8-1639-A892-10C7-4FD15C3130E7}"/>
                  </a:ext>
                </a:extLst>
              </p:cNvPr>
              <p:cNvSpPr/>
              <p:nvPr/>
            </p:nvSpPr>
            <p:spPr>
              <a:xfrm>
                <a:off x="8232926" y="1547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8" name="Freeform 34307">
                <a:extLst>
                  <a:ext uri="{FF2B5EF4-FFF2-40B4-BE49-F238E27FC236}">
                    <a16:creationId xmlns:a16="http://schemas.microsoft.com/office/drawing/2014/main" id="{2F75FEC0-68B7-8AC6-2130-542DE8B710C9}"/>
                  </a:ext>
                </a:extLst>
              </p:cNvPr>
              <p:cNvSpPr/>
              <p:nvPr/>
            </p:nvSpPr>
            <p:spPr>
              <a:xfrm>
                <a:off x="8233422" y="16575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9" name="Freeform 34308">
                <a:extLst>
                  <a:ext uri="{FF2B5EF4-FFF2-40B4-BE49-F238E27FC236}">
                    <a16:creationId xmlns:a16="http://schemas.microsoft.com/office/drawing/2014/main" id="{B11C083C-022E-CE62-EC96-C3516A71DE5C}"/>
                  </a:ext>
                </a:extLst>
              </p:cNvPr>
              <p:cNvSpPr/>
              <p:nvPr/>
            </p:nvSpPr>
            <p:spPr>
              <a:xfrm>
                <a:off x="8233918" y="1671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0" name="Freeform 34309">
                <a:extLst>
                  <a:ext uri="{FF2B5EF4-FFF2-40B4-BE49-F238E27FC236}">
                    <a16:creationId xmlns:a16="http://schemas.microsoft.com/office/drawing/2014/main" id="{C3E805C1-DA30-61BD-10E1-75212D31256E}"/>
                  </a:ext>
                </a:extLst>
              </p:cNvPr>
              <p:cNvSpPr/>
              <p:nvPr/>
            </p:nvSpPr>
            <p:spPr>
              <a:xfrm>
                <a:off x="8234513" y="1687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1" name="Freeform 34310">
                <a:extLst>
                  <a:ext uri="{FF2B5EF4-FFF2-40B4-BE49-F238E27FC236}">
                    <a16:creationId xmlns:a16="http://schemas.microsoft.com/office/drawing/2014/main" id="{299A8E5F-3B4C-0116-1E8D-C349AB409A93}"/>
                  </a:ext>
                </a:extLst>
              </p:cNvPr>
              <p:cNvSpPr/>
              <p:nvPr/>
            </p:nvSpPr>
            <p:spPr>
              <a:xfrm>
                <a:off x="8235009" y="1684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2" name="Freeform 34311">
                <a:extLst>
                  <a:ext uri="{FF2B5EF4-FFF2-40B4-BE49-F238E27FC236}">
                    <a16:creationId xmlns:a16="http://schemas.microsoft.com/office/drawing/2014/main" id="{852AF23C-3611-DC36-BC7C-3379F0E98D1E}"/>
                  </a:ext>
                </a:extLst>
              </p:cNvPr>
              <p:cNvSpPr/>
              <p:nvPr/>
            </p:nvSpPr>
            <p:spPr>
              <a:xfrm>
                <a:off x="8235505" y="1669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3" name="Freeform 34312">
                <a:extLst>
                  <a:ext uri="{FF2B5EF4-FFF2-40B4-BE49-F238E27FC236}">
                    <a16:creationId xmlns:a16="http://schemas.microsoft.com/office/drawing/2014/main" id="{2F6C6BA2-8965-17BB-C7F0-98C84139D2F6}"/>
                  </a:ext>
                </a:extLst>
              </p:cNvPr>
              <p:cNvSpPr/>
              <p:nvPr/>
            </p:nvSpPr>
            <p:spPr>
              <a:xfrm>
                <a:off x="8236101" y="1632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4" name="Freeform 34313">
                <a:extLst>
                  <a:ext uri="{FF2B5EF4-FFF2-40B4-BE49-F238E27FC236}">
                    <a16:creationId xmlns:a16="http://schemas.microsoft.com/office/drawing/2014/main" id="{08489253-6534-96D1-529B-B07DE24FE521}"/>
                  </a:ext>
                </a:extLst>
              </p:cNvPr>
              <p:cNvSpPr/>
              <p:nvPr/>
            </p:nvSpPr>
            <p:spPr>
              <a:xfrm>
                <a:off x="8236597" y="1564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5" name="Freeform 34314">
                <a:extLst>
                  <a:ext uri="{FF2B5EF4-FFF2-40B4-BE49-F238E27FC236}">
                    <a16:creationId xmlns:a16="http://schemas.microsoft.com/office/drawing/2014/main" id="{49BAB5F9-59FF-EE81-5153-5E05C0DB18EB}"/>
                  </a:ext>
                </a:extLst>
              </p:cNvPr>
              <p:cNvSpPr/>
              <p:nvPr/>
            </p:nvSpPr>
            <p:spPr>
              <a:xfrm>
                <a:off x="8237093" y="1407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6" name="Freeform 34315">
                <a:extLst>
                  <a:ext uri="{FF2B5EF4-FFF2-40B4-BE49-F238E27FC236}">
                    <a16:creationId xmlns:a16="http://schemas.microsoft.com/office/drawing/2014/main" id="{C2973E54-E2E0-C4FB-A8D4-0FFA4EE1F8D4}"/>
                  </a:ext>
                </a:extLst>
              </p:cNvPr>
              <p:cNvSpPr/>
              <p:nvPr/>
            </p:nvSpPr>
            <p:spPr>
              <a:xfrm>
                <a:off x="8237688" y="1343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7" name="Freeform 34316">
                <a:extLst>
                  <a:ext uri="{FF2B5EF4-FFF2-40B4-BE49-F238E27FC236}">
                    <a16:creationId xmlns:a16="http://schemas.microsoft.com/office/drawing/2014/main" id="{C0D202BE-385C-F819-C696-4D34150CEA9E}"/>
                  </a:ext>
                </a:extLst>
              </p:cNvPr>
              <p:cNvSpPr/>
              <p:nvPr/>
            </p:nvSpPr>
            <p:spPr>
              <a:xfrm>
                <a:off x="8238184" y="1391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8" name="Freeform 34317">
                <a:extLst>
                  <a:ext uri="{FF2B5EF4-FFF2-40B4-BE49-F238E27FC236}">
                    <a16:creationId xmlns:a16="http://schemas.microsoft.com/office/drawing/2014/main" id="{54C07BB3-B03D-A8CF-3847-B09D4819F354}"/>
                  </a:ext>
                </a:extLst>
              </p:cNvPr>
              <p:cNvSpPr/>
              <p:nvPr/>
            </p:nvSpPr>
            <p:spPr>
              <a:xfrm>
                <a:off x="8238680" y="1388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9" name="Freeform 34318">
                <a:extLst>
                  <a:ext uri="{FF2B5EF4-FFF2-40B4-BE49-F238E27FC236}">
                    <a16:creationId xmlns:a16="http://schemas.microsoft.com/office/drawing/2014/main" id="{4058EC21-5635-0FFF-4934-E99BADD583DE}"/>
                  </a:ext>
                </a:extLst>
              </p:cNvPr>
              <p:cNvSpPr/>
              <p:nvPr/>
            </p:nvSpPr>
            <p:spPr>
              <a:xfrm>
                <a:off x="8239276" y="1371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0" name="Freeform 34319">
                <a:extLst>
                  <a:ext uri="{FF2B5EF4-FFF2-40B4-BE49-F238E27FC236}">
                    <a16:creationId xmlns:a16="http://schemas.microsoft.com/office/drawing/2014/main" id="{295FBB0F-6DF1-B317-DF31-EB913BE56A7B}"/>
                  </a:ext>
                </a:extLst>
              </p:cNvPr>
              <p:cNvSpPr/>
              <p:nvPr/>
            </p:nvSpPr>
            <p:spPr>
              <a:xfrm>
                <a:off x="8239772" y="1350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1" name="Freeform 34320">
                <a:extLst>
                  <a:ext uri="{FF2B5EF4-FFF2-40B4-BE49-F238E27FC236}">
                    <a16:creationId xmlns:a16="http://schemas.microsoft.com/office/drawing/2014/main" id="{18BDB359-9B72-BF59-9C22-3EE0B308252A}"/>
                  </a:ext>
                </a:extLst>
              </p:cNvPr>
              <p:cNvSpPr/>
              <p:nvPr/>
            </p:nvSpPr>
            <p:spPr>
              <a:xfrm>
                <a:off x="8240268" y="1339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2" name="Freeform 34321">
                <a:extLst>
                  <a:ext uri="{FF2B5EF4-FFF2-40B4-BE49-F238E27FC236}">
                    <a16:creationId xmlns:a16="http://schemas.microsoft.com/office/drawing/2014/main" id="{DDF157B4-B69B-094E-02FE-76AE0B97A4B5}"/>
                  </a:ext>
                </a:extLst>
              </p:cNvPr>
              <p:cNvSpPr/>
              <p:nvPr/>
            </p:nvSpPr>
            <p:spPr>
              <a:xfrm>
                <a:off x="8240764" y="1290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3" name="Freeform 34322">
                <a:extLst>
                  <a:ext uri="{FF2B5EF4-FFF2-40B4-BE49-F238E27FC236}">
                    <a16:creationId xmlns:a16="http://schemas.microsoft.com/office/drawing/2014/main" id="{7C04EE9C-2C1F-34C1-3C9C-E82DB177E28F}"/>
                  </a:ext>
                </a:extLst>
              </p:cNvPr>
              <p:cNvSpPr/>
              <p:nvPr/>
            </p:nvSpPr>
            <p:spPr>
              <a:xfrm>
                <a:off x="8241359" y="1181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4" name="Freeform 34323">
                <a:extLst>
                  <a:ext uri="{FF2B5EF4-FFF2-40B4-BE49-F238E27FC236}">
                    <a16:creationId xmlns:a16="http://schemas.microsoft.com/office/drawing/2014/main" id="{E7D5DE09-F4DF-6456-6FF7-FD55FD0AC439}"/>
                  </a:ext>
                </a:extLst>
              </p:cNvPr>
              <p:cNvSpPr/>
              <p:nvPr/>
            </p:nvSpPr>
            <p:spPr>
              <a:xfrm>
                <a:off x="8241855" y="1142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5" name="Freeform 34324">
                <a:extLst>
                  <a:ext uri="{FF2B5EF4-FFF2-40B4-BE49-F238E27FC236}">
                    <a16:creationId xmlns:a16="http://schemas.microsoft.com/office/drawing/2014/main" id="{7C42845F-BC4F-D84B-83CA-06AA511E63CA}"/>
                  </a:ext>
                </a:extLst>
              </p:cNvPr>
              <p:cNvSpPr/>
              <p:nvPr/>
            </p:nvSpPr>
            <p:spPr>
              <a:xfrm>
                <a:off x="8242352" y="1166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6" name="Freeform 34325">
                <a:extLst>
                  <a:ext uri="{FF2B5EF4-FFF2-40B4-BE49-F238E27FC236}">
                    <a16:creationId xmlns:a16="http://schemas.microsoft.com/office/drawing/2014/main" id="{FD1D0103-7D50-6635-4A1F-5D94314FF61E}"/>
                  </a:ext>
                </a:extLst>
              </p:cNvPr>
              <p:cNvSpPr/>
              <p:nvPr/>
            </p:nvSpPr>
            <p:spPr>
              <a:xfrm>
                <a:off x="8242947" y="1176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7" name="Freeform 34326">
                <a:extLst>
                  <a:ext uri="{FF2B5EF4-FFF2-40B4-BE49-F238E27FC236}">
                    <a16:creationId xmlns:a16="http://schemas.microsoft.com/office/drawing/2014/main" id="{EC6CA7D0-AE6E-7F67-9D0B-43F295BF683E}"/>
                  </a:ext>
                </a:extLst>
              </p:cNvPr>
              <p:cNvSpPr/>
              <p:nvPr/>
            </p:nvSpPr>
            <p:spPr>
              <a:xfrm>
                <a:off x="8243443" y="1188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8" name="Freeform 34327">
                <a:extLst>
                  <a:ext uri="{FF2B5EF4-FFF2-40B4-BE49-F238E27FC236}">
                    <a16:creationId xmlns:a16="http://schemas.microsoft.com/office/drawing/2014/main" id="{21DF882D-351C-B850-7B38-58FBA8DCDFB8}"/>
                  </a:ext>
                </a:extLst>
              </p:cNvPr>
              <p:cNvSpPr/>
              <p:nvPr/>
            </p:nvSpPr>
            <p:spPr>
              <a:xfrm>
                <a:off x="8243939" y="1224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9" name="Freeform 34328">
                <a:extLst>
                  <a:ext uri="{FF2B5EF4-FFF2-40B4-BE49-F238E27FC236}">
                    <a16:creationId xmlns:a16="http://schemas.microsoft.com/office/drawing/2014/main" id="{4AE126A3-4D89-8646-E4C3-04DDDF610EA0}"/>
                  </a:ext>
                </a:extLst>
              </p:cNvPr>
              <p:cNvSpPr/>
              <p:nvPr/>
            </p:nvSpPr>
            <p:spPr>
              <a:xfrm>
                <a:off x="8244534" y="1225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0" name="Freeform 34329">
                <a:extLst>
                  <a:ext uri="{FF2B5EF4-FFF2-40B4-BE49-F238E27FC236}">
                    <a16:creationId xmlns:a16="http://schemas.microsoft.com/office/drawing/2014/main" id="{EBC8E864-33AF-B6E9-3CA8-EC56753D229A}"/>
                  </a:ext>
                </a:extLst>
              </p:cNvPr>
              <p:cNvSpPr/>
              <p:nvPr/>
            </p:nvSpPr>
            <p:spPr>
              <a:xfrm>
                <a:off x="8245030" y="1385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1" name="Freeform 34330">
                <a:extLst>
                  <a:ext uri="{FF2B5EF4-FFF2-40B4-BE49-F238E27FC236}">
                    <a16:creationId xmlns:a16="http://schemas.microsoft.com/office/drawing/2014/main" id="{8DAA4FC3-3E26-EF7D-360D-955820488F11}"/>
                  </a:ext>
                </a:extLst>
              </p:cNvPr>
              <p:cNvSpPr/>
              <p:nvPr/>
            </p:nvSpPr>
            <p:spPr>
              <a:xfrm>
                <a:off x="8245527" y="1590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2" name="Freeform 34331">
                <a:extLst>
                  <a:ext uri="{FF2B5EF4-FFF2-40B4-BE49-F238E27FC236}">
                    <a16:creationId xmlns:a16="http://schemas.microsoft.com/office/drawing/2014/main" id="{9B225459-8A62-2B50-B2EC-DCC3C7742715}"/>
                  </a:ext>
                </a:extLst>
              </p:cNvPr>
              <p:cNvSpPr/>
              <p:nvPr/>
            </p:nvSpPr>
            <p:spPr>
              <a:xfrm>
                <a:off x="8246122" y="1699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3" name="Freeform 34332">
                <a:extLst>
                  <a:ext uri="{FF2B5EF4-FFF2-40B4-BE49-F238E27FC236}">
                    <a16:creationId xmlns:a16="http://schemas.microsoft.com/office/drawing/2014/main" id="{63237CC7-4120-DE1A-7E80-4EDFE8D9FC45}"/>
                  </a:ext>
                </a:extLst>
              </p:cNvPr>
              <p:cNvSpPr/>
              <p:nvPr/>
            </p:nvSpPr>
            <p:spPr>
              <a:xfrm>
                <a:off x="8246618" y="1667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4" name="Freeform 34333">
                <a:extLst>
                  <a:ext uri="{FF2B5EF4-FFF2-40B4-BE49-F238E27FC236}">
                    <a16:creationId xmlns:a16="http://schemas.microsoft.com/office/drawing/2014/main" id="{804B5B78-7A16-6D17-C6CF-A242A3859D04}"/>
                  </a:ext>
                </a:extLst>
              </p:cNvPr>
              <p:cNvSpPr/>
              <p:nvPr/>
            </p:nvSpPr>
            <p:spPr>
              <a:xfrm>
                <a:off x="8247114" y="1666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5" name="Freeform 34334">
                <a:extLst>
                  <a:ext uri="{FF2B5EF4-FFF2-40B4-BE49-F238E27FC236}">
                    <a16:creationId xmlns:a16="http://schemas.microsoft.com/office/drawing/2014/main" id="{6199C8EC-FF81-BB11-A7BA-7BA0535AF0E3}"/>
                  </a:ext>
                </a:extLst>
              </p:cNvPr>
              <p:cNvSpPr/>
              <p:nvPr/>
            </p:nvSpPr>
            <p:spPr>
              <a:xfrm>
                <a:off x="8247709" y="1679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6" name="Freeform 34335">
                <a:extLst>
                  <a:ext uri="{FF2B5EF4-FFF2-40B4-BE49-F238E27FC236}">
                    <a16:creationId xmlns:a16="http://schemas.microsoft.com/office/drawing/2014/main" id="{8C5CEDFE-F718-FD71-418F-942F02DA99FB}"/>
                  </a:ext>
                </a:extLst>
              </p:cNvPr>
              <p:cNvSpPr/>
              <p:nvPr/>
            </p:nvSpPr>
            <p:spPr>
              <a:xfrm>
                <a:off x="8248205" y="1696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7" name="Freeform 34336">
                <a:extLst>
                  <a:ext uri="{FF2B5EF4-FFF2-40B4-BE49-F238E27FC236}">
                    <a16:creationId xmlns:a16="http://schemas.microsoft.com/office/drawing/2014/main" id="{BD5D37CC-0729-56F7-2415-2B006B8835F9}"/>
                  </a:ext>
                </a:extLst>
              </p:cNvPr>
              <p:cNvSpPr/>
              <p:nvPr/>
            </p:nvSpPr>
            <p:spPr>
              <a:xfrm>
                <a:off x="8248702" y="1716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8" name="Freeform 34337">
                <a:extLst>
                  <a:ext uri="{FF2B5EF4-FFF2-40B4-BE49-F238E27FC236}">
                    <a16:creationId xmlns:a16="http://schemas.microsoft.com/office/drawing/2014/main" id="{DD536712-BD9B-C81D-696D-2EAC543AF910}"/>
                  </a:ext>
                </a:extLst>
              </p:cNvPr>
              <p:cNvSpPr/>
              <p:nvPr/>
            </p:nvSpPr>
            <p:spPr>
              <a:xfrm>
                <a:off x="8249297" y="1632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9" name="Freeform 34338">
                <a:extLst>
                  <a:ext uri="{FF2B5EF4-FFF2-40B4-BE49-F238E27FC236}">
                    <a16:creationId xmlns:a16="http://schemas.microsoft.com/office/drawing/2014/main" id="{1B22FFE8-F1FF-0988-08FE-E029E8C5416B}"/>
                  </a:ext>
                </a:extLst>
              </p:cNvPr>
              <p:cNvSpPr/>
              <p:nvPr/>
            </p:nvSpPr>
            <p:spPr>
              <a:xfrm>
                <a:off x="8249793" y="1487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0" name="Freeform 34339">
                <a:extLst>
                  <a:ext uri="{FF2B5EF4-FFF2-40B4-BE49-F238E27FC236}">
                    <a16:creationId xmlns:a16="http://schemas.microsoft.com/office/drawing/2014/main" id="{32D06F43-4690-2310-1408-D1E633A881EE}"/>
                  </a:ext>
                </a:extLst>
              </p:cNvPr>
              <p:cNvSpPr/>
              <p:nvPr/>
            </p:nvSpPr>
            <p:spPr>
              <a:xfrm>
                <a:off x="8250289" y="1474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1" name="Freeform 34340">
                <a:extLst>
                  <a:ext uri="{FF2B5EF4-FFF2-40B4-BE49-F238E27FC236}">
                    <a16:creationId xmlns:a16="http://schemas.microsoft.com/office/drawing/2014/main" id="{F0BC46F1-3B3F-8453-412C-D4FA4A579825}"/>
                  </a:ext>
                </a:extLst>
              </p:cNvPr>
              <p:cNvSpPr/>
              <p:nvPr/>
            </p:nvSpPr>
            <p:spPr>
              <a:xfrm>
                <a:off x="8250884" y="1492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2" name="Freeform 34341">
                <a:extLst>
                  <a:ext uri="{FF2B5EF4-FFF2-40B4-BE49-F238E27FC236}">
                    <a16:creationId xmlns:a16="http://schemas.microsoft.com/office/drawing/2014/main" id="{EA545189-2E01-0C48-698D-AA660F184BEF}"/>
                  </a:ext>
                </a:extLst>
              </p:cNvPr>
              <p:cNvSpPr/>
              <p:nvPr/>
            </p:nvSpPr>
            <p:spPr>
              <a:xfrm>
                <a:off x="8251380" y="1495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3" name="Freeform 34342">
                <a:extLst>
                  <a:ext uri="{FF2B5EF4-FFF2-40B4-BE49-F238E27FC236}">
                    <a16:creationId xmlns:a16="http://schemas.microsoft.com/office/drawing/2014/main" id="{48F9E7DC-0C55-D19C-22B4-B93726898210}"/>
                  </a:ext>
                </a:extLst>
              </p:cNvPr>
              <p:cNvSpPr/>
              <p:nvPr/>
            </p:nvSpPr>
            <p:spPr>
              <a:xfrm>
                <a:off x="8251877" y="1470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4" name="Freeform 34343">
                <a:extLst>
                  <a:ext uri="{FF2B5EF4-FFF2-40B4-BE49-F238E27FC236}">
                    <a16:creationId xmlns:a16="http://schemas.microsoft.com/office/drawing/2014/main" id="{F259A904-68D1-5D96-7851-8DD431D45955}"/>
                  </a:ext>
                </a:extLst>
              </p:cNvPr>
              <p:cNvSpPr/>
              <p:nvPr/>
            </p:nvSpPr>
            <p:spPr>
              <a:xfrm>
                <a:off x="8252373" y="1463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5" name="Freeform 34344">
                <a:extLst>
                  <a:ext uri="{FF2B5EF4-FFF2-40B4-BE49-F238E27FC236}">
                    <a16:creationId xmlns:a16="http://schemas.microsoft.com/office/drawing/2014/main" id="{4DDD17F4-2B51-886C-DA73-07F7C853F70E}"/>
                  </a:ext>
                </a:extLst>
              </p:cNvPr>
              <p:cNvSpPr/>
              <p:nvPr/>
            </p:nvSpPr>
            <p:spPr>
              <a:xfrm>
                <a:off x="8252968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6" name="Freeform 34345">
                <a:extLst>
                  <a:ext uri="{FF2B5EF4-FFF2-40B4-BE49-F238E27FC236}">
                    <a16:creationId xmlns:a16="http://schemas.microsoft.com/office/drawing/2014/main" id="{78C47922-B842-7E2B-7BD4-D9FE01DD468E}"/>
                  </a:ext>
                </a:extLst>
              </p:cNvPr>
              <p:cNvSpPr/>
              <p:nvPr/>
            </p:nvSpPr>
            <p:spPr>
              <a:xfrm>
                <a:off x="8253464" y="1335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7" name="Freeform 34346">
                <a:extLst>
                  <a:ext uri="{FF2B5EF4-FFF2-40B4-BE49-F238E27FC236}">
                    <a16:creationId xmlns:a16="http://schemas.microsoft.com/office/drawing/2014/main" id="{AA734317-D328-AC87-4C07-7A272FF5D549}"/>
                  </a:ext>
                </a:extLst>
              </p:cNvPr>
              <p:cNvSpPr/>
              <p:nvPr/>
            </p:nvSpPr>
            <p:spPr>
              <a:xfrm>
                <a:off x="8253960" y="1311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8" name="Freeform 34347">
                <a:extLst>
                  <a:ext uri="{FF2B5EF4-FFF2-40B4-BE49-F238E27FC236}">
                    <a16:creationId xmlns:a16="http://schemas.microsoft.com/office/drawing/2014/main" id="{A999C5D3-CA96-5C17-B2EE-0EA088780D64}"/>
                  </a:ext>
                </a:extLst>
              </p:cNvPr>
              <p:cNvSpPr/>
              <p:nvPr/>
            </p:nvSpPr>
            <p:spPr>
              <a:xfrm>
                <a:off x="8254555" y="1343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9" name="Freeform 34348">
                <a:extLst>
                  <a:ext uri="{FF2B5EF4-FFF2-40B4-BE49-F238E27FC236}">
                    <a16:creationId xmlns:a16="http://schemas.microsoft.com/office/drawing/2014/main" id="{40FC3A02-C358-3DD1-CE10-6DC2FBE2B371}"/>
                  </a:ext>
                </a:extLst>
              </p:cNvPr>
              <p:cNvSpPr/>
              <p:nvPr/>
            </p:nvSpPr>
            <p:spPr>
              <a:xfrm>
                <a:off x="8255052" y="1316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0" name="Freeform 34349">
                <a:extLst>
                  <a:ext uri="{FF2B5EF4-FFF2-40B4-BE49-F238E27FC236}">
                    <a16:creationId xmlns:a16="http://schemas.microsoft.com/office/drawing/2014/main" id="{D56FCF84-7A68-E0A1-909A-25B543399CD5}"/>
                  </a:ext>
                </a:extLst>
              </p:cNvPr>
              <p:cNvSpPr/>
              <p:nvPr/>
            </p:nvSpPr>
            <p:spPr>
              <a:xfrm>
                <a:off x="8255548" y="1279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1" name="Freeform 34350">
                <a:extLst>
                  <a:ext uri="{FF2B5EF4-FFF2-40B4-BE49-F238E27FC236}">
                    <a16:creationId xmlns:a16="http://schemas.microsoft.com/office/drawing/2014/main" id="{FE3E8B5B-2CDF-31B7-DF80-21A8C31A3A43}"/>
                  </a:ext>
                </a:extLst>
              </p:cNvPr>
              <p:cNvSpPr/>
              <p:nvPr/>
            </p:nvSpPr>
            <p:spPr>
              <a:xfrm>
                <a:off x="8256143" y="1278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2" name="Freeform 34351">
                <a:extLst>
                  <a:ext uri="{FF2B5EF4-FFF2-40B4-BE49-F238E27FC236}">
                    <a16:creationId xmlns:a16="http://schemas.microsoft.com/office/drawing/2014/main" id="{D57CDAED-9CF1-D208-F6BE-C8E9B1C493DA}"/>
                  </a:ext>
                </a:extLst>
              </p:cNvPr>
              <p:cNvSpPr/>
              <p:nvPr/>
            </p:nvSpPr>
            <p:spPr>
              <a:xfrm>
                <a:off x="8256639" y="13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3" name="Freeform 34352">
                <a:extLst>
                  <a:ext uri="{FF2B5EF4-FFF2-40B4-BE49-F238E27FC236}">
                    <a16:creationId xmlns:a16="http://schemas.microsoft.com/office/drawing/2014/main" id="{7E6C7ACC-02D5-3FDE-858C-7AC8756DD49A}"/>
                  </a:ext>
                </a:extLst>
              </p:cNvPr>
              <p:cNvSpPr/>
              <p:nvPr/>
            </p:nvSpPr>
            <p:spPr>
              <a:xfrm>
                <a:off x="8257135" y="1348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4" name="Freeform 34353">
                <a:extLst>
                  <a:ext uri="{FF2B5EF4-FFF2-40B4-BE49-F238E27FC236}">
                    <a16:creationId xmlns:a16="http://schemas.microsoft.com/office/drawing/2014/main" id="{2CB1EA9F-DC1D-A9F9-1D16-9BB769C38CEB}"/>
                  </a:ext>
                </a:extLst>
              </p:cNvPr>
              <p:cNvSpPr/>
              <p:nvPr/>
            </p:nvSpPr>
            <p:spPr>
              <a:xfrm>
                <a:off x="8257730" y="1435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5" name="Freeform 34354">
                <a:extLst>
                  <a:ext uri="{FF2B5EF4-FFF2-40B4-BE49-F238E27FC236}">
                    <a16:creationId xmlns:a16="http://schemas.microsoft.com/office/drawing/2014/main" id="{75310F9E-1683-7A70-2497-5F3E32A0D7D1}"/>
                  </a:ext>
                </a:extLst>
              </p:cNvPr>
              <p:cNvSpPr/>
              <p:nvPr/>
            </p:nvSpPr>
            <p:spPr>
              <a:xfrm>
                <a:off x="8258227" y="1609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6" name="Freeform 34355">
                <a:extLst>
                  <a:ext uri="{FF2B5EF4-FFF2-40B4-BE49-F238E27FC236}">
                    <a16:creationId xmlns:a16="http://schemas.microsoft.com/office/drawing/2014/main" id="{A29EC4D9-3A90-79E0-4A3A-B4B75035BF0E}"/>
                  </a:ext>
                </a:extLst>
              </p:cNvPr>
              <p:cNvSpPr/>
              <p:nvPr/>
            </p:nvSpPr>
            <p:spPr>
              <a:xfrm>
                <a:off x="8258723" y="1724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7" name="Freeform 34356">
                <a:extLst>
                  <a:ext uri="{FF2B5EF4-FFF2-40B4-BE49-F238E27FC236}">
                    <a16:creationId xmlns:a16="http://schemas.microsoft.com/office/drawing/2014/main" id="{29A2B121-BEC0-98CC-9C04-526509506306}"/>
                  </a:ext>
                </a:extLst>
              </p:cNvPr>
              <p:cNvSpPr/>
              <p:nvPr/>
            </p:nvSpPr>
            <p:spPr>
              <a:xfrm>
                <a:off x="8259318" y="1735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8" name="Freeform 34357">
                <a:extLst>
                  <a:ext uri="{FF2B5EF4-FFF2-40B4-BE49-F238E27FC236}">
                    <a16:creationId xmlns:a16="http://schemas.microsoft.com/office/drawing/2014/main" id="{EA2F341B-C173-6689-5D59-50408A5C794C}"/>
                  </a:ext>
                </a:extLst>
              </p:cNvPr>
              <p:cNvSpPr/>
              <p:nvPr/>
            </p:nvSpPr>
            <p:spPr>
              <a:xfrm>
                <a:off x="8259814" y="1728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9" name="Freeform 34358">
                <a:extLst>
                  <a:ext uri="{FF2B5EF4-FFF2-40B4-BE49-F238E27FC236}">
                    <a16:creationId xmlns:a16="http://schemas.microsoft.com/office/drawing/2014/main" id="{6BE3EDB2-855E-050E-903F-8432C2B1CAE7}"/>
                  </a:ext>
                </a:extLst>
              </p:cNvPr>
              <p:cNvSpPr/>
              <p:nvPr/>
            </p:nvSpPr>
            <p:spPr>
              <a:xfrm>
                <a:off x="8260310" y="1727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0" name="Freeform 34359">
                <a:extLst>
                  <a:ext uri="{FF2B5EF4-FFF2-40B4-BE49-F238E27FC236}">
                    <a16:creationId xmlns:a16="http://schemas.microsoft.com/office/drawing/2014/main" id="{5B62F34A-2764-659A-274D-FF863DF5E179}"/>
                  </a:ext>
                </a:extLst>
              </p:cNvPr>
              <p:cNvSpPr/>
              <p:nvPr/>
            </p:nvSpPr>
            <p:spPr>
              <a:xfrm>
                <a:off x="8260905" y="1733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1" name="Freeform 34360">
                <a:extLst>
                  <a:ext uri="{FF2B5EF4-FFF2-40B4-BE49-F238E27FC236}">
                    <a16:creationId xmlns:a16="http://schemas.microsoft.com/office/drawing/2014/main" id="{B06749D9-23E5-537B-01C1-131F60F726F1}"/>
                  </a:ext>
                </a:extLst>
              </p:cNvPr>
              <p:cNvSpPr/>
              <p:nvPr/>
            </p:nvSpPr>
            <p:spPr>
              <a:xfrm>
                <a:off x="8261402" y="1788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2" name="Freeform 34361">
                <a:extLst>
                  <a:ext uri="{FF2B5EF4-FFF2-40B4-BE49-F238E27FC236}">
                    <a16:creationId xmlns:a16="http://schemas.microsoft.com/office/drawing/2014/main" id="{F539A86B-E42B-3546-BB03-6DCB70079520}"/>
                  </a:ext>
                </a:extLst>
              </p:cNvPr>
              <p:cNvSpPr/>
              <p:nvPr/>
            </p:nvSpPr>
            <p:spPr>
              <a:xfrm>
                <a:off x="8261898" y="1666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3" name="Freeform 34362">
                <a:extLst>
                  <a:ext uri="{FF2B5EF4-FFF2-40B4-BE49-F238E27FC236}">
                    <a16:creationId xmlns:a16="http://schemas.microsoft.com/office/drawing/2014/main" id="{33DBF054-DD6C-6A22-3F0A-9FDEF7B5F0B2}"/>
                  </a:ext>
                </a:extLst>
              </p:cNvPr>
              <p:cNvSpPr/>
              <p:nvPr/>
            </p:nvSpPr>
            <p:spPr>
              <a:xfrm>
                <a:off x="8262493" y="1482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4" name="Freeform 34363">
                <a:extLst>
                  <a:ext uri="{FF2B5EF4-FFF2-40B4-BE49-F238E27FC236}">
                    <a16:creationId xmlns:a16="http://schemas.microsoft.com/office/drawing/2014/main" id="{9F8DE8F5-F9DA-82A9-DE34-F498A8A1B540}"/>
                  </a:ext>
                </a:extLst>
              </p:cNvPr>
              <p:cNvSpPr/>
              <p:nvPr/>
            </p:nvSpPr>
            <p:spPr>
              <a:xfrm>
                <a:off x="8262989" y="1529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5" name="Freeform 34364">
                <a:extLst>
                  <a:ext uri="{FF2B5EF4-FFF2-40B4-BE49-F238E27FC236}">
                    <a16:creationId xmlns:a16="http://schemas.microsoft.com/office/drawing/2014/main" id="{25C3950C-BAD2-20FC-1861-58A7E3A10470}"/>
                  </a:ext>
                </a:extLst>
              </p:cNvPr>
              <p:cNvSpPr/>
              <p:nvPr/>
            </p:nvSpPr>
            <p:spPr>
              <a:xfrm>
                <a:off x="8263485" y="1562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6" name="Freeform 34365">
                <a:extLst>
                  <a:ext uri="{FF2B5EF4-FFF2-40B4-BE49-F238E27FC236}">
                    <a16:creationId xmlns:a16="http://schemas.microsoft.com/office/drawing/2014/main" id="{E965D46E-58B7-3EA1-4D18-9AE66617F2E3}"/>
                  </a:ext>
                </a:extLst>
              </p:cNvPr>
              <p:cNvSpPr/>
              <p:nvPr/>
            </p:nvSpPr>
            <p:spPr>
              <a:xfrm>
                <a:off x="8264080" y="1540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7" name="Freeform 34366">
                <a:extLst>
                  <a:ext uri="{FF2B5EF4-FFF2-40B4-BE49-F238E27FC236}">
                    <a16:creationId xmlns:a16="http://schemas.microsoft.com/office/drawing/2014/main" id="{59EDE08A-DB81-F802-1512-D125E9A13B56}"/>
                  </a:ext>
                </a:extLst>
              </p:cNvPr>
              <p:cNvSpPr/>
              <p:nvPr/>
            </p:nvSpPr>
            <p:spPr>
              <a:xfrm>
                <a:off x="8264577" y="1500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8" name="Freeform 34367">
                <a:extLst>
                  <a:ext uri="{FF2B5EF4-FFF2-40B4-BE49-F238E27FC236}">
                    <a16:creationId xmlns:a16="http://schemas.microsoft.com/office/drawing/2014/main" id="{F4B05790-AC4B-9A1B-8DFA-C8C50E82E6ED}"/>
                  </a:ext>
                </a:extLst>
              </p:cNvPr>
              <p:cNvSpPr/>
              <p:nvPr/>
            </p:nvSpPr>
            <p:spPr>
              <a:xfrm>
                <a:off x="8265073" y="1466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9" name="Freeform 34368">
                <a:extLst>
                  <a:ext uri="{FF2B5EF4-FFF2-40B4-BE49-F238E27FC236}">
                    <a16:creationId xmlns:a16="http://schemas.microsoft.com/office/drawing/2014/main" id="{E38E3196-57BB-3E6F-8F46-168A778274BE}"/>
                  </a:ext>
                </a:extLst>
              </p:cNvPr>
              <p:cNvSpPr/>
              <p:nvPr/>
            </p:nvSpPr>
            <p:spPr>
              <a:xfrm>
                <a:off x="8265569" y="1453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0" name="Freeform 34369">
                <a:extLst>
                  <a:ext uri="{FF2B5EF4-FFF2-40B4-BE49-F238E27FC236}">
                    <a16:creationId xmlns:a16="http://schemas.microsoft.com/office/drawing/2014/main" id="{89CFAEB4-A5B7-D430-6559-AC0DA7A9101D}"/>
                  </a:ext>
                </a:extLst>
              </p:cNvPr>
              <p:cNvSpPr/>
              <p:nvPr/>
            </p:nvSpPr>
            <p:spPr>
              <a:xfrm>
                <a:off x="8266164" y="1367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1" name="Freeform 34370">
                <a:extLst>
                  <a:ext uri="{FF2B5EF4-FFF2-40B4-BE49-F238E27FC236}">
                    <a16:creationId xmlns:a16="http://schemas.microsoft.com/office/drawing/2014/main" id="{9127EF0C-EA36-2CF1-F32F-47EF580D84A2}"/>
                  </a:ext>
                </a:extLst>
              </p:cNvPr>
              <p:cNvSpPr/>
              <p:nvPr/>
            </p:nvSpPr>
            <p:spPr>
              <a:xfrm>
                <a:off x="8266660" y="1308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2" name="Freeform 34371">
                <a:extLst>
                  <a:ext uri="{FF2B5EF4-FFF2-40B4-BE49-F238E27FC236}">
                    <a16:creationId xmlns:a16="http://schemas.microsoft.com/office/drawing/2014/main" id="{AD06B374-9D69-616B-CDF7-460EACCCA45D}"/>
                  </a:ext>
                </a:extLst>
              </p:cNvPr>
              <p:cNvSpPr/>
              <p:nvPr/>
            </p:nvSpPr>
            <p:spPr>
              <a:xfrm>
                <a:off x="8267156" y="1318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3" name="Freeform 34372">
                <a:extLst>
                  <a:ext uri="{FF2B5EF4-FFF2-40B4-BE49-F238E27FC236}">
                    <a16:creationId xmlns:a16="http://schemas.microsoft.com/office/drawing/2014/main" id="{345FC16C-71A6-C2A6-5D67-2BCB7F803763}"/>
                  </a:ext>
                </a:extLst>
              </p:cNvPr>
              <p:cNvSpPr/>
              <p:nvPr/>
            </p:nvSpPr>
            <p:spPr>
              <a:xfrm>
                <a:off x="8267752" y="1289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4" name="Freeform 34373">
                <a:extLst>
                  <a:ext uri="{FF2B5EF4-FFF2-40B4-BE49-F238E27FC236}">
                    <a16:creationId xmlns:a16="http://schemas.microsoft.com/office/drawing/2014/main" id="{08C946A5-FAED-97A1-73E3-F7D27B7224FB}"/>
                  </a:ext>
                </a:extLst>
              </p:cNvPr>
              <p:cNvSpPr/>
              <p:nvPr/>
            </p:nvSpPr>
            <p:spPr>
              <a:xfrm>
                <a:off x="8268248" y="1258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5" name="Freeform 34374">
                <a:extLst>
                  <a:ext uri="{FF2B5EF4-FFF2-40B4-BE49-F238E27FC236}">
                    <a16:creationId xmlns:a16="http://schemas.microsoft.com/office/drawing/2014/main" id="{8AB167E5-A76A-75DD-A6BF-027890BEFC88}"/>
                  </a:ext>
                </a:extLst>
              </p:cNvPr>
              <p:cNvSpPr/>
              <p:nvPr/>
            </p:nvSpPr>
            <p:spPr>
              <a:xfrm>
                <a:off x="8268744" y="1275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6" name="Freeform 34375">
                <a:extLst>
                  <a:ext uri="{FF2B5EF4-FFF2-40B4-BE49-F238E27FC236}">
                    <a16:creationId xmlns:a16="http://schemas.microsoft.com/office/drawing/2014/main" id="{112992AB-AC09-FB8A-9C2E-9BA177389C9D}"/>
                  </a:ext>
                </a:extLst>
              </p:cNvPr>
              <p:cNvSpPr/>
              <p:nvPr/>
            </p:nvSpPr>
            <p:spPr>
              <a:xfrm>
                <a:off x="8269339" y="1291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7" name="Freeform 34376">
                <a:extLst>
                  <a:ext uri="{FF2B5EF4-FFF2-40B4-BE49-F238E27FC236}">
                    <a16:creationId xmlns:a16="http://schemas.microsoft.com/office/drawing/2014/main" id="{1A1E8EEC-EDB3-D704-57F3-99EECA22B919}"/>
                  </a:ext>
                </a:extLst>
              </p:cNvPr>
              <p:cNvSpPr/>
              <p:nvPr/>
            </p:nvSpPr>
            <p:spPr>
              <a:xfrm>
                <a:off x="8269835" y="1348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8" name="Freeform 34377">
                <a:extLst>
                  <a:ext uri="{FF2B5EF4-FFF2-40B4-BE49-F238E27FC236}">
                    <a16:creationId xmlns:a16="http://schemas.microsoft.com/office/drawing/2014/main" id="{9F6D6394-41DB-5BCD-D77B-B0660A514AD8}"/>
                  </a:ext>
                </a:extLst>
              </p:cNvPr>
              <p:cNvSpPr/>
              <p:nvPr/>
            </p:nvSpPr>
            <p:spPr>
              <a:xfrm>
                <a:off x="8270331" y="1377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9" name="Freeform 34378">
                <a:extLst>
                  <a:ext uri="{FF2B5EF4-FFF2-40B4-BE49-F238E27FC236}">
                    <a16:creationId xmlns:a16="http://schemas.microsoft.com/office/drawing/2014/main" id="{F2D145B4-86A8-805B-60A8-149988CC6CA3}"/>
                  </a:ext>
                </a:extLst>
              </p:cNvPr>
              <p:cNvSpPr/>
              <p:nvPr/>
            </p:nvSpPr>
            <p:spPr>
              <a:xfrm>
                <a:off x="8270927" y="1593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0" name="Freeform 34379">
                <a:extLst>
                  <a:ext uri="{FF2B5EF4-FFF2-40B4-BE49-F238E27FC236}">
                    <a16:creationId xmlns:a16="http://schemas.microsoft.com/office/drawing/2014/main" id="{AF09F6B8-9C31-DDBF-F077-547789C45ECF}"/>
                  </a:ext>
                </a:extLst>
              </p:cNvPr>
              <p:cNvSpPr/>
              <p:nvPr/>
            </p:nvSpPr>
            <p:spPr>
              <a:xfrm>
                <a:off x="8271423" y="1644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1" name="Freeform 34380">
                <a:extLst>
                  <a:ext uri="{FF2B5EF4-FFF2-40B4-BE49-F238E27FC236}">
                    <a16:creationId xmlns:a16="http://schemas.microsoft.com/office/drawing/2014/main" id="{AAC4D6FE-C47E-B2C6-293D-EC4BCF3A034D}"/>
                  </a:ext>
                </a:extLst>
              </p:cNvPr>
              <p:cNvSpPr/>
              <p:nvPr/>
            </p:nvSpPr>
            <p:spPr>
              <a:xfrm>
                <a:off x="8271919" y="1660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2" name="Freeform 34381">
                <a:extLst>
                  <a:ext uri="{FF2B5EF4-FFF2-40B4-BE49-F238E27FC236}">
                    <a16:creationId xmlns:a16="http://schemas.microsoft.com/office/drawing/2014/main" id="{6D3C5306-CB39-DE9A-503B-4A72288D93B8}"/>
                  </a:ext>
                </a:extLst>
              </p:cNvPr>
              <p:cNvSpPr/>
              <p:nvPr/>
            </p:nvSpPr>
            <p:spPr>
              <a:xfrm>
                <a:off x="8272514" y="1655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3" name="Freeform 34382">
                <a:extLst>
                  <a:ext uri="{FF2B5EF4-FFF2-40B4-BE49-F238E27FC236}">
                    <a16:creationId xmlns:a16="http://schemas.microsoft.com/office/drawing/2014/main" id="{554965AA-4E36-3A1C-828D-6EF705E2F017}"/>
                  </a:ext>
                </a:extLst>
              </p:cNvPr>
              <p:cNvSpPr/>
              <p:nvPr/>
            </p:nvSpPr>
            <p:spPr>
              <a:xfrm>
                <a:off x="8273010" y="1642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4" name="Freeform 34383">
                <a:extLst>
                  <a:ext uri="{FF2B5EF4-FFF2-40B4-BE49-F238E27FC236}">
                    <a16:creationId xmlns:a16="http://schemas.microsoft.com/office/drawing/2014/main" id="{ACFF6EC2-385A-EC10-ED2F-6BC7FA1A47E7}"/>
                  </a:ext>
                </a:extLst>
              </p:cNvPr>
              <p:cNvSpPr/>
              <p:nvPr/>
            </p:nvSpPr>
            <p:spPr>
              <a:xfrm>
                <a:off x="8273506" y="1593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5" name="Freeform 34384">
                <a:extLst>
                  <a:ext uri="{FF2B5EF4-FFF2-40B4-BE49-F238E27FC236}">
                    <a16:creationId xmlns:a16="http://schemas.microsoft.com/office/drawing/2014/main" id="{B8A290F6-72D3-F6F9-ABA8-FFA276FB9CAD}"/>
                  </a:ext>
                </a:extLst>
              </p:cNvPr>
              <p:cNvSpPr/>
              <p:nvPr/>
            </p:nvSpPr>
            <p:spPr>
              <a:xfrm>
                <a:off x="8274102" y="1602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6" name="Freeform 34385">
                <a:extLst>
                  <a:ext uri="{FF2B5EF4-FFF2-40B4-BE49-F238E27FC236}">
                    <a16:creationId xmlns:a16="http://schemas.microsoft.com/office/drawing/2014/main" id="{F569FAFD-2072-777F-0CC3-C8C76466211F}"/>
                  </a:ext>
                </a:extLst>
              </p:cNvPr>
              <p:cNvSpPr/>
              <p:nvPr/>
            </p:nvSpPr>
            <p:spPr>
              <a:xfrm>
                <a:off x="8274598" y="1481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7" name="Freeform 34386">
                <a:extLst>
                  <a:ext uri="{FF2B5EF4-FFF2-40B4-BE49-F238E27FC236}">
                    <a16:creationId xmlns:a16="http://schemas.microsoft.com/office/drawing/2014/main" id="{77AE8643-84CE-0BBF-8CB6-D1DA0F479DED}"/>
                  </a:ext>
                </a:extLst>
              </p:cNvPr>
              <p:cNvSpPr/>
              <p:nvPr/>
            </p:nvSpPr>
            <p:spPr>
              <a:xfrm>
                <a:off x="8275094" y="1481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8" name="Freeform 34387">
                <a:extLst>
                  <a:ext uri="{FF2B5EF4-FFF2-40B4-BE49-F238E27FC236}">
                    <a16:creationId xmlns:a16="http://schemas.microsoft.com/office/drawing/2014/main" id="{F6D86BFB-9262-72FC-96EA-3575DE5D5E73}"/>
                  </a:ext>
                </a:extLst>
              </p:cNvPr>
              <p:cNvSpPr/>
              <p:nvPr/>
            </p:nvSpPr>
            <p:spPr>
              <a:xfrm>
                <a:off x="8275689" y="1507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9" name="Freeform 34388">
                <a:extLst>
                  <a:ext uri="{FF2B5EF4-FFF2-40B4-BE49-F238E27FC236}">
                    <a16:creationId xmlns:a16="http://schemas.microsoft.com/office/drawing/2014/main" id="{A1B672F0-CB32-413B-ADCE-EB7A3A604354}"/>
                  </a:ext>
                </a:extLst>
              </p:cNvPr>
              <p:cNvSpPr/>
              <p:nvPr/>
            </p:nvSpPr>
            <p:spPr>
              <a:xfrm>
                <a:off x="8276185" y="1522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0" name="Freeform 34389">
                <a:extLst>
                  <a:ext uri="{FF2B5EF4-FFF2-40B4-BE49-F238E27FC236}">
                    <a16:creationId xmlns:a16="http://schemas.microsoft.com/office/drawing/2014/main" id="{38173E91-23B1-DADE-C37C-60C76C5A4BB9}"/>
                  </a:ext>
                </a:extLst>
              </p:cNvPr>
              <p:cNvSpPr/>
              <p:nvPr/>
            </p:nvSpPr>
            <p:spPr>
              <a:xfrm>
                <a:off x="8276681" y="1517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1" name="Freeform 34390">
                <a:extLst>
                  <a:ext uri="{FF2B5EF4-FFF2-40B4-BE49-F238E27FC236}">
                    <a16:creationId xmlns:a16="http://schemas.microsoft.com/office/drawing/2014/main" id="{B39E460F-37D5-626F-3E37-62E478BFBD4D}"/>
                  </a:ext>
                </a:extLst>
              </p:cNvPr>
              <p:cNvSpPr/>
              <p:nvPr/>
            </p:nvSpPr>
            <p:spPr>
              <a:xfrm>
                <a:off x="8277177" y="1512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2" name="Freeform 34391">
                <a:extLst>
                  <a:ext uri="{FF2B5EF4-FFF2-40B4-BE49-F238E27FC236}">
                    <a16:creationId xmlns:a16="http://schemas.microsoft.com/office/drawing/2014/main" id="{B6F742A4-42C0-B380-FD44-D3514508250A}"/>
                  </a:ext>
                </a:extLst>
              </p:cNvPr>
              <p:cNvSpPr/>
              <p:nvPr/>
            </p:nvSpPr>
            <p:spPr>
              <a:xfrm>
                <a:off x="8277773" y="1493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3" name="Freeform 34392">
                <a:extLst>
                  <a:ext uri="{FF2B5EF4-FFF2-40B4-BE49-F238E27FC236}">
                    <a16:creationId xmlns:a16="http://schemas.microsoft.com/office/drawing/2014/main" id="{18AF8405-7170-655F-3D8C-FC9771B8BC43}"/>
                  </a:ext>
                </a:extLst>
              </p:cNvPr>
              <p:cNvSpPr/>
              <p:nvPr/>
            </p:nvSpPr>
            <p:spPr>
              <a:xfrm>
                <a:off x="8278269" y="1464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4" name="Freeform 34393">
                <a:extLst>
                  <a:ext uri="{FF2B5EF4-FFF2-40B4-BE49-F238E27FC236}">
                    <a16:creationId xmlns:a16="http://schemas.microsoft.com/office/drawing/2014/main" id="{91FE0503-800A-14E3-CAA3-FAF64D68057C}"/>
                  </a:ext>
                </a:extLst>
              </p:cNvPr>
              <p:cNvSpPr/>
              <p:nvPr/>
            </p:nvSpPr>
            <p:spPr>
              <a:xfrm>
                <a:off x="8278765" y="1404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5" name="Freeform 34394">
                <a:extLst>
                  <a:ext uri="{FF2B5EF4-FFF2-40B4-BE49-F238E27FC236}">
                    <a16:creationId xmlns:a16="http://schemas.microsoft.com/office/drawing/2014/main" id="{34991084-265E-BE42-0D04-318737AA41F1}"/>
                  </a:ext>
                </a:extLst>
              </p:cNvPr>
              <p:cNvSpPr/>
              <p:nvPr/>
            </p:nvSpPr>
            <p:spPr>
              <a:xfrm>
                <a:off x="8279360" y="1451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6" name="Freeform 34395">
                <a:extLst>
                  <a:ext uri="{FF2B5EF4-FFF2-40B4-BE49-F238E27FC236}">
                    <a16:creationId xmlns:a16="http://schemas.microsoft.com/office/drawing/2014/main" id="{79638F57-00FB-C0D2-DC6F-0F197CD3BEF8}"/>
                  </a:ext>
                </a:extLst>
              </p:cNvPr>
              <p:cNvSpPr/>
              <p:nvPr/>
            </p:nvSpPr>
            <p:spPr>
              <a:xfrm>
                <a:off x="8279856" y="1390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7" name="Freeform 34396">
                <a:extLst>
                  <a:ext uri="{FF2B5EF4-FFF2-40B4-BE49-F238E27FC236}">
                    <a16:creationId xmlns:a16="http://schemas.microsoft.com/office/drawing/2014/main" id="{326DAE66-94C2-EE29-E723-20A06C5D72AE}"/>
                  </a:ext>
                </a:extLst>
              </p:cNvPr>
              <p:cNvSpPr/>
              <p:nvPr/>
            </p:nvSpPr>
            <p:spPr>
              <a:xfrm>
                <a:off x="8280352" y="1373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8" name="Freeform 34397">
                <a:extLst>
                  <a:ext uri="{FF2B5EF4-FFF2-40B4-BE49-F238E27FC236}">
                    <a16:creationId xmlns:a16="http://schemas.microsoft.com/office/drawing/2014/main" id="{9FB66FC1-0D0B-4D9F-5995-F4AD5B07D109}"/>
                  </a:ext>
                </a:extLst>
              </p:cNvPr>
              <p:cNvSpPr/>
              <p:nvPr/>
            </p:nvSpPr>
            <p:spPr>
              <a:xfrm>
                <a:off x="8280948" y="1403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9" name="Freeform 34398">
                <a:extLst>
                  <a:ext uri="{FF2B5EF4-FFF2-40B4-BE49-F238E27FC236}">
                    <a16:creationId xmlns:a16="http://schemas.microsoft.com/office/drawing/2014/main" id="{2626F708-BC2E-703B-D50E-0554F81FC61B}"/>
                  </a:ext>
                </a:extLst>
              </p:cNvPr>
              <p:cNvSpPr/>
              <p:nvPr/>
            </p:nvSpPr>
            <p:spPr>
              <a:xfrm>
                <a:off x="8281444" y="1401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0" name="Freeform 34399">
                <a:extLst>
                  <a:ext uri="{FF2B5EF4-FFF2-40B4-BE49-F238E27FC236}">
                    <a16:creationId xmlns:a16="http://schemas.microsoft.com/office/drawing/2014/main" id="{6C681B52-633A-0C36-0E0A-965F8DC48F80}"/>
                  </a:ext>
                </a:extLst>
              </p:cNvPr>
              <p:cNvSpPr/>
              <p:nvPr/>
            </p:nvSpPr>
            <p:spPr>
              <a:xfrm>
                <a:off x="8281940" y="1387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1" name="Freeform 34400">
                <a:extLst>
                  <a:ext uri="{FF2B5EF4-FFF2-40B4-BE49-F238E27FC236}">
                    <a16:creationId xmlns:a16="http://schemas.microsoft.com/office/drawing/2014/main" id="{4148CBB1-EB9C-70BA-BE08-BE590061060D}"/>
                  </a:ext>
                </a:extLst>
              </p:cNvPr>
              <p:cNvSpPr/>
              <p:nvPr/>
            </p:nvSpPr>
            <p:spPr>
              <a:xfrm>
                <a:off x="8282535" y="1342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2" name="Freeform 34401">
                <a:extLst>
                  <a:ext uri="{FF2B5EF4-FFF2-40B4-BE49-F238E27FC236}">
                    <a16:creationId xmlns:a16="http://schemas.microsoft.com/office/drawing/2014/main" id="{68389394-BFF5-E50C-2CCD-8700F518146E}"/>
                  </a:ext>
                </a:extLst>
              </p:cNvPr>
              <p:cNvSpPr/>
              <p:nvPr/>
            </p:nvSpPr>
            <p:spPr>
              <a:xfrm>
                <a:off x="8283031" y="1403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3" name="Freeform 34402">
                <a:extLst>
                  <a:ext uri="{FF2B5EF4-FFF2-40B4-BE49-F238E27FC236}">
                    <a16:creationId xmlns:a16="http://schemas.microsoft.com/office/drawing/2014/main" id="{6B25F0AE-7D00-2769-D23A-3A044D67D412}"/>
                  </a:ext>
                </a:extLst>
              </p:cNvPr>
              <p:cNvSpPr/>
              <p:nvPr/>
            </p:nvSpPr>
            <p:spPr>
              <a:xfrm>
                <a:off x="8283527" y="1636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4" name="Freeform 34403">
                <a:extLst>
                  <a:ext uri="{FF2B5EF4-FFF2-40B4-BE49-F238E27FC236}">
                    <a16:creationId xmlns:a16="http://schemas.microsoft.com/office/drawing/2014/main" id="{19BB75AC-FDAA-27AF-3268-FBB1D817F923}"/>
                  </a:ext>
                </a:extLst>
              </p:cNvPr>
              <p:cNvSpPr/>
              <p:nvPr/>
            </p:nvSpPr>
            <p:spPr>
              <a:xfrm>
                <a:off x="8284123" y="1758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5" name="Freeform 34404">
                <a:extLst>
                  <a:ext uri="{FF2B5EF4-FFF2-40B4-BE49-F238E27FC236}">
                    <a16:creationId xmlns:a16="http://schemas.microsoft.com/office/drawing/2014/main" id="{14F5D61E-4510-E7D8-3F45-96BC97221FC1}"/>
                  </a:ext>
                </a:extLst>
              </p:cNvPr>
              <p:cNvSpPr/>
              <p:nvPr/>
            </p:nvSpPr>
            <p:spPr>
              <a:xfrm>
                <a:off x="8284619" y="1778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6" name="Freeform 34405">
                <a:extLst>
                  <a:ext uri="{FF2B5EF4-FFF2-40B4-BE49-F238E27FC236}">
                    <a16:creationId xmlns:a16="http://schemas.microsoft.com/office/drawing/2014/main" id="{1E0354A2-3DCE-7B03-2AFC-DC3C3185B038}"/>
                  </a:ext>
                </a:extLst>
              </p:cNvPr>
              <p:cNvSpPr/>
              <p:nvPr/>
            </p:nvSpPr>
            <p:spPr>
              <a:xfrm>
                <a:off x="8285115" y="1789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7" name="Freeform 34406">
                <a:extLst>
                  <a:ext uri="{FF2B5EF4-FFF2-40B4-BE49-F238E27FC236}">
                    <a16:creationId xmlns:a16="http://schemas.microsoft.com/office/drawing/2014/main" id="{B8994DC9-35C2-DBA6-EE72-67950C452234}"/>
                  </a:ext>
                </a:extLst>
              </p:cNvPr>
              <p:cNvSpPr/>
              <p:nvPr/>
            </p:nvSpPr>
            <p:spPr>
              <a:xfrm>
                <a:off x="8285710" y="1779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8" name="Freeform 34407">
                <a:extLst>
                  <a:ext uri="{FF2B5EF4-FFF2-40B4-BE49-F238E27FC236}">
                    <a16:creationId xmlns:a16="http://schemas.microsoft.com/office/drawing/2014/main" id="{30460293-6C1A-C8D6-F475-7E4097E52C3C}"/>
                  </a:ext>
                </a:extLst>
              </p:cNvPr>
              <p:cNvSpPr/>
              <p:nvPr/>
            </p:nvSpPr>
            <p:spPr>
              <a:xfrm>
                <a:off x="8286206" y="1751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9" name="Freeform 34408">
                <a:extLst>
                  <a:ext uri="{FF2B5EF4-FFF2-40B4-BE49-F238E27FC236}">
                    <a16:creationId xmlns:a16="http://schemas.microsoft.com/office/drawing/2014/main" id="{7D0EF679-725D-08F7-02C4-3160275580FA}"/>
                  </a:ext>
                </a:extLst>
              </p:cNvPr>
              <p:cNvSpPr/>
              <p:nvPr/>
            </p:nvSpPr>
            <p:spPr>
              <a:xfrm>
                <a:off x="8286702" y="1715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0" name="Freeform 34409">
                <a:extLst>
                  <a:ext uri="{FF2B5EF4-FFF2-40B4-BE49-F238E27FC236}">
                    <a16:creationId xmlns:a16="http://schemas.microsoft.com/office/drawing/2014/main" id="{D4112205-CC16-E4EB-AA2C-8EA8D65C74E9}"/>
                  </a:ext>
                </a:extLst>
              </p:cNvPr>
              <p:cNvSpPr/>
              <p:nvPr/>
            </p:nvSpPr>
            <p:spPr>
              <a:xfrm>
                <a:off x="8287298" y="1485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1" name="Freeform 34410">
                <a:extLst>
                  <a:ext uri="{FF2B5EF4-FFF2-40B4-BE49-F238E27FC236}">
                    <a16:creationId xmlns:a16="http://schemas.microsoft.com/office/drawing/2014/main" id="{02752684-E372-F2F9-4E19-A47DA707FD7E}"/>
                  </a:ext>
                </a:extLst>
              </p:cNvPr>
              <p:cNvSpPr/>
              <p:nvPr/>
            </p:nvSpPr>
            <p:spPr>
              <a:xfrm>
                <a:off x="8287794" y="1437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2" name="Freeform 34411">
                <a:extLst>
                  <a:ext uri="{FF2B5EF4-FFF2-40B4-BE49-F238E27FC236}">
                    <a16:creationId xmlns:a16="http://schemas.microsoft.com/office/drawing/2014/main" id="{E917E609-D6F1-2E0E-9CD9-6109583DBF2D}"/>
                  </a:ext>
                </a:extLst>
              </p:cNvPr>
              <p:cNvSpPr/>
              <p:nvPr/>
            </p:nvSpPr>
            <p:spPr>
              <a:xfrm>
                <a:off x="8288290" y="1426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3" name="Freeform 34412">
                <a:extLst>
                  <a:ext uri="{FF2B5EF4-FFF2-40B4-BE49-F238E27FC236}">
                    <a16:creationId xmlns:a16="http://schemas.microsoft.com/office/drawing/2014/main" id="{09355963-6DC3-7D68-71DB-F33A08A32A30}"/>
                  </a:ext>
                </a:extLst>
              </p:cNvPr>
              <p:cNvSpPr/>
              <p:nvPr/>
            </p:nvSpPr>
            <p:spPr>
              <a:xfrm>
                <a:off x="8288786" y="151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4" name="Freeform 34413">
                <a:extLst>
                  <a:ext uri="{FF2B5EF4-FFF2-40B4-BE49-F238E27FC236}">
                    <a16:creationId xmlns:a16="http://schemas.microsoft.com/office/drawing/2014/main" id="{5F128796-0B0F-1C47-4C7E-ED558286C4F2}"/>
                  </a:ext>
                </a:extLst>
              </p:cNvPr>
              <p:cNvSpPr/>
              <p:nvPr/>
            </p:nvSpPr>
            <p:spPr>
              <a:xfrm>
                <a:off x="8289381" y="1466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5" name="Freeform 34414">
                <a:extLst>
                  <a:ext uri="{FF2B5EF4-FFF2-40B4-BE49-F238E27FC236}">
                    <a16:creationId xmlns:a16="http://schemas.microsoft.com/office/drawing/2014/main" id="{031CC824-5978-5873-BBC9-089C31F7D30D}"/>
                  </a:ext>
                </a:extLst>
              </p:cNvPr>
              <p:cNvSpPr/>
              <p:nvPr/>
            </p:nvSpPr>
            <p:spPr>
              <a:xfrm>
                <a:off x="8289877" y="1455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6" name="Freeform 34415">
                <a:extLst>
                  <a:ext uri="{FF2B5EF4-FFF2-40B4-BE49-F238E27FC236}">
                    <a16:creationId xmlns:a16="http://schemas.microsoft.com/office/drawing/2014/main" id="{DB99DD8B-340C-ED39-7325-5AB40CA9CEDF}"/>
                  </a:ext>
                </a:extLst>
              </p:cNvPr>
              <p:cNvSpPr/>
              <p:nvPr/>
            </p:nvSpPr>
            <p:spPr>
              <a:xfrm>
                <a:off x="8290373" y="1413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7" name="Freeform 34416">
                <a:extLst>
                  <a:ext uri="{FF2B5EF4-FFF2-40B4-BE49-F238E27FC236}">
                    <a16:creationId xmlns:a16="http://schemas.microsoft.com/office/drawing/2014/main" id="{95564783-6BB2-4BC1-3995-A3C10357F906}"/>
                  </a:ext>
                </a:extLst>
              </p:cNvPr>
              <p:cNvSpPr/>
              <p:nvPr/>
            </p:nvSpPr>
            <p:spPr>
              <a:xfrm>
                <a:off x="8290969" y="1397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8" name="Freeform 34417">
                <a:extLst>
                  <a:ext uri="{FF2B5EF4-FFF2-40B4-BE49-F238E27FC236}">
                    <a16:creationId xmlns:a16="http://schemas.microsoft.com/office/drawing/2014/main" id="{AA40433F-CB8C-704A-D5B0-0A0EBA0B7AD9}"/>
                  </a:ext>
                </a:extLst>
              </p:cNvPr>
              <p:cNvSpPr/>
              <p:nvPr/>
            </p:nvSpPr>
            <p:spPr>
              <a:xfrm>
                <a:off x="8291465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9" name="Freeform 34418">
                <a:extLst>
                  <a:ext uri="{FF2B5EF4-FFF2-40B4-BE49-F238E27FC236}">
                    <a16:creationId xmlns:a16="http://schemas.microsoft.com/office/drawing/2014/main" id="{9EBB4B6E-9080-8287-4A40-D20D5B5A8B4F}"/>
                  </a:ext>
                </a:extLst>
              </p:cNvPr>
              <p:cNvSpPr/>
              <p:nvPr/>
            </p:nvSpPr>
            <p:spPr>
              <a:xfrm>
                <a:off x="8291961" y="1326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0" name="Freeform 34419">
                <a:extLst>
                  <a:ext uri="{FF2B5EF4-FFF2-40B4-BE49-F238E27FC236}">
                    <a16:creationId xmlns:a16="http://schemas.microsoft.com/office/drawing/2014/main" id="{C0EDC500-9D04-BC14-7503-EA36A6D5E50E}"/>
                  </a:ext>
                </a:extLst>
              </p:cNvPr>
              <p:cNvSpPr/>
              <p:nvPr/>
            </p:nvSpPr>
            <p:spPr>
              <a:xfrm>
                <a:off x="8292556" y="1303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1" name="Freeform 34420">
                <a:extLst>
                  <a:ext uri="{FF2B5EF4-FFF2-40B4-BE49-F238E27FC236}">
                    <a16:creationId xmlns:a16="http://schemas.microsoft.com/office/drawing/2014/main" id="{96557C23-FEFD-E56C-0CAD-B22531BCAEEA}"/>
                  </a:ext>
                </a:extLst>
              </p:cNvPr>
              <p:cNvSpPr/>
              <p:nvPr/>
            </p:nvSpPr>
            <p:spPr>
              <a:xfrm>
                <a:off x="8293052" y="1241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2" name="Freeform 34421">
                <a:extLst>
                  <a:ext uri="{FF2B5EF4-FFF2-40B4-BE49-F238E27FC236}">
                    <a16:creationId xmlns:a16="http://schemas.microsoft.com/office/drawing/2014/main" id="{96870732-77D3-3C65-9AB5-539557081CA9}"/>
                  </a:ext>
                </a:extLst>
              </p:cNvPr>
              <p:cNvSpPr/>
              <p:nvPr/>
            </p:nvSpPr>
            <p:spPr>
              <a:xfrm>
                <a:off x="8293548" y="11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3" name="Freeform 34422">
                <a:extLst>
                  <a:ext uri="{FF2B5EF4-FFF2-40B4-BE49-F238E27FC236}">
                    <a16:creationId xmlns:a16="http://schemas.microsoft.com/office/drawing/2014/main" id="{DC783D9E-A127-CA16-08FF-72E97EC24B47}"/>
                  </a:ext>
                </a:extLst>
              </p:cNvPr>
              <p:cNvSpPr/>
              <p:nvPr/>
            </p:nvSpPr>
            <p:spPr>
              <a:xfrm>
                <a:off x="8294144" y="1170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4" name="Freeform 34423">
                <a:extLst>
                  <a:ext uri="{FF2B5EF4-FFF2-40B4-BE49-F238E27FC236}">
                    <a16:creationId xmlns:a16="http://schemas.microsoft.com/office/drawing/2014/main" id="{731B831B-3A03-8670-B447-4CE00C58FDBE}"/>
                  </a:ext>
                </a:extLst>
              </p:cNvPr>
              <p:cNvSpPr/>
              <p:nvPr/>
            </p:nvSpPr>
            <p:spPr>
              <a:xfrm>
                <a:off x="8294640" y="1167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5" name="Freeform 34424">
                <a:extLst>
                  <a:ext uri="{FF2B5EF4-FFF2-40B4-BE49-F238E27FC236}">
                    <a16:creationId xmlns:a16="http://schemas.microsoft.com/office/drawing/2014/main" id="{DED476AF-D623-03D7-90FB-BB296881044C}"/>
                  </a:ext>
                </a:extLst>
              </p:cNvPr>
              <p:cNvSpPr/>
              <p:nvPr/>
            </p:nvSpPr>
            <p:spPr>
              <a:xfrm>
                <a:off x="8295136" y="1168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6" name="Freeform 34425">
                <a:extLst>
                  <a:ext uri="{FF2B5EF4-FFF2-40B4-BE49-F238E27FC236}">
                    <a16:creationId xmlns:a16="http://schemas.microsoft.com/office/drawing/2014/main" id="{A7A1FB44-F840-AE54-5A40-761265046A10}"/>
                  </a:ext>
                </a:extLst>
              </p:cNvPr>
              <p:cNvSpPr/>
              <p:nvPr/>
            </p:nvSpPr>
            <p:spPr>
              <a:xfrm>
                <a:off x="8295731" y="1253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7" name="Freeform 34426">
                <a:extLst>
                  <a:ext uri="{FF2B5EF4-FFF2-40B4-BE49-F238E27FC236}">
                    <a16:creationId xmlns:a16="http://schemas.microsoft.com/office/drawing/2014/main" id="{A2AEA3BD-A55C-E027-AAB2-B006A6310BC9}"/>
                  </a:ext>
                </a:extLst>
              </p:cNvPr>
              <p:cNvSpPr/>
              <p:nvPr/>
            </p:nvSpPr>
            <p:spPr>
              <a:xfrm>
                <a:off x="8296227" y="1680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8" name="Freeform 34427">
                <a:extLst>
                  <a:ext uri="{FF2B5EF4-FFF2-40B4-BE49-F238E27FC236}">
                    <a16:creationId xmlns:a16="http://schemas.microsoft.com/office/drawing/2014/main" id="{41F9A153-D2A6-2E7D-D977-04B8ED477F20}"/>
                  </a:ext>
                </a:extLst>
              </p:cNvPr>
              <p:cNvSpPr/>
              <p:nvPr/>
            </p:nvSpPr>
            <p:spPr>
              <a:xfrm>
                <a:off x="8296723" y="1798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9" name="Freeform 34428">
                <a:extLst>
                  <a:ext uri="{FF2B5EF4-FFF2-40B4-BE49-F238E27FC236}">
                    <a16:creationId xmlns:a16="http://schemas.microsoft.com/office/drawing/2014/main" id="{4E9A715C-7861-DB80-02C1-DF7FCC08132E}"/>
                  </a:ext>
                </a:extLst>
              </p:cNvPr>
              <p:cNvSpPr/>
              <p:nvPr/>
            </p:nvSpPr>
            <p:spPr>
              <a:xfrm>
                <a:off x="8297319" y="1764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0" name="Freeform 34429">
                <a:extLst>
                  <a:ext uri="{FF2B5EF4-FFF2-40B4-BE49-F238E27FC236}">
                    <a16:creationId xmlns:a16="http://schemas.microsoft.com/office/drawing/2014/main" id="{1D6CF146-4C7B-A91F-435B-048B3F8A14F7}"/>
                  </a:ext>
                </a:extLst>
              </p:cNvPr>
              <p:cNvSpPr/>
              <p:nvPr/>
            </p:nvSpPr>
            <p:spPr>
              <a:xfrm>
                <a:off x="8297815" y="1794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1" name="Freeform 34430">
                <a:extLst>
                  <a:ext uri="{FF2B5EF4-FFF2-40B4-BE49-F238E27FC236}">
                    <a16:creationId xmlns:a16="http://schemas.microsoft.com/office/drawing/2014/main" id="{40FF58A9-E6E9-7725-3FDE-46D157996CC9}"/>
                  </a:ext>
                </a:extLst>
              </p:cNvPr>
              <p:cNvSpPr/>
              <p:nvPr/>
            </p:nvSpPr>
            <p:spPr>
              <a:xfrm>
                <a:off x="8298311" y="18208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2" name="Freeform 34431">
                <a:extLst>
                  <a:ext uri="{FF2B5EF4-FFF2-40B4-BE49-F238E27FC236}">
                    <a16:creationId xmlns:a16="http://schemas.microsoft.com/office/drawing/2014/main" id="{FBBE92F6-C208-A11B-9D3E-9E7CBD783D56}"/>
                  </a:ext>
                </a:extLst>
              </p:cNvPr>
              <p:cNvSpPr/>
              <p:nvPr/>
            </p:nvSpPr>
            <p:spPr>
              <a:xfrm>
                <a:off x="8298906" y="181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3" name="Freeform 34432">
                <a:extLst>
                  <a:ext uri="{FF2B5EF4-FFF2-40B4-BE49-F238E27FC236}">
                    <a16:creationId xmlns:a16="http://schemas.microsoft.com/office/drawing/2014/main" id="{35D5271B-BD35-4B94-2D0C-BCD08FF55629}"/>
                  </a:ext>
                </a:extLst>
              </p:cNvPr>
              <p:cNvSpPr/>
              <p:nvPr/>
            </p:nvSpPr>
            <p:spPr>
              <a:xfrm>
                <a:off x="8299402" y="1796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4" name="Freeform 34433">
                <a:extLst>
                  <a:ext uri="{FF2B5EF4-FFF2-40B4-BE49-F238E27FC236}">
                    <a16:creationId xmlns:a16="http://schemas.microsoft.com/office/drawing/2014/main" id="{C5FE5F74-E387-B238-4CDE-E81E0C8B474B}"/>
                  </a:ext>
                </a:extLst>
              </p:cNvPr>
              <p:cNvSpPr/>
              <p:nvPr/>
            </p:nvSpPr>
            <p:spPr>
              <a:xfrm>
                <a:off x="8299898" y="1761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5" name="Freeform 34434">
                <a:extLst>
                  <a:ext uri="{FF2B5EF4-FFF2-40B4-BE49-F238E27FC236}">
                    <a16:creationId xmlns:a16="http://schemas.microsoft.com/office/drawing/2014/main" id="{8B6CD829-04C8-B8E0-178D-0519515C74B7}"/>
                  </a:ext>
                </a:extLst>
              </p:cNvPr>
              <p:cNvSpPr/>
              <p:nvPr/>
            </p:nvSpPr>
            <p:spPr>
              <a:xfrm>
                <a:off x="8300494" y="1536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6" name="Freeform 34435">
                <a:extLst>
                  <a:ext uri="{FF2B5EF4-FFF2-40B4-BE49-F238E27FC236}">
                    <a16:creationId xmlns:a16="http://schemas.microsoft.com/office/drawing/2014/main" id="{573B6938-126F-25DA-C91A-713FEED41522}"/>
                  </a:ext>
                </a:extLst>
              </p:cNvPr>
              <p:cNvSpPr/>
              <p:nvPr/>
            </p:nvSpPr>
            <p:spPr>
              <a:xfrm>
                <a:off x="8300990" y="1413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7" name="Freeform 34436">
                <a:extLst>
                  <a:ext uri="{FF2B5EF4-FFF2-40B4-BE49-F238E27FC236}">
                    <a16:creationId xmlns:a16="http://schemas.microsoft.com/office/drawing/2014/main" id="{AEECBCE6-3EE5-01C3-F7A1-88E133BC1A26}"/>
                  </a:ext>
                </a:extLst>
              </p:cNvPr>
              <p:cNvSpPr/>
              <p:nvPr/>
            </p:nvSpPr>
            <p:spPr>
              <a:xfrm>
                <a:off x="8301486" y="1448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8" name="Freeform 34437">
                <a:extLst>
                  <a:ext uri="{FF2B5EF4-FFF2-40B4-BE49-F238E27FC236}">
                    <a16:creationId xmlns:a16="http://schemas.microsoft.com/office/drawing/2014/main" id="{9C2ADC05-5A09-9665-9827-AC45773723B5}"/>
                  </a:ext>
                </a:extLst>
              </p:cNvPr>
              <p:cNvSpPr/>
              <p:nvPr/>
            </p:nvSpPr>
            <p:spPr>
              <a:xfrm>
                <a:off x="8301982" y="1477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9" name="Freeform 34438">
                <a:extLst>
                  <a:ext uri="{FF2B5EF4-FFF2-40B4-BE49-F238E27FC236}">
                    <a16:creationId xmlns:a16="http://schemas.microsoft.com/office/drawing/2014/main" id="{B508ED1F-AAD0-0531-CA4C-B7BD9DF0C22E}"/>
                  </a:ext>
                </a:extLst>
              </p:cNvPr>
              <p:cNvSpPr/>
              <p:nvPr/>
            </p:nvSpPr>
            <p:spPr>
              <a:xfrm>
                <a:off x="8302577" y="1453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0" name="Freeform 34439">
                <a:extLst>
                  <a:ext uri="{FF2B5EF4-FFF2-40B4-BE49-F238E27FC236}">
                    <a16:creationId xmlns:a16="http://schemas.microsoft.com/office/drawing/2014/main" id="{AFFBCC47-64DF-5B25-C8DF-FF5680A3F59B}"/>
                  </a:ext>
                </a:extLst>
              </p:cNvPr>
              <p:cNvSpPr/>
              <p:nvPr/>
            </p:nvSpPr>
            <p:spPr>
              <a:xfrm>
                <a:off x="8303073" y="1444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1" name="Freeform 34440">
                <a:extLst>
                  <a:ext uri="{FF2B5EF4-FFF2-40B4-BE49-F238E27FC236}">
                    <a16:creationId xmlns:a16="http://schemas.microsoft.com/office/drawing/2014/main" id="{976D9DEB-EA59-73AB-ED06-2E47F6A23F56}"/>
                  </a:ext>
                </a:extLst>
              </p:cNvPr>
              <p:cNvSpPr/>
              <p:nvPr/>
            </p:nvSpPr>
            <p:spPr>
              <a:xfrm>
                <a:off x="8303570" y="1406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2" name="Freeform 34441">
                <a:extLst>
                  <a:ext uri="{FF2B5EF4-FFF2-40B4-BE49-F238E27FC236}">
                    <a16:creationId xmlns:a16="http://schemas.microsoft.com/office/drawing/2014/main" id="{3A4A4A09-E6A4-E192-76DF-EC36C7F2C995}"/>
                  </a:ext>
                </a:extLst>
              </p:cNvPr>
              <p:cNvSpPr/>
              <p:nvPr/>
            </p:nvSpPr>
            <p:spPr>
              <a:xfrm>
                <a:off x="8304165" y="1342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3" name="Freeform 34442">
                <a:extLst>
                  <a:ext uri="{FF2B5EF4-FFF2-40B4-BE49-F238E27FC236}">
                    <a16:creationId xmlns:a16="http://schemas.microsoft.com/office/drawing/2014/main" id="{1DD3D473-43ED-B6E1-F4D4-0C7F691CC03B}"/>
                  </a:ext>
                </a:extLst>
              </p:cNvPr>
              <p:cNvSpPr/>
              <p:nvPr/>
            </p:nvSpPr>
            <p:spPr>
              <a:xfrm>
                <a:off x="8304661" y="1278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4" name="Freeform 34443">
                <a:extLst>
                  <a:ext uri="{FF2B5EF4-FFF2-40B4-BE49-F238E27FC236}">
                    <a16:creationId xmlns:a16="http://schemas.microsoft.com/office/drawing/2014/main" id="{F9393366-7067-FF37-2125-6DFE0778996F}"/>
                  </a:ext>
                </a:extLst>
              </p:cNvPr>
              <p:cNvSpPr/>
              <p:nvPr/>
            </p:nvSpPr>
            <p:spPr>
              <a:xfrm>
                <a:off x="8305157" y="1226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5" name="Freeform 34444">
                <a:extLst>
                  <a:ext uri="{FF2B5EF4-FFF2-40B4-BE49-F238E27FC236}">
                    <a16:creationId xmlns:a16="http://schemas.microsoft.com/office/drawing/2014/main" id="{85498C1B-2C29-0FB9-832B-2ADD4FCAAF03}"/>
                  </a:ext>
                </a:extLst>
              </p:cNvPr>
              <p:cNvSpPr/>
              <p:nvPr/>
            </p:nvSpPr>
            <p:spPr>
              <a:xfrm>
                <a:off x="8305752" y="1237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6" name="Freeform 34445">
                <a:extLst>
                  <a:ext uri="{FF2B5EF4-FFF2-40B4-BE49-F238E27FC236}">
                    <a16:creationId xmlns:a16="http://schemas.microsoft.com/office/drawing/2014/main" id="{F3D5B9FE-6599-FE8D-BB70-FE584E2DB897}"/>
                  </a:ext>
                </a:extLst>
              </p:cNvPr>
              <p:cNvSpPr/>
              <p:nvPr/>
            </p:nvSpPr>
            <p:spPr>
              <a:xfrm>
                <a:off x="8306248" y="1251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7" name="Freeform 34446">
                <a:extLst>
                  <a:ext uri="{FF2B5EF4-FFF2-40B4-BE49-F238E27FC236}">
                    <a16:creationId xmlns:a16="http://schemas.microsoft.com/office/drawing/2014/main" id="{4E01EA15-CDB3-BB33-CCDD-1B89BD870BD2}"/>
                  </a:ext>
                </a:extLst>
              </p:cNvPr>
              <p:cNvSpPr/>
              <p:nvPr/>
            </p:nvSpPr>
            <p:spPr>
              <a:xfrm>
                <a:off x="8306745" y="1189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8" name="Freeform 34447">
                <a:extLst>
                  <a:ext uri="{FF2B5EF4-FFF2-40B4-BE49-F238E27FC236}">
                    <a16:creationId xmlns:a16="http://schemas.microsoft.com/office/drawing/2014/main" id="{A1C96B74-E249-36C1-E890-97DADB4174AB}"/>
                  </a:ext>
                </a:extLst>
              </p:cNvPr>
              <p:cNvSpPr/>
              <p:nvPr/>
            </p:nvSpPr>
            <p:spPr>
              <a:xfrm>
                <a:off x="8307340" y="1205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9" name="Freeform 34448">
                <a:extLst>
                  <a:ext uri="{FF2B5EF4-FFF2-40B4-BE49-F238E27FC236}">
                    <a16:creationId xmlns:a16="http://schemas.microsoft.com/office/drawing/2014/main" id="{98331E11-FFF9-93F2-7ED7-4ED2784B5E6E}"/>
                  </a:ext>
                </a:extLst>
              </p:cNvPr>
              <p:cNvSpPr/>
              <p:nvPr/>
            </p:nvSpPr>
            <p:spPr>
              <a:xfrm>
                <a:off x="8307836" y="1288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0" name="Freeform 34449">
                <a:extLst>
                  <a:ext uri="{FF2B5EF4-FFF2-40B4-BE49-F238E27FC236}">
                    <a16:creationId xmlns:a16="http://schemas.microsoft.com/office/drawing/2014/main" id="{78B5784C-C3BA-8483-D89B-C322A28E0303}"/>
                  </a:ext>
                </a:extLst>
              </p:cNvPr>
              <p:cNvSpPr/>
              <p:nvPr/>
            </p:nvSpPr>
            <p:spPr>
              <a:xfrm>
                <a:off x="8308332" y="1400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1" name="Freeform 34450">
                <a:extLst>
                  <a:ext uri="{FF2B5EF4-FFF2-40B4-BE49-F238E27FC236}">
                    <a16:creationId xmlns:a16="http://schemas.microsoft.com/office/drawing/2014/main" id="{AA70E66A-6318-DF16-9D17-D5B0EF2F3347}"/>
                  </a:ext>
                </a:extLst>
              </p:cNvPr>
              <p:cNvSpPr/>
              <p:nvPr/>
            </p:nvSpPr>
            <p:spPr>
              <a:xfrm>
                <a:off x="8308927" y="1688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2" name="Freeform 34451">
                <a:extLst>
                  <a:ext uri="{FF2B5EF4-FFF2-40B4-BE49-F238E27FC236}">
                    <a16:creationId xmlns:a16="http://schemas.microsoft.com/office/drawing/2014/main" id="{BA6AFF34-D6A0-7827-3F17-BFDECCA0ED16}"/>
                  </a:ext>
                </a:extLst>
              </p:cNvPr>
              <p:cNvSpPr/>
              <p:nvPr/>
            </p:nvSpPr>
            <p:spPr>
              <a:xfrm>
                <a:off x="8309423" y="1883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3" name="Freeform 34452">
                <a:extLst>
                  <a:ext uri="{FF2B5EF4-FFF2-40B4-BE49-F238E27FC236}">
                    <a16:creationId xmlns:a16="http://schemas.microsoft.com/office/drawing/2014/main" id="{58923AE6-5F59-17AC-49E7-DFC4A6D629B6}"/>
                  </a:ext>
                </a:extLst>
              </p:cNvPr>
              <p:cNvSpPr/>
              <p:nvPr/>
            </p:nvSpPr>
            <p:spPr>
              <a:xfrm>
                <a:off x="8309920" y="190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4" name="Freeform 34453">
                <a:extLst>
                  <a:ext uri="{FF2B5EF4-FFF2-40B4-BE49-F238E27FC236}">
                    <a16:creationId xmlns:a16="http://schemas.microsoft.com/office/drawing/2014/main" id="{2C1BB604-18B1-1E03-9447-8D4EE1FC5C0A}"/>
                  </a:ext>
                </a:extLst>
              </p:cNvPr>
              <p:cNvSpPr/>
              <p:nvPr/>
            </p:nvSpPr>
            <p:spPr>
              <a:xfrm>
                <a:off x="8310515" y="189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5" name="Freeform 34454">
                <a:extLst>
                  <a:ext uri="{FF2B5EF4-FFF2-40B4-BE49-F238E27FC236}">
                    <a16:creationId xmlns:a16="http://schemas.microsoft.com/office/drawing/2014/main" id="{2096B093-BF66-AFB0-1E0F-82F57DFEA7A6}"/>
                  </a:ext>
                </a:extLst>
              </p:cNvPr>
              <p:cNvSpPr/>
              <p:nvPr/>
            </p:nvSpPr>
            <p:spPr>
              <a:xfrm>
                <a:off x="8311011" y="1862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6" name="Freeform 34455">
                <a:extLst>
                  <a:ext uri="{FF2B5EF4-FFF2-40B4-BE49-F238E27FC236}">
                    <a16:creationId xmlns:a16="http://schemas.microsoft.com/office/drawing/2014/main" id="{F15A64FF-6BE3-0B7B-4121-26A297BF8852}"/>
                  </a:ext>
                </a:extLst>
              </p:cNvPr>
              <p:cNvSpPr/>
              <p:nvPr/>
            </p:nvSpPr>
            <p:spPr>
              <a:xfrm>
                <a:off x="8311507" y="1888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7" name="Freeform 34456">
                <a:extLst>
                  <a:ext uri="{FF2B5EF4-FFF2-40B4-BE49-F238E27FC236}">
                    <a16:creationId xmlns:a16="http://schemas.microsoft.com/office/drawing/2014/main" id="{05EEB939-6EF0-1588-E523-CFBA56800245}"/>
                  </a:ext>
                </a:extLst>
              </p:cNvPr>
              <p:cNvSpPr/>
              <p:nvPr/>
            </p:nvSpPr>
            <p:spPr>
              <a:xfrm>
                <a:off x="8312102" y="1854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8" name="Freeform 34457">
                <a:extLst>
                  <a:ext uri="{FF2B5EF4-FFF2-40B4-BE49-F238E27FC236}">
                    <a16:creationId xmlns:a16="http://schemas.microsoft.com/office/drawing/2014/main" id="{AFE5D39F-0062-4AAD-74AE-F479A196A536}"/>
                  </a:ext>
                </a:extLst>
              </p:cNvPr>
              <p:cNvSpPr/>
              <p:nvPr/>
            </p:nvSpPr>
            <p:spPr>
              <a:xfrm>
                <a:off x="8312598" y="1795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9" name="Freeform 34458">
                <a:extLst>
                  <a:ext uri="{FF2B5EF4-FFF2-40B4-BE49-F238E27FC236}">
                    <a16:creationId xmlns:a16="http://schemas.microsoft.com/office/drawing/2014/main" id="{DC70FEA4-DF6D-EC21-23B2-FAF91125AEF9}"/>
                  </a:ext>
                </a:extLst>
              </p:cNvPr>
              <p:cNvSpPr/>
              <p:nvPr/>
            </p:nvSpPr>
            <p:spPr>
              <a:xfrm>
                <a:off x="8313095" y="1277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0" name="Freeform 34459">
                <a:extLst>
                  <a:ext uri="{FF2B5EF4-FFF2-40B4-BE49-F238E27FC236}">
                    <a16:creationId xmlns:a16="http://schemas.microsoft.com/office/drawing/2014/main" id="{A04B5E79-38D6-F514-4917-CD6A0076F17C}"/>
                  </a:ext>
                </a:extLst>
              </p:cNvPr>
              <p:cNvSpPr/>
              <p:nvPr/>
            </p:nvSpPr>
            <p:spPr>
              <a:xfrm>
                <a:off x="8313591" y="1269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1" name="Freeform 34460">
                <a:extLst>
                  <a:ext uri="{FF2B5EF4-FFF2-40B4-BE49-F238E27FC236}">
                    <a16:creationId xmlns:a16="http://schemas.microsoft.com/office/drawing/2014/main" id="{527BDB04-BA31-736D-F023-0DF54673C226}"/>
                  </a:ext>
                </a:extLst>
              </p:cNvPr>
              <p:cNvSpPr/>
              <p:nvPr/>
            </p:nvSpPr>
            <p:spPr>
              <a:xfrm>
                <a:off x="8314186" y="1354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2" name="Freeform 34461">
                <a:extLst>
                  <a:ext uri="{FF2B5EF4-FFF2-40B4-BE49-F238E27FC236}">
                    <a16:creationId xmlns:a16="http://schemas.microsoft.com/office/drawing/2014/main" id="{8C66F714-E2C1-0177-18C4-17D1EBA49755}"/>
                  </a:ext>
                </a:extLst>
              </p:cNvPr>
              <p:cNvSpPr/>
              <p:nvPr/>
            </p:nvSpPr>
            <p:spPr>
              <a:xfrm>
                <a:off x="8314682" y="1359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3" name="Freeform 34462">
                <a:extLst>
                  <a:ext uri="{FF2B5EF4-FFF2-40B4-BE49-F238E27FC236}">
                    <a16:creationId xmlns:a16="http://schemas.microsoft.com/office/drawing/2014/main" id="{82D7E2C4-6138-5E91-D004-9960B0D00D97}"/>
                  </a:ext>
                </a:extLst>
              </p:cNvPr>
              <p:cNvSpPr/>
              <p:nvPr/>
            </p:nvSpPr>
            <p:spPr>
              <a:xfrm>
                <a:off x="8315178" y="1331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4" name="Freeform 34463">
                <a:extLst>
                  <a:ext uri="{FF2B5EF4-FFF2-40B4-BE49-F238E27FC236}">
                    <a16:creationId xmlns:a16="http://schemas.microsoft.com/office/drawing/2014/main" id="{6E8A6F7D-F6A3-D5A2-AF42-D5A206FDB593}"/>
                  </a:ext>
                </a:extLst>
              </p:cNvPr>
              <p:cNvSpPr/>
              <p:nvPr/>
            </p:nvSpPr>
            <p:spPr>
              <a:xfrm>
                <a:off x="8315773" y="1282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5" name="Freeform 34464">
                <a:extLst>
                  <a:ext uri="{FF2B5EF4-FFF2-40B4-BE49-F238E27FC236}">
                    <a16:creationId xmlns:a16="http://schemas.microsoft.com/office/drawing/2014/main" id="{F387164B-0509-2EDF-0E21-615BA47409B5}"/>
                  </a:ext>
                </a:extLst>
              </p:cNvPr>
              <p:cNvSpPr/>
              <p:nvPr/>
            </p:nvSpPr>
            <p:spPr>
              <a:xfrm>
                <a:off x="8316270" y="1229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6" name="Freeform 34465">
                <a:extLst>
                  <a:ext uri="{FF2B5EF4-FFF2-40B4-BE49-F238E27FC236}">
                    <a16:creationId xmlns:a16="http://schemas.microsoft.com/office/drawing/2014/main" id="{A5B2E862-2AFA-2B01-6D24-83685C6F8177}"/>
                  </a:ext>
                </a:extLst>
              </p:cNvPr>
              <p:cNvSpPr/>
              <p:nvPr/>
            </p:nvSpPr>
            <p:spPr>
              <a:xfrm>
                <a:off x="8316766" y="1074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7" name="Freeform 34466">
                <a:extLst>
                  <a:ext uri="{FF2B5EF4-FFF2-40B4-BE49-F238E27FC236}">
                    <a16:creationId xmlns:a16="http://schemas.microsoft.com/office/drawing/2014/main" id="{9ADBF7FE-6AFA-11A7-29E4-211048709148}"/>
                  </a:ext>
                </a:extLst>
              </p:cNvPr>
              <p:cNvSpPr/>
              <p:nvPr/>
            </p:nvSpPr>
            <p:spPr>
              <a:xfrm>
                <a:off x="8317361" y="1074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8" name="Freeform 34467">
                <a:extLst>
                  <a:ext uri="{FF2B5EF4-FFF2-40B4-BE49-F238E27FC236}">
                    <a16:creationId xmlns:a16="http://schemas.microsoft.com/office/drawing/2014/main" id="{B2845953-2AB9-52BD-D6FD-ECDC669D9165}"/>
                  </a:ext>
                </a:extLst>
              </p:cNvPr>
              <p:cNvSpPr/>
              <p:nvPr/>
            </p:nvSpPr>
            <p:spPr>
              <a:xfrm>
                <a:off x="8317857" y="1056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9" name="Freeform 34468">
                <a:extLst>
                  <a:ext uri="{FF2B5EF4-FFF2-40B4-BE49-F238E27FC236}">
                    <a16:creationId xmlns:a16="http://schemas.microsoft.com/office/drawing/2014/main" id="{BC7F1377-681F-E039-C73A-E7B7D3C449DA}"/>
                  </a:ext>
                </a:extLst>
              </p:cNvPr>
              <p:cNvSpPr/>
              <p:nvPr/>
            </p:nvSpPr>
            <p:spPr>
              <a:xfrm>
                <a:off x="8318353" y="1000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0" name="Freeform 34469">
                <a:extLst>
                  <a:ext uri="{FF2B5EF4-FFF2-40B4-BE49-F238E27FC236}">
                    <a16:creationId xmlns:a16="http://schemas.microsoft.com/office/drawing/2014/main" id="{506E5C38-831D-2C7E-817E-DDC929AD243F}"/>
                  </a:ext>
                </a:extLst>
              </p:cNvPr>
              <p:cNvSpPr/>
              <p:nvPr/>
            </p:nvSpPr>
            <p:spPr>
              <a:xfrm>
                <a:off x="8318948" y="997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1" name="Freeform 34470">
                <a:extLst>
                  <a:ext uri="{FF2B5EF4-FFF2-40B4-BE49-F238E27FC236}">
                    <a16:creationId xmlns:a16="http://schemas.microsoft.com/office/drawing/2014/main" id="{29D7B026-AA43-CF7D-3D75-5C0C66DFF78A}"/>
                  </a:ext>
                </a:extLst>
              </p:cNvPr>
              <p:cNvSpPr/>
              <p:nvPr/>
            </p:nvSpPr>
            <p:spPr>
              <a:xfrm>
                <a:off x="8319445" y="1038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2" name="Freeform 34471">
                <a:extLst>
                  <a:ext uri="{FF2B5EF4-FFF2-40B4-BE49-F238E27FC236}">
                    <a16:creationId xmlns:a16="http://schemas.microsoft.com/office/drawing/2014/main" id="{6AAF46F5-5D28-FAB7-46BB-FED45FA3ED8B}"/>
                  </a:ext>
                </a:extLst>
              </p:cNvPr>
              <p:cNvSpPr/>
              <p:nvPr/>
            </p:nvSpPr>
            <p:spPr>
              <a:xfrm>
                <a:off x="8319941" y="1112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3" name="Freeform 34472">
                <a:extLst>
                  <a:ext uri="{FF2B5EF4-FFF2-40B4-BE49-F238E27FC236}">
                    <a16:creationId xmlns:a16="http://schemas.microsoft.com/office/drawing/2014/main" id="{4087E723-BDF1-AF85-F59A-A0E4C4DF11A4}"/>
                  </a:ext>
                </a:extLst>
              </p:cNvPr>
              <p:cNvSpPr/>
              <p:nvPr/>
            </p:nvSpPr>
            <p:spPr>
              <a:xfrm>
                <a:off x="8320536" y="1115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4" name="Freeform 34473">
                <a:extLst>
                  <a:ext uri="{FF2B5EF4-FFF2-40B4-BE49-F238E27FC236}">
                    <a16:creationId xmlns:a16="http://schemas.microsoft.com/office/drawing/2014/main" id="{2AF4D7E6-6C1D-F3E5-DEEC-D668C13DF451}"/>
                  </a:ext>
                </a:extLst>
              </p:cNvPr>
              <p:cNvSpPr/>
              <p:nvPr/>
            </p:nvSpPr>
            <p:spPr>
              <a:xfrm>
                <a:off x="8321032" y="1121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5" name="Freeform 34474">
                <a:extLst>
                  <a:ext uri="{FF2B5EF4-FFF2-40B4-BE49-F238E27FC236}">
                    <a16:creationId xmlns:a16="http://schemas.microsoft.com/office/drawing/2014/main" id="{01C2711C-8E89-BA81-AE95-052CEE21F37A}"/>
                  </a:ext>
                </a:extLst>
              </p:cNvPr>
              <p:cNvSpPr/>
              <p:nvPr/>
            </p:nvSpPr>
            <p:spPr>
              <a:xfrm>
                <a:off x="8321528" y="1405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6" name="Freeform 34475">
                <a:extLst>
                  <a:ext uri="{FF2B5EF4-FFF2-40B4-BE49-F238E27FC236}">
                    <a16:creationId xmlns:a16="http://schemas.microsoft.com/office/drawing/2014/main" id="{ABFC23F4-5360-8A53-5758-7EC98DF49690}"/>
                  </a:ext>
                </a:extLst>
              </p:cNvPr>
              <p:cNvSpPr/>
              <p:nvPr/>
            </p:nvSpPr>
            <p:spPr>
              <a:xfrm>
                <a:off x="8322123" y="1591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7" name="Freeform 34476">
                <a:extLst>
                  <a:ext uri="{FF2B5EF4-FFF2-40B4-BE49-F238E27FC236}">
                    <a16:creationId xmlns:a16="http://schemas.microsoft.com/office/drawing/2014/main" id="{E3B4E591-5943-6689-5E44-32948F9F37B1}"/>
                  </a:ext>
                </a:extLst>
              </p:cNvPr>
              <p:cNvSpPr/>
              <p:nvPr/>
            </p:nvSpPr>
            <p:spPr>
              <a:xfrm>
                <a:off x="8322620" y="1595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8" name="Freeform 34477">
                <a:extLst>
                  <a:ext uri="{FF2B5EF4-FFF2-40B4-BE49-F238E27FC236}">
                    <a16:creationId xmlns:a16="http://schemas.microsoft.com/office/drawing/2014/main" id="{9CF2149E-46F7-4792-6393-64DA37337770}"/>
                  </a:ext>
                </a:extLst>
              </p:cNvPr>
              <p:cNvSpPr/>
              <p:nvPr/>
            </p:nvSpPr>
            <p:spPr>
              <a:xfrm>
                <a:off x="8323116" y="1562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79" name="Freeform 34478">
                <a:extLst>
                  <a:ext uri="{FF2B5EF4-FFF2-40B4-BE49-F238E27FC236}">
                    <a16:creationId xmlns:a16="http://schemas.microsoft.com/office/drawing/2014/main" id="{87BF9C63-685E-9AFB-1107-2C0CC9BC724B}"/>
                  </a:ext>
                </a:extLst>
              </p:cNvPr>
              <p:cNvSpPr/>
              <p:nvPr/>
            </p:nvSpPr>
            <p:spPr>
              <a:xfrm>
                <a:off x="8323711" y="1557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0" name="Freeform 34479">
                <a:extLst>
                  <a:ext uri="{FF2B5EF4-FFF2-40B4-BE49-F238E27FC236}">
                    <a16:creationId xmlns:a16="http://schemas.microsoft.com/office/drawing/2014/main" id="{EC41996D-4C66-240C-64FB-3791DEE5BEF8}"/>
                  </a:ext>
                </a:extLst>
              </p:cNvPr>
              <p:cNvSpPr/>
              <p:nvPr/>
            </p:nvSpPr>
            <p:spPr>
              <a:xfrm>
                <a:off x="8324207" y="1575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1" name="Freeform 34480">
                <a:extLst>
                  <a:ext uri="{FF2B5EF4-FFF2-40B4-BE49-F238E27FC236}">
                    <a16:creationId xmlns:a16="http://schemas.microsoft.com/office/drawing/2014/main" id="{E717DE01-0347-54D5-3908-7924EC48DEA1}"/>
                  </a:ext>
                </a:extLst>
              </p:cNvPr>
              <p:cNvSpPr/>
              <p:nvPr/>
            </p:nvSpPr>
            <p:spPr>
              <a:xfrm>
                <a:off x="8324703" y="1555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2" name="Freeform 34481">
                <a:extLst>
                  <a:ext uri="{FF2B5EF4-FFF2-40B4-BE49-F238E27FC236}">
                    <a16:creationId xmlns:a16="http://schemas.microsoft.com/office/drawing/2014/main" id="{3AF54CB3-609F-AB3E-94D3-35B0FA3AE2BA}"/>
                  </a:ext>
                </a:extLst>
              </p:cNvPr>
              <p:cNvSpPr/>
              <p:nvPr/>
            </p:nvSpPr>
            <p:spPr>
              <a:xfrm>
                <a:off x="8325199" y="1455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3" name="Freeform 34482">
                <a:extLst>
                  <a:ext uri="{FF2B5EF4-FFF2-40B4-BE49-F238E27FC236}">
                    <a16:creationId xmlns:a16="http://schemas.microsoft.com/office/drawing/2014/main" id="{62692FC0-B83E-486B-3FAB-51C41F7E2524}"/>
                  </a:ext>
                </a:extLst>
              </p:cNvPr>
              <p:cNvSpPr/>
              <p:nvPr/>
            </p:nvSpPr>
            <p:spPr>
              <a:xfrm>
                <a:off x="8325795" y="1261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4" name="Freeform 34483">
                <a:extLst>
                  <a:ext uri="{FF2B5EF4-FFF2-40B4-BE49-F238E27FC236}">
                    <a16:creationId xmlns:a16="http://schemas.microsoft.com/office/drawing/2014/main" id="{A8205F19-3EBD-04BF-2E1C-839050532F00}"/>
                  </a:ext>
                </a:extLst>
              </p:cNvPr>
              <p:cNvSpPr/>
              <p:nvPr/>
            </p:nvSpPr>
            <p:spPr>
              <a:xfrm>
                <a:off x="8326291" y="1293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5" name="Freeform 34484">
                <a:extLst>
                  <a:ext uri="{FF2B5EF4-FFF2-40B4-BE49-F238E27FC236}">
                    <a16:creationId xmlns:a16="http://schemas.microsoft.com/office/drawing/2014/main" id="{B8F65A86-8FC4-021F-AACA-7D7E6677C233}"/>
                  </a:ext>
                </a:extLst>
              </p:cNvPr>
              <p:cNvSpPr/>
              <p:nvPr/>
            </p:nvSpPr>
            <p:spPr>
              <a:xfrm>
                <a:off x="8326787" y="1339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6" name="Freeform 34485">
                <a:extLst>
                  <a:ext uri="{FF2B5EF4-FFF2-40B4-BE49-F238E27FC236}">
                    <a16:creationId xmlns:a16="http://schemas.microsoft.com/office/drawing/2014/main" id="{8510D8DA-7D30-50A6-DB18-3B151EB19D25}"/>
                  </a:ext>
                </a:extLst>
              </p:cNvPr>
              <p:cNvSpPr/>
              <p:nvPr/>
            </p:nvSpPr>
            <p:spPr>
              <a:xfrm>
                <a:off x="8327382" y="1314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7" name="Freeform 34486">
                <a:extLst>
                  <a:ext uri="{FF2B5EF4-FFF2-40B4-BE49-F238E27FC236}">
                    <a16:creationId xmlns:a16="http://schemas.microsoft.com/office/drawing/2014/main" id="{B967C771-CF14-4975-B12A-58CB6B869F98}"/>
                  </a:ext>
                </a:extLst>
              </p:cNvPr>
              <p:cNvSpPr/>
              <p:nvPr/>
            </p:nvSpPr>
            <p:spPr>
              <a:xfrm>
                <a:off x="8327878" y="1319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8" name="Freeform 34487">
                <a:extLst>
                  <a:ext uri="{FF2B5EF4-FFF2-40B4-BE49-F238E27FC236}">
                    <a16:creationId xmlns:a16="http://schemas.microsoft.com/office/drawing/2014/main" id="{1675B21B-8A44-25ED-3A16-B4473B86C79F}"/>
                  </a:ext>
                </a:extLst>
              </p:cNvPr>
              <p:cNvSpPr/>
              <p:nvPr/>
            </p:nvSpPr>
            <p:spPr>
              <a:xfrm>
                <a:off x="8328374" y="1262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89" name="Freeform 34488">
                <a:extLst>
                  <a:ext uri="{FF2B5EF4-FFF2-40B4-BE49-F238E27FC236}">
                    <a16:creationId xmlns:a16="http://schemas.microsoft.com/office/drawing/2014/main" id="{205F2879-310E-3FD8-3A52-2E07E272BBA2}"/>
                  </a:ext>
                </a:extLst>
              </p:cNvPr>
              <p:cNvSpPr/>
              <p:nvPr/>
            </p:nvSpPr>
            <p:spPr>
              <a:xfrm>
                <a:off x="8328970" y="1293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0" name="Freeform 34489">
                <a:extLst>
                  <a:ext uri="{FF2B5EF4-FFF2-40B4-BE49-F238E27FC236}">
                    <a16:creationId xmlns:a16="http://schemas.microsoft.com/office/drawing/2014/main" id="{B9A1184E-CE48-4CB4-9746-275BF91CC2B5}"/>
                  </a:ext>
                </a:extLst>
              </p:cNvPr>
              <p:cNvSpPr/>
              <p:nvPr/>
            </p:nvSpPr>
            <p:spPr>
              <a:xfrm>
                <a:off x="8329466" y="120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1" name="Freeform 34490">
                <a:extLst>
                  <a:ext uri="{FF2B5EF4-FFF2-40B4-BE49-F238E27FC236}">
                    <a16:creationId xmlns:a16="http://schemas.microsoft.com/office/drawing/2014/main" id="{360F35FE-F531-FEFF-8C49-44C0F90FC804}"/>
                  </a:ext>
                </a:extLst>
              </p:cNvPr>
              <p:cNvSpPr/>
              <p:nvPr/>
            </p:nvSpPr>
            <p:spPr>
              <a:xfrm>
                <a:off x="8329962" y="1148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2" name="Freeform 34491">
                <a:extLst>
                  <a:ext uri="{FF2B5EF4-FFF2-40B4-BE49-F238E27FC236}">
                    <a16:creationId xmlns:a16="http://schemas.microsoft.com/office/drawing/2014/main" id="{FE074A99-7283-90DA-F6C1-9A0D4D3F521D}"/>
                  </a:ext>
                </a:extLst>
              </p:cNvPr>
              <p:cNvSpPr/>
              <p:nvPr/>
            </p:nvSpPr>
            <p:spPr>
              <a:xfrm>
                <a:off x="8330557" y="1129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3" name="Freeform 34492">
                <a:extLst>
                  <a:ext uri="{FF2B5EF4-FFF2-40B4-BE49-F238E27FC236}">
                    <a16:creationId xmlns:a16="http://schemas.microsoft.com/office/drawing/2014/main" id="{90930724-1A4B-F62F-6206-E1587AFC542C}"/>
                  </a:ext>
                </a:extLst>
              </p:cNvPr>
              <p:cNvSpPr/>
              <p:nvPr/>
            </p:nvSpPr>
            <p:spPr>
              <a:xfrm>
                <a:off x="8331053" y="1121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4" name="Freeform 34493">
                <a:extLst>
                  <a:ext uri="{FF2B5EF4-FFF2-40B4-BE49-F238E27FC236}">
                    <a16:creationId xmlns:a16="http://schemas.microsoft.com/office/drawing/2014/main" id="{7F3FD8F1-8592-1341-C5C4-9484902DF523}"/>
                  </a:ext>
                </a:extLst>
              </p:cNvPr>
              <p:cNvSpPr/>
              <p:nvPr/>
            </p:nvSpPr>
            <p:spPr>
              <a:xfrm>
                <a:off x="8331549" y="1116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5" name="Freeform 34494">
                <a:extLst>
                  <a:ext uri="{FF2B5EF4-FFF2-40B4-BE49-F238E27FC236}">
                    <a16:creationId xmlns:a16="http://schemas.microsoft.com/office/drawing/2014/main" id="{AA0E6A6F-7B8C-E02A-1295-AFF9F56DE590}"/>
                  </a:ext>
                </a:extLst>
              </p:cNvPr>
              <p:cNvSpPr/>
              <p:nvPr/>
            </p:nvSpPr>
            <p:spPr>
              <a:xfrm>
                <a:off x="8332145" y="1115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6" name="Freeform 34495">
                <a:extLst>
                  <a:ext uri="{FF2B5EF4-FFF2-40B4-BE49-F238E27FC236}">
                    <a16:creationId xmlns:a16="http://schemas.microsoft.com/office/drawing/2014/main" id="{20C776C3-F080-174D-C5CB-D7B335B585E9}"/>
                  </a:ext>
                </a:extLst>
              </p:cNvPr>
              <p:cNvSpPr/>
              <p:nvPr/>
            </p:nvSpPr>
            <p:spPr>
              <a:xfrm>
                <a:off x="8332641" y="1133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7" name="Freeform 34496">
                <a:extLst>
                  <a:ext uri="{FF2B5EF4-FFF2-40B4-BE49-F238E27FC236}">
                    <a16:creationId xmlns:a16="http://schemas.microsoft.com/office/drawing/2014/main" id="{74826D86-44FC-6EB7-3616-3EB9E87D0136}"/>
                  </a:ext>
                </a:extLst>
              </p:cNvPr>
              <p:cNvSpPr/>
              <p:nvPr/>
            </p:nvSpPr>
            <p:spPr>
              <a:xfrm>
                <a:off x="8333137" y="1181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8" name="Freeform 34497">
                <a:extLst>
                  <a:ext uri="{FF2B5EF4-FFF2-40B4-BE49-F238E27FC236}">
                    <a16:creationId xmlns:a16="http://schemas.microsoft.com/office/drawing/2014/main" id="{61965CFF-B507-C436-6742-DDF2DF2071BD}"/>
                  </a:ext>
                </a:extLst>
              </p:cNvPr>
              <p:cNvSpPr/>
              <p:nvPr/>
            </p:nvSpPr>
            <p:spPr>
              <a:xfrm>
                <a:off x="8333732" y="1277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99" name="Freeform 34498">
                <a:extLst>
                  <a:ext uri="{FF2B5EF4-FFF2-40B4-BE49-F238E27FC236}">
                    <a16:creationId xmlns:a16="http://schemas.microsoft.com/office/drawing/2014/main" id="{C3381F58-5D2A-A40C-AD44-1E671EBDA818}"/>
                  </a:ext>
                </a:extLst>
              </p:cNvPr>
              <p:cNvSpPr/>
              <p:nvPr/>
            </p:nvSpPr>
            <p:spPr>
              <a:xfrm>
                <a:off x="8334228" y="1461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0" name="Freeform 34499">
                <a:extLst>
                  <a:ext uri="{FF2B5EF4-FFF2-40B4-BE49-F238E27FC236}">
                    <a16:creationId xmlns:a16="http://schemas.microsoft.com/office/drawing/2014/main" id="{07B99B1E-1FD9-DE35-1BE7-A223653938EF}"/>
                  </a:ext>
                </a:extLst>
              </p:cNvPr>
              <p:cNvSpPr/>
              <p:nvPr/>
            </p:nvSpPr>
            <p:spPr>
              <a:xfrm>
                <a:off x="8334724" y="1644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1" name="Freeform 34500">
                <a:extLst>
                  <a:ext uri="{FF2B5EF4-FFF2-40B4-BE49-F238E27FC236}">
                    <a16:creationId xmlns:a16="http://schemas.microsoft.com/office/drawing/2014/main" id="{678AD7C6-0258-AEF8-9290-A319E920EFCE}"/>
                  </a:ext>
                </a:extLst>
              </p:cNvPr>
              <p:cNvSpPr/>
              <p:nvPr/>
            </p:nvSpPr>
            <p:spPr>
              <a:xfrm>
                <a:off x="8335320" y="1656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2" name="Freeform 34501">
                <a:extLst>
                  <a:ext uri="{FF2B5EF4-FFF2-40B4-BE49-F238E27FC236}">
                    <a16:creationId xmlns:a16="http://schemas.microsoft.com/office/drawing/2014/main" id="{CC40E8F2-B1BB-57C7-2EBB-8B13F5C581E3}"/>
                  </a:ext>
                </a:extLst>
              </p:cNvPr>
              <p:cNvSpPr/>
              <p:nvPr/>
            </p:nvSpPr>
            <p:spPr>
              <a:xfrm>
                <a:off x="8335816" y="1669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3" name="Freeform 34502">
                <a:extLst>
                  <a:ext uri="{FF2B5EF4-FFF2-40B4-BE49-F238E27FC236}">
                    <a16:creationId xmlns:a16="http://schemas.microsoft.com/office/drawing/2014/main" id="{25F09619-BA27-093C-C446-7515A435CA6F}"/>
                  </a:ext>
                </a:extLst>
              </p:cNvPr>
              <p:cNvSpPr/>
              <p:nvPr/>
            </p:nvSpPr>
            <p:spPr>
              <a:xfrm>
                <a:off x="8336312" y="1660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4" name="Freeform 34503">
                <a:extLst>
                  <a:ext uri="{FF2B5EF4-FFF2-40B4-BE49-F238E27FC236}">
                    <a16:creationId xmlns:a16="http://schemas.microsoft.com/office/drawing/2014/main" id="{81C7EE5F-3D9E-6888-FDA0-8D06273BBF3D}"/>
                  </a:ext>
                </a:extLst>
              </p:cNvPr>
              <p:cNvSpPr/>
              <p:nvPr/>
            </p:nvSpPr>
            <p:spPr>
              <a:xfrm>
                <a:off x="8336907" y="1663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5" name="Freeform 34504">
                <a:extLst>
                  <a:ext uri="{FF2B5EF4-FFF2-40B4-BE49-F238E27FC236}">
                    <a16:creationId xmlns:a16="http://schemas.microsoft.com/office/drawing/2014/main" id="{F0590813-ADEF-995E-1892-119C0D61B22D}"/>
                  </a:ext>
                </a:extLst>
              </p:cNvPr>
              <p:cNvSpPr/>
              <p:nvPr/>
            </p:nvSpPr>
            <p:spPr>
              <a:xfrm>
                <a:off x="8337403" y="1638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6" name="Freeform 34505">
                <a:extLst>
                  <a:ext uri="{FF2B5EF4-FFF2-40B4-BE49-F238E27FC236}">
                    <a16:creationId xmlns:a16="http://schemas.microsoft.com/office/drawing/2014/main" id="{0C1D0307-F0B9-E693-7834-89EAD2FD741A}"/>
                  </a:ext>
                </a:extLst>
              </p:cNvPr>
              <p:cNvSpPr/>
              <p:nvPr/>
            </p:nvSpPr>
            <p:spPr>
              <a:xfrm>
                <a:off x="8337899" y="1499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7" name="Freeform 34506">
                <a:extLst>
                  <a:ext uri="{FF2B5EF4-FFF2-40B4-BE49-F238E27FC236}">
                    <a16:creationId xmlns:a16="http://schemas.microsoft.com/office/drawing/2014/main" id="{1B2DFE7E-87F9-F25A-A2DF-C1BA605C6D4D}"/>
                  </a:ext>
                </a:extLst>
              </p:cNvPr>
              <p:cNvSpPr/>
              <p:nvPr/>
            </p:nvSpPr>
            <p:spPr>
              <a:xfrm>
                <a:off x="8338395" y="1391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8" name="Freeform 34507">
                <a:extLst>
                  <a:ext uri="{FF2B5EF4-FFF2-40B4-BE49-F238E27FC236}">
                    <a16:creationId xmlns:a16="http://schemas.microsoft.com/office/drawing/2014/main" id="{7EA4173E-A51C-FE28-8CD7-469FAC57E3CB}"/>
                  </a:ext>
                </a:extLst>
              </p:cNvPr>
              <p:cNvSpPr/>
              <p:nvPr/>
            </p:nvSpPr>
            <p:spPr>
              <a:xfrm>
                <a:off x="8338991" y="1377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09" name="Freeform 34508">
                <a:extLst>
                  <a:ext uri="{FF2B5EF4-FFF2-40B4-BE49-F238E27FC236}">
                    <a16:creationId xmlns:a16="http://schemas.microsoft.com/office/drawing/2014/main" id="{F700305C-1805-7A31-CA1F-F8FDBA598E8E}"/>
                  </a:ext>
                </a:extLst>
              </p:cNvPr>
              <p:cNvSpPr/>
              <p:nvPr/>
            </p:nvSpPr>
            <p:spPr>
              <a:xfrm>
                <a:off x="8339487" y="1389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0" name="Freeform 34509">
                <a:extLst>
                  <a:ext uri="{FF2B5EF4-FFF2-40B4-BE49-F238E27FC236}">
                    <a16:creationId xmlns:a16="http://schemas.microsoft.com/office/drawing/2014/main" id="{94729B19-6E77-6936-20D6-0F4B43BDCE3A}"/>
                  </a:ext>
                </a:extLst>
              </p:cNvPr>
              <p:cNvSpPr/>
              <p:nvPr/>
            </p:nvSpPr>
            <p:spPr>
              <a:xfrm>
                <a:off x="8339983" y="1397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1" name="Freeform 34510">
                <a:extLst>
                  <a:ext uri="{FF2B5EF4-FFF2-40B4-BE49-F238E27FC236}">
                    <a16:creationId xmlns:a16="http://schemas.microsoft.com/office/drawing/2014/main" id="{945E7175-617E-EEE1-2CEF-2265F708AE88}"/>
                  </a:ext>
                </a:extLst>
              </p:cNvPr>
              <p:cNvSpPr/>
              <p:nvPr/>
            </p:nvSpPr>
            <p:spPr>
              <a:xfrm>
                <a:off x="8340578" y="1405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2" name="Freeform 34511">
                <a:extLst>
                  <a:ext uri="{FF2B5EF4-FFF2-40B4-BE49-F238E27FC236}">
                    <a16:creationId xmlns:a16="http://schemas.microsoft.com/office/drawing/2014/main" id="{C9F734C7-993B-CC68-3B7F-F916107D08D8}"/>
                  </a:ext>
                </a:extLst>
              </p:cNvPr>
              <p:cNvSpPr/>
              <p:nvPr/>
            </p:nvSpPr>
            <p:spPr>
              <a:xfrm>
                <a:off x="8341074" y="1391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3" name="Freeform 34512">
                <a:extLst>
                  <a:ext uri="{FF2B5EF4-FFF2-40B4-BE49-F238E27FC236}">
                    <a16:creationId xmlns:a16="http://schemas.microsoft.com/office/drawing/2014/main" id="{37259A54-9D33-19FD-77B4-C4AC595BCEF2}"/>
                  </a:ext>
                </a:extLst>
              </p:cNvPr>
              <p:cNvSpPr/>
              <p:nvPr/>
            </p:nvSpPr>
            <p:spPr>
              <a:xfrm>
                <a:off x="8341570" y="1321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4" name="Freeform 34513">
                <a:extLst>
                  <a:ext uri="{FF2B5EF4-FFF2-40B4-BE49-F238E27FC236}">
                    <a16:creationId xmlns:a16="http://schemas.microsoft.com/office/drawing/2014/main" id="{662BE07E-D8D5-FAE5-414B-1F70C3257766}"/>
                  </a:ext>
                </a:extLst>
              </p:cNvPr>
              <p:cNvSpPr/>
              <p:nvPr/>
            </p:nvSpPr>
            <p:spPr>
              <a:xfrm>
                <a:off x="8342166" y="1290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5" name="Freeform 34514">
                <a:extLst>
                  <a:ext uri="{FF2B5EF4-FFF2-40B4-BE49-F238E27FC236}">
                    <a16:creationId xmlns:a16="http://schemas.microsoft.com/office/drawing/2014/main" id="{38F656CC-FBA3-E3BA-7AEB-E7ACB47CD5FE}"/>
                  </a:ext>
                </a:extLst>
              </p:cNvPr>
              <p:cNvSpPr/>
              <p:nvPr/>
            </p:nvSpPr>
            <p:spPr>
              <a:xfrm>
                <a:off x="8342662" y="122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6" name="Freeform 34515">
                <a:extLst>
                  <a:ext uri="{FF2B5EF4-FFF2-40B4-BE49-F238E27FC236}">
                    <a16:creationId xmlns:a16="http://schemas.microsoft.com/office/drawing/2014/main" id="{620FFA62-1666-7359-2E53-FDA2C9A6644B}"/>
                  </a:ext>
                </a:extLst>
              </p:cNvPr>
              <p:cNvSpPr/>
              <p:nvPr/>
            </p:nvSpPr>
            <p:spPr>
              <a:xfrm>
                <a:off x="8343158" y="1305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7" name="Freeform 34516">
                <a:extLst>
                  <a:ext uri="{FF2B5EF4-FFF2-40B4-BE49-F238E27FC236}">
                    <a16:creationId xmlns:a16="http://schemas.microsoft.com/office/drawing/2014/main" id="{665704F7-9BD0-A09C-234B-10DF1B8E22EE}"/>
                  </a:ext>
                </a:extLst>
              </p:cNvPr>
              <p:cNvSpPr/>
              <p:nvPr/>
            </p:nvSpPr>
            <p:spPr>
              <a:xfrm>
                <a:off x="8343753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8" name="Freeform 34517">
                <a:extLst>
                  <a:ext uri="{FF2B5EF4-FFF2-40B4-BE49-F238E27FC236}">
                    <a16:creationId xmlns:a16="http://schemas.microsoft.com/office/drawing/2014/main" id="{DB4A6D67-A9C1-716A-667C-6058F9D530F2}"/>
                  </a:ext>
                </a:extLst>
              </p:cNvPr>
              <p:cNvSpPr/>
              <p:nvPr/>
            </p:nvSpPr>
            <p:spPr>
              <a:xfrm>
                <a:off x="8344249" y="1261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19" name="Freeform 34518">
                <a:extLst>
                  <a:ext uri="{FF2B5EF4-FFF2-40B4-BE49-F238E27FC236}">
                    <a16:creationId xmlns:a16="http://schemas.microsoft.com/office/drawing/2014/main" id="{7D94310E-DF37-96F8-ABF0-DBC0591B4D41}"/>
                  </a:ext>
                </a:extLst>
              </p:cNvPr>
              <p:cNvSpPr/>
              <p:nvPr/>
            </p:nvSpPr>
            <p:spPr>
              <a:xfrm>
                <a:off x="8344745" y="1249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0" name="Freeform 34519">
                <a:extLst>
                  <a:ext uri="{FF2B5EF4-FFF2-40B4-BE49-F238E27FC236}">
                    <a16:creationId xmlns:a16="http://schemas.microsoft.com/office/drawing/2014/main" id="{F619168A-EA60-2CCF-9896-7C6715AA426D}"/>
                  </a:ext>
                </a:extLst>
              </p:cNvPr>
              <p:cNvSpPr/>
              <p:nvPr/>
            </p:nvSpPr>
            <p:spPr>
              <a:xfrm>
                <a:off x="8345341" y="1271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1" name="Freeform 34520">
                <a:extLst>
                  <a:ext uri="{FF2B5EF4-FFF2-40B4-BE49-F238E27FC236}">
                    <a16:creationId xmlns:a16="http://schemas.microsoft.com/office/drawing/2014/main" id="{06778CD2-B434-8788-2E9D-8E3DC443840D}"/>
                  </a:ext>
                </a:extLst>
              </p:cNvPr>
              <p:cNvSpPr/>
              <p:nvPr/>
            </p:nvSpPr>
            <p:spPr>
              <a:xfrm>
                <a:off x="8345837" y="1294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2" name="Freeform 34521">
                <a:extLst>
                  <a:ext uri="{FF2B5EF4-FFF2-40B4-BE49-F238E27FC236}">
                    <a16:creationId xmlns:a16="http://schemas.microsoft.com/office/drawing/2014/main" id="{C3FE5169-394B-8AD8-9546-41857AE8A093}"/>
                  </a:ext>
                </a:extLst>
              </p:cNvPr>
              <p:cNvSpPr/>
              <p:nvPr/>
            </p:nvSpPr>
            <p:spPr>
              <a:xfrm>
                <a:off x="8346333" y="1266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3" name="Freeform 34522">
                <a:extLst>
                  <a:ext uri="{FF2B5EF4-FFF2-40B4-BE49-F238E27FC236}">
                    <a16:creationId xmlns:a16="http://schemas.microsoft.com/office/drawing/2014/main" id="{80581CB4-FD3A-E3FD-6C41-2875D70D7578}"/>
                  </a:ext>
                </a:extLst>
              </p:cNvPr>
              <p:cNvSpPr/>
              <p:nvPr/>
            </p:nvSpPr>
            <p:spPr>
              <a:xfrm>
                <a:off x="8346928" y="1695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4" name="Freeform 34523">
                <a:extLst>
                  <a:ext uri="{FF2B5EF4-FFF2-40B4-BE49-F238E27FC236}">
                    <a16:creationId xmlns:a16="http://schemas.microsoft.com/office/drawing/2014/main" id="{3340B9E9-5CE8-1594-21F1-9068E0A66F28}"/>
                  </a:ext>
                </a:extLst>
              </p:cNvPr>
              <p:cNvSpPr/>
              <p:nvPr/>
            </p:nvSpPr>
            <p:spPr>
              <a:xfrm>
                <a:off x="8347424" y="1854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5" name="Freeform 34524">
                <a:extLst>
                  <a:ext uri="{FF2B5EF4-FFF2-40B4-BE49-F238E27FC236}">
                    <a16:creationId xmlns:a16="http://schemas.microsoft.com/office/drawing/2014/main" id="{E38AF11B-2FA9-38E0-CA09-B782419F3C3B}"/>
                  </a:ext>
                </a:extLst>
              </p:cNvPr>
              <p:cNvSpPr/>
              <p:nvPr/>
            </p:nvSpPr>
            <p:spPr>
              <a:xfrm>
                <a:off x="8347920" y="1867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6" name="Freeform 34525">
                <a:extLst>
                  <a:ext uri="{FF2B5EF4-FFF2-40B4-BE49-F238E27FC236}">
                    <a16:creationId xmlns:a16="http://schemas.microsoft.com/office/drawing/2014/main" id="{E5409D28-5A55-C1CD-8A50-99124CB0D722}"/>
                  </a:ext>
                </a:extLst>
              </p:cNvPr>
              <p:cNvSpPr/>
              <p:nvPr/>
            </p:nvSpPr>
            <p:spPr>
              <a:xfrm>
                <a:off x="8348516" y="1844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7" name="Freeform 34526">
                <a:extLst>
                  <a:ext uri="{FF2B5EF4-FFF2-40B4-BE49-F238E27FC236}">
                    <a16:creationId xmlns:a16="http://schemas.microsoft.com/office/drawing/2014/main" id="{1118EB04-1D96-EA6C-FFAB-55032313C741}"/>
                  </a:ext>
                </a:extLst>
              </p:cNvPr>
              <p:cNvSpPr/>
              <p:nvPr/>
            </p:nvSpPr>
            <p:spPr>
              <a:xfrm>
                <a:off x="8349012" y="1837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8" name="Freeform 34527">
                <a:extLst>
                  <a:ext uri="{FF2B5EF4-FFF2-40B4-BE49-F238E27FC236}">
                    <a16:creationId xmlns:a16="http://schemas.microsoft.com/office/drawing/2014/main" id="{0559DAF3-C52E-E0AD-CF83-DD5C2BA7CDAE}"/>
                  </a:ext>
                </a:extLst>
              </p:cNvPr>
              <p:cNvSpPr/>
              <p:nvPr/>
            </p:nvSpPr>
            <p:spPr>
              <a:xfrm>
                <a:off x="8349508" y="1860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29" name="Freeform 34528">
                <a:extLst>
                  <a:ext uri="{FF2B5EF4-FFF2-40B4-BE49-F238E27FC236}">
                    <a16:creationId xmlns:a16="http://schemas.microsoft.com/office/drawing/2014/main" id="{DD584D09-5815-BA6D-22F1-6E44749439DD}"/>
                  </a:ext>
                </a:extLst>
              </p:cNvPr>
              <p:cNvSpPr/>
              <p:nvPr/>
            </p:nvSpPr>
            <p:spPr>
              <a:xfrm>
                <a:off x="8350004" y="19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0" name="Freeform 34529">
                <a:extLst>
                  <a:ext uri="{FF2B5EF4-FFF2-40B4-BE49-F238E27FC236}">
                    <a16:creationId xmlns:a16="http://schemas.microsoft.com/office/drawing/2014/main" id="{2808B37A-6E94-0A31-E978-2D25A6FDACA8}"/>
                  </a:ext>
                </a:extLst>
              </p:cNvPr>
              <p:cNvSpPr/>
              <p:nvPr/>
            </p:nvSpPr>
            <p:spPr>
              <a:xfrm>
                <a:off x="8350599" y="1857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1" name="Freeform 34530">
                <a:extLst>
                  <a:ext uri="{FF2B5EF4-FFF2-40B4-BE49-F238E27FC236}">
                    <a16:creationId xmlns:a16="http://schemas.microsoft.com/office/drawing/2014/main" id="{8A693EA2-94D5-B1FE-08E4-1FB27C89698E}"/>
                  </a:ext>
                </a:extLst>
              </p:cNvPr>
              <p:cNvSpPr/>
              <p:nvPr/>
            </p:nvSpPr>
            <p:spPr>
              <a:xfrm>
                <a:off x="8351095" y="1454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2" name="Freeform 34531">
                <a:extLst>
                  <a:ext uri="{FF2B5EF4-FFF2-40B4-BE49-F238E27FC236}">
                    <a16:creationId xmlns:a16="http://schemas.microsoft.com/office/drawing/2014/main" id="{EA0EB8CF-BD59-3B5D-DAA2-BA86F7EF155E}"/>
                  </a:ext>
                </a:extLst>
              </p:cNvPr>
              <p:cNvSpPr/>
              <p:nvPr/>
            </p:nvSpPr>
            <p:spPr>
              <a:xfrm>
                <a:off x="8351591" y="1446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3" name="Freeform 34532">
                <a:extLst>
                  <a:ext uri="{FF2B5EF4-FFF2-40B4-BE49-F238E27FC236}">
                    <a16:creationId xmlns:a16="http://schemas.microsoft.com/office/drawing/2014/main" id="{BB445D50-51A3-AEBB-9D87-8BE3BCF4F5C9}"/>
                  </a:ext>
                </a:extLst>
              </p:cNvPr>
              <p:cNvSpPr/>
              <p:nvPr/>
            </p:nvSpPr>
            <p:spPr>
              <a:xfrm>
                <a:off x="8352187" y="1492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4" name="Freeform 34533">
                <a:extLst>
                  <a:ext uri="{FF2B5EF4-FFF2-40B4-BE49-F238E27FC236}">
                    <a16:creationId xmlns:a16="http://schemas.microsoft.com/office/drawing/2014/main" id="{BD7E867F-A036-1249-0F2E-422E752F17D3}"/>
                  </a:ext>
                </a:extLst>
              </p:cNvPr>
              <p:cNvSpPr/>
              <p:nvPr/>
            </p:nvSpPr>
            <p:spPr>
              <a:xfrm>
                <a:off x="8352683" y="1517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5" name="Freeform 34534">
                <a:extLst>
                  <a:ext uri="{FF2B5EF4-FFF2-40B4-BE49-F238E27FC236}">
                    <a16:creationId xmlns:a16="http://schemas.microsoft.com/office/drawing/2014/main" id="{F1996F65-3F7A-CD30-937E-C1745EDC122B}"/>
                  </a:ext>
                </a:extLst>
              </p:cNvPr>
              <p:cNvSpPr/>
              <p:nvPr/>
            </p:nvSpPr>
            <p:spPr>
              <a:xfrm>
                <a:off x="8353179" y="1460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6" name="Freeform 34535">
                <a:extLst>
                  <a:ext uri="{FF2B5EF4-FFF2-40B4-BE49-F238E27FC236}">
                    <a16:creationId xmlns:a16="http://schemas.microsoft.com/office/drawing/2014/main" id="{97F7BF56-C5AA-39B7-CDD4-F45580E0C7E5}"/>
                  </a:ext>
                </a:extLst>
              </p:cNvPr>
              <p:cNvSpPr/>
              <p:nvPr/>
            </p:nvSpPr>
            <p:spPr>
              <a:xfrm>
                <a:off x="8353774" y="1443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7" name="Freeform 34536">
                <a:extLst>
                  <a:ext uri="{FF2B5EF4-FFF2-40B4-BE49-F238E27FC236}">
                    <a16:creationId xmlns:a16="http://schemas.microsoft.com/office/drawing/2014/main" id="{F8F6267E-B09A-AF36-96DA-8BD67648DFEC}"/>
                  </a:ext>
                </a:extLst>
              </p:cNvPr>
              <p:cNvSpPr/>
              <p:nvPr/>
            </p:nvSpPr>
            <p:spPr>
              <a:xfrm>
                <a:off x="8354270" y="1381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8" name="Freeform 34537">
                <a:extLst>
                  <a:ext uri="{FF2B5EF4-FFF2-40B4-BE49-F238E27FC236}">
                    <a16:creationId xmlns:a16="http://schemas.microsoft.com/office/drawing/2014/main" id="{0B7CDB8C-1ADE-BA55-323C-8ED160523B41}"/>
                  </a:ext>
                </a:extLst>
              </p:cNvPr>
              <p:cNvSpPr/>
              <p:nvPr/>
            </p:nvSpPr>
            <p:spPr>
              <a:xfrm>
                <a:off x="8354766" y="125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39" name="Freeform 34538">
                <a:extLst>
                  <a:ext uri="{FF2B5EF4-FFF2-40B4-BE49-F238E27FC236}">
                    <a16:creationId xmlns:a16="http://schemas.microsoft.com/office/drawing/2014/main" id="{1D6E28DF-162F-55AA-14AE-12A22C1014B0}"/>
                  </a:ext>
                </a:extLst>
              </p:cNvPr>
              <p:cNvSpPr/>
              <p:nvPr/>
            </p:nvSpPr>
            <p:spPr>
              <a:xfrm>
                <a:off x="8355362" y="1204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0" name="Freeform 34539">
                <a:extLst>
                  <a:ext uri="{FF2B5EF4-FFF2-40B4-BE49-F238E27FC236}">
                    <a16:creationId xmlns:a16="http://schemas.microsoft.com/office/drawing/2014/main" id="{0376729B-31A0-F283-59BE-7F6B849F16AB}"/>
                  </a:ext>
                </a:extLst>
              </p:cNvPr>
              <p:cNvSpPr/>
              <p:nvPr/>
            </p:nvSpPr>
            <p:spPr>
              <a:xfrm>
                <a:off x="8355858" y="1178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1" name="Freeform 34540">
                <a:extLst>
                  <a:ext uri="{FF2B5EF4-FFF2-40B4-BE49-F238E27FC236}">
                    <a16:creationId xmlns:a16="http://schemas.microsoft.com/office/drawing/2014/main" id="{451D875E-D822-53AB-0461-708F6679D628}"/>
                  </a:ext>
                </a:extLst>
              </p:cNvPr>
              <p:cNvSpPr/>
              <p:nvPr/>
            </p:nvSpPr>
            <p:spPr>
              <a:xfrm>
                <a:off x="8356354" y="1236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2" name="Freeform 34541">
                <a:extLst>
                  <a:ext uri="{FF2B5EF4-FFF2-40B4-BE49-F238E27FC236}">
                    <a16:creationId xmlns:a16="http://schemas.microsoft.com/office/drawing/2014/main" id="{345D80EA-500B-E7B3-5789-3330B62BC8E2}"/>
                  </a:ext>
                </a:extLst>
              </p:cNvPr>
              <p:cNvSpPr/>
              <p:nvPr/>
            </p:nvSpPr>
            <p:spPr>
              <a:xfrm>
                <a:off x="8356949" y="1268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3" name="Freeform 34542">
                <a:extLst>
                  <a:ext uri="{FF2B5EF4-FFF2-40B4-BE49-F238E27FC236}">
                    <a16:creationId xmlns:a16="http://schemas.microsoft.com/office/drawing/2014/main" id="{33349381-2397-2880-7C74-2DDFDD31F4AA}"/>
                  </a:ext>
                </a:extLst>
              </p:cNvPr>
              <p:cNvSpPr/>
              <p:nvPr/>
            </p:nvSpPr>
            <p:spPr>
              <a:xfrm>
                <a:off x="8357445" y="1262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4" name="Freeform 34543">
                <a:extLst>
                  <a:ext uri="{FF2B5EF4-FFF2-40B4-BE49-F238E27FC236}">
                    <a16:creationId xmlns:a16="http://schemas.microsoft.com/office/drawing/2014/main" id="{A29BC144-17D6-EB3D-904F-DA01A4EFEFA4}"/>
                  </a:ext>
                </a:extLst>
              </p:cNvPr>
              <p:cNvSpPr/>
              <p:nvPr/>
            </p:nvSpPr>
            <p:spPr>
              <a:xfrm>
                <a:off x="8357941" y="1234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5" name="Freeform 34544">
                <a:extLst>
                  <a:ext uri="{FF2B5EF4-FFF2-40B4-BE49-F238E27FC236}">
                    <a16:creationId xmlns:a16="http://schemas.microsoft.com/office/drawing/2014/main" id="{E2C05889-2B70-9C7B-05D5-67FA209ED351}"/>
                  </a:ext>
                </a:extLst>
              </p:cNvPr>
              <p:cNvSpPr/>
              <p:nvPr/>
            </p:nvSpPr>
            <p:spPr>
              <a:xfrm>
                <a:off x="8358537" y="12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6" name="Freeform 34545">
                <a:extLst>
                  <a:ext uri="{FF2B5EF4-FFF2-40B4-BE49-F238E27FC236}">
                    <a16:creationId xmlns:a16="http://schemas.microsoft.com/office/drawing/2014/main" id="{3486D364-2425-59BB-8F17-8B6604D5227D}"/>
                  </a:ext>
                </a:extLst>
              </p:cNvPr>
              <p:cNvSpPr/>
              <p:nvPr/>
            </p:nvSpPr>
            <p:spPr>
              <a:xfrm>
                <a:off x="8359033" y="1281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7" name="Freeform 34546">
                <a:extLst>
                  <a:ext uri="{FF2B5EF4-FFF2-40B4-BE49-F238E27FC236}">
                    <a16:creationId xmlns:a16="http://schemas.microsoft.com/office/drawing/2014/main" id="{CFD065C4-93DB-9B0A-672D-0241927FF047}"/>
                  </a:ext>
                </a:extLst>
              </p:cNvPr>
              <p:cNvSpPr/>
              <p:nvPr/>
            </p:nvSpPr>
            <p:spPr>
              <a:xfrm>
                <a:off x="8359529" y="1791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8" name="Freeform 34547">
                <a:extLst>
                  <a:ext uri="{FF2B5EF4-FFF2-40B4-BE49-F238E27FC236}">
                    <a16:creationId xmlns:a16="http://schemas.microsoft.com/office/drawing/2014/main" id="{474D5D5E-8955-937C-6D43-9E7BA5F9A0C0}"/>
                  </a:ext>
                </a:extLst>
              </p:cNvPr>
              <p:cNvSpPr/>
              <p:nvPr/>
            </p:nvSpPr>
            <p:spPr>
              <a:xfrm>
                <a:off x="8360124" y="1922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49" name="Freeform 34548">
                <a:extLst>
                  <a:ext uri="{FF2B5EF4-FFF2-40B4-BE49-F238E27FC236}">
                    <a16:creationId xmlns:a16="http://schemas.microsoft.com/office/drawing/2014/main" id="{8AAB3FF8-8885-B8AC-9153-8BF2B3ADF27E}"/>
                  </a:ext>
                </a:extLst>
              </p:cNvPr>
              <p:cNvSpPr/>
              <p:nvPr/>
            </p:nvSpPr>
            <p:spPr>
              <a:xfrm>
                <a:off x="8360620" y="1899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0" name="Freeform 34549">
                <a:extLst>
                  <a:ext uri="{FF2B5EF4-FFF2-40B4-BE49-F238E27FC236}">
                    <a16:creationId xmlns:a16="http://schemas.microsoft.com/office/drawing/2014/main" id="{EA6708AA-C7B3-3824-A3B7-6D78B86EC5F7}"/>
                  </a:ext>
                </a:extLst>
              </p:cNvPr>
              <p:cNvSpPr/>
              <p:nvPr/>
            </p:nvSpPr>
            <p:spPr>
              <a:xfrm>
                <a:off x="8361116" y="1861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1" name="Freeform 34550">
                <a:extLst>
                  <a:ext uri="{FF2B5EF4-FFF2-40B4-BE49-F238E27FC236}">
                    <a16:creationId xmlns:a16="http://schemas.microsoft.com/office/drawing/2014/main" id="{42D95E22-89F7-493C-4D50-C601F60F6D85}"/>
                  </a:ext>
                </a:extLst>
              </p:cNvPr>
              <p:cNvSpPr/>
              <p:nvPr/>
            </p:nvSpPr>
            <p:spPr>
              <a:xfrm>
                <a:off x="8361613" y="1840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2" name="Freeform 34551">
                <a:extLst>
                  <a:ext uri="{FF2B5EF4-FFF2-40B4-BE49-F238E27FC236}">
                    <a16:creationId xmlns:a16="http://schemas.microsoft.com/office/drawing/2014/main" id="{2E317D2D-ECB1-CA62-A6F1-20CE66AF73BE}"/>
                  </a:ext>
                </a:extLst>
              </p:cNvPr>
              <p:cNvSpPr/>
              <p:nvPr/>
            </p:nvSpPr>
            <p:spPr>
              <a:xfrm>
                <a:off x="8362208" y="1857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3" name="Freeform 34552">
                <a:extLst>
                  <a:ext uri="{FF2B5EF4-FFF2-40B4-BE49-F238E27FC236}">
                    <a16:creationId xmlns:a16="http://schemas.microsoft.com/office/drawing/2014/main" id="{E93A3166-5722-4178-22CB-D9F4016EE528}"/>
                  </a:ext>
                </a:extLst>
              </p:cNvPr>
              <p:cNvSpPr/>
              <p:nvPr/>
            </p:nvSpPr>
            <p:spPr>
              <a:xfrm>
                <a:off x="8362704" y="1939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4" name="Freeform 34553">
                <a:extLst>
                  <a:ext uri="{FF2B5EF4-FFF2-40B4-BE49-F238E27FC236}">
                    <a16:creationId xmlns:a16="http://schemas.microsoft.com/office/drawing/2014/main" id="{8A271B09-83F0-AC52-751A-16BE78A9B361}"/>
                  </a:ext>
                </a:extLst>
              </p:cNvPr>
              <p:cNvSpPr/>
              <p:nvPr/>
            </p:nvSpPr>
            <p:spPr>
              <a:xfrm>
                <a:off x="8363200" y="1879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5" name="Freeform 34554">
                <a:extLst>
                  <a:ext uri="{FF2B5EF4-FFF2-40B4-BE49-F238E27FC236}">
                    <a16:creationId xmlns:a16="http://schemas.microsoft.com/office/drawing/2014/main" id="{4B6C7007-8637-0405-F5CE-BC682492F4E5}"/>
                  </a:ext>
                </a:extLst>
              </p:cNvPr>
              <p:cNvSpPr/>
              <p:nvPr/>
            </p:nvSpPr>
            <p:spPr>
              <a:xfrm>
                <a:off x="8363795" y="1480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6" name="Freeform 34555">
                <a:extLst>
                  <a:ext uri="{FF2B5EF4-FFF2-40B4-BE49-F238E27FC236}">
                    <a16:creationId xmlns:a16="http://schemas.microsoft.com/office/drawing/2014/main" id="{9E162C94-914F-B98C-0243-6BDD1FDF787F}"/>
                  </a:ext>
                </a:extLst>
              </p:cNvPr>
              <p:cNvSpPr/>
              <p:nvPr/>
            </p:nvSpPr>
            <p:spPr>
              <a:xfrm>
                <a:off x="8364291" y="1397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7" name="Freeform 34556">
                <a:extLst>
                  <a:ext uri="{FF2B5EF4-FFF2-40B4-BE49-F238E27FC236}">
                    <a16:creationId xmlns:a16="http://schemas.microsoft.com/office/drawing/2014/main" id="{6D6B5116-D196-F0A5-8DEC-4DE1D92DB7AD}"/>
                  </a:ext>
                </a:extLst>
              </p:cNvPr>
              <p:cNvSpPr/>
              <p:nvPr/>
            </p:nvSpPr>
            <p:spPr>
              <a:xfrm>
                <a:off x="8364788" y="150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8" name="Freeform 34557">
                <a:extLst>
                  <a:ext uri="{FF2B5EF4-FFF2-40B4-BE49-F238E27FC236}">
                    <a16:creationId xmlns:a16="http://schemas.microsoft.com/office/drawing/2014/main" id="{15FDB489-2747-D2C4-C97D-4999524D86DC}"/>
                  </a:ext>
                </a:extLst>
              </p:cNvPr>
              <p:cNvSpPr/>
              <p:nvPr/>
            </p:nvSpPr>
            <p:spPr>
              <a:xfrm>
                <a:off x="8365383" y="1456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59" name="Freeform 34558">
                <a:extLst>
                  <a:ext uri="{FF2B5EF4-FFF2-40B4-BE49-F238E27FC236}">
                    <a16:creationId xmlns:a16="http://schemas.microsoft.com/office/drawing/2014/main" id="{54F87572-CA08-B75B-48AF-CC13C0A3DC15}"/>
                  </a:ext>
                </a:extLst>
              </p:cNvPr>
              <p:cNvSpPr/>
              <p:nvPr/>
            </p:nvSpPr>
            <p:spPr>
              <a:xfrm>
                <a:off x="8365879" y="1447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0" name="Freeform 34559">
                <a:extLst>
                  <a:ext uri="{FF2B5EF4-FFF2-40B4-BE49-F238E27FC236}">
                    <a16:creationId xmlns:a16="http://schemas.microsoft.com/office/drawing/2014/main" id="{E9E931EC-EA46-2EDA-A9DA-9D902BA310C8}"/>
                  </a:ext>
                </a:extLst>
              </p:cNvPr>
              <p:cNvSpPr/>
              <p:nvPr/>
            </p:nvSpPr>
            <p:spPr>
              <a:xfrm>
                <a:off x="8366375" y="138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1" name="Freeform 34560">
                <a:extLst>
                  <a:ext uri="{FF2B5EF4-FFF2-40B4-BE49-F238E27FC236}">
                    <a16:creationId xmlns:a16="http://schemas.microsoft.com/office/drawing/2014/main" id="{3CB35B56-24D4-03E1-5335-C703DAEF53AA}"/>
                  </a:ext>
                </a:extLst>
              </p:cNvPr>
              <p:cNvSpPr/>
              <p:nvPr/>
            </p:nvSpPr>
            <p:spPr>
              <a:xfrm>
                <a:off x="8366970" y="1309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2" name="Freeform 34561">
                <a:extLst>
                  <a:ext uri="{FF2B5EF4-FFF2-40B4-BE49-F238E27FC236}">
                    <a16:creationId xmlns:a16="http://schemas.microsoft.com/office/drawing/2014/main" id="{F418BA23-F651-37CB-4A44-552D5EC9B970}"/>
                  </a:ext>
                </a:extLst>
              </p:cNvPr>
              <p:cNvSpPr/>
              <p:nvPr/>
            </p:nvSpPr>
            <p:spPr>
              <a:xfrm>
                <a:off x="8367466" y="1270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3" name="Freeform 34562">
                <a:extLst>
                  <a:ext uri="{FF2B5EF4-FFF2-40B4-BE49-F238E27FC236}">
                    <a16:creationId xmlns:a16="http://schemas.microsoft.com/office/drawing/2014/main" id="{80CEE210-92B5-5DEA-FE7D-E678C70599A2}"/>
                  </a:ext>
                </a:extLst>
              </p:cNvPr>
              <p:cNvSpPr/>
              <p:nvPr/>
            </p:nvSpPr>
            <p:spPr>
              <a:xfrm>
                <a:off x="8367963" y="1235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4" name="Freeform 34563">
                <a:extLst>
                  <a:ext uri="{FF2B5EF4-FFF2-40B4-BE49-F238E27FC236}">
                    <a16:creationId xmlns:a16="http://schemas.microsoft.com/office/drawing/2014/main" id="{B1E4F557-1F37-37DB-2664-D7C113DA49EC}"/>
                  </a:ext>
                </a:extLst>
              </p:cNvPr>
              <p:cNvSpPr/>
              <p:nvPr/>
            </p:nvSpPr>
            <p:spPr>
              <a:xfrm>
                <a:off x="8368558" y="1238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5" name="Freeform 34564">
                <a:extLst>
                  <a:ext uri="{FF2B5EF4-FFF2-40B4-BE49-F238E27FC236}">
                    <a16:creationId xmlns:a16="http://schemas.microsoft.com/office/drawing/2014/main" id="{CD93F5E5-BBA4-65BE-6820-91D1603F6F75}"/>
                  </a:ext>
                </a:extLst>
              </p:cNvPr>
              <p:cNvSpPr/>
              <p:nvPr/>
            </p:nvSpPr>
            <p:spPr>
              <a:xfrm>
                <a:off x="8369054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6" name="Freeform 34565">
                <a:extLst>
                  <a:ext uri="{FF2B5EF4-FFF2-40B4-BE49-F238E27FC236}">
                    <a16:creationId xmlns:a16="http://schemas.microsoft.com/office/drawing/2014/main" id="{347B30A3-26EB-8F89-7965-C8E28CB15647}"/>
                  </a:ext>
                </a:extLst>
              </p:cNvPr>
              <p:cNvSpPr/>
              <p:nvPr/>
            </p:nvSpPr>
            <p:spPr>
              <a:xfrm>
                <a:off x="8369550" y="1220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7" name="Freeform 34566">
                <a:extLst>
                  <a:ext uri="{FF2B5EF4-FFF2-40B4-BE49-F238E27FC236}">
                    <a16:creationId xmlns:a16="http://schemas.microsoft.com/office/drawing/2014/main" id="{4F564014-D1BB-76CB-30D6-48FBC27650DA}"/>
                  </a:ext>
                </a:extLst>
              </p:cNvPr>
              <p:cNvSpPr/>
              <p:nvPr/>
            </p:nvSpPr>
            <p:spPr>
              <a:xfrm>
                <a:off x="8370145" y="12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8" name="Freeform 34567">
                <a:extLst>
                  <a:ext uri="{FF2B5EF4-FFF2-40B4-BE49-F238E27FC236}">
                    <a16:creationId xmlns:a16="http://schemas.microsoft.com/office/drawing/2014/main" id="{F0D22F8D-6633-E845-0F90-9BF7BDA1C879}"/>
                  </a:ext>
                </a:extLst>
              </p:cNvPr>
              <p:cNvSpPr/>
              <p:nvPr/>
            </p:nvSpPr>
            <p:spPr>
              <a:xfrm>
                <a:off x="8370641" y="1252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69" name="Freeform 34568">
                <a:extLst>
                  <a:ext uri="{FF2B5EF4-FFF2-40B4-BE49-F238E27FC236}">
                    <a16:creationId xmlns:a16="http://schemas.microsoft.com/office/drawing/2014/main" id="{A68786AF-EBF6-8987-C073-4E548A238A82}"/>
                  </a:ext>
                </a:extLst>
              </p:cNvPr>
              <p:cNvSpPr/>
              <p:nvPr/>
            </p:nvSpPr>
            <p:spPr>
              <a:xfrm>
                <a:off x="8371138" y="1259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0" name="Freeform 34569">
                <a:extLst>
                  <a:ext uri="{FF2B5EF4-FFF2-40B4-BE49-F238E27FC236}">
                    <a16:creationId xmlns:a16="http://schemas.microsoft.com/office/drawing/2014/main" id="{91786639-F3CC-E439-A276-0CE8DBAEA8EC}"/>
                  </a:ext>
                </a:extLst>
              </p:cNvPr>
              <p:cNvSpPr/>
              <p:nvPr/>
            </p:nvSpPr>
            <p:spPr>
              <a:xfrm>
                <a:off x="8371733" y="1326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1" name="Freeform 34570">
                <a:extLst>
                  <a:ext uri="{FF2B5EF4-FFF2-40B4-BE49-F238E27FC236}">
                    <a16:creationId xmlns:a16="http://schemas.microsoft.com/office/drawing/2014/main" id="{F9E12E0A-FAAD-F6F6-ACE1-BF19A1528592}"/>
                  </a:ext>
                </a:extLst>
              </p:cNvPr>
              <p:cNvSpPr/>
              <p:nvPr/>
            </p:nvSpPr>
            <p:spPr>
              <a:xfrm>
                <a:off x="8372229" y="1867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2" name="Freeform 34571">
                <a:extLst>
                  <a:ext uri="{FF2B5EF4-FFF2-40B4-BE49-F238E27FC236}">
                    <a16:creationId xmlns:a16="http://schemas.microsoft.com/office/drawing/2014/main" id="{C7FC9EF2-9C6C-904C-6BB2-8AA8C76244F4}"/>
                  </a:ext>
                </a:extLst>
              </p:cNvPr>
              <p:cNvSpPr/>
              <p:nvPr/>
            </p:nvSpPr>
            <p:spPr>
              <a:xfrm>
                <a:off x="8372725" y="2000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3" name="Freeform 34572">
                <a:extLst>
                  <a:ext uri="{FF2B5EF4-FFF2-40B4-BE49-F238E27FC236}">
                    <a16:creationId xmlns:a16="http://schemas.microsoft.com/office/drawing/2014/main" id="{29F754F2-EDD6-47FE-36C1-5671978B912B}"/>
                  </a:ext>
                </a:extLst>
              </p:cNvPr>
              <p:cNvSpPr/>
              <p:nvPr/>
            </p:nvSpPr>
            <p:spPr>
              <a:xfrm>
                <a:off x="8373320" y="1997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4" name="Freeform 34573">
                <a:extLst>
                  <a:ext uri="{FF2B5EF4-FFF2-40B4-BE49-F238E27FC236}">
                    <a16:creationId xmlns:a16="http://schemas.microsoft.com/office/drawing/2014/main" id="{1D5F12E2-BD02-8371-D95D-572C021C2836}"/>
                  </a:ext>
                </a:extLst>
              </p:cNvPr>
              <p:cNvSpPr/>
              <p:nvPr/>
            </p:nvSpPr>
            <p:spPr>
              <a:xfrm>
                <a:off x="8373816" y="196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5" name="Freeform 34574">
                <a:extLst>
                  <a:ext uri="{FF2B5EF4-FFF2-40B4-BE49-F238E27FC236}">
                    <a16:creationId xmlns:a16="http://schemas.microsoft.com/office/drawing/2014/main" id="{5AF0438A-BAF5-B61D-03E5-41D22DD45C65}"/>
                  </a:ext>
                </a:extLst>
              </p:cNvPr>
              <p:cNvSpPr/>
              <p:nvPr/>
            </p:nvSpPr>
            <p:spPr>
              <a:xfrm>
                <a:off x="8374313" y="1960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6" name="Freeform 34575">
                <a:extLst>
                  <a:ext uri="{FF2B5EF4-FFF2-40B4-BE49-F238E27FC236}">
                    <a16:creationId xmlns:a16="http://schemas.microsoft.com/office/drawing/2014/main" id="{5F47A7BB-234F-5DF1-7A42-D3E8C77700F6}"/>
                  </a:ext>
                </a:extLst>
              </p:cNvPr>
              <p:cNvSpPr/>
              <p:nvPr/>
            </p:nvSpPr>
            <p:spPr>
              <a:xfrm>
                <a:off x="8374809" y="1983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7" name="Freeform 34576">
                <a:extLst>
                  <a:ext uri="{FF2B5EF4-FFF2-40B4-BE49-F238E27FC236}">
                    <a16:creationId xmlns:a16="http://schemas.microsoft.com/office/drawing/2014/main" id="{AC9B06F5-881B-56A7-9499-AE73EADF2E13}"/>
                  </a:ext>
                </a:extLst>
              </p:cNvPr>
              <p:cNvSpPr/>
              <p:nvPr/>
            </p:nvSpPr>
            <p:spPr>
              <a:xfrm>
                <a:off x="8375404" y="2035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8" name="Freeform 34577">
                <a:extLst>
                  <a:ext uri="{FF2B5EF4-FFF2-40B4-BE49-F238E27FC236}">
                    <a16:creationId xmlns:a16="http://schemas.microsoft.com/office/drawing/2014/main" id="{EEEB46CA-ABC5-83DE-A645-A008B36C110A}"/>
                  </a:ext>
                </a:extLst>
              </p:cNvPr>
              <p:cNvSpPr/>
              <p:nvPr/>
            </p:nvSpPr>
            <p:spPr>
              <a:xfrm>
                <a:off x="8375900" y="198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79" name="Freeform 34578">
                <a:extLst>
                  <a:ext uri="{FF2B5EF4-FFF2-40B4-BE49-F238E27FC236}">
                    <a16:creationId xmlns:a16="http://schemas.microsoft.com/office/drawing/2014/main" id="{8AA04526-AC0F-9357-1496-D29DE839E92F}"/>
                  </a:ext>
                </a:extLst>
              </p:cNvPr>
              <p:cNvSpPr/>
              <p:nvPr/>
            </p:nvSpPr>
            <p:spPr>
              <a:xfrm>
                <a:off x="8376396" y="1520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0" name="Freeform 34579">
                <a:extLst>
                  <a:ext uri="{FF2B5EF4-FFF2-40B4-BE49-F238E27FC236}">
                    <a16:creationId xmlns:a16="http://schemas.microsoft.com/office/drawing/2014/main" id="{5FB09BB9-5728-E59F-6869-4FAF6EDC2FA3}"/>
                  </a:ext>
                </a:extLst>
              </p:cNvPr>
              <p:cNvSpPr/>
              <p:nvPr/>
            </p:nvSpPr>
            <p:spPr>
              <a:xfrm>
                <a:off x="8376991" y="1398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1" name="Freeform 34580">
                <a:extLst>
                  <a:ext uri="{FF2B5EF4-FFF2-40B4-BE49-F238E27FC236}">
                    <a16:creationId xmlns:a16="http://schemas.microsoft.com/office/drawing/2014/main" id="{E0D95330-A20F-50B6-40D8-49105FC60FAA}"/>
                  </a:ext>
                </a:extLst>
              </p:cNvPr>
              <p:cNvSpPr/>
              <p:nvPr/>
            </p:nvSpPr>
            <p:spPr>
              <a:xfrm>
                <a:off x="8377488" y="1457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2" name="Freeform 34581">
                <a:extLst>
                  <a:ext uri="{FF2B5EF4-FFF2-40B4-BE49-F238E27FC236}">
                    <a16:creationId xmlns:a16="http://schemas.microsoft.com/office/drawing/2014/main" id="{2C62C4A6-1448-2F07-88B0-3BB8B2A86DE7}"/>
                  </a:ext>
                </a:extLst>
              </p:cNvPr>
              <p:cNvSpPr/>
              <p:nvPr/>
            </p:nvSpPr>
            <p:spPr>
              <a:xfrm>
                <a:off x="8377984" y="1455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3" name="Freeform 34582">
                <a:extLst>
                  <a:ext uri="{FF2B5EF4-FFF2-40B4-BE49-F238E27FC236}">
                    <a16:creationId xmlns:a16="http://schemas.microsoft.com/office/drawing/2014/main" id="{116E76BD-470D-B7F0-C2AB-40CD66F231F2}"/>
                  </a:ext>
                </a:extLst>
              </p:cNvPr>
              <p:cNvSpPr/>
              <p:nvPr/>
            </p:nvSpPr>
            <p:spPr>
              <a:xfrm>
                <a:off x="8378579" y="1411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4" name="Freeform 34583">
                <a:extLst>
                  <a:ext uri="{FF2B5EF4-FFF2-40B4-BE49-F238E27FC236}">
                    <a16:creationId xmlns:a16="http://schemas.microsoft.com/office/drawing/2014/main" id="{08D13939-AA75-C833-86D5-E121A93CDFFA}"/>
                  </a:ext>
                </a:extLst>
              </p:cNvPr>
              <p:cNvSpPr/>
              <p:nvPr/>
            </p:nvSpPr>
            <p:spPr>
              <a:xfrm>
                <a:off x="8379075" y="1419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5" name="Freeform 34584">
                <a:extLst>
                  <a:ext uri="{FF2B5EF4-FFF2-40B4-BE49-F238E27FC236}">
                    <a16:creationId xmlns:a16="http://schemas.microsoft.com/office/drawing/2014/main" id="{DA137627-BD50-9209-C002-F2D369C497A9}"/>
                  </a:ext>
                </a:extLst>
              </p:cNvPr>
              <p:cNvSpPr/>
              <p:nvPr/>
            </p:nvSpPr>
            <p:spPr>
              <a:xfrm>
                <a:off x="8379571" y="1364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6" name="Freeform 34585">
                <a:extLst>
                  <a:ext uri="{FF2B5EF4-FFF2-40B4-BE49-F238E27FC236}">
                    <a16:creationId xmlns:a16="http://schemas.microsoft.com/office/drawing/2014/main" id="{011B29CD-370F-4241-AB8C-8EE393561305}"/>
                  </a:ext>
                </a:extLst>
              </p:cNvPr>
              <p:cNvSpPr/>
              <p:nvPr/>
            </p:nvSpPr>
            <p:spPr>
              <a:xfrm>
                <a:off x="8380166" y="1300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7" name="Freeform 34586">
                <a:extLst>
                  <a:ext uri="{FF2B5EF4-FFF2-40B4-BE49-F238E27FC236}">
                    <a16:creationId xmlns:a16="http://schemas.microsoft.com/office/drawing/2014/main" id="{91E8F3E1-948F-FB0A-4E5C-080F7C1E6F6F}"/>
                  </a:ext>
                </a:extLst>
              </p:cNvPr>
              <p:cNvSpPr/>
              <p:nvPr/>
            </p:nvSpPr>
            <p:spPr>
              <a:xfrm>
                <a:off x="8380663" y="1264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8" name="Freeform 34587">
                <a:extLst>
                  <a:ext uri="{FF2B5EF4-FFF2-40B4-BE49-F238E27FC236}">
                    <a16:creationId xmlns:a16="http://schemas.microsoft.com/office/drawing/2014/main" id="{E7D43CB5-1D31-0190-AEC9-04159589EEB8}"/>
                  </a:ext>
                </a:extLst>
              </p:cNvPr>
              <p:cNvSpPr/>
              <p:nvPr/>
            </p:nvSpPr>
            <p:spPr>
              <a:xfrm>
                <a:off x="8381159" y="1257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89" name="Freeform 34588">
                <a:extLst>
                  <a:ext uri="{FF2B5EF4-FFF2-40B4-BE49-F238E27FC236}">
                    <a16:creationId xmlns:a16="http://schemas.microsoft.com/office/drawing/2014/main" id="{E7C34FB1-6514-E6C9-83E4-5720CAA0449E}"/>
                  </a:ext>
                </a:extLst>
              </p:cNvPr>
              <p:cNvSpPr/>
              <p:nvPr/>
            </p:nvSpPr>
            <p:spPr>
              <a:xfrm>
                <a:off x="8381754" y="1275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0" name="Freeform 34589">
                <a:extLst>
                  <a:ext uri="{FF2B5EF4-FFF2-40B4-BE49-F238E27FC236}">
                    <a16:creationId xmlns:a16="http://schemas.microsoft.com/office/drawing/2014/main" id="{3B47CFD5-1D8A-CC59-A5E6-F9276D620FE5}"/>
                  </a:ext>
                </a:extLst>
              </p:cNvPr>
              <p:cNvSpPr/>
              <p:nvPr/>
            </p:nvSpPr>
            <p:spPr>
              <a:xfrm>
                <a:off x="8382250" y="1289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1" name="Freeform 34590">
                <a:extLst>
                  <a:ext uri="{FF2B5EF4-FFF2-40B4-BE49-F238E27FC236}">
                    <a16:creationId xmlns:a16="http://schemas.microsoft.com/office/drawing/2014/main" id="{D8BAD0F4-354C-36B8-6FF0-D69AE1FDC57F}"/>
                  </a:ext>
                </a:extLst>
              </p:cNvPr>
              <p:cNvSpPr/>
              <p:nvPr/>
            </p:nvSpPr>
            <p:spPr>
              <a:xfrm>
                <a:off x="8382746" y="1269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2" name="Freeform 34591">
                <a:extLst>
                  <a:ext uri="{FF2B5EF4-FFF2-40B4-BE49-F238E27FC236}">
                    <a16:creationId xmlns:a16="http://schemas.microsoft.com/office/drawing/2014/main" id="{CD0F9A86-1A74-57B2-FD39-55683DF399AD}"/>
                  </a:ext>
                </a:extLst>
              </p:cNvPr>
              <p:cNvSpPr/>
              <p:nvPr/>
            </p:nvSpPr>
            <p:spPr>
              <a:xfrm>
                <a:off x="8383341" y="1259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3" name="Freeform 34592">
                <a:extLst>
                  <a:ext uri="{FF2B5EF4-FFF2-40B4-BE49-F238E27FC236}">
                    <a16:creationId xmlns:a16="http://schemas.microsoft.com/office/drawing/2014/main" id="{BFC7AEB3-5ABB-1C7E-8035-A44F22859619}"/>
                  </a:ext>
                </a:extLst>
              </p:cNvPr>
              <p:cNvSpPr/>
              <p:nvPr/>
            </p:nvSpPr>
            <p:spPr>
              <a:xfrm>
                <a:off x="8383838" y="1297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4" name="Freeform 34593">
                <a:extLst>
                  <a:ext uri="{FF2B5EF4-FFF2-40B4-BE49-F238E27FC236}">
                    <a16:creationId xmlns:a16="http://schemas.microsoft.com/office/drawing/2014/main" id="{9970CEBD-5247-858A-4028-A1EC59357646}"/>
                  </a:ext>
                </a:extLst>
              </p:cNvPr>
              <p:cNvSpPr/>
              <p:nvPr/>
            </p:nvSpPr>
            <p:spPr>
              <a:xfrm>
                <a:off x="8384334" y="1229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5" name="Freeform 34594">
                <a:extLst>
                  <a:ext uri="{FF2B5EF4-FFF2-40B4-BE49-F238E27FC236}">
                    <a16:creationId xmlns:a16="http://schemas.microsoft.com/office/drawing/2014/main" id="{48A11F63-01B6-667B-B604-E1CE844518EB}"/>
                  </a:ext>
                </a:extLst>
              </p:cNvPr>
              <p:cNvSpPr/>
              <p:nvPr/>
            </p:nvSpPr>
            <p:spPr>
              <a:xfrm>
                <a:off x="8384929" y="1722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6" name="Freeform 34595">
                <a:extLst>
                  <a:ext uri="{FF2B5EF4-FFF2-40B4-BE49-F238E27FC236}">
                    <a16:creationId xmlns:a16="http://schemas.microsoft.com/office/drawing/2014/main" id="{4CD47EBF-AFF3-7405-BCBB-73306864D8EA}"/>
                  </a:ext>
                </a:extLst>
              </p:cNvPr>
              <p:cNvSpPr/>
              <p:nvPr/>
            </p:nvSpPr>
            <p:spPr>
              <a:xfrm>
                <a:off x="8385425" y="2002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7" name="Freeform 34596">
                <a:extLst>
                  <a:ext uri="{FF2B5EF4-FFF2-40B4-BE49-F238E27FC236}">
                    <a16:creationId xmlns:a16="http://schemas.microsoft.com/office/drawing/2014/main" id="{46786B5E-22A1-F2FC-6DCF-E89A5122AD96}"/>
                  </a:ext>
                </a:extLst>
              </p:cNvPr>
              <p:cNvSpPr/>
              <p:nvPr/>
            </p:nvSpPr>
            <p:spPr>
              <a:xfrm>
                <a:off x="8385921" y="2036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8" name="Freeform 34597">
                <a:extLst>
                  <a:ext uri="{FF2B5EF4-FFF2-40B4-BE49-F238E27FC236}">
                    <a16:creationId xmlns:a16="http://schemas.microsoft.com/office/drawing/2014/main" id="{BA8243FD-B6D9-9861-A567-722A2D491105}"/>
                  </a:ext>
                </a:extLst>
              </p:cNvPr>
              <p:cNvSpPr/>
              <p:nvPr/>
            </p:nvSpPr>
            <p:spPr>
              <a:xfrm>
                <a:off x="8386417" y="2035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99" name="Freeform 34598">
                <a:extLst>
                  <a:ext uri="{FF2B5EF4-FFF2-40B4-BE49-F238E27FC236}">
                    <a16:creationId xmlns:a16="http://schemas.microsoft.com/office/drawing/2014/main" id="{17CAEBB6-EF51-EF69-0C82-B44FDB39DD59}"/>
                  </a:ext>
                </a:extLst>
              </p:cNvPr>
              <p:cNvSpPr/>
              <p:nvPr/>
            </p:nvSpPr>
            <p:spPr>
              <a:xfrm>
                <a:off x="8387013" y="2032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0" name="Freeform 34599">
                <a:extLst>
                  <a:ext uri="{FF2B5EF4-FFF2-40B4-BE49-F238E27FC236}">
                    <a16:creationId xmlns:a16="http://schemas.microsoft.com/office/drawing/2014/main" id="{45A535AA-B009-32C7-AFB4-E779A40806AB}"/>
                  </a:ext>
                </a:extLst>
              </p:cNvPr>
              <p:cNvSpPr/>
              <p:nvPr/>
            </p:nvSpPr>
            <p:spPr>
              <a:xfrm>
                <a:off x="8387509" y="204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1" name="Freeform 34600">
                <a:extLst>
                  <a:ext uri="{FF2B5EF4-FFF2-40B4-BE49-F238E27FC236}">
                    <a16:creationId xmlns:a16="http://schemas.microsoft.com/office/drawing/2014/main" id="{A3AC8745-15DC-7706-20F0-36CC071159A4}"/>
                  </a:ext>
                </a:extLst>
              </p:cNvPr>
              <p:cNvSpPr/>
              <p:nvPr/>
            </p:nvSpPr>
            <p:spPr>
              <a:xfrm>
                <a:off x="8388005" y="2070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2" name="Freeform 34601">
                <a:extLst>
                  <a:ext uri="{FF2B5EF4-FFF2-40B4-BE49-F238E27FC236}">
                    <a16:creationId xmlns:a16="http://schemas.microsoft.com/office/drawing/2014/main" id="{65E0C711-7C70-DF07-02E7-E6472369B5D0}"/>
                  </a:ext>
                </a:extLst>
              </p:cNvPr>
              <p:cNvSpPr/>
              <p:nvPr/>
            </p:nvSpPr>
            <p:spPr>
              <a:xfrm>
                <a:off x="8388600" y="2033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3" name="Freeform 34602">
                <a:extLst>
                  <a:ext uri="{FF2B5EF4-FFF2-40B4-BE49-F238E27FC236}">
                    <a16:creationId xmlns:a16="http://schemas.microsoft.com/office/drawing/2014/main" id="{4B8DF904-57DF-0A86-DEB9-3E1BDA373AD0}"/>
                  </a:ext>
                </a:extLst>
              </p:cNvPr>
              <p:cNvSpPr/>
              <p:nvPr/>
            </p:nvSpPr>
            <p:spPr>
              <a:xfrm>
                <a:off x="8389096" y="1485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4" name="Freeform 34603">
                <a:extLst>
                  <a:ext uri="{FF2B5EF4-FFF2-40B4-BE49-F238E27FC236}">
                    <a16:creationId xmlns:a16="http://schemas.microsoft.com/office/drawing/2014/main" id="{F5894DF5-3CC0-56F7-E630-89AAAA0D7429}"/>
                  </a:ext>
                </a:extLst>
              </p:cNvPr>
              <p:cNvSpPr/>
              <p:nvPr/>
            </p:nvSpPr>
            <p:spPr>
              <a:xfrm>
                <a:off x="8389592" y="1421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5" name="Freeform 34604">
                <a:extLst>
                  <a:ext uri="{FF2B5EF4-FFF2-40B4-BE49-F238E27FC236}">
                    <a16:creationId xmlns:a16="http://schemas.microsoft.com/office/drawing/2014/main" id="{C67739E2-00C8-5D28-6A9D-10EA7720DF39}"/>
                  </a:ext>
                </a:extLst>
              </p:cNvPr>
              <p:cNvSpPr/>
              <p:nvPr/>
            </p:nvSpPr>
            <p:spPr>
              <a:xfrm>
                <a:off x="8390188" y="1515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6" name="Freeform 34605">
                <a:extLst>
                  <a:ext uri="{FF2B5EF4-FFF2-40B4-BE49-F238E27FC236}">
                    <a16:creationId xmlns:a16="http://schemas.microsoft.com/office/drawing/2014/main" id="{A42A15CF-A9E1-9353-7A7B-6300BE2DD942}"/>
                  </a:ext>
                </a:extLst>
              </p:cNvPr>
              <p:cNvSpPr/>
              <p:nvPr/>
            </p:nvSpPr>
            <p:spPr>
              <a:xfrm>
                <a:off x="8390684" y="1500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7" name="Freeform 34606">
                <a:extLst>
                  <a:ext uri="{FF2B5EF4-FFF2-40B4-BE49-F238E27FC236}">
                    <a16:creationId xmlns:a16="http://schemas.microsoft.com/office/drawing/2014/main" id="{C37E9177-F091-03CA-7DCA-0E61D11979F8}"/>
                  </a:ext>
                </a:extLst>
              </p:cNvPr>
              <p:cNvSpPr/>
              <p:nvPr/>
            </p:nvSpPr>
            <p:spPr>
              <a:xfrm>
                <a:off x="8391180" y="1491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8" name="Freeform 34607">
                <a:extLst>
                  <a:ext uri="{FF2B5EF4-FFF2-40B4-BE49-F238E27FC236}">
                    <a16:creationId xmlns:a16="http://schemas.microsoft.com/office/drawing/2014/main" id="{8FBEA953-E7FA-2CAE-FF44-B38C92744A92}"/>
                  </a:ext>
                </a:extLst>
              </p:cNvPr>
              <p:cNvSpPr/>
              <p:nvPr/>
            </p:nvSpPr>
            <p:spPr>
              <a:xfrm>
                <a:off x="8391775" y="1474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09" name="Freeform 34608">
                <a:extLst>
                  <a:ext uri="{FF2B5EF4-FFF2-40B4-BE49-F238E27FC236}">
                    <a16:creationId xmlns:a16="http://schemas.microsoft.com/office/drawing/2014/main" id="{5DCB7B92-D9DB-EE1F-FCF0-A7BBC6335EA1}"/>
                  </a:ext>
                </a:extLst>
              </p:cNvPr>
              <p:cNvSpPr/>
              <p:nvPr/>
            </p:nvSpPr>
            <p:spPr>
              <a:xfrm>
                <a:off x="8392271" y="1389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0" name="Freeform 34609">
                <a:extLst>
                  <a:ext uri="{FF2B5EF4-FFF2-40B4-BE49-F238E27FC236}">
                    <a16:creationId xmlns:a16="http://schemas.microsoft.com/office/drawing/2014/main" id="{0403AC44-A365-B4C2-5E84-F79D104E1356}"/>
                  </a:ext>
                </a:extLst>
              </p:cNvPr>
              <p:cNvSpPr/>
              <p:nvPr/>
            </p:nvSpPr>
            <p:spPr>
              <a:xfrm>
                <a:off x="8392767" y="1320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1" name="Freeform 34610">
                <a:extLst>
                  <a:ext uri="{FF2B5EF4-FFF2-40B4-BE49-F238E27FC236}">
                    <a16:creationId xmlns:a16="http://schemas.microsoft.com/office/drawing/2014/main" id="{943015E5-1939-FF15-F379-A59AABE4A06D}"/>
                  </a:ext>
                </a:extLst>
              </p:cNvPr>
              <p:cNvSpPr/>
              <p:nvPr/>
            </p:nvSpPr>
            <p:spPr>
              <a:xfrm>
                <a:off x="8393363" y="1262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2" name="Freeform 34611">
                <a:extLst>
                  <a:ext uri="{FF2B5EF4-FFF2-40B4-BE49-F238E27FC236}">
                    <a16:creationId xmlns:a16="http://schemas.microsoft.com/office/drawing/2014/main" id="{8A02A552-23E1-B618-3513-0A6044215621}"/>
                  </a:ext>
                </a:extLst>
              </p:cNvPr>
              <p:cNvSpPr/>
              <p:nvPr/>
            </p:nvSpPr>
            <p:spPr>
              <a:xfrm>
                <a:off x="8393859" y="1260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3" name="Freeform 34612">
                <a:extLst>
                  <a:ext uri="{FF2B5EF4-FFF2-40B4-BE49-F238E27FC236}">
                    <a16:creationId xmlns:a16="http://schemas.microsoft.com/office/drawing/2014/main" id="{08229FCF-AB77-1E77-754A-F8D92E4D9BF1}"/>
                  </a:ext>
                </a:extLst>
              </p:cNvPr>
              <p:cNvSpPr/>
              <p:nvPr/>
            </p:nvSpPr>
            <p:spPr>
              <a:xfrm>
                <a:off x="8394355" y="1267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4" name="Freeform 34613">
                <a:extLst>
                  <a:ext uri="{FF2B5EF4-FFF2-40B4-BE49-F238E27FC236}">
                    <a16:creationId xmlns:a16="http://schemas.microsoft.com/office/drawing/2014/main" id="{918A24D2-FEBF-4D57-275E-33CAE0E640C7}"/>
                  </a:ext>
                </a:extLst>
              </p:cNvPr>
              <p:cNvSpPr/>
              <p:nvPr/>
            </p:nvSpPr>
            <p:spPr>
              <a:xfrm>
                <a:off x="8394950" y="1299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5" name="Freeform 34614">
                <a:extLst>
                  <a:ext uri="{FF2B5EF4-FFF2-40B4-BE49-F238E27FC236}">
                    <a16:creationId xmlns:a16="http://schemas.microsoft.com/office/drawing/2014/main" id="{4DF8DE26-D2F1-66AE-294D-93EA2F0EB3E0}"/>
                  </a:ext>
                </a:extLst>
              </p:cNvPr>
              <p:cNvSpPr/>
              <p:nvPr/>
            </p:nvSpPr>
            <p:spPr>
              <a:xfrm>
                <a:off x="8395446" y="1314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6" name="Freeform 34615">
                <a:extLst>
                  <a:ext uri="{FF2B5EF4-FFF2-40B4-BE49-F238E27FC236}">
                    <a16:creationId xmlns:a16="http://schemas.microsoft.com/office/drawing/2014/main" id="{215256F1-0464-6A2E-C043-706E7CC40CD9}"/>
                  </a:ext>
                </a:extLst>
              </p:cNvPr>
              <p:cNvSpPr/>
              <p:nvPr/>
            </p:nvSpPr>
            <p:spPr>
              <a:xfrm>
                <a:off x="8395942" y="1314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7" name="Freeform 34616">
                <a:extLst>
                  <a:ext uri="{FF2B5EF4-FFF2-40B4-BE49-F238E27FC236}">
                    <a16:creationId xmlns:a16="http://schemas.microsoft.com/office/drawing/2014/main" id="{41F649C3-4212-4CC3-FABE-3E1C103ACBEE}"/>
                  </a:ext>
                </a:extLst>
              </p:cNvPr>
              <p:cNvSpPr/>
              <p:nvPr/>
            </p:nvSpPr>
            <p:spPr>
              <a:xfrm>
                <a:off x="8396538" y="1322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8" name="Freeform 34617">
                <a:extLst>
                  <a:ext uri="{FF2B5EF4-FFF2-40B4-BE49-F238E27FC236}">
                    <a16:creationId xmlns:a16="http://schemas.microsoft.com/office/drawing/2014/main" id="{90D0EB31-775E-C2E3-6CD8-0832F48BA8F0}"/>
                  </a:ext>
                </a:extLst>
              </p:cNvPr>
              <p:cNvSpPr/>
              <p:nvPr/>
            </p:nvSpPr>
            <p:spPr>
              <a:xfrm>
                <a:off x="8397034" y="1391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19" name="Freeform 34618">
                <a:extLst>
                  <a:ext uri="{FF2B5EF4-FFF2-40B4-BE49-F238E27FC236}">
                    <a16:creationId xmlns:a16="http://schemas.microsoft.com/office/drawing/2014/main" id="{F6461948-2926-AC40-6B72-79B1973D58C7}"/>
                  </a:ext>
                </a:extLst>
              </p:cNvPr>
              <p:cNvSpPr/>
              <p:nvPr/>
            </p:nvSpPr>
            <p:spPr>
              <a:xfrm>
                <a:off x="8397530" y="1921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0" name="Freeform 34619">
                <a:extLst>
                  <a:ext uri="{FF2B5EF4-FFF2-40B4-BE49-F238E27FC236}">
                    <a16:creationId xmlns:a16="http://schemas.microsoft.com/office/drawing/2014/main" id="{A893C7F0-DB4F-6D82-A05E-52FA5FB3A241}"/>
                  </a:ext>
                </a:extLst>
              </p:cNvPr>
              <p:cNvSpPr/>
              <p:nvPr/>
            </p:nvSpPr>
            <p:spPr>
              <a:xfrm>
                <a:off x="8398026" y="2062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1" name="Freeform 34620">
                <a:extLst>
                  <a:ext uri="{FF2B5EF4-FFF2-40B4-BE49-F238E27FC236}">
                    <a16:creationId xmlns:a16="http://schemas.microsoft.com/office/drawing/2014/main" id="{29470B1B-2CEB-A054-3E56-889B405708EB}"/>
                  </a:ext>
                </a:extLst>
              </p:cNvPr>
              <p:cNvSpPr/>
              <p:nvPr/>
            </p:nvSpPr>
            <p:spPr>
              <a:xfrm>
                <a:off x="8398621" y="2060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2" name="Freeform 34621">
                <a:extLst>
                  <a:ext uri="{FF2B5EF4-FFF2-40B4-BE49-F238E27FC236}">
                    <a16:creationId xmlns:a16="http://schemas.microsoft.com/office/drawing/2014/main" id="{2B857C43-69CC-B63F-48C1-6F11909DE94E}"/>
                  </a:ext>
                </a:extLst>
              </p:cNvPr>
              <p:cNvSpPr/>
              <p:nvPr/>
            </p:nvSpPr>
            <p:spPr>
              <a:xfrm>
                <a:off x="8399117" y="20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3" name="Freeform 34622">
                <a:extLst>
                  <a:ext uri="{FF2B5EF4-FFF2-40B4-BE49-F238E27FC236}">
                    <a16:creationId xmlns:a16="http://schemas.microsoft.com/office/drawing/2014/main" id="{786A2801-3062-0000-7B9F-895FF834F354}"/>
                  </a:ext>
                </a:extLst>
              </p:cNvPr>
              <p:cNvSpPr/>
              <p:nvPr/>
            </p:nvSpPr>
            <p:spPr>
              <a:xfrm>
                <a:off x="8399613" y="2029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4" name="Freeform 34623">
                <a:extLst>
                  <a:ext uri="{FF2B5EF4-FFF2-40B4-BE49-F238E27FC236}">
                    <a16:creationId xmlns:a16="http://schemas.microsoft.com/office/drawing/2014/main" id="{6587E611-1073-AC3C-48B9-371AF7618254}"/>
                  </a:ext>
                </a:extLst>
              </p:cNvPr>
              <p:cNvSpPr/>
              <p:nvPr/>
            </p:nvSpPr>
            <p:spPr>
              <a:xfrm>
                <a:off x="8400209" y="2048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5" name="Freeform 34624">
                <a:extLst>
                  <a:ext uri="{FF2B5EF4-FFF2-40B4-BE49-F238E27FC236}">
                    <a16:creationId xmlns:a16="http://schemas.microsoft.com/office/drawing/2014/main" id="{72695E60-4BC7-7DA2-5DCE-00081EF91E2A}"/>
                  </a:ext>
                </a:extLst>
              </p:cNvPr>
              <p:cNvSpPr/>
              <p:nvPr/>
            </p:nvSpPr>
            <p:spPr>
              <a:xfrm>
                <a:off x="8400705" y="2066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6" name="Freeform 34625">
                <a:extLst>
                  <a:ext uri="{FF2B5EF4-FFF2-40B4-BE49-F238E27FC236}">
                    <a16:creationId xmlns:a16="http://schemas.microsoft.com/office/drawing/2014/main" id="{95039006-6F60-9B0E-D37C-31CC1CAB5848}"/>
                  </a:ext>
                </a:extLst>
              </p:cNvPr>
              <p:cNvSpPr/>
              <p:nvPr/>
            </p:nvSpPr>
            <p:spPr>
              <a:xfrm>
                <a:off x="8401201" y="1980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7" name="Freeform 34626">
                <a:extLst>
                  <a:ext uri="{FF2B5EF4-FFF2-40B4-BE49-F238E27FC236}">
                    <a16:creationId xmlns:a16="http://schemas.microsoft.com/office/drawing/2014/main" id="{188D5882-0E98-BFEF-B925-885B818FA5DC}"/>
                  </a:ext>
                </a:extLst>
              </p:cNvPr>
              <p:cNvSpPr/>
              <p:nvPr/>
            </p:nvSpPr>
            <p:spPr>
              <a:xfrm>
                <a:off x="8401796" y="1544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8" name="Freeform 34627">
                <a:extLst>
                  <a:ext uri="{FF2B5EF4-FFF2-40B4-BE49-F238E27FC236}">
                    <a16:creationId xmlns:a16="http://schemas.microsoft.com/office/drawing/2014/main" id="{EAF04344-6C12-D9A2-094D-71C0364C619F}"/>
                  </a:ext>
                </a:extLst>
              </p:cNvPr>
              <p:cNvSpPr/>
              <p:nvPr/>
            </p:nvSpPr>
            <p:spPr>
              <a:xfrm>
                <a:off x="8402292" y="1408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29" name="Freeform 34628">
                <a:extLst>
                  <a:ext uri="{FF2B5EF4-FFF2-40B4-BE49-F238E27FC236}">
                    <a16:creationId xmlns:a16="http://schemas.microsoft.com/office/drawing/2014/main" id="{222095CB-ADAB-3B79-8E13-D79BCFF26168}"/>
                  </a:ext>
                </a:extLst>
              </p:cNvPr>
              <p:cNvSpPr/>
              <p:nvPr/>
            </p:nvSpPr>
            <p:spPr>
              <a:xfrm>
                <a:off x="8402788" y="1410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0" name="Freeform 34629">
                <a:extLst>
                  <a:ext uri="{FF2B5EF4-FFF2-40B4-BE49-F238E27FC236}">
                    <a16:creationId xmlns:a16="http://schemas.microsoft.com/office/drawing/2014/main" id="{FBC884EC-6E3E-5D89-D0A2-D75051008D4B}"/>
                  </a:ext>
                </a:extLst>
              </p:cNvPr>
              <p:cNvSpPr/>
              <p:nvPr/>
            </p:nvSpPr>
            <p:spPr>
              <a:xfrm>
                <a:off x="8403384" y="1394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1" name="Freeform 34630">
                <a:extLst>
                  <a:ext uri="{FF2B5EF4-FFF2-40B4-BE49-F238E27FC236}">
                    <a16:creationId xmlns:a16="http://schemas.microsoft.com/office/drawing/2014/main" id="{A35D9F3F-A1EB-EB59-49A9-FF2964A5BAA9}"/>
                  </a:ext>
                </a:extLst>
              </p:cNvPr>
              <p:cNvSpPr/>
              <p:nvPr/>
            </p:nvSpPr>
            <p:spPr>
              <a:xfrm>
                <a:off x="8403880" y="1444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2" name="Freeform 34631">
                <a:extLst>
                  <a:ext uri="{FF2B5EF4-FFF2-40B4-BE49-F238E27FC236}">
                    <a16:creationId xmlns:a16="http://schemas.microsoft.com/office/drawing/2014/main" id="{DB03FBBF-6CDA-45FC-EAA0-52B43FDD1CAF}"/>
                  </a:ext>
                </a:extLst>
              </p:cNvPr>
              <p:cNvSpPr/>
              <p:nvPr/>
            </p:nvSpPr>
            <p:spPr>
              <a:xfrm>
                <a:off x="8404376" y="1399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3" name="Freeform 34632">
                <a:extLst>
                  <a:ext uri="{FF2B5EF4-FFF2-40B4-BE49-F238E27FC236}">
                    <a16:creationId xmlns:a16="http://schemas.microsoft.com/office/drawing/2014/main" id="{6B565F20-7D12-BC2F-B61C-6A1EBC50AB39}"/>
                  </a:ext>
                </a:extLst>
              </p:cNvPr>
              <p:cNvSpPr/>
              <p:nvPr/>
            </p:nvSpPr>
            <p:spPr>
              <a:xfrm>
                <a:off x="8404971" y="1362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4" name="Freeform 34633">
                <a:extLst>
                  <a:ext uri="{FF2B5EF4-FFF2-40B4-BE49-F238E27FC236}">
                    <a16:creationId xmlns:a16="http://schemas.microsoft.com/office/drawing/2014/main" id="{4E001709-FC61-8D47-5EBE-10E60F035E25}"/>
                  </a:ext>
                </a:extLst>
              </p:cNvPr>
              <p:cNvSpPr/>
              <p:nvPr/>
            </p:nvSpPr>
            <p:spPr>
              <a:xfrm>
                <a:off x="8405467" y="1274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5" name="Freeform 34634">
                <a:extLst>
                  <a:ext uri="{FF2B5EF4-FFF2-40B4-BE49-F238E27FC236}">
                    <a16:creationId xmlns:a16="http://schemas.microsoft.com/office/drawing/2014/main" id="{6A8718C2-8A58-277C-53DE-F0C5FE578AE2}"/>
                  </a:ext>
                </a:extLst>
              </p:cNvPr>
              <p:cNvSpPr/>
              <p:nvPr/>
            </p:nvSpPr>
            <p:spPr>
              <a:xfrm>
                <a:off x="8405963" y="118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6" name="Freeform 34635">
                <a:extLst>
                  <a:ext uri="{FF2B5EF4-FFF2-40B4-BE49-F238E27FC236}">
                    <a16:creationId xmlns:a16="http://schemas.microsoft.com/office/drawing/2014/main" id="{49847BBC-F501-4BA3-F22D-82AA51EB31BC}"/>
                  </a:ext>
                </a:extLst>
              </p:cNvPr>
              <p:cNvSpPr/>
              <p:nvPr/>
            </p:nvSpPr>
            <p:spPr>
              <a:xfrm>
                <a:off x="8406559" y="1157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7" name="Freeform 34636">
                <a:extLst>
                  <a:ext uri="{FF2B5EF4-FFF2-40B4-BE49-F238E27FC236}">
                    <a16:creationId xmlns:a16="http://schemas.microsoft.com/office/drawing/2014/main" id="{D41A9090-A4C8-00E6-739E-5484039E3273}"/>
                  </a:ext>
                </a:extLst>
              </p:cNvPr>
              <p:cNvSpPr/>
              <p:nvPr/>
            </p:nvSpPr>
            <p:spPr>
              <a:xfrm>
                <a:off x="8407055" y="1195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8" name="Freeform 34637">
                <a:extLst>
                  <a:ext uri="{FF2B5EF4-FFF2-40B4-BE49-F238E27FC236}">
                    <a16:creationId xmlns:a16="http://schemas.microsoft.com/office/drawing/2014/main" id="{BF38E278-A88D-7B5B-5A70-4EFD62A94F71}"/>
                  </a:ext>
                </a:extLst>
              </p:cNvPr>
              <p:cNvSpPr/>
              <p:nvPr/>
            </p:nvSpPr>
            <p:spPr>
              <a:xfrm>
                <a:off x="8407551" y="1175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39" name="Freeform 34638">
                <a:extLst>
                  <a:ext uri="{FF2B5EF4-FFF2-40B4-BE49-F238E27FC236}">
                    <a16:creationId xmlns:a16="http://schemas.microsoft.com/office/drawing/2014/main" id="{7F21C55C-E30A-0ABE-F7F5-D742D3B73980}"/>
                  </a:ext>
                </a:extLst>
              </p:cNvPr>
              <p:cNvSpPr/>
              <p:nvPr/>
            </p:nvSpPr>
            <p:spPr>
              <a:xfrm>
                <a:off x="8408146" y="1193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0" name="Freeform 34639">
                <a:extLst>
                  <a:ext uri="{FF2B5EF4-FFF2-40B4-BE49-F238E27FC236}">
                    <a16:creationId xmlns:a16="http://schemas.microsoft.com/office/drawing/2014/main" id="{7BE975F2-33DE-4431-2BDC-4FFB22699461}"/>
                  </a:ext>
                </a:extLst>
              </p:cNvPr>
              <p:cNvSpPr/>
              <p:nvPr/>
            </p:nvSpPr>
            <p:spPr>
              <a:xfrm>
                <a:off x="8408642" y="1140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1" name="Freeform 34640">
                <a:extLst>
                  <a:ext uri="{FF2B5EF4-FFF2-40B4-BE49-F238E27FC236}">
                    <a16:creationId xmlns:a16="http://schemas.microsoft.com/office/drawing/2014/main" id="{556682A5-68D9-6684-3E66-D65F28D353B1}"/>
                  </a:ext>
                </a:extLst>
              </p:cNvPr>
              <p:cNvSpPr/>
              <p:nvPr/>
            </p:nvSpPr>
            <p:spPr>
              <a:xfrm>
                <a:off x="8409138" y="1188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2" name="Freeform 34641">
                <a:extLst>
                  <a:ext uri="{FF2B5EF4-FFF2-40B4-BE49-F238E27FC236}">
                    <a16:creationId xmlns:a16="http://schemas.microsoft.com/office/drawing/2014/main" id="{93244950-0843-44CF-C774-31A5EAE80ADD}"/>
                  </a:ext>
                </a:extLst>
              </p:cNvPr>
              <p:cNvSpPr/>
              <p:nvPr/>
            </p:nvSpPr>
            <p:spPr>
              <a:xfrm>
                <a:off x="8409734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3" name="Freeform 34642">
                <a:extLst>
                  <a:ext uri="{FF2B5EF4-FFF2-40B4-BE49-F238E27FC236}">
                    <a16:creationId xmlns:a16="http://schemas.microsoft.com/office/drawing/2014/main" id="{6750C1C1-0870-A2A9-D80E-42423657BE0F}"/>
                  </a:ext>
                </a:extLst>
              </p:cNvPr>
              <p:cNvSpPr/>
              <p:nvPr/>
            </p:nvSpPr>
            <p:spPr>
              <a:xfrm>
                <a:off x="8410230" y="1646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4" name="Freeform 34643">
                <a:extLst>
                  <a:ext uri="{FF2B5EF4-FFF2-40B4-BE49-F238E27FC236}">
                    <a16:creationId xmlns:a16="http://schemas.microsoft.com/office/drawing/2014/main" id="{6C756474-8CBF-CC67-C61C-20583975D963}"/>
                  </a:ext>
                </a:extLst>
              </p:cNvPr>
              <p:cNvSpPr/>
              <p:nvPr/>
            </p:nvSpPr>
            <p:spPr>
              <a:xfrm>
                <a:off x="8410726" y="1829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5" name="Freeform 34644">
                <a:extLst>
                  <a:ext uri="{FF2B5EF4-FFF2-40B4-BE49-F238E27FC236}">
                    <a16:creationId xmlns:a16="http://schemas.microsoft.com/office/drawing/2014/main" id="{C44AD023-D1EB-28A4-281C-0653C4CD0C20}"/>
                  </a:ext>
                </a:extLst>
              </p:cNvPr>
              <p:cNvSpPr/>
              <p:nvPr/>
            </p:nvSpPr>
            <p:spPr>
              <a:xfrm>
                <a:off x="8411222" y="1822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6" name="Freeform 34645">
                <a:extLst>
                  <a:ext uri="{FF2B5EF4-FFF2-40B4-BE49-F238E27FC236}">
                    <a16:creationId xmlns:a16="http://schemas.microsoft.com/office/drawing/2014/main" id="{B1A93C08-65C4-C28F-36B4-0E00F6A37333}"/>
                  </a:ext>
                </a:extLst>
              </p:cNvPr>
              <p:cNvSpPr/>
              <p:nvPr/>
            </p:nvSpPr>
            <p:spPr>
              <a:xfrm>
                <a:off x="8411817" y="1778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7" name="Freeform 34646">
                <a:extLst>
                  <a:ext uri="{FF2B5EF4-FFF2-40B4-BE49-F238E27FC236}">
                    <a16:creationId xmlns:a16="http://schemas.microsoft.com/office/drawing/2014/main" id="{6A23B3E1-08C4-F34F-5C22-77B5065C26E4}"/>
                  </a:ext>
                </a:extLst>
              </p:cNvPr>
              <p:cNvSpPr/>
              <p:nvPr/>
            </p:nvSpPr>
            <p:spPr>
              <a:xfrm>
                <a:off x="8412313" y="1776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8" name="Freeform 34647">
                <a:extLst>
                  <a:ext uri="{FF2B5EF4-FFF2-40B4-BE49-F238E27FC236}">
                    <a16:creationId xmlns:a16="http://schemas.microsoft.com/office/drawing/2014/main" id="{A2B70EB0-A76D-2CC7-A205-516F0FF8EB93}"/>
                  </a:ext>
                </a:extLst>
              </p:cNvPr>
              <p:cNvSpPr/>
              <p:nvPr/>
            </p:nvSpPr>
            <p:spPr>
              <a:xfrm>
                <a:off x="8412809" y="180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49" name="Freeform 34648">
                <a:extLst>
                  <a:ext uri="{FF2B5EF4-FFF2-40B4-BE49-F238E27FC236}">
                    <a16:creationId xmlns:a16="http://schemas.microsoft.com/office/drawing/2014/main" id="{50F6DAB4-A69D-AE54-08C3-A2DFDC728170}"/>
                  </a:ext>
                </a:extLst>
              </p:cNvPr>
              <p:cNvSpPr/>
              <p:nvPr/>
            </p:nvSpPr>
            <p:spPr>
              <a:xfrm>
                <a:off x="8413405" y="1838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0" name="Freeform 34649">
                <a:extLst>
                  <a:ext uri="{FF2B5EF4-FFF2-40B4-BE49-F238E27FC236}">
                    <a16:creationId xmlns:a16="http://schemas.microsoft.com/office/drawing/2014/main" id="{A7A172DA-B71F-42D3-A8FC-44F7FA03DD12}"/>
                  </a:ext>
                </a:extLst>
              </p:cNvPr>
              <p:cNvSpPr/>
              <p:nvPr/>
            </p:nvSpPr>
            <p:spPr>
              <a:xfrm>
                <a:off x="8413901" y="1821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1" name="Freeform 34650">
                <a:extLst>
                  <a:ext uri="{FF2B5EF4-FFF2-40B4-BE49-F238E27FC236}">
                    <a16:creationId xmlns:a16="http://schemas.microsoft.com/office/drawing/2014/main" id="{82BB6830-6E55-B5C5-9F9C-6312161877D8}"/>
                  </a:ext>
                </a:extLst>
              </p:cNvPr>
              <p:cNvSpPr/>
              <p:nvPr/>
            </p:nvSpPr>
            <p:spPr>
              <a:xfrm>
                <a:off x="8414397" y="1385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2" name="Freeform 34651">
                <a:extLst>
                  <a:ext uri="{FF2B5EF4-FFF2-40B4-BE49-F238E27FC236}">
                    <a16:creationId xmlns:a16="http://schemas.microsoft.com/office/drawing/2014/main" id="{4909769E-8E64-3769-F6CF-CD8A34AEB503}"/>
                  </a:ext>
                </a:extLst>
              </p:cNvPr>
              <p:cNvSpPr/>
              <p:nvPr/>
            </p:nvSpPr>
            <p:spPr>
              <a:xfrm>
                <a:off x="8414992" y="1333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3" name="Freeform 34652">
                <a:extLst>
                  <a:ext uri="{FF2B5EF4-FFF2-40B4-BE49-F238E27FC236}">
                    <a16:creationId xmlns:a16="http://schemas.microsoft.com/office/drawing/2014/main" id="{E4F950EC-5A3C-7C79-4D3D-832511674B83}"/>
                  </a:ext>
                </a:extLst>
              </p:cNvPr>
              <p:cNvSpPr/>
              <p:nvPr/>
            </p:nvSpPr>
            <p:spPr>
              <a:xfrm>
                <a:off x="8415488" y="1380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4" name="Freeform 34653">
                <a:extLst>
                  <a:ext uri="{FF2B5EF4-FFF2-40B4-BE49-F238E27FC236}">
                    <a16:creationId xmlns:a16="http://schemas.microsoft.com/office/drawing/2014/main" id="{5A668F6D-7EAA-4A4A-7D1B-E0C9CA980F0D}"/>
                  </a:ext>
                </a:extLst>
              </p:cNvPr>
              <p:cNvSpPr/>
              <p:nvPr/>
            </p:nvSpPr>
            <p:spPr>
              <a:xfrm>
                <a:off x="8415984" y="1389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5" name="Freeform 34654">
                <a:extLst>
                  <a:ext uri="{FF2B5EF4-FFF2-40B4-BE49-F238E27FC236}">
                    <a16:creationId xmlns:a16="http://schemas.microsoft.com/office/drawing/2014/main" id="{E72BE3B4-1716-17C3-0518-5C192D78AE8A}"/>
                  </a:ext>
                </a:extLst>
              </p:cNvPr>
              <p:cNvSpPr/>
              <p:nvPr/>
            </p:nvSpPr>
            <p:spPr>
              <a:xfrm>
                <a:off x="8416580" y="1381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6" name="Freeform 34655">
                <a:extLst>
                  <a:ext uri="{FF2B5EF4-FFF2-40B4-BE49-F238E27FC236}">
                    <a16:creationId xmlns:a16="http://schemas.microsoft.com/office/drawing/2014/main" id="{2398AC46-C652-89E2-12BD-58992E7BED95}"/>
                  </a:ext>
                </a:extLst>
              </p:cNvPr>
              <p:cNvSpPr/>
              <p:nvPr/>
            </p:nvSpPr>
            <p:spPr>
              <a:xfrm>
                <a:off x="8417076" y="138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7" name="Freeform 34656">
                <a:extLst>
                  <a:ext uri="{FF2B5EF4-FFF2-40B4-BE49-F238E27FC236}">
                    <a16:creationId xmlns:a16="http://schemas.microsoft.com/office/drawing/2014/main" id="{0F7C041D-A608-5AC4-319D-FC942F5B1F26}"/>
                  </a:ext>
                </a:extLst>
              </p:cNvPr>
              <p:cNvSpPr/>
              <p:nvPr/>
            </p:nvSpPr>
            <p:spPr>
              <a:xfrm>
                <a:off x="8417572" y="1293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8" name="Freeform 34657">
                <a:extLst>
                  <a:ext uri="{FF2B5EF4-FFF2-40B4-BE49-F238E27FC236}">
                    <a16:creationId xmlns:a16="http://schemas.microsoft.com/office/drawing/2014/main" id="{2314E195-EA3B-1753-BA9C-072BD2747ACB}"/>
                  </a:ext>
                </a:extLst>
              </p:cNvPr>
              <p:cNvSpPr/>
              <p:nvPr/>
            </p:nvSpPr>
            <p:spPr>
              <a:xfrm>
                <a:off x="8418167" y="12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59" name="Freeform 34658">
                <a:extLst>
                  <a:ext uri="{FF2B5EF4-FFF2-40B4-BE49-F238E27FC236}">
                    <a16:creationId xmlns:a16="http://schemas.microsoft.com/office/drawing/2014/main" id="{040F3664-1038-0320-6B54-DBCA89B9487C}"/>
                  </a:ext>
                </a:extLst>
              </p:cNvPr>
              <p:cNvSpPr/>
              <p:nvPr/>
            </p:nvSpPr>
            <p:spPr>
              <a:xfrm>
                <a:off x="8418663" y="121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0" name="Freeform 34659">
                <a:extLst>
                  <a:ext uri="{FF2B5EF4-FFF2-40B4-BE49-F238E27FC236}">
                    <a16:creationId xmlns:a16="http://schemas.microsoft.com/office/drawing/2014/main" id="{26EA843B-C1EE-F52B-6FD1-7049736BA429}"/>
                  </a:ext>
                </a:extLst>
              </p:cNvPr>
              <p:cNvSpPr/>
              <p:nvPr/>
            </p:nvSpPr>
            <p:spPr>
              <a:xfrm>
                <a:off x="8419159" y="1154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1" name="Freeform 34660">
                <a:extLst>
                  <a:ext uri="{FF2B5EF4-FFF2-40B4-BE49-F238E27FC236}">
                    <a16:creationId xmlns:a16="http://schemas.microsoft.com/office/drawing/2014/main" id="{65A68020-A81A-837C-D155-7F85AE75BC2D}"/>
                  </a:ext>
                </a:extLst>
              </p:cNvPr>
              <p:cNvSpPr/>
              <p:nvPr/>
            </p:nvSpPr>
            <p:spPr>
              <a:xfrm>
                <a:off x="8419755" y="1117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2" name="Freeform 34661">
                <a:extLst>
                  <a:ext uri="{FF2B5EF4-FFF2-40B4-BE49-F238E27FC236}">
                    <a16:creationId xmlns:a16="http://schemas.microsoft.com/office/drawing/2014/main" id="{D82D6834-1323-883F-D92F-198A0FA0EA19}"/>
                  </a:ext>
                </a:extLst>
              </p:cNvPr>
              <p:cNvSpPr/>
              <p:nvPr/>
            </p:nvSpPr>
            <p:spPr>
              <a:xfrm>
                <a:off x="8420251" y="1091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3" name="Freeform 34662">
                <a:extLst>
                  <a:ext uri="{FF2B5EF4-FFF2-40B4-BE49-F238E27FC236}">
                    <a16:creationId xmlns:a16="http://schemas.microsoft.com/office/drawing/2014/main" id="{F928A194-3DA7-B93B-7B11-8406DAEE043A}"/>
                  </a:ext>
                </a:extLst>
              </p:cNvPr>
              <p:cNvSpPr/>
              <p:nvPr/>
            </p:nvSpPr>
            <p:spPr>
              <a:xfrm>
                <a:off x="8420747" y="1115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4" name="Freeform 34663">
                <a:extLst>
                  <a:ext uri="{FF2B5EF4-FFF2-40B4-BE49-F238E27FC236}">
                    <a16:creationId xmlns:a16="http://schemas.microsoft.com/office/drawing/2014/main" id="{16FE2EE0-5453-1B55-44EE-3943A56B0494}"/>
                  </a:ext>
                </a:extLst>
              </p:cNvPr>
              <p:cNvSpPr/>
              <p:nvPr/>
            </p:nvSpPr>
            <p:spPr>
              <a:xfrm>
                <a:off x="8421342" y="1106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5" name="Freeform 34664">
                <a:extLst>
                  <a:ext uri="{FF2B5EF4-FFF2-40B4-BE49-F238E27FC236}">
                    <a16:creationId xmlns:a16="http://schemas.microsoft.com/office/drawing/2014/main" id="{ACAC7361-3696-20E7-9FBD-C6134CEA26DA}"/>
                  </a:ext>
                </a:extLst>
              </p:cNvPr>
              <p:cNvSpPr/>
              <p:nvPr/>
            </p:nvSpPr>
            <p:spPr>
              <a:xfrm>
                <a:off x="8421838" y="1178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6" name="Freeform 34665">
                <a:extLst>
                  <a:ext uri="{FF2B5EF4-FFF2-40B4-BE49-F238E27FC236}">
                    <a16:creationId xmlns:a16="http://schemas.microsoft.com/office/drawing/2014/main" id="{F6A5BFF6-52D5-E984-59A9-EB1B74C19E0A}"/>
                  </a:ext>
                </a:extLst>
              </p:cNvPr>
              <p:cNvSpPr/>
              <p:nvPr/>
            </p:nvSpPr>
            <p:spPr>
              <a:xfrm>
                <a:off x="8422334" y="1182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7" name="Freeform 34666">
                <a:extLst>
                  <a:ext uri="{FF2B5EF4-FFF2-40B4-BE49-F238E27FC236}">
                    <a16:creationId xmlns:a16="http://schemas.microsoft.com/office/drawing/2014/main" id="{29E73363-FA8D-A3CF-E184-4CA20450CB2B}"/>
                  </a:ext>
                </a:extLst>
              </p:cNvPr>
              <p:cNvSpPr/>
              <p:nvPr/>
            </p:nvSpPr>
            <p:spPr>
              <a:xfrm>
                <a:off x="8422830" y="1473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8" name="Freeform 34667">
                <a:extLst>
                  <a:ext uri="{FF2B5EF4-FFF2-40B4-BE49-F238E27FC236}">
                    <a16:creationId xmlns:a16="http://schemas.microsoft.com/office/drawing/2014/main" id="{A45044E3-AE6B-7EDD-1AEA-4B3590EC6C03}"/>
                  </a:ext>
                </a:extLst>
              </p:cNvPr>
              <p:cNvSpPr/>
              <p:nvPr/>
            </p:nvSpPr>
            <p:spPr>
              <a:xfrm>
                <a:off x="8423426" y="1647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69" name="Freeform 34668">
                <a:extLst>
                  <a:ext uri="{FF2B5EF4-FFF2-40B4-BE49-F238E27FC236}">
                    <a16:creationId xmlns:a16="http://schemas.microsoft.com/office/drawing/2014/main" id="{A14DC39C-E7B6-4B8A-833C-CDA2ABA31D9B}"/>
                  </a:ext>
                </a:extLst>
              </p:cNvPr>
              <p:cNvSpPr/>
              <p:nvPr/>
            </p:nvSpPr>
            <p:spPr>
              <a:xfrm>
                <a:off x="8423922" y="1674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0" name="Freeform 34669">
                <a:extLst>
                  <a:ext uri="{FF2B5EF4-FFF2-40B4-BE49-F238E27FC236}">
                    <a16:creationId xmlns:a16="http://schemas.microsoft.com/office/drawing/2014/main" id="{74D323E9-0403-0B4B-77AC-D30FD6915541}"/>
                  </a:ext>
                </a:extLst>
              </p:cNvPr>
              <p:cNvSpPr/>
              <p:nvPr/>
            </p:nvSpPr>
            <p:spPr>
              <a:xfrm>
                <a:off x="8424418" y="1662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1" name="Freeform 34670">
                <a:extLst>
                  <a:ext uri="{FF2B5EF4-FFF2-40B4-BE49-F238E27FC236}">
                    <a16:creationId xmlns:a16="http://schemas.microsoft.com/office/drawing/2014/main" id="{53C6D0C9-06C6-7F2C-BDFD-A5C937799174}"/>
                  </a:ext>
                </a:extLst>
              </p:cNvPr>
              <p:cNvSpPr/>
              <p:nvPr/>
            </p:nvSpPr>
            <p:spPr>
              <a:xfrm>
                <a:off x="8425013" y="1655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2" name="Freeform 34671">
                <a:extLst>
                  <a:ext uri="{FF2B5EF4-FFF2-40B4-BE49-F238E27FC236}">
                    <a16:creationId xmlns:a16="http://schemas.microsoft.com/office/drawing/2014/main" id="{720734AC-46B0-3883-3646-731F41518C12}"/>
                  </a:ext>
                </a:extLst>
              </p:cNvPr>
              <p:cNvSpPr/>
              <p:nvPr/>
            </p:nvSpPr>
            <p:spPr>
              <a:xfrm>
                <a:off x="8425509" y="1625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3" name="Freeform 34672">
                <a:extLst>
                  <a:ext uri="{FF2B5EF4-FFF2-40B4-BE49-F238E27FC236}">
                    <a16:creationId xmlns:a16="http://schemas.microsoft.com/office/drawing/2014/main" id="{C721C9F0-F467-1B1C-0328-46418741A4AC}"/>
                  </a:ext>
                </a:extLst>
              </p:cNvPr>
              <p:cNvSpPr/>
              <p:nvPr/>
            </p:nvSpPr>
            <p:spPr>
              <a:xfrm>
                <a:off x="8426005" y="1595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4" name="Freeform 34673">
                <a:extLst>
                  <a:ext uri="{FF2B5EF4-FFF2-40B4-BE49-F238E27FC236}">
                    <a16:creationId xmlns:a16="http://schemas.microsoft.com/office/drawing/2014/main" id="{1151D403-3650-6B56-BA59-775A1A21FB4F}"/>
                  </a:ext>
                </a:extLst>
              </p:cNvPr>
              <p:cNvSpPr/>
              <p:nvPr/>
            </p:nvSpPr>
            <p:spPr>
              <a:xfrm>
                <a:off x="8426601" y="1496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5" name="Freeform 34674">
                <a:extLst>
                  <a:ext uri="{FF2B5EF4-FFF2-40B4-BE49-F238E27FC236}">
                    <a16:creationId xmlns:a16="http://schemas.microsoft.com/office/drawing/2014/main" id="{231B2CB4-19A9-CFDB-3D2D-06EA52A1C663}"/>
                  </a:ext>
                </a:extLst>
              </p:cNvPr>
              <p:cNvSpPr/>
              <p:nvPr/>
            </p:nvSpPr>
            <p:spPr>
              <a:xfrm>
                <a:off x="8427097" y="1290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6" name="Freeform 34675">
                <a:extLst>
                  <a:ext uri="{FF2B5EF4-FFF2-40B4-BE49-F238E27FC236}">
                    <a16:creationId xmlns:a16="http://schemas.microsoft.com/office/drawing/2014/main" id="{18229DB4-EC43-A30E-4A13-2393FA9CD299}"/>
                  </a:ext>
                </a:extLst>
              </p:cNvPr>
              <p:cNvSpPr/>
              <p:nvPr/>
            </p:nvSpPr>
            <p:spPr>
              <a:xfrm>
                <a:off x="8427593" y="122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7" name="Freeform 34676">
                <a:extLst>
                  <a:ext uri="{FF2B5EF4-FFF2-40B4-BE49-F238E27FC236}">
                    <a16:creationId xmlns:a16="http://schemas.microsoft.com/office/drawing/2014/main" id="{941530B8-B46E-FFED-AB13-BBDA03C281A9}"/>
                  </a:ext>
                </a:extLst>
              </p:cNvPr>
              <p:cNvSpPr/>
              <p:nvPr/>
            </p:nvSpPr>
            <p:spPr>
              <a:xfrm>
                <a:off x="8428188" y="1275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8" name="Freeform 34677">
                <a:extLst>
                  <a:ext uri="{FF2B5EF4-FFF2-40B4-BE49-F238E27FC236}">
                    <a16:creationId xmlns:a16="http://schemas.microsoft.com/office/drawing/2014/main" id="{6A7A49BA-6318-D6C4-D23F-602983954A69}"/>
                  </a:ext>
                </a:extLst>
              </p:cNvPr>
              <p:cNvSpPr/>
              <p:nvPr/>
            </p:nvSpPr>
            <p:spPr>
              <a:xfrm>
                <a:off x="8428684" y="1282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79" name="Freeform 34678">
                <a:extLst>
                  <a:ext uri="{FF2B5EF4-FFF2-40B4-BE49-F238E27FC236}">
                    <a16:creationId xmlns:a16="http://schemas.microsoft.com/office/drawing/2014/main" id="{5DBA9470-8248-3B10-B97A-E7C68D84FCEF}"/>
                  </a:ext>
                </a:extLst>
              </p:cNvPr>
              <p:cNvSpPr/>
              <p:nvPr/>
            </p:nvSpPr>
            <p:spPr>
              <a:xfrm>
                <a:off x="8429180" y="1263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0" name="Freeform 34679">
                <a:extLst>
                  <a:ext uri="{FF2B5EF4-FFF2-40B4-BE49-F238E27FC236}">
                    <a16:creationId xmlns:a16="http://schemas.microsoft.com/office/drawing/2014/main" id="{A3555F64-63B2-8CCA-A8E1-8DFD072B98D9}"/>
                  </a:ext>
                </a:extLst>
              </p:cNvPr>
              <p:cNvSpPr/>
              <p:nvPr/>
            </p:nvSpPr>
            <p:spPr>
              <a:xfrm>
                <a:off x="8429776" y="1243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1" name="Freeform 34680">
                <a:extLst>
                  <a:ext uri="{FF2B5EF4-FFF2-40B4-BE49-F238E27FC236}">
                    <a16:creationId xmlns:a16="http://schemas.microsoft.com/office/drawing/2014/main" id="{5EF7855F-1972-2750-87CA-6309FC0EB9D5}"/>
                  </a:ext>
                </a:extLst>
              </p:cNvPr>
              <p:cNvSpPr/>
              <p:nvPr/>
            </p:nvSpPr>
            <p:spPr>
              <a:xfrm>
                <a:off x="8430272" y="1150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2" name="Freeform 34681">
                <a:extLst>
                  <a:ext uri="{FF2B5EF4-FFF2-40B4-BE49-F238E27FC236}">
                    <a16:creationId xmlns:a16="http://schemas.microsoft.com/office/drawing/2014/main" id="{6B4CC7F1-2794-A29C-F689-CBBCE061E1BD}"/>
                  </a:ext>
                </a:extLst>
              </p:cNvPr>
              <p:cNvSpPr/>
              <p:nvPr/>
            </p:nvSpPr>
            <p:spPr>
              <a:xfrm>
                <a:off x="8430768" y="1101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3" name="Freeform 34682">
                <a:extLst>
                  <a:ext uri="{FF2B5EF4-FFF2-40B4-BE49-F238E27FC236}">
                    <a16:creationId xmlns:a16="http://schemas.microsoft.com/office/drawing/2014/main" id="{D6A8787B-457A-50ED-5248-802EDB2EA30C}"/>
                  </a:ext>
                </a:extLst>
              </p:cNvPr>
              <p:cNvSpPr/>
              <p:nvPr/>
            </p:nvSpPr>
            <p:spPr>
              <a:xfrm>
                <a:off x="8431363" y="984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4" name="Freeform 34683">
                <a:extLst>
                  <a:ext uri="{FF2B5EF4-FFF2-40B4-BE49-F238E27FC236}">
                    <a16:creationId xmlns:a16="http://schemas.microsoft.com/office/drawing/2014/main" id="{E8494B09-7646-D85F-859E-45FF19E60024}"/>
                  </a:ext>
                </a:extLst>
              </p:cNvPr>
              <p:cNvSpPr/>
              <p:nvPr/>
            </p:nvSpPr>
            <p:spPr>
              <a:xfrm>
                <a:off x="8431859" y="888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5" name="Freeform 34684">
                <a:extLst>
                  <a:ext uri="{FF2B5EF4-FFF2-40B4-BE49-F238E27FC236}">
                    <a16:creationId xmlns:a16="http://schemas.microsoft.com/office/drawing/2014/main" id="{61C4B057-169B-CD11-3796-E52B66A38C01}"/>
                  </a:ext>
                </a:extLst>
              </p:cNvPr>
              <p:cNvSpPr/>
              <p:nvPr/>
            </p:nvSpPr>
            <p:spPr>
              <a:xfrm>
                <a:off x="8432355" y="845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6" name="Freeform 34685">
                <a:extLst>
                  <a:ext uri="{FF2B5EF4-FFF2-40B4-BE49-F238E27FC236}">
                    <a16:creationId xmlns:a16="http://schemas.microsoft.com/office/drawing/2014/main" id="{A063757E-9FA8-B69B-A477-20E11428F495}"/>
                  </a:ext>
                </a:extLst>
              </p:cNvPr>
              <p:cNvSpPr/>
              <p:nvPr/>
            </p:nvSpPr>
            <p:spPr>
              <a:xfrm>
                <a:off x="8432951" y="83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7" name="Freeform 34686">
                <a:extLst>
                  <a:ext uri="{FF2B5EF4-FFF2-40B4-BE49-F238E27FC236}">
                    <a16:creationId xmlns:a16="http://schemas.microsoft.com/office/drawing/2014/main" id="{D1588845-9559-5F5B-6757-037A281B1A49}"/>
                  </a:ext>
                </a:extLst>
              </p:cNvPr>
              <p:cNvSpPr/>
              <p:nvPr/>
            </p:nvSpPr>
            <p:spPr>
              <a:xfrm>
                <a:off x="8433447" y="827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8" name="Freeform 34687">
                <a:extLst>
                  <a:ext uri="{FF2B5EF4-FFF2-40B4-BE49-F238E27FC236}">
                    <a16:creationId xmlns:a16="http://schemas.microsoft.com/office/drawing/2014/main" id="{02CBE4D4-0048-0F28-9E6A-4AFDBCD84385}"/>
                  </a:ext>
                </a:extLst>
              </p:cNvPr>
              <p:cNvSpPr/>
              <p:nvPr/>
            </p:nvSpPr>
            <p:spPr>
              <a:xfrm>
                <a:off x="8433943" y="83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89" name="Freeform 34688">
                <a:extLst>
                  <a:ext uri="{FF2B5EF4-FFF2-40B4-BE49-F238E27FC236}">
                    <a16:creationId xmlns:a16="http://schemas.microsoft.com/office/drawing/2014/main" id="{04E1B4F8-8412-4C23-D980-0CF32045BBD0}"/>
                  </a:ext>
                </a:extLst>
              </p:cNvPr>
              <p:cNvSpPr/>
              <p:nvPr/>
            </p:nvSpPr>
            <p:spPr>
              <a:xfrm>
                <a:off x="8434439" y="946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0" name="Freeform 34689">
                <a:extLst>
                  <a:ext uri="{FF2B5EF4-FFF2-40B4-BE49-F238E27FC236}">
                    <a16:creationId xmlns:a16="http://schemas.microsoft.com/office/drawing/2014/main" id="{AFFABCFE-7F58-8116-4957-6BD6A7585BD4}"/>
                  </a:ext>
                </a:extLst>
              </p:cNvPr>
              <p:cNvSpPr/>
              <p:nvPr/>
            </p:nvSpPr>
            <p:spPr>
              <a:xfrm>
                <a:off x="8435034" y="1065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1" name="Freeform 34690">
                <a:extLst>
                  <a:ext uri="{FF2B5EF4-FFF2-40B4-BE49-F238E27FC236}">
                    <a16:creationId xmlns:a16="http://schemas.microsoft.com/office/drawing/2014/main" id="{2809AA0A-47DA-4732-49BD-F3BAE773BD20}"/>
                  </a:ext>
                </a:extLst>
              </p:cNvPr>
              <p:cNvSpPr/>
              <p:nvPr/>
            </p:nvSpPr>
            <p:spPr>
              <a:xfrm>
                <a:off x="8435530" y="1182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2" name="Freeform 34691">
                <a:extLst>
                  <a:ext uri="{FF2B5EF4-FFF2-40B4-BE49-F238E27FC236}">
                    <a16:creationId xmlns:a16="http://schemas.microsoft.com/office/drawing/2014/main" id="{3B9D6281-25E0-4304-20D6-9AA3FD0114D8}"/>
                  </a:ext>
                </a:extLst>
              </p:cNvPr>
              <p:cNvSpPr/>
              <p:nvPr/>
            </p:nvSpPr>
            <p:spPr>
              <a:xfrm>
                <a:off x="8436027" y="1537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3" name="Freeform 34692">
                <a:extLst>
                  <a:ext uri="{FF2B5EF4-FFF2-40B4-BE49-F238E27FC236}">
                    <a16:creationId xmlns:a16="http://schemas.microsoft.com/office/drawing/2014/main" id="{65D375F5-24AC-8362-DC17-6E66F28BD1A1}"/>
                  </a:ext>
                </a:extLst>
              </p:cNvPr>
              <p:cNvSpPr/>
              <p:nvPr/>
            </p:nvSpPr>
            <p:spPr>
              <a:xfrm>
                <a:off x="8436622" y="1560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4" name="Freeform 34693">
                <a:extLst>
                  <a:ext uri="{FF2B5EF4-FFF2-40B4-BE49-F238E27FC236}">
                    <a16:creationId xmlns:a16="http://schemas.microsoft.com/office/drawing/2014/main" id="{970E3A52-F8B0-139C-4CE3-56BF0863DDAA}"/>
                  </a:ext>
                </a:extLst>
              </p:cNvPr>
              <p:cNvSpPr/>
              <p:nvPr/>
            </p:nvSpPr>
            <p:spPr>
              <a:xfrm>
                <a:off x="8437118" y="1486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5" name="Freeform 34694">
                <a:extLst>
                  <a:ext uri="{FF2B5EF4-FFF2-40B4-BE49-F238E27FC236}">
                    <a16:creationId xmlns:a16="http://schemas.microsoft.com/office/drawing/2014/main" id="{559DF4BD-F155-2636-1474-788FB6F4155B}"/>
                  </a:ext>
                </a:extLst>
              </p:cNvPr>
              <p:cNvSpPr/>
              <p:nvPr/>
            </p:nvSpPr>
            <p:spPr>
              <a:xfrm>
                <a:off x="8437614" y="1427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6" name="Freeform 34695">
                <a:extLst>
                  <a:ext uri="{FF2B5EF4-FFF2-40B4-BE49-F238E27FC236}">
                    <a16:creationId xmlns:a16="http://schemas.microsoft.com/office/drawing/2014/main" id="{DD733C30-6346-F838-DC42-7542C8A79F4A}"/>
                  </a:ext>
                </a:extLst>
              </p:cNvPr>
              <p:cNvSpPr/>
              <p:nvPr/>
            </p:nvSpPr>
            <p:spPr>
              <a:xfrm>
                <a:off x="8438209" y="1257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7" name="Freeform 34696">
                <a:extLst>
                  <a:ext uri="{FF2B5EF4-FFF2-40B4-BE49-F238E27FC236}">
                    <a16:creationId xmlns:a16="http://schemas.microsoft.com/office/drawing/2014/main" id="{95FD5BD3-A5B4-2317-F6F5-C0A83A183706}"/>
                  </a:ext>
                </a:extLst>
              </p:cNvPr>
              <p:cNvSpPr/>
              <p:nvPr/>
            </p:nvSpPr>
            <p:spPr>
              <a:xfrm>
                <a:off x="8438705" y="121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8" name="Freeform 34697">
                <a:extLst>
                  <a:ext uri="{FF2B5EF4-FFF2-40B4-BE49-F238E27FC236}">
                    <a16:creationId xmlns:a16="http://schemas.microsoft.com/office/drawing/2014/main" id="{6F5BC1C6-6018-D75E-143C-58F86A66934E}"/>
                  </a:ext>
                </a:extLst>
              </p:cNvPr>
              <p:cNvSpPr/>
              <p:nvPr/>
            </p:nvSpPr>
            <p:spPr>
              <a:xfrm>
                <a:off x="8439202" y="122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99" name="Freeform 34698">
                <a:extLst>
                  <a:ext uri="{FF2B5EF4-FFF2-40B4-BE49-F238E27FC236}">
                    <a16:creationId xmlns:a16="http://schemas.microsoft.com/office/drawing/2014/main" id="{AC27A60D-6DD5-F7CD-FBDB-405BD119A3D2}"/>
                  </a:ext>
                </a:extLst>
              </p:cNvPr>
              <p:cNvSpPr/>
              <p:nvPr/>
            </p:nvSpPr>
            <p:spPr>
              <a:xfrm>
                <a:off x="8439797" y="1167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0" name="Freeform 34699">
                <a:extLst>
                  <a:ext uri="{FF2B5EF4-FFF2-40B4-BE49-F238E27FC236}">
                    <a16:creationId xmlns:a16="http://schemas.microsoft.com/office/drawing/2014/main" id="{481A4C4B-8F68-328C-2921-95C0BFA699D8}"/>
                  </a:ext>
                </a:extLst>
              </p:cNvPr>
              <p:cNvSpPr/>
              <p:nvPr/>
            </p:nvSpPr>
            <p:spPr>
              <a:xfrm>
                <a:off x="8440293" y="1210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1" name="Freeform 34700">
                <a:extLst>
                  <a:ext uri="{FF2B5EF4-FFF2-40B4-BE49-F238E27FC236}">
                    <a16:creationId xmlns:a16="http://schemas.microsoft.com/office/drawing/2014/main" id="{4CB73804-36D1-04AA-8FA9-1D3D8805958D}"/>
                  </a:ext>
                </a:extLst>
              </p:cNvPr>
              <p:cNvSpPr/>
              <p:nvPr/>
            </p:nvSpPr>
            <p:spPr>
              <a:xfrm>
                <a:off x="8440789" y="1258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2" name="Freeform 34701">
                <a:extLst>
                  <a:ext uri="{FF2B5EF4-FFF2-40B4-BE49-F238E27FC236}">
                    <a16:creationId xmlns:a16="http://schemas.microsoft.com/office/drawing/2014/main" id="{B9ED2C8B-EFDD-0412-BBB0-67D12A2D3053}"/>
                  </a:ext>
                </a:extLst>
              </p:cNvPr>
              <p:cNvSpPr/>
              <p:nvPr/>
            </p:nvSpPr>
            <p:spPr>
              <a:xfrm>
                <a:off x="8441384" y="1273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3" name="Freeform 34702">
                <a:extLst>
                  <a:ext uri="{FF2B5EF4-FFF2-40B4-BE49-F238E27FC236}">
                    <a16:creationId xmlns:a16="http://schemas.microsoft.com/office/drawing/2014/main" id="{087F4587-0066-A3B0-8CCB-B87D2540E561}"/>
                  </a:ext>
                </a:extLst>
              </p:cNvPr>
              <p:cNvSpPr/>
              <p:nvPr/>
            </p:nvSpPr>
            <p:spPr>
              <a:xfrm>
                <a:off x="8441880" y="1271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4" name="Freeform 34703">
                <a:extLst>
                  <a:ext uri="{FF2B5EF4-FFF2-40B4-BE49-F238E27FC236}">
                    <a16:creationId xmlns:a16="http://schemas.microsoft.com/office/drawing/2014/main" id="{F4BA1507-FE96-9BB1-674F-86138AB9B252}"/>
                  </a:ext>
                </a:extLst>
              </p:cNvPr>
              <p:cNvSpPr/>
              <p:nvPr/>
            </p:nvSpPr>
            <p:spPr>
              <a:xfrm>
                <a:off x="8442377" y="1237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5" name="Freeform 34704">
                <a:extLst>
                  <a:ext uri="{FF2B5EF4-FFF2-40B4-BE49-F238E27FC236}">
                    <a16:creationId xmlns:a16="http://schemas.microsoft.com/office/drawing/2014/main" id="{092F3B25-37E6-E271-B636-B12E2615F7A4}"/>
                  </a:ext>
                </a:extLst>
              </p:cNvPr>
              <p:cNvSpPr/>
              <p:nvPr/>
            </p:nvSpPr>
            <p:spPr>
              <a:xfrm>
                <a:off x="8442972" y="1175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6" name="Freeform 34705">
                <a:extLst>
                  <a:ext uri="{FF2B5EF4-FFF2-40B4-BE49-F238E27FC236}">
                    <a16:creationId xmlns:a16="http://schemas.microsoft.com/office/drawing/2014/main" id="{6535B914-9550-FF4F-5721-2CF57C962216}"/>
                  </a:ext>
                </a:extLst>
              </p:cNvPr>
              <p:cNvSpPr/>
              <p:nvPr/>
            </p:nvSpPr>
            <p:spPr>
              <a:xfrm>
                <a:off x="8443468" y="1120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7" name="Freeform 34706">
                <a:extLst>
                  <a:ext uri="{FF2B5EF4-FFF2-40B4-BE49-F238E27FC236}">
                    <a16:creationId xmlns:a16="http://schemas.microsoft.com/office/drawing/2014/main" id="{A53202D6-6EE5-34D0-73AF-F472A7FDD6AF}"/>
                  </a:ext>
                </a:extLst>
              </p:cNvPr>
              <p:cNvSpPr/>
              <p:nvPr/>
            </p:nvSpPr>
            <p:spPr>
              <a:xfrm>
                <a:off x="8443964" y="1066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8" name="Freeform 34707">
                <a:extLst>
                  <a:ext uri="{FF2B5EF4-FFF2-40B4-BE49-F238E27FC236}">
                    <a16:creationId xmlns:a16="http://schemas.microsoft.com/office/drawing/2014/main" id="{CD46EE67-D3BA-E513-6771-D95981FE6B5E}"/>
                  </a:ext>
                </a:extLst>
              </p:cNvPr>
              <p:cNvSpPr/>
              <p:nvPr/>
            </p:nvSpPr>
            <p:spPr>
              <a:xfrm>
                <a:off x="8444559" y="995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09" name="Freeform 34708">
                <a:extLst>
                  <a:ext uri="{FF2B5EF4-FFF2-40B4-BE49-F238E27FC236}">
                    <a16:creationId xmlns:a16="http://schemas.microsoft.com/office/drawing/2014/main" id="{1AE17B5D-3520-F4E8-7ECB-DCC1FCF0E399}"/>
                  </a:ext>
                </a:extLst>
              </p:cNvPr>
              <p:cNvSpPr/>
              <p:nvPr/>
            </p:nvSpPr>
            <p:spPr>
              <a:xfrm>
                <a:off x="8445055" y="93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0" name="Freeform 34709">
                <a:extLst>
                  <a:ext uri="{FF2B5EF4-FFF2-40B4-BE49-F238E27FC236}">
                    <a16:creationId xmlns:a16="http://schemas.microsoft.com/office/drawing/2014/main" id="{8EF37840-B1E9-DC86-C30D-69295171D2D7}"/>
                  </a:ext>
                </a:extLst>
              </p:cNvPr>
              <p:cNvSpPr/>
              <p:nvPr/>
            </p:nvSpPr>
            <p:spPr>
              <a:xfrm>
                <a:off x="8445552" y="939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1" name="Freeform 34710">
                <a:extLst>
                  <a:ext uri="{FF2B5EF4-FFF2-40B4-BE49-F238E27FC236}">
                    <a16:creationId xmlns:a16="http://schemas.microsoft.com/office/drawing/2014/main" id="{9B72AE38-4D63-70DD-E2AD-4E9253B29476}"/>
                  </a:ext>
                </a:extLst>
              </p:cNvPr>
              <p:cNvSpPr/>
              <p:nvPr/>
            </p:nvSpPr>
            <p:spPr>
              <a:xfrm>
                <a:off x="8446147" y="952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2" name="Freeform 34711">
                <a:extLst>
                  <a:ext uri="{FF2B5EF4-FFF2-40B4-BE49-F238E27FC236}">
                    <a16:creationId xmlns:a16="http://schemas.microsoft.com/office/drawing/2014/main" id="{87461070-6ACC-5B43-FC54-12020583CC12}"/>
                  </a:ext>
                </a:extLst>
              </p:cNvPr>
              <p:cNvSpPr/>
              <p:nvPr/>
            </p:nvSpPr>
            <p:spPr>
              <a:xfrm>
                <a:off x="8446643" y="996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3" name="Freeform 34712">
                <a:extLst>
                  <a:ext uri="{FF2B5EF4-FFF2-40B4-BE49-F238E27FC236}">
                    <a16:creationId xmlns:a16="http://schemas.microsoft.com/office/drawing/2014/main" id="{5587B4F8-CB51-5E57-957E-6A0D41D1C2EC}"/>
                  </a:ext>
                </a:extLst>
              </p:cNvPr>
              <p:cNvSpPr/>
              <p:nvPr/>
            </p:nvSpPr>
            <p:spPr>
              <a:xfrm>
                <a:off x="8447139" y="1148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4" name="Freeform 34713">
                <a:extLst>
                  <a:ext uri="{FF2B5EF4-FFF2-40B4-BE49-F238E27FC236}">
                    <a16:creationId xmlns:a16="http://schemas.microsoft.com/office/drawing/2014/main" id="{88205461-391F-1111-30CE-C893A9CF7F60}"/>
                  </a:ext>
                </a:extLst>
              </p:cNvPr>
              <p:cNvSpPr/>
              <p:nvPr/>
            </p:nvSpPr>
            <p:spPr>
              <a:xfrm>
                <a:off x="8447635" y="1220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5" name="Freeform 34714">
                <a:extLst>
                  <a:ext uri="{FF2B5EF4-FFF2-40B4-BE49-F238E27FC236}">
                    <a16:creationId xmlns:a16="http://schemas.microsoft.com/office/drawing/2014/main" id="{20AC5C73-E972-A726-121E-5188DC338D33}"/>
                  </a:ext>
                </a:extLst>
              </p:cNvPr>
              <p:cNvSpPr/>
              <p:nvPr/>
            </p:nvSpPr>
            <p:spPr>
              <a:xfrm>
                <a:off x="8448230" y="1353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6" name="Freeform 34715">
                <a:extLst>
                  <a:ext uri="{FF2B5EF4-FFF2-40B4-BE49-F238E27FC236}">
                    <a16:creationId xmlns:a16="http://schemas.microsoft.com/office/drawing/2014/main" id="{E52F00A5-A8E1-3550-85DD-DFE1BADF723D}"/>
                  </a:ext>
                </a:extLst>
              </p:cNvPr>
              <p:cNvSpPr/>
              <p:nvPr/>
            </p:nvSpPr>
            <p:spPr>
              <a:xfrm>
                <a:off x="8448727" y="1636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7" name="Freeform 34716">
                <a:extLst>
                  <a:ext uri="{FF2B5EF4-FFF2-40B4-BE49-F238E27FC236}">
                    <a16:creationId xmlns:a16="http://schemas.microsoft.com/office/drawing/2014/main" id="{97D069B7-5BB0-C98B-057E-11C4B3EF3F28}"/>
                  </a:ext>
                </a:extLst>
              </p:cNvPr>
              <p:cNvSpPr/>
              <p:nvPr/>
            </p:nvSpPr>
            <p:spPr>
              <a:xfrm>
                <a:off x="8449223" y="1651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8" name="Freeform 34717">
                <a:extLst>
                  <a:ext uri="{FF2B5EF4-FFF2-40B4-BE49-F238E27FC236}">
                    <a16:creationId xmlns:a16="http://schemas.microsoft.com/office/drawing/2014/main" id="{9E8BF723-A568-A931-DB44-3C829B41B0C4}"/>
                  </a:ext>
                </a:extLst>
              </p:cNvPr>
              <p:cNvSpPr/>
              <p:nvPr/>
            </p:nvSpPr>
            <p:spPr>
              <a:xfrm>
                <a:off x="8449818" y="1645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19" name="Freeform 34718">
                <a:extLst>
                  <a:ext uri="{FF2B5EF4-FFF2-40B4-BE49-F238E27FC236}">
                    <a16:creationId xmlns:a16="http://schemas.microsoft.com/office/drawing/2014/main" id="{3966D5AE-77A0-684D-35F5-DB645C280D3C}"/>
                  </a:ext>
                </a:extLst>
              </p:cNvPr>
              <p:cNvSpPr/>
              <p:nvPr/>
            </p:nvSpPr>
            <p:spPr>
              <a:xfrm>
                <a:off x="8450314" y="1589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0" name="Freeform 34719">
                <a:extLst>
                  <a:ext uri="{FF2B5EF4-FFF2-40B4-BE49-F238E27FC236}">
                    <a16:creationId xmlns:a16="http://schemas.microsoft.com/office/drawing/2014/main" id="{1570C984-C81B-EB83-B525-F274552A2ECC}"/>
                  </a:ext>
                </a:extLst>
              </p:cNvPr>
              <p:cNvSpPr/>
              <p:nvPr/>
            </p:nvSpPr>
            <p:spPr>
              <a:xfrm>
                <a:off x="8450810" y="1593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1" name="Freeform 34720">
                <a:extLst>
                  <a:ext uri="{FF2B5EF4-FFF2-40B4-BE49-F238E27FC236}">
                    <a16:creationId xmlns:a16="http://schemas.microsoft.com/office/drawing/2014/main" id="{9A3A068E-C637-9009-CF99-CC266FADC3D7}"/>
                  </a:ext>
                </a:extLst>
              </p:cNvPr>
              <p:cNvSpPr/>
              <p:nvPr/>
            </p:nvSpPr>
            <p:spPr>
              <a:xfrm>
                <a:off x="8451405" y="1531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2" name="Freeform 34721">
                <a:extLst>
                  <a:ext uri="{FF2B5EF4-FFF2-40B4-BE49-F238E27FC236}">
                    <a16:creationId xmlns:a16="http://schemas.microsoft.com/office/drawing/2014/main" id="{711B77C3-668B-8BF6-02C9-A51821E07A84}"/>
                  </a:ext>
                </a:extLst>
              </p:cNvPr>
              <p:cNvSpPr/>
              <p:nvPr/>
            </p:nvSpPr>
            <p:spPr>
              <a:xfrm>
                <a:off x="8451902" y="1441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3" name="Freeform 34722">
                <a:extLst>
                  <a:ext uri="{FF2B5EF4-FFF2-40B4-BE49-F238E27FC236}">
                    <a16:creationId xmlns:a16="http://schemas.microsoft.com/office/drawing/2014/main" id="{2395B721-C9F1-664D-14F6-6AAE005D2627}"/>
                  </a:ext>
                </a:extLst>
              </p:cNvPr>
              <p:cNvSpPr/>
              <p:nvPr/>
            </p:nvSpPr>
            <p:spPr>
              <a:xfrm>
                <a:off x="8452398" y="1315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4" name="Freeform 34723">
                <a:extLst>
                  <a:ext uri="{FF2B5EF4-FFF2-40B4-BE49-F238E27FC236}">
                    <a16:creationId xmlns:a16="http://schemas.microsoft.com/office/drawing/2014/main" id="{93F96767-580A-8455-5859-2F0A2D3C835A}"/>
                  </a:ext>
                </a:extLst>
              </p:cNvPr>
              <p:cNvSpPr/>
              <p:nvPr/>
            </p:nvSpPr>
            <p:spPr>
              <a:xfrm>
                <a:off x="8452993" y="1288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5" name="Freeform 34724">
                <a:extLst>
                  <a:ext uri="{FF2B5EF4-FFF2-40B4-BE49-F238E27FC236}">
                    <a16:creationId xmlns:a16="http://schemas.microsoft.com/office/drawing/2014/main" id="{BA4389DA-79EA-B1E6-DB0B-A585244914E1}"/>
                  </a:ext>
                </a:extLst>
              </p:cNvPr>
              <p:cNvSpPr/>
              <p:nvPr/>
            </p:nvSpPr>
            <p:spPr>
              <a:xfrm>
                <a:off x="8453489" y="1372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6" name="Freeform 34725">
                <a:extLst>
                  <a:ext uri="{FF2B5EF4-FFF2-40B4-BE49-F238E27FC236}">
                    <a16:creationId xmlns:a16="http://schemas.microsoft.com/office/drawing/2014/main" id="{978C1310-7C24-84A2-6371-D8DD04246ECE}"/>
                  </a:ext>
                </a:extLst>
              </p:cNvPr>
              <p:cNvSpPr/>
              <p:nvPr/>
            </p:nvSpPr>
            <p:spPr>
              <a:xfrm>
                <a:off x="8453985" y="1376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7" name="Freeform 34726">
                <a:extLst>
                  <a:ext uri="{FF2B5EF4-FFF2-40B4-BE49-F238E27FC236}">
                    <a16:creationId xmlns:a16="http://schemas.microsoft.com/office/drawing/2014/main" id="{9F8E46CF-E862-1C27-D767-7C9107DBC6C2}"/>
                  </a:ext>
                </a:extLst>
              </p:cNvPr>
              <p:cNvSpPr/>
              <p:nvPr/>
            </p:nvSpPr>
            <p:spPr>
              <a:xfrm>
                <a:off x="8454580" y="1356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8" name="Freeform 34727">
                <a:extLst>
                  <a:ext uri="{FF2B5EF4-FFF2-40B4-BE49-F238E27FC236}">
                    <a16:creationId xmlns:a16="http://schemas.microsoft.com/office/drawing/2014/main" id="{E9A90EB4-3429-8655-0A1B-168EE0D48DA5}"/>
                  </a:ext>
                </a:extLst>
              </p:cNvPr>
              <p:cNvSpPr/>
              <p:nvPr/>
            </p:nvSpPr>
            <p:spPr>
              <a:xfrm>
                <a:off x="8455077" y="1313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29" name="Freeform 34728">
                <a:extLst>
                  <a:ext uri="{FF2B5EF4-FFF2-40B4-BE49-F238E27FC236}">
                    <a16:creationId xmlns:a16="http://schemas.microsoft.com/office/drawing/2014/main" id="{C8E7E69B-D30D-D6F2-C8E3-751F0FCA8123}"/>
                  </a:ext>
                </a:extLst>
              </p:cNvPr>
              <p:cNvSpPr/>
              <p:nvPr/>
            </p:nvSpPr>
            <p:spPr>
              <a:xfrm>
                <a:off x="8455573" y="1264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0" name="Freeform 34729">
                <a:extLst>
                  <a:ext uri="{FF2B5EF4-FFF2-40B4-BE49-F238E27FC236}">
                    <a16:creationId xmlns:a16="http://schemas.microsoft.com/office/drawing/2014/main" id="{8C76DED2-0DE9-BE25-DCC1-B4997B64DCA0}"/>
                  </a:ext>
                </a:extLst>
              </p:cNvPr>
              <p:cNvSpPr/>
              <p:nvPr/>
            </p:nvSpPr>
            <p:spPr>
              <a:xfrm>
                <a:off x="8456168" y="1216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1" name="Freeform 34730">
                <a:extLst>
                  <a:ext uri="{FF2B5EF4-FFF2-40B4-BE49-F238E27FC236}">
                    <a16:creationId xmlns:a16="http://schemas.microsoft.com/office/drawing/2014/main" id="{4BF910C6-4385-640D-BB0C-4DAA11255B80}"/>
                  </a:ext>
                </a:extLst>
              </p:cNvPr>
              <p:cNvSpPr/>
              <p:nvPr/>
            </p:nvSpPr>
            <p:spPr>
              <a:xfrm>
                <a:off x="8456664" y="1158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2" name="Freeform 34731">
                <a:extLst>
                  <a:ext uri="{FF2B5EF4-FFF2-40B4-BE49-F238E27FC236}">
                    <a16:creationId xmlns:a16="http://schemas.microsoft.com/office/drawing/2014/main" id="{E34315B0-53BB-4D95-FC6A-E2B844AF5C91}"/>
                  </a:ext>
                </a:extLst>
              </p:cNvPr>
              <p:cNvSpPr/>
              <p:nvPr/>
            </p:nvSpPr>
            <p:spPr>
              <a:xfrm>
                <a:off x="8457160" y="1191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3" name="Freeform 34732">
                <a:extLst>
                  <a:ext uri="{FF2B5EF4-FFF2-40B4-BE49-F238E27FC236}">
                    <a16:creationId xmlns:a16="http://schemas.microsoft.com/office/drawing/2014/main" id="{9B3C1F94-6E2E-FF88-B8D1-2BADE5316000}"/>
                  </a:ext>
                </a:extLst>
              </p:cNvPr>
              <p:cNvSpPr/>
              <p:nvPr/>
            </p:nvSpPr>
            <p:spPr>
              <a:xfrm>
                <a:off x="8457755" y="1155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4" name="Freeform 34733">
                <a:extLst>
                  <a:ext uri="{FF2B5EF4-FFF2-40B4-BE49-F238E27FC236}">
                    <a16:creationId xmlns:a16="http://schemas.microsoft.com/office/drawing/2014/main" id="{BC2DA08F-A594-FC36-23F5-5DAA26A45883}"/>
                  </a:ext>
                </a:extLst>
              </p:cNvPr>
              <p:cNvSpPr/>
              <p:nvPr/>
            </p:nvSpPr>
            <p:spPr>
              <a:xfrm>
                <a:off x="8458252" y="1120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5" name="Freeform 34734">
                <a:extLst>
                  <a:ext uri="{FF2B5EF4-FFF2-40B4-BE49-F238E27FC236}">
                    <a16:creationId xmlns:a16="http://schemas.microsoft.com/office/drawing/2014/main" id="{914FADB4-CE03-713E-2DE7-9F0A2EE21E52}"/>
                  </a:ext>
                </a:extLst>
              </p:cNvPr>
              <p:cNvSpPr/>
              <p:nvPr/>
            </p:nvSpPr>
            <p:spPr>
              <a:xfrm>
                <a:off x="8458748" y="1113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6" name="Freeform 34735">
                <a:extLst>
                  <a:ext uri="{FF2B5EF4-FFF2-40B4-BE49-F238E27FC236}">
                    <a16:creationId xmlns:a16="http://schemas.microsoft.com/office/drawing/2014/main" id="{935CAE59-1713-676F-E4E5-BE38742BFCFE}"/>
                  </a:ext>
                </a:extLst>
              </p:cNvPr>
              <p:cNvSpPr/>
              <p:nvPr/>
            </p:nvSpPr>
            <p:spPr>
              <a:xfrm>
                <a:off x="8459244" y="1109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7" name="Freeform 34736">
                <a:extLst>
                  <a:ext uri="{FF2B5EF4-FFF2-40B4-BE49-F238E27FC236}">
                    <a16:creationId xmlns:a16="http://schemas.microsoft.com/office/drawing/2014/main" id="{E64EF77F-A012-6D61-FBCE-A4319A451309}"/>
                  </a:ext>
                </a:extLst>
              </p:cNvPr>
              <p:cNvSpPr/>
              <p:nvPr/>
            </p:nvSpPr>
            <p:spPr>
              <a:xfrm>
                <a:off x="8459839" y="1147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8" name="Freeform 34737">
                <a:extLst>
                  <a:ext uri="{FF2B5EF4-FFF2-40B4-BE49-F238E27FC236}">
                    <a16:creationId xmlns:a16="http://schemas.microsoft.com/office/drawing/2014/main" id="{88CA17A6-B13E-907C-A97F-51A6679434FE}"/>
                  </a:ext>
                </a:extLst>
              </p:cNvPr>
              <p:cNvSpPr/>
              <p:nvPr/>
            </p:nvSpPr>
            <p:spPr>
              <a:xfrm>
                <a:off x="8460335" y="1182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39" name="Freeform 34738">
                <a:extLst>
                  <a:ext uri="{FF2B5EF4-FFF2-40B4-BE49-F238E27FC236}">
                    <a16:creationId xmlns:a16="http://schemas.microsoft.com/office/drawing/2014/main" id="{5DB2CD66-2057-3E3E-5D80-0115557AA4F7}"/>
                  </a:ext>
                </a:extLst>
              </p:cNvPr>
              <p:cNvSpPr/>
              <p:nvPr/>
            </p:nvSpPr>
            <p:spPr>
              <a:xfrm>
                <a:off x="8460831" y="1432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0" name="Freeform 34739">
                <a:extLst>
                  <a:ext uri="{FF2B5EF4-FFF2-40B4-BE49-F238E27FC236}">
                    <a16:creationId xmlns:a16="http://schemas.microsoft.com/office/drawing/2014/main" id="{10B419B1-E83D-5754-6719-07A90E784639}"/>
                  </a:ext>
                </a:extLst>
              </p:cNvPr>
              <p:cNvSpPr/>
              <p:nvPr/>
            </p:nvSpPr>
            <p:spPr>
              <a:xfrm>
                <a:off x="8461427" y="1598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1" name="Freeform 34740">
                <a:extLst>
                  <a:ext uri="{FF2B5EF4-FFF2-40B4-BE49-F238E27FC236}">
                    <a16:creationId xmlns:a16="http://schemas.microsoft.com/office/drawing/2014/main" id="{94A7E44B-F3D8-7AF1-2DEF-87FDF46E214F}"/>
                  </a:ext>
                </a:extLst>
              </p:cNvPr>
              <p:cNvSpPr/>
              <p:nvPr/>
            </p:nvSpPr>
            <p:spPr>
              <a:xfrm>
                <a:off x="8461923" y="1690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2" name="Freeform 34741">
                <a:extLst>
                  <a:ext uri="{FF2B5EF4-FFF2-40B4-BE49-F238E27FC236}">
                    <a16:creationId xmlns:a16="http://schemas.microsoft.com/office/drawing/2014/main" id="{68452D72-8224-54F7-69F8-3143EF65FB8A}"/>
                  </a:ext>
                </a:extLst>
              </p:cNvPr>
              <p:cNvSpPr/>
              <p:nvPr/>
            </p:nvSpPr>
            <p:spPr>
              <a:xfrm>
                <a:off x="8462419" y="1689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3" name="Freeform 34742">
                <a:extLst>
                  <a:ext uri="{FF2B5EF4-FFF2-40B4-BE49-F238E27FC236}">
                    <a16:creationId xmlns:a16="http://schemas.microsoft.com/office/drawing/2014/main" id="{263A6F9C-7D2F-EBF2-4334-4A935D00EBAA}"/>
                  </a:ext>
                </a:extLst>
              </p:cNvPr>
              <p:cNvSpPr/>
              <p:nvPr/>
            </p:nvSpPr>
            <p:spPr>
              <a:xfrm>
                <a:off x="8463014" y="1656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4" name="Freeform 34743">
                <a:extLst>
                  <a:ext uri="{FF2B5EF4-FFF2-40B4-BE49-F238E27FC236}">
                    <a16:creationId xmlns:a16="http://schemas.microsoft.com/office/drawing/2014/main" id="{B314556C-8FB2-E77B-FE89-1FABA28D93DC}"/>
                  </a:ext>
                </a:extLst>
              </p:cNvPr>
              <p:cNvSpPr/>
              <p:nvPr/>
            </p:nvSpPr>
            <p:spPr>
              <a:xfrm>
                <a:off x="8463510" y="1613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5" name="Freeform 34744">
                <a:extLst>
                  <a:ext uri="{FF2B5EF4-FFF2-40B4-BE49-F238E27FC236}">
                    <a16:creationId xmlns:a16="http://schemas.microsoft.com/office/drawing/2014/main" id="{FA82026E-2279-F316-F892-4ACEC81D1E41}"/>
                  </a:ext>
                </a:extLst>
              </p:cNvPr>
              <p:cNvSpPr/>
              <p:nvPr/>
            </p:nvSpPr>
            <p:spPr>
              <a:xfrm>
                <a:off x="8464006" y="1642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6" name="Freeform 34745">
                <a:extLst>
                  <a:ext uri="{FF2B5EF4-FFF2-40B4-BE49-F238E27FC236}">
                    <a16:creationId xmlns:a16="http://schemas.microsoft.com/office/drawing/2014/main" id="{3E85515E-740A-3D9D-A8AD-A82C2CF36D72}"/>
                  </a:ext>
                </a:extLst>
              </p:cNvPr>
              <p:cNvSpPr/>
              <p:nvPr/>
            </p:nvSpPr>
            <p:spPr>
              <a:xfrm>
                <a:off x="8464602" y="1637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7" name="Freeform 34746">
                <a:extLst>
                  <a:ext uri="{FF2B5EF4-FFF2-40B4-BE49-F238E27FC236}">
                    <a16:creationId xmlns:a16="http://schemas.microsoft.com/office/drawing/2014/main" id="{DAE0458C-B6F9-790C-A97E-BCA5452BEE3D}"/>
                  </a:ext>
                </a:extLst>
              </p:cNvPr>
              <p:cNvSpPr/>
              <p:nvPr/>
            </p:nvSpPr>
            <p:spPr>
              <a:xfrm>
                <a:off x="8465098" y="1344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8" name="Freeform 34747">
                <a:extLst>
                  <a:ext uri="{FF2B5EF4-FFF2-40B4-BE49-F238E27FC236}">
                    <a16:creationId xmlns:a16="http://schemas.microsoft.com/office/drawing/2014/main" id="{7E784CDF-D321-DE25-9235-53EAE89FC4B5}"/>
                  </a:ext>
                </a:extLst>
              </p:cNvPr>
              <p:cNvSpPr/>
              <p:nvPr/>
            </p:nvSpPr>
            <p:spPr>
              <a:xfrm>
                <a:off x="8465594" y="1422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49" name="Freeform 34748">
                <a:extLst>
                  <a:ext uri="{FF2B5EF4-FFF2-40B4-BE49-F238E27FC236}">
                    <a16:creationId xmlns:a16="http://schemas.microsoft.com/office/drawing/2014/main" id="{5E3DE541-522C-5C76-9860-1F5CDE900427}"/>
                  </a:ext>
                </a:extLst>
              </p:cNvPr>
              <p:cNvSpPr/>
              <p:nvPr/>
            </p:nvSpPr>
            <p:spPr>
              <a:xfrm>
                <a:off x="8466189" y="1462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0" name="Freeform 34749">
                <a:extLst>
                  <a:ext uri="{FF2B5EF4-FFF2-40B4-BE49-F238E27FC236}">
                    <a16:creationId xmlns:a16="http://schemas.microsoft.com/office/drawing/2014/main" id="{CF6CAACE-8E9B-F07B-7A2F-242179635A33}"/>
                  </a:ext>
                </a:extLst>
              </p:cNvPr>
              <p:cNvSpPr/>
              <p:nvPr/>
            </p:nvSpPr>
            <p:spPr>
              <a:xfrm>
                <a:off x="8466685" y="1436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1" name="Freeform 34750">
                <a:extLst>
                  <a:ext uri="{FF2B5EF4-FFF2-40B4-BE49-F238E27FC236}">
                    <a16:creationId xmlns:a16="http://schemas.microsoft.com/office/drawing/2014/main" id="{FF809ED5-6112-87B0-73A1-813A47018C8F}"/>
                  </a:ext>
                </a:extLst>
              </p:cNvPr>
              <p:cNvSpPr/>
              <p:nvPr/>
            </p:nvSpPr>
            <p:spPr>
              <a:xfrm>
                <a:off x="8467181" y="1377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2" name="Freeform 34751">
                <a:extLst>
                  <a:ext uri="{FF2B5EF4-FFF2-40B4-BE49-F238E27FC236}">
                    <a16:creationId xmlns:a16="http://schemas.microsoft.com/office/drawing/2014/main" id="{0C98625E-DC26-AC48-D557-4C9A68CE8E38}"/>
                  </a:ext>
                </a:extLst>
              </p:cNvPr>
              <p:cNvSpPr/>
              <p:nvPr/>
            </p:nvSpPr>
            <p:spPr>
              <a:xfrm>
                <a:off x="8467777" y="1355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3" name="Freeform 34752">
                <a:extLst>
                  <a:ext uri="{FF2B5EF4-FFF2-40B4-BE49-F238E27FC236}">
                    <a16:creationId xmlns:a16="http://schemas.microsoft.com/office/drawing/2014/main" id="{40FE219E-D90D-D233-2E58-F0D6CB84CB1B}"/>
                  </a:ext>
                </a:extLst>
              </p:cNvPr>
              <p:cNvSpPr/>
              <p:nvPr/>
            </p:nvSpPr>
            <p:spPr>
              <a:xfrm>
                <a:off x="8468273" y="1322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4" name="Freeform 34753">
                <a:extLst>
                  <a:ext uri="{FF2B5EF4-FFF2-40B4-BE49-F238E27FC236}">
                    <a16:creationId xmlns:a16="http://schemas.microsoft.com/office/drawing/2014/main" id="{36792C29-176E-DC24-B009-0EBB521B666C}"/>
                  </a:ext>
                </a:extLst>
              </p:cNvPr>
              <p:cNvSpPr/>
              <p:nvPr/>
            </p:nvSpPr>
            <p:spPr>
              <a:xfrm>
                <a:off x="8468769" y="1239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5" name="Freeform 34754">
                <a:extLst>
                  <a:ext uri="{FF2B5EF4-FFF2-40B4-BE49-F238E27FC236}">
                    <a16:creationId xmlns:a16="http://schemas.microsoft.com/office/drawing/2014/main" id="{160CD3AF-62B9-3874-7A72-1158644C0935}"/>
                  </a:ext>
                </a:extLst>
              </p:cNvPr>
              <p:cNvSpPr/>
              <p:nvPr/>
            </p:nvSpPr>
            <p:spPr>
              <a:xfrm>
                <a:off x="8469364" y="1246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6" name="Freeform 34755">
                <a:extLst>
                  <a:ext uri="{FF2B5EF4-FFF2-40B4-BE49-F238E27FC236}">
                    <a16:creationId xmlns:a16="http://schemas.microsoft.com/office/drawing/2014/main" id="{5AD78B9B-5DCA-4E64-D46B-3CC9957415BF}"/>
                  </a:ext>
                </a:extLst>
              </p:cNvPr>
              <p:cNvSpPr/>
              <p:nvPr/>
            </p:nvSpPr>
            <p:spPr>
              <a:xfrm>
                <a:off x="8469860" y="1226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7" name="Freeform 34756">
                <a:extLst>
                  <a:ext uri="{FF2B5EF4-FFF2-40B4-BE49-F238E27FC236}">
                    <a16:creationId xmlns:a16="http://schemas.microsoft.com/office/drawing/2014/main" id="{A599AF9D-4F63-435C-2D01-9E4B38E5620E}"/>
                  </a:ext>
                </a:extLst>
              </p:cNvPr>
              <p:cNvSpPr/>
              <p:nvPr/>
            </p:nvSpPr>
            <p:spPr>
              <a:xfrm>
                <a:off x="8470356" y="1167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8" name="Freeform 34757">
                <a:extLst>
                  <a:ext uri="{FF2B5EF4-FFF2-40B4-BE49-F238E27FC236}">
                    <a16:creationId xmlns:a16="http://schemas.microsoft.com/office/drawing/2014/main" id="{3F200031-D2B1-29D4-C23E-473D56732672}"/>
                  </a:ext>
                </a:extLst>
              </p:cNvPr>
              <p:cNvSpPr/>
              <p:nvPr/>
            </p:nvSpPr>
            <p:spPr>
              <a:xfrm>
                <a:off x="8470952" y="120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59" name="Freeform 34758">
                <a:extLst>
                  <a:ext uri="{FF2B5EF4-FFF2-40B4-BE49-F238E27FC236}">
                    <a16:creationId xmlns:a16="http://schemas.microsoft.com/office/drawing/2014/main" id="{BEF1D7E0-85BC-5561-9BFA-468B66EC76BE}"/>
                  </a:ext>
                </a:extLst>
              </p:cNvPr>
              <p:cNvSpPr/>
              <p:nvPr/>
            </p:nvSpPr>
            <p:spPr>
              <a:xfrm>
                <a:off x="8471448" y="1110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0" name="Freeform 34759">
                <a:extLst>
                  <a:ext uri="{FF2B5EF4-FFF2-40B4-BE49-F238E27FC236}">
                    <a16:creationId xmlns:a16="http://schemas.microsoft.com/office/drawing/2014/main" id="{2FA65A81-356B-C75B-7126-802CAD1585CF}"/>
                  </a:ext>
                </a:extLst>
              </p:cNvPr>
              <p:cNvSpPr/>
              <p:nvPr/>
            </p:nvSpPr>
            <p:spPr>
              <a:xfrm>
                <a:off x="8471944" y="1197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1" name="Freeform 34760">
                <a:extLst>
                  <a:ext uri="{FF2B5EF4-FFF2-40B4-BE49-F238E27FC236}">
                    <a16:creationId xmlns:a16="http://schemas.microsoft.com/office/drawing/2014/main" id="{A09D506E-63F0-4101-A552-4BCF1CC7B821}"/>
                  </a:ext>
                </a:extLst>
              </p:cNvPr>
              <p:cNvSpPr/>
              <p:nvPr/>
            </p:nvSpPr>
            <p:spPr>
              <a:xfrm>
                <a:off x="8472440" y="1151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2" name="Freeform 34761">
                <a:extLst>
                  <a:ext uri="{FF2B5EF4-FFF2-40B4-BE49-F238E27FC236}">
                    <a16:creationId xmlns:a16="http://schemas.microsoft.com/office/drawing/2014/main" id="{B03B4B56-FB23-E388-5ADC-2C599E8A9002}"/>
                  </a:ext>
                </a:extLst>
              </p:cNvPr>
              <p:cNvSpPr/>
              <p:nvPr/>
            </p:nvSpPr>
            <p:spPr>
              <a:xfrm>
                <a:off x="8473035" y="1293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3" name="Freeform 34762">
                <a:extLst>
                  <a:ext uri="{FF2B5EF4-FFF2-40B4-BE49-F238E27FC236}">
                    <a16:creationId xmlns:a16="http://schemas.microsoft.com/office/drawing/2014/main" id="{DF60EF70-92D0-84DA-A07E-78DDBD64CF02}"/>
                  </a:ext>
                </a:extLst>
              </p:cNvPr>
              <p:cNvSpPr/>
              <p:nvPr/>
            </p:nvSpPr>
            <p:spPr>
              <a:xfrm>
                <a:off x="8473531" y="1615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4" name="Freeform 34763">
                <a:extLst>
                  <a:ext uri="{FF2B5EF4-FFF2-40B4-BE49-F238E27FC236}">
                    <a16:creationId xmlns:a16="http://schemas.microsoft.com/office/drawing/2014/main" id="{8DC2576F-961D-33A2-7228-FDE637A1FA8A}"/>
                  </a:ext>
                </a:extLst>
              </p:cNvPr>
              <p:cNvSpPr/>
              <p:nvPr/>
            </p:nvSpPr>
            <p:spPr>
              <a:xfrm>
                <a:off x="8474027" y="1770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5" name="Freeform 34764">
                <a:extLst>
                  <a:ext uri="{FF2B5EF4-FFF2-40B4-BE49-F238E27FC236}">
                    <a16:creationId xmlns:a16="http://schemas.microsoft.com/office/drawing/2014/main" id="{63F383DA-2128-3FD4-0629-D372FA87BC7C}"/>
                  </a:ext>
                </a:extLst>
              </p:cNvPr>
              <p:cNvSpPr/>
              <p:nvPr/>
            </p:nvSpPr>
            <p:spPr>
              <a:xfrm>
                <a:off x="8474623" y="178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6" name="Freeform 34765">
                <a:extLst>
                  <a:ext uri="{FF2B5EF4-FFF2-40B4-BE49-F238E27FC236}">
                    <a16:creationId xmlns:a16="http://schemas.microsoft.com/office/drawing/2014/main" id="{1E96B49C-7F54-3D51-1EB5-014F6C01557D}"/>
                  </a:ext>
                </a:extLst>
              </p:cNvPr>
              <p:cNvSpPr/>
              <p:nvPr/>
            </p:nvSpPr>
            <p:spPr>
              <a:xfrm>
                <a:off x="8475119" y="1768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7" name="Freeform 34766">
                <a:extLst>
                  <a:ext uri="{FF2B5EF4-FFF2-40B4-BE49-F238E27FC236}">
                    <a16:creationId xmlns:a16="http://schemas.microsoft.com/office/drawing/2014/main" id="{BFB9C8B6-A4A4-FF94-2A88-2365FCF25BC3}"/>
                  </a:ext>
                </a:extLst>
              </p:cNvPr>
              <p:cNvSpPr/>
              <p:nvPr/>
            </p:nvSpPr>
            <p:spPr>
              <a:xfrm>
                <a:off x="8475615" y="1743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8" name="Freeform 34767">
                <a:extLst>
                  <a:ext uri="{FF2B5EF4-FFF2-40B4-BE49-F238E27FC236}">
                    <a16:creationId xmlns:a16="http://schemas.microsoft.com/office/drawing/2014/main" id="{556B3EF9-275F-AF46-7665-487AAEC851F9}"/>
                  </a:ext>
                </a:extLst>
              </p:cNvPr>
              <p:cNvSpPr/>
              <p:nvPr/>
            </p:nvSpPr>
            <p:spPr>
              <a:xfrm>
                <a:off x="8476210" y="1722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69" name="Freeform 34768">
                <a:extLst>
                  <a:ext uri="{FF2B5EF4-FFF2-40B4-BE49-F238E27FC236}">
                    <a16:creationId xmlns:a16="http://schemas.microsoft.com/office/drawing/2014/main" id="{7070312E-ABD6-27D7-4FB7-DD8E7E56631D}"/>
                  </a:ext>
                </a:extLst>
              </p:cNvPr>
              <p:cNvSpPr/>
              <p:nvPr/>
            </p:nvSpPr>
            <p:spPr>
              <a:xfrm>
                <a:off x="8476706" y="1722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0" name="Freeform 34769">
                <a:extLst>
                  <a:ext uri="{FF2B5EF4-FFF2-40B4-BE49-F238E27FC236}">
                    <a16:creationId xmlns:a16="http://schemas.microsoft.com/office/drawing/2014/main" id="{0D96CD25-600F-63DE-A48D-34E34E51B635}"/>
                  </a:ext>
                </a:extLst>
              </p:cNvPr>
              <p:cNvSpPr/>
              <p:nvPr/>
            </p:nvSpPr>
            <p:spPr>
              <a:xfrm>
                <a:off x="8477202" y="1703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1" name="Freeform 34770">
                <a:extLst>
                  <a:ext uri="{FF2B5EF4-FFF2-40B4-BE49-F238E27FC236}">
                    <a16:creationId xmlns:a16="http://schemas.microsoft.com/office/drawing/2014/main" id="{6EB53A4A-2CCB-2651-E5AE-A896C199AEF6}"/>
                  </a:ext>
                </a:extLst>
              </p:cNvPr>
              <p:cNvSpPr/>
              <p:nvPr/>
            </p:nvSpPr>
            <p:spPr>
              <a:xfrm>
                <a:off x="8477798" y="1463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2" name="Freeform 34771">
                <a:extLst>
                  <a:ext uri="{FF2B5EF4-FFF2-40B4-BE49-F238E27FC236}">
                    <a16:creationId xmlns:a16="http://schemas.microsoft.com/office/drawing/2014/main" id="{A7A3EFE8-DDA3-F769-B8E6-9E83242BDA25}"/>
                  </a:ext>
                </a:extLst>
              </p:cNvPr>
              <p:cNvSpPr/>
              <p:nvPr/>
            </p:nvSpPr>
            <p:spPr>
              <a:xfrm>
                <a:off x="8478294" y="1336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3" name="Freeform 34772">
                <a:extLst>
                  <a:ext uri="{FF2B5EF4-FFF2-40B4-BE49-F238E27FC236}">
                    <a16:creationId xmlns:a16="http://schemas.microsoft.com/office/drawing/2014/main" id="{21005491-BD0B-F0F1-81FB-E702E3CDFA53}"/>
                  </a:ext>
                </a:extLst>
              </p:cNvPr>
              <p:cNvSpPr/>
              <p:nvPr/>
            </p:nvSpPr>
            <p:spPr>
              <a:xfrm>
                <a:off x="8478790" y="1428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4" name="Freeform 34773">
                <a:extLst>
                  <a:ext uri="{FF2B5EF4-FFF2-40B4-BE49-F238E27FC236}">
                    <a16:creationId xmlns:a16="http://schemas.microsoft.com/office/drawing/2014/main" id="{AB1FDF11-EF34-994A-DBA3-57A55C6AF80F}"/>
                  </a:ext>
                </a:extLst>
              </p:cNvPr>
              <p:cNvSpPr/>
              <p:nvPr/>
            </p:nvSpPr>
            <p:spPr>
              <a:xfrm>
                <a:off x="8479385" y="1416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5" name="Freeform 34774">
                <a:extLst>
                  <a:ext uri="{FF2B5EF4-FFF2-40B4-BE49-F238E27FC236}">
                    <a16:creationId xmlns:a16="http://schemas.microsoft.com/office/drawing/2014/main" id="{AD9968E7-8421-7916-CAFA-D326CE389BB0}"/>
                  </a:ext>
                </a:extLst>
              </p:cNvPr>
              <p:cNvSpPr/>
              <p:nvPr/>
            </p:nvSpPr>
            <p:spPr>
              <a:xfrm>
                <a:off x="8479881" y="1416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6" name="Freeform 34775">
                <a:extLst>
                  <a:ext uri="{FF2B5EF4-FFF2-40B4-BE49-F238E27FC236}">
                    <a16:creationId xmlns:a16="http://schemas.microsoft.com/office/drawing/2014/main" id="{14E7CB91-AA3E-272A-8A53-C3B99E15944A}"/>
                  </a:ext>
                </a:extLst>
              </p:cNvPr>
              <p:cNvSpPr/>
              <p:nvPr/>
            </p:nvSpPr>
            <p:spPr>
              <a:xfrm>
                <a:off x="8480377" y="1386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7" name="Freeform 34776">
                <a:extLst>
                  <a:ext uri="{FF2B5EF4-FFF2-40B4-BE49-F238E27FC236}">
                    <a16:creationId xmlns:a16="http://schemas.microsoft.com/office/drawing/2014/main" id="{4A5BF44A-5BD4-9D61-9D9A-C2FDC9AEE600}"/>
                  </a:ext>
                </a:extLst>
              </p:cNvPr>
              <p:cNvSpPr/>
              <p:nvPr/>
            </p:nvSpPr>
            <p:spPr>
              <a:xfrm>
                <a:off x="8480973" y="1290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8" name="Freeform 34777">
                <a:extLst>
                  <a:ext uri="{FF2B5EF4-FFF2-40B4-BE49-F238E27FC236}">
                    <a16:creationId xmlns:a16="http://schemas.microsoft.com/office/drawing/2014/main" id="{CC3C4EDB-37B1-5637-F00F-D23E78A70A60}"/>
                  </a:ext>
                </a:extLst>
              </p:cNvPr>
              <p:cNvSpPr/>
              <p:nvPr/>
            </p:nvSpPr>
            <p:spPr>
              <a:xfrm>
                <a:off x="8481469" y="128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79" name="Freeform 34778">
                <a:extLst>
                  <a:ext uri="{FF2B5EF4-FFF2-40B4-BE49-F238E27FC236}">
                    <a16:creationId xmlns:a16="http://schemas.microsoft.com/office/drawing/2014/main" id="{85DCAD5F-9669-38E0-81E2-BDFB665D835B}"/>
                  </a:ext>
                </a:extLst>
              </p:cNvPr>
              <p:cNvSpPr/>
              <p:nvPr/>
            </p:nvSpPr>
            <p:spPr>
              <a:xfrm>
                <a:off x="8481965" y="1236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0" name="Freeform 34779">
                <a:extLst>
                  <a:ext uri="{FF2B5EF4-FFF2-40B4-BE49-F238E27FC236}">
                    <a16:creationId xmlns:a16="http://schemas.microsoft.com/office/drawing/2014/main" id="{AEE36C39-F721-406A-EBF6-B0EEB8D5E724}"/>
                  </a:ext>
                </a:extLst>
              </p:cNvPr>
              <p:cNvSpPr/>
              <p:nvPr/>
            </p:nvSpPr>
            <p:spPr>
              <a:xfrm>
                <a:off x="8482560" y="1168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1" name="Freeform 34780">
                <a:extLst>
                  <a:ext uri="{FF2B5EF4-FFF2-40B4-BE49-F238E27FC236}">
                    <a16:creationId xmlns:a16="http://schemas.microsoft.com/office/drawing/2014/main" id="{D08ED1D3-B697-7B8B-37AB-67B20C200BB2}"/>
                  </a:ext>
                </a:extLst>
              </p:cNvPr>
              <p:cNvSpPr/>
              <p:nvPr/>
            </p:nvSpPr>
            <p:spPr>
              <a:xfrm>
                <a:off x="8483056" y="1121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2" name="Freeform 34781">
                <a:extLst>
                  <a:ext uri="{FF2B5EF4-FFF2-40B4-BE49-F238E27FC236}">
                    <a16:creationId xmlns:a16="http://schemas.microsoft.com/office/drawing/2014/main" id="{95377A70-9D07-BEFC-F4E0-9272F6EF0D3C}"/>
                  </a:ext>
                </a:extLst>
              </p:cNvPr>
              <p:cNvSpPr/>
              <p:nvPr/>
            </p:nvSpPr>
            <p:spPr>
              <a:xfrm>
                <a:off x="8483552" y="1121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3" name="Freeform 34782">
                <a:extLst>
                  <a:ext uri="{FF2B5EF4-FFF2-40B4-BE49-F238E27FC236}">
                    <a16:creationId xmlns:a16="http://schemas.microsoft.com/office/drawing/2014/main" id="{E51CB3D0-C0F3-EB9C-3BF6-61257374106E}"/>
                  </a:ext>
                </a:extLst>
              </p:cNvPr>
              <p:cNvSpPr/>
              <p:nvPr/>
            </p:nvSpPr>
            <p:spPr>
              <a:xfrm>
                <a:off x="8484048" y="1115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4" name="Freeform 34783">
                <a:extLst>
                  <a:ext uri="{FF2B5EF4-FFF2-40B4-BE49-F238E27FC236}">
                    <a16:creationId xmlns:a16="http://schemas.microsoft.com/office/drawing/2014/main" id="{4E0D5E0E-B914-C464-D623-19F6F56277F7}"/>
                  </a:ext>
                </a:extLst>
              </p:cNvPr>
              <p:cNvSpPr/>
              <p:nvPr/>
            </p:nvSpPr>
            <p:spPr>
              <a:xfrm>
                <a:off x="8484644" y="1109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5" name="Freeform 34784">
                <a:extLst>
                  <a:ext uri="{FF2B5EF4-FFF2-40B4-BE49-F238E27FC236}">
                    <a16:creationId xmlns:a16="http://schemas.microsoft.com/office/drawing/2014/main" id="{CBFC312D-2E92-2BC8-A9F2-35973B57CE7F}"/>
                  </a:ext>
                </a:extLst>
              </p:cNvPr>
              <p:cNvSpPr/>
              <p:nvPr/>
            </p:nvSpPr>
            <p:spPr>
              <a:xfrm>
                <a:off x="8485140" y="1195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6" name="Freeform 34785">
                <a:extLst>
                  <a:ext uri="{FF2B5EF4-FFF2-40B4-BE49-F238E27FC236}">
                    <a16:creationId xmlns:a16="http://schemas.microsoft.com/office/drawing/2014/main" id="{9D013764-8767-1BAC-44AF-240D47652BD4}"/>
                  </a:ext>
                </a:extLst>
              </p:cNvPr>
              <p:cNvSpPr/>
              <p:nvPr/>
            </p:nvSpPr>
            <p:spPr>
              <a:xfrm>
                <a:off x="8485636" y="1282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7" name="Freeform 34786">
                <a:extLst>
                  <a:ext uri="{FF2B5EF4-FFF2-40B4-BE49-F238E27FC236}">
                    <a16:creationId xmlns:a16="http://schemas.microsoft.com/office/drawing/2014/main" id="{2A563E92-966F-7DC5-ED06-021EDD17D114}"/>
                  </a:ext>
                </a:extLst>
              </p:cNvPr>
              <p:cNvSpPr/>
              <p:nvPr/>
            </p:nvSpPr>
            <p:spPr>
              <a:xfrm>
                <a:off x="8486231" y="1578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8" name="Freeform 34787">
                <a:extLst>
                  <a:ext uri="{FF2B5EF4-FFF2-40B4-BE49-F238E27FC236}">
                    <a16:creationId xmlns:a16="http://schemas.microsoft.com/office/drawing/2014/main" id="{A59F578B-09B0-AADB-8164-025CFA5E0A65}"/>
                  </a:ext>
                </a:extLst>
              </p:cNvPr>
              <p:cNvSpPr/>
              <p:nvPr/>
            </p:nvSpPr>
            <p:spPr>
              <a:xfrm>
                <a:off x="8486727" y="1837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89" name="Freeform 34788">
                <a:extLst>
                  <a:ext uri="{FF2B5EF4-FFF2-40B4-BE49-F238E27FC236}">
                    <a16:creationId xmlns:a16="http://schemas.microsoft.com/office/drawing/2014/main" id="{F5E9772E-5ED3-F0A2-0D72-2D4E015C9717}"/>
                  </a:ext>
                </a:extLst>
              </p:cNvPr>
              <p:cNvSpPr/>
              <p:nvPr/>
            </p:nvSpPr>
            <p:spPr>
              <a:xfrm>
                <a:off x="8487223" y="1827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0" name="Freeform 34789">
                <a:extLst>
                  <a:ext uri="{FF2B5EF4-FFF2-40B4-BE49-F238E27FC236}">
                    <a16:creationId xmlns:a16="http://schemas.microsoft.com/office/drawing/2014/main" id="{1AA6057E-9D9B-232C-E3C6-176A4F457D0D}"/>
                  </a:ext>
                </a:extLst>
              </p:cNvPr>
              <p:cNvSpPr/>
              <p:nvPr/>
            </p:nvSpPr>
            <p:spPr>
              <a:xfrm>
                <a:off x="8487819" y="1815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1" name="Freeform 34790">
                <a:extLst>
                  <a:ext uri="{FF2B5EF4-FFF2-40B4-BE49-F238E27FC236}">
                    <a16:creationId xmlns:a16="http://schemas.microsoft.com/office/drawing/2014/main" id="{BE780151-716C-82C8-0396-05C6495038CA}"/>
                  </a:ext>
                </a:extLst>
              </p:cNvPr>
              <p:cNvSpPr/>
              <p:nvPr/>
            </p:nvSpPr>
            <p:spPr>
              <a:xfrm>
                <a:off x="8488315" y="1812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2" name="Freeform 34791">
                <a:extLst>
                  <a:ext uri="{FF2B5EF4-FFF2-40B4-BE49-F238E27FC236}">
                    <a16:creationId xmlns:a16="http://schemas.microsoft.com/office/drawing/2014/main" id="{A8AC7E0B-24B1-B8C1-9110-7B4BE9BBE64C}"/>
                  </a:ext>
                </a:extLst>
              </p:cNvPr>
              <p:cNvSpPr/>
              <p:nvPr/>
            </p:nvSpPr>
            <p:spPr>
              <a:xfrm>
                <a:off x="8488811" y="1833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3" name="Freeform 34792">
                <a:extLst>
                  <a:ext uri="{FF2B5EF4-FFF2-40B4-BE49-F238E27FC236}">
                    <a16:creationId xmlns:a16="http://schemas.microsoft.com/office/drawing/2014/main" id="{D94DF969-22F9-45DE-C576-3D245FAD8696}"/>
                  </a:ext>
                </a:extLst>
              </p:cNvPr>
              <p:cNvSpPr/>
              <p:nvPr/>
            </p:nvSpPr>
            <p:spPr>
              <a:xfrm>
                <a:off x="8489406" y="1854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4" name="Freeform 34793">
                <a:extLst>
                  <a:ext uri="{FF2B5EF4-FFF2-40B4-BE49-F238E27FC236}">
                    <a16:creationId xmlns:a16="http://schemas.microsoft.com/office/drawing/2014/main" id="{CE09E484-454E-CD40-EB14-D557E4F350B7}"/>
                  </a:ext>
                </a:extLst>
              </p:cNvPr>
              <p:cNvSpPr/>
              <p:nvPr/>
            </p:nvSpPr>
            <p:spPr>
              <a:xfrm>
                <a:off x="8489902" y="1815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5" name="Freeform 34794">
                <a:extLst>
                  <a:ext uri="{FF2B5EF4-FFF2-40B4-BE49-F238E27FC236}">
                    <a16:creationId xmlns:a16="http://schemas.microsoft.com/office/drawing/2014/main" id="{C7709D44-79DD-9789-3902-54739517A7A7}"/>
                  </a:ext>
                </a:extLst>
              </p:cNvPr>
              <p:cNvSpPr/>
              <p:nvPr/>
            </p:nvSpPr>
            <p:spPr>
              <a:xfrm>
                <a:off x="8490398" y="1499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6" name="Freeform 34795">
                <a:extLst>
                  <a:ext uri="{FF2B5EF4-FFF2-40B4-BE49-F238E27FC236}">
                    <a16:creationId xmlns:a16="http://schemas.microsoft.com/office/drawing/2014/main" id="{D6CBFD49-723A-EE30-30B7-ACAF04997967}"/>
                  </a:ext>
                </a:extLst>
              </p:cNvPr>
              <p:cNvSpPr/>
              <p:nvPr/>
            </p:nvSpPr>
            <p:spPr>
              <a:xfrm>
                <a:off x="8490994" y="1295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7" name="Freeform 34796">
                <a:extLst>
                  <a:ext uri="{FF2B5EF4-FFF2-40B4-BE49-F238E27FC236}">
                    <a16:creationId xmlns:a16="http://schemas.microsoft.com/office/drawing/2014/main" id="{58D7C5FD-60AA-A986-4A01-4F9403163119}"/>
                  </a:ext>
                </a:extLst>
              </p:cNvPr>
              <p:cNvSpPr/>
              <p:nvPr/>
            </p:nvSpPr>
            <p:spPr>
              <a:xfrm>
                <a:off x="8491490" y="1394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8" name="Freeform 34797">
                <a:extLst>
                  <a:ext uri="{FF2B5EF4-FFF2-40B4-BE49-F238E27FC236}">
                    <a16:creationId xmlns:a16="http://schemas.microsoft.com/office/drawing/2014/main" id="{D276B2C0-EC76-73D6-A311-473A3B36CBA7}"/>
                  </a:ext>
                </a:extLst>
              </p:cNvPr>
              <p:cNvSpPr/>
              <p:nvPr/>
            </p:nvSpPr>
            <p:spPr>
              <a:xfrm>
                <a:off x="8491986" y="1397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99" name="Freeform 34798">
                <a:extLst>
                  <a:ext uri="{FF2B5EF4-FFF2-40B4-BE49-F238E27FC236}">
                    <a16:creationId xmlns:a16="http://schemas.microsoft.com/office/drawing/2014/main" id="{E78E2005-88A9-55B4-6B44-31329B268CE2}"/>
                  </a:ext>
                </a:extLst>
              </p:cNvPr>
              <p:cNvSpPr/>
              <p:nvPr/>
            </p:nvSpPr>
            <p:spPr>
              <a:xfrm>
                <a:off x="8492581" y="1392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0" name="Freeform 34799">
                <a:extLst>
                  <a:ext uri="{FF2B5EF4-FFF2-40B4-BE49-F238E27FC236}">
                    <a16:creationId xmlns:a16="http://schemas.microsoft.com/office/drawing/2014/main" id="{48DC85C5-E41D-D6E1-F188-D8C86973C1AE}"/>
                  </a:ext>
                </a:extLst>
              </p:cNvPr>
              <p:cNvSpPr/>
              <p:nvPr/>
            </p:nvSpPr>
            <p:spPr>
              <a:xfrm>
                <a:off x="8493077" y="1377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1" name="Freeform 34800">
                <a:extLst>
                  <a:ext uri="{FF2B5EF4-FFF2-40B4-BE49-F238E27FC236}">
                    <a16:creationId xmlns:a16="http://schemas.microsoft.com/office/drawing/2014/main" id="{DEC52111-A0CD-171C-AAC4-356A8D9224C2}"/>
                  </a:ext>
                </a:extLst>
              </p:cNvPr>
              <p:cNvSpPr/>
              <p:nvPr/>
            </p:nvSpPr>
            <p:spPr>
              <a:xfrm>
                <a:off x="8493573" y="1299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2" name="Freeform 34801">
                <a:extLst>
                  <a:ext uri="{FF2B5EF4-FFF2-40B4-BE49-F238E27FC236}">
                    <a16:creationId xmlns:a16="http://schemas.microsoft.com/office/drawing/2014/main" id="{982071F7-EE59-F59A-DA30-05D4B2FBD3E5}"/>
                  </a:ext>
                </a:extLst>
              </p:cNvPr>
              <p:cNvSpPr/>
              <p:nvPr/>
            </p:nvSpPr>
            <p:spPr>
              <a:xfrm>
                <a:off x="8494169" y="1236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3" name="Freeform 34802">
                <a:extLst>
                  <a:ext uri="{FF2B5EF4-FFF2-40B4-BE49-F238E27FC236}">
                    <a16:creationId xmlns:a16="http://schemas.microsoft.com/office/drawing/2014/main" id="{53C62B45-3661-60FD-8B89-9BCA5B34BE7B}"/>
                  </a:ext>
                </a:extLst>
              </p:cNvPr>
              <p:cNvSpPr/>
              <p:nvPr/>
            </p:nvSpPr>
            <p:spPr>
              <a:xfrm>
                <a:off x="8494665" y="1254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4" name="Freeform 34803">
                <a:extLst>
                  <a:ext uri="{FF2B5EF4-FFF2-40B4-BE49-F238E27FC236}">
                    <a16:creationId xmlns:a16="http://schemas.microsoft.com/office/drawing/2014/main" id="{FA55C22F-E2E5-9308-BFC0-9E91B12BB321}"/>
                  </a:ext>
                </a:extLst>
              </p:cNvPr>
              <p:cNvSpPr/>
              <p:nvPr/>
            </p:nvSpPr>
            <p:spPr>
              <a:xfrm>
                <a:off x="8495161" y="1194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5" name="Freeform 34804">
                <a:extLst>
                  <a:ext uri="{FF2B5EF4-FFF2-40B4-BE49-F238E27FC236}">
                    <a16:creationId xmlns:a16="http://schemas.microsoft.com/office/drawing/2014/main" id="{FDF726D7-443E-943C-F894-348E674D35C8}"/>
                  </a:ext>
                </a:extLst>
              </p:cNvPr>
              <p:cNvSpPr/>
              <p:nvPr/>
            </p:nvSpPr>
            <p:spPr>
              <a:xfrm>
                <a:off x="8495657" y="1132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6" name="Freeform 34805">
                <a:extLst>
                  <a:ext uri="{FF2B5EF4-FFF2-40B4-BE49-F238E27FC236}">
                    <a16:creationId xmlns:a16="http://schemas.microsoft.com/office/drawing/2014/main" id="{C3B71974-CEBD-19D8-2AA5-28AE3467E491}"/>
                  </a:ext>
                </a:extLst>
              </p:cNvPr>
              <p:cNvSpPr/>
              <p:nvPr/>
            </p:nvSpPr>
            <p:spPr>
              <a:xfrm>
                <a:off x="8496252" y="1114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7" name="Freeform 34806">
                <a:extLst>
                  <a:ext uri="{FF2B5EF4-FFF2-40B4-BE49-F238E27FC236}">
                    <a16:creationId xmlns:a16="http://schemas.microsoft.com/office/drawing/2014/main" id="{97344974-CBCE-6E29-11A0-2456F32C143B}"/>
                  </a:ext>
                </a:extLst>
              </p:cNvPr>
              <p:cNvSpPr/>
              <p:nvPr/>
            </p:nvSpPr>
            <p:spPr>
              <a:xfrm>
                <a:off x="8496748" y="1117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8" name="Freeform 34807">
                <a:extLst>
                  <a:ext uri="{FF2B5EF4-FFF2-40B4-BE49-F238E27FC236}">
                    <a16:creationId xmlns:a16="http://schemas.microsoft.com/office/drawing/2014/main" id="{DE328466-53C0-0821-02C9-E17EE15044CD}"/>
                  </a:ext>
                </a:extLst>
              </p:cNvPr>
              <p:cNvSpPr/>
              <p:nvPr/>
            </p:nvSpPr>
            <p:spPr>
              <a:xfrm>
                <a:off x="8497245" y="1157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09" name="Freeform 34808">
                <a:extLst>
                  <a:ext uri="{FF2B5EF4-FFF2-40B4-BE49-F238E27FC236}">
                    <a16:creationId xmlns:a16="http://schemas.microsoft.com/office/drawing/2014/main" id="{ECC282EB-48F4-4F50-BA12-5A5CAA80F030}"/>
                  </a:ext>
                </a:extLst>
              </p:cNvPr>
              <p:cNvSpPr/>
              <p:nvPr/>
            </p:nvSpPr>
            <p:spPr>
              <a:xfrm>
                <a:off x="8497840" y="12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0" name="Freeform 34809">
                <a:extLst>
                  <a:ext uri="{FF2B5EF4-FFF2-40B4-BE49-F238E27FC236}">
                    <a16:creationId xmlns:a16="http://schemas.microsoft.com/office/drawing/2014/main" id="{A574D36B-962C-ED74-F3EF-7904510BF596}"/>
                  </a:ext>
                </a:extLst>
              </p:cNvPr>
              <p:cNvSpPr/>
              <p:nvPr/>
            </p:nvSpPr>
            <p:spPr>
              <a:xfrm>
                <a:off x="8498336" y="119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1" name="Freeform 34810">
                <a:extLst>
                  <a:ext uri="{FF2B5EF4-FFF2-40B4-BE49-F238E27FC236}">
                    <a16:creationId xmlns:a16="http://schemas.microsoft.com/office/drawing/2014/main" id="{70E1DAE5-A07D-E68F-59C5-B98CDA4A6BC4}"/>
                  </a:ext>
                </a:extLst>
              </p:cNvPr>
              <p:cNvSpPr/>
              <p:nvPr/>
            </p:nvSpPr>
            <p:spPr>
              <a:xfrm>
                <a:off x="8498832" y="1342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2" name="Freeform 34811">
                <a:extLst>
                  <a:ext uri="{FF2B5EF4-FFF2-40B4-BE49-F238E27FC236}">
                    <a16:creationId xmlns:a16="http://schemas.microsoft.com/office/drawing/2014/main" id="{BCE26DA4-DA3E-BB3C-DECF-CB06A564A9B5}"/>
                  </a:ext>
                </a:extLst>
              </p:cNvPr>
              <p:cNvSpPr/>
              <p:nvPr/>
            </p:nvSpPr>
            <p:spPr>
              <a:xfrm>
                <a:off x="8499427" y="1483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3" name="Freeform 34812">
                <a:extLst>
                  <a:ext uri="{FF2B5EF4-FFF2-40B4-BE49-F238E27FC236}">
                    <a16:creationId xmlns:a16="http://schemas.microsoft.com/office/drawing/2014/main" id="{ED6F8C3D-F3E3-9E11-CE9D-5148EB0EF00D}"/>
                  </a:ext>
                </a:extLst>
              </p:cNvPr>
              <p:cNvSpPr/>
              <p:nvPr/>
            </p:nvSpPr>
            <p:spPr>
              <a:xfrm>
                <a:off x="8499923" y="1553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4" name="Freeform 34813">
                <a:extLst>
                  <a:ext uri="{FF2B5EF4-FFF2-40B4-BE49-F238E27FC236}">
                    <a16:creationId xmlns:a16="http://schemas.microsoft.com/office/drawing/2014/main" id="{D2E009A3-4497-ACCD-E3B6-75200BC9FFA0}"/>
                  </a:ext>
                </a:extLst>
              </p:cNvPr>
              <p:cNvSpPr/>
              <p:nvPr/>
            </p:nvSpPr>
            <p:spPr>
              <a:xfrm>
                <a:off x="8500420" y="1590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5" name="Freeform 34814">
                <a:extLst>
                  <a:ext uri="{FF2B5EF4-FFF2-40B4-BE49-F238E27FC236}">
                    <a16:creationId xmlns:a16="http://schemas.microsoft.com/office/drawing/2014/main" id="{1FFA49A3-5A0E-7BF4-04E9-0DE8711DDED3}"/>
                  </a:ext>
                </a:extLst>
              </p:cNvPr>
              <p:cNvSpPr/>
              <p:nvPr/>
            </p:nvSpPr>
            <p:spPr>
              <a:xfrm>
                <a:off x="8501015" y="1513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6" name="Freeform 34815">
                <a:extLst>
                  <a:ext uri="{FF2B5EF4-FFF2-40B4-BE49-F238E27FC236}">
                    <a16:creationId xmlns:a16="http://schemas.microsoft.com/office/drawing/2014/main" id="{C092A5C1-CA93-DEEE-B1DE-D00210D4CF51}"/>
                  </a:ext>
                </a:extLst>
              </p:cNvPr>
              <p:cNvSpPr/>
              <p:nvPr/>
            </p:nvSpPr>
            <p:spPr>
              <a:xfrm>
                <a:off x="8501511" y="153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7" name="Freeform 34816">
                <a:extLst>
                  <a:ext uri="{FF2B5EF4-FFF2-40B4-BE49-F238E27FC236}">
                    <a16:creationId xmlns:a16="http://schemas.microsoft.com/office/drawing/2014/main" id="{3F069CDF-183A-EC87-4EDA-6EA6460E7640}"/>
                  </a:ext>
                </a:extLst>
              </p:cNvPr>
              <p:cNvSpPr/>
              <p:nvPr/>
            </p:nvSpPr>
            <p:spPr>
              <a:xfrm>
                <a:off x="8502007" y="1554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8" name="Freeform 34817">
                <a:extLst>
                  <a:ext uri="{FF2B5EF4-FFF2-40B4-BE49-F238E27FC236}">
                    <a16:creationId xmlns:a16="http://schemas.microsoft.com/office/drawing/2014/main" id="{DB0AC82F-9A08-358C-9D80-A2FF3212DBD1}"/>
                  </a:ext>
                </a:extLst>
              </p:cNvPr>
              <p:cNvSpPr/>
              <p:nvPr/>
            </p:nvSpPr>
            <p:spPr>
              <a:xfrm>
                <a:off x="8502602" y="1593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19" name="Freeform 34818">
                <a:extLst>
                  <a:ext uri="{FF2B5EF4-FFF2-40B4-BE49-F238E27FC236}">
                    <a16:creationId xmlns:a16="http://schemas.microsoft.com/office/drawing/2014/main" id="{E1CE35C0-5415-8600-FF16-91F8704A816B}"/>
                  </a:ext>
                </a:extLst>
              </p:cNvPr>
              <p:cNvSpPr/>
              <p:nvPr/>
            </p:nvSpPr>
            <p:spPr>
              <a:xfrm>
                <a:off x="8503098" y="1458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0" name="Freeform 34819">
                <a:extLst>
                  <a:ext uri="{FF2B5EF4-FFF2-40B4-BE49-F238E27FC236}">
                    <a16:creationId xmlns:a16="http://schemas.microsoft.com/office/drawing/2014/main" id="{6DFAFAD7-BB7F-EFB6-8ED7-9C351110551C}"/>
                  </a:ext>
                </a:extLst>
              </p:cNvPr>
              <p:cNvSpPr/>
              <p:nvPr/>
            </p:nvSpPr>
            <p:spPr>
              <a:xfrm>
                <a:off x="8503595" y="1367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1" name="Freeform 34820">
                <a:extLst>
                  <a:ext uri="{FF2B5EF4-FFF2-40B4-BE49-F238E27FC236}">
                    <a16:creationId xmlns:a16="http://schemas.microsoft.com/office/drawing/2014/main" id="{710BB959-2116-D2F7-0775-782AD29B1DE8}"/>
                  </a:ext>
                </a:extLst>
              </p:cNvPr>
              <p:cNvSpPr/>
              <p:nvPr/>
            </p:nvSpPr>
            <p:spPr>
              <a:xfrm>
                <a:off x="8504190" y="1362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2" name="Freeform 34821">
                <a:extLst>
                  <a:ext uri="{FF2B5EF4-FFF2-40B4-BE49-F238E27FC236}">
                    <a16:creationId xmlns:a16="http://schemas.microsoft.com/office/drawing/2014/main" id="{0C061A79-AD5C-7C5C-8CE4-BB6B1D9A6108}"/>
                  </a:ext>
                </a:extLst>
              </p:cNvPr>
              <p:cNvSpPr/>
              <p:nvPr/>
            </p:nvSpPr>
            <p:spPr>
              <a:xfrm>
                <a:off x="8504686" y="1346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3" name="Freeform 34822">
                <a:extLst>
                  <a:ext uri="{FF2B5EF4-FFF2-40B4-BE49-F238E27FC236}">
                    <a16:creationId xmlns:a16="http://schemas.microsoft.com/office/drawing/2014/main" id="{C64976B3-5797-671C-7BBF-90DC66D30CAE}"/>
                  </a:ext>
                </a:extLst>
              </p:cNvPr>
              <p:cNvSpPr/>
              <p:nvPr/>
            </p:nvSpPr>
            <p:spPr>
              <a:xfrm>
                <a:off x="8505182" y="1402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4" name="Freeform 34823">
                <a:extLst>
                  <a:ext uri="{FF2B5EF4-FFF2-40B4-BE49-F238E27FC236}">
                    <a16:creationId xmlns:a16="http://schemas.microsoft.com/office/drawing/2014/main" id="{6F1A04D0-26EB-8438-63B8-F4D0B6B1364B}"/>
                  </a:ext>
                </a:extLst>
              </p:cNvPr>
              <p:cNvSpPr/>
              <p:nvPr/>
            </p:nvSpPr>
            <p:spPr>
              <a:xfrm>
                <a:off x="8505777" y="1399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5" name="Freeform 34824">
                <a:extLst>
                  <a:ext uri="{FF2B5EF4-FFF2-40B4-BE49-F238E27FC236}">
                    <a16:creationId xmlns:a16="http://schemas.microsoft.com/office/drawing/2014/main" id="{89E8B7C3-D2A4-4C16-96E3-73CF8740B666}"/>
                  </a:ext>
                </a:extLst>
              </p:cNvPr>
              <p:cNvSpPr/>
              <p:nvPr/>
            </p:nvSpPr>
            <p:spPr>
              <a:xfrm>
                <a:off x="8506273" y="1312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6" name="Freeform 34825">
                <a:extLst>
                  <a:ext uri="{FF2B5EF4-FFF2-40B4-BE49-F238E27FC236}">
                    <a16:creationId xmlns:a16="http://schemas.microsoft.com/office/drawing/2014/main" id="{4069CE98-BC2D-83DF-E90E-D87A7DD24EEE}"/>
                  </a:ext>
                </a:extLst>
              </p:cNvPr>
              <p:cNvSpPr/>
              <p:nvPr/>
            </p:nvSpPr>
            <p:spPr>
              <a:xfrm>
                <a:off x="8506770" y="1208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7" name="Freeform 34826">
                <a:extLst>
                  <a:ext uri="{FF2B5EF4-FFF2-40B4-BE49-F238E27FC236}">
                    <a16:creationId xmlns:a16="http://schemas.microsoft.com/office/drawing/2014/main" id="{E422887C-5682-634A-3460-E93B6B8311F9}"/>
                  </a:ext>
                </a:extLst>
              </p:cNvPr>
              <p:cNvSpPr/>
              <p:nvPr/>
            </p:nvSpPr>
            <p:spPr>
              <a:xfrm>
                <a:off x="8507365" y="1152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8" name="Freeform 34827">
                <a:extLst>
                  <a:ext uri="{FF2B5EF4-FFF2-40B4-BE49-F238E27FC236}">
                    <a16:creationId xmlns:a16="http://schemas.microsoft.com/office/drawing/2014/main" id="{47DA4CF9-C748-7A86-EFCE-ABC8698ADC2F}"/>
                  </a:ext>
                </a:extLst>
              </p:cNvPr>
              <p:cNvSpPr/>
              <p:nvPr/>
            </p:nvSpPr>
            <p:spPr>
              <a:xfrm>
                <a:off x="8507861" y="11310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29" name="Freeform 34828">
                <a:extLst>
                  <a:ext uri="{FF2B5EF4-FFF2-40B4-BE49-F238E27FC236}">
                    <a16:creationId xmlns:a16="http://schemas.microsoft.com/office/drawing/2014/main" id="{E0EA10C0-77EA-0F49-EDE3-018FDEFD7B2A}"/>
                  </a:ext>
                </a:extLst>
              </p:cNvPr>
              <p:cNvSpPr/>
              <p:nvPr/>
            </p:nvSpPr>
            <p:spPr>
              <a:xfrm>
                <a:off x="8508357" y="1102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0" name="Freeform 34829">
                <a:extLst>
                  <a:ext uri="{FF2B5EF4-FFF2-40B4-BE49-F238E27FC236}">
                    <a16:creationId xmlns:a16="http://schemas.microsoft.com/office/drawing/2014/main" id="{02493C26-2F84-A8EA-3B1E-BADE2941E61B}"/>
                  </a:ext>
                </a:extLst>
              </p:cNvPr>
              <p:cNvSpPr/>
              <p:nvPr/>
            </p:nvSpPr>
            <p:spPr>
              <a:xfrm>
                <a:off x="8508853" y="1091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1" name="Freeform 34830">
                <a:extLst>
                  <a:ext uri="{FF2B5EF4-FFF2-40B4-BE49-F238E27FC236}">
                    <a16:creationId xmlns:a16="http://schemas.microsoft.com/office/drawing/2014/main" id="{B154AD0F-8EB2-E133-3ECC-F78C1BF875F0}"/>
                  </a:ext>
                </a:extLst>
              </p:cNvPr>
              <p:cNvSpPr/>
              <p:nvPr/>
            </p:nvSpPr>
            <p:spPr>
              <a:xfrm>
                <a:off x="8509448" y="1099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2" name="Freeform 34831">
                <a:extLst>
                  <a:ext uri="{FF2B5EF4-FFF2-40B4-BE49-F238E27FC236}">
                    <a16:creationId xmlns:a16="http://schemas.microsoft.com/office/drawing/2014/main" id="{F6611D2B-05BD-B98A-458E-293EFC2F5B8B}"/>
                  </a:ext>
                </a:extLst>
              </p:cNvPr>
              <p:cNvSpPr/>
              <p:nvPr/>
            </p:nvSpPr>
            <p:spPr>
              <a:xfrm>
                <a:off x="8509945" y="1171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3" name="Freeform 34832">
                <a:extLst>
                  <a:ext uri="{FF2B5EF4-FFF2-40B4-BE49-F238E27FC236}">
                    <a16:creationId xmlns:a16="http://schemas.microsoft.com/office/drawing/2014/main" id="{F89DF9F6-85C5-9240-FA13-05E22D786178}"/>
                  </a:ext>
                </a:extLst>
              </p:cNvPr>
              <p:cNvSpPr/>
              <p:nvPr/>
            </p:nvSpPr>
            <p:spPr>
              <a:xfrm>
                <a:off x="8510441" y="1145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4" name="Freeform 34833">
                <a:extLst>
                  <a:ext uri="{FF2B5EF4-FFF2-40B4-BE49-F238E27FC236}">
                    <a16:creationId xmlns:a16="http://schemas.microsoft.com/office/drawing/2014/main" id="{A552FB0A-E883-AC9C-8FE1-F5885AA17FC9}"/>
                  </a:ext>
                </a:extLst>
              </p:cNvPr>
              <p:cNvSpPr/>
              <p:nvPr/>
            </p:nvSpPr>
            <p:spPr>
              <a:xfrm>
                <a:off x="8511036" y="1218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5" name="Freeform 34834">
                <a:extLst>
                  <a:ext uri="{FF2B5EF4-FFF2-40B4-BE49-F238E27FC236}">
                    <a16:creationId xmlns:a16="http://schemas.microsoft.com/office/drawing/2014/main" id="{0AB1C0DF-01A0-876A-03C2-B603042D1401}"/>
                  </a:ext>
                </a:extLst>
              </p:cNvPr>
              <p:cNvSpPr/>
              <p:nvPr/>
            </p:nvSpPr>
            <p:spPr>
              <a:xfrm>
                <a:off x="8511532" y="1691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6" name="Freeform 34835">
                <a:extLst>
                  <a:ext uri="{FF2B5EF4-FFF2-40B4-BE49-F238E27FC236}">
                    <a16:creationId xmlns:a16="http://schemas.microsoft.com/office/drawing/2014/main" id="{476B1991-9B02-5B23-AF51-13D4B5C80D12}"/>
                  </a:ext>
                </a:extLst>
              </p:cNvPr>
              <p:cNvSpPr/>
              <p:nvPr/>
            </p:nvSpPr>
            <p:spPr>
              <a:xfrm>
                <a:off x="8512028" y="1935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7" name="Freeform 34836">
                <a:extLst>
                  <a:ext uri="{FF2B5EF4-FFF2-40B4-BE49-F238E27FC236}">
                    <a16:creationId xmlns:a16="http://schemas.microsoft.com/office/drawing/2014/main" id="{DEA44247-DB6C-5675-07F5-518118E9E035}"/>
                  </a:ext>
                </a:extLst>
              </p:cNvPr>
              <p:cNvSpPr/>
              <p:nvPr/>
            </p:nvSpPr>
            <p:spPr>
              <a:xfrm>
                <a:off x="8512623" y="1957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8" name="Freeform 34837">
                <a:extLst>
                  <a:ext uri="{FF2B5EF4-FFF2-40B4-BE49-F238E27FC236}">
                    <a16:creationId xmlns:a16="http://schemas.microsoft.com/office/drawing/2014/main" id="{CB27307B-5B2E-2E1D-2F18-DF266CF07C40}"/>
                  </a:ext>
                </a:extLst>
              </p:cNvPr>
              <p:cNvSpPr/>
              <p:nvPr/>
            </p:nvSpPr>
            <p:spPr>
              <a:xfrm>
                <a:off x="8513120" y="1941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39" name="Freeform 34838">
                <a:extLst>
                  <a:ext uri="{FF2B5EF4-FFF2-40B4-BE49-F238E27FC236}">
                    <a16:creationId xmlns:a16="http://schemas.microsoft.com/office/drawing/2014/main" id="{16208979-6305-CE75-FBB3-D573093A047C}"/>
                  </a:ext>
                </a:extLst>
              </p:cNvPr>
              <p:cNvSpPr/>
              <p:nvPr/>
            </p:nvSpPr>
            <p:spPr>
              <a:xfrm>
                <a:off x="8513616" y="1935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0" name="Freeform 34839">
                <a:extLst>
                  <a:ext uri="{FF2B5EF4-FFF2-40B4-BE49-F238E27FC236}">
                    <a16:creationId xmlns:a16="http://schemas.microsoft.com/office/drawing/2014/main" id="{79B9309E-C8A7-D182-B212-53D84A0C3E66}"/>
                  </a:ext>
                </a:extLst>
              </p:cNvPr>
              <p:cNvSpPr/>
              <p:nvPr/>
            </p:nvSpPr>
            <p:spPr>
              <a:xfrm>
                <a:off x="8514211" y="1951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1" name="Freeform 34840">
                <a:extLst>
                  <a:ext uri="{FF2B5EF4-FFF2-40B4-BE49-F238E27FC236}">
                    <a16:creationId xmlns:a16="http://schemas.microsoft.com/office/drawing/2014/main" id="{F7A7444B-C8BE-0DD0-DCE9-65778D6EFE4E}"/>
                  </a:ext>
                </a:extLst>
              </p:cNvPr>
              <p:cNvSpPr/>
              <p:nvPr/>
            </p:nvSpPr>
            <p:spPr>
              <a:xfrm>
                <a:off x="8514707" y="1974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2" name="Freeform 34841">
                <a:extLst>
                  <a:ext uri="{FF2B5EF4-FFF2-40B4-BE49-F238E27FC236}">
                    <a16:creationId xmlns:a16="http://schemas.microsoft.com/office/drawing/2014/main" id="{E2B0F8F9-0026-8BE9-7785-ABC48543AC74}"/>
                  </a:ext>
                </a:extLst>
              </p:cNvPr>
              <p:cNvSpPr/>
              <p:nvPr/>
            </p:nvSpPr>
            <p:spPr>
              <a:xfrm>
                <a:off x="8515203" y="1955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3" name="Freeform 34842">
                <a:extLst>
                  <a:ext uri="{FF2B5EF4-FFF2-40B4-BE49-F238E27FC236}">
                    <a16:creationId xmlns:a16="http://schemas.microsoft.com/office/drawing/2014/main" id="{186F8F4F-5E78-0B01-5265-F8A0EFFA04E2}"/>
                  </a:ext>
                </a:extLst>
              </p:cNvPr>
              <p:cNvSpPr/>
              <p:nvPr/>
            </p:nvSpPr>
            <p:spPr>
              <a:xfrm>
                <a:off x="8515798" y="137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4" name="Freeform 34843">
                <a:extLst>
                  <a:ext uri="{FF2B5EF4-FFF2-40B4-BE49-F238E27FC236}">
                    <a16:creationId xmlns:a16="http://schemas.microsoft.com/office/drawing/2014/main" id="{441B16D3-6EFA-AB93-C59B-93793DCC2F99}"/>
                  </a:ext>
                </a:extLst>
              </p:cNvPr>
              <p:cNvSpPr/>
              <p:nvPr/>
            </p:nvSpPr>
            <p:spPr>
              <a:xfrm>
                <a:off x="8516295" y="1276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5" name="Freeform 34844">
                <a:extLst>
                  <a:ext uri="{FF2B5EF4-FFF2-40B4-BE49-F238E27FC236}">
                    <a16:creationId xmlns:a16="http://schemas.microsoft.com/office/drawing/2014/main" id="{68FF016F-3168-C790-ABE9-4DD916622F67}"/>
                  </a:ext>
                </a:extLst>
              </p:cNvPr>
              <p:cNvSpPr/>
              <p:nvPr/>
            </p:nvSpPr>
            <p:spPr>
              <a:xfrm>
                <a:off x="8516791" y="1376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6" name="Freeform 34845">
                <a:extLst>
                  <a:ext uri="{FF2B5EF4-FFF2-40B4-BE49-F238E27FC236}">
                    <a16:creationId xmlns:a16="http://schemas.microsoft.com/office/drawing/2014/main" id="{9EE47D71-F430-94A5-772B-B6FC9D953166}"/>
                  </a:ext>
                </a:extLst>
              </p:cNvPr>
              <p:cNvSpPr/>
              <p:nvPr/>
            </p:nvSpPr>
            <p:spPr>
              <a:xfrm>
                <a:off x="8517386" y="1384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7" name="Freeform 34846">
                <a:extLst>
                  <a:ext uri="{FF2B5EF4-FFF2-40B4-BE49-F238E27FC236}">
                    <a16:creationId xmlns:a16="http://schemas.microsoft.com/office/drawing/2014/main" id="{6D95A7BA-2FF9-4381-F617-AF68AC0AAEA3}"/>
                  </a:ext>
                </a:extLst>
              </p:cNvPr>
              <p:cNvSpPr/>
              <p:nvPr/>
            </p:nvSpPr>
            <p:spPr>
              <a:xfrm>
                <a:off x="8517882" y="1382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8" name="Freeform 34847">
                <a:extLst>
                  <a:ext uri="{FF2B5EF4-FFF2-40B4-BE49-F238E27FC236}">
                    <a16:creationId xmlns:a16="http://schemas.microsoft.com/office/drawing/2014/main" id="{0803F10C-6909-2D78-DA96-F2F55727EBA4}"/>
                  </a:ext>
                </a:extLst>
              </p:cNvPr>
              <p:cNvSpPr/>
              <p:nvPr/>
            </p:nvSpPr>
            <p:spPr>
              <a:xfrm>
                <a:off x="8518378" y="1364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49" name="Freeform 34848">
                <a:extLst>
                  <a:ext uri="{FF2B5EF4-FFF2-40B4-BE49-F238E27FC236}">
                    <a16:creationId xmlns:a16="http://schemas.microsoft.com/office/drawing/2014/main" id="{46E01390-9A06-9974-3700-93BB82C1E8F3}"/>
                  </a:ext>
                </a:extLst>
              </p:cNvPr>
              <p:cNvSpPr/>
              <p:nvPr/>
            </p:nvSpPr>
            <p:spPr>
              <a:xfrm>
                <a:off x="8518973" y="1331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0" name="Freeform 34849">
                <a:extLst>
                  <a:ext uri="{FF2B5EF4-FFF2-40B4-BE49-F238E27FC236}">
                    <a16:creationId xmlns:a16="http://schemas.microsoft.com/office/drawing/2014/main" id="{71035449-A317-3174-5938-3269BD921C15}"/>
                  </a:ext>
                </a:extLst>
              </p:cNvPr>
              <p:cNvSpPr/>
              <p:nvPr/>
            </p:nvSpPr>
            <p:spPr>
              <a:xfrm>
                <a:off x="8519470" y="1245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1" name="Freeform 34850">
                <a:extLst>
                  <a:ext uri="{FF2B5EF4-FFF2-40B4-BE49-F238E27FC236}">
                    <a16:creationId xmlns:a16="http://schemas.microsoft.com/office/drawing/2014/main" id="{EF527BE1-E78A-B9D0-540D-CA2219D07118}"/>
                  </a:ext>
                </a:extLst>
              </p:cNvPr>
              <p:cNvSpPr/>
              <p:nvPr/>
            </p:nvSpPr>
            <p:spPr>
              <a:xfrm>
                <a:off x="8519966" y="1152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2" name="Freeform 34851">
                <a:extLst>
                  <a:ext uri="{FF2B5EF4-FFF2-40B4-BE49-F238E27FC236}">
                    <a16:creationId xmlns:a16="http://schemas.microsoft.com/office/drawing/2014/main" id="{DA957DFB-546E-19C5-2B25-C593F3B9556B}"/>
                  </a:ext>
                </a:extLst>
              </p:cNvPr>
              <p:cNvSpPr/>
              <p:nvPr/>
            </p:nvSpPr>
            <p:spPr>
              <a:xfrm>
                <a:off x="8520462" y="1126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3" name="Freeform 34852">
                <a:extLst>
                  <a:ext uri="{FF2B5EF4-FFF2-40B4-BE49-F238E27FC236}">
                    <a16:creationId xmlns:a16="http://schemas.microsoft.com/office/drawing/2014/main" id="{D4BE62A5-FCD9-1FCE-7DDA-5B6D9F912F61}"/>
                  </a:ext>
                </a:extLst>
              </p:cNvPr>
              <p:cNvSpPr/>
              <p:nvPr/>
            </p:nvSpPr>
            <p:spPr>
              <a:xfrm>
                <a:off x="8521057" y="11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4" name="Freeform 34853">
                <a:extLst>
                  <a:ext uri="{FF2B5EF4-FFF2-40B4-BE49-F238E27FC236}">
                    <a16:creationId xmlns:a16="http://schemas.microsoft.com/office/drawing/2014/main" id="{6D6263C1-77DD-2CBD-0CAA-7D991EA0AE1D}"/>
                  </a:ext>
                </a:extLst>
              </p:cNvPr>
              <p:cNvSpPr/>
              <p:nvPr/>
            </p:nvSpPr>
            <p:spPr>
              <a:xfrm>
                <a:off x="8521553" y="1140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5" name="Freeform 34854">
                <a:extLst>
                  <a:ext uri="{FF2B5EF4-FFF2-40B4-BE49-F238E27FC236}">
                    <a16:creationId xmlns:a16="http://schemas.microsoft.com/office/drawing/2014/main" id="{C1AA72A4-4D35-8047-3203-FD1B7F940E1B}"/>
                  </a:ext>
                </a:extLst>
              </p:cNvPr>
              <p:cNvSpPr/>
              <p:nvPr/>
            </p:nvSpPr>
            <p:spPr>
              <a:xfrm>
                <a:off x="8522049" y="1143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6" name="Freeform 34855">
                <a:extLst>
                  <a:ext uri="{FF2B5EF4-FFF2-40B4-BE49-F238E27FC236}">
                    <a16:creationId xmlns:a16="http://schemas.microsoft.com/office/drawing/2014/main" id="{80E25CB0-CE56-CF03-3E2E-6D4B0D750AA3}"/>
                  </a:ext>
                </a:extLst>
              </p:cNvPr>
              <p:cNvSpPr/>
              <p:nvPr/>
            </p:nvSpPr>
            <p:spPr>
              <a:xfrm>
                <a:off x="8522645" y="1148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7" name="Freeform 34856">
                <a:extLst>
                  <a:ext uri="{FF2B5EF4-FFF2-40B4-BE49-F238E27FC236}">
                    <a16:creationId xmlns:a16="http://schemas.microsoft.com/office/drawing/2014/main" id="{3AB43F6F-ED7B-7227-AD9E-EE88C921BFA7}"/>
                  </a:ext>
                </a:extLst>
              </p:cNvPr>
              <p:cNvSpPr/>
              <p:nvPr/>
            </p:nvSpPr>
            <p:spPr>
              <a:xfrm>
                <a:off x="8523141" y="1146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8" name="Freeform 34857">
                <a:extLst>
                  <a:ext uri="{FF2B5EF4-FFF2-40B4-BE49-F238E27FC236}">
                    <a16:creationId xmlns:a16="http://schemas.microsoft.com/office/drawing/2014/main" id="{AEE9072E-0B1D-D680-F56A-8BF817F0F7EA}"/>
                  </a:ext>
                </a:extLst>
              </p:cNvPr>
              <p:cNvSpPr/>
              <p:nvPr/>
            </p:nvSpPr>
            <p:spPr>
              <a:xfrm>
                <a:off x="8523637" y="1234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59" name="Freeform 34858">
                <a:extLst>
                  <a:ext uri="{FF2B5EF4-FFF2-40B4-BE49-F238E27FC236}">
                    <a16:creationId xmlns:a16="http://schemas.microsoft.com/office/drawing/2014/main" id="{6C06135C-B93E-6D23-17CF-6FB4F6F82DAF}"/>
                  </a:ext>
                </a:extLst>
              </p:cNvPr>
              <p:cNvSpPr/>
              <p:nvPr/>
            </p:nvSpPr>
            <p:spPr>
              <a:xfrm>
                <a:off x="8524232" y="1627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0" name="Freeform 34859">
                <a:extLst>
                  <a:ext uri="{FF2B5EF4-FFF2-40B4-BE49-F238E27FC236}">
                    <a16:creationId xmlns:a16="http://schemas.microsoft.com/office/drawing/2014/main" id="{F26465AF-A14A-BE40-302B-B9375A5AFF6F}"/>
                  </a:ext>
                </a:extLst>
              </p:cNvPr>
              <p:cNvSpPr/>
              <p:nvPr/>
            </p:nvSpPr>
            <p:spPr>
              <a:xfrm>
                <a:off x="8524728" y="1872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1" name="Freeform 34860">
                <a:extLst>
                  <a:ext uri="{FF2B5EF4-FFF2-40B4-BE49-F238E27FC236}">
                    <a16:creationId xmlns:a16="http://schemas.microsoft.com/office/drawing/2014/main" id="{09A0C4DE-4872-7B90-E2A3-58772B3187A5}"/>
                  </a:ext>
                </a:extLst>
              </p:cNvPr>
              <p:cNvSpPr/>
              <p:nvPr/>
            </p:nvSpPr>
            <p:spPr>
              <a:xfrm>
                <a:off x="8525224" y="1847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2" name="Freeform 34861">
                <a:extLst>
                  <a:ext uri="{FF2B5EF4-FFF2-40B4-BE49-F238E27FC236}">
                    <a16:creationId xmlns:a16="http://schemas.microsoft.com/office/drawing/2014/main" id="{AF120BFC-496B-F649-FDC9-05E482809D7D}"/>
                  </a:ext>
                </a:extLst>
              </p:cNvPr>
              <p:cNvSpPr/>
              <p:nvPr/>
            </p:nvSpPr>
            <p:spPr>
              <a:xfrm>
                <a:off x="8525820" y="1832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3" name="Freeform 34862">
                <a:extLst>
                  <a:ext uri="{FF2B5EF4-FFF2-40B4-BE49-F238E27FC236}">
                    <a16:creationId xmlns:a16="http://schemas.microsoft.com/office/drawing/2014/main" id="{914924E2-087E-D253-E818-21238ACC4D73}"/>
                  </a:ext>
                </a:extLst>
              </p:cNvPr>
              <p:cNvSpPr/>
              <p:nvPr/>
            </p:nvSpPr>
            <p:spPr>
              <a:xfrm>
                <a:off x="8526316" y="1812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4" name="Freeform 34863">
                <a:extLst>
                  <a:ext uri="{FF2B5EF4-FFF2-40B4-BE49-F238E27FC236}">
                    <a16:creationId xmlns:a16="http://schemas.microsoft.com/office/drawing/2014/main" id="{1A0A5753-0AB0-ED1D-F2A7-84C01F6EFC9D}"/>
                  </a:ext>
                </a:extLst>
              </p:cNvPr>
              <p:cNvSpPr/>
              <p:nvPr/>
            </p:nvSpPr>
            <p:spPr>
              <a:xfrm>
                <a:off x="8526812" y="1822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5" name="Freeform 34864">
                <a:extLst>
                  <a:ext uri="{FF2B5EF4-FFF2-40B4-BE49-F238E27FC236}">
                    <a16:creationId xmlns:a16="http://schemas.microsoft.com/office/drawing/2014/main" id="{40444568-22BB-25B2-64D3-C0214F295D45}"/>
                  </a:ext>
                </a:extLst>
              </p:cNvPr>
              <p:cNvSpPr/>
              <p:nvPr/>
            </p:nvSpPr>
            <p:spPr>
              <a:xfrm>
                <a:off x="8527407" y="1860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6" name="Freeform 34865">
                <a:extLst>
                  <a:ext uri="{FF2B5EF4-FFF2-40B4-BE49-F238E27FC236}">
                    <a16:creationId xmlns:a16="http://schemas.microsoft.com/office/drawing/2014/main" id="{1A5AF174-3104-03F2-BA93-03167712C23C}"/>
                  </a:ext>
                </a:extLst>
              </p:cNvPr>
              <p:cNvSpPr/>
              <p:nvPr/>
            </p:nvSpPr>
            <p:spPr>
              <a:xfrm>
                <a:off x="8527903" y="1849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7" name="Freeform 34866">
                <a:extLst>
                  <a:ext uri="{FF2B5EF4-FFF2-40B4-BE49-F238E27FC236}">
                    <a16:creationId xmlns:a16="http://schemas.microsoft.com/office/drawing/2014/main" id="{094CA67D-1D85-B42E-6047-0181CBA33D1B}"/>
                  </a:ext>
                </a:extLst>
              </p:cNvPr>
              <p:cNvSpPr/>
              <p:nvPr/>
            </p:nvSpPr>
            <p:spPr>
              <a:xfrm>
                <a:off x="8528399" y="1348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8" name="Freeform 34867">
                <a:extLst>
                  <a:ext uri="{FF2B5EF4-FFF2-40B4-BE49-F238E27FC236}">
                    <a16:creationId xmlns:a16="http://schemas.microsoft.com/office/drawing/2014/main" id="{EE71C6A5-6CF1-7BE1-F1D7-79D5441B52D6}"/>
                  </a:ext>
                </a:extLst>
              </p:cNvPr>
              <p:cNvSpPr/>
              <p:nvPr/>
            </p:nvSpPr>
            <p:spPr>
              <a:xfrm>
                <a:off x="8528995" y="1260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69" name="Freeform 34868">
                <a:extLst>
                  <a:ext uri="{FF2B5EF4-FFF2-40B4-BE49-F238E27FC236}">
                    <a16:creationId xmlns:a16="http://schemas.microsoft.com/office/drawing/2014/main" id="{70DB0561-8250-350F-0C2D-4C190CB2645D}"/>
                  </a:ext>
                </a:extLst>
              </p:cNvPr>
              <p:cNvSpPr/>
              <p:nvPr/>
            </p:nvSpPr>
            <p:spPr>
              <a:xfrm>
                <a:off x="8529491" y="1366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0" name="Freeform 34869">
                <a:extLst>
                  <a:ext uri="{FF2B5EF4-FFF2-40B4-BE49-F238E27FC236}">
                    <a16:creationId xmlns:a16="http://schemas.microsoft.com/office/drawing/2014/main" id="{A65A2865-A595-EA58-64CC-06B2B86BF384}"/>
                  </a:ext>
                </a:extLst>
              </p:cNvPr>
              <p:cNvSpPr/>
              <p:nvPr/>
            </p:nvSpPr>
            <p:spPr>
              <a:xfrm>
                <a:off x="8529987" y="1375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1" name="Freeform 34870">
                <a:extLst>
                  <a:ext uri="{FF2B5EF4-FFF2-40B4-BE49-F238E27FC236}">
                    <a16:creationId xmlns:a16="http://schemas.microsoft.com/office/drawing/2014/main" id="{5B0BFEED-A8B7-111D-BFFD-3F40CC6D67B7}"/>
                  </a:ext>
                </a:extLst>
              </p:cNvPr>
              <p:cNvSpPr/>
              <p:nvPr/>
            </p:nvSpPr>
            <p:spPr>
              <a:xfrm>
                <a:off x="8530582" y="1364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2" name="Freeform 34871">
                <a:extLst>
                  <a:ext uri="{FF2B5EF4-FFF2-40B4-BE49-F238E27FC236}">
                    <a16:creationId xmlns:a16="http://schemas.microsoft.com/office/drawing/2014/main" id="{0FBCBD2F-B90D-40CF-AC19-D774CB4EF5FE}"/>
                  </a:ext>
                </a:extLst>
              </p:cNvPr>
              <p:cNvSpPr/>
              <p:nvPr/>
            </p:nvSpPr>
            <p:spPr>
              <a:xfrm>
                <a:off x="8531078" y="1326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3" name="Freeform 34872">
                <a:extLst>
                  <a:ext uri="{FF2B5EF4-FFF2-40B4-BE49-F238E27FC236}">
                    <a16:creationId xmlns:a16="http://schemas.microsoft.com/office/drawing/2014/main" id="{76BCE725-F6BB-CE7F-3D1E-5557DFE091B6}"/>
                  </a:ext>
                </a:extLst>
              </p:cNvPr>
              <p:cNvSpPr/>
              <p:nvPr/>
            </p:nvSpPr>
            <p:spPr>
              <a:xfrm>
                <a:off x="8531574" y="1248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4" name="Freeform 34873">
                <a:extLst>
                  <a:ext uri="{FF2B5EF4-FFF2-40B4-BE49-F238E27FC236}">
                    <a16:creationId xmlns:a16="http://schemas.microsoft.com/office/drawing/2014/main" id="{5915E57C-B92B-9FF6-B060-6A81117836C6}"/>
                  </a:ext>
                </a:extLst>
              </p:cNvPr>
              <p:cNvSpPr/>
              <p:nvPr/>
            </p:nvSpPr>
            <p:spPr>
              <a:xfrm>
                <a:off x="8532070" y="1183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5" name="Freeform 34874">
                <a:extLst>
                  <a:ext uri="{FF2B5EF4-FFF2-40B4-BE49-F238E27FC236}">
                    <a16:creationId xmlns:a16="http://schemas.microsoft.com/office/drawing/2014/main" id="{2EFD9EF0-AECD-4A4D-A229-A70FC59D21A8}"/>
                  </a:ext>
                </a:extLst>
              </p:cNvPr>
              <p:cNvSpPr/>
              <p:nvPr/>
            </p:nvSpPr>
            <p:spPr>
              <a:xfrm>
                <a:off x="8532666" y="1111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6" name="Freeform 34875">
                <a:extLst>
                  <a:ext uri="{FF2B5EF4-FFF2-40B4-BE49-F238E27FC236}">
                    <a16:creationId xmlns:a16="http://schemas.microsoft.com/office/drawing/2014/main" id="{AA9B62B6-94DC-F834-3200-9F021EE828E0}"/>
                  </a:ext>
                </a:extLst>
              </p:cNvPr>
              <p:cNvSpPr/>
              <p:nvPr/>
            </p:nvSpPr>
            <p:spPr>
              <a:xfrm>
                <a:off x="8533162" y="1089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7" name="Freeform 34876">
                <a:extLst>
                  <a:ext uri="{FF2B5EF4-FFF2-40B4-BE49-F238E27FC236}">
                    <a16:creationId xmlns:a16="http://schemas.microsoft.com/office/drawing/2014/main" id="{02680CC6-9D4E-5B89-5152-F0E98BA35E9D}"/>
                  </a:ext>
                </a:extLst>
              </p:cNvPr>
              <p:cNvSpPr/>
              <p:nvPr/>
            </p:nvSpPr>
            <p:spPr>
              <a:xfrm>
                <a:off x="8533658" y="1093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8" name="Freeform 34877">
                <a:extLst>
                  <a:ext uri="{FF2B5EF4-FFF2-40B4-BE49-F238E27FC236}">
                    <a16:creationId xmlns:a16="http://schemas.microsoft.com/office/drawing/2014/main" id="{DD6ECFD7-7992-782A-DC7D-87FAE3B2FE95}"/>
                  </a:ext>
                </a:extLst>
              </p:cNvPr>
              <p:cNvSpPr/>
              <p:nvPr/>
            </p:nvSpPr>
            <p:spPr>
              <a:xfrm>
                <a:off x="8534253" y="1093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79" name="Freeform 34878">
                <a:extLst>
                  <a:ext uri="{FF2B5EF4-FFF2-40B4-BE49-F238E27FC236}">
                    <a16:creationId xmlns:a16="http://schemas.microsoft.com/office/drawing/2014/main" id="{BE7A82C2-BA52-80FD-651D-719EF0629A85}"/>
                  </a:ext>
                </a:extLst>
              </p:cNvPr>
              <p:cNvSpPr/>
              <p:nvPr/>
            </p:nvSpPr>
            <p:spPr>
              <a:xfrm>
                <a:off x="8534749" y="1118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0" name="Freeform 34879">
                <a:extLst>
                  <a:ext uri="{FF2B5EF4-FFF2-40B4-BE49-F238E27FC236}">
                    <a16:creationId xmlns:a16="http://schemas.microsoft.com/office/drawing/2014/main" id="{13E8DC73-E2BA-64F9-17E6-593D3B8C2F8E}"/>
                  </a:ext>
                </a:extLst>
              </p:cNvPr>
              <p:cNvSpPr/>
              <p:nvPr/>
            </p:nvSpPr>
            <p:spPr>
              <a:xfrm>
                <a:off x="8535245" y="1138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1" name="Freeform 34880">
                <a:extLst>
                  <a:ext uri="{FF2B5EF4-FFF2-40B4-BE49-F238E27FC236}">
                    <a16:creationId xmlns:a16="http://schemas.microsoft.com/office/drawing/2014/main" id="{A9999C61-D6FC-486D-8A79-4877F92B45D6}"/>
                  </a:ext>
                </a:extLst>
              </p:cNvPr>
              <p:cNvSpPr/>
              <p:nvPr/>
            </p:nvSpPr>
            <p:spPr>
              <a:xfrm>
                <a:off x="8535841" y="1119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2" name="Freeform 34881">
                <a:extLst>
                  <a:ext uri="{FF2B5EF4-FFF2-40B4-BE49-F238E27FC236}">
                    <a16:creationId xmlns:a16="http://schemas.microsoft.com/office/drawing/2014/main" id="{DDFF5C4B-03B5-904A-13A2-3C7636BF1FA9}"/>
                  </a:ext>
                </a:extLst>
              </p:cNvPr>
              <p:cNvSpPr/>
              <p:nvPr/>
            </p:nvSpPr>
            <p:spPr>
              <a:xfrm>
                <a:off x="8536337" y="1167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3" name="Freeform 34882">
                <a:extLst>
                  <a:ext uri="{FF2B5EF4-FFF2-40B4-BE49-F238E27FC236}">
                    <a16:creationId xmlns:a16="http://schemas.microsoft.com/office/drawing/2014/main" id="{364520AF-FF47-31CB-CE03-E74BF2A1510A}"/>
                  </a:ext>
                </a:extLst>
              </p:cNvPr>
              <p:cNvSpPr/>
              <p:nvPr/>
            </p:nvSpPr>
            <p:spPr>
              <a:xfrm>
                <a:off x="8536833" y="1587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4" name="Freeform 34883">
                <a:extLst>
                  <a:ext uri="{FF2B5EF4-FFF2-40B4-BE49-F238E27FC236}">
                    <a16:creationId xmlns:a16="http://schemas.microsoft.com/office/drawing/2014/main" id="{0B236B05-5051-51EF-AE8B-A97E7FD525AC}"/>
                  </a:ext>
                </a:extLst>
              </p:cNvPr>
              <p:cNvSpPr/>
              <p:nvPr/>
            </p:nvSpPr>
            <p:spPr>
              <a:xfrm>
                <a:off x="8537428" y="180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5" name="Freeform 34884">
                <a:extLst>
                  <a:ext uri="{FF2B5EF4-FFF2-40B4-BE49-F238E27FC236}">
                    <a16:creationId xmlns:a16="http://schemas.microsoft.com/office/drawing/2014/main" id="{F9EFC8EF-42AA-B25C-5FE5-E210C6A1DD9D}"/>
                  </a:ext>
                </a:extLst>
              </p:cNvPr>
              <p:cNvSpPr/>
              <p:nvPr/>
            </p:nvSpPr>
            <p:spPr>
              <a:xfrm>
                <a:off x="8537924" y="1779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6" name="Freeform 34885">
                <a:extLst>
                  <a:ext uri="{FF2B5EF4-FFF2-40B4-BE49-F238E27FC236}">
                    <a16:creationId xmlns:a16="http://schemas.microsoft.com/office/drawing/2014/main" id="{EE2EE6CA-3525-792A-E2A0-C781AABC092C}"/>
                  </a:ext>
                </a:extLst>
              </p:cNvPr>
              <p:cNvSpPr/>
              <p:nvPr/>
            </p:nvSpPr>
            <p:spPr>
              <a:xfrm>
                <a:off x="8538420" y="1757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7" name="Freeform 34886">
                <a:extLst>
                  <a:ext uri="{FF2B5EF4-FFF2-40B4-BE49-F238E27FC236}">
                    <a16:creationId xmlns:a16="http://schemas.microsoft.com/office/drawing/2014/main" id="{8EF116E3-0B1C-6739-DB58-FBB17E3B3E77}"/>
                  </a:ext>
                </a:extLst>
              </p:cNvPr>
              <p:cNvSpPr/>
              <p:nvPr/>
            </p:nvSpPr>
            <p:spPr>
              <a:xfrm>
                <a:off x="8539016" y="1742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8" name="Freeform 34887">
                <a:extLst>
                  <a:ext uri="{FF2B5EF4-FFF2-40B4-BE49-F238E27FC236}">
                    <a16:creationId xmlns:a16="http://schemas.microsoft.com/office/drawing/2014/main" id="{79EE75A4-7CEA-A33F-159A-0292E68D1D16}"/>
                  </a:ext>
                </a:extLst>
              </p:cNvPr>
              <p:cNvSpPr/>
              <p:nvPr/>
            </p:nvSpPr>
            <p:spPr>
              <a:xfrm>
                <a:off x="8539512" y="1731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89" name="Freeform 34888">
                <a:extLst>
                  <a:ext uri="{FF2B5EF4-FFF2-40B4-BE49-F238E27FC236}">
                    <a16:creationId xmlns:a16="http://schemas.microsoft.com/office/drawing/2014/main" id="{64641130-37F6-4275-366D-30EE1A3E11CC}"/>
                  </a:ext>
                </a:extLst>
              </p:cNvPr>
              <p:cNvSpPr/>
              <p:nvPr/>
            </p:nvSpPr>
            <p:spPr>
              <a:xfrm>
                <a:off x="8540008" y="17297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0" name="Freeform 34889">
                <a:extLst>
                  <a:ext uri="{FF2B5EF4-FFF2-40B4-BE49-F238E27FC236}">
                    <a16:creationId xmlns:a16="http://schemas.microsoft.com/office/drawing/2014/main" id="{64ED1746-2028-18D6-7E6E-F4C7252B614A}"/>
                  </a:ext>
                </a:extLst>
              </p:cNvPr>
              <p:cNvSpPr/>
              <p:nvPr/>
            </p:nvSpPr>
            <p:spPr>
              <a:xfrm>
                <a:off x="8540603" y="1612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1" name="Freeform 34890">
                <a:extLst>
                  <a:ext uri="{FF2B5EF4-FFF2-40B4-BE49-F238E27FC236}">
                    <a16:creationId xmlns:a16="http://schemas.microsoft.com/office/drawing/2014/main" id="{0C1CA8F3-79B9-91BD-EFED-121B76FEC114}"/>
                  </a:ext>
                </a:extLst>
              </p:cNvPr>
              <p:cNvSpPr/>
              <p:nvPr/>
            </p:nvSpPr>
            <p:spPr>
              <a:xfrm>
                <a:off x="8541099" y="1274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2" name="Freeform 34891">
                <a:extLst>
                  <a:ext uri="{FF2B5EF4-FFF2-40B4-BE49-F238E27FC236}">
                    <a16:creationId xmlns:a16="http://schemas.microsoft.com/office/drawing/2014/main" id="{73F171E3-26F1-D015-F921-6D9C6DE2B9BF}"/>
                  </a:ext>
                </a:extLst>
              </p:cNvPr>
              <p:cNvSpPr/>
              <p:nvPr/>
            </p:nvSpPr>
            <p:spPr>
              <a:xfrm>
                <a:off x="8541595" y="1266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3" name="Freeform 34892">
                <a:extLst>
                  <a:ext uri="{FF2B5EF4-FFF2-40B4-BE49-F238E27FC236}">
                    <a16:creationId xmlns:a16="http://schemas.microsoft.com/office/drawing/2014/main" id="{7C798053-8065-BB25-EF8C-A43E77AD91D2}"/>
                  </a:ext>
                </a:extLst>
              </p:cNvPr>
              <p:cNvSpPr/>
              <p:nvPr/>
            </p:nvSpPr>
            <p:spPr>
              <a:xfrm>
                <a:off x="8542191" y="1345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4" name="Freeform 34893">
                <a:extLst>
                  <a:ext uri="{FF2B5EF4-FFF2-40B4-BE49-F238E27FC236}">
                    <a16:creationId xmlns:a16="http://schemas.microsoft.com/office/drawing/2014/main" id="{FE6BA55B-8E25-93B6-5FB8-0EC4E081758C}"/>
                  </a:ext>
                </a:extLst>
              </p:cNvPr>
              <p:cNvSpPr/>
              <p:nvPr/>
            </p:nvSpPr>
            <p:spPr>
              <a:xfrm>
                <a:off x="8542687" y="1346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5" name="Freeform 34894">
                <a:extLst>
                  <a:ext uri="{FF2B5EF4-FFF2-40B4-BE49-F238E27FC236}">
                    <a16:creationId xmlns:a16="http://schemas.microsoft.com/office/drawing/2014/main" id="{ED91DB21-C218-CC03-953F-66F87D5C9093}"/>
                  </a:ext>
                </a:extLst>
              </p:cNvPr>
              <p:cNvSpPr/>
              <p:nvPr/>
            </p:nvSpPr>
            <p:spPr>
              <a:xfrm>
                <a:off x="8543183" y="1351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6" name="Freeform 34895">
                <a:extLst>
                  <a:ext uri="{FF2B5EF4-FFF2-40B4-BE49-F238E27FC236}">
                    <a16:creationId xmlns:a16="http://schemas.microsoft.com/office/drawing/2014/main" id="{BDA8C0E5-59D0-AA8C-A3BD-291B6AEB06A3}"/>
                  </a:ext>
                </a:extLst>
              </p:cNvPr>
              <p:cNvSpPr/>
              <p:nvPr/>
            </p:nvSpPr>
            <p:spPr>
              <a:xfrm>
                <a:off x="8543778" y="1253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7" name="Freeform 34896">
                <a:extLst>
                  <a:ext uri="{FF2B5EF4-FFF2-40B4-BE49-F238E27FC236}">
                    <a16:creationId xmlns:a16="http://schemas.microsoft.com/office/drawing/2014/main" id="{8C665FC4-9E6C-1778-A02F-FE73859778BE}"/>
                  </a:ext>
                </a:extLst>
              </p:cNvPr>
              <p:cNvSpPr/>
              <p:nvPr/>
            </p:nvSpPr>
            <p:spPr>
              <a:xfrm>
                <a:off x="8544274" y="1331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8" name="Freeform 34897">
                <a:extLst>
                  <a:ext uri="{FF2B5EF4-FFF2-40B4-BE49-F238E27FC236}">
                    <a16:creationId xmlns:a16="http://schemas.microsoft.com/office/drawing/2014/main" id="{947F8201-57F7-F6AB-3767-116F2A8696B4}"/>
                  </a:ext>
                </a:extLst>
              </p:cNvPr>
              <p:cNvSpPr/>
              <p:nvPr/>
            </p:nvSpPr>
            <p:spPr>
              <a:xfrm>
                <a:off x="8544770" y="1151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99" name="Freeform 34898">
                <a:extLst>
                  <a:ext uri="{FF2B5EF4-FFF2-40B4-BE49-F238E27FC236}">
                    <a16:creationId xmlns:a16="http://schemas.microsoft.com/office/drawing/2014/main" id="{D3F5D225-91BB-8D55-7393-E542505A66B5}"/>
                  </a:ext>
                </a:extLst>
              </p:cNvPr>
              <p:cNvSpPr/>
              <p:nvPr/>
            </p:nvSpPr>
            <p:spPr>
              <a:xfrm>
                <a:off x="8545266" y="1206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0" name="Freeform 34899">
                <a:extLst>
                  <a:ext uri="{FF2B5EF4-FFF2-40B4-BE49-F238E27FC236}">
                    <a16:creationId xmlns:a16="http://schemas.microsoft.com/office/drawing/2014/main" id="{60BBEC81-D09E-2A7E-B8EA-FD2238B1E835}"/>
                  </a:ext>
                </a:extLst>
              </p:cNvPr>
              <p:cNvSpPr/>
              <p:nvPr/>
            </p:nvSpPr>
            <p:spPr>
              <a:xfrm>
                <a:off x="8545862" y="1202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1" name="Freeform 34900">
                <a:extLst>
                  <a:ext uri="{FF2B5EF4-FFF2-40B4-BE49-F238E27FC236}">
                    <a16:creationId xmlns:a16="http://schemas.microsoft.com/office/drawing/2014/main" id="{C95321B4-FE55-84AD-54C1-1C0C7D474FFE}"/>
                  </a:ext>
                </a:extLst>
              </p:cNvPr>
              <p:cNvSpPr/>
              <p:nvPr/>
            </p:nvSpPr>
            <p:spPr>
              <a:xfrm>
                <a:off x="8546358" y="1186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2" name="Freeform 34901">
                <a:extLst>
                  <a:ext uri="{FF2B5EF4-FFF2-40B4-BE49-F238E27FC236}">
                    <a16:creationId xmlns:a16="http://schemas.microsoft.com/office/drawing/2014/main" id="{FCF95B79-49AB-AD59-0370-8563B2779CB2}"/>
                  </a:ext>
                </a:extLst>
              </p:cNvPr>
              <p:cNvSpPr/>
              <p:nvPr/>
            </p:nvSpPr>
            <p:spPr>
              <a:xfrm>
                <a:off x="8546854" y="1184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3" name="Freeform 34902">
                <a:extLst>
                  <a:ext uri="{FF2B5EF4-FFF2-40B4-BE49-F238E27FC236}">
                    <a16:creationId xmlns:a16="http://schemas.microsoft.com/office/drawing/2014/main" id="{0C0970F1-96FE-21E3-1A60-2D877E4A6703}"/>
                  </a:ext>
                </a:extLst>
              </p:cNvPr>
              <p:cNvSpPr/>
              <p:nvPr/>
            </p:nvSpPr>
            <p:spPr>
              <a:xfrm>
                <a:off x="8547449" y="1173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4" name="Freeform 34903">
                <a:extLst>
                  <a:ext uri="{FF2B5EF4-FFF2-40B4-BE49-F238E27FC236}">
                    <a16:creationId xmlns:a16="http://schemas.microsoft.com/office/drawing/2014/main" id="{F3D36047-DC0D-1EF8-6DC7-0650298D60EC}"/>
                  </a:ext>
                </a:extLst>
              </p:cNvPr>
              <p:cNvSpPr/>
              <p:nvPr/>
            </p:nvSpPr>
            <p:spPr>
              <a:xfrm>
                <a:off x="8547945" y="1186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5" name="Freeform 34904">
                <a:extLst>
                  <a:ext uri="{FF2B5EF4-FFF2-40B4-BE49-F238E27FC236}">
                    <a16:creationId xmlns:a16="http://schemas.microsoft.com/office/drawing/2014/main" id="{17E6CBE0-EF66-7E50-0B53-ECF567DD6721}"/>
                  </a:ext>
                </a:extLst>
              </p:cNvPr>
              <p:cNvSpPr/>
              <p:nvPr/>
            </p:nvSpPr>
            <p:spPr>
              <a:xfrm>
                <a:off x="8548441" y="1182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6" name="Freeform 34905">
                <a:extLst>
                  <a:ext uri="{FF2B5EF4-FFF2-40B4-BE49-F238E27FC236}">
                    <a16:creationId xmlns:a16="http://schemas.microsoft.com/office/drawing/2014/main" id="{87F30872-6710-3C07-6BE0-C02ADAAE365A}"/>
                  </a:ext>
                </a:extLst>
              </p:cNvPr>
              <p:cNvSpPr/>
              <p:nvPr/>
            </p:nvSpPr>
            <p:spPr>
              <a:xfrm>
                <a:off x="8549037" y="1227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7" name="Freeform 34906">
                <a:extLst>
                  <a:ext uri="{FF2B5EF4-FFF2-40B4-BE49-F238E27FC236}">
                    <a16:creationId xmlns:a16="http://schemas.microsoft.com/office/drawing/2014/main" id="{30C6F50A-0023-36B4-9ADB-D52E59C5E664}"/>
                  </a:ext>
                </a:extLst>
              </p:cNvPr>
              <p:cNvSpPr/>
              <p:nvPr/>
            </p:nvSpPr>
            <p:spPr>
              <a:xfrm>
                <a:off x="8549533" y="1317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8" name="Freeform 34907">
                <a:extLst>
                  <a:ext uri="{FF2B5EF4-FFF2-40B4-BE49-F238E27FC236}">
                    <a16:creationId xmlns:a16="http://schemas.microsoft.com/office/drawing/2014/main" id="{C0A05E95-EF69-D853-7913-60CFDDC110B4}"/>
                  </a:ext>
                </a:extLst>
              </p:cNvPr>
              <p:cNvSpPr/>
              <p:nvPr/>
            </p:nvSpPr>
            <p:spPr>
              <a:xfrm>
                <a:off x="8550029" y="1739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09" name="Freeform 34908">
                <a:extLst>
                  <a:ext uri="{FF2B5EF4-FFF2-40B4-BE49-F238E27FC236}">
                    <a16:creationId xmlns:a16="http://schemas.microsoft.com/office/drawing/2014/main" id="{4BEE579C-3912-4A7F-AFE7-6C0643F0563C}"/>
                  </a:ext>
                </a:extLst>
              </p:cNvPr>
              <p:cNvSpPr/>
              <p:nvPr/>
            </p:nvSpPr>
            <p:spPr>
              <a:xfrm>
                <a:off x="8550624" y="1782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0" name="Freeform 34909">
                <a:extLst>
                  <a:ext uri="{FF2B5EF4-FFF2-40B4-BE49-F238E27FC236}">
                    <a16:creationId xmlns:a16="http://schemas.microsoft.com/office/drawing/2014/main" id="{346C0727-9D31-4C65-EE6F-26639BA84D83}"/>
                  </a:ext>
                </a:extLst>
              </p:cNvPr>
              <p:cNvSpPr/>
              <p:nvPr/>
            </p:nvSpPr>
            <p:spPr>
              <a:xfrm>
                <a:off x="8551120" y="1768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1" name="Freeform 34910">
                <a:extLst>
                  <a:ext uri="{FF2B5EF4-FFF2-40B4-BE49-F238E27FC236}">
                    <a16:creationId xmlns:a16="http://schemas.microsoft.com/office/drawing/2014/main" id="{36DF3D75-9D26-C6F9-9F16-A78EA939A3C6}"/>
                  </a:ext>
                </a:extLst>
              </p:cNvPr>
              <p:cNvSpPr/>
              <p:nvPr/>
            </p:nvSpPr>
            <p:spPr>
              <a:xfrm>
                <a:off x="8551616" y="1762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2" name="Freeform 34911">
                <a:extLst>
                  <a:ext uri="{FF2B5EF4-FFF2-40B4-BE49-F238E27FC236}">
                    <a16:creationId xmlns:a16="http://schemas.microsoft.com/office/drawing/2014/main" id="{9407B7F0-665B-BD9F-46FE-D1D83846579A}"/>
                  </a:ext>
                </a:extLst>
              </p:cNvPr>
              <p:cNvSpPr/>
              <p:nvPr/>
            </p:nvSpPr>
            <p:spPr>
              <a:xfrm>
                <a:off x="8552212" y="1811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3" name="Freeform 34912">
                <a:extLst>
                  <a:ext uri="{FF2B5EF4-FFF2-40B4-BE49-F238E27FC236}">
                    <a16:creationId xmlns:a16="http://schemas.microsoft.com/office/drawing/2014/main" id="{D149265E-4FDA-AE27-AE55-89327737486A}"/>
                  </a:ext>
                </a:extLst>
              </p:cNvPr>
              <p:cNvSpPr/>
              <p:nvPr/>
            </p:nvSpPr>
            <p:spPr>
              <a:xfrm>
                <a:off x="8552708" y="187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4" name="Freeform 34913">
                <a:extLst>
                  <a:ext uri="{FF2B5EF4-FFF2-40B4-BE49-F238E27FC236}">
                    <a16:creationId xmlns:a16="http://schemas.microsoft.com/office/drawing/2014/main" id="{D706BF2C-A389-9E00-A39C-C422C8639B24}"/>
                  </a:ext>
                </a:extLst>
              </p:cNvPr>
              <p:cNvSpPr/>
              <p:nvPr/>
            </p:nvSpPr>
            <p:spPr>
              <a:xfrm>
                <a:off x="8553204" y="1779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5" name="Freeform 34914">
                <a:extLst>
                  <a:ext uri="{FF2B5EF4-FFF2-40B4-BE49-F238E27FC236}">
                    <a16:creationId xmlns:a16="http://schemas.microsoft.com/office/drawing/2014/main" id="{DA129D57-2F09-608C-BAC7-B163110F06F7}"/>
                  </a:ext>
                </a:extLst>
              </p:cNvPr>
              <p:cNvSpPr/>
              <p:nvPr/>
            </p:nvSpPr>
            <p:spPr>
              <a:xfrm>
                <a:off x="8553799" y="1333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6" name="Freeform 34915">
                <a:extLst>
                  <a:ext uri="{FF2B5EF4-FFF2-40B4-BE49-F238E27FC236}">
                    <a16:creationId xmlns:a16="http://schemas.microsoft.com/office/drawing/2014/main" id="{20CB092C-22C2-BC9B-A647-E212E4E9D3EB}"/>
                  </a:ext>
                </a:extLst>
              </p:cNvPr>
              <p:cNvSpPr/>
              <p:nvPr/>
            </p:nvSpPr>
            <p:spPr>
              <a:xfrm>
                <a:off x="8554295" y="1380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7" name="Freeform 34916">
                <a:extLst>
                  <a:ext uri="{FF2B5EF4-FFF2-40B4-BE49-F238E27FC236}">
                    <a16:creationId xmlns:a16="http://schemas.microsoft.com/office/drawing/2014/main" id="{62488561-90FE-37F0-5046-477EF9B1F6FF}"/>
                  </a:ext>
                </a:extLst>
              </p:cNvPr>
              <p:cNvSpPr/>
              <p:nvPr/>
            </p:nvSpPr>
            <p:spPr>
              <a:xfrm>
                <a:off x="8554791" y="1492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8" name="Freeform 34917">
                <a:extLst>
                  <a:ext uri="{FF2B5EF4-FFF2-40B4-BE49-F238E27FC236}">
                    <a16:creationId xmlns:a16="http://schemas.microsoft.com/office/drawing/2014/main" id="{2961EB1E-95C6-0AFD-0433-4A6E978F404C}"/>
                  </a:ext>
                </a:extLst>
              </p:cNvPr>
              <p:cNvSpPr/>
              <p:nvPr/>
            </p:nvSpPr>
            <p:spPr>
              <a:xfrm>
                <a:off x="8555387" y="1467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19" name="Freeform 34918">
                <a:extLst>
                  <a:ext uri="{FF2B5EF4-FFF2-40B4-BE49-F238E27FC236}">
                    <a16:creationId xmlns:a16="http://schemas.microsoft.com/office/drawing/2014/main" id="{6B262C23-A238-7E40-C636-AAD41BEC76FB}"/>
                  </a:ext>
                </a:extLst>
              </p:cNvPr>
              <p:cNvSpPr/>
              <p:nvPr/>
            </p:nvSpPr>
            <p:spPr>
              <a:xfrm>
                <a:off x="8555883" y="1453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0" name="Freeform 34919">
                <a:extLst>
                  <a:ext uri="{FF2B5EF4-FFF2-40B4-BE49-F238E27FC236}">
                    <a16:creationId xmlns:a16="http://schemas.microsoft.com/office/drawing/2014/main" id="{B56A8457-3219-435F-89E1-964EBE6BBD6C}"/>
                  </a:ext>
                </a:extLst>
              </p:cNvPr>
              <p:cNvSpPr/>
              <p:nvPr/>
            </p:nvSpPr>
            <p:spPr>
              <a:xfrm>
                <a:off x="8556379" y="1439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1" name="Freeform 34920">
                <a:extLst>
                  <a:ext uri="{FF2B5EF4-FFF2-40B4-BE49-F238E27FC236}">
                    <a16:creationId xmlns:a16="http://schemas.microsoft.com/office/drawing/2014/main" id="{ECA586CA-BCC4-E046-7A7E-78CFCBA4468A}"/>
                  </a:ext>
                </a:extLst>
              </p:cNvPr>
              <p:cNvSpPr/>
              <p:nvPr/>
            </p:nvSpPr>
            <p:spPr>
              <a:xfrm>
                <a:off x="8556875" y="1384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2" name="Freeform 34921">
                <a:extLst>
                  <a:ext uri="{FF2B5EF4-FFF2-40B4-BE49-F238E27FC236}">
                    <a16:creationId xmlns:a16="http://schemas.microsoft.com/office/drawing/2014/main" id="{EE06FF79-186C-B8DE-E413-358832009146}"/>
                  </a:ext>
                </a:extLst>
              </p:cNvPr>
              <p:cNvSpPr/>
              <p:nvPr/>
            </p:nvSpPr>
            <p:spPr>
              <a:xfrm>
                <a:off x="8557470" y="1332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3" name="Freeform 34922">
                <a:extLst>
                  <a:ext uri="{FF2B5EF4-FFF2-40B4-BE49-F238E27FC236}">
                    <a16:creationId xmlns:a16="http://schemas.microsoft.com/office/drawing/2014/main" id="{40C40AB9-CEAD-E044-1015-973ECF870F97}"/>
                  </a:ext>
                </a:extLst>
              </p:cNvPr>
              <p:cNvSpPr/>
              <p:nvPr/>
            </p:nvSpPr>
            <p:spPr>
              <a:xfrm>
                <a:off x="8557966" y="1297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4" name="Freeform 34923">
                <a:extLst>
                  <a:ext uri="{FF2B5EF4-FFF2-40B4-BE49-F238E27FC236}">
                    <a16:creationId xmlns:a16="http://schemas.microsoft.com/office/drawing/2014/main" id="{3B3DBC36-D52D-ED54-F882-29BD76C0EB1D}"/>
                  </a:ext>
                </a:extLst>
              </p:cNvPr>
              <p:cNvSpPr/>
              <p:nvPr/>
            </p:nvSpPr>
            <p:spPr>
              <a:xfrm>
                <a:off x="8558463" y="1255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5" name="Freeform 34924">
                <a:extLst>
                  <a:ext uri="{FF2B5EF4-FFF2-40B4-BE49-F238E27FC236}">
                    <a16:creationId xmlns:a16="http://schemas.microsoft.com/office/drawing/2014/main" id="{74A74B87-9799-7393-5143-0641F9F9034D}"/>
                  </a:ext>
                </a:extLst>
              </p:cNvPr>
              <p:cNvSpPr/>
              <p:nvPr/>
            </p:nvSpPr>
            <p:spPr>
              <a:xfrm>
                <a:off x="8559058" y="1193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6" name="Freeform 34925">
                <a:extLst>
                  <a:ext uri="{FF2B5EF4-FFF2-40B4-BE49-F238E27FC236}">
                    <a16:creationId xmlns:a16="http://schemas.microsoft.com/office/drawing/2014/main" id="{C7A8E31D-F66C-32FE-61EB-F7CA937264B7}"/>
                  </a:ext>
                </a:extLst>
              </p:cNvPr>
              <p:cNvSpPr/>
              <p:nvPr/>
            </p:nvSpPr>
            <p:spPr>
              <a:xfrm>
                <a:off x="8559554" y="1117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7" name="Freeform 34926">
                <a:extLst>
                  <a:ext uri="{FF2B5EF4-FFF2-40B4-BE49-F238E27FC236}">
                    <a16:creationId xmlns:a16="http://schemas.microsoft.com/office/drawing/2014/main" id="{9C8A49BE-B633-5E03-39AA-5B80A9FB2089}"/>
                  </a:ext>
                </a:extLst>
              </p:cNvPr>
              <p:cNvSpPr/>
              <p:nvPr/>
            </p:nvSpPr>
            <p:spPr>
              <a:xfrm>
                <a:off x="8560050" y="1095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8" name="Freeform 34927">
                <a:extLst>
                  <a:ext uri="{FF2B5EF4-FFF2-40B4-BE49-F238E27FC236}">
                    <a16:creationId xmlns:a16="http://schemas.microsoft.com/office/drawing/2014/main" id="{F70956FA-0BE7-8B00-27FC-187AEA5AC124}"/>
                  </a:ext>
                </a:extLst>
              </p:cNvPr>
              <p:cNvSpPr/>
              <p:nvPr/>
            </p:nvSpPr>
            <p:spPr>
              <a:xfrm>
                <a:off x="8560645" y="1101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29" name="Freeform 34928">
                <a:extLst>
                  <a:ext uri="{FF2B5EF4-FFF2-40B4-BE49-F238E27FC236}">
                    <a16:creationId xmlns:a16="http://schemas.microsoft.com/office/drawing/2014/main" id="{4D9B84E7-B74D-39CB-4720-F5A8887E5F40}"/>
                  </a:ext>
                </a:extLst>
              </p:cNvPr>
              <p:cNvSpPr/>
              <p:nvPr/>
            </p:nvSpPr>
            <p:spPr>
              <a:xfrm>
                <a:off x="8561141" y="1244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0" name="Freeform 34929">
                <a:extLst>
                  <a:ext uri="{FF2B5EF4-FFF2-40B4-BE49-F238E27FC236}">
                    <a16:creationId xmlns:a16="http://schemas.microsoft.com/office/drawing/2014/main" id="{0E509AA4-0388-C6B7-678E-79B91AAFE128}"/>
                  </a:ext>
                </a:extLst>
              </p:cNvPr>
              <p:cNvSpPr/>
              <p:nvPr/>
            </p:nvSpPr>
            <p:spPr>
              <a:xfrm>
                <a:off x="8561638" y="1246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1" name="Freeform 34930">
                <a:extLst>
                  <a:ext uri="{FF2B5EF4-FFF2-40B4-BE49-F238E27FC236}">
                    <a16:creationId xmlns:a16="http://schemas.microsoft.com/office/drawing/2014/main" id="{BD25306D-D1D2-07AD-4F4B-99BF005B5C08}"/>
                  </a:ext>
                </a:extLst>
              </p:cNvPr>
              <p:cNvSpPr/>
              <p:nvPr/>
            </p:nvSpPr>
            <p:spPr>
              <a:xfrm>
                <a:off x="8562233" y="1548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2" name="Freeform 34931">
                <a:extLst>
                  <a:ext uri="{FF2B5EF4-FFF2-40B4-BE49-F238E27FC236}">
                    <a16:creationId xmlns:a16="http://schemas.microsoft.com/office/drawing/2014/main" id="{654A4272-F217-DB96-203B-53560157AB48}"/>
                  </a:ext>
                </a:extLst>
              </p:cNvPr>
              <p:cNvSpPr/>
              <p:nvPr/>
            </p:nvSpPr>
            <p:spPr>
              <a:xfrm>
                <a:off x="8562729" y="1684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3" name="Freeform 34932">
                <a:extLst>
                  <a:ext uri="{FF2B5EF4-FFF2-40B4-BE49-F238E27FC236}">
                    <a16:creationId xmlns:a16="http://schemas.microsoft.com/office/drawing/2014/main" id="{5C0F9097-23B9-688C-225B-856FEA541568}"/>
                  </a:ext>
                </a:extLst>
              </p:cNvPr>
              <p:cNvSpPr/>
              <p:nvPr/>
            </p:nvSpPr>
            <p:spPr>
              <a:xfrm>
                <a:off x="8563225" y="1712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4" name="Freeform 34933">
                <a:extLst>
                  <a:ext uri="{FF2B5EF4-FFF2-40B4-BE49-F238E27FC236}">
                    <a16:creationId xmlns:a16="http://schemas.microsoft.com/office/drawing/2014/main" id="{03167C17-F99D-374B-ADA0-056A17430CE5}"/>
                  </a:ext>
                </a:extLst>
              </p:cNvPr>
              <p:cNvSpPr/>
              <p:nvPr/>
            </p:nvSpPr>
            <p:spPr>
              <a:xfrm>
                <a:off x="8563820" y="1683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5" name="Freeform 34934">
                <a:extLst>
                  <a:ext uri="{FF2B5EF4-FFF2-40B4-BE49-F238E27FC236}">
                    <a16:creationId xmlns:a16="http://schemas.microsoft.com/office/drawing/2014/main" id="{58C53407-4B9D-6EBD-D5E4-AA563F3B654F}"/>
                  </a:ext>
                </a:extLst>
              </p:cNvPr>
              <p:cNvSpPr/>
              <p:nvPr/>
            </p:nvSpPr>
            <p:spPr>
              <a:xfrm>
                <a:off x="8564316" y="1675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6" name="Freeform 34935">
                <a:extLst>
                  <a:ext uri="{FF2B5EF4-FFF2-40B4-BE49-F238E27FC236}">
                    <a16:creationId xmlns:a16="http://schemas.microsoft.com/office/drawing/2014/main" id="{9A3E7ACE-F2AC-A7D8-1E4F-ADD0A93150C5}"/>
                  </a:ext>
                </a:extLst>
              </p:cNvPr>
              <p:cNvSpPr/>
              <p:nvPr/>
            </p:nvSpPr>
            <p:spPr>
              <a:xfrm>
                <a:off x="8564813" y="1669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7" name="Freeform 34936">
                <a:extLst>
                  <a:ext uri="{FF2B5EF4-FFF2-40B4-BE49-F238E27FC236}">
                    <a16:creationId xmlns:a16="http://schemas.microsoft.com/office/drawing/2014/main" id="{4B2734EC-2CB7-DFB1-71BB-BB2FE9D28D5D}"/>
                  </a:ext>
                </a:extLst>
              </p:cNvPr>
              <p:cNvSpPr/>
              <p:nvPr/>
            </p:nvSpPr>
            <p:spPr>
              <a:xfrm>
                <a:off x="8565408" y="1640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8" name="Freeform 34937">
                <a:extLst>
                  <a:ext uri="{FF2B5EF4-FFF2-40B4-BE49-F238E27FC236}">
                    <a16:creationId xmlns:a16="http://schemas.microsoft.com/office/drawing/2014/main" id="{3AE1C77B-FAB6-A5EA-AAC7-8F7BA0BC4D0F}"/>
                  </a:ext>
                </a:extLst>
              </p:cNvPr>
              <p:cNvSpPr/>
              <p:nvPr/>
            </p:nvSpPr>
            <p:spPr>
              <a:xfrm>
                <a:off x="8565904" y="1529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39" name="Freeform 34938">
                <a:extLst>
                  <a:ext uri="{FF2B5EF4-FFF2-40B4-BE49-F238E27FC236}">
                    <a16:creationId xmlns:a16="http://schemas.microsoft.com/office/drawing/2014/main" id="{FF5074FD-BDEC-34AA-6690-12245A682FF5}"/>
                  </a:ext>
                </a:extLst>
              </p:cNvPr>
              <p:cNvSpPr/>
              <p:nvPr/>
            </p:nvSpPr>
            <p:spPr>
              <a:xfrm>
                <a:off x="8566400" y="1420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0" name="Freeform 34939">
                <a:extLst>
                  <a:ext uri="{FF2B5EF4-FFF2-40B4-BE49-F238E27FC236}">
                    <a16:creationId xmlns:a16="http://schemas.microsoft.com/office/drawing/2014/main" id="{134B7A31-8218-DEB6-FD88-543C57777702}"/>
                  </a:ext>
                </a:extLst>
              </p:cNvPr>
              <p:cNvSpPr/>
              <p:nvPr/>
            </p:nvSpPr>
            <p:spPr>
              <a:xfrm>
                <a:off x="8566995" y="138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1" name="Freeform 34940">
                <a:extLst>
                  <a:ext uri="{FF2B5EF4-FFF2-40B4-BE49-F238E27FC236}">
                    <a16:creationId xmlns:a16="http://schemas.microsoft.com/office/drawing/2014/main" id="{4AC842CA-1246-4ECD-0D22-4B76FA2CB95D}"/>
                  </a:ext>
                </a:extLst>
              </p:cNvPr>
              <p:cNvSpPr/>
              <p:nvPr/>
            </p:nvSpPr>
            <p:spPr>
              <a:xfrm>
                <a:off x="8567491" y="1466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2" name="Freeform 34941">
                <a:extLst>
                  <a:ext uri="{FF2B5EF4-FFF2-40B4-BE49-F238E27FC236}">
                    <a16:creationId xmlns:a16="http://schemas.microsoft.com/office/drawing/2014/main" id="{76488FB3-221D-69B3-A695-D7FEA8235B11}"/>
                  </a:ext>
                </a:extLst>
              </p:cNvPr>
              <p:cNvSpPr/>
              <p:nvPr/>
            </p:nvSpPr>
            <p:spPr>
              <a:xfrm>
                <a:off x="8567988" y="1484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3" name="Freeform 34942">
                <a:extLst>
                  <a:ext uri="{FF2B5EF4-FFF2-40B4-BE49-F238E27FC236}">
                    <a16:creationId xmlns:a16="http://schemas.microsoft.com/office/drawing/2014/main" id="{522A429E-349E-DCAD-AB82-81EB129CA3D7}"/>
                  </a:ext>
                </a:extLst>
              </p:cNvPr>
              <p:cNvSpPr/>
              <p:nvPr/>
            </p:nvSpPr>
            <p:spPr>
              <a:xfrm>
                <a:off x="8568484" y="1470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4" name="Freeform 34943">
                <a:extLst>
                  <a:ext uri="{FF2B5EF4-FFF2-40B4-BE49-F238E27FC236}">
                    <a16:creationId xmlns:a16="http://schemas.microsoft.com/office/drawing/2014/main" id="{530036A8-9D73-6431-6FE0-BC761B4B8EDE}"/>
                  </a:ext>
                </a:extLst>
              </p:cNvPr>
              <p:cNvSpPr/>
              <p:nvPr/>
            </p:nvSpPr>
            <p:spPr>
              <a:xfrm>
                <a:off x="8569079" y="1449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5" name="Freeform 34944">
                <a:extLst>
                  <a:ext uri="{FF2B5EF4-FFF2-40B4-BE49-F238E27FC236}">
                    <a16:creationId xmlns:a16="http://schemas.microsoft.com/office/drawing/2014/main" id="{07C00613-1C24-66DA-6F93-3F1BDC5676D4}"/>
                  </a:ext>
                </a:extLst>
              </p:cNvPr>
              <p:cNvSpPr/>
              <p:nvPr/>
            </p:nvSpPr>
            <p:spPr>
              <a:xfrm>
                <a:off x="8569575" y="1376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6" name="Freeform 34945">
                <a:extLst>
                  <a:ext uri="{FF2B5EF4-FFF2-40B4-BE49-F238E27FC236}">
                    <a16:creationId xmlns:a16="http://schemas.microsoft.com/office/drawing/2014/main" id="{54CF710E-D85A-3F88-F7AC-D3E718524D26}"/>
                  </a:ext>
                </a:extLst>
              </p:cNvPr>
              <p:cNvSpPr/>
              <p:nvPr/>
            </p:nvSpPr>
            <p:spPr>
              <a:xfrm>
                <a:off x="8570071" y="1340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7" name="Freeform 34946">
                <a:extLst>
                  <a:ext uri="{FF2B5EF4-FFF2-40B4-BE49-F238E27FC236}">
                    <a16:creationId xmlns:a16="http://schemas.microsoft.com/office/drawing/2014/main" id="{2639521A-DB8F-71D6-59B7-8C01D994CA9E}"/>
                  </a:ext>
                </a:extLst>
              </p:cNvPr>
              <p:cNvSpPr/>
              <p:nvPr/>
            </p:nvSpPr>
            <p:spPr>
              <a:xfrm>
                <a:off x="8570666" y="1307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8" name="Freeform 34947">
                <a:extLst>
                  <a:ext uri="{FF2B5EF4-FFF2-40B4-BE49-F238E27FC236}">
                    <a16:creationId xmlns:a16="http://schemas.microsoft.com/office/drawing/2014/main" id="{C53B6529-915B-FCE2-BDAA-AFB352FC13CA}"/>
                  </a:ext>
                </a:extLst>
              </p:cNvPr>
              <p:cNvSpPr/>
              <p:nvPr/>
            </p:nvSpPr>
            <p:spPr>
              <a:xfrm>
                <a:off x="8571163" y="1314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49" name="Freeform 34948">
                <a:extLst>
                  <a:ext uri="{FF2B5EF4-FFF2-40B4-BE49-F238E27FC236}">
                    <a16:creationId xmlns:a16="http://schemas.microsoft.com/office/drawing/2014/main" id="{ABE9D2CA-F0A2-4ABE-52D0-C7B9CF257A17}"/>
                  </a:ext>
                </a:extLst>
              </p:cNvPr>
              <p:cNvSpPr/>
              <p:nvPr/>
            </p:nvSpPr>
            <p:spPr>
              <a:xfrm>
                <a:off x="8571659" y="1251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0" name="Freeform 34949">
                <a:extLst>
                  <a:ext uri="{FF2B5EF4-FFF2-40B4-BE49-F238E27FC236}">
                    <a16:creationId xmlns:a16="http://schemas.microsoft.com/office/drawing/2014/main" id="{214AD673-95AD-48FF-5713-02D1F35B9CE5}"/>
                  </a:ext>
                </a:extLst>
              </p:cNvPr>
              <p:cNvSpPr/>
              <p:nvPr/>
            </p:nvSpPr>
            <p:spPr>
              <a:xfrm>
                <a:off x="8572254" y="1178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1" name="Freeform 34950">
                <a:extLst>
                  <a:ext uri="{FF2B5EF4-FFF2-40B4-BE49-F238E27FC236}">
                    <a16:creationId xmlns:a16="http://schemas.microsoft.com/office/drawing/2014/main" id="{27B3DDB5-312A-3A64-26EB-333F7EB5F6F9}"/>
                  </a:ext>
                </a:extLst>
              </p:cNvPr>
              <p:cNvSpPr/>
              <p:nvPr/>
            </p:nvSpPr>
            <p:spPr>
              <a:xfrm>
                <a:off x="8572750" y="1132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2" name="Freeform 34951">
                <a:extLst>
                  <a:ext uri="{FF2B5EF4-FFF2-40B4-BE49-F238E27FC236}">
                    <a16:creationId xmlns:a16="http://schemas.microsoft.com/office/drawing/2014/main" id="{E79C58D0-AB86-E86D-FDD0-EEC24AC404AF}"/>
                  </a:ext>
                </a:extLst>
              </p:cNvPr>
              <p:cNvSpPr/>
              <p:nvPr/>
            </p:nvSpPr>
            <p:spPr>
              <a:xfrm>
                <a:off x="8573246" y="1144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3" name="Freeform 34952">
                <a:extLst>
                  <a:ext uri="{FF2B5EF4-FFF2-40B4-BE49-F238E27FC236}">
                    <a16:creationId xmlns:a16="http://schemas.microsoft.com/office/drawing/2014/main" id="{53545696-56C3-F29B-617C-8016E1F4E692}"/>
                  </a:ext>
                </a:extLst>
              </p:cNvPr>
              <p:cNvSpPr/>
              <p:nvPr/>
            </p:nvSpPr>
            <p:spPr>
              <a:xfrm>
                <a:off x="8573841" y="1215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4" name="Freeform 34953">
                <a:extLst>
                  <a:ext uri="{FF2B5EF4-FFF2-40B4-BE49-F238E27FC236}">
                    <a16:creationId xmlns:a16="http://schemas.microsoft.com/office/drawing/2014/main" id="{4BCB7D12-26EC-E4E5-0993-855A2102CA96}"/>
                  </a:ext>
                </a:extLst>
              </p:cNvPr>
              <p:cNvSpPr/>
              <p:nvPr/>
            </p:nvSpPr>
            <p:spPr>
              <a:xfrm>
                <a:off x="8574338" y="1281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5" name="Freeform 34954">
                <a:extLst>
                  <a:ext uri="{FF2B5EF4-FFF2-40B4-BE49-F238E27FC236}">
                    <a16:creationId xmlns:a16="http://schemas.microsoft.com/office/drawing/2014/main" id="{FA25C774-B8DA-D78C-E42B-E07585BA716A}"/>
                  </a:ext>
                </a:extLst>
              </p:cNvPr>
              <p:cNvSpPr/>
              <p:nvPr/>
            </p:nvSpPr>
            <p:spPr>
              <a:xfrm>
                <a:off x="8574834" y="1692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6" name="Freeform 34955">
                <a:extLst>
                  <a:ext uri="{FF2B5EF4-FFF2-40B4-BE49-F238E27FC236}">
                    <a16:creationId xmlns:a16="http://schemas.microsoft.com/office/drawing/2014/main" id="{E69D5A70-ACCE-9DFA-8A16-244AEBC44D4E}"/>
                  </a:ext>
                </a:extLst>
              </p:cNvPr>
              <p:cNvSpPr/>
              <p:nvPr/>
            </p:nvSpPr>
            <p:spPr>
              <a:xfrm>
                <a:off x="8575429" y="2018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7" name="Freeform 34956">
                <a:extLst>
                  <a:ext uri="{FF2B5EF4-FFF2-40B4-BE49-F238E27FC236}">
                    <a16:creationId xmlns:a16="http://schemas.microsoft.com/office/drawing/2014/main" id="{1EB4DC11-2B9B-C336-45B2-CA5EB29B659E}"/>
                  </a:ext>
                </a:extLst>
              </p:cNvPr>
              <p:cNvSpPr/>
              <p:nvPr/>
            </p:nvSpPr>
            <p:spPr>
              <a:xfrm>
                <a:off x="8575925" y="2031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8" name="Freeform 34957">
                <a:extLst>
                  <a:ext uri="{FF2B5EF4-FFF2-40B4-BE49-F238E27FC236}">
                    <a16:creationId xmlns:a16="http://schemas.microsoft.com/office/drawing/2014/main" id="{754F5CFC-9B5B-DE70-9136-092E16931F74}"/>
                  </a:ext>
                </a:extLst>
              </p:cNvPr>
              <p:cNvSpPr/>
              <p:nvPr/>
            </p:nvSpPr>
            <p:spPr>
              <a:xfrm>
                <a:off x="8576421" y="201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59" name="Freeform 34958">
                <a:extLst>
                  <a:ext uri="{FF2B5EF4-FFF2-40B4-BE49-F238E27FC236}">
                    <a16:creationId xmlns:a16="http://schemas.microsoft.com/office/drawing/2014/main" id="{241243D0-E0BE-32AB-B760-D707B3FEC83B}"/>
                  </a:ext>
                </a:extLst>
              </p:cNvPr>
              <p:cNvSpPr/>
              <p:nvPr/>
            </p:nvSpPr>
            <p:spPr>
              <a:xfrm>
                <a:off x="8577016" y="1994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0" name="Freeform 34959">
                <a:extLst>
                  <a:ext uri="{FF2B5EF4-FFF2-40B4-BE49-F238E27FC236}">
                    <a16:creationId xmlns:a16="http://schemas.microsoft.com/office/drawing/2014/main" id="{DFC3ED11-6DC2-CE89-E616-D91CF47E8A34}"/>
                  </a:ext>
                </a:extLst>
              </p:cNvPr>
              <p:cNvSpPr/>
              <p:nvPr/>
            </p:nvSpPr>
            <p:spPr>
              <a:xfrm>
                <a:off x="8577513" y="2000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1" name="Freeform 34960">
                <a:extLst>
                  <a:ext uri="{FF2B5EF4-FFF2-40B4-BE49-F238E27FC236}">
                    <a16:creationId xmlns:a16="http://schemas.microsoft.com/office/drawing/2014/main" id="{39820C94-64FB-6E82-2906-5860B85BCA6A}"/>
                  </a:ext>
                </a:extLst>
              </p:cNvPr>
              <p:cNvSpPr/>
              <p:nvPr/>
            </p:nvSpPr>
            <p:spPr>
              <a:xfrm>
                <a:off x="8578009" y="2019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2" name="Freeform 34961">
                <a:extLst>
                  <a:ext uri="{FF2B5EF4-FFF2-40B4-BE49-F238E27FC236}">
                    <a16:creationId xmlns:a16="http://schemas.microsoft.com/office/drawing/2014/main" id="{0B859543-ECC5-9C7E-D721-084258AD867A}"/>
                  </a:ext>
                </a:extLst>
              </p:cNvPr>
              <p:cNvSpPr/>
              <p:nvPr/>
            </p:nvSpPr>
            <p:spPr>
              <a:xfrm>
                <a:off x="8578604" y="1990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3" name="Freeform 34962">
                <a:extLst>
                  <a:ext uri="{FF2B5EF4-FFF2-40B4-BE49-F238E27FC236}">
                    <a16:creationId xmlns:a16="http://schemas.microsoft.com/office/drawing/2014/main" id="{63771985-858B-9E80-F420-D7D0A1936C3F}"/>
                  </a:ext>
                </a:extLst>
              </p:cNvPr>
              <p:cNvSpPr/>
              <p:nvPr/>
            </p:nvSpPr>
            <p:spPr>
              <a:xfrm>
                <a:off x="8579100" y="1532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4" name="Freeform 34963">
                <a:extLst>
                  <a:ext uri="{FF2B5EF4-FFF2-40B4-BE49-F238E27FC236}">
                    <a16:creationId xmlns:a16="http://schemas.microsoft.com/office/drawing/2014/main" id="{FACA4690-407B-DF70-D0BA-44186D37CB85}"/>
                  </a:ext>
                </a:extLst>
              </p:cNvPr>
              <p:cNvSpPr/>
              <p:nvPr/>
            </p:nvSpPr>
            <p:spPr>
              <a:xfrm>
                <a:off x="8579596" y="1326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5" name="Freeform 34964">
                <a:extLst>
                  <a:ext uri="{FF2B5EF4-FFF2-40B4-BE49-F238E27FC236}">
                    <a16:creationId xmlns:a16="http://schemas.microsoft.com/office/drawing/2014/main" id="{59A3B59F-C752-5690-BF16-3291202C1934}"/>
                  </a:ext>
                </a:extLst>
              </p:cNvPr>
              <p:cNvSpPr/>
              <p:nvPr/>
            </p:nvSpPr>
            <p:spPr>
              <a:xfrm>
                <a:off x="8580191" y="1398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6" name="Freeform 34965">
                <a:extLst>
                  <a:ext uri="{FF2B5EF4-FFF2-40B4-BE49-F238E27FC236}">
                    <a16:creationId xmlns:a16="http://schemas.microsoft.com/office/drawing/2014/main" id="{B6291B7D-37F0-D6D9-7918-B51247624932}"/>
                  </a:ext>
                </a:extLst>
              </p:cNvPr>
              <p:cNvSpPr/>
              <p:nvPr/>
            </p:nvSpPr>
            <p:spPr>
              <a:xfrm>
                <a:off x="8580688" y="1380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7" name="Freeform 34966">
                <a:extLst>
                  <a:ext uri="{FF2B5EF4-FFF2-40B4-BE49-F238E27FC236}">
                    <a16:creationId xmlns:a16="http://schemas.microsoft.com/office/drawing/2014/main" id="{459FCAEB-984C-6A42-F4AD-28033E5F8231}"/>
                  </a:ext>
                </a:extLst>
              </p:cNvPr>
              <p:cNvSpPr/>
              <p:nvPr/>
            </p:nvSpPr>
            <p:spPr>
              <a:xfrm>
                <a:off x="8581184" y="1358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8" name="Freeform 34967">
                <a:extLst>
                  <a:ext uri="{FF2B5EF4-FFF2-40B4-BE49-F238E27FC236}">
                    <a16:creationId xmlns:a16="http://schemas.microsoft.com/office/drawing/2014/main" id="{E159C5B0-4B94-55E3-32C9-9502FFD137AC}"/>
                  </a:ext>
                </a:extLst>
              </p:cNvPr>
              <p:cNvSpPr/>
              <p:nvPr/>
            </p:nvSpPr>
            <p:spPr>
              <a:xfrm>
                <a:off x="8581680" y="1331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69" name="Freeform 34968">
                <a:extLst>
                  <a:ext uri="{FF2B5EF4-FFF2-40B4-BE49-F238E27FC236}">
                    <a16:creationId xmlns:a16="http://schemas.microsoft.com/office/drawing/2014/main" id="{EB6A457C-402B-C447-4F2D-51412E1BF83C}"/>
                  </a:ext>
                </a:extLst>
              </p:cNvPr>
              <p:cNvSpPr/>
              <p:nvPr/>
            </p:nvSpPr>
            <p:spPr>
              <a:xfrm>
                <a:off x="8582275" y="1313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0" name="Freeform 34969">
                <a:extLst>
                  <a:ext uri="{FF2B5EF4-FFF2-40B4-BE49-F238E27FC236}">
                    <a16:creationId xmlns:a16="http://schemas.microsoft.com/office/drawing/2014/main" id="{F29CA564-DD7C-9645-1C65-B72A67B53A84}"/>
                  </a:ext>
                </a:extLst>
              </p:cNvPr>
              <p:cNvSpPr/>
              <p:nvPr/>
            </p:nvSpPr>
            <p:spPr>
              <a:xfrm>
                <a:off x="8582771" y="1263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1" name="Freeform 34970">
                <a:extLst>
                  <a:ext uri="{FF2B5EF4-FFF2-40B4-BE49-F238E27FC236}">
                    <a16:creationId xmlns:a16="http://schemas.microsoft.com/office/drawing/2014/main" id="{9B3B9F2D-3565-0520-1CD0-6360AC6FC647}"/>
                  </a:ext>
                </a:extLst>
              </p:cNvPr>
              <p:cNvSpPr/>
              <p:nvPr/>
            </p:nvSpPr>
            <p:spPr>
              <a:xfrm>
                <a:off x="8583267" y="1201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2" name="Freeform 34971">
                <a:extLst>
                  <a:ext uri="{FF2B5EF4-FFF2-40B4-BE49-F238E27FC236}">
                    <a16:creationId xmlns:a16="http://schemas.microsoft.com/office/drawing/2014/main" id="{5902CDDB-2E2E-8E98-00AD-14D74F137534}"/>
                  </a:ext>
                </a:extLst>
              </p:cNvPr>
              <p:cNvSpPr/>
              <p:nvPr/>
            </p:nvSpPr>
            <p:spPr>
              <a:xfrm>
                <a:off x="8583863" y="1151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3" name="Freeform 34972">
                <a:extLst>
                  <a:ext uri="{FF2B5EF4-FFF2-40B4-BE49-F238E27FC236}">
                    <a16:creationId xmlns:a16="http://schemas.microsoft.com/office/drawing/2014/main" id="{55818F67-5B10-415C-B85E-79DBAEFF6D64}"/>
                  </a:ext>
                </a:extLst>
              </p:cNvPr>
              <p:cNvSpPr/>
              <p:nvPr/>
            </p:nvSpPr>
            <p:spPr>
              <a:xfrm>
                <a:off x="8584359" y="1126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4" name="Freeform 34973">
                <a:extLst>
                  <a:ext uri="{FF2B5EF4-FFF2-40B4-BE49-F238E27FC236}">
                    <a16:creationId xmlns:a16="http://schemas.microsoft.com/office/drawing/2014/main" id="{16C9F939-A900-B28F-B010-43FD940EA858}"/>
                  </a:ext>
                </a:extLst>
              </p:cNvPr>
              <p:cNvSpPr/>
              <p:nvPr/>
            </p:nvSpPr>
            <p:spPr>
              <a:xfrm>
                <a:off x="8584855" y="1064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5" name="Freeform 34974">
                <a:extLst>
                  <a:ext uri="{FF2B5EF4-FFF2-40B4-BE49-F238E27FC236}">
                    <a16:creationId xmlns:a16="http://schemas.microsoft.com/office/drawing/2014/main" id="{296AD321-D7DF-2040-409F-B7D17D87610B}"/>
                  </a:ext>
                </a:extLst>
              </p:cNvPr>
              <p:cNvSpPr/>
              <p:nvPr/>
            </p:nvSpPr>
            <p:spPr>
              <a:xfrm>
                <a:off x="8585450" y="1049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6" name="Freeform 34975">
                <a:extLst>
                  <a:ext uri="{FF2B5EF4-FFF2-40B4-BE49-F238E27FC236}">
                    <a16:creationId xmlns:a16="http://schemas.microsoft.com/office/drawing/2014/main" id="{9EFF8B8C-E0DF-B01B-45D7-DD14BD7DF341}"/>
                  </a:ext>
                </a:extLst>
              </p:cNvPr>
              <p:cNvSpPr/>
              <p:nvPr/>
            </p:nvSpPr>
            <p:spPr>
              <a:xfrm>
                <a:off x="8585946" y="110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7" name="Freeform 34976">
                <a:extLst>
                  <a:ext uri="{FF2B5EF4-FFF2-40B4-BE49-F238E27FC236}">
                    <a16:creationId xmlns:a16="http://schemas.microsoft.com/office/drawing/2014/main" id="{A791DC49-54CA-72F3-D0B6-6D791C68E766}"/>
                  </a:ext>
                </a:extLst>
              </p:cNvPr>
              <p:cNvSpPr/>
              <p:nvPr/>
            </p:nvSpPr>
            <p:spPr>
              <a:xfrm>
                <a:off x="8586442" y="121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8" name="Freeform 34977">
                <a:extLst>
                  <a:ext uri="{FF2B5EF4-FFF2-40B4-BE49-F238E27FC236}">
                    <a16:creationId xmlns:a16="http://schemas.microsoft.com/office/drawing/2014/main" id="{060B2E2D-270B-F604-5915-2BE0C9761D31}"/>
                  </a:ext>
                </a:extLst>
              </p:cNvPr>
              <p:cNvSpPr/>
              <p:nvPr/>
            </p:nvSpPr>
            <p:spPr>
              <a:xfrm>
                <a:off x="8587038" y="1260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79" name="Freeform 34978">
                <a:extLst>
                  <a:ext uri="{FF2B5EF4-FFF2-40B4-BE49-F238E27FC236}">
                    <a16:creationId xmlns:a16="http://schemas.microsoft.com/office/drawing/2014/main" id="{4EE53B21-7518-7067-BD70-08195A959116}"/>
                  </a:ext>
                </a:extLst>
              </p:cNvPr>
              <p:cNvSpPr/>
              <p:nvPr/>
            </p:nvSpPr>
            <p:spPr>
              <a:xfrm>
                <a:off x="8587534" y="1242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0" name="Freeform 34979">
                <a:extLst>
                  <a:ext uri="{FF2B5EF4-FFF2-40B4-BE49-F238E27FC236}">
                    <a16:creationId xmlns:a16="http://schemas.microsoft.com/office/drawing/2014/main" id="{6E522FE4-1063-2BC6-85F9-BBFD2EAA6F23}"/>
                  </a:ext>
                </a:extLst>
              </p:cNvPr>
              <p:cNvSpPr/>
              <p:nvPr/>
            </p:nvSpPr>
            <p:spPr>
              <a:xfrm>
                <a:off x="8588030" y="1615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1" name="Freeform 34980">
                <a:extLst>
                  <a:ext uri="{FF2B5EF4-FFF2-40B4-BE49-F238E27FC236}">
                    <a16:creationId xmlns:a16="http://schemas.microsoft.com/office/drawing/2014/main" id="{A27756ED-B3C2-B8DB-4E55-5C98FA0DC82B}"/>
                  </a:ext>
                </a:extLst>
              </p:cNvPr>
              <p:cNvSpPr/>
              <p:nvPr/>
            </p:nvSpPr>
            <p:spPr>
              <a:xfrm>
                <a:off x="8588625" y="1717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2" name="Freeform 34981">
                <a:extLst>
                  <a:ext uri="{FF2B5EF4-FFF2-40B4-BE49-F238E27FC236}">
                    <a16:creationId xmlns:a16="http://schemas.microsoft.com/office/drawing/2014/main" id="{083CADBA-157E-D015-E415-35F24061CC54}"/>
                  </a:ext>
                </a:extLst>
              </p:cNvPr>
              <p:cNvSpPr/>
              <p:nvPr/>
            </p:nvSpPr>
            <p:spPr>
              <a:xfrm>
                <a:off x="8589121" y="1721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3" name="Freeform 34982">
                <a:extLst>
                  <a:ext uri="{FF2B5EF4-FFF2-40B4-BE49-F238E27FC236}">
                    <a16:creationId xmlns:a16="http://schemas.microsoft.com/office/drawing/2014/main" id="{8D03472B-66B5-70E2-DE63-2ABC65884FA6}"/>
                  </a:ext>
                </a:extLst>
              </p:cNvPr>
              <p:cNvSpPr/>
              <p:nvPr/>
            </p:nvSpPr>
            <p:spPr>
              <a:xfrm>
                <a:off x="8589617" y="1682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4" name="Freeform 34983">
                <a:extLst>
                  <a:ext uri="{FF2B5EF4-FFF2-40B4-BE49-F238E27FC236}">
                    <a16:creationId xmlns:a16="http://schemas.microsoft.com/office/drawing/2014/main" id="{3AECA8B6-BB18-6915-0630-9D3FA105AEEC}"/>
                  </a:ext>
                </a:extLst>
              </p:cNvPr>
              <p:cNvSpPr/>
              <p:nvPr/>
            </p:nvSpPr>
            <p:spPr>
              <a:xfrm>
                <a:off x="8590213" y="1664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5" name="Freeform 34984">
                <a:extLst>
                  <a:ext uri="{FF2B5EF4-FFF2-40B4-BE49-F238E27FC236}">
                    <a16:creationId xmlns:a16="http://schemas.microsoft.com/office/drawing/2014/main" id="{0B2180F8-4179-E40A-18E1-54E36A7B56A4}"/>
                  </a:ext>
                </a:extLst>
              </p:cNvPr>
              <p:cNvSpPr/>
              <p:nvPr/>
            </p:nvSpPr>
            <p:spPr>
              <a:xfrm>
                <a:off x="8590709" y="1451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6" name="Freeform 34985">
                <a:extLst>
                  <a:ext uri="{FF2B5EF4-FFF2-40B4-BE49-F238E27FC236}">
                    <a16:creationId xmlns:a16="http://schemas.microsoft.com/office/drawing/2014/main" id="{A4A5CBEE-6EFE-A445-BD69-D64B5FC1A92E}"/>
                  </a:ext>
                </a:extLst>
              </p:cNvPr>
              <p:cNvSpPr/>
              <p:nvPr/>
            </p:nvSpPr>
            <p:spPr>
              <a:xfrm>
                <a:off x="8591205" y="1392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7" name="Freeform 34986">
                <a:extLst>
                  <a:ext uri="{FF2B5EF4-FFF2-40B4-BE49-F238E27FC236}">
                    <a16:creationId xmlns:a16="http://schemas.microsoft.com/office/drawing/2014/main" id="{F3EE0D7D-1AD0-37EB-0C62-26188B0D55BF}"/>
                  </a:ext>
                </a:extLst>
              </p:cNvPr>
              <p:cNvSpPr/>
              <p:nvPr/>
            </p:nvSpPr>
            <p:spPr>
              <a:xfrm>
                <a:off x="8591800" y="1276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8" name="Freeform 34987">
                <a:extLst>
                  <a:ext uri="{FF2B5EF4-FFF2-40B4-BE49-F238E27FC236}">
                    <a16:creationId xmlns:a16="http://schemas.microsoft.com/office/drawing/2014/main" id="{0A92B800-DFE0-F890-B147-8AF4303A2774}"/>
                  </a:ext>
                </a:extLst>
              </p:cNvPr>
              <p:cNvSpPr/>
              <p:nvPr/>
            </p:nvSpPr>
            <p:spPr>
              <a:xfrm>
                <a:off x="8592296" y="1344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89" name="Freeform 34988">
                <a:extLst>
                  <a:ext uri="{FF2B5EF4-FFF2-40B4-BE49-F238E27FC236}">
                    <a16:creationId xmlns:a16="http://schemas.microsoft.com/office/drawing/2014/main" id="{68EA1254-6D4B-EA53-60B9-22391C1BBEBD}"/>
                  </a:ext>
                </a:extLst>
              </p:cNvPr>
              <p:cNvSpPr/>
              <p:nvPr/>
            </p:nvSpPr>
            <p:spPr>
              <a:xfrm>
                <a:off x="8592792" y="1460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0" name="Freeform 34989">
                <a:extLst>
                  <a:ext uri="{FF2B5EF4-FFF2-40B4-BE49-F238E27FC236}">
                    <a16:creationId xmlns:a16="http://schemas.microsoft.com/office/drawing/2014/main" id="{3F1BBDA5-9C55-6EFA-F677-5D7DB979A795}"/>
                  </a:ext>
                </a:extLst>
              </p:cNvPr>
              <p:cNvSpPr/>
              <p:nvPr/>
            </p:nvSpPr>
            <p:spPr>
              <a:xfrm>
                <a:off x="8593288" y="1477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1" name="Freeform 34990">
                <a:extLst>
                  <a:ext uri="{FF2B5EF4-FFF2-40B4-BE49-F238E27FC236}">
                    <a16:creationId xmlns:a16="http://schemas.microsoft.com/office/drawing/2014/main" id="{39EACE33-41BA-1E83-FBCB-7A77CA3E06CD}"/>
                  </a:ext>
                </a:extLst>
              </p:cNvPr>
              <p:cNvSpPr/>
              <p:nvPr/>
            </p:nvSpPr>
            <p:spPr>
              <a:xfrm>
                <a:off x="8593884" y="1484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2" name="Freeform 34991">
                <a:extLst>
                  <a:ext uri="{FF2B5EF4-FFF2-40B4-BE49-F238E27FC236}">
                    <a16:creationId xmlns:a16="http://schemas.microsoft.com/office/drawing/2014/main" id="{1075F784-3277-8152-F8BC-4C71832CE0D9}"/>
                  </a:ext>
                </a:extLst>
              </p:cNvPr>
              <p:cNvSpPr/>
              <p:nvPr/>
            </p:nvSpPr>
            <p:spPr>
              <a:xfrm>
                <a:off x="8594380" y="144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3" name="Freeform 34992">
                <a:extLst>
                  <a:ext uri="{FF2B5EF4-FFF2-40B4-BE49-F238E27FC236}">
                    <a16:creationId xmlns:a16="http://schemas.microsoft.com/office/drawing/2014/main" id="{7A7B69BD-B01E-4DB3-D269-896174F9CB7D}"/>
                  </a:ext>
                </a:extLst>
              </p:cNvPr>
              <p:cNvSpPr/>
              <p:nvPr/>
            </p:nvSpPr>
            <p:spPr>
              <a:xfrm>
                <a:off x="8594876" y="1368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4" name="Freeform 34993">
                <a:extLst>
                  <a:ext uri="{FF2B5EF4-FFF2-40B4-BE49-F238E27FC236}">
                    <a16:creationId xmlns:a16="http://schemas.microsoft.com/office/drawing/2014/main" id="{5FF2A999-CB5F-4CBA-7C23-8DD8CCD1E3DB}"/>
                  </a:ext>
                </a:extLst>
              </p:cNvPr>
              <p:cNvSpPr/>
              <p:nvPr/>
            </p:nvSpPr>
            <p:spPr>
              <a:xfrm>
                <a:off x="8595471" y="1360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5" name="Freeform 34994">
                <a:extLst>
                  <a:ext uri="{FF2B5EF4-FFF2-40B4-BE49-F238E27FC236}">
                    <a16:creationId xmlns:a16="http://schemas.microsoft.com/office/drawing/2014/main" id="{49E2F298-85FB-B13B-C81D-9826CB2BBD41}"/>
                  </a:ext>
                </a:extLst>
              </p:cNvPr>
              <p:cNvSpPr/>
              <p:nvPr/>
            </p:nvSpPr>
            <p:spPr>
              <a:xfrm>
                <a:off x="8595967" y="1311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6" name="Freeform 34995">
                <a:extLst>
                  <a:ext uri="{FF2B5EF4-FFF2-40B4-BE49-F238E27FC236}">
                    <a16:creationId xmlns:a16="http://schemas.microsoft.com/office/drawing/2014/main" id="{09BCA206-9654-F71D-0B33-B45D6FA2A673}"/>
                  </a:ext>
                </a:extLst>
              </p:cNvPr>
              <p:cNvSpPr/>
              <p:nvPr/>
            </p:nvSpPr>
            <p:spPr>
              <a:xfrm>
                <a:off x="8596463" y="1211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7" name="Freeform 34996">
                <a:extLst>
                  <a:ext uri="{FF2B5EF4-FFF2-40B4-BE49-F238E27FC236}">
                    <a16:creationId xmlns:a16="http://schemas.microsoft.com/office/drawing/2014/main" id="{F6D4F2AD-A359-DD77-1E6D-B4B00F532428}"/>
                  </a:ext>
                </a:extLst>
              </p:cNvPr>
              <p:cNvSpPr/>
              <p:nvPr/>
            </p:nvSpPr>
            <p:spPr>
              <a:xfrm>
                <a:off x="8597059" y="1173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8" name="Freeform 34997">
                <a:extLst>
                  <a:ext uri="{FF2B5EF4-FFF2-40B4-BE49-F238E27FC236}">
                    <a16:creationId xmlns:a16="http://schemas.microsoft.com/office/drawing/2014/main" id="{51F819CB-37B9-BD2B-78C9-1D789235AE1A}"/>
                  </a:ext>
                </a:extLst>
              </p:cNvPr>
              <p:cNvSpPr/>
              <p:nvPr/>
            </p:nvSpPr>
            <p:spPr>
              <a:xfrm>
                <a:off x="8597555" y="1174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99" name="Freeform 34998">
                <a:extLst>
                  <a:ext uri="{FF2B5EF4-FFF2-40B4-BE49-F238E27FC236}">
                    <a16:creationId xmlns:a16="http://schemas.microsoft.com/office/drawing/2014/main" id="{72BCF432-E9B6-25F5-20C0-2C34195516AC}"/>
                  </a:ext>
                </a:extLst>
              </p:cNvPr>
              <p:cNvSpPr/>
              <p:nvPr/>
            </p:nvSpPr>
            <p:spPr>
              <a:xfrm>
                <a:off x="8598051" y="1146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0" name="Freeform 34999">
                <a:extLst>
                  <a:ext uri="{FF2B5EF4-FFF2-40B4-BE49-F238E27FC236}">
                    <a16:creationId xmlns:a16="http://schemas.microsoft.com/office/drawing/2014/main" id="{66D44C51-56CB-02A2-E338-CA003B53D006}"/>
                  </a:ext>
                </a:extLst>
              </p:cNvPr>
              <p:cNvSpPr/>
              <p:nvPr/>
            </p:nvSpPr>
            <p:spPr>
              <a:xfrm>
                <a:off x="8598646" y="1163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1" name="Freeform 35000">
                <a:extLst>
                  <a:ext uri="{FF2B5EF4-FFF2-40B4-BE49-F238E27FC236}">
                    <a16:creationId xmlns:a16="http://schemas.microsoft.com/office/drawing/2014/main" id="{089FBCE9-E98A-8660-C5FA-A47A2A2265D6}"/>
                  </a:ext>
                </a:extLst>
              </p:cNvPr>
              <p:cNvSpPr/>
              <p:nvPr/>
            </p:nvSpPr>
            <p:spPr>
              <a:xfrm>
                <a:off x="8599142" y="1256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2" name="Freeform 35001">
                <a:extLst>
                  <a:ext uri="{FF2B5EF4-FFF2-40B4-BE49-F238E27FC236}">
                    <a16:creationId xmlns:a16="http://schemas.microsoft.com/office/drawing/2014/main" id="{A26E9978-CF9E-AB31-B126-1D2AF319BA15}"/>
                  </a:ext>
                </a:extLst>
              </p:cNvPr>
              <p:cNvSpPr/>
              <p:nvPr/>
            </p:nvSpPr>
            <p:spPr>
              <a:xfrm>
                <a:off x="8599638" y="1296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3" name="Freeform 35002">
                <a:extLst>
                  <a:ext uri="{FF2B5EF4-FFF2-40B4-BE49-F238E27FC236}">
                    <a16:creationId xmlns:a16="http://schemas.microsoft.com/office/drawing/2014/main" id="{5692D201-019D-18C2-6648-3E9299B3F6F9}"/>
                  </a:ext>
                </a:extLst>
              </p:cNvPr>
              <p:cNvSpPr/>
              <p:nvPr/>
            </p:nvSpPr>
            <p:spPr>
              <a:xfrm>
                <a:off x="8600234" y="1537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4" name="Freeform 35003">
                <a:extLst>
                  <a:ext uri="{FF2B5EF4-FFF2-40B4-BE49-F238E27FC236}">
                    <a16:creationId xmlns:a16="http://schemas.microsoft.com/office/drawing/2014/main" id="{3EB8889A-13A7-AF11-24A9-7063E64EF7B2}"/>
                  </a:ext>
                </a:extLst>
              </p:cNvPr>
              <p:cNvSpPr/>
              <p:nvPr/>
            </p:nvSpPr>
            <p:spPr>
              <a:xfrm>
                <a:off x="8600730" y="1761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5" name="Freeform 35004">
                <a:extLst>
                  <a:ext uri="{FF2B5EF4-FFF2-40B4-BE49-F238E27FC236}">
                    <a16:creationId xmlns:a16="http://schemas.microsoft.com/office/drawing/2014/main" id="{F4983F1F-ABD1-D190-D1A2-2CE1182A3CD2}"/>
                  </a:ext>
                </a:extLst>
              </p:cNvPr>
              <p:cNvSpPr/>
              <p:nvPr/>
            </p:nvSpPr>
            <p:spPr>
              <a:xfrm>
                <a:off x="8601226" y="1771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6" name="Freeform 35005">
                <a:extLst>
                  <a:ext uri="{FF2B5EF4-FFF2-40B4-BE49-F238E27FC236}">
                    <a16:creationId xmlns:a16="http://schemas.microsoft.com/office/drawing/2014/main" id="{685066B9-3634-78C8-AFA2-2BE2348E5674}"/>
                  </a:ext>
                </a:extLst>
              </p:cNvPr>
              <p:cNvSpPr/>
              <p:nvPr/>
            </p:nvSpPr>
            <p:spPr>
              <a:xfrm>
                <a:off x="8601821" y="17351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7" name="Freeform 35006">
                <a:extLst>
                  <a:ext uri="{FF2B5EF4-FFF2-40B4-BE49-F238E27FC236}">
                    <a16:creationId xmlns:a16="http://schemas.microsoft.com/office/drawing/2014/main" id="{C77EF8D9-3F7E-26C0-3BDA-F819EA0511FE}"/>
                  </a:ext>
                </a:extLst>
              </p:cNvPr>
              <p:cNvSpPr/>
              <p:nvPr/>
            </p:nvSpPr>
            <p:spPr>
              <a:xfrm>
                <a:off x="8602317" y="1724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8" name="Freeform 35007">
                <a:extLst>
                  <a:ext uri="{FF2B5EF4-FFF2-40B4-BE49-F238E27FC236}">
                    <a16:creationId xmlns:a16="http://schemas.microsoft.com/office/drawing/2014/main" id="{9EF88D12-D109-9065-D5A9-B1AF6039F9AE}"/>
                  </a:ext>
                </a:extLst>
              </p:cNvPr>
              <p:cNvSpPr/>
              <p:nvPr/>
            </p:nvSpPr>
            <p:spPr>
              <a:xfrm>
                <a:off x="8602813" y="1750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09" name="Freeform 35008">
                <a:extLst>
                  <a:ext uri="{FF2B5EF4-FFF2-40B4-BE49-F238E27FC236}">
                    <a16:creationId xmlns:a16="http://schemas.microsoft.com/office/drawing/2014/main" id="{31126D60-6DA9-5CE5-7186-2F7CB8F49EED}"/>
                  </a:ext>
                </a:extLst>
              </p:cNvPr>
              <p:cNvSpPr/>
              <p:nvPr/>
            </p:nvSpPr>
            <p:spPr>
              <a:xfrm>
                <a:off x="8603409" y="1738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0" name="Freeform 35009">
                <a:extLst>
                  <a:ext uri="{FF2B5EF4-FFF2-40B4-BE49-F238E27FC236}">
                    <a16:creationId xmlns:a16="http://schemas.microsoft.com/office/drawing/2014/main" id="{2DECD9B1-BA3A-4AC6-4616-4600BDB3705B}"/>
                  </a:ext>
                </a:extLst>
              </p:cNvPr>
              <p:cNvSpPr/>
              <p:nvPr/>
            </p:nvSpPr>
            <p:spPr>
              <a:xfrm>
                <a:off x="8603905" y="17959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1" name="Freeform 35010">
                <a:extLst>
                  <a:ext uri="{FF2B5EF4-FFF2-40B4-BE49-F238E27FC236}">
                    <a16:creationId xmlns:a16="http://schemas.microsoft.com/office/drawing/2014/main" id="{6AAB6B2C-55CD-9D75-CCE7-D8202179D2BC}"/>
                  </a:ext>
                </a:extLst>
              </p:cNvPr>
              <p:cNvSpPr/>
              <p:nvPr/>
            </p:nvSpPr>
            <p:spPr>
              <a:xfrm>
                <a:off x="8604401" y="1567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2" name="Freeform 35011">
                <a:extLst>
                  <a:ext uri="{FF2B5EF4-FFF2-40B4-BE49-F238E27FC236}">
                    <a16:creationId xmlns:a16="http://schemas.microsoft.com/office/drawing/2014/main" id="{41C54A1C-8988-7671-3195-CD1C3B87EB4B}"/>
                  </a:ext>
                </a:extLst>
              </p:cNvPr>
              <p:cNvSpPr/>
              <p:nvPr/>
            </p:nvSpPr>
            <p:spPr>
              <a:xfrm>
                <a:off x="8604897" y="1409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3" name="Freeform 35012">
                <a:extLst>
                  <a:ext uri="{FF2B5EF4-FFF2-40B4-BE49-F238E27FC236}">
                    <a16:creationId xmlns:a16="http://schemas.microsoft.com/office/drawing/2014/main" id="{0BC61F91-A25D-50EB-E900-AF563A775A84}"/>
                  </a:ext>
                </a:extLst>
              </p:cNvPr>
              <p:cNvSpPr/>
              <p:nvPr/>
            </p:nvSpPr>
            <p:spPr>
              <a:xfrm>
                <a:off x="8605492" y="147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4" name="Freeform 35013">
                <a:extLst>
                  <a:ext uri="{FF2B5EF4-FFF2-40B4-BE49-F238E27FC236}">
                    <a16:creationId xmlns:a16="http://schemas.microsoft.com/office/drawing/2014/main" id="{AC3D34D6-6041-ABFE-73F1-D474734A6894}"/>
                  </a:ext>
                </a:extLst>
              </p:cNvPr>
              <p:cNvSpPr/>
              <p:nvPr/>
            </p:nvSpPr>
            <p:spPr>
              <a:xfrm>
                <a:off x="8605988" y="1524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5" name="Freeform 35014">
                <a:extLst>
                  <a:ext uri="{FF2B5EF4-FFF2-40B4-BE49-F238E27FC236}">
                    <a16:creationId xmlns:a16="http://schemas.microsoft.com/office/drawing/2014/main" id="{EC475DF2-1DB6-9B0A-70F2-1C8F1F8BF142}"/>
                  </a:ext>
                </a:extLst>
              </p:cNvPr>
              <p:cNvSpPr/>
              <p:nvPr/>
            </p:nvSpPr>
            <p:spPr>
              <a:xfrm>
                <a:off x="8606484" y="1463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6" name="Freeform 35015">
                <a:extLst>
                  <a:ext uri="{FF2B5EF4-FFF2-40B4-BE49-F238E27FC236}">
                    <a16:creationId xmlns:a16="http://schemas.microsoft.com/office/drawing/2014/main" id="{3B4CAC55-05EA-6531-CCA0-69144C5F3BCF}"/>
                  </a:ext>
                </a:extLst>
              </p:cNvPr>
              <p:cNvSpPr/>
              <p:nvPr/>
            </p:nvSpPr>
            <p:spPr>
              <a:xfrm>
                <a:off x="8607080" y="1433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7" name="Freeform 35016">
                <a:extLst>
                  <a:ext uri="{FF2B5EF4-FFF2-40B4-BE49-F238E27FC236}">
                    <a16:creationId xmlns:a16="http://schemas.microsoft.com/office/drawing/2014/main" id="{0088ED28-F5B1-FB89-F2F6-23375ABF7967}"/>
                  </a:ext>
                </a:extLst>
              </p:cNvPr>
              <p:cNvSpPr/>
              <p:nvPr/>
            </p:nvSpPr>
            <p:spPr>
              <a:xfrm>
                <a:off x="8607576" y="143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8" name="Freeform 35017">
                <a:extLst>
                  <a:ext uri="{FF2B5EF4-FFF2-40B4-BE49-F238E27FC236}">
                    <a16:creationId xmlns:a16="http://schemas.microsoft.com/office/drawing/2014/main" id="{EAEB8A30-8854-09BA-D752-7AE6E1A2991A}"/>
                  </a:ext>
                </a:extLst>
              </p:cNvPr>
              <p:cNvSpPr/>
              <p:nvPr/>
            </p:nvSpPr>
            <p:spPr>
              <a:xfrm>
                <a:off x="8608072" y="138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19" name="Freeform 35018">
                <a:extLst>
                  <a:ext uri="{FF2B5EF4-FFF2-40B4-BE49-F238E27FC236}">
                    <a16:creationId xmlns:a16="http://schemas.microsoft.com/office/drawing/2014/main" id="{3B7F5C71-11B7-3161-B743-F5620325EAAF}"/>
                  </a:ext>
                </a:extLst>
              </p:cNvPr>
              <p:cNvSpPr/>
              <p:nvPr/>
            </p:nvSpPr>
            <p:spPr>
              <a:xfrm>
                <a:off x="8608667" y="13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0" name="Freeform 35019">
                <a:extLst>
                  <a:ext uri="{FF2B5EF4-FFF2-40B4-BE49-F238E27FC236}">
                    <a16:creationId xmlns:a16="http://schemas.microsoft.com/office/drawing/2014/main" id="{4863CE59-4255-7BC4-5FC2-B8D5567A7A42}"/>
                  </a:ext>
                </a:extLst>
              </p:cNvPr>
              <p:cNvSpPr/>
              <p:nvPr/>
            </p:nvSpPr>
            <p:spPr>
              <a:xfrm>
                <a:off x="8609163" y="1253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1" name="Freeform 35020">
                <a:extLst>
                  <a:ext uri="{FF2B5EF4-FFF2-40B4-BE49-F238E27FC236}">
                    <a16:creationId xmlns:a16="http://schemas.microsoft.com/office/drawing/2014/main" id="{AD8186DD-E5B6-887C-46E0-66E1340CF7EA}"/>
                  </a:ext>
                </a:extLst>
              </p:cNvPr>
              <p:cNvSpPr/>
              <p:nvPr/>
            </p:nvSpPr>
            <p:spPr>
              <a:xfrm>
                <a:off x="8609659" y="1208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2" name="Freeform 35021">
                <a:extLst>
                  <a:ext uri="{FF2B5EF4-FFF2-40B4-BE49-F238E27FC236}">
                    <a16:creationId xmlns:a16="http://schemas.microsoft.com/office/drawing/2014/main" id="{32C93E4B-F091-6E4B-B304-8ADFCDF773CD}"/>
                  </a:ext>
                </a:extLst>
              </p:cNvPr>
              <p:cNvSpPr/>
              <p:nvPr/>
            </p:nvSpPr>
            <p:spPr>
              <a:xfrm>
                <a:off x="8610255" y="11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3" name="Freeform 35022">
                <a:extLst>
                  <a:ext uri="{FF2B5EF4-FFF2-40B4-BE49-F238E27FC236}">
                    <a16:creationId xmlns:a16="http://schemas.microsoft.com/office/drawing/2014/main" id="{A8C65323-E5FA-F72B-D47A-CFFB77A6F2B5}"/>
                  </a:ext>
                </a:extLst>
              </p:cNvPr>
              <p:cNvSpPr/>
              <p:nvPr/>
            </p:nvSpPr>
            <p:spPr>
              <a:xfrm>
                <a:off x="8610751" y="118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4" name="Freeform 35023">
                <a:extLst>
                  <a:ext uri="{FF2B5EF4-FFF2-40B4-BE49-F238E27FC236}">
                    <a16:creationId xmlns:a16="http://schemas.microsoft.com/office/drawing/2014/main" id="{AC3587FA-F311-136B-2FCC-C347995ECCDA}"/>
                  </a:ext>
                </a:extLst>
              </p:cNvPr>
              <p:cNvSpPr/>
              <p:nvPr/>
            </p:nvSpPr>
            <p:spPr>
              <a:xfrm>
                <a:off x="8611247" y="1216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5" name="Freeform 35024">
                <a:extLst>
                  <a:ext uri="{FF2B5EF4-FFF2-40B4-BE49-F238E27FC236}">
                    <a16:creationId xmlns:a16="http://schemas.microsoft.com/office/drawing/2014/main" id="{842479EB-106E-45C5-20BC-719005CA00C4}"/>
                  </a:ext>
                </a:extLst>
              </p:cNvPr>
              <p:cNvSpPr/>
              <p:nvPr/>
            </p:nvSpPr>
            <p:spPr>
              <a:xfrm>
                <a:off x="8611842" y="126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6" name="Freeform 35025">
                <a:extLst>
                  <a:ext uri="{FF2B5EF4-FFF2-40B4-BE49-F238E27FC236}">
                    <a16:creationId xmlns:a16="http://schemas.microsoft.com/office/drawing/2014/main" id="{70B2552A-A622-93EE-58C6-F633B12B8C0E}"/>
                  </a:ext>
                </a:extLst>
              </p:cNvPr>
              <p:cNvSpPr/>
              <p:nvPr/>
            </p:nvSpPr>
            <p:spPr>
              <a:xfrm>
                <a:off x="8612338" y="1354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7" name="Freeform 35026">
                <a:extLst>
                  <a:ext uri="{FF2B5EF4-FFF2-40B4-BE49-F238E27FC236}">
                    <a16:creationId xmlns:a16="http://schemas.microsoft.com/office/drawing/2014/main" id="{58230DFB-D368-35B7-565C-03D47584AFF1}"/>
                  </a:ext>
                </a:extLst>
              </p:cNvPr>
              <p:cNvSpPr/>
              <p:nvPr/>
            </p:nvSpPr>
            <p:spPr>
              <a:xfrm>
                <a:off x="8612834" y="1531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8" name="Freeform 35027">
                <a:extLst>
                  <a:ext uri="{FF2B5EF4-FFF2-40B4-BE49-F238E27FC236}">
                    <a16:creationId xmlns:a16="http://schemas.microsoft.com/office/drawing/2014/main" id="{A96B9A0A-46D9-A838-EC0F-98F2F2BAD70C}"/>
                  </a:ext>
                </a:extLst>
              </p:cNvPr>
              <p:cNvSpPr/>
              <p:nvPr/>
            </p:nvSpPr>
            <p:spPr>
              <a:xfrm>
                <a:off x="8613430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29" name="Freeform 35028">
                <a:extLst>
                  <a:ext uri="{FF2B5EF4-FFF2-40B4-BE49-F238E27FC236}">
                    <a16:creationId xmlns:a16="http://schemas.microsoft.com/office/drawing/2014/main" id="{F4689A08-1418-CCD8-13A7-8354378B425E}"/>
                  </a:ext>
                </a:extLst>
              </p:cNvPr>
              <p:cNvSpPr/>
              <p:nvPr/>
            </p:nvSpPr>
            <p:spPr>
              <a:xfrm>
                <a:off x="8613926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0" name="Freeform 35029">
                <a:extLst>
                  <a:ext uri="{FF2B5EF4-FFF2-40B4-BE49-F238E27FC236}">
                    <a16:creationId xmlns:a16="http://schemas.microsoft.com/office/drawing/2014/main" id="{365ECFB9-E02C-3468-91DF-4F9A8B6DADB1}"/>
                  </a:ext>
                </a:extLst>
              </p:cNvPr>
              <p:cNvSpPr/>
              <p:nvPr/>
            </p:nvSpPr>
            <p:spPr>
              <a:xfrm>
                <a:off x="8614422" y="194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1" name="Freeform 35030">
                <a:extLst>
                  <a:ext uri="{FF2B5EF4-FFF2-40B4-BE49-F238E27FC236}">
                    <a16:creationId xmlns:a16="http://schemas.microsoft.com/office/drawing/2014/main" id="{38ABE1D4-9287-C55B-4A3E-BDCCCFD89C57}"/>
                  </a:ext>
                </a:extLst>
              </p:cNvPr>
              <p:cNvSpPr/>
              <p:nvPr/>
            </p:nvSpPr>
            <p:spPr>
              <a:xfrm>
                <a:off x="8615017" y="193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2" name="Freeform 35031">
                <a:extLst>
                  <a:ext uri="{FF2B5EF4-FFF2-40B4-BE49-F238E27FC236}">
                    <a16:creationId xmlns:a16="http://schemas.microsoft.com/office/drawing/2014/main" id="{84ABE29F-E524-518B-99B1-CCC8BCFFB8DF}"/>
                  </a:ext>
                </a:extLst>
              </p:cNvPr>
              <p:cNvSpPr/>
              <p:nvPr/>
            </p:nvSpPr>
            <p:spPr>
              <a:xfrm>
                <a:off x="8615513" y="193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3" name="Freeform 35032">
                <a:extLst>
                  <a:ext uri="{FF2B5EF4-FFF2-40B4-BE49-F238E27FC236}">
                    <a16:creationId xmlns:a16="http://schemas.microsoft.com/office/drawing/2014/main" id="{4921A5BF-BC76-304E-D1F0-86BE478FEBB1}"/>
                  </a:ext>
                </a:extLst>
              </p:cNvPr>
              <p:cNvSpPr/>
              <p:nvPr/>
            </p:nvSpPr>
            <p:spPr>
              <a:xfrm>
                <a:off x="8616009" y="1953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4" name="Freeform 35033">
                <a:extLst>
                  <a:ext uri="{FF2B5EF4-FFF2-40B4-BE49-F238E27FC236}">
                    <a16:creationId xmlns:a16="http://schemas.microsoft.com/office/drawing/2014/main" id="{1D79BD0F-848D-7AAB-DFFE-F9807D1BB76F}"/>
                  </a:ext>
                </a:extLst>
              </p:cNvPr>
              <p:cNvSpPr/>
              <p:nvPr/>
            </p:nvSpPr>
            <p:spPr>
              <a:xfrm>
                <a:off x="8616605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5" name="Freeform 35034">
                <a:extLst>
                  <a:ext uri="{FF2B5EF4-FFF2-40B4-BE49-F238E27FC236}">
                    <a16:creationId xmlns:a16="http://schemas.microsoft.com/office/drawing/2014/main" id="{5FF11BA8-2045-46C2-CE08-884D5DFB5E13}"/>
                  </a:ext>
                </a:extLst>
              </p:cNvPr>
              <p:cNvSpPr/>
              <p:nvPr/>
            </p:nvSpPr>
            <p:spPr>
              <a:xfrm>
                <a:off x="8617101" y="1592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6" name="Freeform 35035">
                <a:extLst>
                  <a:ext uri="{FF2B5EF4-FFF2-40B4-BE49-F238E27FC236}">
                    <a16:creationId xmlns:a16="http://schemas.microsoft.com/office/drawing/2014/main" id="{2F889192-127D-D7FE-9377-8036008D02A0}"/>
                  </a:ext>
                </a:extLst>
              </p:cNvPr>
              <p:cNvSpPr/>
              <p:nvPr/>
            </p:nvSpPr>
            <p:spPr>
              <a:xfrm>
                <a:off x="8617597" y="1407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7" name="Freeform 35036">
                <a:extLst>
                  <a:ext uri="{FF2B5EF4-FFF2-40B4-BE49-F238E27FC236}">
                    <a16:creationId xmlns:a16="http://schemas.microsoft.com/office/drawing/2014/main" id="{1ACFFA5E-5D21-D49F-2F59-ADFD43602CC3}"/>
                  </a:ext>
                </a:extLst>
              </p:cNvPr>
              <p:cNvSpPr/>
              <p:nvPr/>
            </p:nvSpPr>
            <p:spPr>
              <a:xfrm>
                <a:off x="8618093" y="1394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8" name="Freeform 35037">
                <a:extLst>
                  <a:ext uri="{FF2B5EF4-FFF2-40B4-BE49-F238E27FC236}">
                    <a16:creationId xmlns:a16="http://schemas.microsoft.com/office/drawing/2014/main" id="{D0B9AFE2-91CD-3578-7374-E6358AAFF672}"/>
                  </a:ext>
                </a:extLst>
              </p:cNvPr>
              <p:cNvSpPr/>
              <p:nvPr/>
            </p:nvSpPr>
            <p:spPr>
              <a:xfrm>
                <a:off x="8618688" y="1346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39" name="Freeform 35038">
                <a:extLst>
                  <a:ext uri="{FF2B5EF4-FFF2-40B4-BE49-F238E27FC236}">
                    <a16:creationId xmlns:a16="http://schemas.microsoft.com/office/drawing/2014/main" id="{0B21CD71-9C73-89AA-9227-33A00EA7B8A1}"/>
                  </a:ext>
                </a:extLst>
              </p:cNvPr>
              <p:cNvSpPr/>
              <p:nvPr/>
            </p:nvSpPr>
            <p:spPr>
              <a:xfrm>
                <a:off x="8619184" y="1368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0" name="Freeform 35039">
                <a:extLst>
                  <a:ext uri="{FF2B5EF4-FFF2-40B4-BE49-F238E27FC236}">
                    <a16:creationId xmlns:a16="http://schemas.microsoft.com/office/drawing/2014/main" id="{59F2DEC8-AD8D-7A6C-3291-6F5F4E94A6EB}"/>
                  </a:ext>
                </a:extLst>
              </p:cNvPr>
              <p:cNvSpPr/>
              <p:nvPr/>
            </p:nvSpPr>
            <p:spPr>
              <a:xfrm>
                <a:off x="8619680" y="141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1" name="Freeform 35040">
                <a:extLst>
                  <a:ext uri="{FF2B5EF4-FFF2-40B4-BE49-F238E27FC236}">
                    <a16:creationId xmlns:a16="http://schemas.microsoft.com/office/drawing/2014/main" id="{9B574BE2-5B4F-57B7-C962-3148398BD950}"/>
                  </a:ext>
                </a:extLst>
              </p:cNvPr>
              <p:cNvSpPr/>
              <p:nvPr/>
            </p:nvSpPr>
            <p:spPr>
              <a:xfrm>
                <a:off x="8620276" y="1320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2" name="Freeform 35041">
                <a:extLst>
                  <a:ext uri="{FF2B5EF4-FFF2-40B4-BE49-F238E27FC236}">
                    <a16:creationId xmlns:a16="http://schemas.microsoft.com/office/drawing/2014/main" id="{563AEE40-6D4D-E598-809B-C89B2846B76D}"/>
                  </a:ext>
                </a:extLst>
              </p:cNvPr>
              <p:cNvSpPr/>
              <p:nvPr/>
            </p:nvSpPr>
            <p:spPr>
              <a:xfrm>
                <a:off x="8620772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3" name="Freeform 35042">
                <a:extLst>
                  <a:ext uri="{FF2B5EF4-FFF2-40B4-BE49-F238E27FC236}">
                    <a16:creationId xmlns:a16="http://schemas.microsoft.com/office/drawing/2014/main" id="{F7873920-86CD-76D5-295A-370CC2D249CA}"/>
                  </a:ext>
                </a:extLst>
              </p:cNvPr>
              <p:cNvSpPr/>
              <p:nvPr/>
            </p:nvSpPr>
            <p:spPr>
              <a:xfrm>
                <a:off x="8621268" y="1256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4" name="Freeform 35043">
                <a:extLst>
                  <a:ext uri="{FF2B5EF4-FFF2-40B4-BE49-F238E27FC236}">
                    <a16:creationId xmlns:a16="http://schemas.microsoft.com/office/drawing/2014/main" id="{31439585-C702-DC1A-0B45-F973F3E0ACCF}"/>
                  </a:ext>
                </a:extLst>
              </p:cNvPr>
              <p:cNvSpPr/>
              <p:nvPr/>
            </p:nvSpPr>
            <p:spPr>
              <a:xfrm>
                <a:off x="8621863" y="1197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5" name="Freeform 35044">
                <a:extLst>
                  <a:ext uri="{FF2B5EF4-FFF2-40B4-BE49-F238E27FC236}">
                    <a16:creationId xmlns:a16="http://schemas.microsoft.com/office/drawing/2014/main" id="{B6C042C1-4214-824B-4FA5-7EC8F9820E93}"/>
                  </a:ext>
                </a:extLst>
              </p:cNvPr>
              <p:cNvSpPr/>
              <p:nvPr/>
            </p:nvSpPr>
            <p:spPr>
              <a:xfrm>
                <a:off x="8622359" y="1137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6" name="Freeform 35045">
                <a:extLst>
                  <a:ext uri="{FF2B5EF4-FFF2-40B4-BE49-F238E27FC236}">
                    <a16:creationId xmlns:a16="http://schemas.microsoft.com/office/drawing/2014/main" id="{B5151DE9-1567-D139-8439-C16128D74D03}"/>
                  </a:ext>
                </a:extLst>
              </p:cNvPr>
              <p:cNvSpPr/>
              <p:nvPr/>
            </p:nvSpPr>
            <p:spPr>
              <a:xfrm>
                <a:off x="8622855" y="110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7" name="Freeform 35046">
                <a:extLst>
                  <a:ext uri="{FF2B5EF4-FFF2-40B4-BE49-F238E27FC236}">
                    <a16:creationId xmlns:a16="http://schemas.microsoft.com/office/drawing/2014/main" id="{9E4AA2A2-D723-7251-0492-6D5BEDE9B970}"/>
                  </a:ext>
                </a:extLst>
              </p:cNvPr>
              <p:cNvSpPr/>
              <p:nvPr/>
            </p:nvSpPr>
            <p:spPr>
              <a:xfrm>
                <a:off x="8623451" y="1112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8" name="Freeform 35047">
                <a:extLst>
                  <a:ext uri="{FF2B5EF4-FFF2-40B4-BE49-F238E27FC236}">
                    <a16:creationId xmlns:a16="http://schemas.microsoft.com/office/drawing/2014/main" id="{E848EEBB-4214-AD8A-5CD9-83DE91C0D3E2}"/>
                  </a:ext>
                </a:extLst>
              </p:cNvPr>
              <p:cNvSpPr/>
              <p:nvPr/>
            </p:nvSpPr>
            <p:spPr>
              <a:xfrm>
                <a:off x="8623947" y="11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49" name="Freeform 35048">
                <a:extLst>
                  <a:ext uri="{FF2B5EF4-FFF2-40B4-BE49-F238E27FC236}">
                    <a16:creationId xmlns:a16="http://schemas.microsoft.com/office/drawing/2014/main" id="{4550D08F-E147-8883-64D8-9FF602A478FD}"/>
                  </a:ext>
                </a:extLst>
              </p:cNvPr>
              <p:cNvSpPr/>
              <p:nvPr/>
            </p:nvSpPr>
            <p:spPr>
              <a:xfrm>
                <a:off x="8624443" y="1205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0" name="Freeform 35049">
                <a:extLst>
                  <a:ext uri="{FF2B5EF4-FFF2-40B4-BE49-F238E27FC236}">
                    <a16:creationId xmlns:a16="http://schemas.microsoft.com/office/drawing/2014/main" id="{247F40CA-5895-853F-6D4E-CDCA012B0601}"/>
                  </a:ext>
                </a:extLst>
              </p:cNvPr>
              <p:cNvSpPr/>
              <p:nvPr/>
            </p:nvSpPr>
            <p:spPr>
              <a:xfrm>
                <a:off x="8625038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1" name="Freeform 35050">
                <a:extLst>
                  <a:ext uri="{FF2B5EF4-FFF2-40B4-BE49-F238E27FC236}">
                    <a16:creationId xmlns:a16="http://schemas.microsoft.com/office/drawing/2014/main" id="{A0C4D650-45CE-CC46-FB95-5484212C3ABF}"/>
                  </a:ext>
                </a:extLst>
              </p:cNvPr>
              <p:cNvSpPr/>
              <p:nvPr/>
            </p:nvSpPr>
            <p:spPr>
              <a:xfrm>
                <a:off x="8625534" y="1593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2" name="Freeform 35051">
                <a:extLst>
                  <a:ext uri="{FF2B5EF4-FFF2-40B4-BE49-F238E27FC236}">
                    <a16:creationId xmlns:a16="http://schemas.microsoft.com/office/drawing/2014/main" id="{C94FB654-2687-76FE-B1E5-E59B7514F79C}"/>
                  </a:ext>
                </a:extLst>
              </p:cNvPr>
              <p:cNvSpPr/>
              <p:nvPr/>
            </p:nvSpPr>
            <p:spPr>
              <a:xfrm>
                <a:off x="8626030" y="1854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3" name="Freeform 35052">
                <a:extLst>
                  <a:ext uri="{FF2B5EF4-FFF2-40B4-BE49-F238E27FC236}">
                    <a16:creationId xmlns:a16="http://schemas.microsoft.com/office/drawing/2014/main" id="{6B760BEC-FB81-1717-09ED-3F03FD1A8589}"/>
                  </a:ext>
                </a:extLst>
              </p:cNvPr>
              <p:cNvSpPr/>
              <p:nvPr/>
            </p:nvSpPr>
            <p:spPr>
              <a:xfrm>
                <a:off x="8626626" y="1824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4" name="Freeform 35053">
                <a:extLst>
                  <a:ext uri="{FF2B5EF4-FFF2-40B4-BE49-F238E27FC236}">
                    <a16:creationId xmlns:a16="http://schemas.microsoft.com/office/drawing/2014/main" id="{1E842554-D95D-EA8C-1E80-447CFFDE5C90}"/>
                  </a:ext>
                </a:extLst>
              </p:cNvPr>
              <p:cNvSpPr/>
              <p:nvPr/>
            </p:nvSpPr>
            <p:spPr>
              <a:xfrm>
                <a:off x="8627122" y="1787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5" name="Freeform 35054">
                <a:extLst>
                  <a:ext uri="{FF2B5EF4-FFF2-40B4-BE49-F238E27FC236}">
                    <a16:creationId xmlns:a16="http://schemas.microsoft.com/office/drawing/2014/main" id="{978B3413-6C98-AF4D-F365-CB48619691C6}"/>
                  </a:ext>
                </a:extLst>
              </p:cNvPr>
              <p:cNvSpPr/>
              <p:nvPr/>
            </p:nvSpPr>
            <p:spPr>
              <a:xfrm>
                <a:off x="8627618" y="1742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6" name="Freeform 35055">
                <a:extLst>
                  <a:ext uri="{FF2B5EF4-FFF2-40B4-BE49-F238E27FC236}">
                    <a16:creationId xmlns:a16="http://schemas.microsoft.com/office/drawing/2014/main" id="{F5B36FFC-D893-3F1C-3254-95BD468CAAB9}"/>
                  </a:ext>
                </a:extLst>
              </p:cNvPr>
              <p:cNvSpPr/>
              <p:nvPr/>
            </p:nvSpPr>
            <p:spPr>
              <a:xfrm>
                <a:off x="8628213" y="1728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7" name="Freeform 35056">
                <a:extLst>
                  <a:ext uri="{FF2B5EF4-FFF2-40B4-BE49-F238E27FC236}">
                    <a16:creationId xmlns:a16="http://schemas.microsoft.com/office/drawing/2014/main" id="{B28A614B-E4C9-4E54-7582-8C6749EA76B2}"/>
                  </a:ext>
                </a:extLst>
              </p:cNvPr>
              <p:cNvSpPr/>
              <p:nvPr/>
            </p:nvSpPr>
            <p:spPr>
              <a:xfrm>
                <a:off x="8628709" y="1797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8" name="Freeform 35057">
                <a:extLst>
                  <a:ext uri="{FF2B5EF4-FFF2-40B4-BE49-F238E27FC236}">
                    <a16:creationId xmlns:a16="http://schemas.microsoft.com/office/drawing/2014/main" id="{C093FACD-01EF-3C9F-99F5-A2AA6879E401}"/>
                  </a:ext>
                </a:extLst>
              </p:cNvPr>
              <p:cNvSpPr/>
              <p:nvPr/>
            </p:nvSpPr>
            <p:spPr>
              <a:xfrm>
                <a:off x="8629205" y="1664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59" name="Freeform 35058">
                <a:extLst>
                  <a:ext uri="{FF2B5EF4-FFF2-40B4-BE49-F238E27FC236}">
                    <a16:creationId xmlns:a16="http://schemas.microsoft.com/office/drawing/2014/main" id="{13A6A570-FFD0-B36B-5865-675558F14790}"/>
                  </a:ext>
                </a:extLst>
              </p:cNvPr>
              <p:cNvSpPr/>
              <p:nvPr/>
            </p:nvSpPr>
            <p:spPr>
              <a:xfrm>
                <a:off x="8629702" y="1409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0" name="Freeform 35059">
                <a:extLst>
                  <a:ext uri="{FF2B5EF4-FFF2-40B4-BE49-F238E27FC236}">
                    <a16:creationId xmlns:a16="http://schemas.microsoft.com/office/drawing/2014/main" id="{63D1DC05-147C-B60F-BD6D-BF1D74D8833F}"/>
                  </a:ext>
                </a:extLst>
              </p:cNvPr>
              <p:cNvSpPr/>
              <p:nvPr/>
            </p:nvSpPr>
            <p:spPr>
              <a:xfrm>
                <a:off x="8630297" y="1266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1" name="Freeform 35060">
                <a:extLst>
                  <a:ext uri="{FF2B5EF4-FFF2-40B4-BE49-F238E27FC236}">
                    <a16:creationId xmlns:a16="http://schemas.microsoft.com/office/drawing/2014/main" id="{63C94CCC-5019-3058-15EB-41567A19D82B}"/>
                  </a:ext>
                </a:extLst>
              </p:cNvPr>
              <p:cNvSpPr/>
              <p:nvPr/>
            </p:nvSpPr>
            <p:spPr>
              <a:xfrm>
                <a:off x="8630793" y="1350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2" name="Freeform 35061">
                <a:extLst>
                  <a:ext uri="{FF2B5EF4-FFF2-40B4-BE49-F238E27FC236}">
                    <a16:creationId xmlns:a16="http://schemas.microsoft.com/office/drawing/2014/main" id="{0E73053B-84F9-3288-472F-A3BB353C405E}"/>
                  </a:ext>
                </a:extLst>
              </p:cNvPr>
              <p:cNvSpPr/>
              <p:nvPr/>
            </p:nvSpPr>
            <p:spPr>
              <a:xfrm>
                <a:off x="8631289" y="1327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3" name="Freeform 35062">
                <a:extLst>
                  <a:ext uri="{FF2B5EF4-FFF2-40B4-BE49-F238E27FC236}">
                    <a16:creationId xmlns:a16="http://schemas.microsoft.com/office/drawing/2014/main" id="{5032017C-CD20-58AE-29DE-7E09564F2C1D}"/>
                  </a:ext>
                </a:extLst>
              </p:cNvPr>
              <p:cNvSpPr/>
              <p:nvPr/>
            </p:nvSpPr>
            <p:spPr>
              <a:xfrm>
                <a:off x="8631884" y="1320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4" name="Freeform 35063">
                <a:extLst>
                  <a:ext uri="{FF2B5EF4-FFF2-40B4-BE49-F238E27FC236}">
                    <a16:creationId xmlns:a16="http://schemas.microsoft.com/office/drawing/2014/main" id="{7CB7C025-E0A6-10D4-A0DD-00A01092DC2F}"/>
                  </a:ext>
                </a:extLst>
              </p:cNvPr>
              <p:cNvSpPr/>
              <p:nvPr/>
            </p:nvSpPr>
            <p:spPr>
              <a:xfrm>
                <a:off x="8632380" y="1292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5" name="Freeform 35064">
                <a:extLst>
                  <a:ext uri="{FF2B5EF4-FFF2-40B4-BE49-F238E27FC236}">
                    <a16:creationId xmlns:a16="http://schemas.microsoft.com/office/drawing/2014/main" id="{AE44FF5E-82D7-237C-A467-671317C1A9BA}"/>
                  </a:ext>
                </a:extLst>
              </p:cNvPr>
              <p:cNvSpPr/>
              <p:nvPr/>
            </p:nvSpPr>
            <p:spPr>
              <a:xfrm>
                <a:off x="8632877" y="143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6" name="Freeform 35065">
                <a:extLst>
                  <a:ext uri="{FF2B5EF4-FFF2-40B4-BE49-F238E27FC236}">
                    <a16:creationId xmlns:a16="http://schemas.microsoft.com/office/drawing/2014/main" id="{FF98F233-237E-7489-502C-11D3E7F8D7FF}"/>
                  </a:ext>
                </a:extLst>
              </p:cNvPr>
              <p:cNvSpPr/>
              <p:nvPr/>
            </p:nvSpPr>
            <p:spPr>
              <a:xfrm>
                <a:off x="8633472" y="138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7" name="Freeform 35066">
                <a:extLst>
                  <a:ext uri="{FF2B5EF4-FFF2-40B4-BE49-F238E27FC236}">
                    <a16:creationId xmlns:a16="http://schemas.microsoft.com/office/drawing/2014/main" id="{09BF5C78-956B-DC1F-D366-EFB921F84D55}"/>
                  </a:ext>
                </a:extLst>
              </p:cNvPr>
              <p:cNvSpPr/>
              <p:nvPr/>
            </p:nvSpPr>
            <p:spPr>
              <a:xfrm>
                <a:off x="8633968" y="1308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8" name="Freeform 35067">
                <a:extLst>
                  <a:ext uri="{FF2B5EF4-FFF2-40B4-BE49-F238E27FC236}">
                    <a16:creationId xmlns:a16="http://schemas.microsoft.com/office/drawing/2014/main" id="{7141DAAB-9E66-D426-5FF4-BDABAEC2B333}"/>
                  </a:ext>
                </a:extLst>
              </p:cNvPr>
              <p:cNvSpPr/>
              <p:nvPr/>
            </p:nvSpPr>
            <p:spPr>
              <a:xfrm>
                <a:off x="8634464" y="1253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69" name="Freeform 35068">
                <a:extLst>
                  <a:ext uri="{FF2B5EF4-FFF2-40B4-BE49-F238E27FC236}">
                    <a16:creationId xmlns:a16="http://schemas.microsoft.com/office/drawing/2014/main" id="{A6ECEE37-5963-AD28-514E-8B2D80191027}"/>
                  </a:ext>
                </a:extLst>
              </p:cNvPr>
              <p:cNvSpPr/>
              <p:nvPr/>
            </p:nvSpPr>
            <p:spPr>
              <a:xfrm>
                <a:off x="8635059" y="1208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0" name="Freeform 35069">
                <a:extLst>
                  <a:ext uri="{FF2B5EF4-FFF2-40B4-BE49-F238E27FC236}">
                    <a16:creationId xmlns:a16="http://schemas.microsoft.com/office/drawing/2014/main" id="{0D181C49-B71B-E675-F648-C9ACFCE7B96C}"/>
                  </a:ext>
                </a:extLst>
              </p:cNvPr>
              <p:cNvSpPr/>
              <p:nvPr/>
            </p:nvSpPr>
            <p:spPr>
              <a:xfrm>
                <a:off x="8635555" y="1186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1" name="Freeform 35070">
                <a:extLst>
                  <a:ext uri="{FF2B5EF4-FFF2-40B4-BE49-F238E27FC236}">
                    <a16:creationId xmlns:a16="http://schemas.microsoft.com/office/drawing/2014/main" id="{1EFA6950-81D3-7BFD-E55A-06AA0907B81C}"/>
                  </a:ext>
                </a:extLst>
              </p:cNvPr>
              <p:cNvSpPr/>
              <p:nvPr/>
            </p:nvSpPr>
            <p:spPr>
              <a:xfrm>
                <a:off x="8636052" y="118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2" name="Freeform 35071">
                <a:extLst>
                  <a:ext uri="{FF2B5EF4-FFF2-40B4-BE49-F238E27FC236}">
                    <a16:creationId xmlns:a16="http://schemas.microsoft.com/office/drawing/2014/main" id="{6C66877B-2473-9A4D-39C9-FC395FCC6B8F}"/>
                  </a:ext>
                </a:extLst>
              </p:cNvPr>
              <p:cNvSpPr/>
              <p:nvPr/>
            </p:nvSpPr>
            <p:spPr>
              <a:xfrm>
                <a:off x="8636647" y="1216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3" name="Freeform 35072">
                <a:extLst>
                  <a:ext uri="{FF2B5EF4-FFF2-40B4-BE49-F238E27FC236}">
                    <a16:creationId xmlns:a16="http://schemas.microsoft.com/office/drawing/2014/main" id="{5C8971A7-CDEE-0C70-1670-A6ADB79DE7DB}"/>
                  </a:ext>
                </a:extLst>
              </p:cNvPr>
              <p:cNvSpPr/>
              <p:nvPr/>
            </p:nvSpPr>
            <p:spPr>
              <a:xfrm>
                <a:off x="8637143" y="126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4" name="Freeform 35073">
                <a:extLst>
                  <a:ext uri="{FF2B5EF4-FFF2-40B4-BE49-F238E27FC236}">
                    <a16:creationId xmlns:a16="http://schemas.microsoft.com/office/drawing/2014/main" id="{4690CDAE-519C-5722-D9C3-B092348C2D3B}"/>
                  </a:ext>
                </a:extLst>
              </p:cNvPr>
              <p:cNvSpPr/>
              <p:nvPr/>
            </p:nvSpPr>
            <p:spPr>
              <a:xfrm>
                <a:off x="8637639" y="1354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5" name="Freeform 35074">
                <a:extLst>
                  <a:ext uri="{FF2B5EF4-FFF2-40B4-BE49-F238E27FC236}">
                    <a16:creationId xmlns:a16="http://schemas.microsoft.com/office/drawing/2014/main" id="{CD60309D-604A-2DC7-ED7D-5BC03A0F4E99}"/>
                  </a:ext>
                </a:extLst>
              </p:cNvPr>
              <p:cNvSpPr/>
              <p:nvPr/>
            </p:nvSpPr>
            <p:spPr>
              <a:xfrm>
                <a:off x="8638234" y="1531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6" name="Freeform 35075">
                <a:extLst>
                  <a:ext uri="{FF2B5EF4-FFF2-40B4-BE49-F238E27FC236}">
                    <a16:creationId xmlns:a16="http://schemas.microsoft.com/office/drawing/2014/main" id="{56F0ECA6-2B8E-06AB-1C84-119F241285B5}"/>
                  </a:ext>
                </a:extLst>
              </p:cNvPr>
              <p:cNvSpPr/>
              <p:nvPr/>
            </p:nvSpPr>
            <p:spPr>
              <a:xfrm>
                <a:off x="8638730" y="1951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7" name="Freeform 35076">
                <a:extLst>
                  <a:ext uri="{FF2B5EF4-FFF2-40B4-BE49-F238E27FC236}">
                    <a16:creationId xmlns:a16="http://schemas.microsoft.com/office/drawing/2014/main" id="{8F5553EE-48DD-A4B3-07DD-DBCDC2DC2A53}"/>
                  </a:ext>
                </a:extLst>
              </p:cNvPr>
              <p:cNvSpPr/>
              <p:nvPr/>
            </p:nvSpPr>
            <p:spPr>
              <a:xfrm>
                <a:off x="8639227" y="1982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8" name="Freeform 35077">
                <a:extLst>
                  <a:ext uri="{FF2B5EF4-FFF2-40B4-BE49-F238E27FC236}">
                    <a16:creationId xmlns:a16="http://schemas.microsoft.com/office/drawing/2014/main" id="{053C291D-FF20-B820-CABF-E998CF88FD55}"/>
                  </a:ext>
                </a:extLst>
              </p:cNvPr>
              <p:cNvSpPr/>
              <p:nvPr/>
            </p:nvSpPr>
            <p:spPr>
              <a:xfrm>
                <a:off x="8639822" y="194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79" name="Freeform 35078">
                <a:extLst>
                  <a:ext uri="{FF2B5EF4-FFF2-40B4-BE49-F238E27FC236}">
                    <a16:creationId xmlns:a16="http://schemas.microsoft.com/office/drawing/2014/main" id="{F462AFA7-676C-7778-3036-F0434510AC4A}"/>
                  </a:ext>
                </a:extLst>
              </p:cNvPr>
              <p:cNvSpPr/>
              <p:nvPr/>
            </p:nvSpPr>
            <p:spPr>
              <a:xfrm>
                <a:off x="8640318" y="193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0" name="Freeform 35079">
                <a:extLst>
                  <a:ext uri="{FF2B5EF4-FFF2-40B4-BE49-F238E27FC236}">
                    <a16:creationId xmlns:a16="http://schemas.microsoft.com/office/drawing/2014/main" id="{26EE1AE1-1B40-5B9E-7977-AE949AAA7512}"/>
                  </a:ext>
                </a:extLst>
              </p:cNvPr>
              <p:cNvSpPr/>
              <p:nvPr/>
            </p:nvSpPr>
            <p:spPr>
              <a:xfrm>
                <a:off x="8640814" y="193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1" name="Freeform 35080">
                <a:extLst>
                  <a:ext uri="{FF2B5EF4-FFF2-40B4-BE49-F238E27FC236}">
                    <a16:creationId xmlns:a16="http://schemas.microsoft.com/office/drawing/2014/main" id="{D1C4B043-2696-0934-DB27-911C8D02A3A2}"/>
                  </a:ext>
                </a:extLst>
              </p:cNvPr>
              <p:cNvSpPr/>
              <p:nvPr/>
            </p:nvSpPr>
            <p:spPr>
              <a:xfrm>
                <a:off x="8641409" y="1953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2" name="Freeform 35081">
                <a:extLst>
                  <a:ext uri="{FF2B5EF4-FFF2-40B4-BE49-F238E27FC236}">
                    <a16:creationId xmlns:a16="http://schemas.microsoft.com/office/drawing/2014/main" id="{12FCBDD9-2760-3804-C895-3517EAC7760B}"/>
                  </a:ext>
                </a:extLst>
              </p:cNvPr>
              <p:cNvSpPr/>
              <p:nvPr/>
            </p:nvSpPr>
            <p:spPr>
              <a:xfrm>
                <a:off x="8641905" y="1949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3" name="Freeform 35082">
                <a:extLst>
                  <a:ext uri="{FF2B5EF4-FFF2-40B4-BE49-F238E27FC236}">
                    <a16:creationId xmlns:a16="http://schemas.microsoft.com/office/drawing/2014/main" id="{E0EDE353-5A88-4D30-175A-830A06E9BA74}"/>
                  </a:ext>
                </a:extLst>
              </p:cNvPr>
              <p:cNvSpPr/>
              <p:nvPr/>
            </p:nvSpPr>
            <p:spPr>
              <a:xfrm>
                <a:off x="8642402" y="1592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4" name="Freeform 35083">
                <a:extLst>
                  <a:ext uri="{FF2B5EF4-FFF2-40B4-BE49-F238E27FC236}">
                    <a16:creationId xmlns:a16="http://schemas.microsoft.com/office/drawing/2014/main" id="{581E8718-D223-1D1D-2DCD-EA10DDA6BE98}"/>
                  </a:ext>
                </a:extLst>
              </p:cNvPr>
              <p:cNvSpPr/>
              <p:nvPr/>
            </p:nvSpPr>
            <p:spPr>
              <a:xfrm>
                <a:off x="8642898" y="1407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5" name="Freeform 35084">
                <a:extLst>
                  <a:ext uri="{FF2B5EF4-FFF2-40B4-BE49-F238E27FC236}">
                    <a16:creationId xmlns:a16="http://schemas.microsoft.com/office/drawing/2014/main" id="{B7DFC327-AE4F-95D0-72D8-2A20D07A010B}"/>
                  </a:ext>
                </a:extLst>
              </p:cNvPr>
              <p:cNvSpPr/>
              <p:nvPr/>
            </p:nvSpPr>
            <p:spPr>
              <a:xfrm>
                <a:off x="8643493" y="1394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6" name="Freeform 35085">
                <a:extLst>
                  <a:ext uri="{FF2B5EF4-FFF2-40B4-BE49-F238E27FC236}">
                    <a16:creationId xmlns:a16="http://schemas.microsoft.com/office/drawing/2014/main" id="{E162A761-D640-695D-370F-F55F997827CC}"/>
                  </a:ext>
                </a:extLst>
              </p:cNvPr>
              <p:cNvSpPr/>
              <p:nvPr/>
            </p:nvSpPr>
            <p:spPr>
              <a:xfrm>
                <a:off x="8643989" y="1346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7" name="Freeform 35086">
                <a:extLst>
                  <a:ext uri="{FF2B5EF4-FFF2-40B4-BE49-F238E27FC236}">
                    <a16:creationId xmlns:a16="http://schemas.microsoft.com/office/drawing/2014/main" id="{353D0E67-B521-B9E1-C84D-6FD207BFBC32}"/>
                  </a:ext>
                </a:extLst>
              </p:cNvPr>
              <p:cNvSpPr/>
              <p:nvPr/>
            </p:nvSpPr>
            <p:spPr>
              <a:xfrm>
                <a:off x="8644485" y="1368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8" name="Freeform 35087">
                <a:extLst>
                  <a:ext uri="{FF2B5EF4-FFF2-40B4-BE49-F238E27FC236}">
                    <a16:creationId xmlns:a16="http://schemas.microsoft.com/office/drawing/2014/main" id="{FC0FA49D-26C8-DC7D-55D8-1D2853973689}"/>
                  </a:ext>
                </a:extLst>
              </p:cNvPr>
              <p:cNvSpPr/>
              <p:nvPr/>
            </p:nvSpPr>
            <p:spPr>
              <a:xfrm>
                <a:off x="8645080" y="141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89" name="Freeform 35088">
                <a:extLst>
                  <a:ext uri="{FF2B5EF4-FFF2-40B4-BE49-F238E27FC236}">
                    <a16:creationId xmlns:a16="http://schemas.microsoft.com/office/drawing/2014/main" id="{691BCB64-C831-6768-84CA-BBCEAAABE681}"/>
                  </a:ext>
                </a:extLst>
              </p:cNvPr>
              <p:cNvSpPr/>
              <p:nvPr/>
            </p:nvSpPr>
            <p:spPr>
              <a:xfrm>
                <a:off x="8645577" y="1320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0" name="Freeform 35089">
                <a:extLst>
                  <a:ext uri="{FF2B5EF4-FFF2-40B4-BE49-F238E27FC236}">
                    <a16:creationId xmlns:a16="http://schemas.microsoft.com/office/drawing/2014/main" id="{2B7837D2-40B0-71B7-7810-85878B424777}"/>
                  </a:ext>
                </a:extLst>
              </p:cNvPr>
              <p:cNvSpPr/>
              <p:nvPr/>
            </p:nvSpPr>
            <p:spPr>
              <a:xfrm>
                <a:off x="8646073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1" name="Freeform 35090">
                <a:extLst>
                  <a:ext uri="{FF2B5EF4-FFF2-40B4-BE49-F238E27FC236}">
                    <a16:creationId xmlns:a16="http://schemas.microsoft.com/office/drawing/2014/main" id="{EF48D2E1-3296-A2D9-5310-DC1BAACBAB41}"/>
                  </a:ext>
                </a:extLst>
              </p:cNvPr>
              <p:cNvSpPr/>
              <p:nvPr/>
            </p:nvSpPr>
            <p:spPr>
              <a:xfrm>
                <a:off x="8646668" y="1256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2" name="Freeform 35091">
                <a:extLst>
                  <a:ext uri="{FF2B5EF4-FFF2-40B4-BE49-F238E27FC236}">
                    <a16:creationId xmlns:a16="http://schemas.microsoft.com/office/drawing/2014/main" id="{6791CF0B-1792-C0E6-6D02-41E3F58A9AD1}"/>
                  </a:ext>
                </a:extLst>
              </p:cNvPr>
              <p:cNvSpPr/>
              <p:nvPr/>
            </p:nvSpPr>
            <p:spPr>
              <a:xfrm>
                <a:off x="8647164" y="1197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3" name="Freeform 35092">
                <a:extLst>
                  <a:ext uri="{FF2B5EF4-FFF2-40B4-BE49-F238E27FC236}">
                    <a16:creationId xmlns:a16="http://schemas.microsoft.com/office/drawing/2014/main" id="{F34377FF-9F2E-99F0-3B5F-678B1583FC74}"/>
                  </a:ext>
                </a:extLst>
              </p:cNvPr>
              <p:cNvSpPr/>
              <p:nvPr/>
            </p:nvSpPr>
            <p:spPr>
              <a:xfrm>
                <a:off x="8647660" y="1137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4" name="Freeform 35093">
                <a:extLst>
                  <a:ext uri="{FF2B5EF4-FFF2-40B4-BE49-F238E27FC236}">
                    <a16:creationId xmlns:a16="http://schemas.microsoft.com/office/drawing/2014/main" id="{97D95491-CF4A-736A-184D-AFEDAC31CC7F}"/>
                  </a:ext>
                </a:extLst>
              </p:cNvPr>
              <p:cNvSpPr/>
              <p:nvPr/>
            </p:nvSpPr>
            <p:spPr>
              <a:xfrm>
                <a:off x="8648255" y="110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5" name="Freeform 35094">
                <a:extLst>
                  <a:ext uri="{FF2B5EF4-FFF2-40B4-BE49-F238E27FC236}">
                    <a16:creationId xmlns:a16="http://schemas.microsoft.com/office/drawing/2014/main" id="{8D227ED3-45DB-09EF-402A-DD9B5C1F4294}"/>
                  </a:ext>
                </a:extLst>
              </p:cNvPr>
              <p:cNvSpPr/>
              <p:nvPr/>
            </p:nvSpPr>
            <p:spPr>
              <a:xfrm>
                <a:off x="8648752" y="1112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6" name="Freeform 35095">
                <a:extLst>
                  <a:ext uri="{FF2B5EF4-FFF2-40B4-BE49-F238E27FC236}">
                    <a16:creationId xmlns:a16="http://schemas.microsoft.com/office/drawing/2014/main" id="{6E306A1A-4BF6-AF53-840C-6CB0E378C68A}"/>
                  </a:ext>
                </a:extLst>
              </p:cNvPr>
              <p:cNvSpPr/>
              <p:nvPr/>
            </p:nvSpPr>
            <p:spPr>
              <a:xfrm>
                <a:off x="8649248" y="1124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7" name="Freeform 35096">
                <a:extLst>
                  <a:ext uri="{FF2B5EF4-FFF2-40B4-BE49-F238E27FC236}">
                    <a16:creationId xmlns:a16="http://schemas.microsoft.com/office/drawing/2014/main" id="{5C080471-B8DD-8841-80B3-8F6238537CA9}"/>
                  </a:ext>
                </a:extLst>
              </p:cNvPr>
              <p:cNvSpPr/>
              <p:nvPr/>
            </p:nvSpPr>
            <p:spPr>
              <a:xfrm>
                <a:off x="8649843" y="1205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8" name="Freeform 35097">
                <a:extLst>
                  <a:ext uri="{FF2B5EF4-FFF2-40B4-BE49-F238E27FC236}">
                    <a16:creationId xmlns:a16="http://schemas.microsoft.com/office/drawing/2014/main" id="{48765D06-9432-5C41-138C-6774F4D9998A}"/>
                  </a:ext>
                </a:extLst>
              </p:cNvPr>
              <p:cNvSpPr/>
              <p:nvPr/>
            </p:nvSpPr>
            <p:spPr>
              <a:xfrm>
                <a:off x="8650339" y="1300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99" name="Freeform 35098">
                <a:extLst>
                  <a:ext uri="{FF2B5EF4-FFF2-40B4-BE49-F238E27FC236}">
                    <a16:creationId xmlns:a16="http://schemas.microsoft.com/office/drawing/2014/main" id="{A1CCD658-A550-0D0F-762F-8DDD865923E0}"/>
                  </a:ext>
                </a:extLst>
              </p:cNvPr>
              <p:cNvSpPr/>
              <p:nvPr/>
            </p:nvSpPr>
            <p:spPr>
              <a:xfrm>
                <a:off x="8650835" y="1593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0" name="Freeform 35099">
                <a:extLst>
                  <a:ext uri="{FF2B5EF4-FFF2-40B4-BE49-F238E27FC236}">
                    <a16:creationId xmlns:a16="http://schemas.microsoft.com/office/drawing/2014/main" id="{8FF286BC-74AC-73FA-8BF3-C07BFAAF04B1}"/>
                  </a:ext>
                </a:extLst>
              </p:cNvPr>
              <p:cNvSpPr/>
              <p:nvPr/>
            </p:nvSpPr>
            <p:spPr>
              <a:xfrm>
                <a:off x="8651430" y="1854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1" name="Freeform 35100">
                <a:extLst>
                  <a:ext uri="{FF2B5EF4-FFF2-40B4-BE49-F238E27FC236}">
                    <a16:creationId xmlns:a16="http://schemas.microsoft.com/office/drawing/2014/main" id="{A0B2860C-673C-0847-9F79-7EBF8859AE08}"/>
                  </a:ext>
                </a:extLst>
              </p:cNvPr>
              <p:cNvSpPr/>
              <p:nvPr/>
            </p:nvSpPr>
            <p:spPr>
              <a:xfrm>
                <a:off x="8651927" y="1824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2" name="Freeform 35101">
                <a:extLst>
                  <a:ext uri="{FF2B5EF4-FFF2-40B4-BE49-F238E27FC236}">
                    <a16:creationId xmlns:a16="http://schemas.microsoft.com/office/drawing/2014/main" id="{3D2E0D57-0A42-7CE2-4C96-12A4766997F9}"/>
                  </a:ext>
                </a:extLst>
              </p:cNvPr>
              <p:cNvSpPr/>
              <p:nvPr/>
            </p:nvSpPr>
            <p:spPr>
              <a:xfrm>
                <a:off x="8652423" y="1787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3" name="Freeform 35102">
                <a:extLst>
                  <a:ext uri="{FF2B5EF4-FFF2-40B4-BE49-F238E27FC236}">
                    <a16:creationId xmlns:a16="http://schemas.microsoft.com/office/drawing/2014/main" id="{7D1A8EBD-BF0D-A346-2033-3766635B3A23}"/>
                  </a:ext>
                </a:extLst>
              </p:cNvPr>
              <p:cNvSpPr/>
              <p:nvPr/>
            </p:nvSpPr>
            <p:spPr>
              <a:xfrm>
                <a:off x="8653018" y="1742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4" name="Freeform 35103">
                <a:extLst>
                  <a:ext uri="{FF2B5EF4-FFF2-40B4-BE49-F238E27FC236}">
                    <a16:creationId xmlns:a16="http://schemas.microsoft.com/office/drawing/2014/main" id="{75633065-46C4-49BC-A845-DDCB2B9A6CFC}"/>
                  </a:ext>
                </a:extLst>
              </p:cNvPr>
              <p:cNvSpPr/>
              <p:nvPr/>
            </p:nvSpPr>
            <p:spPr>
              <a:xfrm>
                <a:off x="8653514" y="1728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5" name="Freeform 35104">
                <a:extLst>
                  <a:ext uri="{FF2B5EF4-FFF2-40B4-BE49-F238E27FC236}">
                    <a16:creationId xmlns:a16="http://schemas.microsoft.com/office/drawing/2014/main" id="{1C8B739D-C287-93B2-67CC-AA0212F6D8EA}"/>
                  </a:ext>
                </a:extLst>
              </p:cNvPr>
              <p:cNvSpPr/>
              <p:nvPr/>
            </p:nvSpPr>
            <p:spPr>
              <a:xfrm>
                <a:off x="8654010" y="1797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6" name="Freeform 35105">
                <a:extLst>
                  <a:ext uri="{FF2B5EF4-FFF2-40B4-BE49-F238E27FC236}">
                    <a16:creationId xmlns:a16="http://schemas.microsoft.com/office/drawing/2014/main" id="{410209C2-12D9-9F5F-A949-BCD4152F2C4C}"/>
                  </a:ext>
                </a:extLst>
              </p:cNvPr>
              <p:cNvSpPr/>
              <p:nvPr/>
            </p:nvSpPr>
            <p:spPr>
              <a:xfrm>
                <a:off x="8654506" y="1664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7" name="Freeform 35106">
                <a:extLst>
                  <a:ext uri="{FF2B5EF4-FFF2-40B4-BE49-F238E27FC236}">
                    <a16:creationId xmlns:a16="http://schemas.microsoft.com/office/drawing/2014/main" id="{18BEA131-C896-F72B-F95E-15963F8F5F55}"/>
                  </a:ext>
                </a:extLst>
              </p:cNvPr>
              <p:cNvSpPr/>
              <p:nvPr/>
            </p:nvSpPr>
            <p:spPr>
              <a:xfrm>
                <a:off x="8655102" y="1409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8" name="Freeform 35107">
                <a:extLst>
                  <a:ext uri="{FF2B5EF4-FFF2-40B4-BE49-F238E27FC236}">
                    <a16:creationId xmlns:a16="http://schemas.microsoft.com/office/drawing/2014/main" id="{E6E708E2-3FA0-6235-A263-E2695D11F506}"/>
                  </a:ext>
                </a:extLst>
              </p:cNvPr>
              <p:cNvSpPr/>
              <p:nvPr/>
            </p:nvSpPr>
            <p:spPr>
              <a:xfrm>
                <a:off x="8655598" y="1266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09" name="Freeform 35108">
                <a:extLst>
                  <a:ext uri="{FF2B5EF4-FFF2-40B4-BE49-F238E27FC236}">
                    <a16:creationId xmlns:a16="http://schemas.microsoft.com/office/drawing/2014/main" id="{44EB309E-2139-FDCA-9AC2-613F422C918D}"/>
                  </a:ext>
                </a:extLst>
              </p:cNvPr>
              <p:cNvSpPr/>
              <p:nvPr/>
            </p:nvSpPr>
            <p:spPr>
              <a:xfrm>
                <a:off x="8656094" y="1350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0" name="Freeform 35109">
                <a:extLst>
                  <a:ext uri="{FF2B5EF4-FFF2-40B4-BE49-F238E27FC236}">
                    <a16:creationId xmlns:a16="http://schemas.microsoft.com/office/drawing/2014/main" id="{F8C1C8EC-3A4D-4CF0-1B3A-26CBE856DCA6}"/>
                  </a:ext>
                </a:extLst>
              </p:cNvPr>
              <p:cNvSpPr/>
              <p:nvPr/>
            </p:nvSpPr>
            <p:spPr>
              <a:xfrm>
                <a:off x="8656689" y="1327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1" name="Freeform 35110">
                <a:extLst>
                  <a:ext uri="{FF2B5EF4-FFF2-40B4-BE49-F238E27FC236}">
                    <a16:creationId xmlns:a16="http://schemas.microsoft.com/office/drawing/2014/main" id="{9998151D-4DEB-EE85-E9D4-0B0097EFD5C7}"/>
                  </a:ext>
                </a:extLst>
              </p:cNvPr>
              <p:cNvSpPr/>
              <p:nvPr/>
            </p:nvSpPr>
            <p:spPr>
              <a:xfrm>
                <a:off x="8657185" y="1320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2" name="Freeform 35111">
                <a:extLst>
                  <a:ext uri="{FF2B5EF4-FFF2-40B4-BE49-F238E27FC236}">
                    <a16:creationId xmlns:a16="http://schemas.microsoft.com/office/drawing/2014/main" id="{47776449-334D-5A34-4D1F-D35654BE5385}"/>
                  </a:ext>
                </a:extLst>
              </p:cNvPr>
              <p:cNvSpPr/>
              <p:nvPr/>
            </p:nvSpPr>
            <p:spPr>
              <a:xfrm>
                <a:off x="8657681" y="1292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3" name="Freeform 35112">
                <a:extLst>
                  <a:ext uri="{FF2B5EF4-FFF2-40B4-BE49-F238E27FC236}">
                    <a16:creationId xmlns:a16="http://schemas.microsoft.com/office/drawing/2014/main" id="{B9DDB59D-99C4-F4F0-3B1E-5EB5C91DE6A0}"/>
                  </a:ext>
                </a:extLst>
              </p:cNvPr>
              <p:cNvSpPr/>
              <p:nvPr/>
            </p:nvSpPr>
            <p:spPr>
              <a:xfrm>
                <a:off x="8658277" y="1433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4" name="Freeform 35113">
                <a:extLst>
                  <a:ext uri="{FF2B5EF4-FFF2-40B4-BE49-F238E27FC236}">
                    <a16:creationId xmlns:a16="http://schemas.microsoft.com/office/drawing/2014/main" id="{E332A859-5E21-DDFF-1A8E-45A1B017F83E}"/>
                  </a:ext>
                </a:extLst>
              </p:cNvPr>
              <p:cNvSpPr/>
              <p:nvPr/>
            </p:nvSpPr>
            <p:spPr>
              <a:xfrm>
                <a:off x="8658773" y="1384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5" name="Freeform 35114">
                <a:extLst>
                  <a:ext uri="{FF2B5EF4-FFF2-40B4-BE49-F238E27FC236}">
                    <a16:creationId xmlns:a16="http://schemas.microsoft.com/office/drawing/2014/main" id="{6B771F7C-AACF-FF19-D73B-40D4B44D3322}"/>
                  </a:ext>
                </a:extLst>
              </p:cNvPr>
              <p:cNvSpPr/>
              <p:nvPr/>
            </p:nvSpPr>
            <p:spPr>
              <a:xfrm>
                <a:off x="8659269" y="1300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6" name="Freeform 35115">
                <a:extLst>
                  <a:ext uri="{FF2B5EF4-FFF2-40B4-BE49-F238E27FC236}">
                    <a16:creationId xmlns:a16="http://schemas.microsoft.com/office/drawing/2014/main" id="{A944D3A6-2C0E-5B19-8555-35E194ACF329}"/>
                  </a:ext>
                </a:extLst>
              </p:cNvPr>
              <p:cNvSpPr/>
              <p:nvPr/>
            </p:nvSpPr>
            <p:spPr>
              <a:xfrm>
                <a:off x="4041430" y="1329928"/>
                <a:ext cx="4622402" cy="913308"/>
              </a:xfrm>
              <a:custGeom>
                <a:avLst/>
                <a:gdLst>
                  <a:gd name="connsiteX0" fmla="*/ 0 w 4622402"/>
                  <a:gd name="connsiteY0" fmla="*/ 156666 h 913308"/>
                  <a:gd name="connsiteX1" fmla="*/ 58539 w 4622402"/>
                  <a:gd name="connsiteY1" fmla="*/ 162620 h 913308"/>
                  <a:gd name="connsiteX2" fmla="*/ 117078 w 4622402"/>
                  <a:gd name="connsiteY2" fmla="*/ 169069 h 913308"/>
                  <a:gd name="connsiteX3" fmla="*/ 175518 w 4622402"/>
                  <a:gd name="connsiteY3" fmla="*/ 176609 h 913308"/>
                  <a:gd name="connsiteX4" fmla="*/ 234057 w 4622402"/>
                  <a:gd name="connsiteY4" fmla="*/ 186134 h 913308"/>
                  <a:gd name="connsiteX5" fmla="*/ 292596 w 4622402"/>
                  <a:gd name="connsiteY5" fmla="*/ 198834 h 913308"/>
                  <a:gd name="connsiteX6" fmla="*/ 351135 w 4622402"/>
                  <a:gd name="connsiteY6" fmla="*/ 216594 h 913308"/>
                  <a:gd name="connsiteX7" fmla="*/ 409575 w 4622402"/>
                  <a:gd name="connsiteY7" fmla="*/ 241796 h 913308"/>
                  <a:gd name="connsiteX8" fmla="*/ 468114 w 4622402"/>
                  <a:gd name="connsiteY8" fmla="*/ 276523 h 913308"/>
                  <a:gd name="connsiteX9" fmla="*/ 526653 w 4622402"/>
                  <a:gd name="connsiteY9" fmla="*/ 322659 h 913308"/>
                  <a:gd name="connsiteX10" fmla="*/ 585093 w 4622402"/>
                  <a:gd name="connsiteY10" fmla="*/ 380206 h 913308"/>
                  <a:gd name="connsiteX11" fmla="*/ 643632 w 4622402"/>
                  <a:gd name="connsiteY11" fmla="*/ 445988 h 913308"/>
                  <a:gd name="connsiteX12" fmla="*/ 702171 w 4622402"/>
                  <a:gd name="connsiteY12" fmla="*/ 516334 h 913308"/>
                  <a:gd name="connsiteX13" fmla="*/ 760710 w 4622402"/>
                  <a:gd name="connsiteY13" fmla="*/ 587474 h 913308"/>
                  <a:gd name="connsiteX14" fmla="*/ 819150 w 4622402"/>
                  <a:gd name="connsiteY14" fmla="*/ 656034 h 913308"/>
                  <a:gd name="connsiteX15" fmla="*/ 877689 w 4622402"/>
                  <a:gd name="connsiteY15" fmla="*/ 719137 h 913308"/>
                  <a:gd name="connsiteX16" fmla="*/ 936228 w 4622402"/>
                  <a:gd name="connsiteY16" fmla="*/ 774204 h 913308"/>
                  <a:gd name="connsiteX17" fmla="*/ 994767 w 4622402"/>
                  <a:gd name="connsiteY17" fmla="*/ 818654 h 913308"/>
                  <a:gd name="connsiteX18" fmla="*/ 1053207 w 4622402"/>
                  <a:gd name="connsiteY18" fmla="*/ 850007 h 913308"/>
                  <a:gd name="connsiteX19" fmla="*/ 1111746 w 4622402"/>
                  <a:gd name="connsiteY19" fmla="*/ 867767 h 913308"/>
                  <a:gd name="connsiteX20" fmla="*/ 1170285 w 4622402"/>
                  <a:gd name="connsiteY20" fmla="*/ 873819 h 913308"/>
                  <a:gd name="connsiteX21" fmla="*/ 1228725 w 4622402"/>
                  <a:gd name="connsiteY21" fmla="*/ 870248 h 913308"/>
                  <a:gd name="connsiteX22" fmla="*/ 1287264 w 4622402"/>
                  <a:gd name="connsiteY22" fmla="*/ 858838 h 913308"/>
                  <a:gd name="connsiteX23" fmla="*/ 1345803 w 4622402"/>
                  <a:gd name="connsiteY23" fmla="*/ 842169 h 913308"/>
                  <a:gd name="connsiteX24" fmla="*/ 1404342 w 4622402"/>
                  <a:gd name="connsiteY24" fmla="*/ 822920 h 913308"/>
                  <a:gd name="connsiteX25" fmla="*/ 1462782 w 4622402"/>
                  <a:gd name="connsiteY25" fmla="*/ 804366 h 913308"/>
                  <a:gd name="connsiteX26" fmla="*/ 1521321 w 4622402"/>
                  <a:gd name="connsiteY26" fmla="*/ 789583 h 913308"/>
                  <a:gd name="connsiteX27" fmla="*/ 1579860 w 4622402"/>
                  <a:gd name="connsiteY27" fmla="*/ 781447 h 913308"/>
                  <a:gd name="connsiteX28" fmla="*/ 1638300 w 4622402"/>
                  <a:gd name="connsiteY28" fmla="*/ 779562 h 913308"/>
                  <a:gd name="connsiteX29" fmla="*/ 1696839 w 4622402"/>
                  <a:gd name="connsiteY29" fmla="*/ 781744 h 913308"/>
                  <a:gd name="connsiteX30" fmla="*/ 1755378 w 4622402"/>
                  <a:gd name="connsiteY30" fmla="*/ 785316 h 913308"/>
                  <a:gd name="connsiteX31" fmla="*/ 1813917 w 4622402"/>
                  <a:gd name="connsiteY31" fmla="*/ 788094 h 913308"/>
                  <a:gd name="connsiteX32" fmla="*/ 1872357 w 4622402"/>
                  <a:gd name="connsiteY32" fmla="*/ 788194 h 913308"/>
                  <a:gd name="connsiteX33" fmla="*/ 1930896 w 4622402"/>
                  <a:gd name="connsiteY33" fmla="*/ 783927 h 913308"/>
                  <a:gd name="connsiteX34" fmla="*/ 1989435 w 4622402"/>
                  <a:gd name="connsiteY34" fmla="*/ 774204 h 913308"/>
                  <a:gd name="connsiteX35" fmla="*/ 2047974 w 4622402"/>
                  <a:gd name="connsiteY35" fmla="*/ 757833 h 913308"/>
                  <a:gd name="connsiteX36" fmla="*/ 2106414 w 4622402"/>
                  <a:gd name="connsiteY36" fmla="*/ 733623 h 913308"/>
                  <a:gd name="connsiteX37" fmla="*/ 2164953 w 4622402"/>
                  <a:gd name="connsiteY37" fmla="*/ 702072 h 913308"/>
                  <a:gd name="connsiteX38" fmla="*/ 2223492 w 4622402"/>
                  <a:gd name="connsiteY38" fmla="*/ 664170 h 913308"/>
                  <a:gd name="connsiteX39" fmla="*/ 2281932 w 4622402"/>
                  <a:gd name="connsiteY39" fmla="*/ 620812 h 913308"/>
                  <a:gd name="connsiteX40" fmla="*/ 2340471 w 4622402"/>
                  <a:gd name="connsiteY40" fmla="*/ 573087 h 913308"/>
                  <a:gd name="connsiteX41" fmla="*/ 2399010 w 4622402"/>
                  <a:gd name="connsiteY41" fmla="*/ 522486 h 913308"/>
                  <a:gd name="connsiteX42" fmla="*/ 2457549 w 4622402"/>
                  <a:gd name="connsiteY42" fmla="*/ 470892 h 913308"/>
                  <a:gd name="connsiteX43" fmla="*/ 2515989 w 4622402"/>
                  <a:gd name="connsiteY43" fmla="*/ 420588 h 913308"/>
                  <a:gd name="connsiteX44" fmla="*/ 2574528 w 4622402"/>
                  <a:gd name="connsiteY44" fmla="*/ 373459 h 913308"/>
                  <a:gd name="connsiteX45" fmla="*/ 2633067 w 4622402"/>
                  <a:gd name="connsiteY45" fmla="*/ 331093 h 913308"/>
                  <a:gd name="connsiteX46" fmla="*/ 2691507 w 4622402"/>
                  <a:gd name="connsiteY46" fmla="*/ 293390 h 913308"/>
                  <a:gd name="connsiteX47" fmla="*/ 2750046 w 4622402"/>
                  <a:gd name="connsiteY47" fmla="*/ 259953 h 913308"/>
                  <a:gd name="connsiteX48" fmla="*/ 2808585 w 4622402"/>
                  <a:gd name="connsiteY48" fmla="*/ 230187 h 913308"/>
                  <a:gd name="connsiteX49" fmla="*/ 2867124 w 4622402"/>
                  <a:gd name="connsiteY49" fmla="*/ 204093 h 913308"/>
                  <a:gd name="connsiteX50" fmla="*/ 2925564 w 4622402"/>
                  <a:gd name="connsiteY50" fmla="*/ 181670 h 913308"/>
                  <a:gd name="connsiteX51" fmla="*/ 2984103 w 4622402"/>
                  <a:gd name="connsiteY51" fmla="*/ 163711 h 913308"/>
                  <a:gd name="connsiteX52" fmla="*/ 3042642 w 4622402"/>
                  <a:gd name="connsiteY52" fmla="*/ 151011 h 913308"/>
                  <a:gd name="connsiteX53" fmla="*/ 3101181 w 4622402"/>
                  <a:gd name="connsiteY53" fmla="*/ 144066 h 913308"/>
                  <a:gd name="connsiteX54" fmla="*/ 3159621 w 4622402"/>
                  <a:gd name="connsiteY54" fmla="*/ 143073 h 913308"/>
                  <a:gd name="connsiteX55" fmla="*/ 3218160 w 4622402"/>
                  <a:gd name="connsiteY55" fmla="*/ 146645 h 913308"/>
                  <a:gd name="connsiteX56" fmla="*/ 3276699 w 4622402"/>
                  <a:gd name="connsiteY56" fmla="*/ 153491 h 913308"/>
                  <a:gd name="connsiteX57" fmla="*/ 3335139 w 4622402"/>
                  <a:gd name="connsiteY57" fmla="*/ 162223 h 913308"/>
                  <a:gd name="connsiteX58" fmla="*/ 3393678 w 4622402"/>
                  <a:gd name="connsiteY58" fmla="*/ 171847 h 913308"/>
                  <a:gd name="connsiteX59" fmla="*/ 3452217 w 4622402"/>
                  <a:gd name="connsiteY59" fmla="*/ 181868 h 913308"/>
                  <a:gd name="connsiteX60" fmla="*/ 3510756 w 4622402"/>
                  <a:gd name="connsiteY60" fmla="*/ 191988 h 913308"/>
                  <a:gd name="connsiteX61" fmla="*/ 3569196 w 4622402"/>
                  <a:gd name="connsiteY61" fmla="*/ 202208 h 913308"/>
                  <a:gd name="connsiteX62" fmla="*/ 3627735 w 4622402"/>
                  <a:gd name="connsiteY62" fmla="*/ 212030 h 913308"/>
                  <a:gd name="connsiteX63" fmla="*/ 3686274 w 4622402"/>
                  <a:gd name="connsiteY63" fmla="*/ 221159 h 913308"/>
                  <a:gd name="connsiteX64" fmla="*/ 3744813 w 4622402"/>
                  <a:gd name="connsiteY64" fmla="*/ 228898 h 913308"/>
                  <a:gd name="connsiteX65" fmla="*/ 3803253 w 4622402"/>
                  <a:gd name="connsiteY65" fmla="*/ 234255 h 913308"/>
                  <a:gd name="connsiteX66" fmla="*/ 3861792 w 4622402"/>
                  <a:gd name="connsiteY66" fmla="*/ 236537 h 913308"/>
                  <a:gd name="connsiteX67" fmla="*/ 3920331 w 4622402"/>
                  <a:gd name="connsiteY67" fmla="*/ 235347 h 913308"/>
                  <a:gd name="connsiteX68" fmla="*/ 3978771 w 4622402"/>
                  <a:gd name="connsiteY68" fmla="*/ 230783 h 913308"/>
                  <a:gd name="connsiteX69" fmla="*/ 4037310 w 4622402"/>
                  <a:gd name="connsiteY69" fmla="*/ 223143 h 913308"/>
                  <a:gd name="connsiteX70" fmla="*/ 4095849 w 4622402"/>
                  <a:gd name="connsiteY70" fmla="*/ 212923 h 913308"/>
                  <a:gd name="connsiteX71" fmla="*/ 4154388 w 4622402"/>
                  <a:gd name="connsiteY71" fmla="*/ 200223 h 913308"/>
                  <a:gd name="connsiteX72" fmla="*/ 4212828 w 4622402"/>
                  <a:gd name="connsiteY72" fmla="*/ 185341 h 913308"/>
                  <a:gd name="connsiteX73" fmla="*/ 4271368 w 4622402"/>
                  <a:gd name="connsiteY73" fmla="*/ 167977 h 913308"/>
                  <a:gd name="connsiteX74" fmla="*/ 4329907 w 4622402"/>
                  <a:gd name="connsiteY74" fmla="*/ 147836 h 913308"/>
                  <a:gd name="connsiteX75" fmla="*/ 4388346 w 4622402"/>
                  <a:gd name="connsiteY75" fmla="*/ 124321 h 913308"/>
                  <a:gd name="connsiteX76" fmla="*/ 4446885 w 4622402"/>
                  <a:gd name="connsiteY76" fmla="*/ 97036 h 913308"/>
                  <a:gd name="connsiteX77" fmla="*/ 4505425 w 4622402"/>
                  <a:gd name="connsiteY77" fmla="*/ 66576 h 913308"/>
                  <a:gd name="connsiteX78" fmla="*/ 4563963 w 4622402"/>
                  <a:gd name="connsiteY78" fmla="*/ 33933 h 913308"/>
                  <a:gd name="connsiteX79" fmla="*/ 4622403 w 4622402"/>
                  <a:gd name="connsiteY79" fmla="*/ 0 h 913308"/>
                  <a:gd name="connsiteX80" fmla="*/ 4622403 w 4622402"/>
                  <a:gd name="connsiteY80" fmla="*/ 81459 h 913308"/>
                  <a:gd name="connsiteX81" fmla="*/ 4563963 w 4622402"/>
                  <a:gd name="connsiteY81" fmla="*/ 101203 h 913308"/>
                  <a:gd name="connsiteX82" fmla="*/ 4505425 w 4622402"/>
                  <a:gd name="connsiteY82" fmla="*/ 121344 h 913308"/>
                  <a:gd name="connsiteX83" fmla="*/ 4446885 w 4622402"/>
                  <a:gd name="connsiteY83" fmla="*/ 142180 h 913308"/>
                  <a:gd name="connsiteX84" fmla="*/ 4388346 w 4622402"/>
                  <a:gd name="connsiteY84" fmla="*/ 163810 h 913308"/>
                  <a:gd name="connsiteX85" fmla="*/ 4329907 w 4622402"/>
                  <a:gd name="connsiteY85" fmla="*/ 186035 h 913308"/>
                  <a:gd name="connsiteX86" fmla="*/ 4271368 w 4622402"/>
                  <a:gd name="connsiteY86" fmla="*/ 207764 h 913308"/>
                  <a:gd name="connsiteX87" fmla="*/ 4212828 w 4622402"/>
                  <a:gd name="connsiteY87" fmla="*/ 227608 h 913308"/>
                  <a:gd name="connsiteX88" fmla="*/ 4154388 w 4622402"/>
                  <a:gd name="connsiteY88" fmla="*/ 244475 h 913308"/>
                  <a:gd name="connsiteX89" fmla="*/ 4095849 w 4622402"/>
                  <a:gd name="connsiteY89" fmla="*/ 257274 h 913308"/>
                  <a:gd name="connsiteX90" fmla="*/ 4037310 w 4622402"/>
                  <a:gd name="connsiteY90" fmla="*/ 265807 h 913308"/>
                  <a:gd name="connsiteX91" fmla="*/ 3978771 w 4622402"/>
                  <a:gd name="connsiteY91" fmla="*/ 270768 h 913308"/>
                  <a:gd name="connsiteX92" fmla="*/ 3920331 w 4622402"/>
                  <a:gd name="connsiteY92" fmla="*/ 272752 h 913308"/>
                  <a:gd name="connsiteX93" fmla="*/ 3861792 w 4622402"/>
                  <a:gd name="connsiteY93" fmla="*/ 272752 h 913308"/>
                  <a:gd name="connsiteX94" fmla="*/ 3803253 w 4622402"/>
                  <a:gd name="connsiteY94" fmla="*/ 271165 h 913308"/>
                  <a:gd name="connsiteX95" fmla="*/ 3744813 w 4622402"/>
                  <a:gd name="connsiteY95" fmla="*/ 268089 h 913308"/>
                  <a:gd name="connsiteX96" fmla="*/ 3686274 w 4622402"/>
                  <a:gd name="connsiteY96" fmla="*/ 263128 h 913308"/>
                  <a:gd name="connsiteX97" fmla="*/ 3627735 w 4622402"/>
                  <a:gd name="connsiteY97" fmla="*/ 255885 h 913308"/>
                  <a:gd name="connsiteX98" fmla="*/ 3569196 w 4622402"/>
                  <a:gd name="connsiteY98" fmla="*/ 246062 h 913308"/>
                  <a:gd name="connsiteX99" fmla="*/ 3510756 w 4622402"/>
                  <a:gd name="connsiteY99" fmla="*/ 234156 h 913308"/>
                  <a:gd name="connsiteX100" fmla="*/ 3452217 w 4622402"/>
                  <a:gd name="connsiteY100" fmla="*/ 221357 h 913308"/>
                  <a:gd name="connsiteX101" fmla="*/ 3393678 w 4622402"/>
                  <a:gd name="connsiteY101" fmla="*/ 209054 h 913308"/>
                  <a:gd name="connsiteX102" fmla="*/ 3335139 w 4622402"/>
                  <a:gd name="connsiteY102" fmla="*/ 198537 h 913308"/>
                  <a:gd name="connsiteX103" fmla="*/ 3276699 w 4622402"/>
                  <a:gd name="connsiteY103" fmla="*/ 190897 h 913308"/>
                  <a:gd name="connsiteX104" fmla="*/ 3218160 w 4622402"/>
                  <a:gd name="connsiteY104" fmla="*/ 186432 h 913308"/>
                  <a:gd name="connsiteX105" fmla="*/ 3159621 w 4622402"/>
                  <a:gd name="connsiteY105" fmla="*/ 185440 h 913308"/>
                  <a:gd name="connsiteX106" fmla="*/ 3101181 w 4622402"/>
                  <a:gd name="connsiteY106" fmla="*/ 188119 h 913308"/>
                  <a:gd name="connsiteX107" fmla="*/ 3042642 w 4622402"/>
                  <a:gd name="connsiteY107" fmla="*/ 194568 h 913308"/>
                  <a:gd name="connsiteX108" fmla="*/ 2984103 w 4622402"/>
                  <a:gd name="connsiteY108" fmla="*/ 205284 h 913308"/>
                  <a:gd name="connsiteX109" fmla="*/ 2925564 w 4622402"/>
                  <a:gd name="connsiteY109" fmla="*/ 220563 h 913308"/>
                  <a:gd name="connsiteX110" fmla="*/ 2867124 w 4622402"/>
                  <a:gd name="connsiteY110" fmla="*/ 240903 h 913308"/>
                  <a:gd name="connsiteX111" fmla="*/ 2808585 w 4622402"/>
                  <a:gd name="connsiteY111" fmla="*/ 266700 h 913308"/>
                  <a:gd name="connsiteX112" fmla="*/ 2750046 w 4622402"/>
                  <a:gd name="connsiteY112" fmla="*/ 297755 h 913308"/>
                  <a:gd name="connsiteX113" fmla="*/ 2691507 w 4622402"/>
                  <a:gd name="connsiteY113" fmla="*/ 333871 h 913308"/>
                  <a:gd name="connsiteX114" fmla="*/ 2633067 w 4622402"/>
                  <a:gd name="connsiteY114" fmla="*/ 373955 h 913308"/>
                  <a:gd name="connsiteX115" fmla="*/ 2574528 w 4622402"/>
                  <a:gd name="connsiteY115" fmla="*/ 417512 h 913308"/>
                  <a:gd name="connsiteX116" fmla="*/ 2515989 w 4622402"/>
                  <a:gd name="connsiteY116" fmla="*/ 463848 h 913308"/>
                  <a:gd name="connsiteX117" fmla="*/ 2457549 w 4622402"/>
                  <a:gd name="connsiteY117" fmla="*/ 511969 h 913308"/>
                  <a:gd name="connsiteX118" fmla="*/ 2399010 w 4622402"/>
                  <a:gd name="connsiteY118" fmla="*/ 560884 h 913308"/>
                  <a:gd name="connsiteX119" fmla="*/ 2340471 w 4622402"/>
                  <a:gd name="connsiteY119" fmla="*/ 609699 h 913308"/>
                  <a:gd name="connsiteX120" fmla="*/ 2281932 w 4622402"/>
                  <a:gd name="connsiteY120" fmla="*/ 657423 h 913308"/>
                  <a:gd name="connsiteX121" fmla="*/ 2223492 w 4622402"/>
                  <a:gd name="connsiteY121" fmla="*/ 702568 h 913308"/>
                  <a:gd name="connsiteX122" fmla="*/ 2164953 w 4622402"/>
                  <a:gd name="connsiteY122" fmla="*/ 743049 h 913308"/>
                  <a:gd name="connsiteX123" fmla="*/ 2106414 w 4622402"/>
                  <a:gd name="connsiteY123" fmla="*/ 776883 h 913308"/>
                  <a:gd name="connsiteX124" fmla="*/ 2047974 w 4622402"/>
                  <a:gd name="connsiteY124" fmla="*/ 801886 h 913308"/>
                  <a:gd name="connsiteX125" fmla="*/ 1989435 w 4622402"/>
                  <a:gd name="connsiteY125" fmla="*/ 817066 h 913308"/>
                  <a:gd name="connsiteX126" fmla="*/ 1930896 w 4622402"/>
                  <a:gd name="connsiteY126" fmla="*/ 824309 h 913308"/>
                  <a:gd name="connsiteX127" fmla="*/ 1872357 w 4622402"/>
                  <a:gd name="connsiteY127" fmla="*/ 825996 h 913308"/>
                  <a:gd name="connsiteX128" fmla="*/ 1813917 w 4622402"/>
                  <a:gd name="connsiteY128" fmla="*/ 824607 h 913308"/>
                  <a:gd name="connsiteX129" fmla="*/ 1755378 w 4622402"/>
                  <a:gd name="connsiteY129" fmla="*/ 822226 h 913308"/>
                  <a:gd name="connsiteX130" fmla="*/ 1696839 w 4622402"/>
                  <a:gd name="connsiteY130" fmla="*/ 820638 h 913308"/>
                  <a:gd name="connsiteX131" fmla="*/ 1638300 w 4622402"/>
                  <a:gd name="connsiteY131" fmla="*/ 821134 h 913308"/>
                  <a:gd name="connsiteX132" fmla="*/ 1579860 w 4622402"/>
                  <a:gd name="connsiteY132" fmla="*/ 825103 h 913308"/>
                  <a:gd name="connsiteX133" fmla="*/ 1521321 w 4622402"/>
                  <a:gd name="connsiteY133" fmla="*/ 833636 h 913308"/>
                  <a:gd name="connsiteX134" fmla="*/ 1462782 w 4622402"/>
                  <a:gd name="connsiteY134" fmla="*/ 846832 h 913308"/>
                  <a:gd name="connsiteX135" fmla="*/ 1404342 w 4622402"/>
                  <a:gd name="connsiteY135" fmla="*/ 862806 h 913308"/>
                  <a:gd name="connsiteX136" fmla="*/ 1345803 w 4622402"/>
                  <a:gd name="connsiteY136" fmla="*/ 879574 h 913308"/>
                  <a:gd name="connsiteX137" fmla="*/ 1287264 w 4622402"/>
                  <a:gd name="connsiteY137" fmla="*/ 895152 h 913308"/>
                  <a:gd name="connsiteX138" fmla="*/ 1228725 w 4622402"/>
                  <a:gd name="connsiteY138" fmla="*/ 907355 h 913308"/>
                  <a:gd name="connsiteX139" fmla="*/ 1170285 w 4622402"/>
                  <a:gd name="connsiteY139" fmla="*/ 913309 h 913308"/>
                  <a:gd name="connsiteX140" fmla="*/ 1111746 w 4622402"/>
                  <a:gd name="connsiteY140" fmla="*/ 909836 h 913308"/>
                  <a:gd name="connsiteX141" fmla="*/ 1053207 w 4622402"/>
                  <a:gd name="connsiteY141" fmla="*/ 893862 h 913308"/>
                  <a:gd name="connsiteX142" fmla="*/ 994767 w 4622402"/>
                  <a:gd name="connsiteY142" fmla="*/ 862409 h 913308"/>
                  <a:gd name="connsiteX143" fmla="*/ 936228 w 4622402"/>
                  <a:gd name="connsiteY143" fmla="*/ 816074 h 913308"/>
                  <a:gd name="connsiteX144" fmla="*/ 877689 w 4622402"/>
                  <a:gd name="connsiteY144" fmla="*/ 758329 h 913308"/>
                  <a:gd name="connsiteX145" fmla="*/ 819150 w 4622402"/>
                  <a:gd name="connsiteY145" fmla="*/ 693043 h 913308"/>
                  <a:gd name="connsiteX146" fmla="*/ 760710 w 4622402"/>
                  <a:gd name="connsiteY146" fmla="*/ 623689 h 913308"/>
                  <a:gd name="connsiteX147" fmla="*/ 702171 w 4622402"/>
                  <a:gd name="connsiteY147" fmla="*/ 553740 h 913308"/>
                  <a:gd name="connsiteX148" fmla="*/ 643632 w 4622402"/>
                  <a:gd name="connsiteY148" fmla="*/ 485874 h 913308"/>
                  <a:gd name="connsiteX149" fmla="*/ 585093 w 4622402"/>
                  <a:gd name="connsiteY149" fmla="*/ 422870 h 913308"/>
                  <a:gd name="connsiteX150" fmla="*/ 526653 w 4622402"/>
                  <a:gd name="connsiteY150" fmla="*/ 367010 h 913308"/>
                  <a:gd name="connsiteX151" fmla="*/ 468114 w 4622402"/>
                  <a:gd name="connsiteY151" fmla="*/ 320675 h 913308"/>
                  <a:gd name="connsiteX152" fmla="*/ 409575 w 4622402"/>
                  <a:gd name="connsiteY152" fmla="*/ 284063 h 913308"/>
                  <a:gd name="connsiteX153" fmla="*/ 351135 w 4622402"/>
                  <a:gd name="connsiteY153" fmla="*/ 256381 h 913308"/>
                  <a:gd name="connsiteX154" fmla="*/ 292596 w 4622402"/>
                  <a:gd name="connsiteY154" fmla="*/ 236934 h 913308"/>
                  <a:gd name="connsiteX155" fmla="*/ 234057 w 4622402"/>
                  <a:gd name="connsiteY155" fmla="*/ 225623 h 913308"/>
                  <a:gd name="connsiteX156" fmla="*/ 175518 w 4622402"/>
                  <a:gd name="connsiteY156" fmla="*/ 221754 h 913308"/>
                  <a:gd name="connsiteX157" fmla="*/ 117078 w 4622402"/>
                  <a:gd name="connsiteY157" fmla="*/ 223837 h 913308"/>
                  <a:gd name="connsiteX158" fmla="*/ 58539 w 4622402"/>
                  <a:gd name="connsiteY158" fmla="*/ 229890 h 913308"/>
                  <a:gd name="connsiteX159" fmla="*/ 0 w 4622402"/>
                  <a:gd name="connsiteY159" fmla="*/ 238125 h 91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</a:cxnLst>
                <a:rect l="l" t="t" r="r" b="b"/>
                <a:pathLst>
                  <a:path w="4622402" h="913308">
                    <a:moveTo>
                      <a:pt x="0" y="156666"/>
                    </a:moveTo>
                    <a:lnTo>
                      <a:pt x="58539" y="162620"/>
                    </a:lnTo>
                    <a:lnTo>
                      <a:pt x="117078" y="169069"/>
                    </a:lnTo>
                    <a:lnTo>
                      <a:pt x="175518" y="176609"/>
                    </a:lnTo>
                    <a:lnTo>
                      <a:pt x="234057" y="186134"/>
                    </a:lnTo>
                    <a:lnTo>
                      <a:pt x="292596" y="198834"/>
                    </a:lnTo>
                    <a:lnTo>
                      <a:pt x="351135" y="216594"/>
                    </a:lnTo>
                    <a:lnTo>
                      <a:pt x="409575" y="241796"/>
                    </a:lnTo>
                    <a:lnTo>
                      <a:pt x="468114" y="276523"/>
                    </a:lnTo>
                    <a:lnTo>
                      <a:pt x="526653" y="322659"/>
                    </a:lnTo>
                    <a:lnTo>
                      <a:pt x="585093" y="380206"/>
                    </a:lnTo>
                    <a:lnTo>
                      <a:pt x="643632" y="445988"/>
                    </a:lnTo>
                    <a:lnTo>
                      <a:pt x="702171" y="516334"/>
                    </a:lnTo>
                    <a:lnTo>
                      <a:pt x="760710" y="587474"/>
                    </a:lnTo>
                    <a:lnTo>
                      <a:pt x="819150" y="656034"/>
                    </a:lnTo>
                    <a:lnTo>
                      <a:pt x="877689" y="719137"/>
                    </a:lnTo>
                    <a:lnTo>
                      <a:pt x="936228" y="774204"/>
                    </a:lnTo>
                    <a:lnTo>
                      <a:pt x="994767" y="818654"/>
                    </a:lnTo>
                    <a:lnTo>
                      <a:pt x="1053207" y="850007"/>
                    </a:lnTo>
                    <a:lnTo>
                      <a:pt x="1111746" y="867767"/>
                    </a:lnTo>
                    <a:lnTo>
                      <a:pt x="1170285" y="873819"/>
                    </a:lnTo>
                    <a:lnTo>
                      <a:pt x="1228725" y="870248"/>
                    </a:lnTo>
                    <a:lnTo>
                      <a:pt x="1287264" y="858838"/>
                    </a:lnTo>
                    <a:lnTo>
                      <a:pt x="1345803" y="842169"/>
                    </a:lnTo>
                    <a:lnTo>
                      <a:pt x="1404342" y="822920"/>
                    </a:lnTo>
                    <a:lnTo>
                      <a:pt x="1462782" y="804366"/>
                    </a:lnTo>
                    <a:lnTo>
                      <a:pt x="1521321" y="789583"/>
                    </a:lnTo>
                    <a:lnTo>
                      <a:pt x="1579860" y="781447"/>
                    </a:lnTo>
                    <a:lnTo>
                      <a:pt x="1638300" y="779562"/>
                    </a:lnTo>
                    <a:lnTo>
                      <a:pt x="1696839" y="781744"/>
                    </a:lnTo>
                    <a:lnTo>
                      <a:pt x="1755378" y="785316"/>
                    </a:lnTo>
                    <a:lnTo>
                      <a:pt x="1813917" y="788094"/>
                    </a:lnTo>
                    <a:lnTo>
                      <a:pt x="1872357" y="788194"/>
                    </a:lnTo>
                    <a:lnTo>
                      <a:pt x="1930896" y="783927"/>
                    </a:lnTo>
                    <a:lnTo>
                      <a:pt x="1989435" y="774204"/>
                    </a:lnTo>
                    <a:lnTo>
                      <a:pt x="2047974" y="757833"/>
                    </a:lnTo>
                    <a:lnTo>
                      <a:pt x="2106414" y="733623"/>
                    </a:lnTo>
                    <a:lnTo>
                      <a:pt x="2164953" y="702072"/>
                    </a:lnTo>
                    <a:lnTo>
                      <a:pt x="2223492" y="664170"/>
                    </a:lnTo>
                    <a:lnTo>
                      <a:pt x="2281932" y="620812"/>
                    </a:lnTo>
                    <a:lnTo>
                      <a:pt x="2340471" y="573087"/>
                    </a:lnTo>
                    <a:lnTo>
                      <a:pt x="2399010" y="522486"/>
                    </a:lnTo>
                    <a:lnTo>
                      <a:pt x="2457549" y="470892"/>
                    </a:lnTo>
                    <a:lnTo>
                      <a:pt x="2515989" y="420588"/>
                    </a:lnTo>
                    <a:lnTo>
                      <a:pt x="2574528" y="373459"/>
                    </a:lnTo>
                    <a:lnTo>
                      <a:pt x="2633067" y="331093"/>
                    </a:lnTo>
                    <a:lnTo>
                      <a:pt x="2691507" y="293390"/>
                    </a:lnTo>
                    <a:lnTo>
                      <a:pt x="2750046" y="259953"/>
                    </a:lnTo>
                    <a:lnTo>
                      <a:pt x="2808585" y="230187"/>
                    </a:lnTo>
                    <a:lnTo>
                      <a:pt x="2867124" y="204093"/>
                    </a:lnTo>
                    <a:lnTo>
                      <a:pt x="2925564" y="181670"/>
                    </a:lnTo>
                    <a:lnTo>
                      <a:pt x="2984103" y="163711"/>
                    </a:lnTo>
                    <a:lnTo>
                      <a:pt x="3042642" y="151011"/>
                    </a:lnTo>
                    <a:lnTo>
                      <a:pt x="3101181" y="144066"/>
                    </a:lnTo>
                    <a:lnTo>
                      <a:pt x="3159621" y="143073"/>
                    </a:lnTo>
                    <a:lnTo>
                      <a:pt x="3218160" y="146645"/>
                    </a:lnTo>
                    <a:lnTo>
                      <a:pt x="3276699" y="153491"/>
                    </a:lnTo>
                    <a:lnTo>
                      <a:pt x="3335139" y="162223"/>
                    </a:lnTo>
                    <a:lnTo>
                      <a:pt x="3393678" y="171847"/>
                    </a:lnTo>
                    <a:lnTo>
                      <a:pt x="3452217" y="181868"/>
                    </a:lnTo>
                    <a:lnTo>
                      <a:pt x="3510756" y="191988"/>
                    </a:lnTo>
                    <a:lnTo>
                      <a:pt x="3569196" y="202208"/>
                    </a:lnTo>
                    <a:lnTo>
                      <a:pt x="3627735" y="212030"/>
                    </a:lnTo>
                    <a:lnTo>
                      <a:pt x="3686274" y="221159"/>
                    </a:lnTo>
                    <a:lnTo>
                      <a:pt x="3744813" y="228898"/>
                    </a:lnTo>
                    <a:lnTo>
                      <a:pt x="3803253" y="234255"/>
                    </a:lnTo>
                    <a:lnTo>
                      <a:pt x="3861792" y="236537"/>
                    </a:lnTo>
                    <a:lnTo>
                      <a:pt x="3920331" y="235347"/>
                    </a:lnTo>
                    <a:lnTo>
                      <a:pt x="3978771" y="230783"/>
                    </a:lnTo>
                    <a:lnTo>
                      <a:pt x="4037310" y="223143"/>
                    </a:lnTo>
                    <a:lnTo>
                      <a:pt x="4095849" y="212923"/>
                    </a:lnTo>
                    <a:lnTo>
                      <a:pt x="4154388" y="200223"/>
                    </a:lnTo>
                    <a:lnTo>
                      <a:pt x="4212828" y="185341"/>
                    </a:lnTo>
                    <a:lnTo>
                      <a:pt x="4271368" y="167977"/>
                    </a:lnTo>
                    <a:lnTo>
                      <a:pt x="4329907" y="147836"/>
                    </a:lnTo>
                    <a:lnTo>
                      <a:pt x="4388346" y="124321"/>
                    </a:lnTo>
                    <a:lnTo>
                      <a:pt x="4446885" y="97036"/>
                    </a:lnTo>
                    <a:lnTo>
                      <a:pt x="4505425" y="66576"/>
                    </a:lnTo>
                    <a:lnTo>
                      <a:pt x="4563963" y="33933"/>
                    </a:lnTo>
                    <a:lnTo>
                      <a:pt x="4622403" y="0"/>
                    </a:lnTo>
                    <a:lnTo>
                      <a:pt x="4622403" y="81459"/>
                    </a:lnTo>
                    <a:lnTo>
                      <a:pt x="4563963" y="101203"/>
                    </a:lnTo>
                    <a:lnTo>
                      <a:pt x="4505425" y="121344"/>
                    </a:lnTo>
                    <a:lnTo>
                      <a:pt x="4446885" y="142180"/>
                    </a:lnTo>
                    <a:lnTo>
                      <a:pt x="4388346" y="163810"/>
                    </a:lnTo>
                    <a:lnTo>
                      <a:pt x="4329907" y="186035"/>
                    </a:lnTo>
                    <a:lnTo>
                      <a:pt x="4271368" y="207764"/>
                    </a:lnTo>
                    <a:lnTo>
                      <a:pt x="4212828" y="227608"/>
                    </a:lnTo>
                    <a:lnTo>
                      <a:pt x="4154388" y="244475"/>
                    </a:lnTo>
                    <a:lnTo>
                      <a:pt x="4095849" y="257274"/>
                    </a:lnTo>
                    <a:lnTo>
                      <a:pt x="4037310" y="265807"/>
                    </a:lnTo>
                    <a:lnTo>
                      <a:pt x="3978771" y="270768"/>
                    </a:lnTo>
                    <a:lnTo>
                      <a:pt x="3920331" y="272752"/>
                    </a:lnTo>
                    <a:lnTo>
                      <a:pt x="3861792" y="272752"/>
                    </a:lnTo>
                    <a:lnTo>
                      <a:pt x="3803253" y="271165"/>
                    </a:lnTo>
                    <a:lnTo>
                      <a:pt x="3744813" y="268089"/>
                    </a:lnTo>
                    <a:lnTo>
                      <a:pt x="3686274" y="263128"/>
                    </a:lnTo>
                    <a:lnTo>
                      <a:pt x="3627735" y="255885"/>
                    </a:lnTo>
                    <a:lnTo>
                      <a:pt x="3569196" y="246062"/>
                    </a:lnTo>
                    <a:lnTo>
                      <a:pt x="3510756" y="234156"/>
                    </a:lnTo>
                    <a:lnTo>
                      <a:pt x="3452217" y="221357"/>
                    </a:lnTo>
                    <a:lnTo>
                      <a:pt x="3393678" y="209054"/>
                    </a:lnTo>
                    <a:lnTo>
                      <a:pt x="3335139" y="198537"/>
                    </a:lnTo>
                    <a:lnTo>
                      <a:pt x="3276699" y="190897"/>
                    </a:lnTo>
                    <a:lnTo>
                      <a:pt x="3218160" y="186432"/>
                    </a:lnTo>
                    <a:lnTo>
                      <a:pt x="3159621" y="185440"/>
                    </a:lnTo>
                    <a:lnTo>
                      <a:pt x="3101181" y="188119"/>
                    </a:lnTo>
                    <a:lnTo>
                      <a:pt x="3042642" y="194568"/>
                    </a:lnTo>
                    <a:lnTo>
                      <a:pt x="2984103" y="205284"/>
                    </a:lnTo>
                    <a:lnTo>
                      <a:pt x="2925564" y="220563"/>
                    </a:lnTo>
                    <a:lnTo>
                      <a:pt x="2867124" y="240903"/>
                    </a:lnTo>
                    <a:lnTo>
                      <a:pt x="2808585" y="266700"/>
                    </a:lnTo>
                    <a:lnTo>
                      <a:pt x="2750046" y="297755"/>
                    </a:lnTo>
                    <a:lnTo>
                      <a:pt x="2691507" y="333871"/>
                    </a:lnTo>
                    <a:lnTo>
                      <a:pt x="2633067" y="373955"/>
                    </a:lnTo>
                    <a:lnTo>
                      <a:pt x="2574528" y="417512"/>
                    </a:lnTo>
                    <a:lnTo>
                      <a:pt x="2515989" y="463848"/>
                    </a:lnTo>
                    <a:lnTo>
                      <a:pt x="2457549" y="511969"/>
                    </a:lnTo>
                    <a:lnTo>
                      <a:pt x="2399010" y="560884"/>
                    </a:lnTo>
                    <a:lnTo>
                      <a:pt x="2340471" y="609699"/>
                    </a:lnTo>
                    <a:lnTo>
                      <a:pt x="2281932" y="657423"/>
                    </a:lnTo>
                    <a:lnTo>
                      <a:pt x="2223492" y="702568"/>
                    </a:lnTo>
                    <a:lnTo>
                      <a:pt x="2164953" y="743049"/>
                    </a:lnTo>
                    <a:lnTo>
                      <a:pt x="2106414" y="776883"/>
                    </a:lnTo>
                    <a:lnTo>
                      <a:pt x="2047974" y="801886"/>
                    </a:lnTo>
                    <a:lnTo>
                      <a:pt x="1989435" y="817066"/>
                    </a:lnTo>
                    <a:lnTo>
                      <a:pt x="1930896" y="824309"/>
                    </a:lnTo>
                    <a:lnTo>
                      <a:pt x="1872357" y="825996"/>
                    </a:lnTo>
                    <a:lnTo>
                      <a:pt x="1813917" y="824607"/>
                    </a:lnTo>
                    <a:lnTo>
                      <a:pt x="1755378" y="822226"/>
                    </a:lnTo>
                    <a:lnTo>
                      <a:pt x="1696839" y="820638"/>
                    </a:lnTo>
                    <a:lnTo>
                      <a:pt x="1638300" y="821134"/>
                    </a:lnTo>
                    <a:lnTo>
                      <a:pt x="1579860" y="825103"/>
                    </a:lnTo>
                    <a:lnTo>
                      <a:pt x="1521321" y="833636"/>
                    </a:lnTo>
                    <a:lnTo>
                      <a:pt x="1462782" y="846832"/>
                    </a:lnTo>
                    <a:lnTo>
                      <a:pt x="1404342" y="862806"/>
                    </a:lnTo>
                    <a:lnTo>
                      <a:pt x="1345803" y="879574"/>
                    </a:lnTo>
                    <a:lnTo>
                      <a:pt x="1287264" y="895152"/>
                    </a:lnTo>
                    <a:lnTo>
                      <a:pt x="1228725" y="907355"/>
                    </a:lnTo>
                    <a:lnTo>
                      <a:pt x="1170285" y="913309"/>
                    </a:lnTo>
                    <a:lnTo>
                      <a:pt x="1111746" y="909836"/>
                    </a:lnTo>
                    <a:lnTo>
                      <a:pt x="1053207" y="893862"/>
                    </a:lnTo>
                    <a:lnTo>
                      <a:pt x="994767" y="862409"/>
                    </a:lnTo>
                    <a:lnTo>
                      <a:pt x="936228" y="816074"/>
                    </a:lnTo>
                    <a:lnTo>
                      <a:pt x="877689" y="758329"/>
                    </a:lnTo>
                    <a:lnTo>
                      <a:pt x="819150" y="693043"/>
                    </a:lnTo>
                    <a:lnTo>
                      <a:pt x="760710" y="623689"/>
                    </a:lnTo>
                    <a:lnTo>
                      <a:pt x="702171" y="553740"/>
                    </a:lnTo>
                    <a:lnTo>
                      <a:pt x="643632" y="485874"/>
                    </a:lnTo>
                    <a:lnTo>
                      <a:pt x="585093" y="422870"/>
                    </a:lnTo>
                    <a:lnTo>
                      <a:pt x="526653" y="367010"/>
                    </a:lnTo>
                    <a:lnTo>
                      <a:pt x="468114" y="320675"/>
                    </a:lnTo>
                    <a:lnTo>
                      <a:pt x="409575" y="284063"/>
                    </a:lnTo>
                    <a:lnTo>
                      <a:pt x="351135" y="256381"/>
                    </a:lnTo>
                    <a:lnTo>
                      <a:pt x="292596" y="236934"/>
                    </a:lnTo>
                    <a:lnTo>
                      <a:pt x="234057" y="225623"/>
                    </a:lnTo>
                    <a:lnTo>
                      <a:pt x="175518" y="221754"/>
                    </a:lnTo>
                    <a:lnTo>
                      <a:pt x="117078" y="223837"/>
                    </a:lnTo>
                    <a:lnTo>
                      <a:pt x="58539" y="229890"/>
                    </a:lnTo>
                    <a:lnTo>
                      <a:pt x="0" y="238125"/>
                    </a:lnTo>
                    <a:close/>
                  </a:path>
                </a:pathLst>
              </a:custGeom>
              <a:solidFill>
                <a:srgbClr val="999999">
                  <a:alpha val="40000"/>
                </a:srgbClr>
              </a:solidFill>
              <a:ln w="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7" name="Freeform 35116">
                <a:extLst>
                  <a:ext uri="{FF2B5EF4-FFF2-40B4-BE49-F238E27FC236}">
                    <a16:creationId xmlns:a16="http://schemas.microsoft.com/office/drawing/2014/main" id="{33876A69-0D48-902C-1D1C-9F5BC8101177}"/>
                  </a:ext>
                </a:extLst>
              </p:cNvPr>
              <p:cNvSpPr/>
              <p:nvPr/>
            </p:nvSpPr>
            <p:spPr>
              <a:xfrm>
                <a:off x="4041430" y="1329928"/>
                <a:ext cx="4622402" cy="873819"/>
              </a:xfrm>
              <a:custGeom>
                <a:avLst/>
                <a:gdLst>
                  <a:gd name="connsiteX0" fmla="*/ 0 w 4622402"/>
                  <a:gd name="connsiteY0" fmla="*/ 156666 h 873819"/>
                  <a:gd name="connsiteX1" fmla="*/ 58539 w 4622402"/>
                  <a:gd name="connsiteY1" fmla="*/ 162620 h 873819"/>
                  <a:gd name="connsiteX2" fmla="*/ 117078 w 4622402"/>
                  <a:gd name="connsiteY2" fmla="*/ 169069 h 873819"/>
                  <a:gd name="connsiteX3" fmla="*/ 175518 w 4622402"/>
                  <a:gd name="connsiteY3" fmla="*/ 176609 h 873819"/>
                  <a:gd name="connsiteX4" fmla="*/ 234057 w 4622402"/>
                  <a:gd name="connsiteY4" fmla="*/ 186134 h 873819"/>
                  <a:gd name="connsiteX5" fmla="*/ 292596 w 4622402"/>
                  <a:gd name="connsiteY5" fmla="*/ 198834 h 873819"/>
                  <a:gd name="connsiteX6" fmla="*/ 351135 w 4622402"/>
                  <a:gd name="connsiteY6" fmla="*/ 216594 h 873819"/>
                  <a:gd name="connsiteX7" fmla="*/ 409575 w 4622402"/>
                  <a:gd name="connsiteY7" fmla="*/ 241796 h 873819"/>
                  <a:gd name="connsiteX8" fmla="*/ 468114 w 4622402"/>
                  <a:gd name="connsiteY8" fmla="*/ 276523 h 873819"/>
                  <a:gd name="connsiteX9" fmla="*/ 526653 w 4622402"/>
                  <a:gd name="connsiteY9" fmla="*/ 322659 h 873819"/>
                  <a:gd name="connsiteX10" fmla="*/ 585093 w 4622402"/>
                  <a:gd name="connsiteY10" fmla="*/ 380206 h 873819"/>
                  <a:gd name="connsiteX11" fmla="*/ 643632 w 4622402"/>
                  <a:gd name="connsiteY11" fmla="*/ 445988 h 873819"/>
                  <a:gd name="connsiteX12" fmla="*/ 702171 w 4622402"/>
                  <a:gd name="connsiteY12" fmla="*/ 516334 h 873819"/>
                  <a:gd name="connsiteX13" fmla="*/ 760710 w 4622402"/>
                  <a:gd name="connsiteY13" fmla="*/ 587474 h 873819"/>
                  <a:gd name="connsiteX14" fmla="*/ 819150 w 4622402"/>
                  <a:gd name="connsiteY14" fmla="*/ 656034 h 873819"/>
                  <a:gd name="connsiteX15" fmla="*/ 877689 w 4622402"/>
                  <a:gd name="connsiteY15" fmla="*/ 719137 h 873819"/>
                  <a:gd name="connsiteX16" fmla="*/ 936228 w 4622402"/>
                  <a:gd name="connsiteY16" fmla="*/ 774204 h 873819"/>
                  <a:gd name="connsiteX17" fmla="*/ 994767 w 4622402"/>
                  <a:gd name="connsiteY17" fmla="*/ 818654 h 873819"/>
                  <a:gd name="connsiteX18" fmla="*/ 1053207 w 4622402"/>
                  <a:gd name="connsiteY18" fmla="*/ 850007 h 873819"/>
                  <a:gd name="connsiteX19" fmla="*/ 1111746 w 4622402"/>
                  <a:gd name="connsiteY19" fmla="*/ 867767 h 873819"/>
                  <a:gd name="connsiteX20" fmla="*/ 1170285 w 4622402"/>
                  <a:gd name="connsiteY20" fmla="*/ 873819 h 873819"/>
                  <a:gd name="connsiteX21" fmla="*/ 1228725 w 4622402"/>
                  <a:gd name="connsiteY21" fmla="*/ 870248 h 873819"/>
                  <a:gd name="connsiteX22" fmla="*/ 1287264 w 4622402"/>
                  <a:gd name="connsiteY22" fmla="*/ 858838 h 873819"/>
                  <a:gd name="connsiteX23" fmla="*/ 1345803 w 4622402"/>
                  <a:gd name="connsiteY23" fmla="*/ 842169 h 873819"/>
                  <a:gd name="connsiteX24" fmla="*/ 1404342 w 4622402"/>
                  <a:gd name="connsiteY24" fmla="*/ 822920 h 873819"/>
                  <a:gd name="connsiteX25" fmla="*/ 1462782 w 4622402"/>
                  <a:gd name="connsiteY25" fmla="*/ 804366 h 873819"/>
                  <a:gd name="connsiteX26" fmla="*/ 1521321 w 4622402"/>
                  <a:gd name="connsiteY26" fmla="*/ 789583 h 873819"/>
                  <a:gd name="connsiteX27" fmla="*/ 1579860 w 4622402"/>
                  <a:gd name="connsiteY27" fmla="*/ 781447 h 873819"/>
                  <a:gd name="connsiteX28" fmla="*/ 1638300 w 4622402"/>
                  <a:gd name="connsiteY28" fmla="*/ 779562 h 873819"/>
                  <a:gd name="connsiteX29" fmla="*/ 1696839 w 4622402"/>
                  <a:gd name="connsiteY29" fmla="*/ 781744 h 873819"/>
                  <a:gd name="connsiteX30" fmla="*/ 1755378 w 4622402"/>
                  <a:gd name="connsiteY30" fmla="*/ 785316 h 873819"/>
                  <a:gd name="connsiteX31" fmla="*/ 1813917 w 4622402"/>
                  <a:gd name="connsiteY31" fmla="*/ 788094 h 873819"/>
                  <a:gd name="connsiteX32" fmla="*/ 1872357 w 4622402"/>
                  <a:gd name="connsiteY32" fmla="*/ 788194 h 873819"/>
                  <a:gd name="connsiteX33" fmla="*/ 1930896 w 4622402"/>
                  <a:gd name="connsiteY33" fmla="*/ 783927 h 873819"/>
                  <a:gd name="connsiteX34" fmla="*/ 1989435 w 4622402"/>
                  <a:gd name="connsiteY34" fmla="*/ 774204 h 873819"/>
                  <a:gd name="connsiteX35" fmla="*/ 2047974 w 4622402"/>
                  <a:gd name="connsiteY35" fmla="*/ 757833 h 873819"/>
                  <a:gd name="connsiteX36" fmla="*/ 2106414 w 4622402"/>
                  <a:gd name="connsiteY36" fmla="*/ 733623 h 873819"/>
                  <a:gd name="connsiteX37" fmla="*/ 2164953 w 4622402"/>
                  <a:gd name="connsiteY37" fmla="*/ 702072 h 873819"/>
                  <a:gd name="connsiteX38" fmla="*/ 2223492 w 4622402"/>
                  <a:gd name="connsiteY38" fmla="*/ 664170 h 873819"/>
                  <a:gd name="connsiteX39" fmla="*/ 2281932 w 4622402"/>
                  <a:gd name="connsiteY39" fmla="*/ 620812 h 873819"/>
                  <a:gd name="connsiteX40" fmla="*/ 2340471 w 4622402"/>
                  <a:gd name="connsiteY40" fmla="*/ 573087 h 873819"/>
                  <a:gd name="connsiteX41" fmla="*/ 2399010 w 4622402"/>
                  <a:gd name="connsiteY41" fmla="*/ 522486 h 873819"/>
                  <a:gd name="connsiteX42" fmla="*/ 2457549 w 4622402"/>
                  <a:gd name="connsiteY42" fmla="*/ 470892 h 873819"/>
                  <a:gd name="connsiteX43" fmla="*/ 2515989 w 4622402"/>
                  <a:gd name="connsiteY43" fmla="*/ 420588 h 873819"/>
                  <a:gd name="connsiteX44" fmla="*/ 2574528 w 4622402"/>
                  <a:gd name="connsiteY44" fmla="*/ 373459 h 873819"/>
                  <a:gd name="connsiteX45" fmla="*/ 2633067 w 4622402"/>
                  <a:gd name="connsiteY45" fmla="*/ 331093 h 873819"/>
                  <a:gd name="connsiteX46" fmla="*/ 2691507 w 4622402"/>
                  <a:gd name="connsiteY46" fmla="*/ 293390 h 873819"/>
                  <a:gd name="connsiteX47" fmla="*/ 2750046 w 4622402"/>
                  <a:gd name="connsiteY47" fmla="*/ 259953 h 873819"/>
                  <a:gd name="connsiteX48" fmla="*/ 2808585 w 4622402"/>
                  <a:gd name="connsiteY48" fmla="*/ 230187 h 873819"/>
                  <a:gd name="connsiteX49" fmla="*/ 2867124 w 4622402"/>
                  <a:gd name="connsiteY49" fmla="*/ 204093 h 873819"/>
                  <a:gd name="connsiteX50" fmla="*/ 2925564 w 4622402"/>
                  <a:gd name="connsiteY50" fmla="*/ 181670 h 873819"/>
                  <a:gd name="connsiteX51" fmla="*/ 2984103 w 4622402"/>
                  <a:gd name="connsiteY51" fmla="*/ 163711 h 873819"/>
                  <a:gd name="connsiteX52" fmla="*/ 3042642 w 4622402"/>
                  <a:gd name="connsiteY52" fmla="*/ 151011 h 873819"/>
                  <a:gd name="connsiteX53" fmla="*/ 3101181 w 4622402"/>
                  <a:gd name="connsiteY53" fmla="*/ 144066 h 873819"/>
                  <a:gd name="connsiteX54" fmla="*/ 3159621 w 4622402"/>
                  <a:gd name="connsiteY54" fmla="*/ 143073 h 873819"/>
                  <a:gd name="connsiteX55" fmla="*/ 3218160 w 4622402"/>
                  <a:gd name="connsiteY55" fmla="*/ 146645 h 873819"/>
                  <a:gd name="connsiteX56" fmla="*/ 3276699 w 4622402"/>
                  <a:gd name="connsiteY56" fmla="*/ 153491 h 873819"/>
                  <a:gd name="connsiteX57" fmla="*/ 3335139 w 4622402"/>
                  <a:gd name="connsiteY57" fmla="*/ 162223 h 873819"/>
                  <a:gd name="connsiteX58" fmla="*/ 3393678 w 4622402"/>
                  <a:gd name="connsiteY58" fmla="*/ 171847 h 873819"/>
                  <a:gd name="connsiteX59" fmla="*/ 3452217 w 4622402"/>
                  <a:gd name="connsiteY59" fmla="*/ 181868 h 873819"/>
                  <a:gd name="connsiteX60" fmla="*/ 3510756 w 4622402"/>
                  <a:gd name="connsiteY60" fmla="*/ 191988 h 873819"/>
                  <a:gd name="connsiteX61" fmla="*/ 3569196 w 4622402"/>
                  <a:gd name="connsiteY61" fmla="*/ 202208 h 873819"/>
                  <a:gd name="connsiteX62" fmla="*/ 3627735 w 4622402"/>
                  <a:gd name="connsiteY62" fmla="*/ 212030 h 873819"/>
                  <a:gd name="connsiteX63" fmla="*/ 3686274 w 4622402"/>
                  <a:gd name="connsiteY63" fmla="*/ 221159 h 873819"/>
                  <a:gd name="connsiteX64" fmla="*/ 3744813 w 4622402"/>
                  <a:gd name="connsiteY64" fmla="*/ 228898 h 873819"/>
                  <a:gd name="connsiteX65" fmla="*/ 3803253 w 4622402"/>
                  <a:gd name="connsiteY65" fmla="*/ 234255 h 873819"/>
                  <a:gd name="connsiteX66" fmla="*/ 3861792 w 4622402"/>
                  <a:gd name="connsiteY66" fmla="*/ 236537 h 873819"/>
                  <a:gd name="connsiteX67" fmla="*/ 3920331 w 4622402"/>
                  <a:gd name="connsiteY67" fmla="*/ 235347 h 873819"/>
                  <a:gd name="connsiteX68" fmla="*/ 3978771 w 4622402"/>
                  <a:gd name="connsiteY68" fmla="*/ 230783 h 873819"/>
                  <a:gd name="connsiteX69" fmla="*/ 4037310 w 4622402"/>
                  <a:gd name="connsiteY69" fmla="*/ 223143 h 873819"/>
                  <a:gd name="connsiteX70" fmla="*/ 4095849 w 4622402"/>
                  <a:gd name="connsiteY70" fmla="*/ 212923 h 873819"/>
                  <a:gd name="connsiteX71" fmla="*/ 4154388 w 4622402"/>
                  <a:gd name="connsiteY71" fmla="*/ 200223 h 873819"/>
                  <a:gd name="connsiteX72" fmla="*/ 4212828 w 4622402"/>
                  <a:gd name="connsiteY72" fmla="*/ 185341 h 873819"/>
                  <a:gd name="connsiteX73" fmla="*/ 4271368 w 4622402"/>
                  <a:gd name="connsiteY73" fmla="*/ 167977 h 873819"/>
                  <a:gd name="connsiteX74" fmla="*/ 4329907 w 4622402"/>
                  <a:gd name="connsiteY74" fmla="*/ 147836 h 873819"/>
                  <a:gd name="connsiteX75" fmla="*/ 4388346 w 4622402"/>
                  <a:gd name="connsiteY75" fmla="*/ 124321 h 873819"/>
                  <a:gd name="connsiteX76" fmla="*/ 4446885 w 4622402"/>
                  <a:gd name="connsiteY76" fmla="*/ 97036 h 873819"/>
                  <a:gd name="connsiteX77" fmla="*/ 4505425 w 4622402"/>
                  <a:gd name="connsiteY77" fmla="*/ 66576 h 873819"/>
                  <a:gd name="connsiteX78" fmla="*/ 4563963 w 4622402"/>
                  <a:gd name="connsiteY78" fmla="*/ 33933 h 873819"/>
                  <a:gd name="connsiteX79" fmla="*/ 4622403 w 4622402"/>
                  <a:gd name="connsiteY79" fmla="*/ 0 h 8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873819">
                    <a:moveTo>
                      <a:pt x="0" y="156666"/>
                    </a:moveTo>
                    <a:lnTo>
                      <a:pt x="58539" y="162620"/>
                    </a:lnTo>
                    <a:lnTo>
                      <a:pt x="117078" y="169069"/>
                    </a:lnTo>
                    <a:lnTo>
                      <a:pt x="175518" y="176609"/>
                    </a:lnTo>
                    <a:lnTo>
                      <a:pt x="234057" y="186134"/>
                    </a:lnTo>
                    <a:lnTo>
                      <a:pt x="292596" y="198834"/>
                    </a:lnTo>
                    <a:lnTo>
                      <a:pt x="351135" y="216594"/>
                    </a:lnTo>
                    <a:lnTo>
                      <a:pt x="409575" y="241796"/>
                    </a:lnTo>
                    <a:lnTo>
                      <a:pt x="468114" y="276523"/>
                    </a:lnTo>
                    <a:lnTo>
                      <a:pt x="526653" y="322659"/>
                    </a:lnTo>
                    <a:lnTo>
                      <a:pt x="585093" y="380206"/>
                    </a:lnTo>
                    <a:lnTo>
                      <a:pt x="643632" y="445988"/>
                    </a:lnTo>
                    <a:lnTo>
                      <a:pt x="702171" y="516334"/>
                    </a:lnTo>
                    <a:lnTo>
                      <a:pt x="760710" y="587474"/>
                    </a:lnTo>
                    <a:lnTo>
                      <a:pt x="819150" y="656034"/>
                    </a:lnTo>
                    <a:lnTo>
                      <a:pt x="877689" y="719137"/>
                    </a:lnTo>
                    <a:lnTo>
                      <a:pt x="936228" y="774204"/>
                    </a:lnTo>
                    <a:lnTo>
                      <a:pt x="994767" y="818654"/>
                    </a:lnTo>
                    <a:lnTo>
                      <a:pt x="1053207" y="850007"/>
                    </a:lnTo>
                    <a:lnTo>
                      <a:pt x="1111746" y="867767"/>
                    </a:lnTo>
                    <a:lnTo>
                      <a:pt x="1170285" y="873819"/>
                    </a:lnTo>
                    <a:lnTo>
                      <a:pt x="1228725" y="870248"/>
                    </a:lnTo>
                    <a:lnTo>
                      <a:pt x="1287264" y="858838"/>
                    </a:lnTo>
                    <a:lnTo>
                      <a:pt x="1345803" y="842169"/>
                    </a:lnTo>
                    <a:lnTo>
                      <a:pt x="1404342" y="822920"/>
                    </a:lnTo>
                    <a:lnTo>
                      <a:pt x="1462782" y="804366"/>
                    </a:lnTo>
                    <a:lnTo>
                      <a:pt x="1521321" y="789583"/>
                    </a:lnTo>
                    <a:lnTo>
                      <a:pt x="1579860" y="781447"/>
                    </a:lnTo>
                    <a:lnTo>
                      <a:pt x="1638300" y="779562"/>
                    </a:lnTo>
                    <a:lnTo>
                      <a:pt x="1696839" y="781744"/>
                    </a:lnTo>
                    <a:lnTo>
                      <a:pt x="1755378" y="785316"/>
                    </a:lnTo>
                    <a:lnTo>
                      <a:pt x="1813917" y="788094"/>
                    </a:lnTo>
                    <a:lnTo>
                      <a:pt x="1872357" y="788194"/>
                    </a:lnTo>
                    <a:lnTo>
                      <a:pt x="1930896" y="783927"/>
                    </a:lnTo>
                    <a:lnTo>
                      <a:pt x="1989435" y="774204"/>
                    </a:lnTo>
                    <a:lnTo>
                      <a:pt x="2047974" y="757833"/>
                    </a:lnTo>
                    <a:lnTo>
                      <a:pt x="2106414" y="733623"/>
                    </a:lnTo>
                    <a:lnTo>
                      <a:pt x="2164953" y="702072"/>
                    </a:lnTo>
                    <a:lnTo>
                      <a:pt x="2223492" y="664170"/>
                    </a:lnTo>
                    <a:lnTo>
                      <a:pt x="2281932" y="620812"/>
                    </a:lnTo>
                    <a:lnTo>
                      <a:pt x="2340471" y="573087"/>
                    </a:lnTo>
                    <a:lnTo>
                      <a:pt x="2399010" y="522486"/>
                    </a:lnTo>
                    <a:lnTo>
                      <a:pt x="2457549" y="470892"/>
                    </a:lnTo>
                    <a:lnTo>
                      <a:pt x="2515989" y="420588"/>
                    </a:lnTo>
                    <a:lnTo>
                      <a:pt x="2574528" y="373459"/>
                    </a:lnTo>
                    <a:lnTo>
                      <a:pt x="2633067" y="331093"/>
                    </a:lnTo>
                    <a:lnTo>
                      <a:pt x="2691507" y="293390"/>
                    </a:lnTo>
                    <a:lnTo>
                      <a:pt x="2750046" y="259953"/>
                    </a:lnTo>
                    <a:lnTo>
                      <a:pt x="2808585" y="230187"/>
                    </a:lnTo>
                    <a:lnTo>
                      <a:pt x="2867124" y="204093"/>
                    </a:lnTo>
                    <a:lnTo>
                      <a:pt x="2925564" y="181670"/>
                    </a:lnTo>
                    <a:lnTo>
                      <a:pt x="2984103" y="163711"/>
                    </a:lnTo>
                    <a:lnTo>
                      <a:pt x="3042642" y="151011"/>
                    </a:lnTo>
                    <a:lnTo>
                      <a:pt x="3101181" y="144066"/>
                    </a:lnTo>
                    <a:lnTo>
                      <a:pt x="3159621" y="143073"/>
                    </a:lnTo>
                    <a:lnTo>
                      <a:pt x="3218160" y="146645"/>
                    </a:lnTo>
                    <a:lnTo>
                      <a:pt x="3276699" y="153491"/>
                    </a:lnTo>
                    <a:lnTo>
                      <a:pt x="3335139" y="162223"/>
                    </a:lnTo>
                    <a:lnTo>
                      <a:pt x="3393678" y="171847"/>
                    </a:lnTo>
                    <a:lnTo>
                      <a:pt x="3452217" y="181868"/>
                    </a:lnTo>
                    <a:lnTo>
                      <a:pt x="3510756" y="191988"/>
                    </a:lnTo>
                    <a:lnTo>
                      <a:pt x="3569196" y="202208"/>
                    </a:lnTo>
                    <a:lnTo>
                      <a:pt x="3627735" y="212030"/>
                    </a:lnTo>
                    <a:lnTo>
                      <a:pt x="3686274" y="221159"/>
                    </a:lnTo>
                    <a:lnTo>
                      <a:pt x="3744813" y="228898"/>
                    </a:lnTo>
                    <a:lnTo>
                      <a:pt x="3803253" y="234255"/>
                    </a:lnTo>
                    <a:lnTo>
                      <a:pt x="3861792" y="236537"/>
                    </a:lnTo>
                    <a:lnTo>
                      <a:pt x="3920331" y="235347"/>
                    </a:lnTo>
                    <a:lnTo>
                      <a:pt x="3978771" y="230783"/>
                    </a:lnTo>
                    <a:lnTo>
                      <a:pt x="4037310" y="223143"/>
                    </a:lnTo>
                    <a:lnTo>
                      <a:pt x="4095849" y="212923"/>
                    </a:lnTo>
                    <a:lnTo>
                      <a:pt x="4154388" y="200223"/>
                    </a:lnTo>
                    <a:lnTo>
                      <a:pt x="4212828" y="185341"/>
                    </a:lnTo>
                    <a:lnTo>
                      <a:pt x="4271368" y="167977"/>
                    </a:lnTo>
                    <a:lnTo>
                      <a:pt x="4329907" y="147836"/>
                    </a:lnTo>
                    <a:lnTo>
                      <a:pt x="4388346" y="124321"/>
                    </a:lnTo>
                    <a:lnTo>
                      <a:pt x="4446885" y="97036"/>
                    </a:lnTo>
                    <a:lnTo>
                      <a:pt x="4505425" y="66576"/>
                    </a:lnTo>
                    <a:lnTo>
                      <a:pt x="4563963" y="33933"/>
                    </a:lnTo>
                    <a:lnTo>
                      <a:pt x="4622403" y="0"/>
                    </a:lnTo>
                  </a:path>
                </a:pathLst>
              </a:custGeom>
              <a:noFill/>
              <a:ln w="16966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8" name="Freeform 35117">
                <a:extLst>
                  <a:ext uri="{FF2B5EF4-FFF2-40B4-BE49-F238E27FC236}">
                    <a16:creationId xmlns:a16="http://schemas.microsoft.com/office/drawing/2014/main" id="{35C63E3F-6943-C822-DFC7-37AE317D58D6}"/>
                  </a:ext>
                </a:extLst>
              </p:cNvPr>
              <p:cNvSpPr/>
              <p:nvPr/>
            </p:nvSpPr>
            <p:spPr>
              <a:xfrm>
                <a:off x="4041430" y="1411386"/>
                <a:ext cx="4622402" cy="831850"/>
              </a:xfrm>
              <a:custGeom>
                <a:avLst/>
                <a:gdLst>
                  <a:gd name="connsiteX0" fmla="*/ 4622403 w 4622402"/>
                  <a:gd name="connsiteY0" fmla="*/ 0 h 831850"/>
                  <a:gd name="connsiteX1" fmla="*/ 4563963 w 4622402"/>
                  <a:gd name="connsiteY1" fmla="*/ 19745 h 831850"/>
                  <a:gd name="connsiteX2" fmla="*/ 4505425 w 4622402"/>
                  <a:gd name="connsiteY2" fmla="*/ 39886 h 831850"/>
                  <a:gd name="connsiteX3" fmla="*/ 4446885 w 4622402"/>
                  <a:gd name="connsiteY3" fmla="*/ 60722 h 831850"/>
                  <a:gd name="connsiteX4" fmla="*/ 4388346 w 4622402"/>
                  <a:gd name="connsiteY4" fmla="*/ 82352 h 831850"/>
                  <a:gd name="connsiteX5" fmla="*/ 4329907 w 4622402"/>
                  <a:gd name="connsiteY5" fmla="*/ 104577 h 831850"/>
                  <a:gd name="connsiteX6" fmla="*/ 4271368 w 4622402"/>
                  <a:gd name="connsiteY6" fmla="*/ 126305 h 831850"/>
                  <a:gd name="connsiteX7" fmla="*/ 4212828 w 4622402"/>
                  <a:gd name="connsiteY7" fmla="*/ 146149 h 831850"/>
                  <a:gd name="connsiteX8" fmla="*/ 4154388 w 4622402"/>
                  <a:gd name="connsiteY8" fmla="*/ 163016 h 831850"/>
                  <a:gd name="connsiteX9" fmla="*/ 4095849 w 4622402"/>
                  <a:gd name="connsiteY9" fmla="*/ 175816 h 831850"/>
                  <a:gd name="connsiteX10" fmla="*/ 4037310 w 4622402"/>
                  <a:gd name="connsiteY10" fmla="*/ 184348 h 831850"/>
                  <a:gd name="connsiteX11" fmla="*/ 3978771 w 4622402"/>
                  <a:gd name="connsiteY11" fmla="*/ 189309 h 831850"/>
                  <a:gd name="connsiteX12" fmla="*/ 3920331 w 4622402"/>
                  <a:gd name="connsiteY12" fmla="*/ 191294 h 831850"/>
                  <a:gd name="connsiteX13" fmla="*/ 3861792 w 4622402"/>
                  <a:gd name="connsiteY13" fmla="*/ 191294 h 831850"/>
                  <a:gd name="connsiteX14" fmla="*/ 3803253 w 4622402"/>
                  <a:gd name="connsiteY14" fmla="*/ 189706 h 831850"/>
                  <a:gd name="connsiteX15" fmla="*/ 3744813 w 4622402"/>
                  <a:gd name="connsiteY15" fmla="*/ 186630 h 831850"/>
                  <a:gd name="connsiteX16" fmla="*/ 3686274 w 4622402"/>
                  <a:gd name="connsiteY16" fmla="*/ 181670 h 831850"/>
                  <a:gd name="connsiteX17" fmla="*/ 3627735 w 4622402"/>
                  <a:gd name="connsiteY17" fmla="*/ 174427 h 831850"/>
                  <a:gd name="connsiteX18" fmla="*/ 3569196 w 4622402"/>
                  <a:gd name="connsiteY18" fmla="*/ 164604 h 831850"/>
                  <a:gd name="connsiteX19" fmla="*/ 3510756 w 4622402"/>
                  <a:gd name="connsiteY19" fmla="*/ 152698 h 831850"/>
                  <a:gd name="connsiteX20" fmla="*/ 3452217 w 4622402"/>
                  <a:gd name="connsiteY20" fmla="*/ 139898 h 831850"/>
                  <a:gd name="connsiteX21" fmla="*/ 3393678 w 4622402"/>
                  <a:gd name="connsiteY21" fmla="*/ 127595 h 831850"/>
                  <a:gd name="connsiteX22" fmla="*/ 3335139 w 4622402"/>
                  <a:gd name="connsiteY22" fmla="*/ 117078 h 831850"/>
                  <a:gd name="connsiteX23" fmla="*/ 3276699 w 4622402"/>
                  <a:gd name="connsiteY23" fmla="*/ 109438 h 831850"/>
                  <a:gd name="connsiteX24" fmla="*/ 3218160 w 4622402"/>
                  <a:gd name="connsiteY24" fmla="*/ 104973 h 831850"/>
                  <a:gd name="connsiteX25" fmla="*/ 3159621 w 4622402"/>
                  <a:gd name="connsiteY25" fmla="*/ 103981 h 831850"/>
                  <a:gd name="connsiteX26" fmla="*/ 3101181 w 4622402"/>
                  <a:gd name="connsiteY26" fmla="*/ 106660 h 831850"/>
                  <a:gd name="connsiteX27" fmla="*/ 3042642 w 4622402"/>
                  <a:gd name="connsiteY27" fmla="*/ 113109 h 831850"/>
                  <a:gd name="connsiteX28" fmla="*/ 2984103 w 4622402"/>
                  <a:gd name="connsiteY28" fmla="*/ 123825 h 831850"/>
                  <a:gd name="connsiteX29" fmla="*/ 2925564 w 4622402"/>
                  <a:gd name="connsiteY29" fmla="*/ 139105 h 831850"/>
                  <a:gd name="connsiteX30" fmla="*/ 2867124 w 4622402"/>
                  <a:gd name="connsiteY30" fmla="*/ 159445 h 831850"/>
                  <a:gd name="connsiteX31" fmla="*/ 2808585 w 4622402"/>
                  <a:gd name="connsiteY31" fmla="*/ 185241 h 831850"/>
                  <a:gd name="connsiteX32" fmla="*/ 2750046 w 4622402"/>
                  <a:gd name="connsiteY32" fmla="*/ 216297 h 831850"/>
                  <a:gd name="connsiteX33" fmla="*/ 2691507 w 4622402"/>
                  <a:gd name="connsiteY33" fmla="*/ 252412 h 831850"/>
                  <a:gd name="connsiteX34" fmla="*/ 2633067 w 4622402"/>
                  <a:gd name="connsiteY34" fmla="*/ 292497 h 831850"/>
                  <a:gd name="connsiteX35" fmla="*/ 2574528 w 4622402"/>
                  <a:gd name="connsiteY35" fmla="*/ 336054 h 831850"/>
                  <a:gd name="connsiteX36" fmla="*/ 2515989 w 4622402"/>
                  <a:gd name="connsiteY36" fmla="*/ 382389 h 831850"/>
                  <a:gd name="connsiteX37" fmla="*/ 2457549 w 4622402"/>
                  <a:gd name="connsiteY37" fmla="*/ 430510 h 831850"/>
                  <a:gd name="connsiteX38" fmla="*/ 2399010 w 4622402"/>
                  <a:gd name="connsiteY38" fmla="*/ 479425 h 831850"/>
                  <a:gd name="connsiteX39" fmla="*/ 2340471 w 4622402"/>
                  <a:gd name="connsiteY39" fmla="*/ 528241 h 831850"/>
                  <a:gd name="connsiteX40" fmla="*/ 2281932 w 4622402"/>
                  <a:gd name="connsiteY40" fmla="*/ 575965 h 831850"/>
                  <a:gd name="connsiteX41" fmla="*/ 2223492 w 4622402"/>
                  <a:gd name="connsiteY41" fmla="*/ 621109 h 831850"/>
                  <a:gd name="connsiteX42" fmla="*/ 2164953 w 4622402"/>
                  <a:gd name="connsiteY42" fmla="*/ 661591 h 831850"/>
                  <a:gd name="connsiteX43" fmla="*/ 2106414 w 4622402"/>
                  <a:gd name="connsiteY43" fmla="*/ 695424 h 831850"/>
                  <a:gd name="connsiteX44" fmla="*/ 2047974 w 4622402"/>
                  <a:gd name="connsiteY44" fmla="*/ 720427 h 831850"/>
                  <a:gd name="connsiteX45" fmla="*/ 1989435 w 4622402"/>
                  <a:gd name="connsiteY45" fmla="*/ 735608 h 831850"/>
                  <a:gd name="connsiteX46" fmla="*/ 1930896 w 4622402"/>
                  <a:gd name="connsiteY46" fmla="*/ 742851 h 831850"/>
                  <a:gd name="connsiteX47" fmla="*/ 1872357 w 4622402"/>
                  <a:gd name="connsiteY47" fmla="*/ 744538 h 831850"/>
                  <a:gd name="connsiteX48" fmla="*/ 1813917 w 4622402"/>
                  <a:gd name="connsiteY48" fmla="*/ 743148 h 831850"/>
                  <a:gd name="connsiteX49" fmla="*/ 1755378 w 4622402"/>
                  <a:gd name="connsiteY49" fmla="*/ 740767 h 831850"/>
                  <a:gd name="connsiteX50" fmla="*/ 1696839 w 4622402"/>
                  <a:gd name="connsiteY50" fmla="*/ 739180 h 831850"/>
                  <a:gd name="connsiteX51" fmla="*/ 1638300 w 4622402"/>
                  <a:gd name="connsiteY51" fmla="*/ 739676 h 831850"/>
                  <a:gd name="connsiteX52" fmla="*/ 1579860 w 4622402"/>
                  <a:gd name="connsiteY52" fmla="*/ 743645 h 831850"/>
                  <a:gd name="connsiteX53" fmla="*/ 1521321 w 4622402"/>
                  <a:gd name="connsiteY53" fmla="*/ 752177 h 831850"/>
                  <a:gd name="connsiteX54" fmla="*/ 1462782 w 4622402"/>
                  <a:gd name="connsiteY54" fmla="*/ 765373 h 831850"/>
                  <a:gd name="connsiteX55" fmla="*/ 1404342 w 4622402"/>
                  <a:gd name="connsiteY55" fmla="*/ 781348 h 831850"/>
                  <a:gd name="connsiteX56" fmla="*/ 1345803 w 4622402"/>
                  <a:gd name="connsiteY56" fmla="*/ 798116 h 831850"/>
                  <a:gd name="connsiteX57" fmla="*/ 1287264 w 4622402"/>
                  <a:gd name="connsiteY57" fmla="*/ 813693 h 831850"/>
                  <a:gd name="connsiteX58" fmla="*/ 1228725 w 4622402"/>
                  <a:gd name="connsiteY58" fmla="*/ 825897 h 831850"/>
                  <a:gd name="connsiteX59" fmla="*/ 1170285 w 4622402"/>
                  <a:gd name="connsiteY59" fmla="*/ 831850 h 831850"/>
                  <a:gd name="connsiteX60" fmla="*/ 1111746 w 4622402"/>
                  <a:gd name="connsiteY60" fmla="*/ 828377 h 831850"/>
                  <a:gd name="connsiteX61" fmla="*/ 1053207 w 4622402"/>
                  <a:gd name="connsiteY61" fmla="*/ 812403 h 831850"/>
                  <a:gd name="connsiteX62" fmla="*/ 994767 w 4622402"/>
                  <a:gd name="connsiteY62" fmla="*/ 780951 h 831850"/>
                  <a:gd name="connsiteX63" fmla="*/ 936228 w 4622402"/>
                  <a:gd name="connsiteY63" fmla="*/ 734616 h 831850"/>
                  <a:gd name="connsiteX64" fmla="*/ 877689 w 4622402"/>
                  <a:gd name="connsiteY64" fmla="*/ 676870 h 831850"/>
                  <a:gd name="connsiteX65" fmla="*/ 819150 w 4622402"/>
                  <a:gd name="connsiteY65" fmla="*/ 611584 h 831850"/>
                  <a:gd name="connsiteX66" fmla="*/ 760710 w 4622402"/>
                  <a:gd name="connsiteY66" fmla="*/ 542231 h 831850"/>
                  <a:gd name="connsiteX67" fmla="*/ 702171 w 4622402"/>
                  <a:gd name="connsiteY67" fmla="*/ 472281 h 831850"/>
                  <a:gd name="connsiteX68" fmla="*/ 643632 w 4622402"/>
                  <a:gd name="connsiteY68" fmla="*/ 404416 h 831850"/>
                  <a:gd name="connsiteX69" fmla="*/ 585093 w 4622402"/>
                  <a:gd name="connsiteY69" fmla="*/ 341412 h 831850"/>
                  <a:gd name="connsiteX70" fmla="*/ 526653 w 4622402"/>
                  <a:gd name="connsiteY70" fmla="*/ 285552 h 831850"/>
                  <a:gd name="connsiteX71" fmla="*/ 468114 w 4622402"/>
                  <a:gd name="connsiteY71" fmla="*/ 239216 h 831850"/>
                  <a:gd name="connsiteX72" fmla="*/ 409575 w 4622402"/>
                  <a:gd name="connsiteY72" fmla="*/ 202605 h 831850"/>
                  <a:gd name="connsiteX73" fmla="*/ 351135 w 4622402"/>
                  <a:gd name="connsiteY73" fmla="*/ 174923 h 831850"/>
                  <a:gd name="connsiteX74" fmla="*/ 292596 w 4622402"/>
                  <a:gd name="connsiteY74" fmla="*/ 155476 h 831850"/>
                  <a:gd name="connsiteX75" fmla="*/ 234057 w 4622402"/>
                  <a:gd name="connsiteY75" fmla="*/ 144165 h 831850"/>
                  <a:gd name="connsiteX76" fmla="*/ 175518 w 4622402"/>
                  <a:gd name="connsiteY76" fmla="*/ 140295 h 831850"/>
                  <a:gd name="connsiteX77" fmla="*/ 117078 w 4622402"/>
                  <a:gd name="connsiteY77" fmla="*/ 142379 h 831850"/>
                  <a:gd name="connsiteX78" fmla="*/ 58539 w 4622402"/>
                  <a:gd name="connsiteY78" fmla="*/ 148431 h 831850"/>
                  <a:gd name="connsiteX79" fmla="*/ 0 w 4622402"/>
                  <a:gd name="connsiteY79" fmla="*/ 156666 h 83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831850">
                    <a:moveTo>
                      <a:pt x="4622403" y="0"/>
                    </a:moveTo>
                    <a:lnTo>
                      <a:pt x="4563963" y="19745"/>
                    </a:lnTo>
                    <a:lnTo>
                      <a:pt x="4505425" y="39886"/>
                    </a:lnTo>
                    <a:lnTo>
                      <a:pt x="4446885" y="60722"/>
                    </a:lnTo>
                    <a:lnTo>
                      <a:pt x="4388346" y="82352"/>
                    </a:lnTo>
                    <a:lnTo>
                      <a:pt x="4329907" y="104577"/>
                    </a:lnTo>
                    <a:lnTo>
                      <a:pt x="4271368" y="126305"/>
                    </a:lnTo>
                    <a:lnTo>
                      <a:pt x="4212828" y="146149"/>
                    </a:lnTo>
                    <a:lnTo>
                      <a:pt x="4154388" y="163016"/>
                    </a:lnTo>
                    <a:lnTo>
                      <a:pt x="4095849" y="175816"/>
                    </a:lnTo>
                    <a:lnTo>
                      <a:pt x="4037310" y="184348"/>
                    </a:lnTo>
                    <a:lnTo>
                      <a:pt x="3978771" y="189309"/>
                    </a:lnTo>
                    <a:lnTo>
                      <a:pt x="3920331" y="191294"/>
                    </a:lnTo>
                    <a:lnTo>
                      <a:pt x="3861792" y="191294"/>
                    </a:lnTo>
                    <a:lnTo>
                      <a:pt x="3803253" y="189706"/>
                    </a:lnTo>
                    <a:lnTo>
                      <a:pt x="3744813" y="186630"/>
                    </a:lnTo>
                    <a:lnTo>
                      <a:pt x="3686274" y="181670"/>
                    </a:lnTo>
                    <a:lnTo>
                      <a:pt x="3627735" y="174427"/>
                    </a:lnTo>
                    <a:lnTo>
                      <a:pt x="3569196" y="164604"/>
                    </a:lnTo>
                    <a:lnTo>
                      <a:pt x="3510756" y="152698"/>
                    </a:lnTo>
                    <a:lnTo>
                      <a:pt x="3452217" y="139898"/>
                    </a:lnTo>
                    <a:lnTo>
                      <a:pt x="3393678" y="127595"/>
                    </a:lnTo>
                    <a:lnTo>
                      <a:pt x="3335139" y="117078"/>
                    </a:lnTo>
                    <a:lnTo>
                      <a:pt x="3276699" y="109438"/>
                    </a:lnTo>
                    <a:lnTo>
                      <a:pt x="3218160" y="104973"/>
                    </a:lnTo>
                    <a:lnTo>
                      <a:pt x="3159621" y="103981"/>
                    </a:lnTo>
                    <a:lnTo>
                      <a:pt x="3101181" y="106660"/>
                    </a:lnTo>
                    <a:lnTo>
                      <a:pt x="3042642" y="113109"/>
                    </a:lnTo>
                    <a:lnTo>
                      <a:pt x="2984103" y="123825"/>
                    </a:lnTo>
                    <a:lnTo>
                      <a:pt x="2925564" y="139105"/>
                    </a:lnTo>
                    <a:lnTo>
                      <a:pt x="2867124" y="159445"/>
                    </a:lnTo>
                    <a:lnTo>
                      <a:pt x="2808585" y="185241"/>
                    </a:lnTo>
                    <a:lnTo>
                      <a:pt x="2750046" y="216297"/>
                    </a:lnTo>
                    <a:lnTo>
                      <a:pt x="2691507" y="252412"/>
                    </a:lnTo>
                    <a:lnTo>
                      <a:pt x="2633067" y="292497"/>
                    </a:lnTo>
                    <a:lnTo>
                      <a:pt x="2574528" y="336054"/>
                    </a:lnTo>
                    <a:lnTo>
                      <a:pt x="2515989" y="382389"/>
                    </a:lnTo>
                    <a:lnTo>
                      <a:pt x="2457549" y="430510"/>
                    </a:lnTo>
                    <a:lnTo>
                      <a:pt x="2399010" y="479425"/>
                    </a:lnTo>
                    <a:lnTo>
                      <a:pt x="2340471" y="528241"/>
                    </a:lnTo>
                    <a:lnTo>
                      <a:pt x="2281932" y="575965"/>
                    </a:lnTo>
                    <a:lnTo>
                      <a:pt x="2223492" y="621109"/>
                    </a:lnTo>
                    <a:lnTo>
                      <a:pt x="2164953" y="661591"/>
                    </a:lnTo>
                    <a:lnTo>
                      <a:pt x="2106414" y="695424"/>
                    </a:lnTo>
                    <a:lnTo>
                      <a:pt x="2047974" y="720427"/>
                    </a:lnTo>
                    <a:lnTo>
                      <a:pt x="1989435" y="735608"/>
                    </a:lnTo>
                    <a:lnTo>
                      <a:pt x="1930896" y="742851"/>
                    </a:lnTo>
                    <a:lnTo>
                      <a:pt x="1872357" y="744538"/>
                    </a:lnTo>
                    <a:lnTo>
                      <a:pt x="1813917" y="743148"/>
                    </a:lnTo>
                    <a:lnTo>
                      <a:pt x="1755378" y="740767"/>
                    </a:lnTo>
                    <a:lnTo>
                      <a:pt x="1696839" y="739180"/>
                    </a:lnTo>
                    <a:lnTo>
                      <a:pt x="1638300" y="739676"/>
                    </a:lnTo>
                    <a:lnTo>
                      <a:pt x="1579860" y="743645"/>
                    </a:lnTo>
                    <a:lnTo>
                      <a:pt x="1521321" y="752177"/>
                    </a:lnTo>
                    <a:lnTo>
                      <a:pt x="1462782" y="765373"/>
                    </a:lnTo>
                    <a:lnTo>
                      <a:pt x="1404342" y="781348"/>
                    </a:lnTo>
                    <a:lnTo>
                      <a:pt x="1345803" y="798116"/>
                    </a:lnTo>
                    <a:lnTo>
                      <a:pt x="1287264" y="813693"/>
                    </a:lnTo>
                    <a:lnTo>
                      <a:pt x="1228725" y="825897"/>
                    </a:lnTo>
                    <a:lnTo>
                      <a:pt x="1170285" y="831850"/>
                    </a:lnTo>
                    <a:lnTo>
                      <a:pt x="1111746" y="828377"/>
                    </a:lnTo>
                    <a:lnTo>
                      <a:pt x="1053207" y="812403"/>
                    </a:lnTo>
                    <a:lnTo>
                      <a:pt x="994767" y="780951"/>
                    </a:lnTo>
                    <a:lnTo>
                      <a:pt x="936228" y="734616"/>
                    </a:lnTo>
                    <a:lnTo>
                      <a:pt x="877689" y="676870"/>
                    </a:lnTo>
                    <a:lnTo>
                      <a:pt x="819150" y="611584"/>
                    </a:lnTo>
                    <a:lnTo>
                      <a:pt x="760710" y="542231"/>
                    </a:lnTo>
                    <a:lnTo>
                      <a:pt x="702171" y="472281"/>
                    </a:lnTo>
                    <a:lnTo>
                      <a:pt x="643632" y="404416"/>
                    </a:lnTo>
                    <a:lnTo>
                      <a:pt x="585093" y="341412"/>
                    </a:lnTo>
                    <a:lnTo>
                      <a:pt x="526653" y="285552"/>
                    </a:lnTo>
                    <a:lnTo>
                      <a:pt x="468114" y="239216"/>
                    </a:lnTo>
                    <a:lnTo>
                      <a:pt x="409575" y="202605"/>
                    </a:lnTo>
                    <a:lnTo>
                      <a:pt x="351135" y="174923"/>
                    </a:lnTo>
                    <a:lnTo>
                      <a:pt x="292596" y="155476"/>
                    </a:lnTo>
                    <a:lnTo>
                      <a:pt x="234057" y="144165"/>
                    </a:lnTo>
                    <a:lnTo>
                      <a:pt x="175518" y="140295"/>
                    </a:lnTo>
                    <a:lnTo>
                      <a:pt x="117078" y="142379"/>
                    </a:lnTo>
                    <a:lnTo>
                      <a:pt x="58539" y="148431"/>
                    </a:lnTo>
                    <a:lnTo>
                      <a:pt x="0" y="156666"/>
                    </a:lnTo>
                  </a:path>
                </a:pathLst>
              </a:custGeom>
              <a:noFill/>
              <a:ln w="16966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19" name="Freeform 35118">
                <a:extLst>
                  <a:ext uri="{FF2B5EF4-FFF2-40B4-BE49-F238E27FC236}">
                    <a16:creationId xmlns:a16="http://schemas.microsoft.com/office/drawing/2014/main" id="{34ADF1E0-400E-16F6-B9FE-AA264A3C67DC}"/>
                  </a:ext>
                </a:extLst>
              </p:cNvPr>
              <p:cNvSpPr/>
              <p:nvPr/>
            </p:nvSpPr>
            <p:spPr>
              <a:xfrm>
                <a:off x="4041430" y="1370707"/>
                <a:ext cx="4622402" cy="852785"/>
              </a:xfrm>
              <a:custGeom>
                <a:avLst/>
                <a:gdLst>
                  <a:gd name="connsiteX0" fmla="*/ 0 w 4622402"/>
                  <a:gd name="connsiteY0" fmla="*/ 156666 h 852785"/>
                  <a:gd name="connsiteX1" fmla="*/ 58539 w 4622402"/>
                  <a:gd name="connsiteY1" fmla="*/ 155476 h 852785"/>
                  <a:gd name="connsiteX2" fmla="*/ 117078 w 4622402"/>
                  <a:gd name="connsiteY2" fmla="*/ 155674 h 852785"/>
                  <a:gd name="connsiteX3" fmla="*/ 175518 w 4622402"/>
                  <a:gd name="connsiteY3" fmla="*/ 158452 h 852785"/>
                  <a:gd name="connsiteX4" fmla="*/ 234057 w 4622402"/>
                  <a:gd name="connsiteY4" fmla="*/ 165100 h 852785"/>
                  <a:gd name="connsiteX5" fmla="*/ 292596 w 4622402"/>
                  <a:gd name="connsiteY5" fmla="*/ 177105 h 852785"/>
                  <a:gd name="connsiteX6" fmla="*/ 351135 w 4622402"/>
                  <a:gd name="connsiteY6" fmla="*/ 195659 h 852785"/>
                  <a:gd name="connsiteX7" fmla="*/ 409575 w 4622402"/>
                  <a:gd name="connsiteY7" fmla="*/ 222151 h 852785"/>
                  <a:gd name="connsiteX8" fmla="*/ 468114 w 4622402"/>
                  <a:gd name="connsiteY8" fmla="*/ 257870 h 852785"/>
                  <a:gd name="connsiteX9" fmla="*/ 526653 w 4622402"/>
                  <a:gd name="connsiteY9" fmla="*/ 304006 h 852785"/>
                  <a:gd name="connsiteX10" fmla="*/ 585093 w 4622402"/>
                  <a:gd name="connsiteY10" fmla="*/ 360759 h 852785"/>
                  <a:gd name="connsiteX11" fmla="*/ 643632 w 4622402"/>
                  <a:gd name="connsiteY11" fmla="*/ 425152 h 852785"/>
                  <a:gd name="connsiteX12" fmla="*/ 702171 w 4622402"/>
                  <a:gd name="connsiteY12" fmla="*/ 494209 h 852785"/>
                  <a:gd name="connsiteX13" fmla="*/ 760710 w 4622402"/>
                  <a:gd name="connsiteY13" fmla="*/ 564753 h 852785"/>
                  <a:gd name="connsiteX14" fmla="*/ 819150 w 4622402"/>
                  <a:gd name="connsiteY14" fmla="*/ 633710 h 852785"/>
                  <a:gd name="connsiteX15" fmla="*/ 877689 w 4622402"/>
                  <a:gd name="connsiteY15" fmla="*/ 698004 h 852785"/>
                  <a:gd name="connsiteX16" fmla="*/ 936228 w 4622402"/>
                  <a:gd name="connsiteY16" fmla="*/ 754360 h 852785"/>
                  <a:gd name="connsiteX17" fmla="*/ 994767 w 4622402"/>
                  <a:gd name="connsiteY17" fmla="*/ 799703 h 852785"/>
                  <a:gd name="connsiteX18" fmla="*/ 1053207 w 4622402"/>
                  <a:gd name="connsiteY18" fmla="*/ 831156 h 852785"/>
                  <a:gd name="connsiteX19" fmla="*/ 1111746 w 4622402"/>
                  <a:gd name="connsiteY19" fmla="*/ 848023 h 852785"/>
                  <a:gd name="connsiteX20" fmla="*/ 1170285 w 4622402"/>
                  <a:gd name="connsiteY20" fmla="*/ 852785 h 852785"/>
                  <a:gd name="connsiteX21" fmla="*/ 1228725 w 4622402"/>
                  <a:gd name="connsiteY21" fmla="*/ 848023 h 852785"/>
                  <a:gd name="connsiteX22" fmla="*/ 1287264 w 4622402"/>
                  <a:gd name="connsiteY22" fmla="*/ 836216 h 852785"/>
                  <a:gd name="connsiteX23" fmla="*/ 1345803 w 4622402"/>
                  <a:gd name="connsiteY23" fmla="*/ 820142 h 852785"/>
                  <a:gd name="connsiteX24" fmla="*/ 1404342 w 4622402"/>
                  <a:gd name="connsiteY24" fmla="*/ 802084 h 852785"/>
                  <a:gd name="connsiteX25" fmla="*/ 1462782 w 4622402"/>
                  <a:gd name="connsiteY25" fmla="*/ 784820 h 852785"/>
                  <a:gd name="connsiteX26" fmla="*/ 1521321 w 4622402"/>
                  <a:gd name="connsiteY26" fmla="*/ 770831 h 852785"/>
                  <a:gd name="connsiteX27" fmla="*/ 1579860 w 4622402"/>
                  <a:gd name="connsiteY27" fmla="*/ 762496 h 852785"/>
                  <a:gd name="connsiteX28" fmla="*/ 1638300 w 4622402"/>
                  <a:gd name="connsiteY28" fmla="*/ 759619 h 852785"/>
                  <a:gd name="connsiteX29" fmla="*/ 1696839 w 4622402"/>
                  <a:gd name="connsiteY29" fmla="*/ 760413 h 852785"/>
                  <a:gd name="connsiteX30" fmla="*/ 1755378 w 4622402"/>
                  <a:gd name="connsiteY30" fmla="*/ 762992 h 852785"/>
                  <a:gd name="connsiteX31" fmla="*/ 1813917 w 4622402"/>
                  <a:gd name="connsiteY31" fmla="*/ 765572 h 852785"/>
                  <a:gd name="connsiteX32" fmla="*/ 1872357 w 4622402"/>
                  <a:gd name="connsiteY32" fmla="*/ 766266 h 852785"/>
                  <a:gd name="connsiteX33" fmla="*/ 1930896 w 4622402"/>
                  <a:gd name="connsiteY33" fmla="*/ 763389 h 852785"/>
                  <a:gd name="connsiteX34" fmla="*/ 1989435 w 4622402"/>
                  <a:gd name="connsiteY34" fmla="*/ 754856 h 852785"/>
                  <a:gd name="connsiteX35" fmla="*/ 2047974 w 4622402"/>
                  <a:gd name="connsiteY35" fmla="*/ 739080 h 852785"/>
                  <a:gd name="connsiteX36" fmla="*/ 2106414 w 4622402"/>
                  <a:gd name="connsiteY36" fmla="*/ 714474 h 852785"/>
                  <a:gd name="connsiteX37" fmla="*/ 2164953 w 4622402"/>
                  <a:gd name="connsiteY37" fmla="*/ 681831 h 852785"/>
                  <a:gd name="connsiteX38" fmla="*/ 2223492 w 4622402"/>
                  <a:gd name="connsiteY38" fmla="*/ 642541 h 852785"/>
                  <a:gd name="connsiteX39" fmla="*/ 2281932 w 4622402"/>
                  <a:gd name="connsiteY39" fmla="*/ 598388 h 852785"/>
                  <a:gd name="connsiteX40" fmla="*/ 2340471 w 4622402"/>
                  <a:gd name="connsiteY40" fmla="*/ 550664 h 852785"/>
                  <a:gd name="connsiteX41" fmla="*/ 2399010 w 4622402"/>
                  <a:gd name="connsiteY41" fmla="*/ 500856 h 852785"/>
                  <a:gd name="connsiteX42" fmla="*/ 2457549 w 4622402"/>
                  <a:gd name="connsiteY42" fmla="*/ 450652 h 852785"/>
                  <a:gd name="connsiteX43" fmla="*/ 2515989 w 4622402"/>
                  <a:gd name="connsiteY43" fmla="*/ 401439 h 852785"/>
                  <a:gd name="connsiteX44" fmla="*/ 2574528 w 4622402"/>
                  <a:gd name="connsiteY44" fmla="*/ 354707 h 852785"/>
                  <a:gd name="connsiteX45" fmla="*/ 2633067 w 4622402"/>
                  <a:gd name="connsiteY45" fmla="*/ 311745 h 852785"/>
                  <a:gd name="connsiteX46" fmla="*/ 2691507 w 4622402"/>
                  <a:gd name="connsiteY46" fmla="*/ 272852 h 852785"/>
                  <a:gd name="connsiteX47" fmla="*/ 2750046 w 4622402"/>
                  <a:gd name="connsiteY47" fmla="*/ 238125 h 852785"/>
                  <a:gd name="connsiteX48" fmla="*/ 2808585 w 4622402"/>
                  <a:gd name="connsiteY48" fmla="*/ 207665 h 852785"/>
                  <a:gd name="connsiteX49" fmla="*/ 2867124 w 4622402"/>
                  <a:gd name="connsiteY49" fmla="*/ 181670 h 852785"/>
                  <a:gd name="connsiteX50" fmla="*/ 2925564 w 4622402"/>
                  <a:gd name="connsiteY50" fmla="*/ 160337 h 852785"/>
                  <a:gd name="connsiteX51" fmla="*/ 2984103 w 4622402"/>
                  <a:gd name="connsiteY51" fmla="*/ 143768 h 852785"/>
                  <a:gd name="connsiteX52" fmla="*/ 3042642 w 4622402"/>
                  <a:gd name="connsiteY52" fmla="*/ 131961 h 852785"/>
                  <a:gd name="connsiteX53" fmla="*/ 3101181 w 4622402"/>
                  <a:gd name="connsiteY53" fmla="*/ 125313 h 852785"/>
                  <a:gd name="connsiteX54" fmla="*/ 3159621 w 4622402"/>
                  <a:gd name="connsiteY54" fmla="*/ 123428 h 852785"/>
                  <a:gd name="connsiteX55" fmla="*/ 3218160 w 4622402"/>
                  <a:gd name="connsiteY55" fmla="*/ 125710 h 852785"/>
                  <a:gd name="connsiteX56" fmla="*/ 3276699 w 4622402"/>
                  <a:gd name="connsiteY56" fmla="*/ 131366 h 852785"/>
                  <a:gd name="connsiteX57" fmla="*/ 3335139 w 4622402"/>
                  <a:gd name="connsiteY57" fmla="*/ 139601 h 852785"/>
                  <a:gd name="connsiteX58" fmla="*/ 3393678 w 4622402"/>
                  <a:gd name="connsiteY58" fmla="*/ 149721 h 852785"/>
                  <a:gd name="connsiteX59" fmla="*/ 3452217 w 4622402"/>
                  <a:gd name="connsiteY59" fmla="*/ 160834 h 852785"/>
                  <a:gd name="connsiteX60" fmla="*/ 3510756 w 4622402"/>
                  <a:gd name="connsiteY60" fmla="*/ 172244 h 852785"/>
                  <a:gd name="connsiteX61" fmla="*/ 3569196 w 4622402"/>
                  <a:gd name="connsiteY61" fmla="*/ 183356 h 852785"/>
                  <a:gd name="connsiteX62" fmla="*/ 3627735 w 4622402"/>
                  <a:gd name="connsiteY62" fmla="*/ 193179 h 852785"/>
                  <a:gd name="connsiteX63" fmla="*/ 3686274 w 4622402"/>
                  <a:gd name="connsiteY63" fmla="*/ 201414 h 852785"/>
                  <a:gd name="connsiteX64" fmla="*/ 3744813 w 4622402"/>
                  <a:gd name="connsiteY64" fmla="*/ 207665 h 852785"/>
                  <a:gd name="connsiteX65" fmla="*/ 3803253 w 4622402"/>
                  <a:gd name="connsiteY65" fmla="*/ 211931 h 852785"/>
                  <a:gd name="connsiteX66" fmla="*/ 3861792 w 4622402"/>
                  <a:gd name="connsiteY66" fmla="*/ 213916 h 852785"/>
                  <a:gd name="connsiteX67" fmla="*/ 3920331 w 4622402"/>
                  <a:gd name="connsiteY67" fmla="*/ 213320 h 852785"/>
                  <a:gd name="connsiteX68" fmla="*/ 3978771 w 4622402"/>
                  <a:gd name="connsiteY68" fmla="*/ 210046 h 852785"/>
                  <a:gd name="connsiteX69" fmla="*/ 4037310 w 4622402"/>
                  <a:gd name="connsiteY69" fmla="*/ 203696 h 852785"/>
                  <a:gd name="connsiteX70" fmla="*/ 4095849 w 4622402"/>
                  <a:gd name="connsiteY70" fmla="*/ 194370 h 852785"/>
                  <a:gd name="connsiteX71" fmla="*/ 4154388 w 4622402"/>
                  <a:gd name="connsiteY71" fmla="*/ 181570 h 852785"/>
                  <a:gd name="connsiteX72" fmla="*/ 4212828 w 4622402"/>
                  <a:gd name="connsiteY72" fmla="*/ 165695 h 852785"/>
                  <a:gd name="connsiteX73" fmla="*/ 4271368 w 4622402"/>
                  <a:gd name="connsiteY73" fmla="*/ 147141 h 852785"/>
                  <a:gd name="connsiteX74" fmla="*/ 4329907 w 4622402"/>
                  <a:gd name="connsiteY74" fmla="*/ 126107 h 852785"/>
                  <a:gd name="connsiteX75" fmla="*/ 4388346 w 4622402"/>
                  <a:gd name="connsiteY75" fmla="*/ 103287 h 852785"/>
                  <a:gd name="connsiteX76" fmla="*/ 4446885 w 4622402"/>
                  <a:gd name="connsiteY76" fmla="*/ 78780 h 852785"/>
                  <a:gd name="connsiteX77" fmla="*/ 4505425 w 4622402"/>
                  <a:gd name="connsiteY77" fmla="*/ 53181 h 852785"/>
                  <a:gd name="connsiteX78" fmla="*/ 4563963 w 4622402"/>
                  <a:gd name="connsiteY78" fmla="*/ 26789 h 852785"/>
                  <a:gd name="connsiteX79" fmla="*/ 4622403 w 4622402"/>
                  <a:gd name="connsiteY79" fmla="*/ 0 h 85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852785">
                    <a:moveTo>
                      <a:pt x="0" y="156666"/>
                    </a:moveTo>
                    <a:lnTo>
                      <a:pt x="58539" y="155476"/>
                    </a:lnTo>
                    <a:lnTo>
                      <a:pt x="117078" y="155674"/>
                    </a:lnTo>
                    <a:lnTo>
                      <a:pt x="175518" y="158452"/>
                    </a:lnTo>
                    <a:lnTo>
                      <a:pt x="234057" y="165100"/>
                    </a:lnTo>
                    <a:lnTo>
                      <a:pt x="292596" y="177105"/>
                    </a:lnTo>
                    <a:lnTo>
                      <a:pt x="351135" y="195659"/>
                    </a:lnTo>
                    <a:lnTo>
                      <a:pt x="409575" y="222151"/>
                    </a:lnTo>
                    <a:lnTo>
                      <a:pt x="468114" y="257870"/>
                    </a:lnTo>
                    <a:lnTo>
                      <a:pt x="526653" y="304006"/>
                    </a:lnTo>
                    <a:lnTo>
                      <a:pt x="585093" y="360759"/>
                    </a:lnTo>
                    <a:lnTo>
                      <a:pt x="643632" y="425152"/>
                    </a:lnTo>
                    <a:lnTo>
                      <a:pt x="702171" y="494209"/>
                    </a:lnTo>
                    <a:lnTo>
                      <a:pt x="760710" y="564753"/>
                    </a:lnTo>
                    <a:lnTo>
                      <a:pt x="819150" y="633710"/>
                    </a:lnTo>
                    <a:lnTo>
                      <a:pt x="877689" y="698004"/>
                    </a:lnTo>
                    <a:lnTo>
                      <a:pt x="936228" y="754360"/>
                    </a:lnTo>
                    <a:lnTo>
                      <a:pt x="994767" y="799703"/>
                    </a:lnTo>
                    <a:lnTo>
                      <a:pt x="1053207" y="831156"/>
                    </a:lnTo>
                    <a:lnTo>
                      <a:pt x="1111746" y="848023"/>
                    </a:lnTo>
                    <a:lnTo>
                      <a:pt x="1170285" y="852785"/>
                    </a:lnTo>
                    <a:lnTo>
                      <a:pt x="1228725" y="848023"/>
                    </a:lnTo>
                    <a:lnTo>
                      <a:pt x="1287264" y="836216"/>
                    </a:lnTo>
                    <a:lnTo>
                      <a:pt x="1345803" y="820142"/>
                    </a:lnTo>
                    <a:lnTo>
                      <a:pt x="1404342" y="802084"/>
                    </a:lnTo>
                    <a:lnTo>
                      <a:pt x="1462782" y="784820"/>
                    </a:lnTo>
                    <a:lnTo>
                      <a:pt x="1521321" y="770831"/>
                    </a:lnTo>
                    <a:lnTo>
                      <a:pt x="1579860" y="762496"/>
                    </a:lnTo>
                    <a:lnTo>
                      <a:pt x="1638300" y="759619"/>
                    </a:lnTo>
                    <a:lnTo>
                      <a:pt x="1696839" y="760413"/>
                    </a:lnTo>
                    <a:lnTo>
                      <a:pt x="1755378" y="762992"/>
                    </a:lnTo>
                    <a:lnTo>
                      <a:pt x="1813917" y="765572"/>
                    </a:lnTo>
                    <a:lnTo>
                      <a:pt x="1872357" y="766266"/>
                    </a:lnTo>
                    <a:lnTo>
                      <a:pt x="1930896" y="763389"/>
                    </a:lnTo>
                    <a:lnTo>
                      <a:pt x="1989435" y="754856"/>
                    </a:lnTo>
                    <a:lnTo>
                      <a:pt x="2047974" y="739080"/>
                    </a:lnTo>
                    <a:lnTo>
                      <a:pt x="2106414" y="714474"/>
                    </a:lnTo>
                    <a:lnTo>
                      <a:pt x="2164953" y="681831"/>
                    </a:lnTo>
                    <a:lnTo>
                      <a:pt x="2223492" y="642541"/>
                    </a:lnTo>
                    <a:lnTo>
                      <a:pt x="2281932" y="598388"/>
                    </a:lnTo>
                    <a:lnTo>
                      <a:pt x="2340471" y="550664"/>
                    </a:lnTo>
                    <a:lnTo>
                      <a:pt x="2399010" y="500856"/>
                    </a:lnTo>
                    <a:lnTo>
                      <a:pt x="2457549" y="450652"/>
                    </a:lnTo>
                    <a:lnTo>
                      <a:pt x="2515989" y="401439"/>
                    </a:lnTo>
                    <a:lnTo>
                      <a:pt x="2574528" y="354707"/>
                    </a:lnTo>
                    <a:lnTo>
                      <a:pt x="2633067" y="311745"/>
                    </a:lnTo>
                    <a:lnTo>
                      <a:pt x="2691507" y="272852"/>
                    </a:lnTo>
                    <a:lnTo>
                      <a:pt x="2750046" y="238125"/>
                    </a:lnTo>
                    <a:lnTo>
                      <a:pt x="2808585" y="207665"/>
                    </a:lnTo>
                    <a:lnTo>
                      <a:pt x="2867124" y="181670"/>
                    </a:lnTo>
                    <a:lnTo>
                      <a:pt x="2925564" y="160337"/>
                    </a:lnTo>
                    <a:lnTo>
                      <a:pt x="2984103" y="143768"/>
                    </a:lnTo>
                    <a:lnTo>
                      <a:pt x="3042642" y="131961"/>
                    </a:lnTo>
                    <a:lnTo>
                      <a:pt x="3101181" y="125313"/>
                    </a:lnTo>
                    <a:lnTo>
                      <a:pt x="3159621" y="123428"/>
                    </a:lnTo>
                    <a:lnTo>
                      <a:pt x="3218160" y="125710"/>
                    </a:lnTo>
                    <a:lnTo>
                      <a:pt x="3276699" y="131366"/>
                    </a:lnTo>
                    <a:lnTo>
                      <a:pt x="3335139" y="139601"/>
                    </a:lnTo>
                    <a:lnTo>
                      <a:pt x="3393678" y="149721"/>
                    </a:lnTo>
                    <a:lnTo>
                      <a:pt x="3452217" y="160834"/>
                    </a:lnTo>
                    <a:lnTo>
                      <a:pt x="3510756" y="172244"/>
                    </a:lnTo>
                    <a:lnTo>
                      <a:pt x="3569196" y="183356"/>
                    </a:lnTo>
                    <a:lnTo>
                      <a:pt x="3627735" y="193179"/>
                    </a:lnTo>
                    <a:lnTo>
                      <a:pt x="3686274" y="201414"/>
                    </a:lnTo>
                    <a:lnTo>
                      <a:pt x="3744813" y="207665"/>
                    </a:lnTo>
                    <a:lnTo>
                      <a:pt x="3803253" y="211931"/>
                    </a:lnTo>
                    <a:lnTo>
                      <a:pt x="3861792" y="213916"/>
                    </a:lnTo>
                    <a:lnTo>
                      <a:pt x="3920331" y="213320"/>
                    </a:lnTo>
                    <a:lnTo>
                      <a:pt x="3978771" y="210046"/>
                    </a:lnTo>
                    <a:lnTo>
                      <a:pt x="4037310" y="203696"/>
                    </a:lnTo>
                    <a:lnTo>
                      <a:pt x="4095849" y="194370"/>
                    </a:lnTo>
                    <a:lnTo>
                      <a:pt x="4154388" y="181570"/>
                    </a:lnTo>
                    <a:lnTo>
                      <a:pt x="4212828" y="165695"/>
                    </a:lnTo>
                    <a:lnTo>
                      <a:pt x="4271368" y="147141"/>
                    </a:lnTo>
                    <a:lnTo>
                      <a:pt x="4329907" y="126107"/>
                    </a:lnTo>
                    <a:lnTo>
                      <a:pt x="4388346" y="103287"/>
                    </a:lnTo>
                    <a:lnTo>
                      <a:pt x="4446885" y="78780"/>
                    </a:lnTo>
                    <a:lnTo>
                      <a:pt x="4505425" y="53181"/>
                    </a:lnTo>
                    <a:lnTo>
                      <a:pt x="4563963" y="26789"/>
                    </a:lnTo>
                    <a:lnTo>
                      <a:pt x="4622403" y="0"/>
                    </a:lnTo>
                  </a:path>
                </a:pathLst>
              </a:custGeom>
              <a:noFill/>
              <a:ln w="16966" cap="flat">
                <a:solidFill>
                  <a:srgbClr val="7F7F7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120" name="Graphic 26346">
              <a:extLst>
                <a:ext uri="{FF2B5EF4-FFF2-40B4-BE49-F238E27FC236}">
                  <a16:creationId xmlns:a16="http://schemas.microsoft.com/office/drawing/2014/main" id="{3CF8C839-8FB8-0FE5-18BD-0EF56BC74DF8}"/>
                </a:ext>
              </a:extLst>
            </p:cNvPr>
            <p:cNvGrpSpPr/>
            <p:nvPr/>
          </p:nvGrpSpPr>
          <p:grpSpPr>
            <a:xfrm>
              <a:off x="3810349" y="2726432"/>
              <a:ext cx="5084663" cy="1540271"/>
              <a:chOff x="3810349" y="2726432"/>
              <a:chExt cx="5084663" cy="1540271"/>
            </a:xfrm>
          </p:grpSpPr>
          <p:sp>
            <p:nvSpPr>
              <p:cNvPr id="35121" name="Freeform 35120">
                <a:extLst>
                  <a:ext uri="{FF2B5EF4-FFF2-40B4-BE49-F238E27FC236}">
                    <a16:creationId xmlns:a16="http://schemas.microsoft.com/office/drawing/2014/main" id="{F9B39F10-536B-EE80-8608-10CAA043D020}"/>
                  </a:ext>
                </a:extLst>
              </p:cNvPr>
              <p:cNvSpPr/>
              <p:nvPr/>
            </p:nvSpPr>
            <p:spPr>
              <a:xfrm>
                <a:off x="3810349" y="4245669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2" name="Freeform 35121">
                <a:extLst>
                  <a:ext uri="{FF2B5EF4-FFF2-40B4-BE49-F238E27FC236}">
                    <a16:creationId xmlns:a16="http://schemas.microsoft.com/office/drawing/2014/main" id="{515CA7E7-A764-4E46-32DD-935C9530B8EB}"/>
                  </a:ext>
                </a:extLst>
              </p:cNvPr>
              <p:cNvSpPr/>
              <p:nvPr/>
            </p:nvSpPr>
            <p:spPr>
              <a:xfrm>
                <a:off x="3810349" y="3837483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3" name="Freeform 35122">
                <a:extLst>
                  <a:ext uri="{FF2B5EF4-FFF2-40B4-BE49-F238E27FC236}">
                    <a16:creationId xmlns:a16="http://schemas.microsoft.com/office/drawing/2014/main" id="{F5AC3D07-2550-A984-824F-D28B42F9BB31}"/>
                  </a:ext>
                </a:extLst>
              </p:cNvPr>
              <p:cNvSpPr/>
              <p:nvPr/>
            </p:nvSpPr>
            <p:spPr>
              <a:xfrm>
                <a:off x="3810349" y="3429396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4" name="Freeform 35123">
                <a:extLst>
                  <a:ext uri="{FF2B5EF4-FFF2-40B4-BE49-F238E27FC236}">
                    <a16:creationId xmlns:a16="http://schemas.microsoft.com/office/drawing/2014/main" id="{38802010-07FF-59A4-18C8-FF3CFACD3812}"/>
                  </a:ext>
                </a:extLst>
              </p:cNvPr>
              <p:cNvSpPr/>
              <p:nvPr/>
            </p:nvSpPr>
            <p:spPr>
              <a:xfrm>
                <a:off x="3810349" y="3021210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5" name="Freeform 35124">
                <a:extLst>
                  <a:ext uri="{FF2B5EF4-FFF2-40B4-BE49-F238E27FC236}">
                    <a16:creationId xmlns:a16="http://schemas.microsoft.com/office/drawing/2014/main" id="{EFE43E10-C472-BA67-44CF-5781D550AD6E}"/>
                  </a:ext>
                </a:extLst>
              </p:cNvPr>
              <p:cNvSpPr/>
              <p:nvPr/>
            </p:nvSpPr>
            <p:spPr>
              <a:xfrm>
                <a:off x="4036866" y="3318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6" name="Freeform 35125">
                <a:extLst>
                  <a:ext uri="{FF2B5EF4-FFF2-40B4-BE49-F238E27FC236}">
                    <a16:creationId xmlns:a16="http://schemas.microsoft.com/office/drawing/2014/main" id="{36C74828-5D83-2E6E-4D58-4FB25266E360}"/>
                  </a:ext>
                </a:extLst>
              </p:cNvPr>
              <p:cNvSpPr/>
              <p:nvPr/>
            </p:nvSpPr>
            <p:spPr>
              <a:xfrm>
                <a:off x="4037461" y="3278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7" name="Freeform 35126">
                <a:extLst>
                  <a:ext uri="{FF2B5EF4-FFF2-40B4-BE49-F238E27FC236}">
                    <a16:creationId xmlns:a16="http://schemas.microsoft.com/office/drawing/2014/main" id="{4A58C85C-C4F8-D2D0-167A-6F9673EF18D4}"/>
                  </a:ext>
                </a:extLst>
              </p:cNvPr>
              <p:cNvSpPr/>
              <p:nvPr/>
            </p:nvSpPr>
            <p:spPr>
              <a:xfrm>
                <a:off x="4037957" y="3228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8" name="Freeform 35127">
                <a:extLst>
                  <a:ext uri="{FF2B5EF4-FFF2-40B4-BE49-F238E27FC236}">
                    <a16:creationId xmlns:a16="http://schemas.microsoft.com/office/drawing/2014/main" id="{38624723-E1B8-3AB1-E043-996D101B6B2A}"/>
                  </a:ext>
                </a:extLst>
              </p:cNvPr>
              <p:cNvSpPr/>
              <p:nvPr/>
            </p:nvSpPr>
            <p:spPr>
              <a:xfrm>
                <a:off x="4038453" y="3188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29" name="Freeform 35128">
                <a:extLst>
                  <a:ext uri="{FF2B5EF4-FFF2-40B4-BE49-F238E27FC236}">
                    <a16:creationId xmlns:a16="http://schemas.microsoft.com/office/drawing/2014/main" id="{5B07E349-A426-7BF5-4A19-BEC34EEF290B}"/>
                  </a:ext>
                </a:extLst>
              </p:cNvPr>
              <p:cNvSpPr/>
              <p:nvPr/>
            </p:nvSpPr>
            <p:spPr>
              <a:xfrm>
                <a:off x="4039048" y="3171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0" name="Freeform 35129">
                <a:extLst>
                  <a:ext uri="{FF2B5EF4-FFF2-40B4-BE49-F238E27FC236}">
                    <a16:creationId xmlns:a16="http://schemas.microsoft.com/office/drawing/2014/main" id="{65C7CEE6-3E8F-D042-04DC-7B68E0F532BB}"/>
                  </a:ext>
                </a:extLst>
              </p:cNvPr>
              <p:cNvSpPr/>
              <p:nvPr/>
            </p:nvSpPr>
            <p:spPr>
              <a:xfrm>
                <a:off x="4039545" y="3172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1" name="Freeform 35130">
                <a:extLst>
                  <a:ext uri="{FF2B5EF4-FFF2-40B4-BE49-F238E27FC236}">
                    <a16:creationId xmlns:a16="http://schemas.microsoft.com/office/drawing/2014/main" id="{52B6EC25-7C6B-9CD2-DBAD-855FE4674584}"/>
                  </a:ext>
                </a:extLst>
              </p:cNvPr>
              <p:cNvSpPr/>
              <p:nvPr/>
            </p:nvSpPr>
            <p:spPr>
              <a:xfrm>
                <a:off x="4040041" y="3299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2" name="Freeform 35131">
                <a:extLst>
                  <a:ext uri="{FF2B5EF4-FFF2-40B4-BE49-F238E27FC236}">
                    <a16:creationId xmlns:a16="http://schemas.microsoft.com/office/drawing/2014/main" id="{E63BA3F9-E83F-F2F5-4D49-CFE4FEFDFEFB}"/>
                  </a:ext>
                </a:extLst>
              </p:cNvPr>
              <p:cNvSpPr/>
              <p:nvPr/>
            </p:nvSpPr>
            <p:spPr>
              <a:xfrm>
                <a:off x="4040537" y="3787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3" name="Freeform 35132">
                <a:extLst>
                  <a:ext uri="{FF2B5EF4-FFF2-40B4-BE49-F238E27FC236}">
                    <a16:creationId xmlns:a16="http://schemas.microsoft.com/office/drawing/2014/main" id="{5FC8F644-B236-FF33-7054-CF197D658D12}"/>
                  </a:ext>
                </a:extLst>
              </p:cNvPr>
              <p:cNvSpPr/>
              <p:nvPr/>
            </p:nvSpPr>
            <p:spPr>
              <a:xfrm>
                <a:off x="4041132" y="39341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4" name="Freeform 35133">
                <a:extLst>
                  <a:ext uri="{FF2B5EF4-FFF2-40B4-BE49-F238E27FC236}">
                    <a16:creationId xmlns:a16="http://schemas.microsoft.com/office/drawing/2014/main" id="{D85C283D-1EC9-DD85-913D-2C3C271FCF22}"/>
                  </a:ext>
                </a:extLst>
              </p:cNvPr>
              <p:cNvSpPr/>
              <p:nvPr/>
            </p:nvSpPr>
            <p:spPr>
              <a:xfrm>
                <a:off x="4041628" y="395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5" name="Freeform 35134">
                <a:extLst>
                  <a:ext uri="{FF2B5EF4-FFF2-40B4-BE49-F238E27FC236}">
                    <a16:creationId xmlns:a16="http://schemas.microsoft.com/office/drawing/2014/main" id="{AA0BD28B-5C24-9066-7B07-E09B8DC51996}"/>
                  </a:ext>
                </a:extLst>
              </p:cNvPr>
              <p:cNvSpPr/>
              <p:nvPr/>
            </p:nvSpPr>
            <p:spPr>
              <a:xfrm>
                <a:off x="4042124" y="3937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6" name="Freeform 35135">
                <a:extLst>
                  <a:ext uri="{FF2B5EF4-FFF2-40B4-BE49-F238E27FC236}">
                    <a16:creationId xmlns:a16="http://schemas.microsoft.com/office/drawing/2014/main" id="{A08DED24-3B3F-2ED9-4F8B-1F90D87BCDBC}"/>
                  </a:ext>
                </a:extLst>
              </p:cNvPr>
              <p:cNvSpPr/>
              <p:nvPr/>
            </p:nvSpPr>
            <p:spPr>
              <a:xfrm>
                <a:off x="4042720" y="3929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7" name="Freeform 35136">
                <a:extLst>
                  <a:ext uri="{FF2B5EF4-FFF2-40B4-BE49-F238E27FC236}">
                    <a16:creationId xmlns:a16="http://schemas.microsoft.com/office/drawing/2014/main" id="{4CD38D26-5B1C-1DB9-C217-69B64D1FD81D}"/>
                  </a:ext>
                </a:extLst>
              </p:cNvPr>
              <p:cNvSpPr/>
              <p:nvPr/>
            </p:nvSpPr>
            <p:spPr>
              <a:xfrm>
                <a:off x="4043216" y="394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8" name="Freeform 35137">
                <a:extLst>
                  <a:ext uri="{FF2B5EF4-FFF2-40B4-BE49-F238E27FC236}">
                    <a16:creationId xmlns:a16="http://schemas.microsoft.com/office/drawing/2014/main" id="{80690756-BFB7-217F-E7A0-EB92283E3F2F}"/>
                  </a:ext>
                </a:extLst>
              </p:cNvPr>
              <p:cNvSpPr/>
              <p:nvPr/>
            </p:nvSpPr>
            <p:spPr>
              <a:xfrm>
                <a:off x="4043712" y="3963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39" name="Freeform 35138">
                <a:extLst>
                  <a:ext uri="{FF2B5EF4-FFF2-40B4-BE49-F238E27FC236}">
                    <a16:creationId xmlns:a16="http://schemas.microsoft.com/office/drawing/2014/main" id="{0E8167D5-15E4-F628-03D3-9D2BD90ED4C5}"/>
                  </a:ext>
                </a:extLst>
              </p:cNvPr>
              <p:cNvSpPr/>
              <p:nvPr/>
            </p:nvSpPr>
            <p:spPr>
              <a:xfrm>
                <a:off x="4044307" y="3959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0" name="Freeform 35139">
                <a:extLst>
                  <a:ext uri="{FF2B5EF4-FFF2-40B4-BE49-F238E27FC236}">
                    <a16:creationId xmlns:a16="http://schemas.microsoft.com/office/drawing/2014/main" id="{35EA60E3-DC52-A271-5D05-6BC02ABEF82E}"/>
                  </a:ext>
                </a:extLst>
              </p:cNvPr>
              <p:cNvSpPr/>
              <p:nvPr/>
            </p:nvSpPr>
            <p:spPr>
              <a:xfrm>
                <a:off x="4044803" y="3653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1" name="Freeform 35140">
                <a:extLst>
                  <a:ext uri="{FF2B5EF4-FFF2-40B4-BE49-F238E27FC236}">
                    <a16:creationId xmlns:a16="http://schemas.microsoft.com/office/drawing/2014/main" id="{6DDCE0F7-01CD-1236-E1EA-C82D726A645E}"/>
                  </a:ext>
                </a:extLst>
              </p:cNvPr>
              <p:cNvSpPr/>
              <p:nvPr/>
            </p:nvSpPr>
            <p:spPr>
              <a:xfrm>
                <a:off x="4045299" y="3497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2" name="Freeform 35141">
                <a:extLst>
                  <a:ext uri="{FF2B5EF4-FFF2-40B4-BE49-F238E27FC236}">
                    <a16:creationId xmlns:a16="http://schemas.microsoft.com/office/drawing/2014/main" id="{6884C769-7F9D-05FE-918C-757EBA5B3DC9}"/>
                  </a:ext>
                </a:extLst>
              </p:cNvPr>
              <p:cNvSpPr/>
              <p:nvPr/>
            </p:nvSpPr>
            <p:spPr>
              <a:xfrm>
                <a:off x="4045895" y="3580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3" name="Freeform 35142">
                <a:extLst>
                  <a:ext uri="{FF2B5EF4-FFF2-40B4-BE49-F238E27FC236}">
                    <a16:creationId xmlns:a16="http://schemas.microsoft.com/office/drawing/2014/main" id="{B0542F9E-E5F6-DCCE-78E7-AB4460177BB1}"/>
                  </a:ext>
                </a:extLst>
              </p:cNvPr>
              <p:cNvSpPr/>
              <p:nvPr/>
            </p:nvSpPr>
            <p:spPr>
              <a:xfrm>
                <a:off x="4046391" y="3615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4" name="Freeform 35143">
                <a:extLst>
                  <a:ext uri="{FF2B5EF4-FFF2-40B4-BE49-F238E27FC236}">
                    <a16:creationId xmlns:a16="http://schemas.microsoft.com/office/drawing/2014/main" id="{09E9F7CE-5F65-77C0-2402-8DDE08E29846}"/>
                  </a:ext>
                </a:extLst>
              </p:cNvPr>
              <p:cNvSpPr/>
              <p:nvPr/>
            </p:nvSpPr>
            <p:spPr>
              <a:xfrm>
                <a:off x="4046887" y="3611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5" name="Freeform 35144">
                <a:extLst>
                  <a:ext uri="{FF2B5EF4-FFF2-40B4-BE49-F238E27FC236}">
                    <a16:creationId xmlns:a16="http://schemas.microsoft.com/office/drawing/2014/main" id="{74D05E9B-E717-8B8E-FDF4-C741FCAAE887}"/>
                  </a:ext>
                </a:extLst>
              </p:cNvPr>
              <p:cNvSpPr/>
              <p:nvPr/>
            </p:nvSpPr>
            <p:spPr>
              <a:xfrm>
                <a:off x="4047482" y="3589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6" name="Freeform 35145">
                <a:extLst>
                  <a:ext uri="{FF2B5EF4-FFF2-40B4-BE49-F238E27FC236}">
                    <a16:creationId xmlns:a16="http://schemas.microsoft.com/office/drawing/2014/main" id="{4C7DCF93-7228-3DC5-324E-8619725D68F7}"/>
                  </a:ext>
                </a:extLst>
              </p:cNvPr>
              <p:cNvSpPr/>
              <p:nvPr/>
            </p:nvSpPr>
            <p:spPr>
              <a:xfrm>
                <a:off x="4047978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7" name="Freeform 35146">
                <a:extLst>
                  <a:ext uri="{FF2B5EF4-FFF2-40B4-BE49-F238E27FC236}">
                    <a16:creationId xmlns:a16="http://schemas.microsoft.com/office/drawing/2014/main" id="{893CC772-E804-DAE8-765F-ACCDB0018AB3}"/>
                  </a:ext>
                </a:extLst>
              </p:cNvPr>
              <p:cNvSpPr/>
              <p:nvPr/>
            </p:nvSpPr>
            <p:spPr>
              <a:xfrm>
                <a:off x="4048474" y="3519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8" name="Freeform 35147">
                <a:extLst>
                  <a:ext uri="{FF2B5EF4-FFF2-40B4-BE49-F238E27FC236}">
                    <a16:creationId xmlns:a16="http://schemas.microsoft.com/office/drawing/2014/main" id="{2E8A3FDC-2294-2685-A82C-323E21B439B9}"/>
                  </a:ext>
                </a:extLst>
              </p:cNvPr>
              <p:cNvSpPr/>
              <p:nvPr/>
            </p:nvSpPr>
            <p:spPr>
              <a:xfrm>
                <a:off x="4049070" y="3470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49" name="Freeform 35148">
                <a:extLst>
                  <a:ext uri="{FF2B5EF4-FFF2-40B4-BE49-F238E27FC236}">
                    <a16:creationId xmlns:a16="http://schemas.microsoft.com/office/drawing/2014/main" id="{5FD69A22-DFB2-8DF3-66D7-8128D6B122C3}"/>
                  </a:ext>
                </a:extLst>
              </p:cNvPr>
              <p:cNvSpPr/>
              <p:nvPr/>
            </p:nvSpPr>
            <p:spPr>
              <a:xfrm>
                <a:off x="4049566" y="3453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0" name="Freeform 35149">
                <a:extLst>
                  <a:ext uri="{FF2B5EF4-FFF2-40B4-BE49-F238E27FC236}">
                    <a16:creationId xmlns:a16="http://schemas.microsoft.com/office/drawing/2014/main" id="{69F95CC9-06F7-A538-BEAD-FFEB9C8F43B9}"/>
                  </a:ext>
                </a:extLst>
              </p:cNvPr>
              <p:cNvSpPr/>
              <p:nvPr/>
            </p:nvSpPr>
            <p:spPr>
              <a:xfrm>
                <a:off x="4050062" y="3431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1" name="Freeform 35150">
                <a:extLst>
                  <a:ext uri="{FF2B5EF4-FFF2-40B4-BE49-F238E27FC236}">
                    <a16:creationId xmlns:a16="http://schemas.microsoft.com/office/drawing/2014/main" id="{4D863BF3-A3BE-1EE5-0887-67D3809400C4}"/>
                  </a:ext>
                </a:extLst>
              </p:cNvPr>
              <p:cNvSpPr/>
              <p:nvPr/>
            </p:nvSpPr>
            <p:spPr>
              <a:xfrm>
                <a:off x="4050657" y="3423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2" name="Freeform 35151">
                <a:extLst>
                  <a:ext uri="{FF2B5EF4-FFF2-40B4-BE49-F238E27FC236}">
                    <a16:creationId xmlns:a16="http://schemas.microsoft.com/office/drawing/2014/main" id="{FA81A0AB-98B8-2D2E-A3DF-D5A59EA0AA9F}"/>
                  </a:ext>
                </a:extLst>
              </p:cNvPr>
              <p:cNvSpPr/>
              <p:nvPr/>
            </p:nvSpPr>
            <p:spPr>
              <a:xfrm>
                <a:off x="4051153" y="3428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3" name="Freeform 35152">
                <a:extLst>
                  <a:ext uri="{FF2B5EF4-FFF2-40B4-BE49-F238E27FC236}">
                    <a16:creationId xmlns:a16="http://schemas.microsoft.com/office/drawing/2014/main" id="{537B101E-40EB-D692-3C3E-C87B3DDFF07E}"/>
                  </a:ext>
                </a:extLst>
              </p:cNvPr>
              <p:cNvSpPr/>
              <p:nvPr/>
            </p:nvSpPr>
            <p:spPr>
              <a:xfrm>
                <a:off x="4051649" y="3425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4" name="Freeform 35153">
                <a:extLst>
                  <a:ext uri="{FF2B5EF4-FFF2-40B4-BE49-F238E27FC236}">
                    <a16:creationId xmlns:a16="http://schemas.microsoft.com/office/drawing/2014/main" id="{BEA1E0F5-85C8-CD50-7A6B-1BC43E808835}"/>
                  </a:ext>
                </a:extLst>
              </p:cNvPr>
              <p:cNvSpPr/>
              <p:nvPr/>
            </p:nvSpPr>
            <p:spPr>
              <a:xfrm>
                <a:off x="4052245" y="3426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5" name="Freeform 35154">
                <a:extLst>
                  <a:ext uri="{FF2B5EF4-FFF2-40B4-BE49-F238E27FC236}">
                    <a16:creationId xmlns:a16="http://schemas.microsoft.com/office/drawing/2014/main" id="{7F8AEE20-6708-F350-8E19-4DB0E69B1D43}"/>
                  </a:ext>
                </a:extLst>
              </p:cNvPr>
              <p:cNvSpPr/>
              <p:nvPr/>
            </p:nvSpPr>
            <p:spPr>
              <a:xfrm>
                <a:off x="4052741" y="3368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6" name="Freeform 35155">
                <a:extLst>
                  <a:ext uri="{FF2B5EF4-FFF2-40B4-BE49-F238E27FC236}">
                    <a16:creationId xmlns:a16="http://schemas.microsoft.com/office/drawing/2014/main" id="{F02A3E99-AC64-7E05-2EE4-739A283CE851}"/>
                  </a:ext>
                </a:extLst>
              </p:cNvPr>
              <p:cNvSpPr/>
              <p:nvPr/>
            </p:nvSpPr>
            <p:spPr>
              <a:xfrm>
                <a:off x="4053237" y="3787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7" name="Freeform 35156">
                <a:extLst>
                  <a:ext uri="{FF2B5EF4-FFF2-40B4-BE49-F238E27FC236}">
                    <a16:creationId xmlns:a16="http://schemas.microsoft.com/office/drawing/2014/main" id="{95049896-BAE1-057E-A0A9-EF988A3140AD}"/>
                  </a:ext>
                </a:extLst>
              </p:cNvPr>
              <p:cNvSpPr/>
              <p:nvPr/>
            </p:nvSpPr>
            <p:spPr>
              <a:xfrm>
                <a:off x="4053733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8" name="Freeform 35157">
                <a:extLst>
                  <a:ext uri="{FF2B5EF4-FFF2-40B4-BE49-F238E27FC236}">
                    <a16:creationId xmlns:a16="http://schemas.microsoft.com/office/drawing/2014/main" id="{BCB5B84E-E509-EC98-1EA6-694747EBC4B6}"/>
                  </a:ext>
                </a:extLst>
              </p:cNvPr>
              <p:cNvSpPr/>
              <p:nvPr/>
            </p:nvSpPr>
            <p:spPr>
              <a:xfrm>
                <a:off x="4054328" y="3910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59" name="Freeform 35158">
                <a:extLst>
                  <a:ext uri="{FF2B5EF4-FFF2-40B4-BE49-F238E27FC236}">
                    <a16:creationId xmlns:a16="http://schemas.microsoft.com/office/drawing/2014/main" id="{0D0E6D0E-9CC5-A63C-F9DE-04ADCD323690}"/>
                  </a:ext>
                </a:extLst>
              </p:cNvPr>
              <p:cNvSpPr/>
              <p:nvPr/>
            </p:nvSpPr>
            <p:spPr>
              <a:xfrm>
                <a:off x="4054824" y="390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0" name="Freeform 35159">
                <a:extLst>
                  <a:ext uri="{FF2B5EF4-FFF2-40B4-BE49-F238E27FC236}">
                    <a16:creationId xmlns:a16="http://schemas.microsoft.com/office/drawing/2014/main" id="{8C7398C5-C94E-44F8-60DA-F16A544105ED}"/>
                  </a:ext>
                </a:extLst>
              </p:cNvPr>
              <p:cNvSpPr/>
              <p:nvPr/>
            </p:nvSpPr>
            <p:spPr>
              <a:xfrm>
                <a:off x="4055320" y="3891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1" name="Freeform 35160">
                <a:extLst>
                  <a:ext uri="{FF2B5EF4-FFF2-40B4-BE49-F238E27FC236}">
                    <a16:creationId xmlns:a16="http://schemas.microsoft.com/office/drawing/2014/main" id="{794F9163-0E5E-45C3-3377-02A1F58FCF16}"/>
                  </a:ext>
                </a:extLst>
              </p:cNvPr>
              <p:cNvSpPr/>
              <p:nvPr/>
            </p:nvSpPr>
            <p:spPr>
              <a:xfrm>
                <a:off x="4055916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2" name="Freeform 35161">
                <a:extLst>
                  <a:ext uri="{FF2B5EF4-FFF2-40B4-BE49-F238E27FC236}">
                    <a16:creationId xmlns:a16="http://schemas.microsoft.com/office/drawing/2014/main" id="{F7B6F564-63C8-10A4-B74A-9ED1A4E67026}"/>
                  </a:ext>
                </a:extLst>
              </p:cNvPr>
              <p:cNvSpPr/>
              <p:nvPr/>
            </p:nvSpPr>
            <p:spPr>
              <a:xfrm>
                <a:off x="4056412" y="3913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3" name="Freeform 35162">
                <a:extLst>
                  <a:ext uri="{FF2B5EF4-FFF2-40B4-BE49-F238E27FC236}">
                    <a16:creationId xmlns:a16="http://schemas.microsoft.com/office/drawing/2014/main" id="{3A0CB12B-268D-1A39-1EB5-C5D20B332288}"/>
                  </a:ext>
                </a:extLst>
              </p:cNvPr>
              <p:cNvSpPr/>
              <p:nvPr/>
            </p:nvSpPr>
            <p:spPr>
              <a:xfrm>
                <a:off x="4056908" y="3910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4" name="Freeform 35163">
                <a:extLst>
                  <a:ext uri="{FF2B5EF4-FFF2-40B4-BE49-F238E27FC236}">
                    <a16:creationId xmlns:a16="http://schemas.microsoft.com/office/drawing/2014/main" id="{98F37D25-7037-6CC0-F874-3364BB92A9CD}"/>
                  </a:ext>
                </a:extLst>
              </p:cNvPr>
              <p:cNvSpPr/>
              <p:nvPr/>
            </p:nvSpPr>
            <p:spPr>
              <a:xfrm>
                <a:off x="4057503" y="3621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5" name="Freeform 35164">
                <a:extLst>
                  <a:ext uri="{FF2B5EF4-FFF2-40B4-BE49-F238E27FC236}">
                    <a16:creationId xmlns:a16="http://schemas.microsoft.com/office/drawing/2014/main" id="{58C3B277-4385-993F-34BE-A0AA622E23DC}"/>
                  </a:ext>
                </a:extLst>
              </p:cNvPr>
              <p:cNvSpPr/>
              <p:nvPr/>
            </p:nvSpPr>
            <p:spPr>
              <a:xfrm>
                <a:off x="4057999" y="3500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6" name="Freeform 35165">
                <a:extLst>
                  <a:ext uri="{FF2B5EF4-FFF2-40B4-BE49-F238E27FC236}">
                    <a16:creationId xmlns:a16="http://schemas.microsoft.com/office/drawing/2014/main" id="{48BC18D8-3A49-A05E-B239-FE033DFD2656}"/>
                  </a:ext>
                </a:extLst>
              </p:cNvPr>
              <p:cNvSpPr/>
              <p:nvPr/>
            </p:nvSpPr>
            <p:spPr>
              <a:xfrm>
                <a:off x="4058495" y="3577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7" name="Freeform 35166">
                <a:extLst>
                  <a:ext uri="{FF2B5EF4-FFF2-40B4-BE49-F238E27FC236}">
                    <a16:creationId xmlns:a16="http://schemas.microsoft.com/office/drawing/2014/main" id="{F7EED62B-F866-E2D5-64C2-E59B5C6103BA}"/>
                  </a:ext>
                </a:extLst>
              </p:cNvPr>
              <p:cNvSpPr/>
              <p:nvPr/>
            </p:nvSpPr>
            <p:spPr>
              <a:xfrm>
                <a:off x="4059091" y="3572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8" name="Freeform 35167">
                <a:extLst>
                  <a:ext uri="{FF2B5EF4-FFF2-40B4-BE49-F238E27FC236}">
                    <a16:creationId xmlns:a16="http://schemas.microsoft.com/office/drawing/2014/main" id="{CAAC3592-481E-23E4-E95E-1D046D879212}"/>
                  </a:ext>
                </a:extLst>
              </p:cNvPr>
              <p:cNvSpPr/>
              <p:nvPr/>
            </p:nvSpPr>
            <p:spPr>
              <a:xfrm>
                <a:off x="4059587" y="3551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69" name="Freeform 35168">
                <a:extLst>
                  <a:ext uri="{FF2B5EF4-FFF2-40B4-BE49-F238E27FC236}">
                    <a16:creationId xmlns:a16="http://schemas.microsoft.com/office/drawing/2014/main" id="{B73C7020-E47A-6E39-2B46-A39965F8A911}"/>
                  </a:ext>
                </a:extLst>
              </p:cNvPr>
              <p:cNvSpPr/>
              <p:nvPr/>
            </p:nvSpPr>
            <p:spPr>
              <a:xfrm>
                <a:off x="4060083" y="3524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0" name="Freeform 35169">
                <a:extLst>
                  <a:ext uri="{FF2B5EF4-FFF2-40B4-BE49-F238E27FC236}">
                    <a16:creationId xmlns:a16="http://schemas.microsoft.com/office/drawing/2014/main" id="{EFC61090-3183-B6AC-9B43-DB73E648316E}"/>
                  </a:ext>
                </a:extLst>
              </p:cNvPr>
              <p:cNvSpPr/>
              <p:nvPr/>
            </p:nvSpPr>
            <p:spPr>
              <a:xfrm>
                <a:off x="4060678" y="3498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1" name="Freeform 35170">
                <a:extLst>
                  <a:ext uri="{FF2B5EF4-FFF2-40B4-BE49-F238E27FC236}">
                    <a16:creationId xmlns:a16="http://schemas.microsoft.com/office/drawing/2014/main" id="{01D616CD-F416-9E0E-A038-844535CFF088}"/>
                  </a:ext>
                </a:extLst>
              </p:cNvPr>
              <p:cNvSpPr/>
              <p:nvPr/>
            </p:nvSpPr>
            <p:spPr>
              <a:xfrm>
                <a:off x="4061174" y="3457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2" name="Freeform 35171">
                <a:extLst>
                  <a:ext uri="{FF2B5EF4-FFF2-40B4-BE49-F238E27FC236}">
                    <a16:creationId xmlns:a16="http://schemas.microsoft.com/office/drawing/2014/main" id="{C5151F97-2AE6-7144-069D-B6EECDC1BDEB}"/>
                  </a:ext>
                </a:extLst>
              </p:cNvPr>
              <p:cNvSpPr/>
              <p:nvPr/>
            </p:nvSpPr>
            <p:spPr>
              <a:xfrm>
                <a:off x="4061670" y="3436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3" name="Freeform 35172">
                <a:extLst>
                  <a:ext uri="{FF2B5EF4-FFF2-40B4-BE49-F238E27FC236}">
                    <a16:creationId xmlns:a16="http://schemas.microsoft.com/office/drawing/2014/main" id="{EDDF0C39-D512-6BD5-6E8E-44FE55FDAB9A}"/>
                  </a:ext>
                </a:extLst>
              </p:cNvPr>
              <p:cNvSpPr/>
              <p:nvPr/>
            </p:nvSpPr>
            <p:spPr>
              <a:xfrm>
                <a:off x="4062266" y="34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4" name="Freeform 35173">
                <a:extLst>
                  <a:ext uri="{FF2B5EF4-FFF2-40B4-BE49-F238E27FC236}">
                    <a16:creationId xmlns:a16="http://schemas.microsoft.com/office/drawing/2014/main" id="{C79B64A8-CAF2-6F36-F695-A5EB2F04E72C}"/>
                  </a:ext>
                </a:extLst>
              </p:cNvPr>
              <p:cNvSpPr/>
              <p:nvPr/>
            </p:nvSpPr>
            <p:spPr>
              <a:xfrm>
                <a:off x="4062762" y="3416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5" name="Freeform 35174">
                <a:extLst>
                  <a:ext uri="{FF2B5EF4-FFF2-40B4-BE49-F238E27FC236}">
                    <a16:creationId xmlns:a16="http://schemas.microsoft.com/office/drawing/2014/main" id="{02281BBF-EAA2-5B20-A92E-1FD8C8EF7635}"/>
                  </a:ext>
                </a:extLst>
              </p:cNvPr>
              <p:cNvSpPr/>
              <p:nvPr/>
            </p:nvSpPr>
            <p:spPr>
              <a:xfrm>
                <a:off x="4063258" y="3425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6" name="Freeform 35175">
                <a:extLst>
                  <a:ext uri="{FF2B5EF4-FFF2-40B4-BE49-F238E27FC236}">
                    <a16:creationId xmlns:a16="http://schemas.microsoft.com/office/drawing/2014/main" id="{3A2A6044-4F4A-74D9-3FF6-D67169EE5C3A}"/>
                  </a:ext>
                </a:extLst>
              </p:cNvPr>
              <p:cNvSpPr/>
              <p:nvPr/>
            </p:nvSpPr>
            <p:spPr>
              <a:xfrm>
                <a:off x="4063853" y="3442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7" name="Freeform 35176">
                <a:extLst>
                  <a:ext uri="{FF2B5EF4-FFF2-40B4-BE49-F238E27FC236}">
                    <a16:creationId xmlns:a16="http://schemas.microsoft.com/office/drawing/2014/main" id="{CFFE379B-7AAC-0F81-19A2-25BBE4DAF02A}"/>
                  </a:ext>
                </a:extLst>
              </p:cNvPr>
              <p:cNvSpPr/>
              <p:nvPr/>
            </p:nvSpPr>
            <p:spPr>
              <a:xfrm>
                <a:off x="4064349" y="34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8" name="Freeform 35177">
                <a:extLst>
                  <a:ext uri="{FF2B5EF4-FFF2-40B4-BE49-F238E27FC236}">
                    <a16:creationId xmlns:a16="http://schemas.microsoft.com/office/drawing/2014/main" id="{59F0D7FD-56A0-2796-89EA-AEBB80DEB37C}"/>
                  </a:ext>
                </a:extLst>
              </p:cNvPr>
              <p:cNvSpPr/>
              <p:nvPr/>
            </p:nvSpPr>
            <p:spPr>
              <a:xfrm>
                <a:off x="4064845" y="3407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79" name="Freeform 35178">
                <a:extLst>
                  <a:ext uri="{FF2B5EF4-FFF2-40B4-BE49-F238E27FC236}">
                    <a16:creationId xmlns:a16="http://schemas.microsoft.com/office/drawing/2014/main" id="{2D6B030E-E917-425F-FD4F-1A7C4272FAF9}"/>
                  </a:ext>
                </a:extLst>
              </p:cNvPr>
              <p:cNvSpPr/>
              <p:nvPr/>
            </p:nvSpPr>
            <p:spPr>
              <a:xfrm>
                <a:off x="4065341" y="3450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0" name="Freeform 35179">
                <a:extLst>
                  <a:ext uri="{FF2B5EF4-FFF2-40B4-BE49-F238E27FC236}">
                    <a16:creationId xmlns:a16="http://schemas.microsoft.com/office/drawing/2014/main" id="{675FAC26-F299-7138-8FB3-BC78AB6EE3DA}"/>
                  </a:ext>
                </a:extLst>
              </p:cNvPr>
              <p:cNvSpPr/>
              <p:nvPr/>
            </p:nvSpPr>
            <p:spPr>
              <a:xfrm>
                <a:off x="4065937" y="3755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1" name="Freeform 35180">
                <a:extLst>
                  <a:ext uri="{FF2B5EF4-FFF2-40B4-BE49-F238E27FC236}">
                    <a16:creationId xmlns:a16="http://schemas.microsoft.com/office/drawing/2014/main" id="{499236EE-E6CC-3FC2-81BA-9637DB411973}"/>
                  </a:ext>
                </a:extLst>
              </p:cNvPr>
              <p:cNvSpPr/>
              <p:nvPr/>
            </p:nvSpPr>
            <p:spPr>
              <a:xfrm>
                <a:off x="4066433" y="3905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2" name="Freeform 35181">
                <a:extLst>
                  <a:ext uri="{FF2B5EF4-FFF2-40B4-BE49-F238E27FC236}">
                    <a16:creationId xmlns:a16="http://schemas.microsoft.com/office/drawing/2014/main" id="{0F05367C-6D3F-B714-7647-829438AE022E}"/>
                  </a:ext>
                </a:extLst>
              </p:cNvPr>
              <p:cNvSpPr/>
              <p:nvPr/>
            </p:nvSpPr>
            <p:spPr>
              <a:xfrm>
                <a:off x="4066929" y="3933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3" name="Freeform 35182">
                <a:extLst>
                  <a:ext uri="{FF2B5EF4-FFF2-40B4-BE49-F238E27FC236}">
                    <a16:creationId xmlns:a16="http://schemas.microsoft.com/office/drawing/2014/main" id="{B42C02DE-977E-E44C-B764-71C9F26A3271}"/>
                  </a:ext>
                </a:extLst>
              </p:cNvPr>
              <p:cNvSpPr/>
              <p:nvPr/>
            </p:nvSpPr>
            <p:spPr>
              <a:xfrm>
                <a:off x="4067524" y="3927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4" name="Freeform 35183">
                <a:extLst>
                  <a:ext uri="{FF2B5EF4-FFF2-40B4-BE49-F238E27FC236}">
                    <a16:creationId xmlns:a16="http://schemas.microsoft.com/office/drawing/2014/main" id="{8E1B3570-B376-7E4B-C839-F3308C9FE523}"/>
                  </a:ext>
                </a:extLst>
              </p:cNvPr>
              <p:cNvSpPr/>
              <p:nvPr/>
            </p:nvSpPr>
            <p:spPr>
              <a:xfrm>
                <a:off x="4068020" y="3915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5" name="Freeform 35184">
                <a:extLst>
                  <a:ext uri="{FF2B5EF4-FFF2-40B4-BE49-F238E27FC236}">
                    <a16:creationId xmlns:a16="http://schemas.microsoft.com/office/drawing/2014/main" id="{729E52F3-0F60-A3A3-DC24-0A15DD24F7BF}"/>
                  </a:ext>
                </a:extLst>
              </p:cNvPr>
              <p:cNvSpPr/>
              <p:nvPr/>
            </p:nvSpPr>
            <p:spPr>
              <a:xfrm>
                <a:off x="4068516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6" name="Freeform 35185">
                <a:extLst>
                  <a:ext uri="{FF2B5EF4-FFF2-40B4-BE49-F238E27FC236}">
                    <a16:creationId xmlns:a16="http://schemas.microsoft.com/office/drawing/2014/main" id="{F9BAC3F7-634E-5D5D-EE08-9EA9F4954F8F}"/>
                  </a:ext>
                </a:extLst>
              </p:cNvPr>
              <p:cNvSpPr/>
              <p:nvPr/>
            </p:nvSpPr>
            <p:spPr>
              <a:xfrm>
                <a:off x="4069112" y="39341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7" name="Freeform 35186">
                <a:extLst>
                  <a:ext uri="{FF2B5EF4-FFF2-40B4-BE49-F238E27FC236}">
                    <a16:creationId xmlns:a16="http://schemas.microsoft.com/office/drawing/2014/main" id="{D993F268-C6A2-3875-BBA1-C65906433D02}"/>
                  </a:ext>
                </a:extLst>
              </p:cNvPr>
              <p:cNvSpPr/>
              <p:nvPr/>
            </p:nvSpPr>
            <p:spPr>
              <a:xfrm>
                <a:off x="4069608" y="3915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8" name="Freeform 35187">
                <a:extLst>
                  <a:ext uri="{FF2B5EF4-FFF2-40B4-BE49-F238E27FC236}">
                    <a16:creationId xmlns:a16="http://schemas.microsoft.com/office/drawing/2014/main" id="{18E0A6BA-7B6D-B84B-9019-27A151ACEE9B}"/>
                  </a:ext>
                </a:extLst>
              </p:cNvPr>
              <p:cNvSpPr/>
              <p:nvPr/>
            </p:nvSpPr>
            <p:spPr>
              <a:xfrm>
                <a:off x="4070104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89" name="Freeform 35188">
                <a:extLst>
                  <a:ext uri="{FF2B5EF4-FFF2-40B4-BE49-F238E27FC236}">
                    <a16:creationId xmlns:a16="http://schemas.microsoft.com/office/drawing/2014/main" id="{71B52856-97B0-1699-186C-3243D47EE0D1}"/>
                  </a:ext>
                </a:extLst>
              </p:cNvPr>
              <p:cNvSpPr/>
              <p:nvPr/>
            </p:nvSpPr>
            <p:spPr>
              <a:xfrm>
                <a:off x="4070699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0" name="Freeform 35189">
                <a:extLst>
                  <a:ext uri="{FF2B5EF4-FFF2-40B4-BE49-F238E27FC236}">
                    <a16:creationId xmlns:a16="http://schemas.microsoft.com/office/drawing/2014/main" id="{719BFC7E-0B26-F62A-66CC-1BAE7B251E08}"/>
                  </a:ext>
                </a:extLst>
              </p:cNvPr>
              <p:cNvSpPr/>
              <p:nvPr/>
            </p:nvSpPr>
            <p:spPr>
              <a:xfrm>
                <a:off x="4071195" y="3592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1" name="Freeform 35190">
                <a:extLst>
                  <a:ext uri="{FF2B5EF4-FFF2-40B4-BE49-F238E27FC236}">
                    <a16:creationId xmlns:a16="http://schemas.microsoft.com/office/drawing/2014/main" id="{577F3727-5F16-F238-8E63-4F488EF78650}"/>
                  </a:ext>
                </a:extLst>
              </p:cNvPr>
              <p:cNvSpPr/>
              <p:nvPr/>
            </p:nvSpPr>
            <p:spPr>
              <a:xfrm>
                <a:off x="4071691" y="3602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2" name="Freeform 35191">
                <a:extLst>
                  <a:ext uri="{FF2B5EF4-FFF2-40B4-BE49-F238E27FC236}">
                    <a16:creationId xmlns:a16="http://schemas.microsoft.com/office/drawing/2014/main" id="{BFF61F15-689F-8C22-C0DE-A9094ED64933}"/>
                  </a:ext>
                </a:extLst>
              </p:cNvPr>
              <p:cNvSpPr/>
              <p:nvPr/>
            </p:nvSpPr>
            <p:spPr>
              <a:xfrm>
                <a:off x="4072287" y="3588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3" name="Freeform 35192">
                <a:extLst>
                  <a:ext uri="{FF2B5EF4-FFF2-40B4-BE49-F238E27FC236}">
                    <a16:creationId xmlns:a16="http://schemas.microsoft.com/office/drawing/2014/main" id="{323E777F-286E-01FB-0F73-480CD51ACC01}"/>
                  </a:ext>
                </a:extLst>
              </p:cNvPr>
              <p:cNvSpPr/>
              <p:nvPr/>
            </p:nvSpPr>
            <p:spPr>
              <a:xfrm>
                <a:off x="4072783" y="3567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4" name="Freeform 35193">
                <a:extLst>
                  <a:ext uri="{FF2B5EF4-FFF2-40B4-BE49-F238E27FC236}">
                    <a16:creationId xmlns:a16="http://schemas.microsoft.com/office/drawing/2014/main" id="{805872D7-D70E-E3DC-EAC7-B2006072E861}"/>
                  </a:ext>
                </a:extLst>
              </p:cNvPr>
              <p:cNvSpPr/>
              <p:nvPr/>
            </p:nvSpPr>
            <p:spPr>
              <a:xfrm>
                <a:off x="4073279" y="3552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5" name="Freeform 35194">
                <a:extLst>
                  <a:ext uri="{FF2B5EF4-FFF2-40B4-BE49-F238E27FC236}">
                    <a16:creationId xmlns:a16="http://schemas.microsoft.com/office/drawing/2014/main" id="{90A233A8-40AE-A9D7-3633-F45558826797}"/>
                  </a:ext>
                </a:extLst>
              </p:cNvPr>
              <p:cNvSpPr/>
              <p:nvPr/>
            </p:nvSpPr>
            <p:spPr>
              <a:xfrm>
                <a:off x="4073874" y="3518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6" name="Freeform 35195">
                <a:extLst>
                  <a:ext uri="{FF2B5EF4-FFF2-40B4-BE49-F238E27FC236}">
                    <a16:creationId xmlns:a16="http://schemas.microsoft.com/office/drawing/2014/main" id="{EC08BEFE-F2A5-A9F3-03F0-CA60D993FBB5}"/>
                  </a:ext>
                </a:extLst>
              </p:cNvPr>
              <p:cNvSpPr/>
              <p:nvPr/>
            </p:nvSpPr>
            <p:spPr>
              <a:xfrm>
                <a:off x="4074370" y="3464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7" name="Freeform 35196">
                <a:extLst>
                  <a:ext uri="{FF2B5EF4-FFF2-40B4-BE49-F238E27FC236}">
                    <a16:creationId xmlns:a16="http://schemas.microsoft.com/office/drawing/2014/main" id="{94BDAE8B-03DE-7B0E-AB54-EAD7A6B609A5}"/>
                  </a:ext>
                </a:extLst>
              </p:cNvPr>
              <p:cNvSpPr/>
              <p:nvPr/>
            </p:nvSpPr>
            <p:spPr>
              <a:xfrm>
                <a:off x="4074866" y="3432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8" name="Freeform 35197">
                <a:extLst>
                  <a:ext uri="{FF2B5EF4-FFF2-40B4-BE49-F238E27FC236}">
                    <a16:creationId xmlns:a16="http://schemas.microsoft.com/office/drawing/2014/main" id="{1F4A9AAD-8ED2-6DCB-3EA8-2774DF7CC978}"/>
                  </a:ext>
                </a:extLst>
              </p:cNvPr>
              <p:cNvSpPr/>
              <p:nvPr/>
            </p:nvSpPr>
            <p:spPr>
              <a:xfrm>
                <a:off x="4075462" y="3409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99" name="Freeform 35198">
                <a:extLst>
                  <a:ext uri="{FF2B5EF4-FFF2-40B4-BE49-F238E27FC236}">
                    <a16:creationId xmlns:a16="http://schemas.microsoft.com/office/drawing/2014/main" id="{A65FC046-BC53-940A-550E-60A8C1BC62DA}"/>
                  </a:ext>
                </a:extLst>
              </p:cNvPr>
              <p:cNvSpPr/>
              <p:nvPr/>
            </p:nvSpPr>
            <p:spPr>
              <a:xfrm>
                <a:off x="4075958" y="3411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0" name="Freeform 35199">
                <a:extLst>
                  <a:ext uri="{FF2B5EF4-FFF2-40B4-BE49-F238E27FC236}">
                    <a16:creationId xmlns:a16="http://schemas.microsoft.com/office/drawing/2014/main" id="{8D4CF42E-340B-E6AE-7045-ED0ED70C6825}"/>
                  </a:ext>
                </a:extLst>
              </p:cNvPr>
              <p:cNvSpPr/>
              <p:nvPr/>
            </p:nvSpPr>
            <p:spPr>
              <a:xfrm>
                <a:off x="4076454" y="3425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1" name="Freeform 35200">
                <a:extLst>
                  <a:ext uri="{FF2B5EF4-FFF2-40B4-BE49-F238E27FC236}">
                    <a16:creationId xmlns:a16="http://schemas.microsoft.com/office/drawing/2014/main" id="{5734AF44-A41E-41E9-53E5-54050FFF6B5A}"/>
                  </a:ext>
                </a:extLst>
              </p:cNvPr>
              <p:cNvSpPr/>
              <p:nvPr/>
            </p:nvSpPr>
            <p:spPr>
              <a:xfrm>
                <a:off x="4076950" y="3424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2" name="Freeform 35201">
                <a:extLst>
                  <a:ext uri="{FF2B5EF4-FFF2-40B4-BE49-F238E27FC236}">
                    <a16:creationId xmlns:a16="http://schemas.microsoft.com/office/drawing/2014/main" id="{E75CDA26-6D2E-836A-FE26-73FDEE4FEE90}"/>
                  </a:ext>
                </a:extLst>
              </p:cNvPr>
              <p:cNvSpPr/>
              <p:nvPr/>
            </p:nvSpPr>
            <p:spPr>
              <a:xfrm>
                <a:off x="4077545" y="3412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3" name="Freeform 35202">
                <a:extLst>
                  <a:ext uri="{FF2B5EF4-FFF2-40B4-BE49-F238E27FC236}">
                    <a16:creationId xmlns:a16="http://schemas.microsoft.com/office/drawing/2014/main" id="{46D3A5E8-F14C-A608-1B8F-7CE7B9663081}"/>
                  </a:ext>
                </a:extLst>
              </p:cNvPr>
              <p:cNvSpPr/>
              <p:nvPr/>
            </p:nvSpPr>
            <p:spPr>
              <a:xfrm>
                <a:off x="4078041" y="3436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4" name="Freeform 35203">
                <a:extLst>
                  <a:ext uri="{FF2B5EF4-FFF2-40B4-BE49-F238E27FC236}">
                    <a16:creationId xmlns:a16="http://schemas.microsoft.com/office/drawing/2014/main" id="{DC5B0269-8FBE-FAE9-4275-08F01B4D663A}"/>
                  </a:ext>
                </a:extLst>
              </p:cNvPr>
              <p:cNvSpPr/>
              <p:nvPr/>
            </p:nvSpPr>
            <p:spPr>
              <a:xfrm>
                <a:off x="4078538" y="3784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5" name="Freeform 35204">
                <a:extLst>
                  <a:ext uri="{FF2B5EF4-FFF2-40B4-BE49-F238E27FC236}">
                    <a16:creationId xmlns:a16="http://schemas.microsoft.com/office/drawing/2014/main" id="{E3AD9755-12C8-0594-75C5-6C5B8D85744D}"/>
                  </a:ext>
                </a:extLst>
              </p:cNvPr>
              <p:cNvSpPr/>
              <p:nvPr/>
            </p:nvSpPr>
            <p:spPr>
              <a:xfrm>
                <a:off x="4079133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6" name="Freeform 35205">
                <a:extLst>
                  <a:ext uri="{FF2B5EF4-FFF2-40B4-BE49-F238E27FC236}">
                    <a16:creationId xmlns:a16="http://schemas.microsoft.com/office/drawing/2014/main" id="{BD765DBD-76C8-C5D3-CC17-90166B74C148}"/>
                  </a:ext>
                </a:extLst>
              </p:cNvPr>
              <p:cNvSpPr/>
              <p:nvPr/>
            </p:nvSpPr>
            <p:spPr>
              <a:xfrm>
                <a:off x="4079629" y="3936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7" name="Freeform 35206">
                <a:extLst>
                  <a:ext uri="{FF2B5EF4-FFF2-40B4-BE49-F238E27FC236}">
                    <a16:creationId xmlns:a16="http://schemas.microsoft.com/office/drawing/2014/main" id="{4981C10C-B118-A4C6-5372-CE0170393C00}"/>
                  </a:ext>
                </a:extLst>
              </p:cNvPr>
              <p:cNvSpPr/>
              <p:nvPr/>
            </p:nvSpPr>
            <p:spPr>
              <a:xfrm>
                <a:off x="4080125" y="392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8" name="Freeform 35207">
                <a:extLst>
                  <a:ext uri="{FF2B5EF4-FFF2-40B4-BE49-F238E27FC236}">
                    <a16:creationId xmlns:a16="http://schemas.microsoft.com/office/drawing/2014/main" id="{36B1579A-7484-F058-12A0-39BC705EF6F1}"/>
                  </a:ext>
                </a:extLst>
              </p:cNvPr>
              <p:cNvSpPr/>
              <p:nvPr/>
            </p:nvSpPr>
            <p:spPr>
              <a:xfrm>
                <a:off x="4080720" y="39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09" name="Freeform 35208">
                <a:extLst>
                  <a:ext uri="{FF2B5EF4-FFF2-40B4-BE49-F238E27FC236}">
                    <a16:creationId xmlns:a16="http://schemas.microsoft.com/office/drawing/2014/main" id="{291385FE-A886-8851-D690-94593E80ECEC}"/>
                  </a:ext>
                </a:extLst>
              </p:cNvPr>
              <p:cNvSpPr/>
              <p:nvPr/>
            </p:nvSpPr>
            <p:spPr>
              <a:xfrm>
                <a:off x="4081216" y="3926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0" name="Freeform 35209">
                <a:extLst>
                  <a:ext uri="{FF2B5EF4-FFF2-40B4-BE49-F238E27FC236}">
                    <a16:creationId xmlns:a16="http://schemas.microsoft.com/office/drawing/2014/main" id="{2CD7E63A-AAC2-B735-E39F-7A44D7B609C3}"/>
                  </a:ext>
                </a:extLst>
              </p:cNvPr>
              <p:cNvSpPr/>
              <p:nvPr/>
            </p:nvSpPr>
            <p:spPr>
              <a:xfrm>
                <a:off x="4081713" y="3959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1" name="Freeform 35210">
                <a:extLst>
                  <a:ext uri="{FF2B5EF4-FFF2-40B4-BE49-F238E27FC236}">
                    <a16:creationId xmlns:a16="http://schemas.microsoft.com/office/drawing/2014/main" id="{A4BFDC4F-5D8D-6AA6-78ED-1592AFB84C3C}"/>
                  </a:ext>
                </a:extLst>
              </p:cNvPr>
              <p:cNvSpPr/>
              <p:nvPr/>
            </p:nvSpPr>
            <p:spPr>
              <a:xfrm>
                <a:off x="4082308" y="3934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2" name="Freeform 35211">
                <a:extLst>
                  <a:ext uri="{FF2B5EF4-FFF2-40B4-BE49-F238E27FC236}">
                    <a16:creationId xmlns:a16="http://schemas.microsoft.com/office/drawing/2014/main" id="{006A03DD-A868-E70F-8840-BE54D528197C}"/>
                  </a:ext>
                </a:extLst>
              </p:cNvPr>
              <p:cNvSpPr/>
              <p:nvPr/>
            </p:nvSpPr>
            <p:spPr>
              <a:xfrm>
                <a:off x="4082804" y="3613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3" name="Freeform 35212">
                <a:extLst>
                  <a:ext uri="{FF2B5EF4-FFF2-40B4-BE49-F238E27FC236}">
                    <a16:creationId xmlns:a16="http://schemas.microsoft.com/office/drawing/2014/main" id="{CF891262-9270-B966-C745-2CE1358F2C8F}"/>
                  </a:ext>
                </a:extLst>
              </p:cNvPr>
              <p:cNvSpPr/>
              <p:nvPr/>
            </p:nvSpPr>
            <p:spPr>
              <a:xfrm>
                <a:off x="4083300" y="3604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4" name="Freeform 35213">
                <a:extLst>
                  <a:ext uri="{FF2B5EF4-FFF2-40B4-BE49-F238E27FC236}">
                    <a16:creationId xmlns:a16="http://schemas.microsoft.com/office/drawing/2014/main" id="{9F5EFEF8-3AA7-318C-6FB9-B3EAD0FFCE36}"/>
                  </a:ext>
                </a:extLst>
              </p:cNvPr>
              <p:cNvSpPr/>
              <p:nvPr/>
            </p:nvSpPr>
            <p:spPr>
              <a:xfrm>
                <a:off x="4083895" y="3620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5" name="Freeform 35214">
                <a:extLst>
                  <a:ext uri="{FF2B5EF4-FFF2-40B4-BE49-F238E27FC236}">
                    <a16:creationId xmlns:a16="http://schemas.microsoft.com/office/drawing/2014/main" id="{2E351DCD-9D94-5872-9D28-CEB681F037CF}"/>
                  </a:ext>
                </a:extLst>
              </p:cNvPr>
              <p:cNvSpPr/>
              <p:nvPr/>
            </p:nvSpPr>
            <p:spPr>
              <a:xfrm>
                <a:off x="4084391" y="3606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6" name="Freeform 35215">
                <a:extLst>
                  <a:ext uri="{FF2B5EF4-FFF2-40B4-BE49-F238E27FC236}">
                    <a16:creationId xmlns:a16="http://schemas.microsoft.com/office/drawing/2014/main" id="{8EABB4B6-BE32-1CC7-F8C3-6558CFB5AFAE}"/>
                  </a:ext>
                </a:extLst>
              </p:cNvPr>
              <p:cNvSpPr/>
              <p:nvPr/>
            </p:nvSpPr>
            <p:spPr>
              <a:xfrm>
                <a:off x="4084888" y="3606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7" name="Freeform 35216">
                <a:extLst>
                  <a:ext uri="{FF2B5EF4-FFF2-40B4-BE49-F238E27FC236}">
                    <a16:creationId xmlns:a16="http://schemas.microsoft.com/office/drawing/2014/main" id="{6616F414-79EE-2A9A-0DBC-9A30D8FD2094}"/>
                  </a:ext>
                </a:extLst>
              </p:cNvPr>
              <p:cNvSpPr/>
              <p:nvPr/>
            </p:nvSpPr>
            <p:spPr>
              <a:xfrm>
                <a:off x="4085483" y="3557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8" name="Freeform 35217">
                <a:extLst>
                  <a:ext uri="{FF2B5EF4-FFF2-40B4-BE49-F238E27FC236}">
                    <a16:creationId xmlns:a16="http://schemas.microsoft.com/office/drawing/2014/main" id="{EE642C9B-635A-AEB9-7E3E-4ABC7716D6FD}"/>
                  </a:ext>
                </a:extLst>
              </p:cNvPr>
              <p:cNvSpPr/>
              <p:nvPr/>
            </p:nvSpPr>
            <p:spPr>
              <a:xfrm>
                <a:off x="4085979" y="3516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19" name="Freeform 35218">
                <a:extLst>
                  <a:ext uri="{FF2B5EF4-FFF2-40B4-BE49-F238E27FC236}">
                    <a16:creationId xmlns:a16="http://schemas.microsoft.com/office/drawing/2014/main" id="{FE9FE33B-9558-BB8E-DF03-B43173E41D7A}"/>
                  </a:ext>
                </a:extLst>
              </p:cNvPr>
              <p:cNvSpPr/>
              <p:nvPr/>
            </p:nvSpPr>
            <p:spPr>
              <a:xfrm>
                <a:off x="4086475" y="3465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0" name="Freeform 35219">
                <a:extLst>
                  <a:ext uri="{FF2B5EF4-FFF2-40B4-BE49-F238E27FC236}">
                    <a16:creationId xmlns:a16="http://schemas.microsoft.com/office/drawing/2014/main" id="{3794773B-5388-F11C-6AF7-CB6E033430EF}"/>
                  </a:ext>
                </a:extLst>
              </p:cNvPr>
              <p:cNvSpPr/>
              <p:nvPr/>
            </p:nvSpPr>
            <p:spPr>
              <a:xfrm>
                <a:off x="4087070" y="3404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1" name="Freeform 35220">
                <a:extLst>
                  <a:ext uri="{FF2B5EF4-FFF2-40B4-BE49-F238E27FC236}">
                    <a16:creationId xmlns:a16="http://schemas.microsoft.com/office/drawing/2014/main" id="{AFC9A617-B5ED-7CCF-2679-122CCF0A1234}"/>
                  </a:ext>
                </a:extLst>
              </p:cNvPr>
              <p:cNvSpPr/>
              <p:nvPr/>
            </p:nvSpPr>
            <p:spPr>
              <a:xfrm>
                <a:off x="4087566" y="3365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2" name="Freeform 35221">
                <a:extLst>
                  <a:ext uri="{FF2B5EF4-FFF2-40B4-BE49-F238E27FC236}">
                    <a16:creationId xmlns:a16="http://schemas.microsoft.com/office/drawing/2014/main" id="{2C57400E-A871-17B6-76E1-7FA115B592C1}"/>
                  </a:ext>
                </a:extLst>
              </p:cNvPr>
              <p:cNvSpPr/>
              <p:nvPr/>
            </p:nvSpPr>
            <p:spPr>
              <a:xfrm>
                <a:off x="4088063" y="3346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3" name="Freeform 35222">
                <a:extLst>
                  <a:ext uri="{FF2B5EF4-FFF2-40B4-BE49-F238E27FC236}">
                    <a16:creationId xmlns:a16="http://schemas.microsoft.com/office/drawing/2014/main" id="{07E823A5-B4A8-6B7F-2C72-EA35AE072053}"/>
                  </a:ext>
                </a:extLst>
              </p:cNvPr>
              <p:cNvSpPr/>
              <p:nvPr/>
            </p:nvSpPr>
            <p:spPr>
              <a:xfrm>
                <a:off x="4088658" y="3339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4" name="Freeform 35223">
                <a:extLst>
                  <a:ext uri="{FF2B5EF4-FFF2-40B4-BE49-F238E27FC236}">
                    <a16:creationId xmlns:a16="http://schemas.microsoft.com/office/drawing/2014/main" id="{972A6856-FEF7-E7DE-CCF4-4828493D97CE}"/>
                  </a:ext>
                </a:extLst>
              </p:cNvPr>
              <p:cNvSpPr/>
              <p:nvPr/>
            </p:nvSpPr>
            <p:spPr>
              <a:xfrm>
                <a:off x="4089154" y="3334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5" name="Freeform 35224">
                <a:extLst>
                  <a:ext uri="{FF2B5EF4-FFF2-40B4-BE49-F238E27FC236}">
                    <a16:creationId xmlns:a16="http://schemas.microsoft.com/office/drawing/2014/main" id="{B816484E-A168-D1C8-6E33-9CFB8399A9B5}"/>
                  </a:ext>
                </a:extLst>
              </p:cNvPr>
              <p:cNvSpPr/>
              <p:nvPr/>
            </p:nvSpPr>
            <p:spPr>
              <a:xfrm>
                <a:off x="4089650" y="3352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6" name="Freeform 35225">
                <a:extLst>
                  <a:ext uri="{FF2B5EF4-FFF2-40B4-BE49-F238E27FC236}">
                    <a16:creationId xmlns:a16="http://schemas.microsoft.com/office/drawing/2014/main" id="{802805CB-A3F5-A1B0-C6E9-1B85CC2A3891}"/>
                  </a:ext>
                </a:extLst>
              </p:cNvPr>
              <p:cNvSpPr/>
              <p:nvPr/>
            </p:nvSpPr>
            <p:spPr>
              <a:xfrm>
                <a:off x="4090146" y="3392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7" name="Freeform 35226">
                <a:extLst>
                  <a:ext uri="{FF2B5EF4-FFF2-40B4-BE49-F238E27FC236}">
                    <a16:creationId xmlns:a16="http://schemas.microsoft.com/office/drawing/2014/main" id="{80E39AC9-B12E-6467-AB33-5C36643C1F29}"/>
                  </a:ext>
                </a:extLst>
              </p:cNvPr>
              <p:cNvSpPr/>
              <p:nvPr/>
            </p:nvSpPr>
            <p:spPr>
              <a:xfrm>
                <a:off x="4090741" y="3444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8" name="Freeform 35227">
                <a:extLst>
                  <a:ext uri="{FF2B5EF4-FFF2-40B4-BE49-F238E27FC236}">
                    <a16:creationId xmlns:a16="http://schemas.microsoft.com/office/drawing/2014/main" id="{C7F0A21F-903F-24EE-020D-41F2BDC90CF2}"/>
                  </a:ext>
                </a:extLst>
              </p:cNvPr>
              <p:cNvSpPr/>
              <p:nvPr/>
            </p:nvSpPr>
            <p:spPr>
              <a:xfrm>
                <a:off x="4091238" y="3700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29" name="Freeform 35228">
                <a:extLst>
                  <a:ext uri="{FF2B5EF4-FFF2-40B4-BE49-F238E27FC236}">
                    <a16:creationId xmlns:a16="http://schemas.microsoft.com/office/drawing/2014/main" id="{306A4AE3-3F5A-93ED-9C0D-563765157B55}"/>
                  </a:ext>
                </a:extLst>
              </p:cNvPr>
              <p:cNvSpPr/>
              <p:nvPr/>
            </p:nvSpPr>
            <p:spPr>
              <a:xfrm>
                <a:off x="4091734" y="38978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0" name="Freeform 35229">
                <a:extLst>
                  <a:ext uri="{FF2B5EF4-FFF2-40B4-BE49-F238E27FC236}">
                    <a16:creationId xmlns:a16="http://schemas.microsoft.com/office/drawing/2014/main" id="{8462A735-5989-C524-19F2-C48128392674}"/>
                  </a:ext>
                </a:extLst>
              </p:cNvPr>
              <p:cNvSpPr/>
              <p:nvPr/>
            </p:nvSpPr>
            <p:spPr>
              <a:xfrm>
                <a:off x="4092329" y="3931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1" name="Freeform 35230">
                <a:extLst>
                  <a:ext uri="{FF2B5EF4-FFF2-40B4-BE49-F238E27FC236}">
                    <a16:creationId xmlns:a16="http://schemas.microsoft.com/office/drawing/2014/main" id="{458EEBDE-A9DF-C439-5776-E5729B8755EB}"/>
                  </a:ext>
                </a:extLst>
              </p:cNvPr>
              <p:cNvSpPr/>
              <p:nvPr/>
            </p:nvSpPr>
            <p:spPr>
              <a:xfrm>
                <a:off x="4092825" y="3910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2" name="Freeform 35231">
                <a:extLst>
                  <a:ext uri="{FF2B5EF4-FFF2-40B4-BE49-F238E27FC236}">
                    <a16:creationId xmlns:a16="http://schemas.microsoft.com/office/drawing/2014/main" id="{9938FD06-223E-6370-48CB-512E7B8CAA07}"/>
                  </a:ext>
                </a:extLst>
              </p:cNvPr>
              <p:cNvSpPr/>
              <p:nvPr/>
            </p:nvSpPr>
            <p:spPr>
              <a:xfrm>
                <a:off x="4093321" y="3877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3" name="Freeform 35232">
                <a:extLst>
                  <a:ext uri="{FF2B5EF4-FFF2-40B4-BE49-F238E27FC236}">
                    <a16:creationId xmlns:a16="http://schemas.microsoft.com/office/drawing/2014/main" id="{3767C398-A68B-1877-81C2-C214E1101ED1}"/>
                  </a:ext>
                </a:extLst>
              </p:cNvPr>
              <p:cNvSpPr/>
              <p:nvPr/>
            </p:nvSpPr>
            <p:spPr>
              <a:xfrm>
                <a:off x="4093916" y="3909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4" name="Freeform 35233">
                <a:extLst>
                  <a:ext uri="{FF2B5EF4-FFF2-40B4-BE49-F238E27FC236}">
                    <a16:creationId xmlns:a16="http://schemas.microsoft.com/office/drawing/2014/main" id="{C5995772-C3BA-459A-AC9D-9159C896A91A}"/>
                  </a:ext>
                </a:extLst>
              </p:cNvPr>
              <p:cNvSpPr/>
              <p:nvPr/>
            </p:nvSpPr>
            <p:spPr>
              <a:xfrm>
                <a:off x="4094413" y="3947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5" name="Freeform 35234">
                <a:extLst>
                  <a:ext uri="{FF2B5EF4-FFF2-40B4-BE49-F238E27FC236}">
                    <a16:creationId xmlns:a16="http://schemas.microsoft.com/office/drawing/2014/main" id="{AD727AF0-2EFE-8396-D387-FB685E5B7172}"/>
                  </a:ext>
                </a:extLst>
              </p:cNvPr>
              <p:cNvSpPr/>
              <p:nvPr/>
            </p:nvSpPr>
            <p:spPr>
              <a:xfrm>
                <a:off x="4094909" y="3937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6" name="Freeform 35235">
                <a:extLst>
                  <a:ext uri="{FF2B5EF4-FFF2-40B4-BE49-F238E27FC236}">
                    <a16:creationId xmlns:a16="http://schemas.microsoft.com/office/drawing/2014/main" id="{15FB1903-B6A4-C65D-AFB5-F40CE2F5055D}"/>
                  </a:ext>
                </a:extLst>
              </p:cNvPr>
              <p:cNvSpPr/>
              <p:nvPr/>
            </p:nvSpPr>
            <p:spPr>
              <a:xfrm>
                <a:off x="4095504" y="3752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7" name="Freeform 35236">
                <a:extLst>
                  <a:ext uri="{FF2B5EF4-FFF2-40B4-BE49-F238E27FC236}">
                    <a16:creationId xmlns:a16="http://schemas.microsoft.com/office/drawing/2014/main" id="{75F57B28-987E-D27E-4D24-54A49F8B81C3}"/>
                  </a:ext>
                </a:extLst>
              </p:cNvPr>
              <p:cNvSpPr/>
              <p:nvPr/>
            </p:nvSpPr>
            <p:spPr>
              <a:xfrm>
                <a:off x="4096000" y="3574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8" name="Freeform 35237">
                <a:extLst>
                  <a:ext uri="{FF2B5EF4-FFF2-40B4-BE49-F238E27FC236}">
                    <a16:creationId xmlns:a16="http://schemas.microsoft.com/office/drawing/2014/main" id="{56AA184C-8C13-C8E0-5AD6-7A75FC698B3B}"/>
                  </a:ext>
                </a:extLst>
              </p:cNvPr>
              <p:cNvSpPr/>
              <p:nvPr/>
            </p:nvSpPr>
            <p:spPr>
              <a:xfrm>
                <a:off x="4096496" y="358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39" name="Freeform 35238">
                <a:extLst>
                  <a:ext uri="{FF2B5EF4-FFF2-40B4-BE49-F238E27FC236}">
                    <a16:creationId xmlns:a16="http://schemas.microsoft.com/office/drawing/2014/main" id="{4888A408-662E-5EBC-34A0-BDB2C7FBF3C0}"/>
                  </a:ext>
                </a:extLst>
              </p:cNvPr>
              <p:cNvSpPr/>
              <p:nvPr/>
            </p:nvSpPr>
            <p:spPr>
              <a:xfrm>
                <a:off x="4097091" y="3609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0" name="Freeform 35239">
                <a:extLst>
                  <a:ext uri="{FF2B5EF4-FFF2-40B4-BE49-F238E27FC236}">
                    <a16:creationId xmlns:a16="http://schemas.microsoft.com/office/drawing/2014/main" id="{50D01575-E216-10A8-8716-B2F45759BE61}"/>
                  </a:ext>
                </a:extLst>
              </p:cNvPr>
              <p:cNvSpPr/>
              <p:nvPr/>
            </p:nvSpPr>
            <p:spPr>
              <a:xfrm>
                <a:off x="4097588" y="3607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1" name="Freeform 35240">
                <a:extLst>
                  <a:ext uri="{FF2B5EF4-FFF2-40B4-BE49-F238E27FC236}">
                    <a16:creationId xmlns:a16="http://schemas.microsoft.com/office/drawing/2014/main" id="{61EAC57B-C050-C057-D904-F4A71F0642BD}"/>
                  </a:ext>
                </a:extLst>
              </p:cNvPr>
              <p:cNvSpPr/>
              <p:nvPr/>
            </p:nvSpPr>
            <p:spPr>
              <a:xfrm>
                <a:off x="4098084" y="3589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2" name="Freeform 35241">
                <a:extLst>
                  <a:ext uri="{FF2B5EF4-FFF2-40B4-BE49-F238E27FC236}">
                    <a16:creationId xmlns:a16="http://schemas.microsoft.com/office/drawing/2014/main" id="{A5A0F93D-0225-0607-FF88-A4230127F6C5}"/>
                  </a:ext>
                </a:extLst>
              </p:cNvPr>
              <p:cNvSpPr/>
              <p:nvPr/>
            </p:nvSpPr>
            <p:spPr>
              <a:xfrm>
                <a:off x="4098679" y="3508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3" name="Freeform 35242">
                <a:extLst>
                  <a:ext uri="{FF2B5EF4-FFF2-40B4-BE49-F238E27FC236}">
                    <a16:creationId xmlns:a16="http://schemas.microsoft.com/office/drawing/2014/main" id="{019E87FF-D027-DCB0-AB9D-AFE89D6CD6AA}"/>
                  </a:ext>
                </a:extLst>
              </p:cNvPr>
              <p:cNvSpPr/>
              <p:nvPr/>
            </p:nvSpPr>
            <p:spPr>
              <a:xfrm>
                <a:off x="4099175" y="3463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4" name="Freeform 35243">
                <a:extLst>
                  <a:ext uri="{FF2B5EF4-FFF2-40B4-BE49-F238E27FC236}">
                    <a16:creationId xmlns:a16="http://schemas.microsoft.com/office/drawing/2014/main" id="{479A32FB-87FF-8B99-BE99-60B887A6F91D}"/>
                  </a:ext>
                </a:extLst>
              </p:cNvPr>
              <p:cNvSpPr/>
              <p:nvPr/>
            </p:nvSpPr>
            <p:spPr>
              <a:xfrm>
                <a:off x="4099671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5" name="Freeform 35244">
                <a:extLst>
                  <a:ext uri="{FF2B5EF4-FFF2-40B4-BE49-F238E27FC236}">
                    <a16:creationId xmlns:a16="http://schemas.microsoft.com/office/drawing/2014/main" id="{ED03CE74-5365-7FAA-03D4-CAE8C3C50397}"/>
                  </a:ext>
                </a:extLst>
              </p:cNvPr>
              <p:cNvSpPr/>
              <p:nvPr/>
            </p:nvSpPr>
            <p:spPr>
              <a:xfrm>
                <a:off x="4100266" y="3389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6" name="Freeform 35245">
                <a:extLst>
                  <a:ext uri="{FF2B5EF4-FFF2-40B4-BE49-F238E27FC236}">
                    <a16:creationId xmlns:a16="http://schemas.microsoft.com/office/drawing/2014/main" id="{4612DD81-00FA-E292-C236-3142B0838DF4}"/>
                  </a:ext>
                </a:extLst>
              </p:cNvPr>
              <p:cNvSpPr/>
              <p:nvPr/>
            </p:nvSpPr>
            <p:spPr>
              <a:xfrm>
                <a:off x="4100763" y="3360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7" name="Freeform 35246">
                <a:extLst>
                  <a:ext uri="{FF2B5EF4-FFF2-40B4-BE49-F238E27FC236}">
                    <a16:creationId xmlns:a16="http://schemas.microsoft.com/office/drawing/2014/main" id="{A63D90FC-42FD-065B-C209-3A1E41C44C65}"/>
                  </a:ext>
                </a:extLst>
              </p:cNvPr>
              <p:cNvSpPr/>
              <p:nvPr/>
            </p:nvSpPr>
            <p:spPr>
              <a:xfrm>
                <a:off x="4101259" y="3337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8" name="Freeform 35247">
                <a:extLst>
                  <a:ext uri="{FF2B5EF4-FFF2-40B4-BE49-F238E27FC236}">
                    <a16:creationId xmlns:a16="http://schemas.microsoft.com/office/drawing/2014/main" id="{8B815DCF-5C93-137E-2169-A51C7260088F}"/>
                  </a:ext>
                </a:extLst>
              </p:cNvPr>
              <p:cNvSpPr/>
              <p:nvPr/>
            </p:nvSpPr>
            <p:spPr>
              <a:xfrm>
                <a:off x="4101755" y="332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49" name="Freeform 35248">
                <a:extLst>
                  <a:ext uri="{FF2B5EF4-FFF2-40B4-BE49-F238E27FC236}">
                    <a16:creationId xmlns:a16="http://schemas.microsoft.com/office/drawing/2014/main" id="{A1FD419B-8328-35AD-BE73-6CA49C650121}"/>
                  </a:ext>
                </a:extLst>
              </p:cNvPr>
              <p:cNvSpPr/>
              <p:nvPr/>
            </p:nvSpPr>
            <p:spPr>
              <a:xfrm>
                <a:off x="4102350" y="3334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0" name="Freeform 35249">
                <a:extLst>
                  <a:ext uri="{FF2B5EF4-FFF2-40B4-BE49-F238E27FC236}">
                    <a16:creationId xmlns:a16="http://schemas.microsoft.com/office/drawing/2014/main" id="{76DEC884-E0D8-6E25-6614-1AA7D3885F4B}"/>
                  </a:ext>
                </a:extLst>
              </p:cNvPr>
              <p:cNvSpPr/>
              <p:nvPr/>
            </p:nvSpPr>
            <p:spPr>
              <a:xfrm>
                <a:off x="4102846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1" name="Freeform 35250">
                <a:extLst>
                  <a:ext uri="{FF2B5EF4-FFF2-40B4-BE49-F238E27FC236}">
                    <a16:creationId xmlns:a16="http://schemas.microsoft.com/office/drawing/2014/main" id="{1D0074BE-F43C-03D2-C0CC-8E8B039E0351}"/>
                  </a:ext>
                </a:extLst>
              </p:cNvPr>
              <p:cNvSpPr/>
              <p:nvPr/>
            </p:nvSpPr>
            <p:spPr>
              <a:xfrm>
                <a:off x="4103342" y="3437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2" name="Freeform 35251">
                <a:extLst>
                  <a:ext uri="{FF2B5EF4-FFF2-40B4-BE49-F238E27FC236}">
                    <a16:creationId xmlns:a16="http://schemas.microsoft.com/office/drawing/2014/main" id="{C8D5FC40-E4B2-2338-DB52-006F19C5E71D}"/>
                  </a:ext>
                </a:extLst>
              </p:cNvPr>
              <p:cNvSpPr/>
              <p:nvPr/>
            </p:nvSpPr>
            <p:spPr>
              <a:xfrm>
                <a:off x="4103938" y="3714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3" name="Freeform 35252">
                <a:extLst>
                  <a:ext uri="{FF2B5EF4-FFF2-40B4-BE49-F238E27FC236}">
                    <a16:creationId xmlns:a16="http://schemas.microsoft.com/office/drawing/2014/main" id="{B196A523-6BA3-0895-CAAB-803934CDC421}"/>
                  </a:ext>
                </a:extLst>
              </p:cNvPr>
              <p:cNvSpPr/>
              <p:nvPr/>
            </p:nvSpPr>
            <p:spPr>
              <a:xfrm>
                <a:off x="4104434" y="389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4" name="Freeform 35253">
                <a:extLst>
                  <a:ext uri="{FF2B5EF4-FFF2-40B4-BE49-F238E27FC236}">
                    <a16:creationId xmlns:a16="http://schemas.microsoft.com/office/drawing/2014/main" id="{9018A8C8-1CD8-2BF6-5EDD-D53E02C45A9F}"/>
                  </a:ext>
                </a:extLst>
              </p:cNvPr>
              <p:cNvSpPr/>
              <p:nvPr/>
            </p:nvSpPr>
            <p:spPr>
              <a:xfrm>
                <a:off x="4104930" y="3938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5" name="Freeform 35254">
                <a:extLst>
                  <a:ext uri="{FF2B5EF4-FFF2-40B4-BE49-F238E27FC236}">
                    <a16:creationId xmlns:a16="http://schemas.microsoft.com/office/drawing/2014/main" id="{304B491A-CC0D-F9BF-558E-5D0ECBF6DAE1}"/>
                  </a:ext>
                </a:extLst>
              </p:cNvPr>
              <p:cNvSpPr/>
              <p:nvPr/>
            </p:nvSpPr>
            <p:spPr>
              <a:xfrm>
                <a:off x="4105525" y="3935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6" name="Freeform 35255">
                <a:extLst>
                  <a:ext uri="{FF2B5EF4-FFF2-40B4-BE49-F238E27FC236}">
                    <a16:creationId xmlns:a16="http://schemas.microsoft.com/office/drawing/2014/main" id="{25FE195B-9F5B-3682-391E-A21C1892CC9E}"/>
                  </a:ext>
                </a:extLst>
              </p:cNvPr>
              <p:cNvSpPr/>
              <p:nvPr/>
            </p:nvSpPr>
            <p:spPr>
              <a:xfrm>
                <a:off x="4106021" y="393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7" name="Freeform 35256">
                <a:extLst>
                  <a:ext uri="{FF2B5EF4-FFF2-40B4-BE49-F238E27FC236}">
                    <a16:creationId xmlns:a16="http://schemas.microsoft.com/office/drawing/2014/main" id="{7B68F47A-2A42-B227-D07E-AC9BB3178201}"/>
                  </a:ext>
                </a:extLst>
              </p:cNvPr>
              <p:cNvSpPr/>
              <p:nvPr/>
            </p:nvSpPr>
            <p:spPr>
              <a:xfrm>
                <a:off x="4106517" y="3946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8" name="Freeform 35257">
                <a:extLst>
                  <a:ext uri="{FF2B5EF4-FFF2-40B4-BE49-F238E27FC236}">
                    <a16:creationId xmlns:a16="http://schemas.microsoft.com/office/drawing/2014/main" id="{FBF4A165-F6F5-B8AA-B56B-860773582DDA}"/>
                  </a:ext>
                </a:extLst>
              </p:cNvPr>
              <p:cNvSpPr/>
              <p:nvPr/>
            </p:nvSpPr>
            <p:spPr>
              <a:xfrm>
                <a:off x="4107113" y="3968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59" name="Freeform 35258">
                <a:extLst>
                  <a:ext uri="{FF2B5EF4-FFF2-40B4-BE49-F238E27FC236}">
                    <a16:creationId xmlns:a16="http://schemas.microsoft.com/office/drawing/2014/main" id="{F0D091AF-2A39-5A96-0E94-2F1C0156A09C}"/>
                  </a:ext>
                </a:extLst>
              </p:cNvPr>
              <p:cNvSpPr/>
              <p:nvPr/>
            </p:nvSpPr>
            <p:spPr>
              <a:xfrm>
                <a:off x="4107609" y="39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0" name="Freeform 35259">
                <a:extLst>
                  <a:ext uri="{FF2B5EF4-FFF2-40B4-BE49-F238E27FC236}">
                    <a16:creationId xmlns:a16="http://schemas.microsoft.com/office/drawing/2014/main" id="{604301B0-1463-9D7E-6D7D-6C83BA1283BA}"/>
                  </a:ext>
                </a:extLst>
              </p:cNvPr>
              <p:cNvSpPr/>
              <p:nvPr/>
            </p:nvSpPr>
            <p:spPr>
              <a:xfrm>
                <a:off x="4108105" y="3606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1" name="Freeform 35260">
                <a:extLst>
                  <a:ext uri="{FF2B5EF4-FFF2-40B4-BE49-F238E27FC236}">
                    <a16:creationId xmlns:a16="http://schemas.microsoft.com/office/drawing/2014/main" id="{F5756339-8F6D-996B-653B-0ABAFC2EE5E2}"/>
                  </a:ext>
                </a:extLst>
              </p:cNvPr>
              <p:cNvSpPr/>
              <p:nvPr/>
            </p:nvSpPr>
            <p:spPr>
              <a:xfrm>
                <a:off x="4108700" y="356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2" name="Freeform 35261">
                <a:extLst>
                  <a:ext uri="{FF2B5EF4-FFF2-40B4-BE49-F238E27FC236}">
                    <a16:creationId xmlns:a16="http://schemas.microsoft.com/office/drawing/2014/main" id="{9608ED99-B753-08F8-956A-4BF8ED7E702E}"/>
                  </a:ext>
                </a:extLst>
              </p:cNvPr>
              <p:cNvSpPr/>
              <p:nvPr/>
            </p:nvSpPr>
            <p:spPr>
              <a:xfrm>
                <a:off x="4109196" y="3596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3" name="Freeform 35262">
                <a:extLst>
                  <a:ext uri="{FF2B5EF4-FFF2-40B4-BE49-F238E27FC236}">
                    <a16:creationId xmlns:a16="http://schemas.microsoft.com/office/drawing/2014/main" id="{DB1D30F3-6F16-676E-E009-44765FBE605B}"/>
                  </a:ext>
                </a:extLst>
              </p:cNvPr>
              <p:cNvSpPr/>
              <p:nvPr/>
            </p:nvSpPr>
            <p:spPr>
              <a:xfrm>
                <a:off x="4109692" y="3608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4" name="Freeform 35263">
                <a:extLst>
                  <a:ext uri="{FF2B5EF4-FFF2-40B4-BE49-F238E27FC236}">
                    <a16:creationId xmlns:a16="http://schemas.microsoft.com/office/drawing/2014/main" id="{78290B3C-18A2-CB30-3CCC-A1C4899A73DC}"/>
                  </a:ext>
                </a:extLst>
              </p:cNvPr>
              <p:cNvSpPr/>
              <p:nvPr/>
            </p:nvSpPr>
            <p:spPr>
              <a:xfrm>
                <a:off x="4110288" y="3608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5" name="Freeform 35264">
                <a:extLst>
                  <a:ext uri="{FF2B5EF4-FFF2-40B4-BE49-F238E27FC236}">
                    <a16:creationId xmlns:a16="http://schemas.microsoft.com/office/drawing/2014/main" id="{AC4FFD37-F44C-9342-F300-0A062639C242}"/>
                  </a:ext>
                </a:extLst>
              </p:cNvPr>
              <p:cNvSpPr/>
              <p:nvPr/>
            </p:nvSpPr>
            <p:spPr>
              <a:xfrm>
                <a:off x="4110784" y="3596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6" name="Freeform 35265">
                <a:extLst>
                  <a:ext uri="{FF2B5EF4-FFF2-40B4-BE49-F238E27FC236}">
                    <a16:creationId xmlns:a16="http://schemas.microsoft.com/office/drawing/2014/main" id="{FADBD2CE-1CD8-FC93-025F-58823F25CA6A}"/>
                  </a:ext>
                </a:extLst>
              </p:cNvPr>
              <p:cNvSpPr/>
              <p:nvPr/>
            </p:nvSpPr>
            <p:spPr>
              <a:xfrm>
                <a:off x="4111280" y="3587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7" name="Freeform 35266">
                <a:extLst>
                  <a:ext uri="{FF2B5EF4-FFF2-40B4-BE49-F238E27FC236}">
                    <a16:creationId xmlns:a16="http://schemas.microsoft.com/office/drawing/2014/main" id="{5AC070CA-7F76-C9D5-C85A-CB2974929F79}"/>
                  </a:ext>
                </a:extLst>
              </p:cNvPr>
              <p:cNvSpPr/>
              <p:nvPr/>
            </p:nvSpPr>
            <p:spPr>
              <a:xfrm>
                <a:off x="4111875" y="3555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8" name="Freeform 35267">
                <a:extLst>
                  <a:ext uri="{FF2B5EF4-FFF2-40B4-BE49-F238E27FC236}">
                    <a16:creationId xmlns:a16="http://schemas.microsoft.com/office/drawing/2014/main" id="{A39ECD96-142F-2357-7B54-1FF78DADD125}"/>
                  </a:ext>
                </a:extLst>
              </p:cNvPr>
              <p:cNvSpPr/>
              <p:nvPr/>
            </p:nvSpPr>
            <p:spPr>
              <a:xfrm>
                <a:off x="4112371" y="3458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69" name="Freeform 35268">
                <a:extLst>
                  <a:ext uri="{FF2B5EF4-FFF2-40B4-BE49-F238E27FC236}">
                    <a16:creationId xmlns:a16="http://schemas.microsoft.com/office/drawing/2014/main" id="{929CD033-C53B-67B7-17A6-EE052366DD26}"/>
                  </a:ext>
                </a:extLst>
              </p:cNvPr>
              <p:cNvSpPr/>
              <p:nvPr/>
            </p:nvSpPr>
            <p:spPr>
              <a:xfrm>
                <a:off x="4112867" y="3416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0" name="Freeform 35269">
                <a:extLst>
                  <a:ext uri="{FF2B5EF4-FFF2-40B4-BE49-F238E27FC236}">
                    <a16:creationId xmlns:a16="http://schemas.microsoft.com/office/drawing/2014/main" id="{1B0058E2-68D5-8C61-5BFF-B6D71A7E0002}"/>
                  </a:ext>
                </a:extLst>
              </p:cNvPr>
              <p:cNvSpPr/>
              <p:nvPr/>
            </p:nvSpPr>
            <p:spPr>
              <a:xfrm>
                <a:off x="4113363" y="3386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1" name="Freeform 35270">
                <a:extLst>
                  <a:ext uri="{FF2B5EF4-FFF2-40B4-BE49-F238E27FC236}">
                    <a16:creationId xmlns:a16="http://schemas.microsoft.com/office/drawing/2014/main" id="{9428C1D9-7530-3663-A83C-80C9BA45D92C}"/>
                  </a:ext>
                </a:extLst>
              </p:cNvPr>
              <p:cNvSpPr/>
              <p:nvPr/>
            </p:nvSpPr>
            <p:spPr>
              <a:xfrm>
                <a:off x="4113959" y="3389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2" name="Freeform 35271">
                <a:extLst>
                  <a:ext uri="{FF2B5EF4-FFF2-40B4-BE49-F238E27FC236}">
                    <a16:creationId xmlns:a16="http://schemas.microsoft.com/office/drawing/2014/main" id="{EC3E2913-0193-5FE1-45ED-5AA8DAA0709F}"/>
                  </a:ext>
                </a:extLst>
              </p:cNvPr>
              <p:cNvSpPr/>
              <p:nvPr/>
            </p:nvSpPr>
            <p:spPr>
              <a:xfrm>
                <a:off x="4114455" y="3385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3" name="Freeform 35272">
                <a:extLst>
                  <a:ext uri="{FF2B5EF4-FFF2-40B4-BE49-F238E27FC236}">
                    <a16:creationId xmlns:a16="http://schemas.microsoft.com/office/drawing/2014/main" id="{3379DBDF-8960-AA19-7F4D-FBEF957D3914}"/>
                  </a:ext>
                </a:extLst>
              </p:cNvPr>
              <p:cNvSpPr/>
              <p:nvPr/>
            </p:nvSpPr>
            <p:spPr>
              <a:xfrm>
                <a:off x="4114951" y="3377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4" name="Freeform 35273">
                <a:extLst>
                  <a:ext uri="{FF2B5EF4-FFF2-40B4-BE49-F238E27FC236}">
                    <a16:creationId xmlns:a16="http://schemas.microsoft.com/office/drawing/2014/main" id="{17EB1EF0-458E-C63D-C9A2-F368A5DA2602}"/>
                  </a:ext>
                </a:extLst>
              </p:cNvPr>
              <p:cNvSpPr/>
              <p:nvPr/>
            </p:nvSpPr>
            <p:spPr>
              <a:xfrm>
                <a:off x="4115546" y="3389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5" name="Freeform 35274">
                <a:extLst>
                  <a:ext uri="{FF2B5EF4-FFF2-40B4-BE49-F238E27FC236}">
                    <a16:creationId xmlns:a16="http://schemas.microsoft.com/office/drawing/2014/main" id="{59CE55AC-B210-369E-4B97-DE273FEF848A}"/>
                  </a:ext>
                </a:extLst>
              </p:cNvPr>
              <p:cNvSpPr/>
              <p:nvPr/>
            </p:nvSpPr>
            <p:spPr>
              <a:xfrm>
                <a:off x="4116042" y="3384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6" name="Freeform 35275">
                <a:extLst>
                  <a:ext uri="{FF2B5EF4-FFF2-40B4-BE49-F238E27FC236}">
                    <a16:creationId xmlns:a16="http://schemas.microsoft.com/office/drawing/2014/main" id="{E9310F68-7AFD-5C6A-8D2C-FC796D04EBBA}"/>
                  </a:ext>
                </a:extLst>
              </p:cNvPr>
              <p:cNvSpPr/>
              <p:nvPr/>
            </p:nvSpPr>
            <p:spPr>
              <a:xfrm>
                <a:off x="4116538" y="3822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7" name="Freeform 35276">
                <a:extLst>
                  <a:ext uri="{FF2B5EF4-FFF2-40B4-BE49-F238E27FC236}">
                    <a16:creationId xmlns:a16="http://schemas.microsoft.com/office/drawing/2014/main" id="{8D013BC4-9B10-020C-8FC9-C0ABFEDE5FBD}"/>
                  </a:ext>
                </a:extLst>
              </p:cNvPr>
              <p:cNvSpPr/>
              <p:nvPr/>
            </p:nvSpPr>
            <p:spPr>
              <a:xfrm>
                <a:off x="4117134" y="39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8" name="Freeform 35277">
                <a:extLst>
                  <a:ext uri="{FF2B5EF4-FFF2-40B4-BE49-F238E27FC236}">
                    <a16:creationId xmlns:a16="http://schemas.microsoft.com/office/drawing/2014/main" id="{4B31A01F-6CE9-6364-F6E0-D74A03AB8635}"/>
                  </a:ext>
                </a:extLst>
              </p:cNvPr>
              <p:cNvSpPr/>
              <p:nvPr/>
            </p:nvSpPr>
            <p:spPr>
              <a:xfrm>
                <a:off x="4117630" y="3968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79" name="Freeform 35278">
                <a:extLst>
                  <a:ext uri="{FF2B5EF4-FFF2-40B4-BE49-F238E27FC236}">
                    <a16:creationId xmlns:a16="http://schemas.microsoft.com/office/drawing/2014/main" id="{0FD5145C-86F9-4C44-DCA7-DFC131900FA5}"/>
                  </a:ext>
                </a:extLst>
              </p:cNvPr>
              <p:cNvSpPr/>
              <p:nvPr/>
            </p:nvSpPr>
            <p:spPr>
              <a:xfrm>
                <a:off x="4118126" y="3959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0" name="Freeform 35279">
                <a:extLst>
                  <a:ext uri="{FF2B5EF4-FFF2-40B4-BE49-F238E27FC236}">
                    <a16:creationId xmlns:a16="http://schemas.microsoft.com/office/drawing/2014/main" id="{F48AB1FD-D5B3-E711-F997-E27A1BCA821C}"/>
                  </a:ext>
                </a:extLst>
              </p:cNvPr>
              <p:cNvSpPr/>
              <p:nvPr/>
            </p:nvSpPr>
            <p:spPr>
              <a:xfrm>
                <a:off x="4118721" y="3955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1" name="Freeform 35280">
                <a:extLst>
                  <a:ext uri="{FF2B5EF4-FFF2-40B4-BE49-F238E27FC236}">
                    <a16:creationId xmlns:a16="http://schemas.microsoft.com/office/drawing/2014/main" id="{3969D27C-49E7-02F8-846D-1EAC77CC9476}"/>
                  </a:ext>
                </a:extLst>
              </p:cNvPr>
              <p:cNvSpPr/>
              <p:nvPr/>
            </p:nvSpPr>
            <p:spPr>
              <a:xfrm>
                <a:off x="4119217" y="3967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2" name="Freeform 35281">
                <a:extLst>
                  <a:ext uri="{FF2B5EF4-FFF2-40B4-BE49-F238E27FC236}">
                    <a16:creationId xmlns:a16="http://schemas.microsoft.com/office/drawing/2014/main" id="{56334AF9-952D-E35D-67FE-F94F77BE2E32}"/>
                  </a:ext>
                </a:extLst>
              </p:cNvPr>
              <p:cNvSpPr/>
              <p:nvPr/>
            </p:nvSpPr>
            <p:spPr>
              <a:xfrm>
                <a:off x="4119713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3" name="Freeform 35282">
                <a:extLst>
                  <a:ext uri="{FF2B5EF4-FFF2-40B4-BE49-F238E27FC236}">
                    <a16:creationId xmlns:a16="http://schemas.microsoft.com/office/drawing/2014/main" id="{E2FE2DAE-D100-F7B3-8153-65370C88F4CF}"/>
                  </a:ext>
                </a:extLst>
              </p:cNvPr>
              <p:cNvSpPr/>
              <p:nvPr/>
            </p:nvSpPr>
            <p:spPr>
              <a:xfrm>
                <a:off x="4120309" y="39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4" name="Freeform 35283">
                <a:extLst>
                  <a:ext uri="{FF2B5EF4-FFF2-40B4-BE49-F238E27FC236}">
                    <a16:creationId xmlns:a16="http://schemas.microsoft.com/office/drawing/2014/main" id="{E33743C8-02A5-CFBF-3C4F-E7C83B422832}"/>
                  </a:ext>
                </a:extLst>
              </p:cNvPr>
              <p:cNvSpPr/>
              <p:nvPr/>
            </p:nvSpPr>
            <p:spPr>
              <a:xfrm>
                <a:off x="4120805" y="3717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5" name="Freeform 35284">
                <a:extLst>
                  <a:ext uri="{FF2B5EF4-FFF2-40B4-BE49-F238E27FC236}">
                    <a16:creationId xmlns:a16="http://schemas.microsoft.com/office/drawing/2014/main" id="{F20D8900-01A0-7C1F-0ABD-EF735701E19F}"/>
                  </a:ext>
                </a:extLst>
              </p:cNvPr>
              <p:cNvSpPr/>
              <p:nvPr/>
            </p:nvSpPr>
            <p:spPr>
              <a:xfrm>
                <a:off x="4121301" y="3457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6" name="Freeform 35285">
                <a:extLst>
                  <a:ext uri="{FF2B5EF4-FFF2-40B4-BE49-F238E27FC236}">
                    <a16:creationId xmlns:a16="http://schemas.microsoft.com/office/drawing/2014/main" id="{65990F91-23AB-BD74-247A-A4AE57ECCA8E}"/>
                  </a:ext>
                </a:extLst>
              </p:cNvPr>
              <p:cNvSpPr/>
              <p:nvPr/>
            </p:nvSpPr>
            <p:spPr>
              <a:xfrm>
                <a:off x="4121896" y="3579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7" name="Freeform 35286">
                <a:extLst>
                  <a:ext uri="{FF2B5EF4-FFF2-40B4-BE49-F238E27FC236}">
                    <a16:creationId xmlns:a16="http://schemas.microsoft.com/office/drawing/2014/main" id="{E039167D-B547-DDB5-D4F8-645FF45A253E}"/>
                  </a:ext>
                </a:extLst>
              </p:cNvPr>
              <p:cNvSpPr/>
              <p:nvPr/>
            </p:nvSpPr>
            <p:spPr>
              <a:xfrm>
                <a:off x="4122392" y="359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8" name="Freeform 35287">
                <a:extLst>
                  <a:ext uri="{FF2B5EF4-FFF2-40B4-BE49-F238E27FC236}">
                    <a16:creationId xmlns:a16="http://schemas.microsoft.com/office/drawing/2014/main" id="{BA4B3F67-B2B7-B6DD-12AB-9A739ED5E81E}"/>
                  </a:ext>
                </a:extLst>
              </p:cNvPr>
              <p:cNvSpPr/>
              <p:nvPr/>
            </p:nvSpPr>
            <p:spPr>
              <a:xfrm>
                <a:off x="4122888" y="3581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89" name="Freeform 35288">
                <a:extLst>
                  <a:ext uri="{FF2B5EF4-FFF2-40B4-BE49-F238E27FC236}">
                    <a16:creationId xmlns:a16="http://schemas.microsoft.com/office/drawing/2014/main" id="{441D10BB-3F07-FBE9-5D27-1F746FC91007}"/>
                  </a:ext>
                </a:extLst>
              </p:cNvPr>
              <p:cNvSpPr/>
              <p:nvPr/>
            </p:nvSpPr>
            <p:spPr>
              <a:xfrm>
                <a:off x="4123484" y="3568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0" name="Freeform 35289">
                <a:extLst>
                  <a:ext uri="{FF2B5EF4-FFF2-40B4-BE49-F238E27FC236}">
                    <a16:creationId xmlns:a16="http://schemas.microsoft.com/office/drawing/2014/main" id="{447D3BFF-CE19-9A7B-80B7-5B48B640E310}"/>
                  </a:ext>
                </a:extLst>
              </p:cNvPr>
              <p:cNvSpPr/>
              <p:nvPr/>
            </p:nvSpPr>
            <p:spPr>
              <a:xfrm>
                <a:off x="4123980" y="3619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1" name="Freeform 35290">
                <a:extLst>
                  <a:ext uri="{FF2B5EF4-FFF2-40B4-BE49-F238E27FC236}">
                    <a16:creationId xmlns:a16="http://schemas.microsoft.com/office/drawing/2014/main" id="{2BC21653-74FE-B97B-9D41-4AB87CF6A6AC}"/>
                  </a:ext>
                </a:extLst>
              </p:cNvPr>
              <p:cNvSpPr/>
              <p:nvPr/>
            </p:nvSpPr>
            <p:spPr>
              <a:xfrm>
                <a:off x="4124476" y="3590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2" name="Freeform 35291">
                <a:extLst>
                  <a:ext uri="{FF2B5EF4-FFF2-40B4-BE49-F238E27FC236}">
                    <a16:creationId xmlns:a16="http://schemas.microsoft.com/office/drawing/2014/main" id="{9622C18D-8CD8-E319-7BEC-29FB0D450207}"/>
                  </a:ext>
                </a:extLst>
              </p:cNvPr>
              <p:cNvSpPr/>
              <p:nvPr/>
            </p:nvSpPr>
            <p:spPr>
              <a:xfrm>
                <a:off x="4125071" y="3532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3" name="Freeform 35292">
                <a:extLst>
                  <a:ext uri="{FF2B5EF4-FFF2-40B4-BE49-F238E27FC236}">
                    <a16:creationId xmlns:a16="http://schemas.microsoft.com/office/drawing/2014/main" id="{E4D04DDA-CF65-C3E3-39CC-B66133543D03}"/>
                  </a:ext>
                </a:extLst>
              </p:cNvPr>
              <p:cNvSpPr/>
              <p:nvPr/>
            </p:nvSpPr>
            <p:spPr>
              <a:xfrm>
                <a:off x="4125567" y="3476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4" name="Freeform 35293">
                <a:extLst>
                  <a:ext uri="{FF2B5EF4-FFF2-40B4-BE49-F238E27FC236}">
                    <a16:creationId xmlns:a16="http://schemas.microsoft.com/office/drawing/2014/main" id="{625F9209-E917-178F-F90D-4053137AAABC}"/>
                  </a:ext>
                </a:extLst>
              </p:cNvPr>
              <p:cNvSpPr/>
              <p:nvPr/>
            </p:nvSpPr>
            <p:spPr>
              <a:xfrm>
                <a:off x="4126063" y="3428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5" name="Freeform 35294">
                <a:extLst>
                  <a:ext uri="{FF2B5EF4-FFF2-40B4-BE49-F238E27FC236}">
                    <a16:creationId xmlns:a16="http://schemas.microsoft.com/office/drawing/2014/main" id="{21A544CB-9039-7D7B-D522-6F41DC5E0777}"/>
                  </a:ext>
                </a:extLst>
              </p:cNvPr>
              <p:cNvSpPr/>
              <p:nvPr/>
            </p:nvSpPr>
            <p:spPr>
              <a:xfrm>
                <a:off x="4126559" y="3373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6" name="Freeform 35295">
                <a:extLst>
                  <a:ext uri="{FF2B5EF4-FFF2-40B4-BE49-F238E27FC236}">
                    <a16:creationId xmlns:a16="http://schemas.microsoft.com/office/drawing/2014/main" id="{FEB5B8A3-2242-801F-E8AB-B80E898FAE16}"/>
                  </a:ext>
                </a:extLst>
              </p:cNvPr>
              <p:cNvSpPr/>
              <p:nvPr/>
            </p:nvSpPr>
            <p:spPr>
              <a:xfrm>
                <a:off x="4127155" y="3363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7" name="Freeform 35296">
                <a:extLst>
                  <a:ext uri="{FF2B5EF4-FFF2-40B4-BE49-F238E27FC236}">
                    <a16:creationId xmlns:a16="http://schemas.microsoft.com/office/drawing/2014/main" id="{89A1CF09-D700-ABAB-120B-6EAF7DD47AC2}"/>
                  </a:ext>
                </a:extLst>
              </p:cNvPr>
              <p:cNvSpPr/>
              <p:nvPr/>
            </p:nvSpPr>
            <p:spPr>
              <a:xfrm>
                <a:off x="4127651" y="3355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8" name="Freeform 35297">
                <a:extLst>
                  <a:ext uri="{FF2B5EF4-FFF2-40B4-BE49-F238E27FC236}">
                    <a16:creationId xmlns:a16="http://schemas.microsoft.com/office/drawing/2014/main" id="{0592E7ED-FBA9-B436-E1D2-0A5ECBC6352D}"/>
                  </a:ext>
                </a:extLst>
              </p:cNvPr>
              <p:cNvSpPr/>
              <p:nvPr/>
            </p:nvSpPr>
            <p:spPr>
              <a:xfrm>
                <a:off x="4128147" y="3366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99" name="Freeform 35298">
                <a:extLst>
                  <a:ext uri="{FF2B5EF4-FFF2-40B4-BE49-F238E27FC236}">
                    <a16:creationId xmlns:a16="http://schemas.microsoft.com/office/drawing/2014/main" id="{B5BD06DA-BB90-C84A-3861-0E08E8793140}"/>
                  </a:ext>
                </a:extLst>
              </p:cNvPr>
              <p:cNvSpPr/>
              <p:nvPr/>
            </p:nvSpPr>
            <p:spPr>
              <a:xfrm>
                <a:off x="4128742" y="3397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0" name="Freeform 35299">
                <a:extLst>
                  <a:ext uri="{FF2B5EF4-FFF2-40B4-BE49-F238E27FC236}">
                    <a16:creationId xmlns:a16="http://schemas.microsoft.com/office/drawing/2014/main" id="{9E4FDB87-81A9-3C3F-B281-2047D16D59C1}"/>
                  </a:ext>
                </a:extLst>
              </p:cNvPr>
              <p:cNvSpPr/>
              <p:nvPr/>
            </p:nvSpPr>
            <p:spPr>
              <a:xfrm>
                <a:off x="4129238" y="3820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1" name="Freeform 35300">
                <a:extLst>
                  <a:ext uri="{FF2B5EF4-FFF2-40B4-BE49-F238E27FC236}">
                    <a16:creationId xmlns:a16="http://schemas.microsoft.com/office/drawing/2014/main" id="{544F90CD-130E-299D-2607-846DA94629A0}"/>
                  </a:ext>
                </a:extLst>
              </p:cNvPr>
              <p:cNvSpPr/>
              <p:nvPr/>
            </p:nvSpPr>
            <p:spPr>
              <a:xfrm>
                <a:off x="4129734" y="3950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2" name="Freeform 35301">
                <a:extLst>
                  <a:ext uri="{FF2B5EF4-FFF2-40B4-BE49-F238E27FC236}">
                    <a16:creationId xmlns:a16="http://schemas.microsoft.com/office/drawing/2014/main" id="{6AF8904F-655B-E2FD-E5E2-C35289394825}"/>
                  </a:ext>
                </a:extLst>
              </p:cNvPr>
              <p:cNvSpPr/>
              <p:nvPr/>
            </p:nvSpPr>
            <p:spPr>
              <a:xfrm>
                <a:off x="4130330" y="3968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3" name="Freeform 35302">
                <a:extLst>
                  <a:ext uri="{FF2B5EF4-FFF2-40B4-BE49-F238E27FC236}">
                    <a16:creationId xmlns:a16="http://schemas.microsoft.com/office/drawing/2014/main" id="{7F4F0573-C049-9B57-B478-F38A7DC18B58}"/>
                  </a:ext>
                </a:extLst>
              </p:cNvPr>
              <p:cNvSpPr/>
              <p:nvPr/>
            </p:nvSpPr>
            <p:spPr>
              <a:xfrm>
                <a:off x="4130826" y="3956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4" name="Freeform 35303">
                <a:extLst>
                  <a:ext uri="{FF2B5EF4-FFF2-40B4-BE49-F238E27FC236}">
                    <a16:creationId xmlns:a16="http://schemas.microsoft.com/office/drawing/2014/main" id="{1D5F4BE9-8412-B999-D066-EE3C30952FB7}"/>
                  </a:ext>
                </a:extLst>
              </p:cNvPr>
              <p:cNvSpPr/>
              <p:nvPr/>
            </p:nvSpPr>
            <p:spPr>
              <a:xfrm>
                <a:off x="4131322" y="3943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5" name="Freeform 35304">
                <a:extLst>
                  <a:ext uri="{FF2B5EF4-FFF2-40B4-BE49-F238E27FC236}">
                    <a16:creationId xmlns:a16="http://schemas.microsoft.com/office/drawing/2014/main" id="{56CAD899-9AF4-6BAB-8D4E-13720F64154C}"/>
                  </a:ext>
                </a:extLst>
              </p:cNvPr>
              <p:cNvSpPr/>
              <p:nvPr/>
            </p:nvSpPr>
            <p:spPr>
              <a:xfrm>
                <a:off x="4131917" y="395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6" name="Freeform 35305">
                <a:extLst>
                  <a:ext uri="{FF2B5EF4-FFF2-40B4-BE49-F238E27FC236}">
                    <a16:creationId xmlns:a16="http://schemas.microsoft.com/office/drawing/2014/main" id="{ACA3E80B-8B47-34F5-EF72-C7CF91AEAB2C}"/>
                  </a:ext>
                </a:extLst>
              </p:cNvPr>
              <p:cNvSpPr/>
              <p:nvPr/>
            </p:nvSpPr>
            <p:spPr>
              <a:xfrm>
                <a:off x="4132413" y="396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7" name="Freeform 35306">
                <a:extLst>
                  <a:ext uri="{FF2B5EF4-FFF2-40B4-BE49-F238E27FC236}">
                    <a16:creationId xmlns:a16="http://schemas.microsoft.com/office/drawing/2014/main" id="{063AB992-2E4D-1BF4-1F0F-8BA539CB9784}"/>
                  </a:ext>
                </a:extLst>
              </p:cNvPr>
              <p:cNvSpPr/>
              <p:nvPr/>
            </p:nvSpPr>
            <p:spPr>
              <a:xfrm>
                <a:off x="4132909" y="395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8" name="Freeform 35307">
                <a:extLst>
                  <a:ext uri="{FF2B5EF4-FFF2-40B4-BE49-F238E27FC236}">
                    <a16:creationId xmlns:a16="http://schemas.microsoft.com/office/drawing/2014/main" id="{F33931FF-16D2-F578-58C7-3C0316E871EF}"/>
                  </a:ext>
                </a:extLst>
              </p:cNvPr>
              <p:cNvSpPr/>
              <p:nvPr/>
            </p:nvSpPr>
            <p:spPr>
              <a:xfrm>
                <a:off x="4133505" y="367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09" name="Freeform 35308">
                <a:extLst>
                  <a:ext uri="{FF2B5EF4-FFF2-40B4-BE49-F238E27FC236}">
                    <a16:creationId xmlns:a16="http://schemas.microsoft.com/office/drawing/2014/main" id="{4C5D0480-0FF1-9D39-51E8-63CA3D59E0B6}"/>
                  </a:ext>
                </a:extLst>
              </p:cNvPr>
              <p:cNvSpPr/>
              <p:nvPr/>
            </p:nvSpPr>
            <p:spPr>
              <a:xfrm>
                <a:off x="4134001" y="3476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0" name="Freeform 35309">
                <a:extLst>
                  <a:ext uri="{FF2B5EF4-FFF2-40B4-BE49-F238E27FC236}">
                    <a16:creationId xmlns:a16="http://schemas.microsoft.com/office/drawing/2014/main" id="{60A3851F-EA06-44A1-3E44-ADAF31B9F1D0}"/>
                  </a:ext>
                </a:extLst>
              </p:cNvPr>
              <p:cNvSpPr/>
              <p:nvPr/>
            </p:nvSpPr>
            <p:spPr>
              <a:xfrm>
                <a:off x="4134497" y="3551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1" name="Freeform 35310">
                <a:extLst>
                  <a:ext uri="{FF2B5EF4-FFF2-40B4-BE49-F238E27FC236}">
                    <a16:creationId xmlns:a16="http://schemas.microsoft.com/office/drawing/2014/main" id="{2B7FB943-F27B-3D46-E4FE-CA667BF5748F}"/>
                  </a:ext>
                </a:extLst>
              </p:cNvPr>
              <p:cNvSpPr/>
              <p:nvPr/>
            </p:nvSpPr>
            <p:spPr>
              <a:xfrm>
                <a:off x="4135092" y="3576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2" name="Freeform 35311">
                <a:extLst>
                  <a:ext uri="{FF2B5EF4-FFF2-40B4-BE49-F238E27FC236}">
                    <a16:creationId xmlns:a16="http://schemas.microsoft.com/office/drawing/2014/main" id="{EF8E7F78-45B2-0B81-C3F0-BFBA96B12F1D}"/>
                  </a:ext>
                </a:extLst>
              </p:cNvPr>
              <p:cNvSpPr/>
              <p:nvPr/>
            </p:nvSpPr>
            <p:spPr>
              <a:xfrm>
                <a:off x="4135588" y="3556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3" name="Freeform 35312">
                <a:extLst>
                  <a:ext uri="{FF2B5EF4-FFF2-40B4-BE49-F238E27FC236}">
                    <a16:creationId xmlns:a16="http://schemas.microsoft.com/office/drawing/2014/main" id="{0F5448A4-86B7-A5F0-83F2-A56C656EDECE}"/>
                  </a:ext>
                </a:extLst>
              </p:cNvPr>
              <p:cNvSpPr/>
              <p:nvPr/>
            </p:nvSpPr>
            <p:spPr>
              <a:xfrm>
                <a:off x="4136084" y="3530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4" name="Freeform 35313">
                <a:extLst>
                  <a:ext uri="{FF2B5EF4-FFF2-40B4-BE49-F238E27FC236}">
                    <a16:creationId xmlns:a16="http://schemas.microsoft.com/office/drawing/2014/main" id="{0CFA92DF-1180-5C18-2471-0224AA0B15BD}"/>
                  </a:ext>
                </a:extLst>
              </p:cNvPr>
              <p:cNvSpPr/>
              <p:nvPr/>
            </p:nvSpPr>
            <p:spPr>
              <a:xfrm>
                <a:off x="4136680" y="3499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5" name="Freeform 35314">
                <a:extLst>
                  <a:ext uri="{FF2B5EF4-FFF2-40B4-BE49-F238E27FC236}">
                    <a16:creationId xmlns:a16="http://schemas.microsoft.com/office/drawing/2014/main" id="{02FAF76C-75F2-7DDD-4587-393DD7FAA56D}"/>
                  </a:ext>
                </a:extLst>
              </p:cNvPr>
              <p:cNvSpPr/>
              <p:nvPr/>
            </p:nvSpPr>
            <p:spPr>
              <a:xfrm>
                <a:off x="4137176" y="3461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6" name="Freeform 35315">
                <a:extLst>
                  <a:ext uri="{FF2B5EF4-FFF2-40B4-BE49-F238E27FC236}">
                    <a16:creationId xmlns:a16="http://schemas.microsoft.com/office/drawing/2014/main" id="{2A4240AB-D05D-2625-D853-64D5D6001F4E}"/>
                  </a:ext>
                </a:extLst>
              </p:cNvPr>
              <p:cNvSpPr/>
              <p:nvPr/>
            </p:nvSpPr>
            <p:spPr>
              <a:xfrm>
                <a:off x="4137672" y="3394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7" name="Freeform 35316">
                <a:extLst>
                  <a:ext uri="{FF2B5EF4-FFF2-40B4-BE49-F238E27FC236}">
                    <a16:creationId xmlns:a16="http://schemas.microsoft.com/office/drawing/2014/main" id="{D980570E-F48A-B4FD-EF63-F7FE488A5B25}"/>
                  </a:ext>
                </a:extLst>
              </p:cNvPr>
              <p:cNvSpPr/>
              <p:nvPr/>
            </p:nvSpPr>
            <p:spPr>
              <a:xfrm>
                <a:off x="4138168" y="3360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8" name="Freeform 35317">
                <a:extLst>
                  <a:ext uri="{FF2B5EF4-FFF2-40B4-BE49-F238E27FC236}">
                    <a16:creationId xmlns:a16="http://schemas.microsoft.com/office/drawing/2014/main" id="{607AEE98-C36A-7BA5-5E83-CA6A217A97A4}"/>
                  </a:ext>
                </a:extLst>
              </p:cNvPr>
              <p:cNvSpPr/>
              <p:nvPr/>
            </p:nvSpPr>
            <p:spPr>
              <a:xfrm>
                <a:off x="4138763" y="3352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19" name="Freeform 35318">
                <a:extLst>
                  <a:ext uri="{FF2B5EF4-FFF2-40B4-BE49-F238E27FC236}">
                    <a16:creationId xmlns:a16="http://schemas.microsoft.com/office/drawing/2014/main" id="{B83B7384-B9B3-0775-B75F-79708C7B9D6B}"/>
                  </a:ext>
                </a:extLst>
              </p:cNvPr>
              <p:cNvSpPr/>
              <p:nvPr/>
            </p:nvSpPr>
            <p:spPr>
              <a:xfrm>
                <a:off x="4139259" y="3350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0" name="Freeform 35319">
                <a:extLst>
                  <a:ext uri="{FF2B5EF4-FFF2-40B4-BE49-F238E27FC236}">
                    <a16:creationId xmlns:a16="http://schemas.microsoft.com/office/drawing/2014/main" id="{669A5E09-240D-285B-D30C-9EA88B0BFF97}"/>
                  </a:ext>
                </a:extLst>
              </p:cNvPr>
              <p:cNvSpPr/>
              <p:nvPr/>
            </p:nvSpPr>
            <p:spPr>
              <a:xfrm>
                <a:off x="4139755" y="3356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1" name="Freeform 35320">
                <a:extLst>
                  <a:ext uri="{FF2B5EF4-FFF2-40B4-BE49-F238E27FC236}">
                    <a16:creationId xmlns:a16="http://schemas.microsoft.com/office/drawing/2014/main" id="{0F37A462-D79F-B3F0-E5BC-92FF47B9AFDD}"/>
                  </a:ext>
                </a:extLst>
              </p:cNvPr>
              <p:cNvSpPr/>
              <p:nvPr/>
            </p:nvSpPr>
            <p:spPr>
              <a:xfrm>
                <a:off x="4140351" y="3366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2" name="Freeform 35321">
                <a:extLst>
                  <a:ext uri="{FF2B5EF4-FFF2-40B4-BE49-F238E27FC236}">
                    <a16:creationId xmlns:a16="http://schemas.microsoft.com/office/drawing/2014/main" id="{21279ED6-A36D-491A-0469-26BFF44C9C4B}"/>
                  </a:ext>
                </a:extLst>
              </p:cNvPr>
              <p:cNvSpPr/>
              <p:nvPr/>
            </p:nvSpPr>
            <p:spPr>
              <a:xfrm>
                <a:off x="4140847" y="3404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3" name="Freeform 35322">
                <a:extLst>
                  <a:ext uri="{FF2B5EF4-FFF2-40B4-BE49-F238E27FC236}">
                    <a16:creationId xmlns:a16="http://schemas.microsoft.com/office/drawing/2014/main" id="{7AA94C16-8937-54CA-E34C-3DBF49731F51}"/>
                  </a:ext>
                </a:extLst>
              </p:cNvPr>
              <p:cNvSpPr/>
              <p:nvPr/>
            </p:nvSpPr>
            <p:spPr>
              <a:xfrm>
                <a:off x="4141343" y="3478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4" name="Freeform 35323">
                <a:extLst>
                  <a:ext uri="{FF2B5EF4-FFF2-40B4-BE49-F238E27FC236}">
                    <a16:creationId xmlns:a16="http://schemas.microsoft.com/office/drawing/2014/main" id="{1D429404-8DEE-29E1-0E54-2C6C07445E5C}"/>
                  </a:ext>
                </a:extLst>
              </p:cNvPr>
              <p:cNvSpPr/>
              <p:nvPr/>
            </p:nvSpPr>
            <p:spPr>
              <a:xfrm>
                <a:off x="4141938" y="3659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5" name="Freeform 35324">
                <a:extLst>
                  <a:ext uri="{FF2B5EF4-FFF2-40B4-BE49-F238E27FC236}">
                    <a16:creationId xmlns:a16="http://schemas.microsoft.com/office/drawing/2014/main" id="{860C5E7D-24BE-738C-79D7-75D45A5C49E1}"/>
                  </a:ext>
                </a:extLst>
              </p:cNvPr>
              <p:cNvSpPr/>
              <p:nvPr/>
            </p:nvSpPr>
            <p:spPr>
              <a:xfrm>
                <a:off x="4142434" y="3907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6" name="Freeform 35325">
                <a:extLst>
                  <a:ext uri="{FF2B5EF4-FFF2-40B4-BE49-F238E27FC236}">
                    <a16:creationId xmlns:a16="http://schemas.microsoft.com/office/drawing/2014/main" id="{9D20A323-ABF8-995E-EC95-BA43EED46668}"/>
                  </a:ext>
                </a:extLst>
              </p:cNvPr>
              <p:cNvSpPr/>
              <p:nvPr/>
            </p:nvSpPr>
            <p:spPr>
              <a:xfrm>
                <a:off x="4142930" y="3925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7" name="Freeform 35326">
                <a:extLst>
                  <a:ext uri="{FF2B5EF4-FFF2-40B4-BE49-F238E27FC236}">
                    <a16:creationId xmlns:a16="http://schemas.microsoft.com/office/drawing/2014/main" id="{27D56F7D-E22B-97FF-BD0C-AA13C1ACA2F0}"/>
                  </a:ext>
                </a:extLst>
              </p:cNvPr>
              <p:cNvSpPr/>
              <p:nvPr/>
            </p:nvSpPr>
            <p:spPr>
              <a:xfrm>
                <a:off x="4143526" y="3935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8" name="Freeform 35327">
                <a:extLst>
                  <a:ext uri="{FF2B5EF4-FFF2-40B4-BE49-F238E27FC236}">
                    <a16:creationId xmlns:a16="http://schemas.microsoft.com/office/drawing/2014/main" id="{39E420CE-8C34-8142-ED70-200470D05558}"/>
                  </a:ext>
                </a:extLst>
              </p:cNvPr>
              <p:cNvSpPr/>
              <p:nvPr/>
            </p:nvSpPr>
            <p:spPr>
              <a:xfrm>
                <a:off x="4144022" y="3909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29" name="Freeform 35328">
                <a:extLst>
                  <a:ext uri="{FF2B5EF4-FFF2-40B4-BE49-F238E27FC236}">
                    <a16:creationId xmlns:a16="http://schemas.microsoft.com/office/drawing/2014/main" id="{35337EB1-C4CC-5777-79C3-13C3BBFB87E2}"/>
                  </a:ext>
                </a:extLst>
              </p:cNvPr>
              <p:cNvSpPr/>
              <p:nvPr/>
            </p:nvSpPr>
            <p:spPr>
              <a:xfrm>
                <a:off x="4144518" y="3862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0" name="Freeform 35329">
                <a:extLst>
                  <a:ext uri="{FF2B5EF4-FFF2-40B4-BE49-F238E27FC236}">
                    <a16:creationId xmlns:a16="http://schemas.microsoft.com/office/drawing/2014/main" id="{C216C2C8-4DE8-8206-AF8F-83956E0F6FE3}"/>
                  </a:ext>
                </a:extLst>
              </p:cNvPr>
              <p:cNvSpPr/>
              <p:nvPr/>
            </p:nvSpPr>
            <p:spPr>
              <a:xfrm>
                <a:off x="4145113" y="3873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1" name="Freeform 35330">
                <a:extLst>
                  <a:ext uri="{FF2B5EF4-FFF2-40B4-BE49-F238E27FC236}">
                    <a16:creationId xmlns:a16="http://schemas.microsoft.com/office/drawing/2014/main" id="{2B9B86A0-D8F5-1DBF-11B1-E4B45B577466}"/>
                  </a:ext>
                </a:extLst>
              </p:cNvPr>
              <p:cNvSpPr/>
              <p:nvPr/>
            </p:nvSpPr>
            <p:spPr>
              <a:xfrm>
                <a:off x="4145609" y="3918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2" name="Freeform 35331">
                <a:extLst>
                  <a:ext uri="{FF2B5EF4-FFF2-40B4-BE49-F238E27FC236}">
                    <a16:creationId xmlns:a16="http://schemas.microsoft.com/office/drawing/2014/main" id="{E482DCF2-EA8D-0B33-F23C-6F5D88D3030B}"/>
                  </a:ext>
                </a:extLst>
              </p:cNvPr>
              <p:cNvSpPr/>
              <p:nvPr/>
            </p:nvSpPr>
            <p:spPr>
              <a:xfrm>
                <a:off x="4146105" y="3626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3" name="Freeform 35332">
                <a:extLst>
                  <a:ext uri="{FF2B5EF4-FFF2-40B4-BE49-F238E27FC236}">
                    <a16:creationId xmlns:a16="http://schemas.microsoft.com/office/drawing/2014/main" id="{47CBB262-5E2E-70AA-2452-98374AA24215}"/>
                  </a:ext>
                </a:extLst>
              </p:cNvPr>
              <p:cNvSpPr/>
              <p:nvPr/>
            </p:nvSpPr>
            <p:spPr>
              <a:xfrm>
                <a:off x="4146701" y="3536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4" name="Freeform 35333">
                <a:extLst>
                  <a:ext uri="{FF2B5EF4-FFF2-40B4-BE49-F238E27FC236}">
                    <a16:creationId xmlns:a16="http://schemas.microsoft.com/office/drawing/2014/main" id="{DEBDF8A6-43C6-ABFF-919D-C5CCBF78CB01}"/>
                  </a:ext>
                </a:extLst>
              </p:cNvPr>
              <p:cNvSpPr/>
              <p:nvPr/>
            </p:nvSpPr>
            <p:spPr>
              <a:xfrm>
                <a:off x="4147197" y="3565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5" name="Freeform 35334">
                <a:extLst>
                  <a:ext uri="{FF2B5EF4-FFF2-40B4-BE49-F238E27FC236}">
                    <a16:creationId xmlns:a16="http://schemas.microsoft.com/office/drawing/2014/main" id="{3904C769-5890-EA69-FE7F-2E0F7CD368E6}"/>
                  </a:ext>
                </a:extLst>
              </p:cNvPr>
              <p:cNvSpPr/>
              <p:nvPr/>
            </p:nvSpPr>
            <p:spPr>
              <a:xfrm>
                <a:off x="4147693" y="3559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6" name="Freeform 35335">
                <a:extLst>
                  <a:ext uri="{FF2B5EF4-FFF2-40B4-BE49-F238E27FC236}">
                    <a16:creationId xmlns:a16="http://schemas.microsoft.com/office/drawing/2014/main" id="{075088A4-B996-0995-12AE-40F4E4A92015}"/>
                  </a:ext>
                </a:extLst>
              </p:cNvPr>
              <p:cNvSpPr/>
              <p:nvPr/>
            </p:nvSpPr>
            <p:spPr>
              <a:xfrm>
                <a:off x="4148288" y="3549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7" name="Freeform 35336">
                <a:extLst>
                  <a:ext uri="{FF2B5EF4-FFF2-40B4-BE49-F238E27FC236}">
                    <a16:creationId xmlns:a16="http://schemas.microsoft.com/office/drawing/2014/main" id="{A98A64A9-59A3-6B22-19EE-7C95749EE2C9}"/>
                  </a:ext>
                </a:extLst>
              </p:cNvPr>
              <p:cNvSpPr/>
              <p:nvPr/>
            </p:nvSpPr>
            <p:spPr>
              <a:xfrm>
                <a:off x="4148784" y="3532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8" name="Freeform 35337">
                <a:extLst>
                  <a:ext uri="{FF2B5EF4-FFF2-40B4-BE49-F238E27FC236}">
                    <a16:creationId xmlns:a16="http://schemas.microsoft.com/office/drawing/2014/main" id="{A746FE66-31E5-451B-CC07-AB63CB6C28E5}"/>
                  </a:ext>
                </a:extLst>
              </p:cNvPr>
              <p:cNvSpPr/>
              <p:nvPr/>
            </p:nvSpPr>
            <p:spPr>
              <a:xfrm>
                <a:off x="4149280" y="351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39" name="Freeform 35338">
                <a:extLst>
                  <a:ext uri="{FF2B5EF4-FFF2-40B4-BE49-F238E27FC236}">
                    <a16:creationId xmlns:a16="http://schemas.microsoft.com/office/drawing/2014/main" id="{9DE870CF-9B62-F377-C166-7266DD82747D}"/>
                  </a:ext>
                </a:extLst>
              </p:cNvPr>
              <p:cNvSpPr/>
              <p:nvPr/>
            </p:nvSpPr>
            <p:spPr>
              <a:xfrm>
                <a:off x="4149777" y="3478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0" name="Freeform 35339">
                <a:extLst>
                  <a:ext uri="{FF2B5EF4-FFF2-40B4-BE49-F238E27FC236}">
                    <a16:creationId xmlns:a16="http://schemas.microsoft.com/office/drawing/2014/main" id="{0F88724B-431C-0E4B-2107-E95DE69EE76B}"/>
                  </a:ext>
                </a:extLst>
              </p:cNvPr>
              <p:cNvSpPr/>
              <p:nvPr/>
            </p:nvSpPr>
            <p:spPr>
              <a:xfrm>
                <a:off x="4150372" y="3420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1" name="Freeform 35340">
                <a:extLst>
                  <a:ext uri="{FF2B5EF4-FFF2-40B4-BE49-F238E27FC236}">
                    <a16:creationId xmlns:a16="http://schemas.microsoft.com/office/drawing/2014/main" id="{C99D2B82-0411-F8D7-734B-5C0B8E0A36AC}"/>
                  </a:ext>
                </a:extLst>
              </p:cNvPr>
              <p:cNvSpPr/>
              <p:nvPr/>
            </p:nvSpPr>
            <p:spPr>
              <a:xfrm>
                <a:off x="4150868" y="3372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2" name="Freeform 35341">
                <a:extLst>
                  <a:ext uri="{FF2B5EF4-FFF2-40B4-BE49-F238E27FC236}">
                    <a16:creationId xmlns:a16="http://schemas.microsoft.com/office/drawing/2014/main" id="{BD6EDE0F-4764-398F-8B42-D800AE6232F3}"/>
                  </a:ext>
                </a:extLst>
              </p:cNvPr>
              <p:cNvSpPr/>
              <p:nvPr/>
            </p:nvSpPr>
            <p:spPr>
              <a:xfrm>
                <a:off x="4151364" y="3352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3" name="Freeform 35342">
                <a:extLst>
                  <a:ext uri="{FF2B5EF4-FFF2-40B4-BE49-F238E27FC236}">
                    <a16:creationId xmlns:a16="http://schemas.microsoft.com/office/drawing/2014/main" id="{6DB782F0-F67E-134D-F6A3-6F6815B8B253}"/>
                  </a:ext>
                </a:extLst>
              </p:cNvPr>
              <p:cNvSpPr/>
              <p:nvPr/>
            </p:nvSpPr>
            <p:spPr>
              <a:xfrm>
                <a:off x="4151959" y="3334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4" name="Freeform 35343">
                <a:extLst>
                  <a:ext uri="{FF2B5EF4-FFF2-40B4-BE49-F238E27FC236}">
                    <a16:creationId xmlns:a16="http://schemas.microsoft.com/office/drawing/2014/main" id="{A8F244D7-1F6E-00A4-089B-793CF14B5182}"/>
                  </a:ext>
                </a:extLst>
              </p:cNvPr>
              <p:cNvSpPr/>
              <p:nvPr/>
            </p:nvSpPr>
            <p:spPr>
              <a:xfrm>
                <a:off x="4152455" y="3334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5" name="Freeform 35344">
                <a:extLst>
                  <a:ext uri="{FF2B5EF4-FFF2-40B4-BE49-F238E27FC236}">
                    <a16:creationId xmlns:a16="http://schemas.microsoft.com/office/drawing/2014/main" id="{BFCD613D-F60B-828D-C9B8-1236BD5B6817}"/>
                  </a:ext>
                </a:extLst>
              </p:cNvPr>
              <p:cNvSpPr/>
              <p:nvPr/>
            </p:nvSpPr>
            <p:spPr>
              <a:xfrm>
                <a:off x="4152952" y="3345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6" name="Freeform 35345">
                <a:extLst>
                  <a:ext uri="{FF2B5EF4-FFF2-40B4-BE49-F238E27FC236}">
                    <a16:creationId xmlns:a16="http://schemas.microsoft.com/office/drawing/2014/main" id="{9039639F-6F12-F921-ADA9-CB783F1AF7F0}"/>
                  </a:ext>
                </a:extLst>
              </p:cNvPr>
              <p:cNvSpPr/>
              <p:nvPr/>
            </p:nvSpPr>
            <p:spPr>
              <a:xfrm>
                <a:off x="4153547" y="3395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7" name="Freeform 35346">
                <a:extLst>
                  <a:ext uri="{FF2B5EF4-FFF2-40B4-BE49-F238E27FC236}">
                    <a16:creationId xmlns:a16="http://schemas.microsoft.com/office/drawing/2014/main" id="{7FD9DEB7-29D1-1719-ADDC-D156BCCC61F3}"/>
                  </a:ext>
                </a:extLst>
              </p:cNvPr>
              <p:cNvSpPr/>
              <p:nvPr/>
            </p:nvSpPr>
            <p:spPr>
              <a:xfrm>
                <a:off x="4154043" y="3471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8" name="Freeform 35347">
                <a:extLst>
                  <a:ext uri="{FF2B5EF4-FFF2-40B4-BE49-F238E27FC236}">
                    <a16:creationId xmlns:a16="http://schemas.microsoft.com/office/drawing/2014/main" id="{F82CD79E-025B-AD38-01EA-31EECF48E12E}"/>
                  </a:ext>
                </a:extLst>
              </p:cNvPr>
              <p:cNvSpPr/>
              <p:nvPr/>
            </p:nvSpPr>
            <p:spPr>
              <a:xfrm>
                <a:off x="4154539" y="3652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49" name="Freeform 35348">
                <a:extLst>
                  <a:ext uri="{FF2B5EF4-FFF2-40B4-BE49-F238E27FC236}">
                    <a16:creationId xmlns:a16="http://schemas.microsoft.com/office/drawing/2014/main" id="{91642A99-BC06-B5A5-5395-13CF1491ABE9}"/>
                  </a:ext>
                </a:extLst>
              </p:cNvPr>
              <p:cNvSpPr/>
              <p:nvPr/>
            </p:nvSpPr>
            <p:spPr>
              <a:xfrm>
                <a:off x="4155134" y="3817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0" name="Freeform 35349">
                <a:extLst>
                  <a:ext uri="{FF2B5EF4-FFF2-40B4-BE49-F238E27FC236}">
                    <a16:creationId xmlns:a16="http://schemas.microsoft.com/office/drawing/2014/main" id="{B9BB9A7A-E6BE-A30F-F886-17322D961E54}"/>
                  </a:ext>
                </a:extLst>
              </p:cNvPr>
              <p:cNvSpPr/>
              <p:nvPr/>
            </p:nvSpPr>
            <p:spPr>
              <a:xfrm>
                <a:off x="4155630" y="385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1" name="Freeform 35350">
                <a:extLst>
                  <a:ext uri="{FF2B5EF4-FFF2-40B4-BE49-F238E27FC236}">
                    <a16:creationId xmlns:a16="http://schemas.microsoft.com/office/drawing/2014/main" id="{3D056C5B-5B5A-8299-B981-B562B4B7444C}"/>
                  </a:ext>
                </a:extLst>
              </p:cNvPr>
              <p:cNvSpPr/>
              <p:nvPr/>
            </p:nvSpPr>
            <p:spPr>
              <a:xfrm>
                <a:off x="4156127" y="3831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2" name="Freeform 35351">
                <a:extLst>
                  <a:ext uri="{FF2B5EF4-FFF2-40B4-BE49-F238E27FC236}">
                    <a16:creationId xmlns:a16="http://schemas.microsoft.com/office/drawing/2014/main" id="{78F19D51-4062-75B3-A2DF-C1EEB0BB84B0}"/>
                  </a:ext>
                </a:extLst>
              </p:cNvPr>
              <p:cNvSpPr/>
              <p:nvPr/>
            </p:nvSpPr>
            <p:spPr>
              <a:xfrm>
                <a:off x="4156722" y="3815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3" name="Freeform 35352">
                <a:extLst>
                  <a:ext uri="{FF2B5EF4-FFF2-40B4-BE49-F238E27FC236}">
                    <a16:creationId xmlns:a16="http://schemas.microsoft.com/office/drawing/2014/main" id="{A63302EB-49C9-9696-8539-768BDB41B487}"/>
                  </a:ext>
                </a:extLst>
              </p:cNvPr>
              <p:cNvSpPr/>
              <p:nvPr/>
            </p:nvSpPr>
            <p:spPr>
              <a:xfrm>
                <a:off x="4157218" y="3828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4" name="Freeform 35353">
                <a:extLst>
                  <a:ext uri="{FF2B5EF4-FFF2-40B4-BE49-F238E27FC236}">
                    <a16:creationId xmlns:a16="http://schemas.microsoft.com/office/drawing/2014/main" id="{D04BD9AE-120B-7064-FEDB-DD9D6EFD120D}"/>
                  </a:ext>
                </a:extLst>
              </p:cNvPr>
              <p:cNvSpPr/>
              <p:nvPr/>
            </p:nvSpPr>
            <p:spPr>
              <a:xfrm>
                <a:off x="4157714" y="3879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5" name="Freeform 35354">
                <a:extLst>
                  <a:ext uri="{FF2B5EF4-FFF2-40B4-BE49-F238E27FC236}">
                    <a16:creationId xmlns:a16="http://schemas.microsoft.com/office/drawing/2014/main" id="{7105B825-2509-D68B-1821-9117558C13C8}"/>
                  </a:ext>
                </a:extLst>
              </p:cNvPr>
              <p:cNvSpPr/>
              <p:nvPr/>
            </p:nvSpPr>
            <p:spPr>
              <a:xfrm>
                <a:off x="4158309" y="3865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6" name="Freeform 35355">
                <a:extLst>
                  <a:ext uri="{FF2B5EF4-FFF2-40B4-BE49-F238E27FC236}">
                    <a16:creationId xmlns:a16="http://schemas.microsoft.com/office/drawing/2014/main" id="{BAAC5155-1AC8-DF7A-4AB8-1D4AFA9FDDD8}"/>
                  </a:ext>
                </a:extLst>
              </p:cNvPr>
              <p:cNvSpPr/>
              <p:nvPr/>
            </p:nvSpPr>
            <p:spPr>
              <a:xfrm>
                <a:off x="4158805" y="3649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7" name="Freeform 35356">
                <a:extLst>
                  <a:ext uri="{FF2B5EF4-FFF2-40B4-BE49-F238E27FC236}">
                    <a16:creationId xmlns:a16="http://schemas.microsoft.com/office/drawing/2014/main" id="{F613D9EA-213F-EA0F-0537-10CF0AEB4E4B}"/>
                  </a:ext>
                </a:extLst>
              </p:cNvPr>
              <p:cNvSpPr/>
              <p:nvPr/>
            </p:nvSpPr>
            <p:spPr>
              <a:xfrm>
                <a:off x="4159302" y="3501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8" name="Freeform 35357">
                <a:extLst>
                  <a:ext uri="{FF2B5EF4-FFF2-40B4-BE49-F238E27FC236}">
                    <a16:creationId xmlns:a16="http://schemas.microsoft.com/office/drawing/2014/main" id="{82168DAC-6F63-650A-6F57-B25F762C997E}"/>
                  </a:ext>
                </a:extLst>
              </p:cNvPr>
              <p:cNvSpPr/>
              <p:nvPr/>
            </p:nvSpPr>
            <p:spPr>
              <a:xfrm>
                <a:off x="4159897" y="3569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59" name="Freeform 35358">
                <a:extLst>
                  <a:ext uri="{FF2B5EF4-FFF2-40B4-BE49-F238E27FC236}">
                    <a16:creationId xmlns:a16="http://schemas.microsoft.com/office/drawing/2014/main" id="{72BD5502-F3D3-87D8-22BF-FD1B80C0321F}"/>
                  </a:ext>
                </a:extLst>
              </p:cNvPr>
              <p:cNvSpPr/>
              <p:nvPr/>
            </p:nvSpPr>
            <p:spPr>
              <a:xfrm>
                <a:off x="4160393" y="3575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0" name="Freeform 35359">
                <a:extLst>
                  <a:ext uri="{FF2B5EF4-FFF2-40B4-BE49-F238E27FC236}">
                    <a16:creationId xmlns:a16="http://schemas.microsoft.com/office/drawing/2014/main" id="{C238DE84-4B13-18A1-DD6D-D61D8A05ACB7}"/>
                  </a:ext>
                </a:extLst>
              </p:cNvPr>
              <p:cNvSpPr/>
              <p:nvPr/>
            </p:nvSpPr>
            <p:spPr>
              <a:xfrm>
                <a:off x="4160889" y="3561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1" name="Freeform 35360">
                <a:extLst>
                  <a:ext uri="{FF2B5EF4-FFF2-40B4-BE49-F238E27FC236}">
                    <a16:creationId xmlns:a16="http://schemas.microsoft.com/office/drawing/2014/main" id="{4C27B374-37A3-26C6-A6FA-D139E8F1F0B5}"/>
                  </a:ext>
                </a:extLst>
              </p:cNvPr>
              <p:cNvSpPr/>
              <p:nvPr/>
            </p:nvSpPr>
            <p:spPr>
              <a:xfrm>
                <a:off x="4161484" y="3547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2" name="Freeform 35361">
                <a:extLst>
                  <a:ext uri="{FF2B5EF4-FFF2-40B4-BE49-F238E27FC236}">
                    <a16:creationId xmlns:a16="http://schemas.microsoft.com/office/drawing/2014/main" id="{E72D9074-5CB2-ACDA-AA4C-178DB2CB86EC}"/>
                  </a:ext>
                </a:extLst>
              </p:cNvPr>
              <p:cNvSpPr/>
              <p:nvPr/>
            </p:nvSpPr>
            <p:spPr>
              <a:xfrm>
                <a:off x="4161980" y="3478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3" name="Freeform 35362">
                <a:extLst>
                  <a:ext uri="{FF2B5EF4-FFF2-40B4-BE49-F238E27FC236}">
                    <a16:creationId xmlns:a16="http://schemas.microsoft.com/office/drawing/2014/main" id="{50B14494-DC0C-9C30-7B42-A94179534F47}"/>
                  </a:ext>
                </a:extLst>
              </p:cNvPr>
              <p:cNvSpPr/>
              <p:nvPr/>
            </p:nvSpPr>
            <p:spPr>
              <a:xfrm>
                <a:off x="4162477" y="3429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4" name="Freeform 35363">
                <a:extLst>
                  <a:ext uri="{FF2B5EF4-FFF2-40B4-BE49-F238E27FC236}">
                    <a16:creationId xmlns:a16="http://schemas.microsoft.com/office/drawing/2014/main" id="{BB91C09D-AA37-4706-EC58-EEC412C9A3C8}"/>
                  </a:ext>
                </a:extLst>
              </p:cNvPr>
              <p:cNvSpPr/>
              <p:nvPr/>
            </p:nvSpPr>
            <p:spPr>
              <a:xfrm>
                <a:off x="4162973" y="3380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5" name="Freeform 35364">
                <a:extLst>
                  <a:ext uri="{FF2B5EF4-FFF2-40B4-BE49-F238E27FC236}">
                    <a16:creationId xmlns:a16="http://schemas.microsoft.com/office/drawing/2014/main" id="{3A2478CF-9A36-6596-6EC2-1C02FF769D2F}"/>
                  </a:ext>
                </a:extLst>
              </p:cNvPr>
              <p:cNvSpPr/>
              <p:nvPr/>
            </p:nvSpPr>
            <p:spPr>
              <a:xfrm>
                <a:off x="4163568" y="3371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6" name="Freeform 35365">
                <a:extLst>
                  <a:ext uri="{FF2B5EF4-FFF2-40B4-BE49-F238E27FC236}">
                    <a16:creationId xmlns:a16="http://schemas.microsoft.com/office/drawing/2014/main" id="{67A6AFB0-F029-840F-B0BC-E7D2D3693E57}"/>
                  </a:ext>
                </a:extLst>
              </p:cNvPr>
              <p:cNvSpPr/>
              <p:nvPr/>
            </p:nvSpPr>
            <p:spPr>
              <a:xfrm>
                <a:off x="4164064" y="333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7" name="Freeform 35366">
                <a:extLst>
                  <a:ext uri="{FF2B5EF4-FFF2-40B4-BE49-F238E27FC236}">
                    <a16:creationId xmlns:a16="http://schemas.microsoft.com/office/drawing/2014/main" id="{4F514400-36EB-7F84-48CA-78CFC72479A1}"/>
                  </a:ext>
                </a:extLst>
              </p:cNvPr>
              <p:cNvSpPr/>
              <p:nvPr/>
            </p:nvSpPr>
            <p:spPr>
              <a:xfrm>
                <a:off x="4164560" y="3333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8" name="Freeform 35367">
                <a:extLst>
                  <a:ext uri="{FF2B5EF4-FFF2-40B4-BE49-F238E27FC236}">
                    <a16:creationId xmlns:a16="http://schemas.microsoft.com/office/drawing/2014/main" id="{8A3A3BFE-9BF8-3D3D-1655-923831BE4DFE}"/>
                  </a:ext>
                </a:extLst>
              </p:cNvPr>
              <p:cNvSpPr/>
              <p:nvPr/>
            </p:nvSpPr>
            <p:spPr>
              <a:xfrm>
                <a:off x="4165155" y="3338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69" name="Freeform 35368">
                <a:extLst>
                  <a:ext uri="{FF2B5EF4-FFF2-40B4-BE49-F238E27FC236}">
                    <a16:creationId xmlns:a16="http://schemas.microsoft.com/office/drawing/2014/main" id="{8114522B-5129-5803-1C22-F083A9DD0569}"/>
                  </a:ext>
                </a:extLst>
              </p:cNvPr>
              <p:cNvSpPr/>
              <p:nvPr/>
            </p:nvSpPr>
            <p:spPr>
              <a:xfrm>
                <a:off x="4165652" y="3356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0" name="Freeform 35369">
                <a:extLst>
                  <a:ext uri="{FF2B5EF4-FFF2-40B4-BE49-F238E27FC236}">
                    <a16:creationId xmlns:a16="http://schemas.microsoft.com/office/drawing/2014/main" id="{43AB0594-D43B-3C2C-9D07-7BA5EB1F9D21}"/>
                  </a:ext>
                </a:extLst>
              </p:cNvPr>
              <p:cNvSpPr/>
              <p:nvPr/>
            </p:nvSpPr>
            <p:spPr>
              <a:xfrm>
                <a:off x="4166148" y="3372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1" name="Freeform 35370">
                <a:extLst>
                  <a:ext uri="{FF2B5EF4-FFF2-40B4-BE49-F238E27FC236}">
                    <a16:creationId xmlns:a16="http://schemas.microsoft.com/office/drawing/2014/main" id="{3CEEB488-37E3-7C80-29B9-DA7943B05434}"/>
                  </a:ext>
                </a:extLst>
              </p:cNvPr>
              <p:cNvSpPr/>
              <p:nvPr/>
            </p:nvSpPr>
            <p:spPr>
              <a:xfrm>
                <a:off x="4166743" y="3429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2" name="Freeform 35371">
                <a:extLst>
                  <a:ext uri="{FF2B5EF4-FFF2-40B4-BE49-F238E27FC236}">
                    <a16:creationId xmlns:a16="http://schemas.microsoft.com/office/drawing/2014/main" id="{D2C7630F-BF5A-2D15-1ABF-07925578F756}"/>
                  </a:ext>
                </a:extLst>
              </p:cNvPr>
              <p:cNvSpPr/>
              <p:nvPr/>
            </p:nvSpPr>
            <p:spPr>
              <a:xfrm>
                <a:off x="4167239" y="3570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3" name="Freeform 35372">
                <a:extLst>
                  <a:ext uri="{FF2B5EF4-FFF2-40B4-BE49-F238E27FC236}">
                    <a16:creationId xmlns:a16="http://schemas.microsoft.com/office/drawing/2014/main" id="{1813EA55-4612-3F55-C399-14BE9F2A1210}"/>
                  </a:ext>
                </a:extLst>
              </p:cNvPr>
              <p:cNvSpPr/>
              <p:nvPr/>
            </p:nvSpPr>
            <p:spPr>
              <a:xfrm>
                <a:off x="4167735" y="381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4" name="Freeform 35373">
                <a:extLst>
                  <a:ext uri="{FF2B5EF4-FFF2-40B4-BE49-F238E27FC236}">
                    <a16:creationId xmlns:a16="http://schemas.microsoft.com/office/drawing/2014/main" id="{DC17A262-F1C6-FD31-4D25-ADC0E519956A}"/>
                  </a:ext>
                </a:extLst>
              </p:cNvPr>
              <p:cNvSpPr/>
              <p:nvPr/>
            </p:nvSpPr>
            <p:spPr>
              <a:xfrm>
                <a:off x="4168330" y="3857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5" name="Freeform 35374">
                <a:extLst>
                  <a:ext uri="{FF2B5EF4-FFF2-40B4-BE49-F238E27FC236}">
                    <a16:creationId xmlns:a16="http://schemas.microsoft.com/office/drawing/2014/main" id="{AA4E7FD5-33DE-2E26-5A28-7C5F3B6F8C9E}"/>
                  </a:ext>
                </a:extLst>
              </p:cNvPr>
              <p:cNvSpPr/>
              <p:nvPr/>
            </p:nvSpPr>
            <p:spPr>
              <a:xfrm>
                <a:off x="4168827" y="3861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6" name="Freeform 35375">
                <a:extLst>
                  <a:ext uri="{FF2B5EF4-FFF2-40B4-BE49-F238E27FC236}">
                    <a16:creationId xmlns:a16="http://schemas.microsoft.com/office/drawing/2014/main" id="{D19DD139-13A4-5771-BB94-180868DB0F38}"/>
                  </a:ext>
                </a:extLst>
              </p:cNvPr>
              <p:cNvSpPr/>
              <p:nvPr/>
            </p:nvSpPr>
            <p:spPr>
              <a:xfrm>
                <a:off x="4169323" y="3853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7" name="Freeform 35376">
                <a:extLst>
                  <a:ext uri="{FF2B5EF4-FFF2-40B4-BE49-F238E27FC236}">
                    <a16:creationId xmlns:a16="http://schemas.microsoft.com/office/drawing/2014/main" id="{236B7128-DDA7-5ADA-7DE7-046C549766F4}"/>
                  </a:ext>
                </a:extLst>
              </p:cNvPr>
              <p:cNvSpPr/>
              <p:nvPr/>
            </p:nvSpPr>
            <p:spPr>
              <a:xfrm>
                <a:off x="4169918" y="3864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8" name="Freeform 35377">
                <a:extLst>
                  <a:ext uri="{FF2B5EF4-FFF2-40B4-BE49-F238E27FC236}">
                    <a16:creationId xmlns:a16="http://schemas.microsoft.com/office/drawing/2014/main" id="{453A23E3-5875-B563-ADCB-7A3227C63647}"/>
                  </a:ext>
                </a:extLst>
              </p:cNvPr>
              <p:cNvSpPr/>
              <p:nvPr/>
            </p:nvSpPr>
            <p:spPr>
              <a:xfrm>
                <a:off x="4170414" y="3873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79" name="Freeform 35378">
                <a:extLst>
                  <a:ext uri="{FF2B5EF4-FFF2-40B4-BE49-F238E27FC236}">
                    <a16:creationId xmlns:a16="http://schemas.microsoft.com/office/drawing/2014/main" id="{75E3140F-47F9-D2B1-EA2E-7D31A30A74DF}"/>
                  </a:ext>
                </a:extLst>
              </p:cNvPr>
              <p:cNvSpPr/>
              <p:nvPr/>
            </p:nvSpPr>
            <p:spPr>
              <a:xfrm>
                <a:off x="4170910" y="3845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0" name="Freeform 35379">
                <a:extLst>
                  <a:ext uri="{FF2B5EF4-FFF2-40B4-BE49-F238E27FC236}">
                    <a16:creationId xmlns:a16="http://schemas.microsoft.com/office/drawing/2014/main" id="{2D4B0121-1D7A-0D1B-F722-0518B3BE9416}"/>
                  </a:ext>
                </a:extLst>
              </p:cNvPr>
              <p:cNvSpPr/>
              <p:nvPr/>
            </p:nvSpPr>
            <p:spPr>
              <a:xfrm>
                <a:off x="4171505" y="3593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1" name="Freeform 35380">
                <a:extLst>
                  <a:ext uri="{FF2B5EF4-FFF2-40B4-BE49-F238E27FC236}">
                    <a16:creationId xmlns:a16="http://schemas.microsoft.com/office/drawing/2014/main" id="{73FD5B16-D29C-5931-233D-8A566D6562C0}"/>
                  </a:ext>
                </a:extLst>
              </p:cNvPr>
              <p:cNvSpPr/>
              <p:nvPr/>
            </p:nvSpPr>
            <p:spPr>
              <a:xfrm>
                <a:off x="4172002" y="3467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2" name="Freeform 35381">
                <a:extLst>
                  <a:ext uri="{FF2B5EF4-FFF2-40B4-BE49-F238E27FC236}">
                    <a16:creationId xmlns:a16="http://schemas.microsoft.com/office/drawing/2014/main" id="{B482A566-460D-EBDA-5022-DB42C181457B}"/>
                  </a:ext>
                </a:extLst>
              </p:cNvPr>
              <p:cNvSpPr/>
              <p:nvPr/>
            </p:nvSpPr>
            <p:spPr>
              <a:xfrm>
                <a:off x="4172498" y="3501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3" name="Freeform 35382">
                <a:extLst>
                  <a:ext uri="{FF2B5EF4-FFF2-40B4-BE49-F238E27FC236}">
                    <a16:creationId xmlns:a16="http://schemas.microsoft.com/office/drawing/2014/main" id="{AE19FD91-732A-6148-6FA8-FE72B39344CE}"/>
                  </a:ext>
                </a:extLst>
              </p:cNvPr>
              <p:cNvSpPr/>
              <p:nvPr/>
            </p:nvSpPr>
            <p:spPr>
              <a:xfrm>
                <a:off x="4173093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4" name="Freeform 35383">
                <a:extLst>
                  <a:ext uri="{FF2B5EF4-FFF2-40B4-BE49-F238E27FC236}">
                    <a16:creationId xmlns:a16="http://schemas.microsoft.com/office/drawing/2014/main" id="{8BF5F80B-0E4D-A652-5373-C38B83371C66}"/>
                  </a:ext>
                </a:extLst>
              </p:cNvPr>
              <p:cNvSpPr/>
              <p:nvPr/>
            </p:nvSpPr>
            <p:spPr>
              <a:xfrm>
                <a:off x="4173589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5" name="Freeform 35384">
                <a:extLst>
                  <a:ext uri="{FF2B5EF4-FFF2-40B4-BE49-F238E27FC236}">
                    <a16:creationId xmlns:a16="http://schemas.microsoft.com/office/drawing/2014/main" id="{FAFB4EFD-43FC-A082-D6CF-5A5B2514126F}"/>
                  </a:ext>
                </a:extLst>
              </p:cNvPr>
              <p:cNvSpPr/>
              <p:nvPr/>
            </p:nvSpPr>
            <p:spPr>
              <a:xfrm>
                <a:off x="4174085" y="3500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6" name="Freeform 35385">
                <a:extLst>
                  <a:ext uri="{FF2B5EF4-FFF2-40B4-BE49-F238E27FC236}">
                    <a16:creationId xmlns:a16="http://schemas.microsoft.com/office/drawing/2014/main" id="{E544AB83-3A88-E4D8-88B5-711290F272B1}"/>
                  </a:ext>
                </a:extLst>
              </p:cNvPr>
              <p:cNvSpPr/>
              <p:nvPr/>
            </p:nvSpPr>
            <p:spPr>
              <a:xfrm>
                <a:off x="4174581" y="3499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7" name="Freeform 35386">
                <a:extLst>
                  <a:ext uri="{FF2B5EF4-FFF2-40B4-BE49-F238E27FC236}">
                    <a16:creationId xmlns:a16="http://schemas.microsoft.com/office/drawing/2014/main" id="{71A7E226-F800-D3FB-C4DA-97DA9C47F2C9}"/>
                  </a:ext>
                </a:extLst>
              </p:cNvPr>
              <p:cNvSpPr/>
              <p:nvPr/>
            </p:nvSpPr>
            <p:spPr>
              <a:xfrm>
                <a:off x="4175177" y="3449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8" name="Freeform 35387">
                <a:extLst>
                  <a:ext uri="{FF2B5EF4-FFF2-40B4-BE49-F238E27FC236}">
                    <a16:creationId xmlns:a16="http://schemas.microsoft.com/office/drawing/2014/main" id="{2A8ABD11-19D8-FC85-6552-01CDA2FEBA77}"/>
                  </a:ext>
                </a:extLst>
              </p:cNvPr>
              <p:cNvSpPr/>
              <p:nvPr/>
            </p:nvSpPr>
            <p:spPr>
              <a:xfrm>
                <a:off x="4175673" y="3401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89" name="Freeform 35388">
                <a:extLst>
                  <a:ext uri="{FF2B5EF4-FFF2-40B4-BE49-F238E27FC236}">
                    <a16:creationId xmlns:a16="http://schemas.microsoft.com/office/drawing/2014/main" id="{DD614962-4CBC-C052-06AA-5F8D28CCCF36}"/>
                  </a:ext>
                </a:extLst>
              </p:cNvPr>
              <p:cNvSpPr/>
              <p:nvPr/>
            </p:nvSpPr>
            <p:spPr>
              <a:xfrm>
                <a:off x="4176169" y="3348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0" name="Freeform 35389">
                <a:extLst>
                  <a:ext uri="{FF2B5EF4-FFF2-40B4-BE49-F238E27FC236}">
                    <a16:creationId xmlns:a16="http://schemas.microsoft.com/office/drawing/2014/main" id="{4A8B1D46-A419-69EC-A64D-1CCFDA870264}"/>
                  </a:ext>
                </a:extLst>
              </p:cNvPr>
              <p:cNvSpPr/>
              <p:nvPr/>
            </p:nvSpPr>
            <p:spPr>
              <a:xfrm>
                <a:off x="4176764" y="3306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1" name="Freeform 35390">
                <a:extLst>
                  <a:ext uri="{FF2B5EF4-FFF2-40B4-BE49-F238E27FC236}">
                    <a16:creationId xmlns:a16="http://schemas.microsoft.com/office/drawing/2014/main" id="{3317A440-5080-17F3-87C5-C989E30C8467}"/>
                  </a:ext>
                </a:extLst>
              </p:cNvPr>
              <p:cNvSpPr/>
              <p:nvPr/>
            </p:nvSpPr>
            <p:spPr>
              <a:xfrm>
                <a:off x="4177260" y="3294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2" name="Freeform 35391">
                <a:extLst>
                  <a:ext uri="{FF2B5EF4-FFF2-40B4-BE49-F238E27FC236}">
                    <a16:creationId xmlns:a16="http://schemas.microsoft.com/office/drawing/2014/main" id="{6BEE23CC-24E5-D687-1723-B4E5A5F6ABF7}"/>
                  </a:ext>
                </a:extLst>
              </p:cNvPr>
              <p:cNvSpPr/>
              <p:nvPr/>
            </p:nvSpPr>
            <p:spPr>
              <a:xfrm>
                <a:off x="4177756" y="3294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3" name="Freeform 35392">
                <a:extLst>
                  <a:ext uri="{FF2B5EF4-FFF2-40B4-BE49-F238E27FC236}">
                    <a16:creationId xmlns:a16="http://schemas.microsoft.com/office/drawing/2014/main" id="{E9B241FB-CB62-ECD5-45B5-CC693B2ABD41}"/>
                  </a:ext>
                </a:extLst>
              </p:cNvPr>
              <p:cNvSpPr/>
              <p:nvPr/>
            </p:nvSpPr>
            <p:spPr>
              <a:xfrm>
                <a:off x="4178352" y="3308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4" name="Freeform 35393">
                <a:extLst>
                  <a:ext uri="{FF2B5EF4-FFF2-40B4-BE49-F238E27FC236}">
                    <a16:creationId xmlns:a16="http://schemas.microsoft.com/office/drawing/2014/main" id="{277FE0FF-1577-AB9E-810C-1C831D65B67F}"/>
                  </a:ext>
                </a:extLst>
              </p:cNvPr>
              <p:cNvSpPr/>
              <p:nvPr/>
            </p:nvSpPr>
            <p:spPr>
              <a:xfrm>
                <a:off x="4178848" y="3352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5" name="Freeform 35394">
                <a:extLst>
                  <a:ext uri="{FF2B5EF4-FFF2-40B4-BE49-F238E27FC236}">
                    <a16:creationId xmlns:a16="http://schemas.microsoft.com/office/drawing/2014/main" id="{B84EF78D-ACD3-5AA3-DF63-1ABB900819DB}"/>
                  </a:ext>
                </a:extLst>
              </p:cNvPr>
              <p:cNvSpPr/>
              <p:nvPr/>
            </p:nvSpPr>
            <p:spPr>
              <a:xfrm>
                <a:off x="4179344" y="3424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6" name="Freeform 35395">
                <a:extLst>
                  <a:ext uri="{FF2B5EF4-FFF2-40B4-BE49-F238E27FC236}">
                    <a16:creationId xmlns:a16="http://schemas.microsoft.com/office/drawing/2014/main" id="{9C351A64-DC48-CD75-98A5-F6ECD0EBFFD8}"/>
                  </a:ext>
                </a:extLst>
              </p:cNvPr>
              <p:cNvSpPr/>
              <p:nvPr/>
            </p:nvSpPr>
            <p:spPr>
              <a:xfrm>
                <a:off x="4179939" y="3587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7" name="Freeform 35396">
                <a:extLst>
                  <a:ext uri="{FF2B5EF4-FFF2-40B4-BE49-F238E27FC236}">
                    <a16:creationId xmlns:a16="http://schemas.microsoft.com/office/drawing/2014/main" id="{54E3B5E5-AF44-6890-079B-7DEA0689FBD6}"/>
                  </a:ext>
                </a:extLst>
              </p:cNvPr>
              <p:cNvSpPr/>
              <p:nvPr/>
            </p:nvSpPr>
            <p:spPr>
              <a:xfrm>
                <a:off x="4180435" y="3925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8" name="Freeform 35397">
                <a:extLst>
                  <a:ext uri="{FF2B5EF4-FFF2-40B4-BE49-F238E27FC236}">
                    <a16:creationId xmlns:a16="http://schemas.microsoft.com/office/drawing/2014/main" id="{3EA029AD-828C-2FEA-07A5-E73FF11C0406}"/>
                  </a:ext>
                </a:extLst>
              </p:cNvPr>
              <p:cNvSpPr/>
              <p:nvPr/>
            </p:nvSpPr>
            <p:spPr>
              <a:xfrm>
                <a:off x="4180931" y="3951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99" name="Freeform 35398">
                <a:extLst>
                  <a:ext uri="{FF2B5EF4-FFF2-40B4-BE49-F238E27FC236}">
                    <a16:creationId xmlns:a16="http://schemas.microsoft.com/office/drawing/2014/main" id="{F6EDA69B-E8C9-32AD-3182-8E4B7B45C8EE}"/>
                  </a:ext>
                </a:extLst>
              </p:cNvPr>
              <p:cNvSpPr/>
              <p:nvPr/>
            </p:nvSpPr>
            <p:spPr>
              <a:xfrm>
                <a:off x="4181527" y="3938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0" name="Freeform 35399">
                <a:extLst>
                  <a:ext uri="{FF2B5EF4-FFF2-40B4-BE49-F238E27FC236}">
                    <a16:creationId xmlns:a16="http://schemas.microsoft.com/office/drawing/2014/main" id="{B585BCB6-8EA1-955F-2B19-2BEB94F30E0C}"/>
                  </a:ext>
                </a:extLst>
              </p:cNvPr>
              <p:cNvSpPr/>
              <p:nvPr/>
            </p:nvSpPr>
            <p:spPr>
              <a:xfrm>
                <a:off x="4182023" y="3928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1" name="Freeform 35400">
                <a:extLst>
                  <a:ext uri="{FF2B5EF4-FFF2-40B4-BE49-F238E27FC236}">
                    <a16:creationId xmlns:a16="http://schemas.microsoft.com/office/drawing/2014/main" id="{26D89D77-841D-D25F-2E1E-F0B4EC145569}"/>
                  </a:ext>
                </a:extLst>
              </p:cNvPr>
              <p:cNvSpPr/>
              <p:nvPr/>
            </p:nvSpPr>
            <p:spPr>
              <a:xfrm>
                <a:off x="4182519" y="3929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2" name="Freeform 35401">
                <a:extLst>
                  <a:ext uri="{FF2B5EF4-FFF2-40B4-BE49-F238E27FC236}">
                    <a16:creationId xmlns:a16="http://schemas.microsoft.com/office/drawing/2014/main" id="{A0663FF3-1C1E-AAC3-13FE-8FEBF4C62BE5}"/>
                  </a:ext>
                </a:extLst>
              </p:cNvPr>
              <p:cNvSpPr/>
              <p:nvPr/>
            </p:nvSpPr>
            <p:spPr>
              <a:xfrm>
                <a:off x="4183114" y="3948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3" name="Freeform 35402">
                <a:extLst>
                  <a:ext uri="{FF2B5EF4-FFF2-40B4-BE49-F238E27FC236}">
                    <a16:creationId xmlns:a16="http://schemas.microsoft.com/office/drawing/2014/main" id="{99767B9D-DB65-08BA-6A18-38E4DC0A2D0A}"/>
                  </a:ext>
                </a:extLst>
              </p:cNvPr>
              <p:cNvSpPr/>
              <p:nvPr/>
            </p:nvSpPr>
            <p:spPr>
              <a:xfrm>
                <a:off x="4183610" y="396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4" name="Freeform 35403">
                <a:extLst>
                  <a:ext uri="{FF2B5EF4-FFF2-40B4-BE49-F238E27FC236}">
                    <a16:creationId xmlns:a16="http://schemas.microsoft.com/office/drawing/2014/main" id="{A222F4A9-4C00-2D85-0DF8-23ED252D773B}"/>
                  </a:ext>
                </a:extLst>
              </p:cNvPr>
              <p:cNvSpPr/>
              <p:nvPr/>
            </p:nvSpPr>
            <p:spPr>
              <a:xfrm>
                <a:off x="4184106" y="3651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5" name="Freeform 35404">
                <a:extLst>
                  <a:ext uri="{FF2B5EF4-FFF2-40B4-BE49-F238E27FC236}">
                    <a16:creationId xmlns:a16="http://schemas.microsoft.com/office/drawing/2014/main" id="{655EBF12-FD7C-417F-0EEC-2C9B11685B30}"/>
                  </a:ext>
                </a:extLst>
              </p:cNvPr>
              <p:cNvSpPr/>
              <p:nvPr/>
            </p:nvSpPr>
            <p:spPr>
              <a:xfrm>
                <a:off x="4184702" y="3503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6" name="Freeform 35405">
                <a:extLst>
                  <a:ext uri="{FF2B5EF4-FFF2-40B4-BE49-F238E27FC236}">
                    <a16:creationId xmlns:a16="http://schemas.microsoft.com/office/drawing/2014/main" id="{88CD7D14-B295-9D9F-B795-3C6CD2215313}"/>
                  </a:ext>
                </a:extLst>
              </p:cNvPr>
              <p:cNvSpPr/>
              <p:nvPr/>
            </p:nvSpPr>
            <p:spPr>
              <a:xfrm>
                <a:off x="4185198" y="3554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7" name="Freeform 35406">
                <a:extLst>
                  <a:ext uri="{FF2B5EF4-FFF2-40B4-BE49-F238E27FC236}">
                    <a16:creationId xmlns:a16="http://schemas.microsoft.com/office/drawing/2014/main" id="{AB20B44D-4D3D-AA41-B03E-BDDC99F8DB99}"/>
                  </a:ext>
                </a:extLst>
              </p:cNvPr>
              <p:cNvSpPr/>
              <p:nvPr/>
            </p:nvSpPr>
            <p:spPr>
              <a:xfrm>
                <a:off x="4185694" y="3531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8" name="Freeform 35407">
                <a:extLst>
                  <a:ext uri="{FF2B5EF4-FFF2-40B4-BE49-F238E27FC236}">
                    <a16:creationId xmlns:a16="http://schemas.microsoft.com/office/drawing/2014/main" id="{DCED8723-9E5A-BCF1-2AC7-4DA055996B93}"/>
                  </a:ext>
                </a:extLst>
              </p:cNvPr>
              <p:cNvSpPr/>
              <p:nvPr/>
            </p:nvSpPr>
            <p:spPr>
              <a:xfrm>
                <a:off x="4186289" y="3524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09" name="Freeform 35408">
                <a:extLst>
                  <a:ext uri="{FF2B5EF4-FFF2-40B4-BE49-F238E27FC236}">
                    <a16:creationId xmlns:a16="http://schemas.microsoft.com/office/drawing/2014/main" id="{E5FFD605-4492-8C3D-569B-94DBCFF0859B}"/>
                  </a:ext>
                </a:extLst>
              </p:cNvPr>
              <p:cNvSpPr/>
              <p:nvPr/>
            </p:nvSpPr>
            <p:spPr>
              <a:xfrm>
                <a:off x="4186785" y="3512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0" name="Freeform 35409">
                <a:extLst>
                  <a:ext uri="{FF2B5EF4-FFF2-40B4-BE49-F238E27FC236}">
                    <a16:creationId xmlns:a16="http://schemas.microsoft.com/office/drawing/2014/main" id="{8950661D-455D-EFF0-82CB-4D95C820B89E}"/>
                  </a:ext>
                </a:extLst>
              </p:cNvPr>
              <p:cNvSpPr/>
              <p:nvPr/>
            </p:nvSpPr>
            <p:spPr>
              <a:xfrm>
                <a:off x="4187281" y="3492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1" name="Freeform 35410">
                <a:extLst>
                  <a:ext uri="{FF2B5EF4-FFF2-40B4-BE49-F238E27FC236}">
                    <a16:creationId xmlns:a16="http://schemas.microsoft.com/office/drawing/2014/main" id="{AE0B3259-B4DF-242E-BEDE-DABFE07F5E15}"/>
                  </a:ext>
                </a:extLst>
              </p:cNvPr>
              <p:cNvSpPr/>
              <p:nvPr/>
            </p:nvSpPr>
            <p:spPr>
              <a:xfrm>
                <a:off x="4187777" y="3461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2" name="Freeform 35411">
                <a:extLst>
                  <a:ext uri="{FF2B5EF4-FFF2-40B4-BE49-F238E27FC236}">
                    <a16:creationId xmlns:a16="http://schemas.microsoft.com/office/drawing/2014/main" id="{20BC6C94-385B-5E18-99C9-95700046F6B8}"/>
                  </a:ext>
                </a:extLst>
              </p:cNvPr>
              <p:cNvSpPr/>
              <p:nvPr/>
            </p:nvSpPr>
            <p:spPr>
              <a:xfrm>
                <a:off x="4188373" y="3405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3" name="Freeform 35412">
                <a:extLst>
                  <a:ext uri="{FF2B5EF4-FFF2-40B4-BE49-F238E27FC236}">
                    <a16:creationId xmlns:a16="http://schemas.microsoft.com/office/drawing/2014/main" id="{C71DF280-4375-9E3F-5119-6D6F7A0E15C5}"/>
                  </a:ext>
                </a:extLst>
              </p:cNvPr>
              <p:cNvSpPr/>
              <p:nvPr/>
            </p:nvSpPr>
            <p:spPr>
              <a:xfrm>
                <a:off x="4188869" y="3363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4" name="Freeform 35413">
                <a:extLst>
                  <a:ext uri="{FF2B5EF4-FFF2-40B4-BE49-F238E27FC236}">
                    <a16:creationId xmlns:a16="http://schemas.microsoft.com/office/drawing/2014/main" id="{4062600E-876D-5A29-63EC-2781F8B2DB08}"/>
                  </a:ext>
                </a:extLst>
              </p:cNvPr>
              <p:cNvSpPr/>
              <p:nvPr/>
            </p:nvSpPr>
            <p:spPr>
              <a:xfrm>
                <a:off x="4189365" y="3317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5" name="Freeform 35414">
                <a:extLst>
                  <a:ext uri="{FF2B5EF4-FFF2-40B4-BE49-F238E27FC236}">
                    <a16:creationId xmlns:a16="http://schemas.microsoft.com/office/drawing/2014/main" id="{744DF1CF-82F0-926C-5464-7B0F44B81D93}"/>
                  </a:ext>
                </a:extLst>
              </p:cNvPr>
              <p:cNvSpPr/>
              <p:nvPr/>
            </p:nvSpPr>
            <p:spPr>
              <a:xfrm>
                <a:off x="4189960" y="3306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6" name="Freeform 35415">
                <a:extLst>
                  <a:ext uri="{FF2B5EF4-FFF2-40B4-BE49-F238E27FC236}">
                    <a16:creationId xmlns:a16="http://schemas.microsoft.com/office/drawing/2014/main" id="{82721DEF-7957-552E-0338-993BD6C0A4DA}"/>
                  </a:ext>
                </a:extLst>
              </p:cNvPr>
              <p:cNvSpPr/>
              <p:nvPr/>
            </p:nvSpPr>
            <p:spPr>
              <a:xfrm>
                <a:off x="4190456" y="3309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7" name="Freeform 35416">
                <a:extLst>
                  <a:ext uri="{FF2B5EF4-FFF2-40B4-BE49-F238E27FC236}">
                    <a16:creationId xmlns:a16="http://schemas.microsoft.com/office/drawing/2014/main" id="{EEF6A146-57BE-F43B-9111-ABA2D5D0DAFE}"/>
                  </a:ext>
                </a:extLst>
              </p:cNvPr>
              <p:cNvSpPr/>
              <p:nvPr/>
            </p:nvSpPr>
            <p:spPr>
              <a:xfrm>
                <a:off x="4190952" y="3331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8" name="Freeform 35417">
                <a:extLst>
                  <a:ext uri="{FF2B5EF4-FFF2-40B4-BE49-F238E27FC236}">
                    <a16:creationId xmlns:a16="http://schemas.microsoft.com/office/drawing/2014/main" id="{6CB9A1DB-500E-DB9E-2842-8EAB29A73295}"/>
                  </a:ext>
                </a:extLst>
              </p:cNvPr>
              <p:cNvSpPr/>
              <p:nvPr/>
            </p:nvSpPr>
            <p:spPr>
              <a:xfrm>
                <a:off x="4191548" y="3368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19" name="Freeform 35418">
                <a:extLst>
                  <a:ext uri="{FF2B5EF4-FFF2-40B4-BE49-F238E27FC236}">
                    <a16:creationId xmlns:a16="http://schemas.microsoft.com/office/drawing/2014/main" id="{2280B218-C041-167E-9D01-9B69586F4253}"/>
                  </a:ext>
                </a:extLst>
              </p:cNvPr>
              <p:cNvSpPr/>
              <p:nvPr/>
            </p:nvSpPr>
            <p:spPr>
              <a:xfrm>
                <a:off x="4192044" y="3441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0" name="Freeform 35419">
                <a:extLst>
                  <a:ext uri="{FF2B5EF4-FFF2-40B4-BE49-F238E27FC236}">
                    <a16:creationId xmlns:a16="http://schemas.microsoft.com/office/drawing/2014/main" id="{368B7B53-AF07-1D75-98B1-1FEA709F3AF8}"/>
                  </a:ext>
                </a:extLst>
              </p:cNvPr>
              <p:cNvSpPr/>
              <p:nvPr/>
            </p:nvSpPr>
            <p:spPr>
              <a:xfrm>
                <a:off x="4192540" y="3725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1" name="Freeform 35420">
                <a:extLst>
                  <a:ext uri="{FF2B5EF4-FFF2-40B4-BE49-F238E27FC236}">
                    <a16:creationId xmlns:a16="http://schemas.microsoft.com/office/drawing/2014/main" id="{B6D48AFF-E7B6-9D26-B8A1-48C9826E75C4}"/>
                  </a:ext>
                </a:extLst>
              </p:cNvPr>
              <p:cNvSpPr/>
              <p:nvPr/>
            </p:nvSpPr>
            <p:spPr>
              <a:xfrm>
                <a:off x="4193135" y="3968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2" name="Freeform 35421">
                <a:extLst>
                  <a:ext uri="{FF2B5EF4-FFF2-40B4-BE49-F238E27FC236}">
                    <a16:creationId xmlns:a16="http://schemas.microsoft.com/office/drawing/2014/main" id="{D75C3145-DC52-C1DE-42CF-4A64FE315D09}"/>
                  </a:ext>
                </a:extLst>
              </p:cNvPr>
              <p:cNvSpPr/>
              <p:nvPr/>
            </p:nvSpPr>
            <p:spPr>
              <a:xfrm>
                <a:off x="4193631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3" name="Freeform 35422">
                <a:extLst>
                  <a:ext uri="{FF2B5EF4-FFF2-40B4-BE49-F238E27FC236}">
                    <a16:creationId xmlns:a16="http://schemas.microsoft.com/office/drawing/2014/main" id="{4F3F5D51-E97A-C583-0521-3121470177DE}"/>
                  </a:ext>
                </a:extLst>
              </p:cNvPr>
              <p:cNvSpPr/>
              <p:nvPr/>
            </p:nvSpPr>
            <p:spPr>
              <a:xfrm>
                <a:off x="4194127" y="396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4" name="Freeform 35423">
                <a:extLst>
                  <a:ext uri="{FF2B5EF4-FFF2-40B4-BE49-F238E27FC236}">
                    <a16:creationId xmlns:a16="http://schemas.microsoft.com/office/drawing/2014/main" id="{DB4615A3-FD3B-E377-EE60-9B21D88B83E5}"/>
                  </a:ext>
                </a:extLst>
              </p:cNvPr>
              <p:cNvSpPr/>
              <p:nvPr/>
            </p:nvSpPr>
            <p:spPr>
              <a:xfrm>
                <a:off x="4194723" y="3948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5" name="Freeform 35424">
                <a:extLst>
                  <a:ext uri="{FF2B5EF4-FFF2-40B4-BE49-F238E27FC236}">
                    <a16:creationId xmlns:a16="http://schemas.microsoft.com/office/drawing/2014/main" id="{F00B30FC-CA62-5F04-C66C-E2C2AA4589A1}"/>
                  </a:ext>
                </a:extLst>
              </p:cNvPr>
              <p:cNvSpPr/>
              <p:nvPr/>
            </p:nvSpPr>
            <p:spPr>
              <a:xfrm>
                <a:off x="4195219" y="395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6" name="Freeform 35425">
                <a:extLst>
                  <a:ext uri="{FF2B5EF4-FFF2-40B4-BE49-F238E27FC236}">
                    <a16:creationId xmlns:a16="http://schemas.microsoft.com/office/drawing/2014/main" id="{CDBF6A8B-99EE-735F-C025-2E4F6A5954C1}"/>
                  </a:ext>
                </a:extLst>
              </p:cNvPr>
              <p:cNvSpPr/>
              <p:nvPr/>
            </p:nvSpPr>
            <p:spPr>
              <a:xfrm>
                <a:off x="4195715" y="396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7" name="Freeform 35426">
                <a:extLst>
                  <a:ext uri="{FF2B5EF4-FFF2-40B4-BE49-F238E27FC236}">
                    <a16:creationId xmlns:a16="http://schemas.microsoft.com/office/drawing/2014/main" id="{37CC33BA-A4B1-8381-ED0A-8C48937BCAE7}"/>
                  </a:ext>
                </a:extLst>
              </p:cNvPr>
              <p:cNvSpPr/>
              <p:nvPr/>
            </p:nvSpPr>
            <p:spPr>
              <a:xfrm>
                <a:off x="4196310" y="3956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8" name="Freeform 35427">
                <a:extLst>
                  <a:ext uri="{FF2B5EF4-FFF2-40B4-BE49-F238E27FC236}">
                    <a16:creationId xmlns:a16="http://schemas.microsoft.com/office/drawing/2014/main" id="{86DC3B4F-3C76-2B28-8071-0FD9F0000B91}"/>
                  </a:ext>
                </a:extLst>
              </p:cNvPr>
              <p:cNvSpPr/>
              <p:nvPr/>
            </p:nvSpPr>
            <p:spPr>
              <a:xfrm>
                <a:off x="4196806" y="3664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29" name="Freeform 35428">
                <a:extLst>
                  <a:ext uri="{FF2B5EF4-FFF2-40B4-BE49-F238E27FC236}">
                    <a16:creationId xmlns:a16="http://schemas.microsoft.com/office/drawing/2014/main" id="{FBFDDAD7-63CE-01DD-85D0-680970582085}"/>
                  </a:ext>
                </a:extLst>
              </p:cNvPr>
              <p:cNvSpPr/>
              <p:nvPr/>
            </p:nvSpPr>
            <p:spPr>
              <a:xfrm>
                <a:off x="4197302" y="351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0" name="Freeform 35429">
                <a:extLst>
                  <a:ext uri="{FF2B5EF4-FFF2-40B4-BE49-F238E27FC236}">
                    <a16:creationId xmlns:a16="http://schemas.microsoft.com/office/drawing/2014/main" id="{D6984A2F-8BBA-4B19-2D6B-416077ADFD10}"/>
                  </a:ext>
                </a:extLst>
              </p:cNvPr>
              <p:cNvSpPr/>
              <p:nvPr/>
            </p:nvSpPr>
            <p:spPr>
              <a:xfrm>
                <a:off x="4197898" y="3573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1" name="Freeform 35430">
                <a:extLst>
                  <a:ext uri="{FF2B5EF4-FFF2-40B4-BE49-F238E27FC236}">
                    <a16:creationId xmlns:a16="http://schemas.microsoft.com/office/drawing/2014/main" id="{BB27FB43-9E5C-D2F4-63C4-53009C70D56D}"/>
                  </a:ext>
                </a:extLst>
              </p:cNvPr>
              <p:cNvSpPr/>
              <p:nvPr/>
            </p:nvSpPr>
            <p:spPr>
              <a:xfrm>
                <a:off x="4198394" y="3561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2" name="Freeform 35431">
                <a:extLst>
                  <a:ext uri="{FF2B5EF4-FFF2-40B4-BE49-F238E27FC236}">
                    <a16:creationId xmlns:a16="http://schemas.microsoft.com/office/drawing/2014/main" id="{EB283FB4-20B7-B4E5-97EA-B304CCD756BB}"/>
                  </a:ext>
                </a:extLst>
              </p:cNvPr>
              <p:cNvSpPr/>
              <p:nvPr/>
            </p:nvSpPr>
            <p:spPr>
              <a:xfrm>
                <a:off x="4198890" y="3543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3" name="Freeform 35432">
                <a:extLst>
                  <a:ext uri="{FF2B5EF4-FFF2-40B4-BE49-F238E27FC236}">
                    <a16:creationId xmlns:a16="http://schemas.microsoft.com/office/drawing/2014/main" id="{0C9E89D9-82CD-F9B1-3F20-763416B69074}"/>
                  </a:ext>
                </a:extLst>
              </p:cNvPr>
              <p:cNvSpPr/>
              <p:nvPr/>
            </p:nvSpPr>
            <p:spPr>
              <a:xfrm>
                <a:off x="4199386" y="353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4" name="Freeform 35433">
                <a:extLst>
                  <a:ext uri="{FF2B5EF4-FFF2-40B4-BE49-F238E27FC236}">
                    <a16:creationId xmlns:a16="http://schemas.microsoft.com/office/drawing/2014/main" id="{6FA492AF-C4F9-A101-5669-86414B8E495E}"/>
                  </a:ext>
                </a:extLst>
              </p:cNvPr>
              <p:cNvSpPr/>
              <p:nvPr/>
            </p:nvSpPr>
            <p:spPr>
              <a:xfrm>
                <a:off x="4199981" y="3517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5" name="Freeform 35434">
                <a:extLst>
                  <a:ext uri="{FF2B5EF4-FFF2-40B4-BE49-F238E27FC236}">
                    <a16:creationId xmlns:a16="http://schemas.microsoft.com/office/drawing/2014/main" id="{DA44CFE7-DB24-CC26-A0E8-169D82621B34}"/>
                  </a:ext>
                </a:extLst>
              </p:cNvPr>
              <p:cNvSpPr/>
              <p:nvPr/>
            </p:nvSpPr>
            <p:spPr>
              <a:xfrm>
                <a:off x="4200477" y="3479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6" name="Freeform 35435">
                <a:extLst>
                  <a:ext uri="{FF2B5EF4-FFF2-40B4-BE49-F238E27FC236}">
                    <a16:creationId xmlns:a16="http://schemas.microsoft.com/office/drawing/2014/main" id="{DAFCA14A-82D4-5B2F-1AC6-7B9C6B235D64}"/>
                  </a:ext>
                </a:extLst>
              </p:cNvPr>
              <p:cNvSpPr/>
              <p:nvPr/>
            </p:nvSpPr>
            <p:spPr>
              <a:xfrm>
                <a:off x="4200973" y="34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7" name="Freeform 35436">
                <a:extLst>
                  <a:ext uri="{FF2B5EF4-FFF2-40B4-BE49-F238E27FC236}">
                    <a16:creationId xmlns:a16="http://schemas.microsoft.com/office/drawing/2014/main" id="{0D1CC918-3C21-0935-764D-1E27E35C4606}"/>
                  </a:ext>
                </a:extLst>
              </p:cNvPr>
              <p:cNvSpPr/>
              <p:nvPr/>
            </p:nvSpPr>
            <p:spPr>
              <a:xfrm>
                <a:off x="4201569" y="3368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8" name="Freeform 35437">
                <a:extLst>
                  <a:ext uri="{FF2B5EF4-FFF2-40B4-BE49-F238E27FC236}">
                    <a16:creationId xmlns:a16="http://schemas.microsoft.com/office/drawing/2014/main" id="{EBBEE64F-0D61-8F67-C410-1E30BBFB53BC}"/>
                  </a:ext>
                </a:extLst>
              </p:cNvPr>
              <p:cNvSpPr/>
              <p:nvPr/>
            </p:nvSpPr>
            <p:spPr>
              <a:xfrm>
                <a:off x="4202065" y="3339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39" name="Freeform 35438">
                <a:extLst>
                  <a:ext uri="{FF2B5EF4-FFF2-40B4-BE49-F238E27FC236}">
                    <a16:creationId xmlns:a16="http://schemas.microsoft.com/office/drawing/2014/main" id="{17828467-453C-AC1B-873F-C2E1F9DBE734}"/>
                  </a:ext>
                </a:extLst>
              </p:cNvPr>
              <p:cNvSpPr/>
              <p:nvPr/>
            </p:nvSpPr>
            <p:spPr>
              <a:xfrm>
                <a:off x="4202561" y="3324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0" name="Freeform 35439">
                <a:extLst>
                  <a:ext uri="{FF2B5EF4-FFF2-40B4-BE49-F238E27FC236}">
                    <a16:creationId xmlns:a16="http://schemas.microsoft.com/office/drawing/2014/main" id="{7121588A-EE1D-5FB5-D361-DD69AFBB6E27}"/>
                  </a:ext>
                </a:extLst>
              </p:cNvPr>
              <p:cNvSpPr/>
              <p:nvPr/>
            </p:nvSpPr>
            <p:spPr>
              <a:xfrm>
                <a:off x="4203156" y="3310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1" name="Freeform 35440">
                <a:extLst>
                  <a:ext uri="{FF2B5EF4-FFF2-40B4-BE49-F238E27FC236}">
                    <a16:creationId xmlns:a16="http://schemas.microsoft.com/office/drawing/2014/main" id="{A2BA8326-7D93-1DDC-214C-476E787153C2}"/>
                  </a:ext>
                </a:extLst>
              </p:cNvPr>
              <p:cNvSpPr/>
              <p:nvPr/>
            </p:nvSpPr>
            <p:spPr>
              <a:xfrm>
                <a:off x="4203652" y="3314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2" name="Freeform 35441">
                <a:extLst>
                  <a:ext uri="{FF2B5EF4-FFF2-40B4-BE49-F238E27FC236}">
                    <a16:creationId xmlns:a16="http://schemas.microsoft.com/office/drawing/2014/main" id="{E8777198-1A8C-1849-F193-72BDBD086DF0}"/>
                  </a:ext>
                </a:extLst>
              </p:cNvPr>
              <p:cNvSpPr/>
              <p:nvPr/>
            </p:nvSpPr>
            <p:spPr>
              <a:xfrm>
                <a:off x="4204148" y="3331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3" name="Freeform 35442">
                <a:extLst>
                  <a:ext uri="{FF2B5EF4-FFF2-40B4-BE49-F238E27FC236}">
                    <a16:creationId xmlns:a16="http://schemas.microsoft.com/office/drawing/2014/main" id="{28361025-EC05-239B-AD09-DC227F33403C}"/>
                  </a:ext>
                </a:extLst>
              </p:cNvPr>
              <p:cNvSpPr/>
              <p:nvPr/>
            </p:nvSpPr>
            <p:spPr>
              <a:xfrm>
                <a:off x="4204744" y="3341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4" name="Freeform 35443">
                <a:extLst>
                  <a:ext uri="{FF2B5EF4-FFF2-40B4-BE49-F238E27FC236}">
                    <a16:creationId xmlns:a16="http://schemas.microsoft.com/office/drawing/2014/main" id="{3A152A1C-1896-72B5-B91D-6FF3714A8316}"/>
                  </a:ext>
                </a:extLst>
              </p:cNvPr>
              <p:cNvSpPr/>
              <p:nvPr/>
            </p:nvSpPr>
            <p:spPr>
              <a:xfrm>
                <a:off x="4205240" y="3694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5" name="Freeform 35444">
                <a:extLst>
                  <a:ext uri="{FF2B5EF4-FFF2-40B4-BE49-F238E27FC236}">
                    <a16:creationId xmlns:a16="http://schemas.microsoft.com/office/drawing/2014/main" id="{3D25A9AA-EF78-04A9-2989-E5E1024289AA}"/>
                  </a:ext>
                </a:extLst>
              </p:cNvPr>
              <p:cNvSpPr/>
              <p:nvPr/>
            </p:nvSpPr>
            <p:spPr>
              <a:xfrm>
                <a:off x="4205736" y="3870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6" name="Freeform 35445">
                <a:extLst>
                  <a:ext uri="{FF2B5EF4-FFF2-40B4-BE49-F238E27FC236}">
                    <a16:creationId xmlns:a16="http://schemas.microsoft.com/office/drawing/2014/main" id="{EC81A851-250A-238B-8566-B18F96B009CD}"/>
                  </a:ext>
                </a:extLst>
              </p:cNvPr>
              <p:cNvSpPr/>
              <p:nvPr/>
            </p:nvSpPr>
            <p:spPr>
              <a:xfrm>
                <a:off x="4206331" y="3895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7" name="Freeform 35446">
                <a:extLst>
                  <a:ext uri="{FF2B5EF4-FFF2-40B4-BE49-F238E27FC236}">
                    <a16:creationId xmlns:a16="http://schemas.microsoft.com/office/drawing/2014/main" id="{304B6DEC-2470-3F45-52C3-FC6D25EA519A}"/>
                  </a:ext>
                </a:extLst>
              </p:cNvPr>
              <p:cNvSpPr/>
              <p:nvPr/>
            </p:nvSpPr>
            <p:spPr>
              <a:xfrm>
                <a:off x="4206827" y="389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8" name="Freeform 35447">
                <a:extLst>
                  <a:ext uri="{FF2B5EF4-FFF2-40B4-BE49-F238E27FC236}">
                    <a16:creationId xmlns:a16="http://schemas.microsoft.com/office/drawing/2014/main" id="{18FEAA22-F318-2B3F-4C85-0FD977249C73}"/>
                  </a:ext>
                </a:extLst>
              </p:cNvPr>
              <p:cNvSpPr/>
              <p:nvPr/>
            </p:nvSpPr>
            <p:spPr>
              <a:xfrm>
                <a:off x="4207323" y="3880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49" name="Freeform 35448">
                <a:extLst>
                  <a:ext uri="{FF2B5EF4-FFF2-40B4-BE49-F238E27FC236}">
                    <a16:creationId xmlns:a16="http://schemas.microsoft.com/office/drawing/2014/main" id="{726FED47-F593-5863-7CEA-41487782B40F}"/>
                  </a:ext>
                </a:extLst>
              </p:cNvPr>
              <p:cNvSpPr/>
              <p:nvPr/>
            </p:nvSpPr>
            <p:spPr>
              <a:xfrm>
                <a:off x="4207919" y="3872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0" name="Freeform 35449">
                <a:extLst>
                  <a:ext uri="{FF2B5EF4-FFF2-40B4-BE49-F238E27FC236}">
                    <a16:creationId xmlns:a16="http://schemas.microsoft.com/office/drawing/2014/main" id="{66B7AA76-B434-6FF4-C05A-E673D9382161}"/>
                  </a:ext>
                </a:extLst>
              </p:cNvPr>
              <p:cNvSpPr/>
              <p:nvPr/>
            </p:nvSpPr>
            <p:spPr>
              <a:xfrm>
                <a:off x="4208415" y="387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1" name="Freeform 35450">
                <a:extLst>
                  <a:ext uri="{FF2B5EF4-FFF2-40B4-BE49-F238E27FC236}">
                    <a16:creationId xmlns:a16="http://schemas.microsoft.com/office/drawing/2014/main" id="{EE36B22A-3CB2-16BC-01E9-E7489D55E0CE}"/>
                  </a:ext>
                </a:extLst>
              </p:cNvPr>
              <p:cNvSpPr/>
              <p:nvPr/>
            </p:nvSpPr>
            <p:spPr>
              <a:xfrm>
                <a:off x="4208911" y="3834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2" name="Freeform 35451">
                <a:extLst>
                  <a:ext uri="{FF2B5EF4-FFF2-40B4-BE49-F238E27FC236}">
                    <a16:creationId xmlns:a16="http://schemas.microsoft.com/office/drawing/2014/main" id="{16C87810-72A4-9A30-19CA-D04778EF99E6}"/>
                  </a:ext>
                </a:extLst>
              </p:cNvPr>
              <p:cNvSpPr/>
              <p:nvPr/>
            </p:nvSpPr>
            <p:spPr>
              <a:xfrm>
                <a:off x="4209506" y="3558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3" name="Freeform 35452">
                <a:extLst>
                  <a:ext uri="{FF2B5EF4-FFF2-40B4-BE49-F238E27FC236}">
                    <a16:creationId xmlns:a16="http://schemas.microsoft.com/office/drawing/2014/main" id="{879189CB-53BB-1C8F-2EED-A164E472E8B7}"/>
                  </a:ext>
                </a:extLst>
              </p:cNvPr>
              <p:cNvSpPr/>
              <p:nvPr/>
            </p:nvSpPr>
            <p:spPr>
              <a:xfrm>
                <a:off x="4210002" y="3430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4" name="Freeform 35453">
                <a:extLst>
                  <a:ext uri="{FF2B5EF4-FFF2-40B4-BE49-F238E27FC236}">
                    <a16:creationId xmlns:a16="http://schemas.microsoft.com/office/drawing/2014/main" id="{9710CB59-389B-C0F3-DC06-68AA18C804F9}"/>
                  </a:ext>
                </a:extLst>
              </p:cNvPr>
              <p:cNvSpPr/>
              <p:nvPr/>
            </p:nvSpPr>
            <p:spPr>
              <a:xfrm>
                <a:off x="4210498" y="3512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5" name="Freeform 35454">
                <a:extLst>
                  <a:ext uri="{FF2B5EF4-FFF2-40B4-BE49-F238E27FC236}">
                    <a16:creationId xmlns:a16="http://schemas.microsoft.com/office/drawing/2014/main" id="{A1A21FCF-2564-C655-86E1-B06042DC9E22}"/>
                  </a:ext>
                </a:extLst>
              </p:cNvPr>
              <p:cNvSpPr/>
              <p:nvPr/>
            </p:nvSpPr>
            <p:spPr>
              <a:xfrm>
                <a:off x="4210995" y="3537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6" name="Freeform 35455">
                <a:extLst>
                  <a:ext uri="{FF2B5EF4-FFF2-40B4-BE49-F238E27FC236}">
                    <a16:creationId xmlns:a16="http://schemas.microsoft.com/office/drawing/2014/main" id="{7874CD3B-886D-0EA2-8001-EDDAD524C726}"/>
                  </a:ext>
                </a:extLst>
              </p:cNvPr>
              <p:cNvSpPr/>
              <p:nvPr/>
            </p:nvSpPr>
            <p:spPr>
              <a:xfrm>
                <a:off x="4211590" y="353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7" name="Freeform 35456">
                <a:extLst>
                  <a:ext uri="{FF2B5EF4-FFF2-40B4-BE49-F238E27FC236}">
                    <a16:creationId xmlns:a16="http://schemas.microsoft.com/office/drawing/2014/main" id="{84847AA8-0EE9-4D15-DE26-339EB9104E8E}"/>
                  </a:ext>
                </a:extLst>
              </p:cNvPr>
              <p:cNvSpPr/>
              <p:nvPr/>
            </p:nvSpPr>
            <p:spPr>
              <a:xfrm>
                <a:off x="4212086" y="3518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8" name="Freeform 35457">
                <a:extLst>
                  <a:ext uri="{FF2B5EF4-FFF2-40B4-BE49-F238E27FC236}">
                    <a16:creationId xmlns:a16="http://schemas.microsoft.com/office/drawing/2014/main" id="{94184E7E-FE15-C5AA-01AE-0E03929A5C35}"/>
                  </a:ext>
                </a:extLst>
              </p:cNvPr>
              <p:cNvSpPr/>
              <p:nvPr/>
            </p:nvSpPr>
            <p:spPr>
              <a:xfrm>
                <a:off x="4212582" y="3498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59" name="Freeform 35458">
                <a:extLst>
                  <a:ext uri="{FF2B5EF4-FFF2-40B4-BE49-F238E27FC236}">
                    <a16:creationId xmlns:a16="http://schemas.microsoft.com/office/drawing/2014/main" id="{8687E417-AB88-AAD7-FBCD-37B1DA843359}"/>
                  </a:ext>
                </a:extLst>
              </p:cNvPr>
              <p:cNvSpPr/>
              <p:nvPr/>
            </p:nvSpPr>
            <p:spPr>
              <a:xfrm>
                <a:off x="4213177" y="3475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0" name="Freeform 35459">
                <a:extLst>
                  <a:ext uri="{FF2B5EF4-FFF2-40B4-BE49-F238E27FC236}">
                    <a16:creationId xmlns:a16="http://schemas.microsoft.com/office/drawing/2014/main" id="{065BC80D-56D3-320C-F1EA-0AE896F79EF7}"/>
                  </a:ext>
                </a:extLst>
              </p:cNvPr>
              <p:cNvSpPr/>
              <p:nvPr/>
            </p:nvSpPr>
            <p:spPr>
              <a:xfrm>
                <a:off x="4213673" y="34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1" name="Freeform 35460">
                <a:extLst>
                  <a:ext uri="{FF2B5EF4-FFF2-40B4-BE49-F238E27FC236}">
                    <a16:creationId xmlns:a16="http://schemas.microsoft.com/office/drawing/2014/main" id="{7EF3A99A-5C13-FBCA-4B52-4AC6D7B4FF2B}"/>
                  </a:ext>
                </a:extLst>
              </p:cNvPr>
              <p:cNvSpPr/>
              <p:nvPr/>
            </p:nvSpPr>
            <p:spPr>
              <a:xfrm>
                <a:off x="4214170" y="3401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2" name="Freeform 35461">
                <a:extLst>
                  <a:ext uri="{FF2B5EF4-FFF2-40B4-BE49-F238E27FC236}">
                    <a16:creationId xmlns:a16="http://schemas.microsoft.com/office/drawing/2014/main" id="{571BF273-2C1D-6624-217E-728B10D7C31F}"/>
                  </a:ext>
                </a:extLst>
              </p:cNvPr>
              <p:cNvSpPr/>
              <p:nvPr/>
            </p:nvSpPr>
            <p:spPr>
              <a:xfrm>
                <a:off x="4214765" y="3393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3" name="Freeform 35462">
                <a:extLst>
                  <a:ext uri="{FF2B5EF4-FFF2-40B4-BE49-F238E27FC236}">
                    <a16:creationId xmlns:a16="http://schemas.microsoft.com/office/drawing/2014/main" id="{D95C3AA4-14F8-702D-0400-23323B5BA8C6}"/>
                  </a:ext>
                </a:extLst>
              </p:cNvPr>
              <p:cNvSpPr/>
              <p:nvPr/>
            </p:nvSpPr>
            <p:spPr>
              <a:xfrm>
                <a:off x="4215261" y="3361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4" name="Freeform 35463">
                <a:extLst>
                  <a:ext uri="{FF2B5EF4-FFF2-40B4-BE49-F238E27FC236}">
                    <a16:creationId xmlns:a16="http://schemas.microsoft.com/office/drawing/2014/main" id="{75215A12-504F-B160-12A8-8C0F22CFE3D8}"/>
                  </a:ext>
                </a:extLst>
              </p:cNvPr>
              <p:cNvSpPr/>
              <p:nvPr/>
            </p:nvSpPr>
            <p:spPr>
              <a:xfrm>
                <a:off x="4215757" y="3348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5" name="Freeform 35464">
                <a:extLst>
                  <a:ext uri="{FF2B5EF4-FFF2-40B4-BE49-F238E27FC236}">
                    <a16:creationId xmlns:a16="http://schemas.microsoft.com/office/drawing/2014/main" id="{5B259396-593C-620B-5791-053EF29CC211}"/>
                  </a:ext>
                </a:extLst>
              </p:cNvPr>
              <p:cNvSpPr/>
              <p:nvPr/>
            </p:nvSpPr>
            <p:spPr>
              <a:xfrm>
                <a:off x="4216352" y="3341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6" name="Freeform 35465">
                <a:extLst>
                  <a:ext uri="{FF2B5EF4-FFF2-40B4-BE49-F238E27FC236}">
                    <a16:creationId xmlns:a16="http://schemas.microsoft.com/office/drawing/2014/main" id="{4D3B2D9A-A70E-8298-DC35-62250C2E25AB}"/>
                  </a:ext>
                </a:extLst>
              </p:cNvPr>
              <p:cNvSpPr/>
              <p:nvPr/>
            </p:nvSpPr>
            <p:spPr>
              <a:xfrm>
                <a:off x="4216848" y="3359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7" name="Freeform 35466">
                <a:extLst>
                  <a:ext uri="{FF2B5EF4-FFF2-40B4-BE49-F238E27FC236}">
                    <a16:creationId xmlns:a16="http://schemas.microsoft.com/office/drawing/2014/main" id="{7F203FBE-DDEA-DB10-18C0-146F82E218A7}"/>
                  </a:ext>
                </a:extLst>
              </p:cNvPr>
              <p:cNvSpPr/>
              <p:nvPr/>
            </p:nvSpPr>
            <p:spPr>
              <a:xfrm>
                <a:off x="4217345" y="3392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8" name="Freeform 35467">
                <a:extLst>
                  <a:ext uri="{FF2B5EF4-FFF2-40B4-BE49-F238E27FC236}">
                    <a16:creationId xmlns:a16="http://schemas.microsoft.com/office/drawing/2014/main" id="{15C90FF3-2C35-88B2-94BC-E4C1DB953173}"/>
                  </a:ext>
                </a:extLst>
              </p:cNvPr>
              <p:cNvSpPr/>
              <p:nvPr/>
            </p:nvSpPr>
            <p:spPr>
              <a:xfrm>
                <a:off x="4217940" y="3574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69" name="Freeform 35468">
                <a:extLst>
                  <a:ext uri="{FF2B5EF4-FFF2-40B4-BE49-F238E27FC236}">
                    <a16:creationId xmlns:a16="http://schemas.microsoft.com/office/drawing/2014/main" id="{47594B41-38FF-CCBE-8BFB-3CE56871D4A8}"/>
                  </a:ext>
                </a:extLst>
              </p:cNvPr>
              <p:cNvSpPr/>
              <p:nvPr/>
            </p:nvSpPr>
            <p:spPr>
              <a:xfrm>
                <a:off x="4218436" y="3828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0" name="Freeform 35469">
                <a:extLst>
                  <a:ext uri="{FF2B5EF4-FFF2-40B4-BE49-F238E27FC236}">
                    <a16:creationId xmlns:a16="http://schemas.microsoft.com/office/drawing/2014/main" id="{BD56BDBF-0C44-E3A5-E01B-82CBE56EE4D4}"/>
                  </a:ext>
                </a:extLst>
              </p:cNvPr>
              <p:cNvSpPr/>
              <p:nvPr/>
            </p:nvSpPr>
            <p:spPr>
              <a:xfrm>
                <a:off x="4218932" y="3885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1" name="Freeform 35470">
                <a:extLst>
                  <a:ext uri="{FF2B5EF4-FFF2-40B4-BE49-F238E27FC236}">
                    <a16:creationId xmlns:a16="http://schemas.microsoft.com/office/drawing/2014/main" id="{157DDC8D-69B7-3A81-236A-E63B1AB7ABD9}"/>
                  </a:ext>
                </a:extLst>
              </p:cNvPr>
              <p:cNvSpPr/>
              <p:nvPr/>
            </p:nvSpPr>
            <p:spPr>
              <a:xfrm>
                <a:off x="4219527" y="3890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2" name="Freeform 35471">
                <a:extLst>
                  <a:ext uri="{FF2B5EF4-FFF2-40B4-BE49-F238E27FC236}">
                    <a16:creationId xmlns:a16="http://schemas.microsoft.com/office/drawing/2014/main" id="{04BA1A99-3BC6-D75D-E85C-B5CEF5907991}"/>
                  </a:ext>
                </a:extLst>
              </p:cNvPr>
              <p:cNvSpPr/>
              <p:nvPr/>
            </p:nvSpPr>
            <p:spPr>
              <a:xfrm>
                <a:off x="4220023" y="385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3" name="Freeform 35472">
                <a:extLst>
                  <a:ext uri="{FF2B5EF4-FFF2-40B4-BE49-F238E27FC236}">
                    <a16:creationId xmlns:a16="http://schemas.microsoft.com/office/drawing/2014/main" id="{E6A2C54A-6F3E-D7CA-91D0-CCD7D5B2E53E}"/>
                  </a:ext>
                </a:extLst>
              </p:cNvPr>
              <p:cNvSpPr/>
              <p:nvPr/>
            </p:nvSpPr>
            <p:spPr>
              <a:xfrm>
                <a:off x="4220520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4" name="Freeform 35473">
                <a:extLst>
                  <a:ext uri="{FF2B5EF4-FFF2-40B4-BE49-F238E27FC236}">
                    <a16:creationId xmlns:a16="http://schemas.microsoft.com/office/drawing/2014/main" id="{AD953E55-2565-6ABE-4842-4C519CB12F7C}"/>
                  </a:ext>
                </a:extLst>
              </p:cNvPr>
              <p:cNvSpPr/>
              <p:nvPr/>
            </p:nvSpPr>
            <p:spPr>
              <a:xfrm>
                <a:off x="4221115" y="3866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5" name="Freeform 35474">
                <a:extLst>
                  <a:ext uri="{FF2B5EF4-FFF2-40B4-BE49-F238E27FC236}">
                    <a16:creationId xmlns:a16="http://schemas.microsoft.com/office/drawing/2014/main" id="{3EAF1A69-1A4E-BF5E-83D7-46F1DB2F71EF}"/>
                  </a:ext>
                </a:extLst>
              </p:cNvPr>
              <p:cNvSpPr/>
              <p:nvPr/>
            </p:nvSpPr>
            <p:spPr>
              <a:xfrm>
                <a:off x="4221611" y="3846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6" name="Freeform 35475">
                <a:extLst>
                  <a:ext uri="{FF2B5EF4-FFF2-40B4-BE49-F238E27FC236}">
                    <a16:creationId xmlns:a16="http://schemas.microsoft.com/office/drawing/2014/main" id="{CC4C64F7-1383-156D-9C3D-4F2A8D06A758}"/>
                  </a:ext>
                </a:extLst>
              </p:cNvPr>
              <p:cNvSpPr/>
              <p:nvPr/>
            </p:nvSpPr>
            <p:spPr>
              <a:xfrm>
                <a:off x="4222107" y="3638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7" name="Freeform 35476">
                <a:extLst>
                  <a:ext uri="{FF2B5EF4-FFF2-40B4-BE49-F238E27FC236}">
                    <a16:creationId xmlns:a16="http://schemas.microsoft.com/office/drawing/2014/main" id="{9B8F21E9-A452-E3B0-7484-FA064B6D99A6}"/>
                  </a:ext>
                </a:extLst>
              </p:cNvPr>
              <p:cNvSpPr/>
              <p:nvPr/>
            </p:nvSpPr>
            <p:spPr>
              <a:xfrm>
                <a:off x="4222702" y="3488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8" name="Freeform 35477">
                <a:extLst>
                  <a:ext uri="{FF2B5EF4-FFF2-40B4-BE49-F238E27FC236}">
                    <a16:creationId xmlns:a16="http://schemas.microsoft.com/office/drawing/2014/main" id="{C715FF4D-1EBF-B9CB-B55A-2DDA8BFCD6A8}"/>
                  </a:ext>
                </a:extLst>
              </p:cNvPr>
              <p:cNvSpPr/>
              <p:nvPr/>
            </p:nvSpPr>
            <p:spPr>
              <a:xfrm>
                <a:off x="4223198" y="3545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79" name="Freeform 35478">
                <a:extLst>
                  <a:ext uri="{FF2B5EF4-FFF2-40B4-BE49-F238E27FC236}">
                    <a16:creationId xmlns:a16="http://schemas.microsoft.com/office/drawing/2014/main" id="{6262FBFB-9E90-80E0-8BD5-6B238D219744}"/>
                  </a:ext>
                </a:extLst>
              </p:cNvPr>
              <p:cNvSpPr/>
              <p:nvPr/>
            </p:nvSpPr>
            <p:spPr>
              <a:xfrm>
                <a:off x="4223695" y="3555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0" name="Freeform 35479">
                <a:extLst>
                  <a:ext uri="{FF2B5EF4-FFF2-40B4-BE49-F238E27FC236}">
                    <a16:creationId xmlns:a16="http://schemas.microsoft.com/office/drawing/2014/main" id="{B64BCC30-28B3-9508-CF40-DDE31DF53E01}"/>
                  </a:ext>
                </a:extLst>
              </p:cNvPr>
              <p:cNvSpPr/>
              <p:nvPr/>
            </p:nvSpPr>
            <p:spPr>
              <a:xfrm>
                <a:off x="4224191" y="3553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1" name="Freeform 35480">
                <a:extLst>
                  <a:ext uri="{FF2B5EF4-FFF2-40B4-BE49-F238E27FC236}">
                    <a16:creationId xmlns:a16="http://schemas.microsoft.com/office/drawing/2014/main" id="{A287BAF3-E130-C94D-BEEA-AEF2A4AD4292}"/>
                  </a:ext>
                </a:extLst>
              </p:cNvPr>
              <p:cNvSpPr/>
              <p:nvPr/>
            </p:nvSpPr>
            <p:spPr>
              <a:xfrm>
                <a:off x="4224786" y="3545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2" name="Freeform 35481">
                <a:extLst>
                  <a:ext uri="{FF2B5EF4-FFF2-40B4-BE49-F238E27FC236}">
                    <a16:creationId xmlns:a16="http://schemas.microsoft.com/office/drawing/2014/main" id="{3DBD6319-63C0-79A3-56AA-96A0A7C2C6B3}"/>
                  </a:ext>
                </a:extLst>
              </p:cNvPr>
              <p:cNvSpPr/>
              <p:nvPr/>
            </p:nvSpPr>
            <p:spPr>
              <a:xfrm>
                <a:off x="4225282" y="3513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3" name="Freeform 35482">
                <a:extLst>
                  <a:ext uri="{FF2B5EF4-FFF2-40B4-BE49-F238E27FC236}">
                    <a16:creationId xmlns:a16="http://schemas.microsoft.com/office/drawing/2014/main" id="{56F4CBC9-D57F-CF56-397D-2E357BB83576}"/>
                  </a:ext>
                </a:extLst>
              </p:cNvPr>
              <p:cNvSpPr/>
              <p:nvPr/>
            </p:nvSpPr>
            <p:spPr>
              <a:xfrm>
                <a:off x="4225778" y="3483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4" name="Freeform 35483">
                <a:extLst>
                  <a:ext uri="{FF2B5EF4-FFF2-40B4-BE49-F238E27FC236}">
                    <a16:creationId xmlns:a16="http://schemas.microsoft.com/office/drawing/2014/main" id="{048DAB3F-023D-13AC-123F-FA5A527C0253}"/>
                  </a:ext>
                </a:extLst>
              </p:cNvPr>
              <p:cNvSpPr/>
              <p:nvPr/>
            </p:nvSpPr>
            <p:spPr>
              <a:xfrm>
                <a:off x="4226373" y="3438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5" name="Freeform 35484">
                <a:extLst>
                  <a:ext uri="{FF2B5EF4-FFF2-40B4-BE49-F238E27FC236}">
                    <a16:creationId xmlns:a16="http://schemas.microsoft.com/office/drawing/2014/main" id="{3226D748-5D34-4747-78F9-B5F6E655BC59}"/>
                  </a:ext>
                </a:extLst>
              </p:cNvPr>
              <p:cNvSpPr/>
              <p:nvPr/>
            </p:nvSpPr>
            <p:spPr>
              <a:xfrm>
                <a:off x="4226870" y="3393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6" name="Freeform 35485">
                <a:extLst>
                  <a:ext uri="{FF2B5EF4-FFF2-40B4-BE49-F238E27FC236}">
                    <a16:creationId xmlns:a16="http://schemas.microsoft.com/office/drawing/2014/main" id="{5451576A-1252-15AE-6974-7BBFC205653D}"/>
                  </a:ext>
                </a:extLst>
              </p:cNvPr>
              <p:cNvSpPr/>
              <p:nvPr/>
            </p:nvSpPr>
            <p:spPr>
              <a:xfrm>
                <a:off x="4227366" y="3360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7" name="Freeform 35486">
                <a:extLst>
                  <a:ext uri="{FF2B5EF4-FFF2-40B4-BE49-F238E27FC236}">
                    <a16:creationId xmlns:a16="http://schemas.microsoft.com/office/drawing/2014/main" id="{0BCE044E-CDB9-912B-614F-C97D61B3B357}"/>
                  </a:ext>
                </a:extLst>
              </p:cNvPr>
              <p:cNvSpPr/>
              <p:nvPr/>
            </p:nvSpPr>
            <p:spPr>
              <a:xfrm>
                <a:off x="4227961" y="333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8" name="Freeform 35487">
                <a:extLst>
                  <a:ext uri="{FF2B5EF4-FFF2-40B4-BE49-F238E27FC236}">
                    <a16:creationId xmlns:a16="http://schemas.microsoft.com/office/drawing/2014/main" id="{9EAB67FC-1B01-7FF8-5BA3-C0DF4262474C}"/>
                  </a:ext>
                </a:extLst>
              </p:cNvPr>
              <p:cNvSpPr/>
              <p:nvPr/>
            </p:nvSpPr>
            <p:spPr>
              <a:xfrm>
                <a:off x="4228457" y="3331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89" name="Freeform 35488">
                <a:extLst>
                  <a:ext uri="{FF2B5EF4-FFF2-40B4-BE49-F238E27FC236}">
                    <a16:creationId xmlns:a16="http://schemas.microsoft.com/office/drawing/2014/main" id="{9FABBE04-DBBB-B32F-48F1-549B170DD041}"/>
                  </a:ext>
                </a:extLst>
              </p:cNvPr>
              <p:cNvSpPr/>
              <p:nvPr/>
            </p:nvSpPr>
            <p:spPr>
              <a:xfrm>
                <a:off x="4228953" y="3331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0" name="Freeform 35489">
                <a:extLst>
                  <a:ext uri="{FF2B5EF4-FFF2-40B4-BE49-F238E27FC236}">
                    <a16:creationId xmlns:a16="http://schemas.microsoft.com/office/drawing/2014/main" id="{9F1BC830-DE7A-630B-4C9E-5DC164BC5E2E}"/>
                  </a:ext>
                </a:extLst>
              </p:cNvPr>
              <p:cNvSpPr/>
              <p:nvPr/>
            </p:nvSpPr>
            <p:spPr>
              <a:xfrm>
                <a:off x="4229548" y="33762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1" name="Freeform 35490">
                <a:extLst>
                  <a:ext uri="{FF2B5EF4-FFF2-40B4-BE49-F238E27FC236}">
                    <a16:creationId xmlns:a16="http://schemas.microsoft.com/office/drawing/2014/main" id="{510F8503-A2EE-90DC-679D-5543C948637E}"/>
                  </a:ext>
                </a:extLst>
              </p:cNvPr>
              <p:cNvSpPr/>
              <p:nvPr/>
            </p:nvSpPr>
            <p:spPr>
              <a:xfrm>
                <a:off x="4230045" y="3425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2" name="Freeform 35491">
                <a:extLst>
                  <a:ext uri="{FF2B5EF4-FFF2-40B4-BE49-F238E27FC236}">
                    <a16:creationId xmlns:a16="http://schemas.microsoft.com/office/drawing/2014/main" id="{17D85ACD-DB01-8421-7994-6262062FB2FA}"/>
                  </a:ext>
                </a:extLst>
              </p:cNvPr>
              <p:cNvSpPr/>
              <p:nvPr/>
            </p:nvSpPr>
            <p:spPr>
              <a:xfrm>
                <a:off x="4230541" y="368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3" name="Freeform 35492">
                <a:extLst>
                  <a:ext uri="{FF2B5EF4-FFF2-40B4-BE49-F238E27FC236}">
                    <a16:creationId xmlns:a16="http://schemas.microsoft.com/office/drawing/2014/main" id="{08461A58-F7EA-E73E-15A1-DD8AE07EE2BA}"/>
                  </a:ext>
                </a:extLst>
              </p:cNvPr>
              <p:cNvSpPr/>
              <p:nvPr/>
            </p:nvSpPr>
            <p:spPr>
              <a:xfrm>
                <a:off x="4231136" y="3912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4" name="Freeform 35493">
                <a:extLst>
                  <a:ext uri="{FF2B5EF4-FFF2-40B4-BE49-F238E27FC236}">
                    <a16:creationId xmlns:a16="http://schemas.microsoft.com/office/drawing/2014/main" id="{A01CCFFC-7D34-706B-D0BA-FD8D03AAE292}"/>
                  </a:ext>
                </a:extLst>
              </p:cNvPr>
              <p:cNvSpPr/>
              <p:nvPr/>
            </p:nvSpPr>
            <p:spPr>
              <a:xfrm>
                <a:off x="4231632" y="3920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5" name="Freeform 35494">
                <a:extLst>
                  <a:ext uri="{FF2B5EF4-FFF2-40B4-BE49-F238E27FC236}">
                    <a16:creationId xmlns:a16="http://schemas.microsoft.com/office/drawing/2014/main" id="{7AE9E08E-70E0-01C1-8446-0E8FE2411308}"/>
                  </a:ext>
                </a:extLst>
              </p:cNvPr>
              <p:cNvSpPr/>
              <p:nvPr/>
            </p:nvSpPr>
            <p:spPr>
              <a:xfrm>
                <a:off x="4232128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6" name="Freeform 35495">
                <a:extLst>
                  <a:ext uri="{FF2B5EF4-FFF2-40B4-BE49-F238E27FC236}">
                    <a16:creationId xmlns:a16="http://schemas.microsoft.com/office/drawing/2014/main" id="{947465CC-CF8D-3786-CF91-DDB30F77EE25}"/>
                  </a:ext>
                </a:extLst>
              </p:cNvPr>
              <p:cNvSpPr/>
              <p:nvPr/>
            </p:nvSpPr>
            <p:spPr>
              <a:xfrm>
                <a:off x="4232723" y="3918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7" name="Freeform 35496">
                <a:extLst>
                  <a:ext uri="{FF2B5EF4-FFF2-40B4-BE49-F238E27FC236}">
                    <a16:creationId xmlns:a16="http://schemas.microsoft.com/office/drawing/2014/main" id="{0B3C0CBA-289C-B4F0-1485-0C39FAB8453F}"/>
                  </a:ext>
                </a:extLst>
              </p:cNvPr>
              <p:cNvSpPr/>
              <p:nvPr/>
            </p:nvSpPr>
            <p:spPr>
              <a:xfrm>
                <a:off x="4233220" y="3942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8" name="Freeform 35497">
                <a:extLst>
                  <a:ext uri="{FF2B5EF4-FFF2-40B4-BE49-F238E27FC236}">
                    <a16:creationId xmlns:a16="http://schemas.microsoft.com/office/drawing/2014/main" id="{DD969027-FCB2-722D-3E3F-E484927403C5}"/>
                  </a:ext>
                </a:extLst>
              </p:cNvPr>
              <p:cNvSpPr/>
              <p:nvPr/>
            </p:nvSpPr>
            <p:spPr>
              <a:xfrm>
                <a:off x="4233716" y="3960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99" name="Freeform 35498">
                <a:extLst>
                  <a:ext uri="{FF2B5EF4-FFF2-40B4-BE49-F238E27FC236}">
                    <a16:creationId xmlns:a16="http://schemas.microsoft.com/office/drawing/2014/main" id="{C31420E3-58E6-8545-89AE-C3F15F512D8F}"/>
                  </a:ext>
                </a:extLst>
              </p:cNvPr>
              <p:cNvSpPr/>
              <p:nvPr/>
            </p:nvSpPr>
            <p:spPr>
              <a:xfrm>
                <a:off x="4234311" y="39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0" name="Freeform 35499">
                <a:extLst>
                  <a:ext uri="{FF2B5EF4-FFF2-40B4-BE49-F238E27FC236}">
                    <a16:creationId xmlns:a16="http://schemas.microsoft.com/office/drawing/2014/main" id="{B914B9AB-CB4D-56DD-ED68-FE26D496AC3E}"/>
                  </a:ext>
                </a:extLst>
              </p:cNvPr>
              <p:cNvSpPr/>
              <p:nvPr/>
            </p:nvSpPr>
            <p:spPr>
              <a:xfrm>
                <a:off x="4234807" y="3732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1" name="Freeform 35500">
                <a:extLst>
                  <a:ext uri="{FF2B5EF4-FFF2-40B4-BE49-F238E27FC236}">
                    <a16:creationId xmlns:a16="http://schemas.microsoft.com/office/drawing/2014/main" id="{C049EB2C-852C-6DCA-8CC1-EF7236FC4BCE}"/>
                  </a:ext>
                </a:extLst>
              </p:cNvPr>
              <p:cNvSpPr/>
              <p:nvPr/>
            </p:nvSpPr>
            <p:spPr>
              <a:xfrm>
                <a:off x="4235303" y="3539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2" name="Freeform 35501">
                <a:extLst>
                  <a:ext uri="{FF2B5EF4-FFF2-40B4-BE49-F238E27FC236}">
                    <a16:creationId xmlns:a16="http://schemas.microsoft.com/office/drawing/2014/main" id="{5D690BC8-3420-6790-8652-10B1285A3EDD}"/>
                  </a:ext>
                </a:extLst>
              </p:cNvPr>
              <p:cNvSpPr/>
              <p:nvPr/>
            </p:nvSpPr>
            <p:spPr>
              <a:xfrm>
                <a:off x="4235799" y="3569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3" name="Freeform 35502">
                <a:extLst>
                  <a:ext uri="{FF2B5EF4-FFF2-40B4-BE49-F238E27FC236}">
                    <a16:creationId xmlns:a16="http://schemas.microsoft.com/office/drawing/2014/main" id="{274C2A61-CD70-6BBA-EB3D-7682B56BA28C}"/>
                  </a:ext>
                </a:extLst>
              </p:cNvPr>
              <p:cNvSpPr/>
              <p:nvPr/>
            </p:nvSpPr>
            <p:spPr>
              <a:xfrm>
                <a:off x="4236395" y="3589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4" name="Freeform 35503">
                <a:extLst>
                  <a:ext uri="{FF2B5EF4-FFF2-40B4-BE49-F238E27FC236}">
                    <a16:creationId xmlns:a16="http://schemas.microsoft.com/office/drawing/2014/main" id="{13454A4F-681A-1574-9850-50DB431D5657}"/>
                  </a:ext>
                </a:extLst>
              </p:cNvPr>
              <p:cNvSpPr/>
              <p:nvPr/>
            </p:nvSpPr>
            <p:spPr>
              <a:xfrm>
                <a:off x="4236891" y="3593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5" name="Freeform 35504">
                <a:extLst>
                  <a:ext uri="{FF2B5EF4-FFF2-40B4-BE49-F238E27FC236}">
                    <a16:creationId xmlns:a16="http://schemas.microsoft.com/office/drawing/2014/main" id="{5B12480C-8DBB-C20C-5594-21311DB9EB8A}"/>
                  </a:ext>
                </a:extLst>
              </p:cNvPr>
              <p:cNvSpPr/>
              <p:nvPr/>
            </p:nvSpPr>
            <p:spPr>
              <a:xfrm>
                <a:off x="4237387" y="3583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6" name="Freeform 35505">
                <a:extLst>
                  <a:ext uri="{FF2B5EF4-FFF2-40B4-BE49-F238E27FC236}">
                    <a16:creationId xmlns:a16="http://schemas.microsoft.com/office/drawing/2014/main" id="{A9632E54-1FB6-18CB-4DE4-F73A6256577B}"/>
                  </a:ext>
                </a:extLst>
              </p:cNvPr>
              <p:cNvSpPr/>
              <p:nvPr/>
            </p:nvSpPr>
            <p:spPr>
              <a:xfrm>
                <a:off x="4237982" y="3563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7" name="Freeform 35506">
                <a:extLst>
                  <a:ext uri="{FF2B5EF4-FFF2-40B4-BE49-F238E27FC236}">
                    <a16:creationId xmlns:a16="http://schemas.microsoft.com/office/drawing/2014/main" id="{A02ECC80-FE83-077C-3A04-2618CAA6CC41}"/>
                  </a:ext>
                </a:extLst>
              </p:cNvPr>
              <p:cNvSpPr/>
              <p:nvPr/>
            </p:nvSpPr>
            <p:spPr>
              <a:xfrm>
                <a:off x="4238478" y="353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8" name="Freeform 35507">
                <a:extLst>
                  <a:ext uri="{FF2B5EF4-FFF2-40B4-BE49-F238E27FC236}">
                    <a16:creationId xmlns:a16="http://schemas.microsoft.com/office/drawing/2014/main" id="{F595DE09-271F-4268-9AAB-898407E03D95}"/>
                  </a:ext>
                </a:extLst>
              </p:cNvPr>
              <p:cNvSpPr/>
              <p:nvPr/>
            </p:nvSpPr>
            <p:spPr>
              <a:xfrm>
                <a:off x="4238974" y="3483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09" name="Freeform 35508">
                <a:extLst>
                  <a:ext uri="{FF2B5EF4-FFF2-40B4-BE49-F238E27FC236}">
                    <a16:creationId xmlns:a16="http://schemas.microsoft.com/office/drawing/2014/main" id="{94021BAA-AC71-AD3F-6A30-47A0FD2A9B65}"/>
                  </a:ext>
                </a:extLst>
              </p:cNvPr>
              <p:cNvSpPr/>
              <p:nvPr/>
            </p:nvSpPr>
            <p:spPr>
              <a:xfrm>
                <a:off x="4239570" y="3428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0" name="Freeform 35509">
                <a:extLst>
                  <a:ext uri="{FF2B5EF4-FFF2-40B4-BE49-F238E27FC236}">
                    <a16:creationId xmlns:a16="http://schemas.microsoft.com/office/drawing/2014/main" id="{E1201822-54C1-5AD1-34D6-8392BFC51711}"/>
                  </a:ext>
                </a:extLst>
              </p:cNvPr>
              <p:cNvSpPr/>
              <p:nvPr/>
            </p:nvSpPr>
            <p:spPr>
              <a:xfrm>
                <a:off x="4240066" y="3393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1" name="Freeform 35510">
                <a:extLst>
                  <a:ext uri="{FF2B5EF4-FFF2-40B4-BE49-F238E27FC236}">
                    <a16:creationId xmlns:a16="http://schemas.microsoft.com/office/drawing/2014/main" id="{0A681DA7-0D83-E836-946A-6441468AC6BD}"/>
                  </a:ext>
                </a:extLst>
              </p:cNvPr>
              <p:cNvSpPr/>
              <p:nvPr/>
            </p:nvSpPr>
            <p:spPr>
              <a:xfrm>
                <a:off x="4240562" y="33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2" name="Freeform 35511">
                <a:extLst>
                  <a:ext uri="{FF2B5EF4-FFF2-40B4-BE49-F238E27FC236}">
                    <a16:creationId xmlns:a16="http://schemas.microsoft.com/office/drawing/2014/main" id="{DDE1E429-4FC6-CD91-C944-2412AF3EE1B9}"/>
                  </a:ext>
                </a:extLst>
              </p:cNvPr>
              <p:cNvSpPr/>
              <p:nvPr/>
            </p:nvSpPr>
            <p:spPr>
              <a:xfrm>
                <a:off x="4241157" y="3364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3" name="Freeform 35512">
                <a:extLst>
                  <a:ext uri="{FF2B5EF4-FFF2-40B4-BE49-F238E27FC236}">
                    <a16:creationId xmlns:a16="http://schemas.microsoft.com/office/drawing/2014/main" id="{4EFF2961-20C4-E05D-6FAA-C7397A7B977F}"/>
                  </a:ext>
                </a:extLst>
              </p:cNvPr>
              <p:cNvSpPr/>
              <p:nvPr/>
            </p:nvSpPr>
            <p:spPr>
              <a:xfrm>
                <a:off x="4241653" y="3370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4" name="Freeform 35513">
                <a:extLst>
                  <a:ext uri="{FF2B5EF4-FFF2-40B4-BE49-F238E27FC236}">
                    <a16:creationId xmlns:a16="http://schemas.microsoft.com/office/drawing/2014/main" id="{4FAC6EF4-EE54-64A7-1EFB-577982CB9C6B}"/>
                  </a:ext>
                </a:extLst>
              </p:cNvPr>
              <p:cNvSpPr/>
              <p:nvPr/>
            </p:nvSpPr>
            <p:spPr>
              <a:xfrm>
                <a:off x="4242149" y="3436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5" name="Freeform 35514">
                <a:extLst>
                  <a:ext uri="{FF2B5EF4-FFF2-40B4-BE49-F238E27FC236}">
                    <a16:creationId xmlns:a16="http://schemas.microsoft.com/office/drawing/2014/main" id="{D89BD432-7F55-7B3F-81B4-8D0CC7FD2DF4}"/>
                  </a:ext>
                </a:extLst>
              </p:cNvPr>
              <p:cNvSpPr/>
              <p:nvPr/>
            </p:nvSpPr>
            <p:spPr>
              <a:xfrm>
                <a:off x="4242745" y="3483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6" name="Freeform 35515">
                <a:extLst>
                  <a:ext uri="{FF2B5EF4-FFF2-40B4-BE49-F238E27FC236}">
                    <a16:creationId xmlns:a16="http://schemas.microsoft.com/office/drawing/2014/main" id="{631456F3-4AE1-C1C9-36CC-24674113FEEF}"/>
                  </a:ext>
                </a:extLst>
              </p:cNvPr>
              <p:cNvSpPr/>
              <p:nvPr/>
            </p:nvSpPr>
            <p:spPr>
              <a:xfrm>
                <a:off x="4243241" y="3649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7" name="Freeform 35516">
                <a:extLst>
                  <a:ext uri="{FF2B5EF4-FFF2-40B4-BE49-F238E27FC236}">
                    <a16:creationId xmlns:a16="http://schemas.microsoft.com/office/drawing/2014/main" id="{36BD2E65-1C1B-5EAF-27AD-E49902C4DB41}"/>
                  </a:ext>
                </a:extLst>
              </p:cNvPr>
              <p:cNvSpPr/>
              <p:nvPr/>
            </p:nvSpPr>
            <p:spPr>
              <a:xfrm>
                <a:off x="4243737" y="3902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8" name="Freeform 35517">
                <a:extLst>
                  <a:ext uri="{FF2B5EF4-FFF2-40B4-BE49-F238E27FC236}">
                    <a16:creationId xmlns:a16="http://schemas.microsoft.com/office/drawing/2014/main" id="{663D561A-8B05-FAB9-D2DE-70221DA851F9}"/>
                  </a:ext>
                </a:extLst>
              </p:cNvPr>
              <p:cNvSpPr/>
              <p:nvPr/>
            </p:nvSpPr>
            <p:spPr>
              <a:xfrm>
                <a:off x="4244332" y="3895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19" name="Freeform 35518">
                <a:extLst>
                  <a:ext uri="{FF2B5EF4-FFF2-40B4-BE49-F238E27FC236}">
                    <a16:creationId xmlns:a16="http://schemas.microsoft.com/office/drawing/2014/main" id="{95418F4D-ED6C-693A-2360-483AAF661DA7}"/>
                  </a:ext>
                </a:extLst>
              </p:cNvPr>
              <p:cNvSpPr/>
              <p:nvPr/>
            </p:nvSpPr>
            <p:spPr>
              <a:xfrm>
                <a:off x="4244828" y="3902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0" name="Freeform 35519">
                <a:extLst>
                  <a:ext uri="{FF2B5EF4-FFF2-40B4-BE49-F238E27FC236}">
                    <a16:creationId xmlns:a16="http://schemas.microsoft.com/office/drawing/2014/main" id="{7C8DD2E6-004A-806A-401E-08CA611C453C}"/>
                  </a:ext>
                </a:extLst>
              </p:cNvPr>
              <p:cNvSpPr/>
              <p:nvPr/>
            </p:nvSpPr>
            <p:spPr>
              <a:xfrm>
                <a:off x="4245324" y="3930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1" name="Freeform 35520">
                <a:extLst>
                  <a:ext uri="{FF2B5EF4-FFF2-40B4-BE49-F238E27FC236}">
                    <a16:creationId xmlns:a16="http://schemas.microsoft.com/office/drawing/2014/main" id="{ACED2FCB-67F7-CE70-8DFE-8E420959CC91}"/>
                  </a:ext>
                </a:extLst>
              </p:cNvPr>
              <p:cNvSpPr/>
              <p:nvPr/>
            </p:nvSpPr>
            <p:spPr>
              <a:xfrm>
                <a:off x="4245920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2" name="Freeform 35521">
                <a:extLst>
                  <a:ext uri="{FF2B5EF4-FFF2-40B4-BE49-F238E27FC236}">
                    <a16:creationId xmlns:a16="http://schemas.microsoft.com/office/drawing/2014/main" id="{4CA633C5-4FB9-A9D3-1AF0-E14740018A7D}"/>
                  </a:ext>
                </a:extLst>
              </p:cNvPr>
              <p:cNvSpPr/>
              <p:nvPr/>
            </p:nvSpPr>
            <p:spPr>
              <a:xfrm>
                <a:off x="4246416" y="3946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3" name="Freeform 35522">
                <a:extLst>
                  <a:ext uri="{FF2B5EF4-FFF2-40B4-BE49-F238E27FC236}">
                    <a16:creationId xmlns:a16="http://schemas.microsoft.com/office/drawing/2014/main" id="{A1DEE475-F09C-220D-7D72-A62ACCFF58D0}"/>
                  </a:ext>
                </a:extLst>
              </p:cNvPr>
              <p:cNvSpPr/>
              <p:nvPr/>
            </p:nvSpPr>
            <p:spPr>
              <a:xfrm>
                <a:off x="4246912" y="3955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4" name="Freeform 35523">
                <a:extLst>
                  <a:ext uri="{FF2B5EF4-FFF2-40B4-BE49-F238E27FC236}">
                    <a16:creationId xmlns:a16="http://schemas.microsoft.com/office/drawing/2014/main" id="{57352ED4-F854-617B-1E9B-B6CB6A5E75EA}"/>
                  </a:ext>
                </a:extLst>
              </p:cNvPr>
              <p:cNvSpPr/>
              <p:nvPr/>
            </p:nvSpPr>
            <p:spPr>
              <a:xfrm>
                <a:off x="4247408" y="3613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5" name="Freeform 35524">
                <a:extLst>
                  <a:ext uri="{FF2B5EF4-FFF2-40B4-BE49-F238E27FC236}">
                    <a16:creationId xmlns:a16="http://schemas.microsoft.com/office/drawing/2014/main" id="{242CB196-E8C8-46FB-7CF7-E83EA73C09BD}"/>
                  </a:ext>
                </a:extLst>
              </p:cNvPr>
              <p:cNvSpPr/>
              <p:nvPr/>
            </p:nvSpPr>
            <p:spPr>
              <a:xfrm>
                <a:off x="4248003" y="3505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6" name="Freeform 35525">
                <a:extLst>
                  <a:ext uri="{FF2B5EF4-FFF2-40B4-BE49-F238E27FC236}">
                    <a16:creationId xmlns:a16="http://schemas.microsoft.com/office/drawing/2014/main" id="{7D008FCB-6A94-F161-BA26-97D174F2739D}"/>
                  </a:ext>
                </a:extLst>
              </p:cNvPr>
              <p:cNvSpPr/>
              <p:nvPr/>
            </p:nvSpPr>
            <p:spPr>
              <a:xfrm>
                <a:off x="4248499" y="3567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7" name="Freeform 35526">
                <a:extLst>
                  <a:ext uri="{FF2B5EF4-FFF2-40B4-BE49-F238E27FC236}">
                    <a16:creationId xmlns:a16="http://schemas.microsoft.com/office/drawing/2014/main" id="{4BB6FC4A-DB8C-FA7C-39F6-12561312B0BE}"/>
                  </a:ext>
                </a:extLst>
              </p:cNvPr>
              <p:cNvSpPr/>
              <p:nvPr/>
            </p:nvSpPr>
            <p:spPr>
              <a:xfrm>
                <a:off x="4248995" y="3592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8" name="Freeform 35527">
                <a:extLst>
                  <a:ext uri="{FF2B5EF4-FFF2-40B4-BE49-F238E27FC236}">
                    <a16:creationId xmlns:a16="http://schemas.microsoft.com/office/drawing/2014/main" id="{A968657F-FDCB-5338-CBEF-D52E4C99FABF}"/>
                  </a:ext>
                </a:extLst>
              </p:cNvPr>
              <p:cNvSpPr/>
              <p:nvPr/>
            </p:nvSpPr>
            <p:spPr>
              <a:xfrm>
                <a:off x="4249591" y="3590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29" name="Freeform 35528">
                <a:extLst>
                  <a:ext uri="{FF2B5EF4-FFF2-40B4-BE49-F238E27FC236}">
                    <a16:creationId xmlns:a16="http://schemas.microsoft.com/office/drawing/2014/main" id="{6691896D-2B2E-A100-CDD4-A62BF7B84CF2}"/>
                  </a:ext>
                </a:extLst>
              </p:cNvPr>
              <p:cNvSpPr/>
              <p:nvPr/>
            </p:nvSpPr>
            <p:spPr>
              <a:xfrm>
                <a:off x="4250087" y="3576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0" name="Freeform 35529">
                <a:extLst>
                  <a:ext uri="{FF2B5EF4-FFF2-40B4-BE49-F238E27FC236}">
                    <a16:creationId xmlns:a16="http://schemas.microsoft.com/office/drawing/2014/main" id="{08858844-BD05-060F-9EB5-B1E3696215ED}"/>
                  </a:ext>
                </a:extLst>
              </p:cNvPr>
              <p:cNvSpPr/>
              <p:nvPr/>
            </p:nvSpPr>
            <p:spPr>
              <a:xfrm>
                <a:off x="4250583" y="3567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1" name="Freeform 35530">
                <a:extLst>
                  <a:ext uri="{FF2B5EF4-FFF2-40B4-BE49-F238E27FC236}">
                    <a16:creationId xmlns:a16="http://schemas.microsoft.com/office/drawing/2014/main" id="{EE2604C2-456E-C9A3-0580-D3FE5141B437}"/>
                  </a:ext>
                </a:extLst>
              </p:cNvPr>
              <p:cNvSpPr/>
              <p:nvPr/>
            </p:nvSpPr>
            <p:spPr>
              <a:xfrm>
                <a:off x="4251178" y="3539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2" name="Freeform 35531">
                <a:extLst>
                  <a:ext uri="{FF2B5EF4-FFF2-40B4-BE49-F238E27FC236}">
                    <a16:creationId xmlns:a16="http://schemas.microsoft.com/office/drawing/2014/main" id="{EF81ADCB-39C7-8C94-32E3-C075A7D9D1A3}"/>
                  </a:ext>
                </a:extLst>
              </p:cNvPr>
              <p:cNvSpPr/>
              <p:nvPr/>
            </p:nvSpPr>
            <p:spPr>
              <a:xfrm>
                <a:off x="4251674" y="3472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3" name="Freeform 35532">
                <a:extLst>
                  <a:ext uri="{FF2B5EF4-FFF2-40B4-BE49-F238E27FC236}">
                    <a16:creationId xmlns:a16="http://schemas.microsoft.com/office/drawing/2014/main" id="{C310D5A8-1F0D-6F73-12F9-2B8596B7F883}"/>
                  </a:ext>
                </a:extLst>
              </p:cNvPr>
              <p:cNvSpPr/>
              <p:nvPr/>
            </p:nvSpPr>
            <p:spPr>
              <a:xfrm>
                <a:off x="4252170" y="3457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4" name="Freeform 35533">
                <a:extLst>
                  <a:ext uri="{FF2B5EF4-FFF2-40B4-BE49-F238E27FC236}">
                    <a16:creationId xmlns:a16="http://schemas.microsoft.com/office/drawing/2014/main" id="{ED6D1CE8-73A7-CA70-FD72-2AC20E07E772}"/>
                  </a:ext>
                </a:extLst>
              </p:cNvPr>
              <p:cNvSpPr/>
              <p:nvPr/>
            </p:nvSpPr>
            <p:spPr>
              <a:xfrm>
                <a:off x="4252766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5" name="Freeform 35534">
                <a:extLst>
                  <a:ext uri="{FF2B5EF4-FFF2-40B4-BE49-F238E27FC236}">
                    <a16:creationId xmlns:a16="http://schemas.microsoft.com/office/drawing/2014/main" id="{85C559C8-0170-990C-39BD-C2EF17CACE1E}"/>
                  </a:ext>
                </a:extLst>
              </p:cNvPr>
              <p:cNvSpPr/>
              <p:nvPr/>
            </p:nvSpPr>
            <p:spPr>
              <a:xfrm>
                <a:off x="4253262" y="3397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6" name="Freeform 35535">
                <a:extLst>
                  <a:ext uri="{FF2B5EF4-FFF2-40B4-BE49-F238E27FC236}">
                    <a16:creationId xmlns:a16="http://schemas.microsoft.com/office/drawing/2014/main" id="{5A2E53BA-D5AF-251A-630F-3FC88034217D}"/>
                  </a:ext>
                </a:extLst>
              </p:cNvPr>
              <p:cNvSpPr/>
              <p:nvPr/>
            </p:nvSpPr>
            <p:spPr>
              <a:xfrm>
                <a:off x="4253758" y="3392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7" name="Freeform 35536">
                <a:extLst>
                  <a:ext uri="{FF2B5EF4-FFF2-40B4-BE49-F238E27FC236}">
                    <a16:creationId xmlns:a16="http://schemas.microsoft.com/office/drawing/2014/main" id="{20E151EE-9036-F50A-8A0A-BFD8B0C52D66}"/>
                  </a:ext>
                </a:extLst>
              </p:cNvPr>
              <p:cNvSpPr/>
              <p:nvPr/>
            </p:nvSpPr>
            <p:spPr>
              <a:xfrm>
                <a:off x="4254353" y="34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8" name="Freeform 35537">
                <a:extLst>
                  <a:ext uri="{FF2B5EF4-FFF2-40B4-BE49-F238E27FC236}">
                    <a16:creationId xmlns:a16="http://schemas.microsoft.com/office/drawing/2014/main" id="{EDFE62D4-2781-A998-14DF-74CA916EFE95}"/>
                  </a:ext>
                </a:extLst>
              </p:cNvPr>
              <p:cNvSpPr/>
              <p:nvPr/>
            </p:nvSpPr>
            <p:spPr>
              <a:xfrm>
                <a:off x="4254849" y="3442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39" name="Freeform 35538">
                <a:extLst>
                  <a:ext uri="{FF2B5EF4-FFF2-40B4-BE49-F238E27FC236}">
                    <a16:creationId xmlns:a16="http://schemas.microsoft.com/office/drawing/2014/main" id="{225991B6-0871-05F6-1904-EF8B255142F2}"/>
                  </a:ext>
                </a:extLst>
              </p:cNvPr>
              <p:cNvSpPr/>
              <p:nvPr/>
            </p:nvSpPr>
            <p:spPr>
              <a:xfrm>
                <a:off x="4255345" y="3515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0" name="Freeform 35539">
                <a:extLst>
                  <a:ext uri="{FF2B5EF4-FFF2-40B4-BE49-F238E27FC236}">
                    <a16:creationId xmlns:a16="http://schemas.microsoft.com/office/drawing/2014/main" id="{B667AC98-6B56-DE26-4B96-2150B6CAB69A}"/>
                  </a:ext>
                </a:extLst>
              </p:cNvPr>
              <p:cNvSpPr/>
              <p:nvPr/>
            </p:nvSpPr>
            <p:spPr>
              <a:xfrm>
                <a:off x="4255941" y="3683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1" name="Freeform 35540">
                <a:extLst>
                  <a:ext uri="{FF2B5EF4-FFF2-40B4-BE49-F238E27FC236}">
                    <a16:creationId xmlns:a16="http://schemas.microsoft.com/office/drawing/2014/main" id="{C83BA9EC-C562-6912-3FBB-662149D95B45}"/>
                  </a:ext>
                </a:extLst>
              </p:cNvPr>
              <p:cNvSpPr/>
              <p:nvPr/>
            </p:nvSpPr>
            <p:spPr>
              <a:xfrm>
                <a:off x="4256437" y="38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2" name="Freeform 35541">
                <a:extLst>
                  <a:ext uri="{FF2B5EF4-FFF2-40B4-BE49-F238E27FC236}">
                    <a16:creationId xmlns:a16="http://schemas.microsoft.com/office/drawing/2014/main" id="{06A79905-79FE-2777-8C31-2E46B7D2ED55}"/>
                  </a:ext>
                </a:extLst>
              </p:cNvPr>
              <p:cNvSpPr/>
              <p:nvPr/>
            </p:nvSpPr>
            <p:spPr>
              <a:xfrm>
                <a:off x="4256933" y="3909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3" name="Freeform 35542">
                <a:extLst>
                  <a:ext uri="{FF2B5EF4-FFF2-40B4-BE49-F238E27FC236}">
                    <a16:creationId xmlns:a16="http://schemas.microsoft.com/office/drawing/2014/main" id="{C8FB0296-7A7D-740B-ACC4-54C7A1E581A8}"/>
                  </a:ext>
                </a:extLst>
              </p:cNvPr>
              <p:cNvSpPr/>
              <p:nvPr/>
            </p:nvSpPr>
            <p:spPr>
              <a:xfrm>
                <a:off x="4257528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4" name="Freeform 35543">
                <a:extLst>
                  <a:ext uri="{FF2B5EF4-FFF2-40B4-BE49-F238E27FC236}">
                    <a16:creationId xmlns:a16="http://schemas.microsoft.com/office/drawing/2014/main" id="{FB365B22-43F0-2CF8-219F-6815BBB4D9C7}"/>
                  </a:ext>
                </a:extLst>
              </p:cNvPr>
              <p:cNvSpPr/>
              <p:nvPr/>
            </p:nvSpPr>
            <p:spPr>
              <a:xfrm>
                <a:off x="4258024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5" name="Freeform 35544">
                <a:extLst>
                  <a:ext uri="{FF2B5EF4-FFF2-40B4-BE49-F238E27FC236}">
                    <a16:creationId xmlns:a16="http://schemas.microsoft.com/office/drawing/2014/main" id="{4EC39363-7099-8921-8D4D-26055C3EE252}"/>
                  </a:ext>
                </a:extLst>
              </p:cNvPr>
              <p:cNvSpPr/>
              <p:nvPr/>
            </p:nvSpPr>
            <p:spPr>
              <a:xfrm>
                <a:off x="4258520" y="3931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6" name="Freeform 35545">
                <a:extLst>
                  <a:ext uri="{FF2B5EF4-FFF2-40B4-BE49-F238E27FC236}">
                    <a16:creationId xmlns:a16="http://schemas.microsoft.com/office/drawing/2014/main" id="{563CA6B1-8C18-E50E-061F-A3B4FE1A48A0}"/>
                  </a:ext>
                </a:extLst>
              </p:cNvPr>
              <p:cNvSpPr/>
              <p:nvPr/>
            </p:nvSpPr>
            <p:spPr>
              <a:xfrm>
                <a:off x="4259116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7" name="Freeform 35546">
                <a:extLst>
                  <a:ext uri="{FF2B5EF4-FFF2-40B4-BE49-F238E27FC236}">
                    <a16:creationId xmlns:a16="http://schemas.microsoft.com/office/drawing/2014/main" id="{1EE0CE11-6865-B103-10AF-5B970ABB276D}"/>
                  </a:ext>
                </a:extLst>
              </p:cNvPr>
              <p:cNvSpPr/>
              <p:nvPr/>
            </p:nvSpPr>
            <p:spPr>
              <a:xfrm>
                <a:off x="4259612" y="3929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8" name="Freeform 35547">
                <a:extLst>
                  <a:ext uri="{FF2B5EF4-FFF2-40B4-BE49-F238E27FC236}">
                    <a16:creationId xmlns:a16="http://schemas.microsoft.com/office/drawing/2014/main" id="{F7885176-B5C9-139B-8227-25375230DDDF}"/>
                  </a:ext>
                </a:extLst>
              </p:cNvPr>
              <p:cNvSpPr/>
              <p:nvPr/>
            </p:nvSpPr>
            <p:spPr>
              <a:xfrm>
                <a:off x="4260108" y="3657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49" name="Freeform 35548">
                <a:extLst>
                  <a:ext uri="{FF2B5EF4-FFF2-40B4-BE49-F238E27FC236}">
                    <a16:creationId xmlns:a16="http://schemas.microsoft.com/office/drawing/2014/main" id="{81759FBC-6B4E-A7F8-341A-35EBE085C678}"/>
                  </a:ext>
                </a:extLst>
              </p:cNvPr>
              <p:cNvSpPr/>
              <p:nvPr/>
            </p:nvSpPr>
            <p:spPr>
              <a:xfrm>
                <a:off x="4260604" y="3547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0" name="Freeform 35549">
                <a:extLst>
                  <a:ext uri="{FF2B5EF4-FFF2-40B4-BE49-F238E27FC236}">
                    <a16:creationId xmlns:a16="http://schemas.microsoft.com/office/drawing/2014/main" id="{B27ADADD-7BC7-4CC2-3433-4685EB899278}"/>
                  </a:ext>
                </a:extLst>
              </p:cNvPr>
              <p:cNvSpPr/>
              <p:nvPr/>
            </p:nvSpPr>
            <p:spPr>
              <a:xfrm>
                <a:off x="4261199" y="3592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1" name="Freeform 35550">
                <a:extLst>
                  <a:ext uri="{FF2B5EF4-FFF2-40B4-BE49-F238E27FC236}">
                    <a16:creationId xmlns:a16="http://schemas.microsoft.com/office/drawing/2014/main" id="{078EAAC8-C51A-643F-9E31-A7FE25C8A954}"/>
                  </a:ext>
                </a:extLst>
              </p:cNvPr>
              <p:cNvSpPr/>
              <p:nvPr/>
            </p:nvSpPr>
            <p:spPr>
              <a:xfrm>
                <a:off x="4261695" y="3611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2" name="Freeform 35551">
                <a:extLst>
                  <a:ext uri="{FF2B5EF4-FFF2-40B4-BE49-F238E27FC236}">
                    <a16:creationId xmlns:a16="http://schemas.microsoft.com/office/drawing/2014/main" id="{15E9EEDF-2537-7A89-3265-21B87EC44100}"/>
                  </a:ext>
                </a:extLst>
              </p:cNvPr>
              <p:cNvSpPr/>
              <p:nvPr/>
            </p:nvSpPr>
            <p:spPr>
              <a:xfrm>
                <a:off x="4262191" y="3612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3" name="Freeform 35552">
                <a:extLst>
                  <a:ext uri="{FF2B5EF4-FFF2-40B4-BE49-F238E27FC236}">
                    <a16:creationId xmlns:a16="http://schemas.microsoft.com/office/drawing/2014/main" id="{47A27F55-57B0-7846-70BF-F257F39FAC6F}"/>
                  </a:ext>
                </a:extLst>
              </p:cNvPr>
              <p:cNvSpPr/>
              <p:nvPr/>
            </p:nvSpPr>
            <p:spPr>
              <a:xfrm>
                <a:off x="4262787" y="3597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4" name="Freeform 35553">
                <a:extLst>
                  <a:ext uri="{FF2B5EF4-FFF2-40B4-BE49-F238E27FC236}">
                    <a16:creationId xmlns:a16="http://schemas.microsoft.com/office/drawing/2014/main" id="{E146EC5C-FB51-26E9-8BE6-C59E8B06489B}"/>
                  </a:ext>
                </a:extLst>
              </p:cNvPr>
              <p:cNvSpPr/>
              <p:nvPr/>
            </p:nvSpPr>
            <p:spPr>
              <a:xfrm>
                <a:off x="4263283" y="3601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5" name="Freeform 35554">
                <a:extLst>
                  <a:ext uri="{FF2B5EF4-FFF2-40B4-BE49-F238E27FC236}">
                    <a16:creationId xmlns:a16="http://schemas.microsoft.com/office/drawing/2014/main" id="{ED098E47-AD03-6E00-0121-4C9AF9BD841E}"/>
                  </a:ext>
                </a:extLst>
              </p:cNvPr>
              <p:cNvSpPr/>
              <p:nvPr/>
            </p:nvSpPr>
            <p:spPr>
              <a:xfrm>
                <a:off x="4263779" y="3561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6" name="Freeform 35555">
                <a:extLst>
                  <a:ext uri="{FF2B5EF4-FFF2-40B4-BE49-F238E27FC236}">
                    <a16:creationId xmlns:a16="http://schemas.microsoft.com/office/drawing/2014/main" id="{D8061477-3800-1AD7-D7DD-1FF4C7579F9B}"/>
                  </a:ext>
                </a:extLst>
              </p:cNvPr>
              <p:cNvSpPr/>
              <p:nvPr/>
            </p:nvSpPr>
            <p:spPr>
              <a:xfrm>
                <a:off x="4264374" y="3528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7" name="Freeform 35556">
                <a:extLst>
                  <a:ext uri="{FF2B5EF4-FFF2-40B4-BE49-F238E27FC236}">
                    <a16:creationId xmlns:a16="http://schemas.microsoft.com/office/drawing/2014/main" id="{26CB2AEB-8DF1-73C5-875A-C504A74974C3}"/>
                  </a:ext>
                </a:extLst>
              </p:cNvPr>
              <p:cNvSpPr/>
              <p:nvPr/>
            </p:nvSpPr>
            <p:spPr>
              <a:xfrm>
                <a:off x="4264870" y="3483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8" name="Freeform 35557">
                <a:extLst>
                  <a:ext uri="{FF2B5EF4-FFF2-40B4-BE49-F238E27FC236}">
                    <a16:creationId xmlns:a16="http://schemas.microsoft.com/office/drawing/2014/main" id="{5E5E66CC-0549-9025-7E1C-200CF7DBBEE0}"/>
                  </a:ext>
                </a:extLst>
              </p:cNvPr>
              <p:cNvSpPr/>
              <p:nvPr/>
            </p:nvSpPr>
            <p:spPr>
              <a:xfrm>
                <a:off x="4265366" y="3471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59" name="Freeform 35558">
                <a:extLst>
                  <a:ext uri="{FF2B5EF4-FFF2-40B4-BE49-F238E27FC236}">
                    <a16:creationId xmlns:a16="http://schemas.microsoft.com/office/drawing/2014/main" id="{574DB674-EB97-4117-F8EE-EA28148B3375}"/>
                  </a:ext>
                </a:extLst>
              </p:cNvPr>
              <p:cNvSpPr/>
              <p:nvPr/>
            </p:nvSpPr>
            <p:spPr>
              <a:xfrm>
                <a:off x="4265962" y="3469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0" name="Freeform 35559">
                <a:extLst>
                  <a:ext uri="{FF2B5EF4-FFF2-40B4-BE49-F238E27FC236}">
                    <a16:creationId xmlns:a16="http://schemas.microsoft.com/office/drawing/2014/main" id="{6CE4AFF6-09BD-E3CB-3AEA-3B913B8DE93D}"/>
                  </a:ext>
                </a:extLst>
              </p:cNvPr>
              <p:cNvSpPr/>
              <p:nvPr/>
            </p:nvSpPr>
            <p:spPr>
              <a:xfrm>
                <a:off x="4266458" y="3490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1" name="Freeform 35560">
                <a:extLst>
                  <a:ext uri="{FF2B5EF4-FFF2-40B4-BE49-F238E27FC236}">
                    <a16:creationId xmlns:a16="http://schemas.microsoft.com/office/drawing/2014/main" id="{C4873A95-7EE8-049F-06F6-DF9682C68ADF}"/>
                  </a:ext>
                </a:extLst>
              </p:cNvPr>
              <p:cNvSpPr/>
              <p:nvPr/>
            </p:nvSpPr>
            <p:spPr>
              <a:xfrm>
                <a:off x="4266954" y="3475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2" name="Freeform 35561">
                <a:extLst>
                  <a:ext uri="{FF2B5EF4-FFF2-40B4-BE49-F238E27FC236}">
                    <a16:creationId xmlns:a16="http://schemas.microsoft.com/office/drawing/2014/main" id="{71B20973-C5B5-360F-FA5A-6B1F2EAE4D5D}"/>
                  </a:ext>
                </a:extLst>
              </p:cNvPr>
              <p:cNvSpPr/>
              <p:nvPr/>
            </p:nvSpPr>
            <p:spPr>
              <a:xfrm>
                <a:off x="4267549" y="3478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3" name="Freeform 35562">
                <a:extLst>
                  <a:ext uri="{FF2B5EF4-FFF2-40B4-BE49-F238E27FC236}">
                    <a16:creationId xmlns:a16="http://schemas.microsoft.com/office/drawing/2014/main" id="{9397234C-6C48-8B6D-D858-C6B504BBB00E}"/>
                  </a:ext>
                </a:extLst>
              </p:cNvPr>
              <p:cNvSpPr/>
              <p:nvPr/>
            </p:nvSpPr>
            <p:spPr>
              <a:xfrm>
                <a:off x="4268045" y="3552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4" name="Freeform 35563">
                <a:extLst>
                  <a:ext uri="{FF2B5EF4-FFF2-40B4-BE49-F238E27FC236}">
                    <a16:creationId xmlns:a16="http://schemas.microsoft.com/office/drawing/2014/main" id="{12A999AB-5F94-EC3D-7EDF-947D40C53F69}"/>
                  </a:ext>
                </a:extLst>
              </p:cNvPr>
              <p:cNvSpPr/>
              <p:nvPr/>
            </p:nvSpPr>
            <p:spPr>
              <a:xfrm>
                <a:off x="4268541" y="3714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5" name="Freeform 35564">
                <a:extLst>
                  <a:ext uri="{FF2B5EF4-FFF2-40B4-BE49-F238E27FC236}">
                    <a16:creationId xmlns:a16="http://schemas.microsoft.com/office/drawing/2014/main" id="{7C53E711-1DE6-1515-10D7-0D08033393F4}"/>
                  </a:ext>
                </a:extLst>
              </p:cNvPr>
              <p:cNvSpPr/>
              <p:nvPr/>
            </p:nvSpPr>
            <p:spPr>
              <a:xfrm>
                <a:off x="4269137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6" name="Freeform 35565">
                <a:extLst>
                  <a:ext uri="{FF2B5EF4-FFF2-40B4-BE49-F238E27FC236}">
                    <a16:creationId xmlns:a16="http://schemas.microsoft.com/office/drawing/2014/main" id="{6E25EA73-21A0-897E-6CB9-093CEF63EAD4}"/>
                  </a:ext>
                </a:extLst>
              </p:cNvPr>
              <p:cNvSpPr/>
              <p:nvPr/>
            </p:nvSpPr>
            <p:spPr>
              <a:xfrm>
                <a:off x="4269633" y="3898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7" name="Freeform 35566">
                <a:extLst>
                  <a:ext uri="{FF2B5EF4-FFF2-40B4-BE49-F238E27FC236}">
                    <a16:creationId xmlns:a16="http://schemas.microsoft.com/office/drawing/2014/main" id="{B193B26C-D5EC-6FF5-7377-68415C1BC310}"/>
                  </a:ext>
                </a:extLst>
              </p:cNvPr>
              <p:cNvSpPr/>
              <p:nvPr/>
            </p:nvSpPr>
            <p:spPr>
              <a:xfrm>
                <a:off x="4270129" y="3928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8" name="Freeform 35567">
                <a:extLst>
                  <a:ext uri="{FF2B5EF4-FFF2-40B4-BE49-F238E27FC236}">
                    <a16:creationId xmlns:a16="http://schemas.microsoft.com/office/drawing/2014/main" id="{B31C62EF-C199-946C-429B-6723EDC1110D}"/>
                  </a:ext>
                </a:extLst>
              </p:cNvPr>
              <p:cNvSpPr/>
              <p:nvPr/>
            </p:nvSpPr>
            <p:spPr>
              <a:xfrm>
                <a:off x="4270724" y="3922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69" name="Freeform 35568">
                <a:extLst>
                  <a:ext uri="{FF2B5EF4-FFF2-40B4-BE49-F238E27FC236}">
                    <a16:creationId xmlns:a16="http://schemas.microsoft.com/office/drawing/2014/main" id="{8BA1206E-8C3E-C386-815C-C35DD9E8B15E}"/>
                  </a:ext>
                </a:extLst>
              </p:cNvPr>
              <p:cNvSpPr/>
              <p:nvPr/>
            </p:nvSpPr>
            <p:spPr>
              <a:xfrm>
                <a:off x="4271220" y="392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0" name="Freeform 35569">
                <a:extLst>
                  <a:ext uri="{FF2B5EF4-FFF2-40B4-BE49-F238E27FC236}">
                    <a16:creationId xmlns:a16="http://schemas.microsoft.com/office/drawing/2014/main" id="{CDB0976D-39A3-E6A3-5630-40F1317BB8A6}"/>
                  </a:ext>
                </a:extLst>
              </p:cNvPr>
              <p:cNvSpPr/>
              <p:nvPr/>
            </p:nvSpPr>
            <p:spPr>
              <a:xfrm>
                <a:off x="4271716" y="3920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1" name="Freeform 35570">
                <a:extLst>
                  <a:ext uri="{FF2B5EF4-FFF2-40B4-BE49-F238E27FC236}">
                    <a16:creationId xmlns:a16="http://schemas.microsoft.com/office/drawing/2014/main" id="{DC7799B1-E85D-3A4E-BCDF-26E509F2FFE9}"/>
                  </a:ext>
                </a:extLst>
              </p:cNvPr>
              <p:cNvSpPr/>
              <p:nvPr/>
            </p:nvSpPr>
            <p:spPr>
              <a:xfrm>
                <a:off x="4272213" y="3899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2" name="Freeform 35571">
                <a:extLst>
                  <a:ext uri="{FF2B5EF4-FFF2-40B4-BE49-F238E27FC236}">
                    <a16:creationId xmlns:a16="http://schemas.microsoft.com/office/drawing/2014/main" id="{E0D8A771-B6B4-F049-D7B3-41CB405B2F9A}"/>
                  </a:ext>
                </a:extLst>
              </p:cNvPr>
              <p:cNvSpPr/>
              <p:nvPr/>
            </p:nvSpPr>
            <p:spPr>
              <a:xfrm>
                <a:off x="4272808" y="3755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3" name="Freeform 35572">
                <a:extLst>
                  <a:ext uri="{FF2B5EF4-FFF2-40B4-BE49-F238E27FC236}">
                    <a16:creationId xmlns:a16="http://schemas.microsoft.com/office/drawing/2014/main" id="{CC924159-0D96-CEFA-C4A6-1E417FA4D87A}"/>
                  </a:ext>
                </a:extLst>
              </p:cNvPr>
              <p:cNvSpPr/>
              <p:nvPr/>
            </p:nvSpPr>
            <p:spPr>
              <a:xfrm>
                <a:off x="4273304" y="3591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4" name="Freeform 35573">
                <a:extLst>
                  <a:ext uri="{FF2B5EF4-FFF2-40B4-BE49-F238E27FC236}">
                    <a16:creationId xmlns:a16="http://schemas.microsoft.com/office/drawing/2014/main" id="{F8D584A8-EC50-F895-CE36-7F1885B689FC}"/>
                  </a:ext>
                </a:extLst>
              </p:cNvPr>
              <p:cNvSpPr/>
              <p:nvPr/>
            </p:nvSpPr>
            <p:spPr>
              <a:xfrm>
                <a:off x="4273800" y="3616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5" name="Freeform 35574">
                <a:extLst>
                  <a:ext uri="{FF2B5EF4-FFF2-40B4-BE49-F238E27FC236}">
                    <a16:creationId xmlns:a16="http://schemas.microsoft.com/office/drawing/2014/main" id="{EC6B882B-0D1B-BFBB-69E4-375BF6FAB6EC}"/>
                  </a:ext>
                </a:extLst>
              </p:cNvPr>
              <p:cNvSpPr/>
              <p:nvPr/>
            </p:nvSpPr>
            <p:spPr>
              <a:xfrm>
                <a:off x="4274395" y="3625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6" name="Freeform 35575">
                <a:extLst>
                  <a:ext uri="{FF2B5EF4-FFF2-40B4-BE49-F238E27FC236}">
                    <a16:creationId xmlns:a16="http://schemas.microsoft.com/office/drawing/2014/main" id="{5537E52B-C21C-F96C-9CB8-9B7351D1FDFF}"/>
                  </a:ext>
                </a:extLst>
              </p:cNvPr>
              <p:cNvSpPr/>
              <p:nvPr/>
            </p:nvSpPr>
            <p:spPr>
              <a:xfrm>
                <a:off x="4274891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7" name="Freeform 35576">
                <a:extLst>
                  <a:ext uri="{FF2B5EF4-FFF2-40B4-BE49-F238E27FC236}">
                    <a16:creationId xmlns:a16="http://schemas.microsoft.com/office/drawing/2014/main" id="{77C9381A-D54D-FADE-838A-0621409C1E04}"/>
                  </a:ext>
                </a:extLst>
              </p:cNvPr>
              <p:cNvSpPr/>
              <p:nvPr/>
            </p:nvSpPr>
            <p:spPr>
              <a:xfrm>
                <a:off x="4275388" y="3617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8" name="Freeform 35577">
                <a:extLst>
                  <a:ext uri="{FF2B5EF4-FFF2-40B4-BE49-F238E27FC236}">
                    <a16:creationId xmlns:a16="http://schemas.microsoft.com/office/drawing/2014/main" id="{F0F9C38C-287C-2DA3-256B-4537CA97FF89}"/>
                  </a:ext>
                </a:extLst>
              </p:cNvPr>
              <p:cNvSpPr/>
              <p:nvPr/>
            </p:nvSpPr>
            <p:spPr>
              <a:xfrm>
                <a:off x="4275983" y="3610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79" name="Freeform 35578">
                <a:extLst>
                  <a:ext uri="{FF2B5EF4-FFF2-40B4-BE49-F238E27FC236}">
                    <a16:creationId xmlns:a16="http://schemas.microsoft.com/office/drawing/2014/main" id="{FFC1EA5D-BB6E-6DFE-89B9-ADB11D01D854}"/>
                  </a:ext>
                </a:extLst>
              </p:cNvPr>
              <p:cNvSpPr/>
              <p:nvPr/>
            </p:nvSpPr>
            <p:spPr>
              <a:xfrm>
                <a:off x="4276479" y="3572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0" name="Freeform 35579">
                <a:extLst>
                  <a:ext uri="{FF2B5EF4-FFF2-40B4-BE49-F238E27FC236}">
                    <a16:creationId xmlns:a16="http://schemas.microsoft.com/office/drawing/2014/main" id="{C1921AAC-6FD3-D941-8B1A-51AC6AF10D48}"/>
                  </a:ext>
                </a:extLst>
              </p:cNvPr>
              <p:cNvSpPr/>
              <p:nvPr/>
            </p:nvSpPr>
            <p:spPr>
              <a:xfrm>
                <a:off x="4276975" y="3532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1" name="Freeform 35580">
                <a:extLst>
                  <a:ext uri="{FF2B5EF4-FFF2-40B4-BE49-F238E27FC236}">
                    <a16:creationId xmlns:a16="http://schemas.microsoft.com/office/drawing/2014/main" id="{F096947D-4F11-7F9F-C903-B1C6036D8D18}"/>
                  </a:ext>
                </a:extLst>
              </p:cNvPr>
              <p:cNvSpPr/>
              <p:nvPr/>
            </p:nvSpPr>
            <p:spPr>
              <a:xfrm>
                <a:off x="4277570" y="354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2" name="Freeform 35581">
                <a:extLst>
                  <a:ext uri="{FF2B5EF4-FFF2-40B4-BE49-F238E27FC236}">
                    <a16:creationId xmlns:a16="http://schemas.microsoft.com/office/drawing/2014/main" id="{A4AFD814-6979-3C62-08A5-A69178015061}"/>
                  </a:ext>
                </a:extLst>
              </p:cNvPr>
              <p:cNvSpPr/>
              <p:nvPr/>
            </p:nvSpPr>
            <p:spPr>
              <a:xfrm>
                <a:off x="4278066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3" name="Freeform 35582">
                <a:extLst>
                  <a:ext uri="{FF2B5EF4-FFF2-40B4-BE49-F238E27FC236}">
                    <a16:creationId xmlns:a16="http://schemas.microsoft.com/office/drawing/2014/main" id="{66673C97-92D3-8D92-214A-A1EC5F74923C}"/>
                  </a:ext>
                </a:extLst>
              </p:cNvPr>
              <p:cNvSpPr/>
              <p:nvPr/>
            </p:nvSpPr>
            <p:spPr>
              <a:xfrm>
                <a:off x="4278563" y="3663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4" name="Freeform 35583">
                <a:extLst>
                  <a:ext uri="{FF2B5EF4-FFF2-40B4-BE49-F238E27FC236}">
                    <a16:creationId xmlns:a16="http://schemas.microsoft.com/office/drawing/2014/main" id="{C4DD589A-A3A4-8E31-6CFA-051E603B9922}"/>
                  </a:ext>
                </a:extLst>
              </p:cNvPr>
              <p:cNvSpPr/>
              <p:nvPr/>
            </p:nvSpPr>
            <p:spPr>
              <a:xfrm>
                <a:off x="4279158" y="3678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5" name="Freeform 35584">
                <a:extLst>
                  <a:ext uri="{FF2B5EF4-FFF2-40B4-BE49-F238E27FC236}">
                    <a16:creationId xmlns:a16="http://schemas.microsoft.com/office/drawing/2014/main" id="{6732D4BE-F77F-4F13-888E-743C3C18BC24}"/>
                  </a:ext>
                </a:extLst>
              </p:cNvPr>
              <p:cNvSpPr/>
              <p:nvPr/>
            </p:nvSpPr>
            <p:spPr>
              <a:xfrm>
                <a:off x="4279654" y="3623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6" name="Freeform 35585">
                <a:extLst>
                  <a:ext uri="{FF2B5EF4-FFF2-40B4-BE49-F238E27FC236}">
                    <a16:creationId xmlns:a16="http://schemas.microsoft.com/office/drawing/2014/main" id="{9E1B920E-0662-071A-954E-C606E63957B9}"/>
                  </a:ext>
                </a:extLst>
              </p:cNvPr>
              <p:cNvSpPr/>
              <p:nvPr/>
            </p:nvSpPr>
            <p:spPr>
              <a:xfrm>
                <a:off x="4280150" y="3562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7" name="Freeform 35586">
                <a:extLst>
                  <a:ext uri="{FF2B5EF4-FFF2-40B4-BE49-F238E27FC236}">
                    <a16:creationId xmlns:a16="http://schemas.microsoft.com/office/drawing/2014/main" id="{A425B325-724B-3B2B-9F2A-0DC4269CE06D}"/>
                  </a:ext>
                </a:extLst>
              </p:cNvPr>
              <p:cNvSpPr/>
              <p:nvPr/>
            </p:nvSpPr>
            <p:spPr>
              <a:xfrm>
                <a:off x="4280745" y="3545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8" name="Freeform 35587">
                <a:extLst>
                  <a:ext uri="{FF2B5EF4-FFF2-40B4-BE49-F238E27FC236}">
                    <a16:creationId xmlns:a16="http://schemas.microsoft.com/office/drawing/2014/main" id="{41A5E689-7EFD-CFE6-A269-08C937BB01D5}"/>
                  </a:ext>
                </a:extLst>
              </p:cNvPr>
              <p:cNvSpPr/>
              <p:nvPr/>
            </p:nvSpPr>
            <p:spPr>
              <a:xfrm>
                <a:off x="4281241" y="3797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89" name="Freeform 35588">
                <a:extLst>
                  <a:ext uri="{FF2B5EF4-FFF2-40B4-BE49-F238E27FC236}">
                    <a16:creationId xmlns:a16="http://schemas.microsoft.com/office/drawing/2014/main" id="{7CE71286-827E-1EA1-71B3-A6196C4A4D96}"/>
                  </a:ext>
                </a:extLst>
              </p:cNvPr>
              <p:cNvSpPr/>
              <p:nvPr/>
            </p:nvSpPr>
            <p:spPr>
              <a:xfrm>
                <a:off x="4281738" y="3913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0" name="Freeform 35589">
                <a:extLst>
                  <a:ext uri="{FF2B5EF4-FFF2-40B4-BE49-F238E27FC236}">
                    <a16:creationId xmlns:a16="http://schemas.microsoft.com/office/drawing/2014/main" id="{118B76B8-6211-17AC-F4F9-5F9B3A0B426D}"/>
                  </a:ext>
                </a:extLst>
              </p:cNvPr>
              <p:cNvSpPr/>
              <p:nvPr/>
            </p:nvSpPr>
            <p:spPr>
              <a:xfrm>
                <a:off x="4282333" y="390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1" name="Freeform 35590">
                <a:extLst>
                  <a:ext uri="{FF2B5EF4-FFF2-40B4-BE49-F238E27FC236}">
                    <a16:creationId xmlns:a16="http://schemas.microsoft.com/office/drawing/2014/main" id="{0B58D057-E237-9960-89B8-EF43E41B9887}"/>
                  </a:ext>
                </a:extLst>
              </p:cNvPr>
              <p:cNvSpPr/>
              <p:nvPr/>
            </p:nvSpPr>
            <p:spPr>
              <a:xfrm>
                <a:off x="4282829" y="3897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2" name="Freeform 35591">
                <a:extLst>
                  <a:ext uri="{FF2B5EF4-FFF2-40B4-BE49-F238E27FC236}">
                    <a16:creationId xmlns:a16="http://schemas.microsoft.com/office/drawing/2014/main" id="{18C4459F-DEC8-D0CD-9820-F7FEB9635053}"/>
                  </a:ext>
                </a:extLst>
              </p:cNvPr>
              <p:cNvSpPr/>
              <p:nvPr/>
            </p:nvSpPr>
            <p:spPr>
              <a:xfrm>
                <a:off x="4283325" y="3895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3" name="Freeform 35592">
                <a:extLst>
                  <a:ext uri="{FF2B5EF4-FFF2-40B4-BE49-F238E27FC236}">
                    <a16:creationId xmlns:a16="http://schemas.microsoft.com/office/drawing/2014/main" id="{02288F2D-5266-E35B-9152-662DA1C312DA}"/>
                  </a:ext>
                </a:extLst>
              </p:cNvPr>
              <p:cNvSpPr/>
              <p:nvPr/>
            </p:nvSpPr>
            <p:spPr>
              <a:xfrm>
                <a:off x="4283821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4" name="Freeform 35593">
                <a:extLst>
                  <a:ext uri="{FF2B5EF4-FFF2-40B4-BE49-F238E27FC236}">
                    <a16:creationId xmlns:a16="http://schemas.microsoft.com/office/drawing/2014/main" id="{21454041-C062-FF56-2C82-65C87BB197A8}"/>
                  </a:ext>
                </a:extLst>
              </p:cNvPr>
              <p:cNvSpPr/>
              <p:nvPr/>
            </p:nvSpPr>
            <p:spPr>
              <a:xfrm>
                <a:off x="4284416" y="3884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5" name="Freeform 35594">
                <a:extLst>
                  <a:ext uri="{FF2B5EF4-FFF2-40B4-BE49-F238E27FC236}">
                    <a16:creationId xmlns:a16="http://schemas.microsoft.com/office/drawing/2014/main" id="{8C7E2A56-BF30-ED7B-38CF-62886A73391C}"/>
                  </a:ext>
                </a:extLst>
              </p:cNvPr>
              <p:cNvSpPr/>
              <p:nvPr/>
            </p:nvSpPr>
            <p:spPr>
              <a:xfrm>
                <a:off x="4284913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6" name="Freeform 35595">
                <a:extLst>
                  <a:ext uri="{FF2B5EF4-FFF2-40B4-BE49-F238E27FC236}">
                    <a16:creationId xmlns:a16="http://schemas.microsoft.com/office/drawing/2014/main" id="{7061C96B-0F1E-B2B7-4E31-28B01ADCD4C7}"/>
                  </a:ext>
                </a:extLst>
              </p:cNvPr>
              <p:cNvSpPr/>
              <p:nvPr/>
            </p:nvSpPr>
            <p:spPr>
              <a:xfrm>
                <a:off x="4285409" y="3723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7" name="Freeform 35596">
                <a:extLst>
                  <a:ext uri="{FF2B5EF4-FFF2-40B4-BE49-F238E27FC236}">
                    <a16:creationId xmlns:a16="http://schemas.microsoft.com/office/drawing/2014/main" id="{5727958F-91FE-5E0D-FBF6-60C5CEDE9298}"/>
                  </a:ext>
                </a:extLst>
              </p:cNvPr>
              <p:cNvSpPr/>
              <p:nvPr/>
            </p:nvSpPr>
            <p:spPr>
              <a:xfrm>
                <a:off x="4286004" y="3590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8" name="Freeform 35597">
                <a:extLst>
                  <a:ext uri="{FF2B5EF4-FFF2-40B4-BE49-F238E27FC236}">
                    <a16:creationId xmlns:a16="http://schemas.microsoft.com/office/drawing/2014/main" id="{3B760C5E-F51F-CF79-72F3-2F31D7954BE5}"/>
                  </a:ext>
                </a:extLst>
              </p:cNvPr>
              <p:cNvSpPr/>
              <p:nvPr/>
            </p:nvSpPr>
            <p:spPr>
              <a:xfrm>
                <a:off x="4286500" y="3659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99" name="Freeform 35598">
                <a:extLst>
                  <a:ext uri="{FF2B5EF4-FFF2-40B4-BE49-F238E27FC236}">
                    <a16:creationId xmlns:a16="http://schemas.microsoft.com/office/drawing/2014/main" id="{43732428-F0C5-3265-7F78-E139B56B2930}"/>
                  </a:ext>
                </a:extLst>
              </p:cNvPr>
              <p:cNvSpPr/>
              <p:nvPr/>
            </p:nvSpPr>
            <p:spPr>
              <a:xfrm>
                <a:off x="4286996" y="3645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0" name="Freeform 35599">
                <a:extLst>
                  <a:ext uri="{FF2B5EF4-FFF2-40B4-BE49-F238E27FC236}">
                    <a16:creationId xmlns:a16="http://schemas.microsoft.com/office/drawing/2014/main" id="{65CF58E7-21AF-675E-AA20-511F5F7C139F}"/>
                  </a:ext>
                </a:extLst>
              </p:cNvPr>
              <p:cNvSpPr/>
              <p:nvPr/>
            </p:nvSpPr>
            <p:spPr>
              <a:xfrm>
                <a:off x="4287591" y="3640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1" name="Freeform 35600">
                <a:extLst>
                  <a:ext uri="{FF2B5EF4-FFF2-40B4-BE49-F238E27FC236}">
                    <a16:creationId xmlns:a16="http://schemas.microsoft.com/office/drawing/2014/main" id="{C5931FD2-495B-FDDF-3692-C6D10D14EC54}"/>
                  </a:ext>
                </a:extLst>
              </p:cNvPr>
              <p:cNvSpPr/>
              <p:nvPr/>
            </p:nvSpPr>
            <p:spPr>
              <a:xfrm>
                <a:off x="4288088" y="3607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2" name="Freeform 35601">
                <a:extLst>
                  <a:ext uri="{FF2B5EF4-FFF2-40B4-BE49-F238E27FC236}">
                    <a16:creationId xmlns:a16="http://schemas.microsoft.com/office/drawing/2014/main" id="{E22C3212-1F85-4717-31FC-F74F646466FD}"/>
                  </a:ext>
                </a:extLst>
              </p:cNvPr>
              <p:cNvSpPr/>
              <p:nvPr/>
            </p:nvSpPr>
            <p:spPr>
              <a:xfrm>
                <a:off x="4288584" y="3601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3" name="Freeform 35602">
                <a:extLst>
                  <a:ext uri="{FF2B5EF4-FFF2-40B4-BE49-F238E27FC236}">
                    <a16:creationId xmlns:a16="http://schemas.microsoft.com/office/drawing/2014/main" id="{79B2420E-08A4-6D59-DE6D-C267D88EB72C}"/>
                  </a:ext>
                </a:extLst>
              </p:cNvPr>
              <p:cNvSpPr/>
              <p:nvPr/>
            </p:nvSpPr>
            <p:spPr>
              <a:xfrm>
                <a:off x="4289179" y="3550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4" name="Freeform 35603">
                <a:extLst>
                  <a:ext uri="{FF2B5EF4-FFF2-40B4-BE49-F238E27FC236}">
                    <a16:creationId xmlns:a16="http://schemas.microsoft.com/office/drawing/2014/main" id="{7B9533CA-8C3B-A7E5-553A-7065F332EB02}"/>
                  </a:ext>
                </a:extLst>
              </p:cNvPr>
              <p:cNvSpPr/>
              <p:nvPr/>
            </p:nvSpPr>
            <p:spPr>
              <a:xfrm>
                <a:off x="4289675" y="3520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5" name="Freeform 35604">
                <a:extLst>
                  <a:ext uri="{FF2B5EF4-FFF2-40B4-BE49-F238E27FC236}">
                    <a16:creationId xmlns:a16="http://schemas.microsoft.com/office/drawing/2014/main" id="{E5A4920B-B185-0425-2439-01134EE6B268}"/>
                  </a:ext>
                </a:extLst>
              </p:cNvPr>
              <p:cNvSpPr/>
              <p:nvPr/>
            </p:nvSpPr>
            <p:spPr>
              <a:xfrm>
                <a:off x="4290171" y="3517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6" name="Freeform 35605">
                <a:extLst>
                  <a:ext uri="{FF2B5EF4-FFF2-40B4-BE49-F238E27FC236}">
                    <a16:creationId xmlns:a16="http://schemas.microsoft.com/office/drawing/2014/main" id="{4FB604B2-0551-03E6-1E38-5E7B90FBC0B9}"/>
                  </a:ext>
                </a:extLst>
              </p:cNvPr>
              <p:cNvSpPr/>
              <p:nvPr/>
            </p:nvSpPr>
            <p:spPr>
              <a:xfrm>
                <a:off x="4290766" y="3537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7" name="Freeform 35606">
                <a:extLst>
                  <a:ext uri="{FF2B5EF4-FFF2-40B4-BE49-F238E27FC236}">
                    <a16:creationId xmlns:a16="http://schemas.microsoft.com/office/drawing/2014/main" id="{AA6CA6BE-5387-8952-B9AC-F22EFEF28BE3}"/>
                  </a:ext>
                </a:extLst>
              </p:cNvPr>
              <p:cNvSpPr/>
              <p:nvPr/>
            </p:nvSpPr>
            <p:spPr>
              <a:xfrm>
                <a:off x="4291263" y="3514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8" name="Freeform 35607">
                <a:extLst>
                  <a:ext uri="{FF2B5EF4-FFF2-40B4-BE49-F238E27FC236}">
                    <a16:creationId xmlns:a16="http://schemas.microsoft.com/office/drawing/2014/main" id="{97C3083E-0C53-0E11-D2F3-3F237150FED0}"/>
                  </a:ext>
                </a:extLst>
              </p:cNvPr>
              <p:cNvSpPr/>
              <p:nvPr/>
            </p:nvSpPr>
            <p:spPr>
              <a:xfrm>
                <a:off x="4291759" y="3521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09" name="Freeform 35608">
                <a:extLst>
                  <a:ext uri="{FF2B5EF4-FFF2-40B4-BE49-F238E27FC236}">
                    <a16:creationId xmlns:a16="http://schemas.microsoft.com/office/drawing/2014/main" id="{BDABC57A-A543-2409-4E2C-0370B8AF6259}"/>
                  </a:ext>
                </a:extLst>
              </p:cNvPr>
              <p:cNvSpPr/>
              <p:nvPr/>
            </p:nvSpPr>
            <p:spPr>
              <a:xfrm>
                <a:off x="4292354" y="352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0" name="Freeform 35609">
                <a:extLst>
                  <a:ext uri="{FF2B5EF4-FFF2-40B4-BE49-F238E27FC236}">
                    <a16:creationId xmlns:a16="http://schemas.microsoft.com/office/drawing/2014/main" id="{5BE448E0-64EA-E02D-DDAA-50D7D2CFEF1A}"/>
                  </a:ext>
                </a:extLst>
              </p:cNvPr>
              <p:cNvSpPr/>
              <p:nvPr/>
            </p:nvSpPr>
            <p:spPr>
              <a:xfrm>
                <a:off x="4292850" y="3520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1" name="Freeform 35610">
                <a:extLst>
                  <a:ext uri="{FF2B5EF4-FFF2-40B4-BE49-F238E27FC236}">
                    <a16:creationId xmlns:a16="http://schemas.microsoft.com/office/drawing/2014/main" id="{15947402-A770-6AF9-F7E4-4322F7AE19DE}"/>
                  </a:ext>
                </a:extLst>
              </p:cNvPr>
              <p:cNvSpPr/>
              <p:nvPr/>
            </p:nvSpPr>
            <p:spPr>
              <a:xfrm>
                <a:off x="4293346" y="352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2" name="Freeform 35611">
                <a:extLst>
                  <a:ext uri="{FF2B5EF4-FFF2-40B4-BE49-F238E27FC236}">
                    <a16:creationId xmlns:a16="http://schemas.microsoft.com/office/drawing/2014/main" id="{7E9106BB-3D10-EEFD-D534-D6E766884B0A}"/>
                  </a:ext>
                </a:extLst>
              </p:cNvPr>
              <p:cNvSpPr/>
              <p:nvPr/>
            </p:nvSpPr>
            <p:spPr>
              <a:xfrm>
                <a:off x="4293941" y="3590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3" name="Freeform 35612">
                <a:extLst>
                  <a:ext uri="{FF2B5EF4-FFF2-40B4-BE49-F238E27FC236}">
                    <a16:creationId xmlns:a16="http://schemas.microsoft.com/office/drawing/2014/main" id="{A864D21A-1C09-696D-8B51-2661A9EDF3B1}"/>
                  </a:ext>
                </a:extLst>
              </p:cNvPr>
              <p:cNvSpPr/>
              <p:nvPr/>
            </p:nvSpPr>
            <p:spPr>
              <a:xfrm>
                <a:off x="4294438" y="3695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4" name="Freeform 35613">
                <a:extLst>
                  <a:ext uri="{FF2B5EF4-FFF2-40B4-BE49-F238E27FC236}">
                    <a16:creationId xmlns:a16="http://schemas.microsoft.com/office/drawing/2014/main" id="{0DEEA2E6-DDE2-505D-4FA6-71F9528D67D1}"/>
                  </a:ext>
                </a:extLst>
              </p:cNvPr>
              <p:cNvSpPr/>
              <p:nvPr/>
            </p:nvSpPr>
            <p:spPr>
              <a:xfrm>
                <a:off x="4294934" y="3766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5" name="Freeform 35614">
                <a:extLst>
                  <a:ext uri="{FF2B5EF4-FFF2-40B4-BE49-F238E27FC236}">
                    <a16:creationId xmlns:a16="http://schemas.microsoft.com/office/drawing/2014/main" id="{7C79AF37-5564-0233-3E2D-5B07018CD395}"/>
                  </a:ext>
                </a:extLst>
              </p:cNvPr>
              <p:cNvSpPr/>
              <p:nvPr/>
            </p:nvSpPr>
            <p:spPr>
              <a:xfrm>
                <a:off x="4295529" y="3812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6" name="Freeform 35615">
                <a:extLst>
                  <a:ext uri="{FF2B5EF4-FFF2-40B4-BE49-F238E27FC236}">
                    <a16:creationId xmlns:a16="http://schemas.microsoft.com/office/drawing/2014/main" id="{3D51F4BA-BF0E-2D4A-2A33-52D91F9186D7}"/>
                  </a:ext>
                </a:extLst>
              </p:cNvPr>
              <p:cNvSpPr/>
              <p:nvPr/>
            </p:nvSpPr>
            <p:spPr>
              <a:xfrm>
                <a:off x="4296025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7" name="Freeform 35616">
                <a:extLst>
                  <a:ext uri="{FF2B5EF4-FFF2-40B4-BE49-F238E27FC236}">
                    <a16:creationId xmlns:a16="http://schemas.microsoft.com/office/drawing/2014/main" id="{2CADF787-0DDD-2C3F-22BE-4B84A8F36558}"/>
                  </a:ext>
                </a:extLst>
              </p:cNvPr>
              <p:cNvSpPr/>
              <p:nvPr/>
            </p:nvSpPr>
            <p:spPr>
              <a:xfrm>
                <a:off x="4296521" y="3818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8" name="Freeform 35617">
                <a:extLst>
                  <a:ext uri="{FF2B5EF4-FFF2-40B4-BE49-F238E27FC236}">
                    <a16:creationId xmlns:a16="http://schemas.microsoft.com/office/drawing/2014/main" id="{A3378AA3-9C07-6E7D-3E3D-788DFD0144EE}"/>
                  </a:ext>
                </a:extLst>
              </p:cNvPr>
              <p:cNvSpPr/>
              <p:nvPr/>
            </p:nvSpPr>
            <p:spPr>
              <a:xfrm>
                <a:off x="4297017" y="3826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19" name="Freeform 35618">
                <a:extLst>
                  <a:ext uri="{FF2B5EF4-FFF2-40B4-BE49-F238E27FC236}">
                    <a16:creationId xmlns:a16="http://schemas.microsoft.com/office/drawing/2014/main" id="{8EEB5C30-081B-5682-9E91-A4445153FCE1}"/>
                  </a:ext>
                </a:extLst>
              </p:cNvPr>
              <p:cNvSpPr/>
              <p:nvPr/>
            </p:nvSpPr>
            <p:spPr>
              <a:xfrm>
                <a:off x="4297613" y="3823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0" name="Freeform 35619">
                <a:extLst>
                  <a:ext uri="{FF2B5EF4-FFF2-40B4-BE49-F238E27FC236}">
                    <a16:creationId xmlns:a16="http://schemas.microsoft.com/office/drawing/2014/main" id="{DDE59B2E-03C6-DC3A-58F3-BBDB2B2671EB}"/>
                  </a:ext>
                </a:extLst>
              </p:cNvPr>
              <p:cNvSpPr/>
              <p:nvPr/>
            </p:nvSpPr>
            <p:spPr>
              <a:xfrm>
                <a:off x="4298109" y="373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1" name="Freeform 35620">
                <a:extLst>
                  <a:ext uri="{FF2B5EF4-FFF2-40B4-BE49-F238E27FC236}">
                    <a16:creationId xmlns:a16="http://schemas.microsoft.com/office/drawing/2014/main" id="{BE61BF30-5F4C-D1A2-CF51-002407418034}"/>
                  </a:ext>
                </a:extLst>
              </p:cNvPr>
              <p:cNvSpPr/>
              <p:nvPr/>
            </p:nvSpPr>
            <p:spPr>
              <a:xfrm>
                <a:off x="4298605" y="3545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2" name="Freeform 35621">
                <a:extLst>
                  <a:ext uri="{FF2B5EF4-FFF2-40B4-BE49-F238E27FC236}">
                    <a16:creationId xmlns:a16="http://schemas.microsoft.com/office/drawing/2014/main" id="{D7D3B8BD-C7EA-E29F-9414-F05867AF6122}"/>
                  </a:ext>
                </a:extLst>
              </p:cNvPr>
              <p:cNvSpPr/>
              <p:nvPr/>
            </p:nvSpPr>
            <p:spPr>
              <a:xfrm>
                <a:off x="4299200" y="3579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3" name="Freeform 35622">
                <a:extLst>
                  <a:ext uri="{FF2B5EF4-FFF2-40B4-BE49-F238E27FC236}">
                    <a16:creationId xmlns:a16="http://schemas.microsoft.com/office/drawing/2014/main" id="{D082A2E3-9145-F86C-0543-7A690973DC92}"/>
                  </a:ext>
                </a:extLst>
              </p:cNvPr>
              <p:cNvSpPr/>
              <p:nvPr/>
            </p:nvSpPr>
            <p:spPr>
              <a:xfrm>
                <a:off x="4299696" y="3606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4" name="Freeform 35623">
                <a:extLst>
                  <a:ext uri="{FF2B5EF4-FFF2-40B4-BE49-F238E27FC236}">
                    <a16:creationId xmlns:a16="http://schemas.microsoft.com/office/drawing/2014/main" id="{9B606E8C-447D-0B2A-F374-4C976A4E3AFA}"/>
                  </a:ext>
                </a:extLst>
              </p:cNvPr>
              <p:cNvSpPr/>
              <p:nvPr/>
            </p:nvSpPr>
            <p:spPr>
              <a:xfrm>
                <a:off x="4300192" y="3605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5" name="Freeform 35624">
                <a:extLst>
                  <a:ext uri="{FF2B5EF4-FFF2-40B4-BE49-F238E27FC236}">
                    <a16:creationId xmlns:a16="http://schemas.microsoft.com/office/drawing/2014/main" id="{52BCE346-93CE-2233-DEB6-10C9D6A77FAB}"/>
                  </a:ext>
                </a:extLst>
              </p:cNvPr>
              <p:cNvSpPr/>
              <p:nvPr/>
            </p:nvSpPr>
            <p:spPr>
              <a:xfrm>
                <a:off x="4300788" y="3594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6" name="Freeform 35625">
                <a:extLst>
                  <a:ext uri="{FF2B5EF4-FFF2-40B4-BE49-F238E27FC236}">
                    <a16:creationId xmlns:a16="http://schemas.microsoft.com/office/drawing/2014/main" id="{71334179-F4EA-432C-731B-685C7E8C4530}"/>
                  </a:ext>
                </a:extLst>
              </p:cNvPr>
              <p:cNvSpPr/>
              <p:nvPr/>
            </p:nvSpPr>
            <p:spPr>
              <a:xfrm>
                <a:off x="4301284" y="3559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7" name="Freeform 35626">
                <a:extLst>
                  <a:ext uri="{FF2B5EF4-FFF2-40B4-BE49-F238E27FC236}">
                    <a16:creationId xmlns:a16="http://schemas.microsoft.com/office/drawing/2014/main" id="{024012B7-62CF-065C-6255-7F6FA6AC46D6}"/>
                  </a:ext>
                </a:extLst>
              </p:cNvPr>
              <p:cNvSpPr/>
              <p:nvPr/>
            </p:nvSpPr>
            <p:spPr>
              <a:xfrm>
                <a:off x="4301780" y="3534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8" name="Freeform 35627">
                <a:extLst>
                  <a:ext uri="{FF2B5EF4-FFF2-40B4-BE49-F238E27FC236}">
                    <a16:creationId xmlns:a16="http://schemas.microsoft.com/office/drawing/2014/main" id="{B4E61277-6D5D-872D-80D0-C679A799FBFA}"/>
                  </a:ext>
                </a:extLst>
              </p:cNvPr>
              <p:cNvSpPr/>
              <p:nvPr/>
            </p:nvSpPr>
            <p:spPr>
              <a:xfrm>
                <a:off x="4302375" y="3503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29" name="Freeform 35628">
                <a:extLst>
                  <a:ext uri="{FF2B5EF4-FFF2-40B4-BE49-F238E27FC236}">
                    <a16:creationId xmlns:a16="http://schemas.microsoft.com/office/drawing/2014/main" id="{1F44247D-9470-461C-0348-D745744FA96A}"/>
                  </a:ext>
                </a:extLst>
              </p:cNvPr>
              <p:cNvSpPr/>
              <p:nvPr/>
            </p:nvSpPr>
            <p:spPr>
              <a:xfrm>
                <a:off x="4302871" y="3497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0" name="Freeform 35629">
                <a:extLst>
                  <a:ext uri="{FF2B5EF4-FFF2-40B4-BE49-F238E27FC236}">
                    <a16:creationId xmlns:a16="http://schemas.microsoft.com/office/drawing/2014/main" id="{9EFE529D-9DD1-E266-6191-2B3303CEAA3B}"/>
                  </a:ext>
                </a:extLst>
              </p:cNvPr>
              <p:cNvSpPr/>
              <p:nvPr/>
            </p:nvSpPr>
            <p:spPr>
              <a:xfrm>
                <a:off x="4303367" y="3512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1" name="Freeform 35630">
                <a:extLst>
                  <a:ext uri="{FF2B5EF4-FFF2-40B4-BE49-F238E27FC236}">
                    <a16:creationId xmlns:a16="http://schemas.microsoft.com/office/drawing/2014/main" id="{1F0D9D32-4DD0-AD75-F748-D17F384314B4}"/>
                  </a:ext>
                </a:extLst>
              </p:cNvPr>
              <p:cNvSpPr/>
              <p:nvPr/>
            </p:nvSpPr>
            <p:spPr>
              <a:xfrm>
                <a:off x="4303963" y="3502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2" name="Freeform 35631">
                <a:extLst>
                  <a:ext uri="{FF2B5EF4-FFF2-40B4-BE49-F238E27FC236}">
                    <a16:creationId xmlns:a16="http://schemas.microsoft.com/office/drawing/2014/main" id="{3AEC99C6-16F8-03A7-6794-D8244B2CC833}"/>
                  </a:ext>
                </a:extLst>
              </p:cNvPr>
              <p:cNvSpPr/>
              <p:nvPr/>
            </p:nvSpPr>
            <p:spPr>
              <a:xfrm>
                <a:off x="4304459" y="3481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3" name="Freeform 35632">
                <a:extLst>
                  <a:ext uri="{FF2B5EF4-FFF2-40B4-BE49-F238E27FC236}">
                    <a16:creationId xmlns:a16="http://schemas.microsoft.com/office/drawing/2014/main" id="{50339CAC-F397-2000-83E5-AB0D546B6C03}"/>
                  </a:ext>
                </a:extLst>
              </p:cNvPr>
              <p:cNvSpPr/>
              <p:nvPr/>
            </p:nvSpPr>
            <p:spPr>
              <a:xfrm>
                <a:off x="4304955" y="3446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4" name="Freeform 35633">
                <a:extLst>
                  <a:ext uri="{FF2B5EF4-FFF2-40B4-BE49-F238E27FC236}">
                    <a16:creationId xmlns:a16="http://schemas.microsoft.com/office/drawing/2014/main" id="{C2C7FBF3-A04A-2B2B-4C0E-69F4D73DA2A9}"/>
                  </a:ext>
                </a:extLst>
              </p:cNvPr>
              <p:cNvSpPr/>
              <p:nvPr/>
            </p:nvSpPr>
            <p:spPr>
              <a:xfrm>
                <a:off x="4305550" y="3410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5" name="Freeform 35634">
                <a:extLst>
                  <a:ext uri="{FF2B5EF4-FFF2-40B4-BE49-F238E27FC236}">
                    <a16:creationId xmlns:a16="http://schemas.microsoft.com/office/drawing/2014/main" id="{4EA16838-83C8-3179-9805-591172E77969}"/>
                  </a:ext>
                </a:extLst>
              </p:cNvPr>
              <p:cNvSpPr/>
              <p:nvPr/>
            </p:nvSpPr>
            <p:spPr>
              <a:xfrm>
                <a:off x="4306046" y="3453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6" name="Freeform 35635">
                <a:extLst>
                  <a:ext uri="{FF2B5EF4-FFF2-40B4-BE49-F238E27FC236}">
                    <a16:creationId xmlns:a16="http://schemas.microsoft.com/office/drawing/2014/main" id="{2CB85C21-EE59-FA8B-00E2-2E7671B1D462}"/>
                  </a:ext>
                </a:extLst>
              </p:cNvPr>
              <p:cNvSpPr/>
              <p:nvPr/>
            </p:nvSpPr>
            <p:spPr>
              <a:xfrm>
                <a:off x="4306542" y="3556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7" name="Freeform 35636">
                <a:extLst>
                  <a:ext uri="{FF2B5EF4-FFF2-40B4-BE49-F238E27FC236}">
                    <a16:creationId xmlns:a16="http://schemas.microsoft.com/office/drawing/2014/main" id="{B60E398C-B112-C0AA-BB20-C3CAFD421477}"/>
                  </a:ext>
                </a:extLst>
              </p:cNvPr>
              <p:cNvSpPr/>
              <p:nvPr/>
            </p:nvSpPr>
            <p:spPr>
              <a:xfrm>
                <a:off x="4307138" y="3752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8" name="Freeform 35637">
                <a:extLst>
                  <a:ext uri="{FF2B5EF4-FFF2-40B4-BE49-F238E27FC236}">
                    <a16:creationId xmlns:a16="http://schemas.microsoft.com/office/drawing/2014/main" id="{5EA45D9E-BA05-4AEC-21B1-1A1B6A9E099E}"/>
                  </a:ext>
                </a:extLst>
              </p:cNvPr>
              <p:cNvSpPr/>
              <p:nvPr/>
            </p:nvSpPr>
            <p:spPr>
              <a:xfrm>
                <a:off x="4307634" y="3817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39" name="Freeform 35638">
                <a:extLst>
                  <a:ext uri="{FF2B5EF4-FFF2-40B4-BE49-F238E27FC236}">
                    <a16:creationId xmlns:a16="http://schemas.microsoft.com/office/drawing/2014/main" id="{2C75BB97-302D-1512-4D3C-77D056EA0478}"/>
                  </a:ext>
                </a:extLst>
              </p:cNvPr>
              <p:cNvSpPr/>
              <p:nvPr/>
            </p:nvSpPr>
            <p:spPr>
              <a:xfrm>
                <a:off x="4308130" y="3878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0" name="Freeform 35639">
                <a:extLst>
                  <a:ext uri="{FF2B5EF4-FFF2-40B4-BE49-F238E27FC236}">
                    <a16:creationId xmlns:a16="http://schemas.microsoft.com/office/drawing/2014/main" id="{F3A7C0C5-626D-25E2-A979-E8189F00E894}"/>
                  </a:ext>
                </a:extLst>
              </p:cNvPr>
              <p:cNvSpPr/>
              <p:nvPr/>
            </p:nvSpPr>
            <p:spPr>
              <a:xfrm>
                <a:off x="4308626" y="3886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1" name="Freeform 35640">
                <a:extLst>
                  <a:ext uri="{FF2B5EF4-FFF2-40B4-BE49-F238E27FC236}">
                    <a16:creationId xmlns:a16="http://schemas.microsoft.com/office/drawing/2014/main" id="{518FC0DA-0464-3019-1B7E-AF508DE7BF4D}"/>
                  </a:ext>
                </a:extLst>
              </p:cNvPr>
              <p:cNvSpPr/>
              <p:nvPr/>
            </p:nvSpPr>
            <p:spPr>
              <a:xfrm>
                <a:off x="4309221" y="3874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2" name="Freeform 35641">
                <a:extLst>
                  <a:ext uri="{FF2B5EF4-FFF2-40B4-BE49-F238E27FC236}">
                    <a16:creationId xmlns:a16="http://schemas.microsoft.com/office/drawing/2014/main" id="{0AA82D27-9E62-7FA9-F1F1-52DE25D06AAA}"/>
                  </a:ext>
                </a:extLst>
              </p:cNvPr>
              <p:cNvSpPr/>
              <p:nvPr/>
            </p:nvSpPr>
            <p:spPr>
              <a:xfrm>
                <a:off x="4309717" y="3857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3" name="Freeform 35642">
                <a:extLst>
                  <a:ext uri="{FF2B5EF4-FFF2-40B4-BE49-F238E27FC236}">
                    <a16:creationId xmlns:a16="http://schemas.microsoft.com/office/drawing/2014/main" id="{477A3C7A-1531-CE27-5839-881D600AA649}"/>
                  </a:ext>
                </a:extLst>
              </p:cNvPr>
              <p:cNvSpPr/>
              <p:nvPr/>
            </p:nvSpPr>
            <p:spPr>
              <a:xfrm>
                <a:off x="4310213" y="3866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4" name="Freeform 35643">
                <a:extLst>
                  <a:ext uri="{FF2B5EF4-FFF2-40B4-BE49-F238E27FC236}">
                    <a16:creationId xmlns:a16="http://schemas.microsoft.com/office/drawing/2014/main" id="{3CF2543F-502F-B839-DEA2-1863EDADA55C}"/>
                  </a:ext>
                </a:extLst>
              </p:cNvPr>
              <p:cNvSpPr/>
              <p:nvPr/>
            </p:nvSpPr>
            <p:spPr>
              <a:xfrm>
                <a:off x="4310809" y="3616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5" name="Freeform 35644">
                <a:extLst>
                  <a:ext uri="{FF2B5EF4-FFF2-40B4-BE49-F238E27FC236}">
                    <a16:creationId xmlns:a16="http://schemas.microsoft.com/office/drawing/2014/main" id="{E0C2DBE0-E7A5-7BF3-A2C8-F21258E0201B}"/>
                  </a:ext>
                </a:extLst>
              </p:cNvPr>
              <p:cNvSpPr/>
              <p:nvPr/>
            </p:nvSpPr>
            <p:spPr>
              <a:xfrm>
                <a:off x="4311305" y="3520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6" name="Freeform 35645">
                <a:extLst>
                  <a:ext uri="{FF2B5EF4-FFF2-40B4-BE49-F238E27FC236}">
                    <a16:creationId xmlns:a16="http://schemas.microsoft.com/office/drawing/2014/main" id="{972E6B64-CAD5-0C70-7EF4-F61AAC163C59}"/>
                  </a:ext>
                </a:extLst>
              </p:cNvPr>
              <p:cNvSpPr/>
              <p:nvPr/>
            </p:nvSpPr>
            <p:spPr>
              <a:xfrm>
                <a:off x="4311801" y="356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7" name="Freeform 35646">
                <a:extLst>
                  <a:ext uri="{FF2B5EF4-FFF2-40B4-BE49-F238E27FC236}">
                    <a16:creationId xmlns:a16="http://schemas.microsoft.com/office/drawing/2014/main" id="{A2481BE7-C4DC-DFB0-505A-FE53C619073B}"/>
                  </a:ext>
                </a:extLst>
              </p:cNvPr>
              <p:cNvSpPr/>
              <p:nvPr/>
            </p:nvSpPr>
            <p:spPr>
              <a:xfrm>
                <a:off x="4312396" y="3578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8" name="Freeform 35647">
                <a:extLst>
                  <a:ext uri="{FF2B5EF4-FFF2-40B4-BE49-F238E27FC236}">
                    <a16:creationId xmlns:a16="http://schemas.microsoft.com/office/drawing/2014/main" id="{9AD61327-71C8-CD5C-0C28-C54C22F03473}"/>
                  </a:ext>
                </a:extLst>
              </p:cNvPr>
              <p:cNvSpPr/>
              <p:nvPr/>
            </p:nvSpPr>
            <p:spPr>
              <a:xfrm>
                <a:off x="4312892" y="3572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49" name="Freeform 35648">
                <a:extLst>
                  <a:ext uri="{FF2B5EF4-FFF2-40B4-BE49-F238E27FC236}">
                    <a16:creationId xmlns:a16="http://schemas.microsoft.com/office/drawing/2014/main" id="{A4DA239E-6744-C3E8-9C54-3F3D1B45A9F4}"/>
                  </a:ext>
                </a:extLst>
              </p:cNvPr>
              <p:cNvSpPr/>
              <p:nvPr/>
            </p:nvSpPr>
            <p:spPr>
              <a:xfrm>
                <a:off x="4313388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0" name="Freeform 35649">
                <a:extLst>
                  <a:ext uri="{FF2B5EF4-FFF2-40B4-BE49-F238E27FC236}">
                    <a16:creationId xmlns:a16="http://schemas.microsoft.com/office/drawing/2014/main" id="{3FCD6CBA-00B3-088B-EC44-A2388C11135B}"/>
                  </a:ext>
                </a:extLst>
              </p:cNvPr>
              <p:cNvSpPr/>
              <p:nvPr/>
            </p:nvSpPr>
            <p:spPr>
              <a:xfrm>
                <a:off x="4313984" y="3530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1" name="Freeform 35650">
                <a:extLst>
                  <a:ext uri="{FF2B5EF4-FFF2-40B4-BE49-F238E27FC236}">
                    <a16:creationId xmlns:a16="http://schemas.microsoft.com/office/drawing/2014/main" id="{D3245DCB-DFB5-B888-99A9-E14FDFE2A463}"/>
                  </a:ext>
                </a:extLst>
              </p:cNvPr>
              <p:cNvSpPr/>
              <p:nvPr/>
            </p:nvSpPr>
            <p:spPr>
              <a:xfrm>
                <a:off x="4314480" y="3486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2" name="Freeform 35651">
                <a:extLst>
                  <a:ext uri="{FF2B5EF4-FFF2-40B4-BE49-F238E27FC236}">
                    <a16:creationId xmlns:a16="http://schemas.microsoft.com/office/drawing/2014/main" id="{A2993672-15F2-B8E6-E0BF-24E595667E63}"/>
                  </a:ext>
                </a:extLst>
              </p:cNvPr>
              <p:cNvSpPr/>
              <p:nvPr/>
            </p:nvSpPr>
            <p:spPr>
              <a:xfrm>
                <a:off x="4314976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3" name="Freeform 35652">
                <a:extLst>
                  <a:ext uri="{FF2B5EF4-FFF2-40B4-BE49-F238E27FC236}">
                    <a16:creationId xmlns:a16="http://schemas.microsoft.com/office/drawing/2014/main" id="{87578123-0A23-F905-3EFD-E2BC0349580E}"/>
                  </a:ext>
                </a:extLst>
              </p:cNvPr>
              <p:cNvSpPr/>
              <p:nvPr/>
            </p:nvSpPr>
            <p:spPr>
              <a:xfrm>
                <a:off x="4315571" y="3424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4" name="Freeform 35653">
                <a:extLst>
                  <a:ext uri="{FF2B5EF4-FFF2-40B4-BE49-F238E27FC236}">
                    <a16:creationId xmlns:a16="http://schemas.microsoft.com/office/drawing/2014/main" id="{8E86003F-634C-3031-B9CC-E332D717630E}"/>
                  </a:ext>
                </a:extLst>
              </p:cNvPr>
              <p:cNvSpPr/>
              <p:nvPr/>
            </p:nvSpPr>
            <p:spPr>
              <a:xfrm>
                <a:off x="4316067" y="3426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5" name="Freeform 35654">
                <a:extLst>
                  <a:ext uri="{FF2B5EF4-FFF2-40B4-BE49-F238E27FC236}">
                    <a16:creationId xmlns:a16="http://schemas.microsoft.com/office/drawing/2014/main" id="{7846A73A-61DA-BB70-1CB0-230D49D05136}"/>
                  </a:ext>
                </a:extLst>
              </p:cNvPr>
              <p:cNvSpPr/>
              <p:nvPr/>
            </p:nvSpPr>
            <p:spPr>
              <a:xfrm>
                <a:off x="4316563" y="3428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6" name="Freeform 35655">
                <a:extLst>
                  <a:ext uri="{FF2B5EF4-FFF2-40B4-BE49-F238E27FC236}">
                    <a16:creationId xmlns:a16="http://schemas.microsoft.com/office/drawing/2014/main" id="{B08F22FC-905A-0D72-64BC-DF1E0563D650}"/>
                  </a:ext>
                </a:extLst>
              </p:cNvPr>
              <p:cNvSpPr/>
              <p:nvPr/>
            </p:nvSpPr>
            <p:spPr>
              <a:xfrm>
                <a:off x="4317159" y="3425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7" name="Freeform 35656">
                <a:extLst>
                  <a:ext uri="{FF2B5EF4-FFF2-40B4-BE49-F238E27FC236}">
                    <a16:creationId xmlns:a16="http://schemas.microsoft.com/office/drawing/2014/main" id="{79389B7A-12F1-4BC7-6A4B-6C8CE2C092BC}"/>
                  </a:ext>
                </a:extLst>
              </p:cNvPr>
              <p:cNvSpPr/>
              <p:nvPr/>
            </p:nvSpPr>
            <p:spPr>
              <a:xfrm>
                <a:off x="4317655" y="3453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8" name="Freeform 35657">
                <a:extLst>
                  <a:ext uri="{FF2B5EF4-FFF2-40B4-BE49-F238E27FC236}">
                    <a16:creationId xmlns:a16="http://schemas.microsoft.com/office/drawing/2014/main" id="{2C5DFDF8-EDB0-E85F-C5FE-B42D51A1E6C6}"/>
                  </a:ext>
                </a:extLst>
              </p:cNvPr>
              <p:cNvSpPr/>
              <p:nvPr/>
            </p:nvSpPr>
            <p:spPr>
              <a:xfrm>
                <a:off x="4318151" y="3444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59" name="Freeform 35658">
                <a:extLst>
                  <a:ext uri="{FF2B5EF4-FFF2-40B4-BE49-F238E27FC236}">
                    <a16:creationId xmlns:a16="http://schemas.microsoft.com/office/drawing/2014/main" id="{FC3A7C58-A74C-A096-A18B-D533BE60F1DB}"/>
                  </a:ext>
                </a:extLst>
              </p:cNvPr>
              <p:cNvSpPr/>
              <p:nvPr/>
            </p:nvSpPr>
            <p:spPr>
              <a:xfrm>
                <a:off x="4318746" y="3504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0" name="Freeform 35659">
                <a:extLst>
                  <a:ext uri="{FF2B5EF4-FFF2-40B4-BE49-F238E27FC236}">
                    <a16:creationId xmlns:a16="http://schemas.microsoft.com/office/drawing/2014/main" id="{4115EA2B-A982-0EBB-929A-C13F4C725EED}"/>
                  </a:ext>
                </a:extLst>
              </p:cNvPr>
              <p:cNvSpPr/>
              <p:nvPr/>
            </p:nvSpPr>
            <p:spPr>
              <a:xfrm>
                <a:off x="4319242" y="3579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1" name="Freeform 35660">
                <a:extLst>
                  <a:ext uri="{FF2B5EF4-FFF2-40B4-BE49-F238E27FC236}">
                    <a16:creationId xmlns:a16="http://schemas.microsoft.com/office/drawing/2014/main" id="{ED99D1B4-19FC-1E41-7003-D2CD1E005872}"/>
                  </a:ext>
                </a:extLst>
              </p:cNvPr>
              <p:cNvSpPr/>
              <p:nvPr/>
            </p:nvSpPr>
            <p:spPr>
              <a:xfrm>
                <a:off x="4319738" y="3679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2" name="Freeform 35661">
                <a:extLst>
                  <a:ext uri="{FF2B5EF4-FFF2-40B4-BE49-F238E27FC236}">
                    <a16:creationId xmlns:a16="http://schemas.microsoft.com/office/drawing/2014/main" id="{10273C60-7758-9FC6-2212-0980E8A198BA}"/>
                  </a:ext>
                </a:extLst>
              </p:cNvPr>
              <p:cNvSpPr/>
              <p:nvPr/>
            </p:nvSpPr>
            <p:spPr>
              <a:xfrm>
                <a:off x="4320234" y="3703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3" name="Freeform 35662">
                <a:extLst>
                  <a:ext uri="{FF2B5EF4-FFF2-40B4-BE49-F238E27FC236}">
                    <a16:creationId xmlns:a16="http://schemas.microsoft.com/office/drawing/2014/main" id="{12D10769-AD1D-1645-CB82-0B04022EE41E}"/>
                  </a:ext>
                </a:extLst>
              </p:cNvPr>
              <p:cNvSpPr/>
              <p:nvPr/>
            </p:nvSpPr>
            <p:spPr>
              <a:xfrm>
                <a:off x="4320830" y="3708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4" name="Freeform 35663">
                <a:extLst>
                  <a:ext uri="{FF2B5EF4-FFF2-40B4-BE49-F238E27FC236}">
                    <a16:creationId xmlns:a16="http://schemas.microsoft.com/office/drawing/2014/main" id="{63EC4A60-60D9-8436-46F9-7A1605A55E06}"/>
                  </a:ext>
                </a:extLst>
              </p:cNvPr>
              <p:cNvSpPr/>
              <p:nvPr/>
            </p:nvSpPr>
            <p:spPr>
              <a:xfrm>
                <a:off x="4321326" y="3699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5" name="Freeform 35664">
                <a:extLst>
                  <a:ext uri="{FF2B5EF4-FFF2-40B4-BE49-F238E27FC236}">
                    <a16:creationId xmlns:a16="http://schemas.microsoft.com/office/drawing/2014/main" id="{7B17689B-76BD-0A94-E42E-521A76C6C780}"/>
                  </a:ext>
                </a:extLst>
              </p:cNvPr>
              <p:cNvSpPr/>
              <p:nvPr/>
            </p:nvSpPr>
            <p:spPr>
              <a:xfrm>
                <a:off x="4321822" y="3695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6" name="Freeform 35665">
                <a:extLst>
                  <a:ext uri="{FF2B5EF4-FFF2-40B4-BE49-F238E27FC236}">
                    <a16:creationId xmlns:a16="http://schemas.microsoft.com/office/drawing/2014/main" id="{389BB1F2-8D70-B1F7-A519-47CCB4A881B9}"/>
                  </a:ext>
                </a:extLst>
              </p:cNvPr>
              <p:cNvSpPr/>
              <p:nvPr/>
            </p:nvSpPr>
            <p:spPr>
              <a:xfrm>
                <a:off x="4322417" y="3695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7" name="Freeform 35666">
                <a:extLst>
                  <a:ext uri="{FF2B5EF4-FFF2-40B4-BE49-F238E27FC236}">
                    <a16:creationId xmlns:a16="http://schemas.microsoft.com/office/drawing/2014/main" id="{B345366C-869D-6B31-AB3F-CC0391F3CE99}"/>
                  </a:ext>
                </a:extLst>
              </p:cNvPr>
              <p:cNvSpPr/>
              <p:nvPr/>
            </p:nvSpPr>
            <p:spPr>
              <a:xfrm>
                <a:off x="4322913" y="3705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8" name="Freeform 35667">
                <a:extLst>
                  <a:ext uri="{FF2B5EF4-FFF2-40B4-BE49-F238E27FC236}">
                    <a16:creationId xmlns:a16="http://schemas.microsoft.com/office/drawing/2014/main" id="{FE44F9E0-6845-4A6A-AF9B-D7D35B080394}"/>
                  </a:ext>
                </a:extLst>
              </p:cNvPr>
              <p:cNvSpPr/>
              <p:nvPr/>
            </p:nvSpPr>
            <p:spPr>
              <a:xfrm>
                <a:off x="4323409" y="3678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69" name="Freeform 35668">
                <a:extLst>
                  <a:ext uri="{FF2B5EF4-FFF2-40B4-BE49-F238E27FC236}">
                    <a16:creationId xmlns:a16="http://schemas.microsoft.com/office/drawing/2014/main" id="{2511DF9B-8C5D-3510-8446-56B54D885CD8}"/>
                  </a:ext>
                </a:extLst>
              </p:cNvPr>
              <p:cNvSpPr/>
              <p:nvPr/>
            </p:nvSpPr>
            <p:spPr>
              <a:xfrm>
                <a:off x="4324005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0" name="Freeform 35669">
                <a:extLst>
                  <a:ext uri="{FF2B5EF4-FFF2-40B4-BE49-F238E27FC236}">
                    <a16:creationId xmlns:a16="http://schemas.microsoft.com/office/drawing/2014/main" id="{4DEC29DD-F80D-607E-7036-3B205DD0C02C}"/>
                  </a:ext>
                </a:extLst>
              </p:cNvPr>
              <p:cNvSpPr/>
              <p:nvPr/>
            </p:nvSpPr>
            <p:spPr>
              <a:xfrm>
                <a:off x="4324501" y="3567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1" name="Freeform 35670">
                <a:extLst>
                  <a:ext uri="{FF2B5EF4-FFF2-40B4-BE49-F238E27FC236}">
                    <a16:creationId xmlns:a16="http://schemas.microsoft.com/office/drawing/2014/main" id="{2A5C270B-137C-31F5-4AB6-C27C1BD7A0D1}"/>
                  </a:ext>
                </a:extLst>
              </p:cNvPr>
              <p:cNvSpPr/>
              <p:nvPr/>
            </p:nvSpPr>
            <p:spPr>
              <a:xfrm>
                <a:off x="4324997" y="3543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2" name="Freeform 35671">
                <a:extLst>
                  <a:ext uri="{FF2B5EF4-FFF2-40B4-BE49-F238E27FC236}">
                    <a16:creationId xmlns:a16="http://schemas.microsoft.com/office/drawing/2014/main" id="{CAD14934-03F8-1D8A-842D-F478E1609F49}"/>
                  </a:ext>
                </a:extLst>
              </p:cNvPr>
              <p:cNvSpPr/>
              <p:nvPr/>
            </p:nvSpPr>
            <p:spPr>
              <a:xfrm>
                <a:off x="4325592" y="3560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3" name="Freeform 35672">
                <a:extLst>
                  <a:ext uri="{FF2B5EF4-FFF2-40B4-BE49-F238E27FC236}">
                    <a16:creationId xmlns:a16="http://schemas.microsoft.com/office/drawing/2014/main" id="{6C03F43E-20AA-F416-49BF-D5A683C0BC36}"/>
                  </a:ext>
                </a:extLst>
              </p:cNvPr>
              <p:cNvSpPr/>
              <p:nvPr/>
            </p:nvSpPr>
            <p:spPr>
              <a:xfrm>
                <a:off x="4326088" y="3558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4" name="Freeform 35673">
                <a:extLst>
                  <a:ext uri="{FF2B5EF4-FFF2-40B4-BE49-F238E27FC236}">
                    <a16:creationId xmlns:a16="http://schemas.microsoft.com/office/drawing/2014/main" id="{62263662-739D-E9CA-4129-1479D020467A}"/>
                  </a:ext>
                </a:extLst>
              </p:cNvPr>
              <p:cNvSpPr/>
              <p:nvPr/>
            </p:nvSpPr>
            <p:spPr>
              <a:xfrm>
                <a:off x="4326584" y="3536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5" name="Freeform 35674">
                <a:extLst>
                  <a:ext uri="{FF2B5EF4-FFF2-40B4-BE49-F238E27FC236}">
                    <a16:creationId xmlns:a16="http://schemas.microsoft.com/office/drawing/2014/main" id="{FB6DEDFB-0B38-22D2-AEBA-75323D41C7E1}"/>
                  </a:ext>
                </a:extLst>
              </p:cNvPr>
              <p:cNvSpPr/>
              <p:nvPr/>
            </p:nvSpPr>
            <p:spPr>
              <a:xfrm>
                <a:off x="4327180" y="3525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6" name="Freeform 35675">
                <a:extLst>
                  <a:ext uri="{FF2B5EF4-FFF2-40B4-BE49-F238E27FC236}">
                    <a16:creationId xmlns:a16="http://schemas.microsoft.com/office/drawing/2014/main" id="{8365A442-36B1-7C23-1572-762315EF44E4}"/>
                  </a:ext>
                </a:extLst>
              </p:cNvPr>
              <p:cNvSpPr/>
              <p:nvPr/>
            </p:nvSpPr>
            <p:spPr>
              <a:xfrm>
                <a:off x="4327676" y="3487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7" name="Freeform 35676">
                <a:extLst>
                  <a:ext uri="{FF2B5EF4-FFF2-40B4-BE49-F238E27FC236}">
                    <a16:creationId xmlns:a16="http://schemas.microsoft.com/office/drawing/2014/main" id="{3E439501-A67F-7B30-F3ED-32212315B66B}"/>
                  </a:ext>
                </a:extLst>
              </p:cNvPr>
              <p:cNvSpPr/>
              <p:nvPr/>
            </p:nvSpPr>
            <p:spPr>
              <a:xfrm>
                <a:off x="4328172" y="3451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8" name="Freeform 35677">
                <a:extLst>
                  <a:ext uri="{FF2B5EF4-FFF2-40B4-BE49-F238E27FC236}">
                    <a16:creationId xmlns:a16="http://schemas.microsoft.com/office/drawing/2014/main" id="{2CFC284B-4992-DB44-E3C3-D7D3B3F2CF62}"/>
                  </a:ext>
                </a:extLst>
              </p:cNvPr>
              <p:cNvSpPr/>
              <p:nvPr/>
            </p:nvSpPr>
            <p:spPr>
              <a:xfrm>
                <a:off x="4328767" y="3412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79" name="Freeform 35678">
                <a:extLst>
                  <a:ext uri="{FF2B5EF4-FFF2-40B4-BE49-F238E27FC236}">
                    <a16:creationId xmlns:a16="http://schemas.microsoft.com/office/drawing/2014/main" id="{BF3C28DB-C3CF-84C1-9725-CC562206E6E0}"/>
                  </a:ext>
                </a:extLst>
              </p:cNvPr>
              <p:cNvSpPr/>
              <p:nvPr/>
            </p:nvSpPr>
            <p:spPr>
              <a:xfrm>
                <a:off x="4329263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0" name="Freeform 35679">
                <a:extLst>
                  <a:ext uri="{FF2B5EF4-FFF2-40B4-BE49-F238E27FC236}">
                    <a16:creationId xmlns:a16="http://schemas.microsoft.com/office/drawing/2014/main" id="{454342E2-6E56-425A-D216-C863B5997665}"/>
                  </a:ext>
                </a:extLst>
              </p:cNvPr>
              <p:cNvSpPr/>
              <p:nvPr/>
            </p:nvSpPr>
            <p:spPr>
              <a:xfrm>
                <a:off x="4329759" y="3448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1" name="Freeform 35680">
                <a:extLst>
                  <a:ext uri="{FF2B5EF4-FFF2-40B4-BE49-F238E27FC236}">
                    <a16:creationId xmlns:a16="http://schemas.microsoft.com/office/drawing/2014/main" id="{7874E178-9DDE-6B5A-C1AE-850786B388B9}"/>
                  </a:ext>
                </a:extLst>
              </p:cNvPr>
              <p:cNvSpPr/>
              <p:nvPr/>
            </p:nvSpPr>
            <p:spPr>
              <a:xfrm>
                <a:off x="4330355" y="3403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2" name="Freeform 35681">
                <a:extLst>
                  <a:ext uri="{FF2B5EF4-FFF2-40B4-BE49-F238E27FC236}">
                    <a16:creationId xmlns:a16="http://schemas.microsoft.com/office/drawing/2014/main" id="{5817783D-0F14-05C2-17FC-FA7E8AE05490}"/>
                  </a:ext>
                </a:extLst>
              </p:cNvPr>
              <p:cNvSpPr/>
              <p:nvPr/>
            </p:nvSpPr>
            <p:spPr>
              <a:xfrm>
                <a:off x="4330851" y="3428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3" name="Freeform 35682">
                <a:extLst>
                  <a:ext uri="{FF2B5EF4-FFF2-40B4-BE49-F238E27FC236}">
                    <a16:creationId xmlns:a16="http://schemas.microsoft.com/office/drawing/2014/main" id="{6AEC355D-DF26-868A-5F09-2D08BB64B4A6}"/>
                  </a:ext>
                </a:extLst>
              </p:cNvPr>
              <p:cNvSpPr/>
              <p:nvPr/>
            </p:nvSpPr>
            <p:spPr>
              <a:xfrm>
                <a:off x="4331347" y="3488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4" name="Freeform 35683">
                <a:extLst>
                  <a:ext uri="{FF2B5EF4-FFF2-40B4-BE49-F238E27FC236}">
                    <a16:creationId xmlns:a16="http://schemas.microsoft.com/office/drawing/2014/main" id="{A473BD13-6177-4EBF-0A2C-855482E7F2F6}"/>
                  </a:ext>
                </a:extLst>
              </p:cNvPr>
              <p:cNvSpPr/>
              <p:nvPr/>
            </p:nvSpPr>
            <p:spPr>
              <a:xfrm>
                <a:off x="4331942" y="3860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5" name="Freeform 35684">
                <a:extLst>
                  <a:ext uri="{FF2B5EF4-FFF2-40B4-BE49-F238E27FC236}">
                    <a16:creationId xmlns:a16="http://schemas.microsoft.com/office/drawing/2014/main" id="{BC60757B-6F9B-C5FE-F227-8BF8E01828EA}"/>
                  </a:ext>
                </a:extLst>
              </p:cNvPr>
              <p:cNvSpPr/>
              <p:nvPr/>
            </p:nvSpPr>
            <p:spPr>
              <a:xfrm>
                <a:off x="4332438" y="392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6" name="Freeform 35685">
                <a:extLst>
                  <a:ext uri="{FF2B5EF4-FFF2-40B4-BE49-F238E27FC236}">
                    <a16:creationId xmlns:a16="http://schemas.microsoft.com/office/drawing/2014/main" id="{6FEAFED5-48F0-A150-FDAA-A621D35D2401}"/>
                  </a:ext>
                </a:extLst>
              </p:cNvPr>
              <p:cNvSpPr/>
              <p:nvPr/>
            </p:nvSpPr>
            <p:spPr>
              <a:xfrm>
                <a:off x="4332934" y="3933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7" name="Freeform 35686">
                <a:extLst>
                  <a:ext uri="{FF2B5EF4-FFF2-40B4-BE49-F238E27FC236}">
                    <a16:creationId xmlns:a16="http://schemas.microsoft.com/office/drawing/2014/main" id="{CC1D3471-233D-2768-55A8-608E387B4A8A}"/>
                  </a:ext>
                </a:extLst>
              </p:cNvPr>
              <p:cNvSpPr/>
              <p:nvPr/>
            </p:nvSpPr>
            <p:spPr>
              <a:xfrm>
                <a:off x="4333430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8" name="Freeform 35687">
                <a:extLst>
                  <a:ext uri="{FF2B5EF4-FFF2-40B4-BE49-F238E27FC236}">
                    <a16:creationId xmlns:a16="http://schemas.microsoft.com/office/drawing/2014/main" id="{2311FD9E-3BA4-1707-BEF4-DCCFB77BFE4B}"/>
                  </a:ext>
                </a:extLst>
              </p:cNvPr>
              <p:cNvSpPr/>
              <p:nvPr/>
            </p:nvSpPr>
            <p:spPr>
              <a:xfrm>
                <a:off x="4334026" y="39235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89" name="Freeform 35688">
                <a:extLst>
                  <a:ext uri="{FF2B5EF4-FFF2-40B4-BE49-F238E27FC236}">
                    <a16:creationId xmlns:a16="http://schemas.microsoft.com/office/drawing/2014/main" id="{04DEFF1F-3764-A51D-3049-638A9FE61248}"/>
                  </a:ext>
                </a:extLst>
              </p:cNvPr>
              <p:cNvSpPr/>
              <p:nvPr/>
            </p:nvSpPr>
            <p:spPr>
              <a:xfrm>
                <a:off x="4334522" y="3898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0" name="Freeform 35689">
                <a:extLst>
                  <a:ext uri="{FF2B5EF4-FFF2-40B4-BE49-F238E27FC236}">
                    <a16:creationId xmlns:a16="http://schemas.microsoft.com/office/drawing/2014/main" id="{A4C42602-99DE-E910-24D2-20B8880F7DCF}"/>
                  </a:ext>
                </a:extLst>
              </p:cNvPr>
              <p:cNvSpPr/>
              <p:nvPr/>
            </p:nvSpPr>
            <p:spPr>
              <a:xfrm>
                <a:off x="4335018" y="3916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1" name="Freeform 35690">
                <a:extLst>
                  <a:ext uri="{FF2B5EF4-FFF2-40B4-BE49-F238E27FC236}">
                    <a16:creationId xmlns:a16="http://schemas.microsoft.com/office/drawing/2014/main" id="{DB1771E9-9794-DE6D-8C8C-392A1DEB317F}"/>
                  </a:ext>
                </a:extLst>
              </p:cNvPr>
              <p:cNvSpPr/>
              <p:nvPr/>
            </p:nvSpPr>
            <p:spPr>
              <a:xfrm>
                <a:off x="4335613" y="3884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2" name="Freeform 35691">
                <a:extLst>
                  <a:ext uri="{FF2B5EF4-FFF2-40B4-BE49-F238E27FC236}">
                    <a16:creationId xmlns:a16="http://schemas.microsoft.com/office/drawing/2014/main" id="{4398019D-7F96-A40D-2928-C7A187A64BBD}"/>
                  </a:ext>
                </a:extLst>
              </p:cNvPr>
              <p:cNvSpPr/>
              <p:nvPr/>
            </p:nvSpPr>
            <p:spPr>
              <a:xfrm>
                <a:off x="4336109" y="3775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3" name="Freeform 35692">
                <a:extLst>
                  <a:ext uri="{FF2B5EF4-FFF2-40B4-BE49-F238E27FC236}">
                    <a16:creationId xmlns:a16="http://schemas.microsoft.com/office/drawing/2014/main" id="{B9A58E86-B07D-69F4-A427-2A517B1BD2F2}"/>
                  </a:ext>
                </a:extLst>
              </p:cNvPr>
              <p:cNvSpPr/>
              <p:nvPr/>
            </p:nvSpPr>
            <p:spPr>
              <a:xfrm>
                <a:off x="4336605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4" name="Freeform 35693">
                <a:extLst>
                  <a:ext uri="{FF2B5EF4-FFF2-40B4-BE49-F238E27FC236}">
                    <a16:creationId xmlns:a16="http://schemas.microsoft.com/office/drawing/2014/main" id="{40D91967-DF6F-0E6B-50D2-4E6411A7CCCC}"/>
                  </a:ext>
                </a:extLst>
              </p:cNvPr>
              <p:cNvSpPr/>
              <p:nvPr/>
            </p:nvSpPr>
            <p:spPr>
              <a:xfrm>
                <a:off x="4337201" y="3628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5" name="Freeform 35694">
                <a:extLst>
                  <a:ext uri="{FF2B5EF4-FFF2-40B4-BE49-F238E27FC236}">
                    <a16:creationId xmlns:a16="http://schemas.microsoft.com/office/drawing/2014/main" id="{B0348A5C-EC93-F48A-F360-BE142A2D3464}"/>
                  </a:ext>
                </a:extLst>
              </p:cNvPr>
              <p:cNvSpPr/>
              <p:nvPr/>
            </p:nvSpPr>
            <p:spPr>
              <a:xfrm>
                <a:off x="4337697" y="3612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6" name="Freeform 35695">
                <a:extLst>
                  <a:ext uri="{FF2B5EF4-FFF2-40B4-BE49-F238E27FC236}">
                    <a16:creationId xmlns:a16="http://schemas.microsoft.com/office/drawing/2014/main" id="{65372DDD-800F-B7E4-9573-838E33C9E794}"/>
                  </a:ext>
                </a:extLst>
              </p:cNvPr>
              <p:cNvSpPr/>
              <p:nvPr/>
            </p:nvSpPr>
            <p:spPr>
              <a:xfrm>
                <a:off x="4338193" y="3604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7" name="Freeform 35696">
                <a:extLst>
                  <a:ext uri="{FF2B5EF4-FFF2-40B4-BE49-F238E27FC236}">
                    <a16:creationId xmlns:a16="http://schemas.microsoft.com/office/drawing/2014/main" id="{063AB57F-FEC6-D735-B668-F47EBBC83E3B}"/>
                  </a:ext>
                </a:extLst>
              </p:cNvPr>
              <p:cNvSpPr/>
              <p:nvPr/>
            </p:nvSpPr>
            <p:spPr>
              <a:xfrm>
                <a:off x="4338788" y="3609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8" name="Freeform 35697">
                <a:extLst>
                  <a:ext uri="{FF2B5EF4-FFF2-40B4-BE49-F238E27FC236}">
                    <a16:creationId xmlns:a16="http://schemas.microsoft.com/office/drawing/2014/main" id="{93B34C6A-FF16-0474-DFAE-8EECDEEEB708}"/>
                  </a:ext>
                </a:extLst>
              </p:cNvPr>
              <p:cNvSpPr/>
              <p:nvPr/>
            </p:nvSpPr>
            <p:spPr>
              <a:xfrm>
                <a:off x="4339284" y="3594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99" name="Freeform 35698">
                <a:extLst>
                  <a:ext uri="{FF2B5EF4-FFF2-40B4-BE49-F238E27FC236}">
                    <a16:creationId xmlns:a16="http://schemas.microsoft.com/office/drawing/2014/main" id="{0AE716B7-8810-EC60-5C93-918FE4F3C3F6}"/>
                  </a:ext>
                </a:extLst>
              </p:cNvPr>
              <p:cNvSpPr/>
              <p:nvPr/>
            </p:nvSpPr>
            <p:spPr>
              <a:xfrm>
                <a:off x="4339780" y="3574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0" name="Freeform 35699">
                <a:extLst>
                  <a:ext uri="{FF2B5EF4-FFF2-40B4-BE49-F238E27FC236}">
                    <a16:creationId xmlns:a16="http://schemas.microsoft.com/office/drawing/2014/main" id="{E43F1503-C8A1-D39A-7338-B8FC3B6ADA88}"/>
                  </a:ext>
                </a:extLst>
              </p:cNvPr>
              <p:cNvSpPr/>
              <p:nvPr/>
            </p:nvSpPr>
            <p:spPr>
              <a:xfrm>
                <a:off x="4340376" y="3530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1" name="Freeform 35700">
                <a:extLst>
                  <a:ext uri="{FF2B5EF4-FFF2-40B4-BE49-F238E27FC236}">
                    <a16:creationId xmlns:a16="http://schemas.microsoft.com/office/drawing/2014/main" id="{271C5EDC-A17F-7DE4-6899-209D8D0CE6D9}"/>
                  </a:ext>
                </a:extLst>
              </p:cNvPr>
              <p:cNvSpPr/>
              <p:nvPr/>
            </p:nvSpPr>
            <p:spPr>
              <a:xfrm>
                <a:off x="4340872" y="3592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2" name="Freeform 35701">
                <a:extLst>
                  <a:ext uri="{FF2B5EF4-FFF2-40B4-BE49-F238E27FC236}">
                    <a16:creationId xmlns:a16="http://schemas.microsoft.com/office/drawing/2014/main" id="{6F8DD952-9F4D-E253-A55A-7D5F051F50AC}"/>
                  </a:ext>
                </a:extLst>
              </p:cNvPr>
              <p:cNvSpPr/>
              <p:nvPr/>
            </p:nvSpPr>
            <p:spPr>
              <a:xfrm>
                <a:off x="4341368" y="3617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3" name="Freeform 35702">
                <a:extLst>
                  <a:ext uri="{FF2B5EF4-FFF2-40B4-BE49-F238E27FC236}">
                    <a16:creationId xmlns:a16="http://schemas.microsoft.com/office/drawing/2014/main" id="{BA2F19AF-C1E5-6C59-ED38-05A9331C717D}"/>
                  </a:ext>
                </a:extLst>
              </p:cNvPr>
              <p:cNvSpPr/>
              <p:nvPr/>
            </p:nvSpPr>
            <p:spPr>
              <a:xfrm>
                <a:off x="4341963" y="3611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4" name="Freeform 35703">
                <a:extLst>
                  <a:ext uri="{FF2B5EF4-FFF2-40B4-BE49-F238E27FC236}">
                    <a16:creationId xmlns:a16="http://schemas.microsoft.com/office/drawing/2014/main" id="{DAA52C5A-A083-37CC-9C26-D62891975C2E}"/>
                  </a:ext>
                </a:extLst>
              </p:cNvPr>
              <p:cNvSpPr/>
              <p:nvPr/>
            </p:nvSpPr>
            <p:spPr>
              <a:xfrm>
                <a:off x="4342459" y="3585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5" name="Freeform 35704">
                <a:extLst>
                  <a:ext uri="{FF2B5EF4-FFF2-40B4-BE49-F238E27FC236}">
                    <a16:creationId xmlns:a16="http://schemas.microsoft.com/office/drawing/2014/main" id="{7944340C-8245-3092-D5E9-3FB38084B500}"/>
                  </a:ext>
                </a:extLst>
              </p:cNvPr>
              <p:cNvSpPr/>
              <p:nvPr/>
            </p:nvSpPr>
            <p:spPr>
              <a:xfrm>
                <a:off x="4342955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6" name="Freeform 35705">
                <a:extLst>
                  <a:ext uri="{FF2B5EF4-FFF2-40B4-BE49-F238E27FC236}">
                    <a16:creationId xmlns:a16="http://schemas.microsoft.com/office/drawing/2014/main" id="{7CAAF22E-A177-5B4C-CFE3-CDC6130AE4A8}"/>
                  </a:ext>
                </a:extLst>
              </p:cNvPr>
              <p:cNvSpPr/>
              <p:nvPr/>
            </p:nvSpPr>
            <p:spPr>
              <a:xfrm>
                <a:off x="4343551" y="3458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7" name="Freeform 35706">
                <a:extLst>
                  <a:ext uri="{FF2B5EF4-FFF2-40B4-BE49-F238E27FC236}">
                    <a16:creationId xmlns:a16="http://schemas.microsoft.com/office/drawing/2014/main" id="{3B89AA9A-9D92-1595-F524-47AFE8F61AA4}"/>
                  </a:ext>
                </a:extLst>
              </p:cNvPr>
              <p:cNvSpPr/>
              <p:nvPr/>
            </p:nvSpPr>
            <p:spPr>
              <a:xfrm>
                <a:off x="4344047" y="3510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8" name="Freeform 35707">
                <a:extLst>
                  <a:ext uri="{FF2B5EF4-FFF2-40B4-BE49-F238E27FC236}">
                    <a16:creationId xmlns:a16="http://schemas.microsoft.com/office/drawing/2014/main" id="{22C1982C-7F54-A5BF-B9E4-83B0F5980728}"/>
                  </a:ext>
                </a:extLst>
              </p:cNvPr>
              <p:cNvSpPr/>
              <p:nvPr/>
            </p:nvSpPr>
            <p:spPr>
              <a:xfrm>
                <a:off x="4344543" y="3939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09" name="Freeform 35708">
                <a:extLst>
                  <a:ext uri="{FF2B5EF4-FFF2-40B4-BE49-F238E27FC236}">
                    <a16:creationId xmlns:a16="http://schemas.microsoft.com/office/drawing/2014/main" id="{E256E986-6794-C793-04FC-939D176E04D8}"/>
                  </a:ext>
                </a:extLst>
              </p:cNvPr>
              <p:cNvSpPr/>
              <p:nvPr/>
            </p:nvSpPr>
            <p:spPr>
              <a:xfrm>
                <a:off x="4345039" y="4008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0" name="Freeform 35709">
                <a:extLst>
                  <a:ext uri="{FF2B5EF4-FFF2-40B4-BE49-F238E27FC236}">
                    <a16:creationId xmlns:a16="http://schemas.microsoft.com/office/drawing/2014/main" id="{6FA812CD-C43F-8ACC-422D-72C99C12396A}"/>
                  </a:ext>
                </a:extLst>
              </p:cNvPr>
              <p:cNvSpPr/>
              <p:nvPr/>
            </p:nvSpPr>
            <p:spPr>
              <a:xfrm>
                <a:off x="4345634" y="401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1" name="Freeform 35710">
                <a:extLst>
                  <a:ext uri="{FF2B5EF4-FFF2-40B4-BE49-F238E27FC236}">
                    <a16:creationId xmlns:a16="http://schemas.microsoft.com/office/drawing/2014/main" id="{4AF9937A-DF94-733A-569C-854633E69BD7}"/>
                  </a:ext>
                </a:extLst>
              </p:cNvPr>
              <p:cNvSpPr/>
              <p:nvPr/>
            </p:nvSpPr>
            <p:spPr>
              <a:xfrm>
                <a:off x="4346130" y="398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2" name="Freeform 35711">
                <a:extLst>
                  <a:ext uri="{FF2B5EF4-FFF2-40B4-BE49-F238E27FC236}">
                    <a16:creationId xmlns:a16="http://schemas.microsoft.com/office/drawing/2014/main" id="{C19FD737-9E01-D640-7B80-E0CD4AF26BD1}"/>
                  </a:ext>
                </a:extLst>
              </p:cNvPr>
              <p:cNvSpPr/>
              <p:nvPr/>
            </p:nvSpPr>
            <p:spPr>
              <a:xfrm>
                <a:off x="4346627" y="3982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3" name="Freeform 35712">
                <a:extLst>
                  <a:ext uri="{FF2B5EF4-FFF2-40B4-BE49-F238E27FC236}">
                    <a16:creationId xmlns:a16="http://schemas.microsoft.com/office/drawing/2014/main" id="{C3BC1A3E-1960-6DB9-7512-61BEFCD85B0E}"/>
                  </a:ext>
                </a:extLst>
              </p:cNvPr>
              <p:cNvSpPr/>
              <p:nvPr/>
            </p:nvSpPr>
            <p:spPr>
              <a:xfrm>
                <a:off x="4347222" y="4001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4" name="Freeform 35713">
                <a:extLst>
                  <a:ext uri="{FF2B5EF4-FFF2-40B4-BE49-F238E27FC236}">
                    <a16:creationId xmlns:a16="http://schemas.microsoft.com/office/drawing/2014/main" id="{BECCAF24-B82A-2946-B985-A124C475A9ED}"/>
                  </a:ext>
                </a:extLst>
              </p:cNvPr>
              <p:cNvSpPr/>
              <p:nvPr/>
            </p:nvSpPr>
            <p:spPr>
              <a:xfrm>
                <a:off x="4347718" y="4007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5" name="Freeform 35714">
                <a:extLst>
                  <a:ext uri="{FF2B5EF4-FFF2-40B4-BE49-F238E27FC236}">
                    <a16:creationId xmlns:a16="http://schemas.microsoft.com/office/drawing/2014/main" id="{BA99898F-54F2-45E6-9821-BE4519E4C4B2}"/>
                  </a:ext>
                </a:extLst>
              </p:cNvPr>
              <p:cNvSpPr/>
              <p:nvPr/>
            </p:nvSpPr>
            <p:spPr>
              <a:xfrm>
                <a:off x="4348214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6" name="Freeform 35715">
                <a:extLst>
                  <a:ext uri="{FF2B5EF4-FFF2-40B4-BE49-F238E27FC236}">
                    <a16:creationId xmlns:a16="http://schemas.microsoft.com/office/drawing/2014/main" id="{5E2D34AE-606D-FD73-CA77-22A80E3A9500}"/>
                  </a:ext>
                </a:extLst>
              </p:cNvPr>
              <p:cNvSpPr/>
              <p:nvPr/>
            </p:nvSpPr>
            <p:spPr>
              <a:xfrm>
                <a:off x="4348809" y="3937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7" name="Freeform 35716">
                <a:extLst>
                  <a:ext uri="{FF2B5EF4-FFF2-40B4-BE49-F238E27FC236}">
                    <a16:creationId xmlns:a16="http://schemas.microsoft.com/office/drawing/2014/main" id="{82422439-0705-066C-B6A2-D11B167F39DF}"/>
                  </a:ext>
                </a:extLst>
              </p:cNvPr>
              <p:cNvSpPr/>
              <p:nvPr/>
            </p:nvSpPr>
            <p:spPr>
              <a:xfrm>
                <a:off x="4349305" y="3690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8" name="Freeform 35717">
                <a:extLst>
                  <a:ext uri="{FF2B5EF4-FFF2-40B4-BE49-F238E27FC236}">
                    <a16:creationId xmlns:a16="http://schemas.microsoft.com/office/drawing/2014/main" id="{2A9417D6-A1D7-3E56-2FD6-34E7B0B75F83}"/>
                  </a:ext>
                </a:extLst>
              </p:cNvPr>
              <p:cNvSpPr/>
              <p:nvPr/>
            </p:nvSpPr>
            <p:spPr>
              <a:xfrm>
                <a:off x="4349802" y="3706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19" name="Freeform 35718">
                <a:extLst>
                  <a:ext uri="{FF2B5EF4-FFF2-40B4-BE49-F238E27FC236}">
                    <a16:creationId xmlns:a16="http://schemas.microsoft.com/office/drawing/2014/main" id="{5A6A2533-8A6A-1360-BDBA-C34D15878C6B}"/>
                  </a:ext>
                </a:extLst>
              </p:cNvPr>
              <p:cNvSpPr/>
              <p:nvPr/>
            </p:nvSpPr>
            <p:spPr>
              <a:xfrm>
                <a:off x="4350397" y="3715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0" name="Freeform 35719">
                <a:extLst>
                  <a:ext uri="{FF2B5EF4-FFF2-40B4-BE49-F238E27FC236}">
                    <a16:creationId xmlns:a16="http://schemas.microsoft.com/office/drawing/2014/main" id="{D52B761C-6AE6-9A05-1044-E3B1FF48C253}"/>
                  </a:ext>
                </a:extLst>
              </p:cNvPr>
              <p:cNvSpPr/>
              <p:nvPr/>
            </p:nvSpPr>
            <p:spPr>
              <a:xfrm>
                <a:off x="4350893" y="3696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1" name="Freeform 35720">
                <a:extLst>
                  <a:ext uri="{FF2B5EF4-FFF2-40B4-BE49-F238E27FC236}">
                    <a16:creationId xmlns:a16="http://schemas.microsoft.com/office/drawing/2014/main" id="{9D5D2535-13A2-2842-1BF9-9E7580051663}"/>
                  </a:ext>
                </a:extLst>
              </p:cNvPr>
              <p:cNvSpPr/>
              <p:nvPr/>
            </p:nvSpPr>
            <p:spPr>
              <a:xfrm>
                <a:off x="4351389" y="3688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2" name="Freeform 35721">
                <a:extLst>
                  <a:ext uri="{FF2B5EF4-FFF2-40B4-BE49-F238E27FC236}">
                    <a16:creationId xmlns:a16="http://schemas.microsoft.com/office/drawing/2014/main" id="{892A1CDC-B701-9336-0143-1DA32446B791}"/>
                  </a:ext>
                </a:extLst>
              </p:cNvPr>
              <p:cNvSpPr/>
              <p:nvPr/>
            </p:nvSpPr>
            <p:spPr>
              <a:xfrm>
                <a:off x="4351984" y="3670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3" name="Freeform 35722">
                <a:extLst>
                  <a:ext uri="{FF2B5EF4-FFF2-40B4-BE49-F238E27FC236}">
                    <a16:creationId xmlns:a16="http://schemas.microsoft.com/office/drawing/2014/main" id="{2D358EAF-FFC0-59B4-256E-D78B6402936C}"/>
                  </a:ext>
                </a:extLst>
              </p:cNvPr>
              <p:cNvSpPr/>
              <p:nvPr/>
            </p:nvSpPr>
            <p:spPr>
              <a:xfrm>
                <a:off x="4352480" y="3659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4" name="Freeform 35723">
                <a:extLst>
                  <a:ext uri="{FF2B5EF4-FFF2-40B4-BE49-F238E27FC236}">
                    <a16:creationId xmlns:a16="http://schemas.microsoft.com/office/drawing/2014/main" id="{B158FD75-F5AE-4BE4-8FF8-108021A7F56E}"/>
                  </a:ext>
                </a:extLst>
              </p:cNvPr>
              <p:cNvSpPr/>
              <p:nvPr/>
            </p:nvSpPr>
            <p:spPr>
              <a:xfrm>
                <a:off x="4352977" y="3647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5" name="Freeform 35724">
                <a:extLst>
                  <a:ext uri="{FF2B5EF4-FFF2-40B4-BE49-F238E27FC236}">
                    <a16:creationId xmlns:a16="http://schemas.microsoft.com/office/drawing/2014/main" id="{544FE326-3F33-41BB-C8D4-A4B768C1BC26}"/>
                  </a:ext>
                </a:extLst>
              </p:cNvPr>
              <p:cNvSpPr/>
              <p:nvPr/>
            </p:nvSpPr>
            <p:spPr>
              <a:xfrm>
                <a:off x="4353572" y="3622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6" name="Freeform 35725">
                <a:extLst>
                  <a:ext uri="{FF2B5EF4-FFF2-40B4-BE49-F238E27FC236}">
                    <a16:creationId xmlns:a16="http://schemas.microsoft.com/office/drawing/2014/main" id="{19C58078-367B-EB18-A673-C681871256F2}"/>
                  </a:ext>
                </a:extLst>
              </p:cNvPr>
              <p:cNvSpPr/>
              <p:nvPr/>
            </p:nvSpPr>
            <p:spPr>
              <a:xfrm>
                <a:off x="4354068" y="3608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7" name="Freeform 35726">
                <a:extLst>
                  <a:ext uri="{FF2B5EF4-FFF2-40B4-BE49-F238E27FC236}">
                    <a16:creationId xmlns:a16="http://schemas.microsoft.com/office/drawing/2014/main" id="{568DCF0E-E22A-2653-9FBD-04909A11446D}"/>
                  </a:ext>
                </a:extLst>
              </p:cNvPr>
              <p:cNvSpPr/>
              <p:nvPr/>
            </p:nvSpPr>
            <p:spPr>
              <a:xfrm>
                <a:off x="4354564" y="3600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8" name="Freeform 35727">
                <a:extLst>
                  <a:ext uri="{FF2B5EF4-FFF2-40B4-BE49-F238E27FC236}">
                    <a16:creationId xmlns:a16="http://schemas.microsoft.com/office/drawing/2014/main" id="{637538D6-165F-2DFF-5108-A51E2E222BE1}"/>
                  </a:ext>
                </a:extLst>
              </p:cNvPr>
              <p:cNvSpPr/>
              <p:nvPr/>
            </p:nvSpPr>
            <p:spPr>
              <a:xfrm>
                <a:off x="4355159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29" name="Freeform 35728">
                <a:extLst>
                  <a:ext uri="{FF2B5EF4-FFF2-40B4-BE49-F238E27FC236}">
                    <a16:creationId xmlns:a16="http://schemas.microsoft.com/office/drawing/2014/main" id="{49C95BB4-9B89-1984-3CAF-1A9E137A6082}"/>
                  </a:ext>
                </a:extLst>
              </p:cNvPr>
              <p:cNvSpPr/>
              <p:nvPr/>
            </p:nvSpPr>
            <p:spPr>
              <a:xfrm>
                <a:off x="4355655" y="3594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0" name="Freeform 35729">
                <a:extLst>
                  <a:ext uri="{FF2B5EF4-FFF2-40B4-BE49-F238E27FC236}">
                    <a16:creationId xmlns:a16="http://schemas.microsoft.com/office/drawing/2014/main" id="{030AD329-39C0-872D-742E-15B8E39C3F68}"/>
                  </a:ext>
                </a:extLst>
              </p:cNvPr>
              <p:cNvSpPr/>
              <p:nvPr/>
            </p:nvSpPr>
            <p:spPr>
              <a:xfrm>
                <a:off x="4356152" y="3573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1" name="Freeform 35730">
                <a:extLst>
                  <a:ext uri="{FF2B5EF4-FFF2-40B4-BE49-F238E27FC236}">
                    <a16:creationId xmlns:a16="http://schemas.microsoft.com/office/drawing/2014/main" id="{83476F60-716A-FA83-3E80-59FCA166DA9F}"/>
                  </a:ext>
                </a:extLst>
              </p:cNvPr>
              <p:cNvSpPr/>
              <p:nvPr/>
            </p:nvSpPr>
            <p:spPr>
              <a:xfrm>
                <a:off x="4356648" y="3600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2" name="Freeform 35731">
                <a:extLst>
                  <a:ext uri="{FF2B5EF4-FFF2-40B4-BE49-F238E27FC236}">
                    <a16:creationId xmlns:a16="http://schemas.microsoft.com/office/drawing/2014/main" id="{8827A14E-3FF5-F347-0925-DA90E643E988}"/>
                  </a:ext>
                </a:extLst>
              </p:cNvPr>
              <p:cNvSpPr/>
              <p:nvPr/>
            </p:nvSpPr>
            <p:spPr>
              <a:xfrm>
                <a:off x="4357243" y="3942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3" name="Freeform 35732">
                <a:extLst>
                  <a:ext uri="{FF2B5EF4-FFF2-40B4-BE49-F238E27FC236}">
                    <a16:creationId xmlns:a16="http://schemas.microsoft.com/office/drawing/2014/main" id="{7F94D990-1CFC-37E0-62C2-4AF36DB9C66E}"/>
                  </a:ext>
                </a:extLst>
              </p:cNvPr>
              <p:cNvSpPr/>
              <p:nvPr/>
            </p:nvSpPr>
            <p:spPr>
              <a:xfrm>
                <a:off x="4357739" y="3995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4" name="Freeform 35733">
                <a:extLst>
                  <a:ext uri="{FF2B5EF4-FFF2-40B4-BE49-F238E27FC236}">
                    <a16:creationId xmlns:a16="http://schemas.microsoft.com/office/drawing/2014/main" id="{C61DA550-402B-737F-214F-6FF3DE5CBAC3}"/>
                  </a:ext>
                </a:extLst>
              </p:cNvPr>
              <p:cNvSpPr/>
              <p:nvPr/>
            </p:nvSpPr>
            <p:spPr>
              <a:xfrm>
                <a:off x="4358235" y="400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5" name="Freeform 35734">
                <a:extLst>
                  <a:ext uri="{FF2B5EF4-FFF2-40B4-BE49-F238E27FC236}">
                    <a16:creationId xmlns:a16="http://schemas.microsoft.com/office/drawing/2014/main" id="{32174C83-5EC4-B6FE-A0EF-F2196817D443}"/>
                  </a:ext>
                </a:extLst>
              </p:cNvPr>
              <p:cNvSpPr/>
              <p:nvPr/>
            </p:nvSpPr>
            <p:spPr>
              <a:xfrm>
                <a:off x="4358830" y="4000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6" name="Freeform 35735">
                <a:extLst>
                  <a:ext uri="{FF2B5EF4-FFF2-40B4-BE49-F238E27FC236}">
                    <a16:creationId xmlns:a16="http://schemas.microsoft.com/office/drawing/2014/main" id="{6DD90677-6B9D-EB3A-CF63-F053A7657413}"/>
                  </a:ext>
                </a:extLst>
              </p:cNvPr>
              <p:cNvSpPr/>
              <p:nvPr/>
            </p:nvSpPr>
            <p:spPr>
              <a:xfrm>
                <a:off x="4359327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7" name="Freeform 35736">
                <a:extLst>
                  <a:ext uri="{FF2B5EF4-FFF2-40B4-BE49-F238E27FC236}">
                    <a16:creationId xmlns:a16="http://schemas.microsoft.com/office/drawing/2014/main" id="{878F1D0C-3091-003A-0180-2F4A272685F5}"/>
                  </a:ext>
                </a:extLst>
              </p:cNvPr>
              <p:cNvSpPr/>
              <p:nvPr/>
            </p:nvSpPr>
            <p:spPr>
              <a:xfrm>
                <a:off x="4359823" y="3990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8" name="Freeform 35737">
                <a:extLst>
                  <a:ext uri="{FF2B5EF4-FFF2-40B4-BE49-F238E27FC236}">
                    <a16:creationId xmlns:a16="http://schemas.microsoft.com/office/drawing/2014/main" id="{C16E9BAC-8572-E012-2535-61D8D2C6E2A1}"/>
                  </a:ext>
                </a:extLst>
              </p:cNvPr>
              <p:cNvSpPr/>
              <p:nvPr/>
            </p:nvSpPr>
            <p:spPr>
              <a:xfrm>
                <a:off x="4360418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39" name="Freeform 35738">
                <a:extLst>
                  <a:ext uri="{FF2B5EF4-FFF2-40B4-BE49-F238E27FC236}">
                    <a16:creationId xmlns:a16="http://schemas.microsoft.com/office/drawing/2014/main" id="{888A94F9-F55C-0C31-FB32-0E5B08754B93}"/>
                  </a:ext>
                </a:extLst>
              </p:cNvPr>
              <p:cNvSpPr/>
              <p:nvPr/>
            </p:nvSpPr>
            <p:spPr>
              <a:xfrm>
                <a:off x="4360914" y="3987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0" name="Freeform 35739">
                <a:extLst>
                  <a:ext uri="{FF2B5EF4-FFF2-40B4-BE49-F238E27FC236}">
                    <a16:creationId xmlns:a16="http://schemas.microsoft.com/office/drawing/2014/main" id="{08747481-C19D-23FA-CCCB-A5232CEDF60F}"/>
                  </a:ext>
                </a:extLst>
              </p:cNvPr>
              <p:cNvSpPr/>
              <p:nvPr/>
            </p:nvSpPr>
            <p:spPr>
              <a:xfrm>
                <a:off x="4361410" y="3936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1" name="Freeform 35740">
                <a:extLst>
                  <a:ext uri="{FF2B5EF4-FFF2-40B4-BE49-F238E27FC236}">
                    <a16:creationId xmlns:a16="http://schemas.microsoft.com/office/drawing/2014/main" id="{A33324F4-F417-75D7-3993-799A8033B5E3}"/>
                  </a:ext>
                </a:extLst>
              </p:cNvPr>
              <p:cNvSpPr/>
              <p:nvPr/>
            </p:nvSpPr>
            <p:spPr>
              <a:xfrm>
                <a:off x="4362005" y="3673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2" name="Freeform 35741">
                <a:extLst>
                  <a:ext uri="{FF2B5EF4-FFF2-40B4-BE49-F238E27FC236}">
                    <a16:creationId xmlns:a16="http://schemas.microsoft.com/office/drawing/2014/main" id="{3E43B4E7-EA16-38D7-AD52-3912EC64E3FC}"/>
                  </a:ext>
                </a:extLst>
              </p:cNvPr>
              <p:cNvSpPr/>
              <p:nvPr/>
            </p:nvSpPr>
            <p:spPr>
              <a:xfrm>
                <a:off x="4362502" y="3706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3" name="Freeform 35742">
                <a:extLst>
                  <a:ext uri="{FF2B5EF4-FFF2-40B4-BE49-F238E27FC236}">
                    <a16:creationId xmlns:a16="http://schemas.microsoft.com/office/drawing/2014/main" id="{99720464-182D-B60A-58FE-3390BAC8C2B7}"/>
                  </a:ext>
                </a:extLst>
              </p:cNvPr>
              <p:cNvSpPr/>
              <p:nvPr/>
            </p:nvSpPr>
            <p:spPr>
              <a:xfrm>
                <a:off x="4362998" y="3723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4" name="Freeform 35743">
                <a:extLst>
                  <a:ext uri="{FF2B5EF4-FFF2-40B4-BE49-F238E27FC236}">
                    <a16:creationId xmlns:a16="http://schemas.microsoft.com/office/drawing/2014/main" id="{72B017A9-8703-5566-69A7-1AC8ACE45471}"/>
                  </a:ext>
                </a:extLst>
              </p:cNvPr>
              <p:cNvSpPr/>
              <p:nvPr/>
            </p:nvSpPr>
            <p:spPr>
              <a:xfrm>
                <a:off x="4363593" y="3731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5" name="Freeform 35744">
                <a:extLst>
                  <a:ext uri="{FF2B5EF4-FFF2-40B4-BE49-F238E27FC236}">
                    <a16:creationId xmlns:a16="http://schemas.microsoft.com/office/drawing/2014/main" id="{9F4C3FEC-766F-6E09-AED6-A0CD19EBAD08}"/>
                  </a:ext>
                </a:extLst>
              </p:cNvPr>
              <p:cNvSpPr/>
              <p:nvPr/>
            </p:nvSpPr>
            <p:spPr>
              <a:xfrm>
                <a:off x="4364089" y="3728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6" name="Freeform 35745">
                <a:extLst>
                  <a:ext uri="{FF2B5EF4-FFF2-40B4-BE49-F238E27FC236}">
                    <a16:creationId xmlns:a16="http://schemas.microsoft.com/office/drawing/2014/main" id="{A2CCA8BB-04AD-0FEA-EA77-FDEAA5B1F662}"/>
                  </a:ext>
                </a:extLst>
              </p:cNvPr>
              <p:cNvSpPr/>
              <p:nvPr/>
            </p:nvSpPr>
            <p:spPr>
              <a:xfrm>
                <a:off x="4364585" y="3679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7" name="Freeform 35746">
                <a:extLst>
                  <a:ext uri="{FF2B5EF4-FFF2-40B4-BE49-F238E27FC236}">
                    <a16:creationId xmlns:a16="http://schemas.microsoft.com/office/drawing/2014/main" id="{E1643BAB-61C7-70D9-CDE6-F6C2076EF64D}"/>
                  </a:ext>
                </a:extLst>
              </p:cNvPr>
              <p:cNvSpPr/>
              <p:nvPr/>
            </p:nvSpPr>
            <p:spPr>
              <a:xfrm>
                <a:off x="4365180" y="3657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8" name="Freeform 35747">
                <a:extLst>
                  <a:ext uri="{FF2B5EF4-FFF2-40B4-BE49-F238E27FC236}">
                    <a16:creationId xmlns:a16="http://schemas.microsoft.com/office/drawing/2014/main" id="{BADAEB6E-27A9-E0C2-892C-1DA79C03549C}"/>
                  </a:ext>
                </a:extLst>
              </p:cNvPr>
              <p:cNvSpPr/>
              <p:nvPr/>
            </p:nvSpPr>
            <p:spPr>
              <a:xfrm>
                <a:off x="4365677" y="3640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49" name="Freeform 35748">
                <a:extLst>
                  <a:ext uri="{FF2B5EF4-FFF2-40B4-BE49-F238E27FC236}">
                    <a16:creationId xmlns:a16="http://schemas.microsoft.com/office/drawing/2014/main" id="{6842C7DA-FEA1-5D3D-EAE8-37C4354117F2}"/>
                  </a:ext>
                </a:extLst>
              </p:cNvPr>
              <p:cNvSpPr/>
              <p:nvPr/>
            </p:nvSpPr>
            <p:spPr>
              <a:xfrm>
                <a:off x="4366173" y="3588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0" name="Freeform 35749">
                <a:extLst>
                  <a:ext uri="{FF2B5EF4-FFF2-40B4-BE49-F238E27FC236}">
                    <a16:creationId xmlns:a16="http://schemas.microsoft.com/office/drawing/2014/main" id="{79E9B9E7-512B-B8BA-3B9F-559897470A32}"/>
                  </a:ext>
                </a:extLst>
              </p:cNvPr>
              <p:cNvSpPr/>
              <p:nvPr/>
            </p:nvSpPr>
            <p:spPr>
              <a:xfrm>
                <a:off x="4366768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1" name="Freeform 35750">
                <a:extLst>
                  <a:ext uri="{FF2B5EF4-FFF2-40B4-BE49-F238E27FC236}">
                    <a16:creationId xmlns:a16="http://schemas.microsoft.com/office/drawing/2014/main" id="{33725281-E4CA-981B-C42B-1C6E8680B573}"/>
                  </a:ext>
                </a:extLst>
              </p:cNvPr>
              <p:cNvSpPr/>
              <p:nvPr/>
            </p:nvSpPr>
            <p:spPr>
              <a:xfrm>
                <a:off x="4367264" y="3511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2" name="Freeform 35751">
                <a:extLst>
                  <a:ext uri="{FF2B5EF4-FFF2-40B4-BE49-F238E27FC236}">
                    <a16:creationId xmlns:a16="http://schemas.microsoft.com/office/drawing/2014/main" id="{CCAEBC30-2E3E-C43A-F6C1-E16808BBECD4}"/>
                  </a:ext>
                </a:extLst>
              </p:cNvPr>
              <p:cNvSpPr/>
              <p:nvPr/>
            </p:nvSpPr>
            <p:spPr>
              <a:xfrm>
                <a:off x="4367760" y="3511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3" name="Freeform 35752">
                <a:extLst>
                  <a:ext uri="{FF2B5EF4-FFF2-40B4-BE49-F238E27FC236}">
                    <a16:creationId xmlns:a16="http://schemas.microsoft.com/office/drawing/2014/main" id="{5524E349-B096-3BB1-13E0-A109021FBEEC}"/>
                  </a:ext>
                </a:extLst>
              </p:cNvPr>
              <p:cNvSpPr/>
              <p:nvPr/>
            </p:nvSpPr>
            <p:spPr>
              <a:xfrm>
                <a:off x="4368355" y="3545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4" name="Freeform 35753">
                <a:extLst>
                  <a:ext uri="{FF2B5EF4-FFF2-40B4-BE49-F238E27FC236}">
                    <a16:creationId xmlns:a16="http://schemas.microsoft.com/office/drawing/2014/main" id="{D3F40EC1-A511-DEDF-E2DA-036D3C905E40}"/>
                  </a:ext>
                </a:extLst>
              </p:cNvPr>
              <p:cNvSpPr/>
              <p:nvPr/>
            </p:nvSpPr>
            <p:spPr>
              <a:xfrm>
                <a:off x="4368852" y="3551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5" name="Freeform 35754">
                <a:extLst>
                  <a:ext uri="{FF2B5EF4-FFF2-40B4-BE49-F238E27FC236}">
                    <a16:creationId xmlns:a16="http://schemas.microsoft.com/office/drawing/2014/main" id="{14A90FC1-98EE-8872-51E0-A1F0ADBDAE8F}"/>
                  </a:ext>
                </a:extLst>
              </p:cNvPr>
              <p:cNvSpPr/>
              <p:nvPr/>
            </p:nvSpPr>
            <p:spPr>
              <a:xfrm>
                <a:off x="4369348" y="3588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6" name="Freeform 35755">
                <a:extLst>
                  <a:ext uri="{FF2B5EF4-FFF2-40B4-BE49-F238E27FC236}">
                    <a16:creationId xmlns:a16="http://schemas.microsoft.com/office/drawing/2014/main" id="{2AC1921D-A570-3497-A6B0-AC5BBCF97A00}"/>
                  </a:ext>
                </a:extLst>
              </p:cNvPr>
              <p:cNvSpPr/>
              <p:nvPr/>
            </p:nvSpPr>
            <p:spPr>
              <a:xfrm>
                <a:off x="4369844" y="3674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7" name="Freeform 35756">
                <a:extLst>
                  <a:ext uri="{FF2B5EF4-FFF2-40B4-BE49-F238E27FC236}">
                    <a16:creationId xmlns:a16="http://schemas.microsoft.com/office/drawing/2014/main" id="{7D52D812-291C-B657-DA5F-5ED3B052E952}"/>
                  </a:ext>
                </a:extLst>
              </p:cNvPr>
              <p:cNvSpPr/>
              <p:nvPr/>
            </p:nvSpPr>
            <p:spPr>
              <a:xfrm>
                <a:off x="4370439" y="3982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8" name="Freeform 35757">
                <a:extLst>
                  <a:ext uri="{FF2B5EF4-FFF2-40B4-BE49-F238E27FC236}">
                    <a16:creationId xmlns:a16="http://schemas.microsoft.com/office/drawing/2014/main" id="{2BCFC3F8-B156-CCD0-86FA-1B850A2720D8}"/>
                  </a:ext>
                </a:extLst>
              </p:cNvPr>
              <p:cNvSpPr/>
              <p:nvPr/>
            </p:nvSpPr>
            <p:spPr>
              <a:xfrm>
                <a:off x="4370935" y="4020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59" name="Freeform 35758">
                <a:extLst>
                  <a:ext uri="{FF2B5EF4-FFF2-40B4-BE49-F238E27FC236}">
                    <a16:creationId xmlns:a16="http://schemas.microsoft.com/office/drawing/2014/main" id="{83250C3E-66B2-AF0C-444E-F9440E828767}"/>
                  </a:ext>
                </a:extLst>
              </p:cNvPr>
              <p:cNvSpPr/>
              <p:nvPr/>
            </p:nvSpPr>
            <p:spPr>
              <a:xfrm>
                <a:off x="4371431" y="402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0" name="Freeform 35759">
                <a:extLst>
                  <a:ext uri="{FF2B5EF4-FFF2-40B4-BE49-F238E27FC236}">
                    <a16:creationId xmlns:a16="http://schemas.microsoft.com/office/drawing/2014/main" id="{9927774E-B64F-093C-9D75-61EB9B524A7C}"/>
                  </a:ext>
                </a:extLst>
              </p:cNvPr>
              <p:cNvSpPr/>
              <p:nvPr/>
            </p:nvSpPr>
            <p:spPr>
              <a:xfrm>
                <a:off x="4372027" y="401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1" name="Freeform 35760">
                <a:extLst>
                  <a:ext uri="{FF2B5EF4-FFF2-40B4-BE49-F238E27FC236}">
                    <a16:creationId xmlns:a16="http://schemas.microsoft.com/office/drawing/2014/main" id="{C769A16C-1DCC-0B33-CFCA-21248054AD7A}"/>
                  </a:ext>
                </a:extLst>
              </p:cNvPr>
              <p:cNvSpPr/>
              <p:nvPr/>
            </p:nvSpPr>
            <p:spPr>
              <a:xfrm>
                <a:off x="4372523" y="4025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2" name="Freeform 35761">
                <a:extLst>
                  <a:ext uri="{FF2B5EF4-FFF2-40B4-BE49-F238E27FC236}">
                    <a16:creationId xmlns:a16="http://schemas.microsoft.com/office/drawing/2014/main" id="{C857623F-59C9-6C4E-57E4-AA5FEAED988E}"/>
                  </a:ext>
                </a:extLst>
              </p:cNvPr>
              <p:cNvSpPr/>
              <p:nvPr/>
            </p:nvSpPr>
            <p:spPr>
              <a:xfrm>
                <a:off x="4373019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3" name="Freeform 35762">
                <a:extLst>
                  <a:ext uri="{FF2B5EF4-FFF2-40B4-BE49-F238E27FC236}">
                    <a16:creationId xmlns:a16="http://schemas.microsoft.com/office/drawing/2014/main" id="{2ECFA84C-9350-0D30-9664-96234436CECB}"/>
                  </a:ext>
                </a:extLst>
              </p:cNvPr>
              <p:cNvSpPr/>
              <p:nvPr/>
            </p:nvSpPr>
            <p:spPr>
              <a:xfrm>
                <a:off x="4373614" y="4031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4" name="Freeform 35763">
                <a:extLst>
                  <a:ext uri="{FF2B5EF4-FFF2-40B4-BE49-F238E27FC236}">
                    <a16:creationId xmlns:a16="http://schemas.microsoft.com/office/drawing/2014/main" id="{A4278FC1-6ED0-A70F-571B-859D95BB2586}"/>
                  </a:ext>
                </a:extLst>
              </p:cNvPr>
              <p:cNvSpPr/>
              <p:nvPr/>
            </p:nvSpPr>
            <p:spPr>
              <a:xfrm>
                <a:off x="4374110" y="3972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5" name="Freeform 35764">
                <a:extLst>
                  <a:ext uri="{FF2B5EF4-FFF2-40B4-BE49-F238E27FC236}">
                    <a16:creationId xmlns:a16="http://schemas.microsoft.com/office/drawing/2014/main" id="{A9209442-9E42-3B10-EC53-56D1AE04FBBD}"/>
                  </a:ext>
                </a:extLst>
              </p:cNvPr>
              <p:cNvSpPr/>
              <p:nvPr/>
            </p:nvSpPr>
            <p:spPr>
              <a:xfrm>
                <a:off x="4374606" y="3698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6" name="Freeform 35765">
                <a:extLst>
                  <a:ext uri="{FF2B5EF4-FFF2-40B4-BE49-F238E27FC236}">
                    <a16:creationId xmlns:a16="http://schemas.microsoft.com/office/drawing/2014/main" id="{19C021A5-B27F-A59B-5E71-252204A78EB5}"/>
                  </a:ext>
                </a:extLst>
              </p:cNvPr>
              <p:cNvSpPr/>
              <p:nvPr/>
            </p:nvSpPr>
            <p:spPr>
              <a:xfrm>
                <a:off x="4375202" y="3715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7" name="Freeform 35766">
                <a:extLst>
                  <a:ext uri="{FF2B5EF4-FFF2-40B4-BE49-F238E27FC236}">
                    <a16:creationId xmlns:a16="http://schemas.microsoft.com/office/drawing/2014/main" id="{0CF832EB-3AF9-344C-86A8-4014809963C6}"/>
                  </a:ext>
                </a:extLst>
              </p:cNvPr>
              <p:cNvSpPr/>
              <p:nvPr/>
            </p:nvSpPr>
            <p:spPr>
              <a:xfrm>
                <a:off x="4375698" y="3734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8" name="Freeform 35767">
                <a:extLst>
                  <a:ext uri="{FF2B5EF4-FFF2-40B4-BE49-F238E27FC236}">
                    <a16:creationId xmlns:a16="http://schemas.microsoft.com/office/drawing/2014/main" id="{56581D19-81A2-B3E7-0B94-87B957907D0A}"/>
                  </a:ext>
                </a:extLst>
              </p:cNvPr>
              <p:cNvSpPr/>
              <p:nvPr/>
            </p:nvSpPr>
            <p:spPr>
              <a:xfrm>
                <a:off x="4376194" y="3735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69" name="Freeform 35768">
                <a:extLst>
                  <a:ext uri="{FF2B5EF4-FFF2-40B4-BE49-F238E27FC236}">
                    <a16:creationId xmlns:a16="http://schemas.microsoft.com/office/drawing/2014/main" id="{F26FE6D5-4CA2-8D7B-F0DD-62164FC4116E}"/>
                  </a:ext>
                </a:extLst>
              </p:cNvPr>
              <p:cNvSpPr/>
              <p:nvPr/>
            </p:nvSpPr>
            <p:spPr>
              <a:xfrm>
                <a:off x="4376789" y="371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0" name="Freeform 35769">
                <a:extLst>
                  <a:ext uri="{FF2B5EF4-FFF2-40B4-BE49-F238E27FC236}">
                    <a16:creationId xmlns:a16="http://schemas.microsoft.com/office/drawing/2014/main" id="{FF6B42ED-5CF3-2ABA-52D4-A9E5E61CF05B}"/>
                  </a:ext>
                </a:extLst>
              </p:cNvPr>
              <p:cNvSpPr/>
              <p:nvPr/>
            </p:nvSpPr>
            <p:spPr>
              <a:xfrm>
                <a:off x="4377285" y="3677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1" name="Freeform 35770">
                <a:extLst>
                  <a:ext uri="{FF2B5EF4-FFF2-40B4-BE49-F238E27FC236}">
                    <a16:creationId xmlns:a16="http://schemas.microsoft.com/office/drawing/2014/main" id="{DDD703DA-566E-C5A0-93FC-DC78D8015D7F}"/>
                  </a:ext>
                </a:extLst>
              </p:cNvPr>
              <p:cNvSpPr/>
              <p:nvPr/>
            </p:nvSpPr>
            <p:spPr>
              <a:xfrm>
                <a:off x="4377781" y="3657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2" name="Freeform 35771">
                <a:extLst>
                  <a:ext uri="{FF2B5EF4-FFF2-40B4-BE49-F238E27FC236}">
                    <a16:creationId xmlns:a16="http://schemas.microsoft.com/office/drawing/2014/main" id="{A999E9C3-6247-395A-713E-BDA8B2911CA8}"/>
                  </a:ext>
                </a:extLst>
              </p:cNvPr>
              <p:cNvSpPr/>
              <p:nvPr/>
            </p:nvSpPr>
            <p:spPr>
              <a:xfrm>
                <a:off x="4378377" y="3626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3" name="Freeform 35772">
                <a:extLst>
                  <a:ext uri="{FF2B5EF4-FFF2-40B4-BE49-F238E27FC236}">
                    <a16:creationId xmlns:a16="http://schemas.microsoft.com/office/drawing/2014/main" id="{6DE2CC92-E04B-2188-806D-CFDC4C86172F}"/>
                  </a:ext>
                </a:extLst>
              </p:cNvPr>
              <p:cNvSpPr/>
              <p:nvPr/>
            </p:nvSpPr>
            <p:spPr>
              <a:xfrm>
                <a:off x="4378873" y="3602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4" name="Freeform 35773">
                <a:extLst>
                  <a:ext uri="{FF2B5EF4-FFF2-40B4-BE49-F238E27FC236}">
                    <a16:creationId xmlns:a16="http://schemas.microsoft.com/office/drawing/2014/main" id="{4FA1D830-6745-BFCA-DF1D-7113CE7B54E3}"/>
                  </a:ext>
                </a:extLst>
              </p:cNvPr>
              <p:cNvSpPr/>
              <p:nvPr/>
            </p:nvSpPr>
            <p:spPr>
              <a:xfrm>
                <a:off x="4379369" y="3570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5" name="Freeform 35774">
                <a:extLst>
                  <a:ext uri="{FF2B5EF4-FFF2-40B4-BE49-F238E27FC236}">
                    <a16:creationId xmlns:a16="http://schemas.microsoft.com/office/drawing/2014/main" id="{70EB2E10-0D62-D737-9767-B02C0E0B4D10}"/>
                  </a:ext>
                </a:extLst>
              </p:cNvPr>
              <p:cNvSpPr/>
              <p:nvPr/>
            </p:nvSpPr>
            <p:spPr>
              <a:xfrm>
                <a:off x="4379964" y="3558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6" name="Freeform 35775">
                <a:extLst>
                  <a:ext uri="{FF2B5EF4-FFF2-40B4-BE49-F238E27FC236}">
                    <a16:creationId xmlns:a16="http://schemas.microsoft.com/office/drawing/2014/main" id="{89F82BEE-F20F-59C6-0293-0B59F9EA2819}"/>
                  </a:ext>
                </a:extLst>
              </p:cNvPr>
              <p:cNvSpPr/>
              <p:nvPr/>
            </p:nvSpPr>
            <p:spPr>
              <a:xfrm>
                <a:off x="4380460" y="3555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7" name="Freeform 35776">
                <a:extLst>
                  <a:ext uri="{FF2B5EF4-FFF2-40B4-BE49-F238E27FC236}">
                    <a16:creationId xmlns:a16="http://schemas.microsoft.com/office/drawing/2014/main" id="{E51F9D06-F1B1-4AE7-9C49-9A9C280B63DB}"/>
                  </a:ext>
                </a:extLst>
              </p:cNvPr>
              <p:cNvSpPr/>
              <p:nvPr/>
            </p:nvSpPr>
            <p:spPr>
              <a:xfrm>
                <a:off x="4380956" y="3558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8" name="Freeform 35777">
                <a:extLst>
                  <a:ext uri="{FF2B5EF4-FFF2-40B4-BE49-F238E27FC236}">
                    <a16:creationId xmlns:a16="http://schemas.microsoft.com/office/drawing/2014/main" id="{B4CBBED6-A452-56F2-A279-3E4C7F9FCD13}"/>
                  </a:ext>
                </a:extLst>
              </p:cNvPr>
              <p:cNvSpPr/>
              <p:nvPr/>
            </p:nvSpPr>
            <p:spPr>
              <a:xfrm>
                <a:off x="4381452" y="3559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79" name="Freeform 35778">
                <a:extLst>
                  <a:ext uri="{FF2B5EF4-FFF2-40B4-BE49-F238E27FC236}">
                    <a16:creationId xmlns:a16="http://schemas.microsoft.com/office/drawing/2014/main" id="{4EEA52AA-EE56-2891-7AC6-F489736EE87F}"/>
                  </a:ext>
                </a:extLst>
              </p:cNvPr>
              <p:cNvSpPr/>
              <p:nvPr/>
            </p:nvSpPr>
            <p:spPr>
              <a:xfrm>
                <a:off x="4382048" y="3550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0" name="Freeform 35779">
                <a:extLst>
                  <a:ext uri="{FF2B5EF4-FFF2-40B4-BE49-F238E27FC236}">
                    <a16:creationId xmlns:a16="http://schemas.microsoft.com/office/drawing/2014/main" id="{DF85565E-1F5D-32CD-6DE8-AB41996F039B}"/>
                  </a:ext>
                </a:extLst>
              </p:cNvPr>
              <p:cNvSpPr/>
              <p:nvPr/>
            </p:nvSpPr>
            <p:spPr>
              <a:xfrm>
                <a:off x="4382544" y="3956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1" name="Freeform 35780">
                <a:extLst>
                  <a:ext uri="{FF2B5EF4-FFF2-40B4-BE49-F238E27FC236}">
                    <a16:creationId xmlns:a16="http://schemas.microsoft.com/office/drawing/2014/main" id="{F348D860-818C-EC58-8FF5-3E6FB239A413}"/>
                  </a:ext>
                </a:extLst>
              </p:cNvPr>
              <p:cNvSpPr/>
              <p:nvPr/>
            </p:nvSpPr>
            <p:spPr>
              <a:xfrm>
                <a:off x="4383040" y="4041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2" name="Freeform 35781">
                <a:extLst>
                  <a:ext uri="{FF2B5EF4-FFF2-40B4-BE49-F238E27FC236}">
                    <a16:creationId xmlns:a16="http://schemas.microsoft.com/office/drawing/2014/main" id="{ADA7BA49-E21A-D03B-AF56-13FCE4D173CD}"/>
                  </a:ext>
                </a:extLst>
              </p:cNvPr>
              <p:cNvSpPr/>
              <p:nvPr/>
            </p:nvSpPr>
            <p:spPr>
              <a:xfrm>
                <a:off x="4383635" y="40443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3" name="Freeform 35782">
                <a:extLst>
                  <a:ext uri="{FF2B5EF4-FFF2-40B4-BE49-F238E27FC236}">
                    <a16:creationId xmlns:a16="http://schemas.microsoft.com/office/drawing/2014/main" id="{FC63BA45-DD53-0473-0B44-0720B3E0DD13}"/>
                  </a:ext>
                </a:extLst>
              </p:cNvPr>
              <p:cNvSpPr/>
              <p:nvPr/>
            </p:nvSpPr>
            <p:spPr>
              <a:xfrm>
                <a:off x="4384131" y="4040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4" name="Freeform 35783">
                <a:extLst>
                  <a:ext uri="{FF2B5EF4-FFF2-40B4-BE49-F238E27FC236}">
                    <a16:creationId xmlns:a16="http://schemas.microsoft.com/office/drawing/2014/main" id="{89FF0037-D220-1E4D-3C72-AED0BBB8B08F}"/>
                  </a:ext>
                </a:extLst>
              </p:cNvPr>
              <p:cNvSpPr/>
              <p:nvPr/>
            </p:nvSpPr>
            <p:spPr>
              <a:xfrm>
                <a:off x="4384627" y="4032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5" name="Freeform 35784">
                <a:extLst>
                  <a:ext uri="{FF2B5EF4-FFF2-40B4-BE49-F238E27FC236}">
                    <a16:creationId xmlns:a16="http://schemas.microsoft.com/office/drawing/2014/main" id="{0BF9E64E-2942-926E-F8E4-8A21C1CFA3CD}"/>
                  </a:ext>
                </a:extLst>
              </p:cNvPr>
              <p:cNvSpPr/>
              <p:nvPr/>
            </p:nvSpPr>
            <p:spPr>
              <a:xfrm>
                <a:off x="4385223" y="4037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6" name="Freeform 35785">
                <a:extLst>
                  <a:ext uri="{FF2B5EF4-FFF2-40B4-BE49-F238E27FC236}">
                    <a16:creationId xmlns:a16="http://schemas.microsoft.com/office/drawing/2014/main" id="{F5A6A88D-45E5-40AF-E333-FE2BB4A8F97A}"/>
                  </a:ext>
                </a:extLst>
              </p:cNvPr>
              <p:cNvSpPr/>
              <p:nvPr/>
            </p:nvSpPr>
            <p:spPr>
              <a:xfrm>
                <a:off x="4385719" y="4048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7" name="Freeform 35786">
                <a:extLst>
                  <a:ext uri="{FF2B5EF4-FFF2-40B4-BE49-F238E27FC236}">
                    <a16:creationId xmlns:a16="http://schemas.microsoft.com/office/drawing/2014/main" id="{8DF55B57-2CA0-DE79-4A29-64FE66A64FE3}"/>
                  </a:ext>
                </a:extLst>
              </p:cNvPr>
              <p:cNvSpPr/>
              <p:nvPr/>
            </p:nvSpPr>
            <p:spPr>
              <a:xfrm>
                <a:off x="4386215" y="4043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8" name="Freeform 35787">
                <a:extLst>
                  <a:ext uri="{FF2B5EF4-FFF2-40B4-BE49-F238E27FC236}">
                    <a16:creationId xmlns:a16="http://schemas.microsoft.com/office/drawing/2014/main" id="{8BEE6E80-EFE0-94DF-C8C4-792D5FDE8B74}"/>
                  </a:ext>
                </a:extLst>
              </p:cNvPr>
              <p:cNvSpPr/>
              <p:nvPr/>
            </p:nvSpPr>
            <p:spPr>
              <a:xfrm>
                <a:off x="4386810" y="3984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89" name="Freeform 35788">
                <a:extLst>
                  <a:ext uri="{FF2B5EF4-FFF2-40B4-BE49-F238E27FC236}">
                    <a16:creationId xmlns:a16="http://schemas.microsoft.com/office/drawing/2014/main" id="{55491138-AAE4-FFD0-C9C3-007F27CEC1F9}"/>
                  </a:ext>
                </a:extLst>
              </p:cNvPr>
              <p:cNvSpPr/>
              <p:nvPr/>
            </p:nvSpPr>
            <p:spPr>
              <a:xfrm>
                <a:off x="4387306" y="3636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0" name="Freeform 35789">
                <a:extLst>
                  <a:ext uri="{FF2B5EF4-FFF2-40B4-BE49-F238E27FC236}">
                    <a16:creationId xmlns:a16="http://schemas.microsoft.com/office/drawing/2014/main" id="{89C6405A-3022-EB99-DD8A-451EC7853739}"/>
                  </a:ext>
                </a:extLst>
              </p:cNvPr>
              <p:cNvSpPr/>
              <p:nvPr/>
            </p:nvSpPr>
            <p:spPr>
              <a:xfrm>
                <a:off x="4387802" y="3651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1" name="Freeform 35790">
                <a:extLst>
                  <a:ext uri="{FF2B5EF4-FFF2-40B4-BE49-F238E27FC236}">
                    <a16:creationId xmlns:a16="http://schemas.microsoft.com/office/drawing/2014/main" id="{43FDC5A6-2CFD-D8F8-3EFE-46D55472A925}"/>
                  </a:ext>
                </a:extLst>
              </p:cNvPr>
              <p:cNvSpPr/>
              <p:nvPr/>
            </p:nvSpPr>
            <p:spPr>
              <a:xfrm>
                <a:off x="4388398" y="3689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2" name="Freeform 35791">
                <a:extLst>
                  <a:ext uri="{FF2B5EF4-FFF2-40B4-BE49-F238E27FC236}">
                    <a16:creationId xmlns:a16="http://schemas.microsoft.com/office/drawing/2014/main" id="{1A09EF3E-B1FD-A754-12A0-251604EEEDE0}"/>
                  </a:ext>
                </a:extLst>
              </p:cNvPr>
              <p:cNvSpPr/>
              <p:nvPr/>
            </p:nvSpPr>
            <p:spPr>
              <a:xfrm>
                <a:off x="4388894" y="3674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3" name="Freeform 35792">
                <a:extLst>
                  <a:ext uri="{FF2B5EF4-FFF2-40B4-BE49-F238E27FC236}">
                    <a16:creationId xmlns:a16="http://schemas.microsoft.com/office/drawing/2014/main" id="{07F103C0-ADB8-73C8-7BED-88D7F47F108C}"/>
                  </a:ext>
                </a:extLst>
              </p:cNvPr>
              <p:cNvSpPr/>
              <p:nvPr/>
            </p:nvSpPr>
            <p:spPr>
              <a:xfrm>
                <a:off x="4389390" y="3654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4" name="Freeform 35793">
                <a:extLst>
                  <a:ext uri="{FF2B5EF4-FFF2-40B4-BE49-F238E27FC236}">
                    <a16:creationId xmlns:a16="http://schemas.microsoft.com/office/drawing/2014/main" id="{A89A0BE7-FF82-486A-E645-364F0469182E}"/>
                  </a:ext>
                </a:extLst>
              </p:cNvPr>
              <p:cNvSpPr/>
              <p:nvPr/>
            </p:nvSpPr>
            <p:spPr>
              <a:xfrm>
                <a:off x="4389985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5" name="Freeform 35794">
                <a:extLst>
                  <a:ext uri="{FF2B5EF4-FFF2-40B4-BE49-F238E27FC236}">
                    <a16:creationId xmlns:a16="http://schemas.microsoft.com/office/drawing/2014/main" id="{9073CA2C-1677-1B39-8D57-D97E4B736931}"/>
                  </a:ext>
                </a:extLst>
              </p:cNvPr>
              <p:cNvSpPr/>
              <p:nvPr/>
            </p:nvSpPr>
            <p:spPr>
              <a:xfrm>
                <a:off x="4390481" y="3599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6" name="Freeform 35795">
                <a:extLst>
                  <a:ext uri="{FF2B5EF4-FFF2-40B4-BE49-F238E27FC236}">
                    <a16:creationId xmlns:a16="http://schemas.microsoft.com/office/drawing/2014/main" id="{8DB18840-148A-FCED-ECAE-08C3F1EFB4C7}"/>
                  </a:ext>
                </a:extLst>
              </p:cNvPr>
              <p:cNvSpPr/>
              <p:nvPr/>
            </p:nvSpPr>
            <p:spPr>
              <a:xfrm>
                <a:off x="4390977" y="3570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7" name="Freeform 35796">
                <a:extLst>
                  <a:ext uri="{FF2B5EF4-FFF2-40B4-BE49-F238E27FC236}">
                    <a16:creationId xmlns:a16="http://schemas.microsoft.com/office/drawing/2014/main" id="{E5576B22-5106-154E-BE8F-077E66649D68}"/>
                  </a:ext>
                </a:extLst>
              </p:cNvPr>
              <p:cNvSpPr/>
              <p:nvPr/>
            </p:nvSpPr>
            <p:spPr>
              <a:xfrm>
                <a:off x="4391573" y="354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8" name="Freeform 35797">
                <a:extLst>
                  <a:ext uri="{FF2B5EF4-FFF2-40B4-BE49-F238E27FC236}">
                    <a16:creationId xmlns:a16="http://schemas.microsoft.com/office/drawing/2014/main" id="{EE3D2BDA-D8FA-7AAA-91D8-A3942A02BA4F}"/>
                  </a:ext>
                </a:extLst>
              </p:cNvPr>
              <p:cNvSpPr/>
              <p:nvPr/>
            </p:nvSpPr>
            <p:spPr>
              <a:xfrm>
                <a:off x="4392069" y="3531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99" name="Freeform 35798">
                <a:extLst>
                  <a:ext uri="{FF2B5EF4-FFF2-40B4-BE49-F238E27FC236}">
                    <a16:creationId xmlns:a16="http://schemas.microsoft.com/office/drawing/2014/main" id="{1611E344-EDEA-38DF-E744-2C976363648D}"/>
                  </a:ext>
                </a:extLst>
              </p:cNvPr>
              <p:cNvSpPr/>
              <p:nvPr/>
            </p:nvSpPr>
            <p:spPr>
              <a:xfrm>
                <a:off x="4392565" y="3516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0" name="Freeform 35799">
                <a:extLst>
                  <a:ext uri="{FF2B5EF4-FFF2-40B4-BE49-F238E27FC236}">
                    <a16:creationId xmlns:a16="http://schemas.microsoft.com/office/drawing/2014/main" id="{288A7715-09A6-3A49-3CB4-C8D73645A66F}"/>
                  </a:ext>
                </a:extLst>
              </p:cNvPr>
              <p:cNvSpPr/>
              <p:nvPr/>
            </p:nvSpPr>
            <p:spPr>
              <a:xfrm>
                <a:off x="4393160" y="3508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1" name="Freeform 35800">
                <a:extLst>
                  <a:ext uri="{FF2B5EF4-FFF2-40B4-BE49-F238E27FC236}">
                    <a16:creationId xmlns:a16="http://schemas.microsoft.com/office/drawing/2014/main" id="{B95DAFDA-A841-2828-D333-04CB3F75EB4E}"/>
                  </a:ext>
                </a:extLst>
              </p:cNvPr>
              <p:cNvSpPr/>
              <p:nvPr/>
            </p:nvSpPr>
            <p:spPr>
              <a:xfrm>
                <a:off x="4393656" y="350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2" name="Freeform 35801">
                <a:extLst>
                  <a:ext uri="{FF2B5EF4-FFF2-40B4-BE49-F238E27FC236}">
                    <a16:creationId xmlns:a16="http://schemas.microsoft.com/office/drawing/2014/main" id="{45234485-04C7-A84F-A20E-C4234AB89AEF}"/>
                  </a:ext>
                </a:extLst>
              </p:cNvPr>
              <p:cNvSpPr/>
              <p:nvPr/>
            </p:nvSpPr>
            <p:spPr>
              <a:xfrm>
                <a:off x="4394152" y="3505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3" name="Freeform 35802">
                <a:extLst>
                  <a:ext uri="{FF2B5EF4-FFF2-40B4-BE49-F238E27FC236}">
                    <a16:creationId xmlns:a16="http://schemas.microsoft.com/office/drawing/2014/main" id="{FF4A763D-BD2E-AAE3-314E-E3F91FA7991B}"/>
                  </a:ext>
                </a:extLst>
              </p:cNvPr>
              <p:cNvSpPr/>
              <p:nvPr/>
            </p:nvSpPr>
            <p:spPr>
              <a:xfrm>
                <a:off x="4394648" y="3510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4" name="Freeform 35803">
                <a:extLst>
                  <a:ext uri="{FF2B5EF4-FFF2-40B4-BE49-F238E27FC236}">
                    <a16:creationId xmlns:a16="http://schemas.microsoft.com/office/drawing/2014/main" id="{7C744826-AF47-4C3C-AFAB-6EDA3E68E21F}"/>
                  </a:ext>
                </a:extLst>
              </p:cNvPr>
              <p:cNvSpPr/>
              <p:nvPr/>
            </p:nvSpPr>
            <p:spPr>
              <a:xfrm>
                <a:off x="4395244" y="3878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5" name="Freeform 35804">
                <a:extLst>
                  <a:ext uri="{FF2B5EF4-FFF2-40B4-BE49-F238E27FC236}">
                    <a16:creationId xmlns:a16="http://schemas.microsoft.com/office/drawing/2014/main" id="{21DE3FC0-43E1-70DD-D60A-854E9C6535B2}"/>
                  </a:ext>
                </a:extLst>
              </p:cNvPr>
              <p:cNvSpPr/>
              <p:nvPr/>
            </p:nvSpPr>
            <p:spPr>
              <a:xfrm>
                <a:off x="4395740" y="3975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6" name="Freeform 35805">
                <a:extLst>
                  <a:ext uri="{FF2B5EF4-FFF2-40B4-BE49-F238E27FC236}">
                    <a16:creationId xmlns:a16="http://schemas.microsoft.com/office/drawing/2014/main" id="{967FE875-1B84-35E4-C791-6BB1D4CEF037}"/>
                  </a:ext>
                </a:extLst>
              </p:cNvPr>
              <p:cNvSpPr/>
              <p:nvPr/>
            </p:nvSpPr>
            <p:spPr>
              <a:xfrm>
                <a:off x="4396236" y="4003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7" name="Freeform 35806">
                <a:extLst>
                  <a:ext uri="{FF2B5EF4-FFF2-40B4-BE49-F238E27FC236}">
                    <a16:creationId xmlns:a16="http://schemas.microsoft.com/office/drawing/2014/main" id="{7083844C-E157-8C6F-7B5F-799F67344654}"/>
                  </a:ext>
                </a:extLst>
              </p:cNvPr>
              <p:cNvSpPr/>
              <p:nvPr/>
            </p:nvSpPr>
            <p:spPr>
              <a:xfrm>
                <a:off x="4396831" y="4017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8" name="Freeform 35807">
                <a:extLst>
                  <a:ext uri="{FF2B5EF4-FFF2-40B4-BE49-F238E27FC236}">
                    <a16:creationId xmlns:a16="http://schemas.microsoft.com/office/drawing/2014/main" id="{754EF2F0-F867-DB6A-F656-A9AC65EE4311}"/>
                  </a:ext>
                </a:extLst>
              </p:cNvPr>
              <p:cNvSpPr/>
              <p:nvPr/>
            </p:nvSpPr>
            <p:spPr>
              <a:xfrm>
                <a:off x="4397327" y="4000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09" name="Freeform 35808">
                <a:extLst>
                  <a:ext uri="{FF2B5EF4-FFF2-40B4-BE49-F238E27FC236}">
                    <a16:creationId xmlns:a16="http://schemas.microsoft.com/office/drawing/2014/main" id="{A097BCD9-C0B5-4049-1291-46169FB40803}"/>
                  </a:ext>
                </a:extLst>
              </p:cNvPr>
              <p:cNvSpPr/>
              <p:nvPr/>
            </p:nvSpPr>
            <p:spPr>
              <a:xfrm>
                <a:off x="4397823" y="3990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0" name="Freeform 35809">
                <a:extLst>
                  <a:ext uri="{FF2B5EF4-FFF2-40B4-BE49-F238E27FC236}">
                    <a16:creationId xmlns:a16="http://schemas.microsoft.com/office/drawing/2014/main" id="{E84C3403-D595-2FE9-9AF4-BFDFC433A667}"/>
                  </a:ext>
                </a:extLst>
              </p:cNvPr>
              <p:cNvSpPr/>
              <p:nvPr/>
            </p:nvSpPr>
            <p:spPr>
              <a:xfrm>
                <a:off x="4398419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1" name="Freeform 35810">
                <a:extLst>
                  <a:ext uri="{FF2B5EF4-FFF2-40B4-BE49-F238E27FC236}">
                    <a16:creationId xmlns:a16="http://schemas.microsoft.com/office/drawing/2014/main" id="{1567F5C1-4CCD-F8D8-0EB4-F92E72439173}"/>
                  </a:ext>
                </a:extLst>
              </p:cNvPr>
              <p:cNvSpPr/>
              <p:nvPr/>
            </p:nvSpPr>
            <p:spPr>
              <a:xfrm>
                <a:off x="4398915" y="398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2" name="Freeform 35811">
                <a:extLst>
                  <a:ext uri="{FF2B5EF4-FFF2-40B4-BE49-F238E27FC236}">
                    <a16:creationId xmlns:a16="http://schemas.microsoft.com/office/drawing/2014/main" id="{6517E4FB-5C62-6AEF-0D03-EA7495754929}"/>
                  </a:ext>
                </a:extLst>
              </p:cNvPr>
              <p:cNvSpPr/>
              <p:nvPr/>
            </p:nvSpPr>
            <p:spPr>
              <a:xfrm>
                <a:off x="4399411" y="3803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3" name="Freeform 35812">
                <a:extLst>
                  <a:ext uri="{FF2B5EF4-FFF2-40B4-BE49-F238E27FC236}">
                    <a16:creationId xmlns:a16="http://schemas.microsoft.com/office/drawing/2014/main" id="{AE6737D3-18E6-A251-D350-4646829A840A}"/>
                  </a:ext>
                </a:extLst>
              </p:cNvPr>
              <p:cNvSpPr/>
              <p:nvPr/>
            </p:nvSpPr>
            <p:spPr>
              <a:xfrm>
                <a:off x="4400006" y="3453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4" name="Freeform 35813">
                <a:extLst>
                  <a:ext uri="{FF2B5EF4-FFF2-40B4-BE49-F238E27FC236}">
                    <a16:creationId xmlns:a16="http://schemas.microsoft.com/office/drawing/2014/main" id="{816C8944-9151-FCB6-FBDC-4F2A379154BD}"/>
                  </a:ext>
                </a:extLst>
              </p:cNvPr>
              <p:cNvSpPr/>
              <p:nvPr/>
            </p:nvSpPr>
            <p:spPr>
              <a:xfrm>
                <a:off x="4400502" y="3520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5" name="Freeform 35814">
                <a:extLst>
                  <a:ext uri="{FF2B5EF4-FFF2-40B4-BE49-F238E27FC236}">
                    <a16:creationId xmlns:a16="http://schemas.microsoft.com/office/drawing/2014/main" id="{A3ED01D9-E0A4-2A33-52FD-DA52C6001D57}"/>
                  </a:ext>
                </a:extLst>
              </p:cNvPr>
              <p:cNvSpPr/>
              <p:nvPr/>
            </p:nvSpPr>
            <p:spPr>
              <a:xfrm>
                <a:off x="4400998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6" name="Freeform 35815">
                <a:extLst>
                  <a:ext uri="{FF2B5EF4-FFF2-40B4-BE49-F238E27FC236}">
                    <a16:creationId xmlns:a16="http://schemas.microsoft.com/office/drawing/2014/main" id="{0BB85CF7-3C3E-DDE6-4838-7683B449B5E5}"/>
                  </a:ext>
                </a:extLst>
              </p:cNvPr>
              <p:cNvSpPr/>
              <p:nvPr/>
            </p:nvSpPr>
            <p:spPr>
              <a:xfrm>
                <a:off x="4401594" y="3547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7" name="Freeform 35816">
                <a:extLst>
                  <a:ext uri="{FF2B5EF4-FFF2-40B4-BE49-F238E27FC236}">
                    <a16:creationId xmlns:a16="http://schemas.microsoft.com/office/drawing/2014/main" id="{C5F7453E-5475-B1F5-359B-E04AFBE67A94}"/>
                  </a:ext>
                </a:extLst>
              </p:cNvPr>
              <p:cNvSpPr/>
              <p:nvPr/>
            </p:nvSpPr>
            <p:spPr>
              <a:xfrm>
                <a:off x="4402090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8" name="Freeform 35817">
                <a:extLst>
                  <a:ext uri="{FF2B5EF4-FFF2-40B4-BE49-F238E27FC236}">
                    <a16:creationId xmlns:a16="http://schemas.microsoft.com/office/drawing/2014/main" id="{810D433B-46AF-3DEA-7819-DF8B6832319F}"/>
                  </a:ext>
                </a:extLst>
              </p:cNvPr>
              <p:cNvSpPr/>
              <p:nvPr/>
            </p:nvSpPr>
            <p:spPr>
              <a:xfrm>
                <a:off x="4402586" y="3489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19" name="Freeform 35818">
                <a:extLst>
                  <a:ext uri="{FF2B5EF4-FFF2-40B4-BE49-F238E27FC236}">
                    <a16:creationId xmlns:a16="http://schemas.microsoft.com/office/drawing/2014/main" id="{E5AD1ADA-005B-9152-741A-710C93A89DC9}"/>
                  </a:ext>
                </a:extLst>
              </p:cNvPr>
              <p:cNvSpPr/>
              <p:nvPr/>
            </p:nvSpPr>
            <p:spPr>
              <a:xfrm>
                <a:off x="4403181" y="3433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0" name="Freeform 35819">
                <a:extLst>
                  <a:ext uri="{FF2B5EF4-FFF2-40B4-BE49-F238E27FC236}">
                    <a16:creationId xmlns:a16="http://schemas.microsoft.com/office/drawing/2014/main" id="{45168CCB-A003-E5F3-95F9-E47A3047F712}"/>
                  </a:ext>
                </a:extLst>
              </p:cNvPr>
              <p:cNvSpPr/>
              <p:nvPr/>
            </p:nvSpPr>
            <p:spPr>
              <a:xfrm>
                <a:off x="4403677" y="3405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1" name="Freeform 35820">
                <a:extLst>
                  <a:ext uri="{FF2B5EF4-FFF2-40B4-BE49-F238E27FC236}">
                    <a16:creationId xmlns:a16="http://schemas.microsoft.com/office/drawing/2014/main" id="{5C8087C2-D515-7AB3-F1EE-DC0F6FADCB47}"/>
                  </a:ext>
                </a:extLst>
              </p:cNvPr>
              <p:cNvSpPr/>
              <p:nvPr/>
            </p:nvSpPr>
            <p:spPr>
              <a:xfrm>
                <a:off x="4404173" y="3366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2" name="Freeform 35821">
                <a:extLst>
                  <a:ext uri="{FF2B5EF4-FFF2-40B4-BE49-F238E27FC236}">
                    <a16:creationId xmlns:a16="http://schemas.microsoft.com/office/drawing/2014/main" id="{5C276647-71A4-C160-B3AD-BD0EAE9858D9}"/>
                  </a:ext>
                </a:extLst>
              </p:cNvPr>
              <p:cNvSpPr/>
              <p:nvPr/>
            </p:nvSpPr>
            <p:spPr>
              <a:xfrm>
                <a:off x="4404769" y="3338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3" name="Freeform 35822">
                <a:extLst>
                  <a:ext uri="{FF2B5EF4-FFF2-40B4-BE49-F238E27FC236}">
                    <a16:creationId xmlns:a16="http://schemas.microsoft.com/office/drawing/2014/main" id="{88668224-2BF1-73CB-192A-421FA2981083}"/>
                  </a:ext>
                </a:extLst>
              </p:cNvPr>
              <p:cNvSpPr/>
              <p:nvPr/>
            </p:nvSpPr>
            <p:spPr>
              <a:xfrm>
                <a:off x="4405265" y="3322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4" name="Freeform 35823">
                <a:extLst>
                  <a:ext uri="{FF2B5EF4-FFF2-40B4-BE49-F238E27FC236}">
                    <a16:creationId xmlns:a16="http://schemas.microsoft.com/office/drawing/2014/main" id="{F2F63CF1-F572-68A3-008E-2A14FDC17B90}"/>
                  </a:ext>
                </a:extLst>
              </p:cNvPr>
              <p:cNvSpPr/>
              <p:nvPr/>
            </p:nvSpPr>
            <p:spPr>
              <a:xfrm>
                <a:off x="4405761" y="3309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5" name="Freeform 35824">
                <a:extLst>
                  <a:ext uri="{FF2B5EF4-FFF2-40B4-BE49-F238E27FC236}">
                    <a16:creationId xmlns:a16="http://schemas.microsoft.com/office/drawing/2014/main" id="{54F856B4-F3CD-FFEB-5DB1-BFDF68810942}"/>
                  </a:ext>
                </a:extLst>
              </p:cNvPr>
              <p:cNvSpPr/>
              <p:nvPr/>
            </p:nvSpPr>
            <p:spPr>
              <a:xfrm>
                <a:off x="4406257" y="3317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6" name="Freeform 35825">
                <a:extLst>
                  <a:ext uri="{FF2B5EF4-FFF2-40B4-BE49-F238E27FC236}">
                    <a16:creationId xmlns:a16="http://schemas.microsoft.com/office/drawing/2014/main" id="{8AF398E4-99EB-B823-4B30-C65C0C391523}"/>
                  </a:ext>
                </a:extLst>
              </p:cNvPr>
              <p:cNvSpPr/>
              <p:nvPr/>
            </p:nvSpPr>
            <p:spPr>
              <a:xfrm>
                <a:off x="4406852" y="3364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7" name="Freeform 35826">
                <a:extLst>
                  <a:ext uri="{FF2B5EF4-FFF2-40B4-BE49-F238E27FC236}">
                    <a16:creationId xmlns:a16="http://schemas.microsoft.com/office/drawing/2014/main" id="{DF2124E6-6B85-59FA-02F3-3BFEC9DC252A}"/>
                  </a:ext>
                </a:extLst>
              </p:cNvPr>
              <p:cNvSpPr/>
              <p:nvPr/>
            </p:nvSpPr>
            <p:spPr>
              <a:xfrm>
                <a:off x="4407348" y="34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8" name="Freeform 35827">
                <a:extLst>
                  <a:ext uri="{FF2B5EF4-FFF2-40B4-BE49-F238E27FC236}">
                    <a16:creationId xmlns:a16="http://schemas.microsoft.com/office/drawing/2014/main" id="{E1794AF6-293A-7D0B-C069-30ECC1AC33FA}"/>
                  </a:ext>
                </a:extLst>
              </p:cNvPr>
              <p:cNvSpPr/>
              <p:nvPr/>
            </p:nvSpPr>
            <p:spPr>
              <a:xfrm>
                <a:off x="4407845" y="3580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29" name="Freeform 35828">
                <a:extLst>
                  <a:ext uri="{FF2B5EF4-FFF2-40B4-BE49-F238E27FC236}">
                    <a16:creationId xmlns:a16="http://schemas.microsoft.com/office/drawing/2014/main" id="{C6867D70-D5F1-E077-18E0-AEFAE4BE0332}"/>
                  </a:ext>
                </a:extLst>
              </p:cNvPr>
              <p:cNvSpPr/>
              <p:nvPr/>
            </p:nvSpPr>
            <p:spPr>
              <a:xfrm>
                <a:off x="4408440" y="3830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0" name="Freeform 35829">
                <a:extLst>
                  <a:ext uri="{FF2B5EF4-FFF2-40B4-BE49-F238E27FC236}">
                    <a16:creationId xmlns:a16="http://schemas.microsoft.com/office/drawing/2014/main" id="{5676D415-921B-7BF9-AC9E-941AB9372215}"/>
                  </a:ext>
                </a:extLst>
              </p:cNvPr>
              <p:cNvSpPr/>
              <p:nvPr/>
            </p:nvSpPr>
            <p:spPr>
              <a:xfrm>
                <a:off x="4408936" y="3870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1" name="Freeform 35830">
                <a:extLst>
                  <a:ext uri="{FF2B5EF4-FFF2-40B4-BE49-F238E27FC236}">
                    <a16:creationId xmlns:a16="http://schemas.microsoft.com/office/drawing/2014/main" id="{FD2852FF-D652-DE7A-55A0-7CF491D6AD92}"/>
                  </a:ext>
                </a:extLst>
              </p:cNvPr>
              <p:cNvSpPr/>
              <p:nvPr/>
            </p:nvSpPr>
            <p:spPr>
              <a:xfrm>
                <a:off x="4409432" y="3884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2" name="Freeform 35831">
                <a:extLst>
                  <a:ext uri="{FF2B5EF4-FFF2-40B4-BE49-F238E27FC236}">
                    <a16:creationId xmlns:a16="http://schemas.microsoft.com/office/drawing/2014/main" id="{61555A8D-D00F-381B-4D85-A562FC0374B3}"/>
                  </a:ext>
                </a:extLst>
              </p:cNvPr>
              <p:cNvSpPr/>
              <p:nvPr/>
            </p:nvSpPr>
            <p:spPr>
              <a:xfrm>
                <a:off x="4410027" y="3906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3" name="Freeform 35832">
                <a:extLst>
                  <a:ext uri="{FF2B5EF4-FFF2-40B4-BE49-F238E27FC236}">
                    <a16:creationId xmlns:a16="http://schemas.microsoft.com/office/drawing/2014/main" id="{CF9A9762-7AF6-D5D6-575D-50377A2E99C1}"/>
                  </a:ext>
                </a:extLst>
              </p:cNvPr>
              <p:cNvSpPr/>
              <p:nvPr/>
            </p:nvSpPr>
            <p:spPr>
              <a:xfrm>
                <a:off x="4410523" y="3906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4" name="Freeform 35833">
                <a:extLst>
                  <a:ext uri="{FF2B5EF4-FFF2-40B4-BE49-F238E27FC236}">
                    <a16:creationId xmlns:a16="http://schemas.microsoft.com/office/drawing/2014/main" id="{F9BC2D7C-6337-A519-8189-78F6C514F179}"/>
                  </a:ext>
                </a:extLst>
              </p:cNvPr>
              <p:cNvSpPr/>
              <p:nvPr/>
            </p:nvSpPr>
            <p:spPr>
              <a:xfrm>
                <a:off x="4411020" y="3894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5" name="Freeform 35834">
                <a:extLst>
                  <a:ext uri="{FF2B5EF4-FFF2-40B4-BE49-F238E27FC236}">
                    <a16:creationId xmlns:a16="http://schemas.microsoft.com/office/drawing/2014/main" id="{DE10E753-1143-9AF1-87C7-4203C1495AE9}"/>
                  </a:ext>
                </a:extLst>
              </p:cNvPr>
              <p:cNvSpPr/>
              <p:nvPr/>
            </p:nvSpPr>
            <p:spPr>
              <a:xfrm>
                <a:off x="4411615" y="3830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6" name="Freeform 35835">
                <a:extLst>
                  <a:ext uri="{FF2B5EF4-FFF2-40B4-BE49-F238E27FC236}">
                    <a16:creationId xmlns:a16="http://schemas.microsoft.com/office/drawing/2014/main" id="{54A6C15F-3C49-EA07-CE88-49FC6CBAEE95}"/>
                  </a:ext>
                </a:extLst>
              </p:cNvPr>
              <p:cNvSpPr/>
              <p:nvPr/>
            </p:nvSpPr>
            <p:spPr>
              <a:xfrm>
                <a:off x="4412111" y="3512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7" name="Freeform 35836">
                <a:extLst>
                  <a:ext uri="{FF2B5EF4-FFF2-40B4-BE49-F238E27FC236}">
                    <a16:creationId xmlns:a16="http://schemas.microsoft.com/office/drawing/2014/main" id="{A8840F50-BC17-A89A-7F98-365F2E450F6B}"/>
                  </a:ext>
                </a:extLst>
              </p:cNvPr>
              <p:cNvSpPr/>
              <p:nvPr/>
            </p:nvSpPr>
            <p:spPr>
              <a:xfrm>
                <a:off x="4412607" y="3495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8" name="Freeform 35837">
                <a:extLst>
                  <a:ext uri="{FF2B5EF4-FFF2-40B4-BE49-F238E27FC236}">
                    <a16:creationId xmlns:a16="http://schemas.microsoft.com/office/drawing/2014/main" id="{6AD8D66E-5741-24E5-DAFD-FEFE878051F9}"/>
                  </a:ext>
                </a:extLst>
              </p:cNvPr>
              <p:cNvSpPr/>
              <p:nvPr/>
            </p:nvSpPr>
            <p:spPr>
              <a:xfrm>
                <a:off x="4413202" y="3556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39" name="Freeform 35838">
                <a:extLst>
                  <a:ext uri="{FF2B5EF4-FFF2-40B4-BE49-F238E27FC236}">
                    <a16:creationId xmlns:a16="http://schemas.microsoft.com/office/drawing/2014/main" id="{5CADE118-8E8E-7710-2D63-2DD5CD4DD147}"/>
                  </a:ext>
                </a:extLst>
              </p:cNvPr>
              <p:cNvSpPr/>
              <p:nvPr/>
            </p:nvSpPr>
            <p:spPr>
              <a:xfrm>
                <a:off x="4413698" y="3576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0" name="Freeform 35839">
                <a:extLst>
                  <a:ext uri="{FF2B5EF4-FFF2-40B4-BE49-F238E27FC236}">
                    <a16:creationId xmlns:a16="http://schemas.microsoft.com/office/drawing/2014/main" id="{83CB3A72-9AEC-0B03-12A6-21D50E7E1B39}"/>
                  </a:ext>
                </a:extLst>
              </p:cNvPr>
              <p:cNvSpPr/>
              <p:nvPr/>
            </p:nvSpPr>
            <p:spPr>
              <a:xfrm>
                <a:off x="4414195" y="3568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1" name="Freeform 35840">
                <a:extLst>
                  <a:ext uri="{FF2B5EF4-FFF2-40B4-BE49-F238E27FC236}">
                    <a16:creationId xmlns:a16="http://schemas.microsoft.com/office/drawing/2014/main" id="{D7760C90-F751-6860-E4C1-EA494CC7C05A}"/>
                  </a:ext>
                </a:extLst>
              </p:cNvPr>
              <p:cNvSpPr/>
              <p:nvPr/>
            </p:nvSpPr>
            <p:spPr>
              <a:xfrm>
                <a:off x="4414790" y="3547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2" name="Freeform 35841">
                <a:extLst>
                  <a:ext uri="{FF2B5EF4-FFF2-40B4-BE49-F238E27FC236}">
                    <a16:creationId xmlns:a16="http://schemas.microsoft.com/office/drawing/2014/main" id="{55EDFECF-C478-8F01-F24D-C76D112E3CC8}"/>
                  </a:ext>
                </a:extLst>
              </p:cNvPr>
              <p:cNvSpPr/>
              <p:nvPr/>
            </p:nvSpPr>
            <p:spPr>
              <a:xfrm>
                <a:off x="4415286" y="3497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3" name="Freeform 35842">
                <a:extLst>
                  <a:ext uri="{FF2B5EF4-FFF2-40B4-BE49-F238E27FC236}">
                    <a16:creationId xmlns:a16="http://schemas.microsoft.com/office/drawing/2014/main" id="{D4B886CB-F25A-2822-FCF4-28C355F817F1}"/>
                  </a:ext>
                </a:extLst>
              </p:cNvPr>
              <p:cNvSpPr/>
              <p:nvPr/>
            </p:nvSpPr>
            <p:spPr>
              <a:xfrm>
                <a:off x="4415782" y="3452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4" name="Freeform 35843">
                <a:extLst>
                  <a:ext uri="{FF2B5EF4-FFF2-40B4-BE49-F238E27FC236}">
                    <a16:creationId xmlns:a16="http://schemas.microsoft.com/office/drawing/2014/main" id="{D024107B-710F-D569-8DE5-60F58BA592FB}"/>
                  </a:ext>
                </a:extLst>
              </p:cNvPr>
              <p:cNvSpPr/>
              <p:nvPr/>
            </p:nvSpPr>
            <p:spPr>
              <a:xfrm>
                <a:off x="4416377" y="3397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5" name="Freeform 35844">
                <a:extLst>
                  <a:ext uri="{FF2B5EF4-FFF2-40B4-BE49-F238E27FC236}">
                    <a16:creationId xmlns:a16="http://schemas.microsoft.com/office/drawing/2014/main" id="{125EB0AE-043C-4C46-B968-BA53E120E33F}"/>
                  </a:ext>
                </a:extLst>
              </p:cNvPr>
              <p:cNvSpPr/>
              <p:nvPr/>
            </p:nvSpPr>
            <p:spPr>
              <a:xfrm>
                <a:off x="4416873" y="3351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6" name="Freeform 35845">
                <a:extLst>
                  <a:ext uri="{FF2B5EF4-FFF2-40B4-BE49-F238E27FC236}">
                    <a16:creationId xmlns:a16="http://schemas.microsoft.com/office/drawing/2014/main" id="{041E2A38-3FE7-8CA3-52B5-08352A3F1A15}"/>
                  </a:ext>
                </a:extLst>
              </p:cNvPr>
              <p:cNvSpPr/>
              <p:nvPr/>
            </p:nvSpPr>
            <p:spPr>
              <a:xfrm>
                <a:off x="4417370" y="3311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7" name="Freeform 35846">
                <a:extLst>
                  <a:ext uri="{FF2B5EF4-FFF2-40B4-BE49-F238E27FC236}">
                    <a16:creationId xmlns:a16="http://schemas.microsoft.com/office/drawing/2014/main" id="{D8860EAC-493B-11D8-ACA5-E564309C35E9}"/>
                  </a:ext>
                </a:extLst>
              </p:cNvPr>
              <p:cNvSpPr/>
              <p:nvPr/>
            </p:nvSpPr>
            <p:spPr>
              <a:xfrm>
                <a:off x="4417866" y="3281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8" name="Freeform 35847">
                <a:extLst>
                  <a:ext uri="{FF2B5EF4-FFF2-40B4-BE49-F238E27FC236}">
                    <a16:creationId xmlns:a16="http://schemas.microsoft.com/office/drawing/2014/main" id="{24A4A00A-4357-A9F6-2FCC-097D3EE89127}"/>
                  </a:ext>
                </a:extLst>
              </p:cNvPr>
              <p:cNvSpPr/>
              <p:nvPr/>
            </p:nvSpPr>
            <p:spPr>
              <a:xfrm>
                <a:off x="4418461" y="3261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49" name="Freeform 35848">
                <a:extLst>
                  <a:ext uri="{FF2B5EF4-FFF2-40B4-BE49-F238E27FC236}">
                    <a16:creationId xmlns:a16="http://schemas.microsoft.com/office/drawing/2014/main" id="{D189F3C4-43CC-0E58-CF0E-B02BEB138B5B}"/>
                  </a:ext>
                </a:extLst>
              </p:cNvPr>
              <p:cNvSpPr/>
              <p:nvPr/>
            </p:nvSpPr>
            <p:spPr>
              <a:xfrm>
                <a:off x="4418957" y="3279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0" name="Freeform 35849">
                <a:extLst>
                  <a:ext uri="{FF2B5EF4-FFF2-40B4-BE49-F238E27FC236}">
                    <a16:creationId xmlns:a16="http://schemas.microsoft.com/office/drawing/2014/main" id="{45D0FB78-0E47-AE0E-5FBC-C527BF7E330D}"/>
                  </a:ext>
                </a:extLst>
              </p:cNvPr>
              <p:cNvSpPr/>
              <p:nvPr/>
            </p:nvSpPr>
            <p:spPr>
              <a:xfrm>
                <a:off x="4419453" y="3336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1" name="Freeform 35850">
                <a:extLst>
                  <a:ext uri="{FF2B5EF4-FFF2-40B4-BE49-F238E27FC236}">
                    <a16:creationId xmlns:a16="http://schemas.microsoft.com/office/drawing/2014/main" id="{24B9F0FA-4194-9E0B-1CDB-D7B2DB181728}"/>
                  </a:ext>
                </a:extLst>
              </p:cNvPr>
              <p:cNvSpPr/>
              <p:nvPr/>
            </p:nvSpPr>
            <p:spPr>
              <a:xfrm>
                <a:off x="4420048" y="3418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2" name="Freeform 35851">
                <a:extLst>
                  <a:ext uri="{FF2B5EF4-FFF2-40B4-BE49-F238E27FC236}">
                    <a16:creationId xmlns:a16="http://schemas.microsoft.com/office/drawing/2014/main" id="{F50F2016-52C1-90C8-E712-20A266A72B4B}"/>
                  </a:ext>
                </a:extLst>
              </p:cNvPr>
              <p:cNvSpPr/>
              <p:nvPr/>
            </p:nvSpPr>
            <p:spPr>
              <a:xfrm>
                <a:off x="4420545" y="3638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3" name="Freeform 35852">
                <a:extLst>
                  <a:ext uri="{FF2B5EF4-FFF2-40B4-BE49-F238E27FC236}">
                    <a16:creationId xmlns:a16="http://schemas.microsoft.com/office/drawing/2014/main" id="{BE256FBC-46DC-324F-69D9-518EAED5017E}"/>
                  </a:ext>
                </a:extLst>
              </p:cNvPr>
              <p:cNvSpPr/>
              <p:nvPr/>
            </p:nvSpPr>
            <p:spPr>
              <a:xfrm>
                <a:off x="4421041" y="3882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4" name="Freeform 35853">
                <a:extLst>
                  <a:ext uri="{FF2B5EF4-FFF2-40B4-BE49-F238E27FC236}">
                    <a16:creationId xmlns:a16="http://schemas.microsoft.com/office/drawing/2014/main" id="{DA61D148-FD03-A83F-C1CE-36685E7E0F75}"/>
                  </a:ext>
                </a:extLst>
              </p:cNvPr>
              <p:cNvSpPr/>
              <p:nvPr/>
            </p:nvSpPr>
            <p:spPr>
              <a:xfrm>
                <a:off x="4421636" y="3908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5" name="Freeform 35854">
                <a:extLst>
                  <a:ext uri="{FF2B5EF4-FFF2-40B4-BE49-F238E27FC236}">
                    <a16:creationId xmlns:a16="http://schemas.microsoft.com/office/drawing/2014/main" id="{3BF92B8A-6D43-4C41-15F1-3314F5713A2F}"/>
                  </a:ext>
                </a:extLst>
              </p:cNvPr>
              <p:cNvSpPr/>
              <p:nvPr/>
            </p:nvSpPr>
            <p:spPr>
              <a:xfrm>
                <a:off x="4422132" y="3929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6" name="Freeform 35855">
                <a:extLst>
                  <a:ext uri="{FF2B5EF4-FFF2-40B4-BE49-F238E27FC236}">
                    <a16:creationId xmlns:a16="http://schemas.microsoft.com/office/drawing/2014/main" id="{0F9D321C-D52C-636A-EC63-DA91FF14066D}"/>
                  </a:ext>
                </a:extLst>
              </p:cNvPr>
              <p:cNvSpPr/>
              <p:nvPr/>
            </p:nvSpPr>
            <p:spPr>
              <a:xfrm>
                <a:off x="4422628" y="3891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7" name="Freeform 35856">
                <a:extLst>
                  <a:ext uri="{FF2B5EF4-FFF2-40B4-BE49-F238E27FC236}">
                    <a16:creationId xmlns:a16="http://schemas.microsoft.com/office/drawing/2014/main" id="{C6DFD615-E098-83D5-780D-D7E7C87EA07E}"/>
                  </a:ext>
                </a:extLst>
              </p:cNvPr>
              <p:cNvSpPr/>
              <p:nvPr/>
            </p:nvSpPr>
            <p:spPr>
              <a:xfrm>
                <a:off x="4423223" y="387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8" name="Freeform 35857">
                <a:extLst>
                  <a:ext uri="{FF2B5EF4-FFF2-40B4-BE49-F238E27FC236}">
                    <a16:creationId xmlns:a16="http://schemas.microsoft.com/office/drawing/2014/main" id="{40E1B02F-50A9-29A3-76D6-2169ECDB6AA9}"/>
                  </a:ext>
                </a:extLst>
              </p:cNvPr>
              <p:cNvSpPr/>
              <p:nvPr/>
            </p:nvSpPr>
            <p:spPr>
              <a:xfrm>
                <a:off x="4423720" y="3866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59" name="Freeform 35858">
                <a:extLst>
                  <a:ext uri="{FF2B5EF4-FFF2-40B4-BE49-F238E27FC236}">
                    <a16:creationId xmlns:a16="http://schemas.microsoft.com/office/drawing/2014/main" id="{CA7D0E85-70D4-C6EA-FC7B-60A7D5E64D98}"/>
                  </a:ext>
                </a:extLst>
              </p:cNvPr>
              <p:cNvSpPr/>
              <p:nvPr/>
            </p:nvSpPr>
            <p:spPr>
              <a:xfrm>
                <a:off x="4424216" y="3836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0" name="Freeform 35859">
                <a:extLst>
                  <a:ext uri="{FF2B5EF4-FFF2-40B4-BE49-F238E27FC236}">
                    <a16:creationId xmlns:a16="http://schemas.microsoft.com/office/drawing/2014/main" id="{06381DF4-5F8F-6834-10DB-591FF6D13D28}"/>
                  </a:ext>
                </a:extLst>
              </p:cNvPr>
              <p:cNvSpPr/>
              <p:nvPr/>
            </p:nvSpPr>
            <p:spPr>
              <a:xfrm>
                <a:off x="4424811" y="3569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1" name="Freeform 35860">
                <a:extLst>
                  <a:ext uri="{FF2B5EF4-FFF2-40B4-BE49-F238E27FC236}">
                    <a16:creationId xmlns:a16="http://schemas.microsoft.com/office/drawing/2014/main" id="{114BCE8C-4CC2-4984-2119-CBEB611734A2}"/>
                  </a:ext>
                </a:extLst>
              </p:cNvPr>
              <p:cNvSpPr/>
              <p:nvPr/>
            </p:nvSpPr>
            <p:spPr>
              <a:xfrm>
                <a:off x="4425307" y="3525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2" name="Freeform 35861">
                <a:extLst>
                  <a:ext uri="{FF2B5EF4-FFF2-40B4-BE49-F238E27FC236}">
                    <a16:creationId xmlns:a16="http://schemas.microsoft.com/office/drawing/2014/main" id="{A3990AB7-9C4A-DB04-9DA7-9D64CEA95A71}"/>
                  </a:ext>
                </a:extLst>
              </p:cNvPr>
              <p:cNvSpPr/>
              <p:nvPr/>
            </p:nvSpPr>
            <p:spPr>
              <a:xfrm>
                <a:off x="4425803" y="3569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3" name="Freeform 35862">
                <a:extLst>
                  <a:ext uri="{FF2B5EF4-FFF2-40B4-BE49-F238E27FC236}">
                    <a16:creationId xmlns:a16="http://schemas.microsoft.com/office/drawing/2014/main" id="{1530E4C9-8737-B914-5086-079F08723D13}"/>
                  </a:ext>
                </a:extLst>
              </p:cNvPr>
              <p:cNvSpPr/>
              <p:nvPr/>
            </p:nvSpPr>
            <p:spPr>
              <a:xfrm>
                <a:off x="4426398" y="3583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4" name="Freeform 35863">
                <a:extLst>
                  <a:ext uri="{FF2B5EF4-FFF2-40B4-BE49-F238E27FC236}">
                    <a16:creationId xmlns:a16="http://schemas.microsoft.com/office/drawing/2014/main" id="{1E64E164-DAD5-4E09-EC22-4B8DE73C4FA1}"/>
                  </a:ext>
                </a:extLst>
              </p:cNvPr>
              <p:cNvSpPr/>
              <p:nvPr/>
            </p:nvSpPr>
            <p:spPr>
              <a:xfrm>
                <a:off x="4426895" y="3579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5" name="Freeform 35864">
                <a:extLst>
                  <a:ext uri="{FF2B5EF4-FFF2-40B4-BE49-F238E27FC236}">
                    <a16:creationId xmlns:a16="http://schemas.microsoft.com/office/drawing/2014/main" id="{641BD9BF-1FD2-4E50-E1C3-29ED2B2A663F}"/>
                  </a:ext>
                </a:extLst>
              </p:cNvPr>
              <p:cNvSpPr/>
              <p:nvPr/>
            </p:nvSpPr>
            <p:spPr>
              <a:xfrm>
                <a:off x="4427391" y="3528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6" name="Freeform 35865">
                <a:extLst>
                  <a:ext uri="{FF2B5EF4-FFF2-40B4-BE49-F238E27FC236}">
                    <a16:creationId xmlns:a16="http://schemas.microsoft.com/office/drawing/2014/main" id="{3D84E0A0-7AF3-E1B0-47F0-6091E2D9C802}"/>
                  </a:ext>
                </a:extLst>
              </p:cNvPr>
              <p:cNvSpPr/>
              <p:nvPr/>
            </p:nvSpPr>
            <p:spPr>
              <a:xfrm>
                <a:off x="4427986" y="3380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7" name="Freeform 35866">
                <a:extLst>
                  <a:ext uri="{FF2B5EF4-FFF2-40B4-BE49-F238E27FC236}">
                    <a16:creationId xmlns:a16="http://schemas.microsoft.com/office/drawing/2014/main" id="{21E75773-7129-B491-215A-C8C0EDABF9D7}"/>
                  </a:ext>
                </a:extLst>
              </p:cNvPr>
              <p:cNvSpPr/>
              <p:nvPr/>
            </p:nvSpPr>
            <p:spPr>
              <a:xfrm>
                <a:off x="4428482" y="3420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8" name="Freeform 35867">
                <a:extLst>
                  <a:ext uri="{FF2B5EF4-FFF2-40B4-BE49-F238E27FC236}">
                    <a16:creationId xmlns:a16="http://schemas.microsoft.com/office/drawing/2014/main" id="{8B9F24F1-5EC9-4015-BC5D-A7546B1FD988}"/>
                  </a:ext>
                </a:extLst>
              </p:cNvPr>
              <p:cNvSpPr/>
              <p:nvPr/>
            </p:nvSpPr>
            <p:spPr>
              <a:xfrm>
                <a:off x="4428978" y="3434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69" name="Freeform 35868">
                <a:extLst>
                  <a:ext uri="{FF2B5EF4-FFF2-40B4-BE49-F238E27FC236}">
                    <a16:creationId xmlns:a16="http://schemas.microsoft.com/office/drawing/2014/main" id="{620118D5-56FF-3FAD-3943-D35F272ADE4A}"/>
                  </a:ext>
                </a:extLst>
              </p:cNvPr>
              <p:cNvSpPr/>
              <p:nvPr/>
            </p:nvSpPr>
            <p:spPr>
              <a:xfrm>
                <a:off x="4429573" y="3367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0" name="Freeform 35869">
                <a:extLst>
                  <a:ext uri="{FF2B5EF4-FFF2-40B4-BE49-F238E27FC236}">
                    <a16:creationId xmlns:a16="http://schemas.microsoft.com/office/drawing/2014/main" id="{6ADFD45D-AA3C-B35A-D6E2-489E742C4020}"/>
                  </a:ext>
                </a:extLst>
              </p:cNvPr>
              <p:cNvSpPr/>
              <p:nvPr/>
            </p:nvSpPr>
            <p:spPr>
              <a:xfrm>
                <a:off x="4430070" y="3356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1" name="Freeform 35870">
                <a:extLst>
                  <a:ext uri="{FF2B5EF4-FFF2-40B4-BE49-F238E27FC236}">
                    <a16:creationId xmlns:a16="http://schemas.microsoft.com/office/drawing/2014/main" id="{DDA93835-9AEA-A093-9D04-78903891C90A}"/>
                  </a:ext>
                </a:extLst>
              </p:cNvPr>
              <p:cNvSpPr/>
              <p:nvPr/>
            </p:nvSpPr>
            <p:spPr>
              <a:xfrm>
                <a:off x="4430566" y="3357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2" name="Freeform 35871">
                <a:extLst>
                  <a:ext uri="{FF2B5EF4-FFF2-40B4-BE49-F238E27FC236}">
                    <a16:creationId xmlns:a16="http://schemas.microsoft.com/office/drawing/2014/main" id="{D88AC076-DF35-1DD7-4C56-A4269AFB0726}"/>
                  </a:ext>
                </a:extLst>
              </p:cNvPr>
              <p:cNvSpPr/>
              <p:nvPr/>
            </p:nvSpPr>
            <p:spPr>
              <a:xfrm>
                <a:off x="4431062" y="3346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3" name="Freeform 35872">
                <a:extLst>
                  <a:ext uri="{FF2B5EF4-FFF2-40B4-BE49-F238E27FC236}">
                    <a16:creationId xmlns:a16="http://schemas.microsoft.com/office/drawing/2014/main" id="{E3CA7E3E-E1A7-F50A-274B-D1A8D178FF51}"/>
                  </a:ext>
                </a:extLst>
              </p:cNvPr>
              <p:cNvSpPr/>
              <p:nvPr/>
            </p:nvSpPr>
            <p:spPr>
              <a:xfrm>
                <a:off x="4431657" y="3357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4" name="Freeform 35873">
                <a:extLst>
                  <a:ext uri="{FF2B5EF4-FFF2-40B4-BE49-F238E27FC236}">
                    <a16:creationId xmlns:a16="http://schemas.microsoft.com/office/drawing/2014/main" id="{4F14CC1A-3B9A-9106-7CD5-9792F1E69CFA}"/>
                  </a:ext>
                </a:extLst>
              </p:cNvPr>
              <p:cNvSpPr/>
              <p:nvPr/>
            </p:nvSpPr>
            <p:spPr>
              <a:xfrm>
                <a:off x="4432153" y="3389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5" name="Freeform 35874">
                <a:extLst>
                  <a:ext uri="{FF2B5EF4-FFF2-40B4-BE49-F238E27FC236}">
                    <a16:creationId xmlns:a16="http://schemas.microsoft.com/office/drawing/2014/main" id="{29181523-0785-A107-CEE2-CC83A5778381}"/>
                  </a:ext>
                </a:extLst>
              </p:cNvPr>
              <p:cNvSpPr/>
              <p:nvPr/>
            </p:nvSpPr>
            <p:spPr>
              <a:xfrm>
                <a:off x="4432649" y="3470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6" name="Freeform 35875">
                <a:extLst>
                  <a:ext uri="{FF2B5EF4-FFF2-40B4-BE49-F238E27FC236}">
                    <a16:creationId xmlns:a16="http://schemas.microsoft.com/office/drawing/2014/main" id="{7CF56FF7-B72A-F14D-CFA3-EE6EF254D944}"/>
                  </a:ext>
                </a:extLst>
              </p:cNvPr>
              <p:cNvSpPr/>
              <p:nvPr/>
            </p:nvSpPr>
            <p:spPr>
              <a:xfrm>
                <a:off x="4433245" y="3818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7" name="Freeform 35876">
                <a:extLst>
                  <a:ext uri="{FF2B5EF4-FFF2-40B4-BE49-F238E27FC236}">
                    <a16:creationId xmlns:a16="http://schemas.microsoft.com/office/drawing/2014/main" id="{4FD874A3-34AE-0BED-AF3E-B6B5921F84F4}"/>
                  </a:ext>
                </a:extLst>
              </p:cNvPr>
              <p:cNvSpPr/>
              <p:nvPr/>
            </p:nvSpPr>
            <p:spPr>
              <a:xfrm>
                <a:off x="4433741" y="3938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8" name="Freeform 35877">
                <a:extLst>
                  <a:ext uri="{FF2B5EF4-FFF2-40B4-BE49-F238E27FC236}">
                    <a16:creationId xmlns:a16="http://schemas.microsoft.com/office/drawing/2014/main" id="{CA238B88-C1A0-AD38-D1AA-04481CF50A3D}"/>
                  </a:ext>
                </a:extLst>
              </p:cNvPr>
              <p:cNvSpPr/>
              <p:nvPr/>
            </p:nvSpPr>
            <p:spPr>
              <a:xfrm>
                <a:off x="4434237" y="3960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79" name="Freeform 35878">
                <a:extLst>
                  <a:ext uri="{FF2B5EF4-FFF2-40B4-BE49-F238E27FC236}">
                    <a16:creationId xmlns:a16="http://schemas.microsoft.com/office/drawing/2014/main" id="{6D062F9A-7ED9-2F3D-E956-3E0307DE9AFE}"/>
                  </a:ext>
                </a:extLst>
              </p:cNvPr>
              <p:cNvSpPr/>
              <p:nvPr/>
            </p:nvSpPr>
            <p:spPr>
              <a:xfrm>
                <a:off x="4434832" y="3943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0" name="Freeform 35879">
                <a:extLst>
                  <a:ext uri="{FF2B5EF4-FFF2-40B4-BE49-F238E27FC236}">
                    <a16:creationId xmlns:a16="http://schemas.microsoft.com/office/drawing/2014/main" id="{5A4DBC7B-822F-DEAD-1584-C2A9AEB7CC25}"/>
                  </a:ext>
                </a:extLst>
              </p:cNvPr>
              <p:cNvSpPr/>
              <p:nvPr/>
            </p:nvSpPr>
            <p:spPr>
              <a:xfrm>
                <a:off x="4435328" y="3943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1" name="Freeform 35880">
                <a:extLst>
                  <a:ext uri="{FF2B5EF4-FFF2-40B4-BE49-F238E27FC236}">
                    <a16:creationId xmlns:a16="http://schemas.microsoft.com/office/drawing/2014/main" id="{4A54B873-6ACE-B679-3E22-A84517A0AF48}"/>
                  </a:ext>
                </a:extLst>
              </p:cNvPr>
              <p:cNvSpPr/>
              <p:nvPr/>
            </p:nvSpPr>
            <p:spPr>
              <a:xfrm>
                <a:off x="4435824" y="3959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2" name="Freeform 35881">
                <a:extLst>
                  <a:ext uri="{FF2B5EF4-FFF2-40B4-BE49-F238E27FC236}">
                    <a16:creationId xmlns:a16="http://schemas.microsoft.com/office/drawing/2014/main" id="{4CD1481D-6770-37BB-CD67-289C2A2B2CA7}"/>
                  </a:ext>
                </a:extLst>
              </p:cNvPr>
              <p:cNvSpPr/>
              <p:nvPr/>
            </p:nvSpPr>
            <p:spPr>
              <a:xfrm>
                <a:off x="4436420" y="3972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3" name="Freeform 35882">
                <a:extLst>
                  <a:ext uri="{FF2B5EF4-FFF2-40B4-BE49-F238E27FC236}">
                    <a16:creationId xmlns:a16="http://schemas.microsoft.com/office/drawing/2014/main" id="{2E03D248-4BED-1601-5F95-1DD511057B61}"/>
                  </a:ext>
                </a:extLst>
              </p:cNvPr>
              <p:cNvSpPr/>
              <p:nvPr/>
            </p:nvSpPr>
            <p:spPr>
              <a:xfrm>
                <a:off x="4436916" y="396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4" name="Freeform 35883">
                <a:extLst>
                  <a:ext uri="{FF2B5EF4-FFF2-40B4-BE49-F238E27FC236}">
                    <a16:creationId xmlns:a16="http://schemas.microsoft.com/office/drawing/2014/main" id="{26AF9952-113E-DAED-BAA2-20955F844FDA}"/>
                  </a:ext>
                </a:extLst>
              </p:cNvPr>
              <p:cNvSpPr/>
              <p:nvPr/>
            </p:nvSpPr>
            <p:spPr>
              <a:xfrm>
                <a:off x="4437412" y="3896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5" name="Freeform 35884">
                <a:extLst>
                  <a:ext uri="{FF2B5EF4-FFF2-40B4-BE49-F238E27FC236}">
                    <a16:creationId xmlns:a16="http://schemas.microsoft.com/office/drawing/2014/main" id="{68F11A3B-C67D-4E1C-FFD4-D60269BFF7AC}"/>
                  </a:ext>
                </a:extLst>
              </p:cNvPr>
              <p:cNvSpPr/>
              <p:nvPr/>
            </p:nvSpPr>
            <p:spPr>
              <a:xfrm>
                <a:off x="4438007" y="3650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6" name="Freeform 35885">
                <a:extLst>
                  <a:ext uri="{FF2B5EF4-FFF2-40B4-BE49-F238E27FC236}">
                    <a16:creationId xmlns:a16="http://schemas.microsoft.com/office/drawing/2014/main" id="{96473CA0-B200-5646-4AC7-1AB0C294FE25}"/>
                  </a:ext>
                </a:extLst>
              </p:cNvPr>
              <p:cNvSpPr/>
              <p:nvPr/>
            </p:nvSpPr>
            <p:spPr>
              <a:xfrm>
                <a:off x="4438503" y="3680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7" name="Freeform 35886">
                <a:extLst>
                  <a:ext uri="{FF2B5EF4-FFF2-40B4-BE49-F238E27FC236}">
                    <a16:creationId xmlns:a16="http://schemas.microsoft.com/office/drawing/2014/main" id="{2F355FC6-6645-76CF-3F80-621A6E750107}"/>
                  </a:ext>
                </a:extLst>
              </p:cNvPr>
              <p:cNvSpPr/>
              <p:nvPr/>
            </p:nvSpPr>
            <p:spPr>
              <a:xfrm>
                <a:off x="4438999" y="3699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8" name="Freeform 35887">
                <a:extLst>
                  <a:ext uri="{FF2B5EF4-FFF2-40B4-BE49-F238E27FC236}">
                    <a16:creationId xmlns:a16="http://schemas.microsoft.com/office/drawing/2014/main" id="{F813C0C9-37E0-32B1-921A-4B1B0ECFC07C}"/>
                  </a:ext>
                </a:extLst>
              </p:cNvPr>
              <p:cNvSpPr/>
              <p:nvPr/>
            </p:nvSpPr>
            <p:spPr>
              <a:xfrm>
                <a:off x="4439595" y="3683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89" name="Freeform 35888">
                <a:extLst>
                  <a:ext uri="{FF2B5EF4-FFF2-40B4-BE49-F238E27FC236}">
                    <a16:creationId xmlns:a16="http://schemas.microsoft.com/office/drawing/2014/main" id="{81225982-7D3E-08F9-864F-C0DA5144DD79}"/>
                  </a:ext>
                </a:extLst>
              </p:cNvPr>
              <p:cNvSpPr/>
              <p:nvPr/>
            </p:nvSpPr>
            <p:spPr>
              <a:xfrm>
                <a:off x="4440091" y="3636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0" name="Freeform 35889">
                <a:extLst>
                  <a:ext uri="{FF2B5EF4-FFF2-40B4-BE49-F238E27FC236}">
                    <a16:creationId xmlns:a16="http://schemas.microsoft.com/office/drawing/2014/main" id="{D369D48F-FBCD-6F24-B250-43D5DDF43994}"/>
                  </a:ext>
                </a:extLst>
              </p:cNvPr>
              <p:cNvSpPr/>
              <p:nvPr/>
            </p:nvSpPr>
            <p:spPr>
              <a:xfrm>
                <a:off x="4440587" y="3629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1" name="Freeform 35890">
                <a:extLst>
                  <a:ext uri="{FF2B5EF4-FFF2-40B4-BE49-F238E27FC236}">
                    <a16:creationId xmlns:a16="http://schemas.microsoft.com/office/drawing/2014/main" id="{105226B0-A259-0702-5D2C-2D9DA40ADC0F}"/>
                  </a:ext>
                </a:extLst>
              </p:cNvPr>
              <p:cNvSpPr/>
              <p:nvPr/>
            </p:nvSpPr>
            <p:spPr>
              <a:xfrm>
                <a:off x="4441182" y="3566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2" name="Freeform 35891">
                <a:extLst>
                  <a:ext uri="{FF2B5EF4-FFF2-40B4-BE49-F238E27FC236}">
                    <a16:creationId xmlns:a16="http://schemas.microsoft.com/office/drawing/2014/main" id="{73FDC68D-2CB9-FBCA-59C1-4ADB5498512F}"/>
                  </a:ext>
                </a:extLst>
              </p:cNvPr>
              <p:cNvSpPr/>
              <p:nvPr/>
            </p:nvSpPr>
            <p:spPr>
              <a:xfrm>
                <a:off x="4441678" y="3486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3" name="Freeform 35892">
                <a:extLst>
                  <a:ext uri="{FF2B5EF4-FFF2-40B4-BE49-F238E27FC236}">
                    <a16:creationId xmlns:a16="http://schemas.microsoft.com/office/drawing/2014/main" id="{2C080AFE-5F56-84E6-12EC-41E7B5910ED4}"/>
                  </a:ext>
                </a:extLst>
              </p:cNvPr>
              <p:cNvSpPr/>
              <p:nvPr/>
            </p:nvSpPr>
            <p:spPr>
              <a:xfrm>
                <a:off x="4442174" y="3425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4" name="Freeform 35893">
                <a:extLst>
                  <a:ext uri="{FF2B5EF4-FFF2-40B4-BE49-F238E27FC236}">
                    <a16:creationId xmlns:a16="http://schemas.microsoft.com/office/drawing/2014/main" id="{F1EB8185-48C6-58ED-C7BD-10512F30CD76}"/>
                  </a:ext>
                </a:extLst>
              </p:cNvPr>
              <p:cNvSpPr/>
              <p:nvPr/>
            </p:nvSpPr>
            <p:spPr>
              <a:xfrm>
                <a:off x="4442670" y="3395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5" name="Freeform 35894">
                <a:extLst>
                  <a:ext uri="{FF2B5EF4-FFF2-40B4-BE49-F238E27FC236}">
                    <a16:creationId xmlns:a16="http://schemas.microsoft.com/office/drawing/2014/main" id="{E2469371-B17C-0377-D148-8939E3E64950}"/>
                  </a:ext>
                </a:extLst>
              </p:cNvPr>
              <p:cNvSpPr/>
              <p:nvPr/>
            </p:nvSpPr>
            <p:spPr>
              <a:xfrm>
                <a:off x="4443266" y="3383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6" name="Freeform 35895">
                <a:extLst>
                  <a:ext uri="{FF2B5EF4-FFF2-40B4-BE49-F238E27FC236}">
                    <a16:creationId xmlns:a16="http://schemas.microsoft.com/office/drawing/2014/main" id="{A956D470-1A48-E384-17B8-89B2968C8323}"/>
                  </a:ext>
                </a:extLst>
              </p:cNvPr>
              <p:cNvSpPr/>
              <p:nvPr/>
            </p:nvSpPr>
            <p:spPr>
              <a:xfrm>
                <a:off x="4443762" y="3360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7" name="Freeform 35896">
                <a:extLst>
                  <a:ext uri="{FF2B5EF4-FFF2-40B4-BE49-F238E27FC236}">
                    <a16:creationId xmlns:a16="http://schemas.microsoft.com/office/drawing/2014/main" id="{6F64A176-2C36-6820-A8DB-3DB9AA7B7609}"/>
                  </a:ext>
                </a:extLst>
              </p:cNvPr>
              <p:cNvSpPr/>
              <p:nvPr/>
            </p:nvSpPr>
            <p:spPr>
              <a:xfrm>
                <a:off x="4444258" y="3371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8" name="Freeform 35897">
                <a:extLst>
                  <a:ext uri="{FF2B5EF4-FFF2-40B4-BE49-F238E27FC236}">
                    <a16:creationId xmlns:a16="http://schemas.microsoft.com/office/drawing/2014/main" id="{A5D21F30-918B-51EC-834E-CD9743C6EF67}"/>
                  </a:ext>
                </a:extLst>
              </p:cNvPr>
              <p:cNvSpPr/>
              <p:nvPr/>
            </p:nvSpPr>
            <p:spPr>
              <a:xfrm>
                <a:off x="4444853" y="3431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99" name="Freeform 35898">
                <a:extLst>
                  <a:ext uri="{FF2B5EF4-FFF2-40B4-BE49-F238E27FC236}">
                    <a16:creationId xmlns:a16="http://schemas.microsoft.com/office/drawing/2014/main" id="{1B692131-D704-8BB9-9247-0B4C0A886AFF}"/>
                  </a:ext>
                </a:extLst>
              </p:cNvPr>
              <p:cNvSpPr/>
              <p:nvPr/>
            </p:nvSpPr>
            <p:spPr>
              <a:xfrm>
                <a:off x="4445349" y="3510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0" name="Freeform 35899">
                <a:extLst>
                  <a:ext uri="{FF2B5EF4-FFF2-40B4-BE49-F238E27FC236}">
                    <a16:creationId xmlns:a16="http://schemas.microsoft.com/office/drawing/2014/main" id="{87186519-D48A-11AB-CFEF-BA4F9C1D03FB}"/>
                  </a:ext>
                </a:extLst>
              </p:cNvPr>
              <p:cNvSpPr/>
              <p:nvPr/>
            </p:nvSpPr>
            <p:spPr>
              <a:xfrm>
                <a:off x="4445845" y="3764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1" name="Freeform 35900">
                <a:extLst>
                  <a:ext uri="{FF2B5EF4-FFF2-40B4-BE49-F238E27FC236}">
                    <a16:creationId xmlns:a16="http://schemas.microsoft.com/office/drawing/2014/main" id="{77DAAC16-E636-1C1B-8D7B-BFD50277D6A3}"/>
                  </a:ext>
                </a:extLst>
              </p:cNvPr>
              <p:cNvSpPr/>
              <p:nvPr/>
            </p:nvSpPr>
            <p:spPr>
              <a:xfrm>
                <a:off x="4446441" y="39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2" name="Freeform 35901">
                <a:extLst>
                  <a:ext uri="{FF2B5EF4-FFF2-40B4-BE49-F238E27FC236}">
                    <a16:creationId xmlns:a16="http://schemas.microsoft.com/office/drawing/2014/main" id="{A65225C6-DE2F-B904-8644-F511B105FC15}"/>
                  </a:ext>
                </a:extLst>
              </p:cNvPr>
              <p:cNvSpPr/>
              <p:nvPr/>
            </p:nvSpPr>
            <p:spPr>
              <a:xfrm>
                <a:off x="4446937" y="3990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3" name="Freeform 35902">
                <a:extLst>
                  <a:ext uri="{FF2B5EF4-FFF2-40B4-BE49-F238E27FC236}">
                    <a16:creationId xmlns:a16="http://schemas.microsoft.com/office/drawing/2014/main" id="{C5A63887-AD3A-1D18-99BC-91EA578AD654}"/>
                  </a:ext>
                </a:extLst>
              </p:cNvPr>
              <p:cNvSpPr/>
              <p:nvPr/>
            </p:nvSpPr>
            <p:spPr>
              <a:xfrm>
                <a:off x="4447433" y="3991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4" name="Freeform 35903">
                <a:extLst>
                  <a:ext uri="{FF2B5EF4-FFF2-40B4-BE49-F238E27FC236}">
                    <a16:creationId xmlns:a16="http://schemas.microsoft.com/office/drawing/2014/main" id="{A5FFFAA3-E8F1-F086-F5F0-093D7E8C886E}"/>
                  </a:ext>
                </a:extLst>
              </p:cNvPr>
              <p:cNvSpPr/>
              <p:nvPr/>
            </p:nvSpPr>
            <p:spPr>
              <a:xfrm>
                <a:off x="4448028" y="398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5" name="Freeform 35904">
                <a:extLst>
                  <a:ext uri="{FF2B5EF4-FFF2-40B4-BE49-F238E27FC236}">
                    <a16:creationId xmlns:a16="http://schemas.microsoft.com/office/drawing/2014/main" id="{3DBEA324-C1E2-F263-94A2-2742AD8C001B}"/>
                  </a:ext>
                </a:extLst>
              </p:cNvPr>
              <p:cNvSpPr/>
              <p:nvPr/>
            </p:nvSpPr>
            <p:spPr>
              <a:xfrm>
                <a:off x="4448524" y="3982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6" name="Freeform 35905">
                <a:extLst>
                  <a:ext uri="{FF2B5EF4-FFF2-40B4-BE49-F238E27FC236}">
                    <a16:creationId xmlns:a16="http://schemas.microsoft.com/office/drawing/2014/main" id="{2852F0D9-D1AB-AEC6-C290-AA2C0D0F99FA}"/>
                  </a:ext>
                </a:extLst>
              </p:cNvPr>
              <p:cNvSpPr/>
              <p:nvPr/>
            </p:nvSpPr>
            <p:spPr>
              <a:xfrm>
                <a:off x="4449020" y="399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7" name="Freeform 35906">
                <a:extLst>
                  <a:ext uri="{FF2B5EF4-FFF2-40B4-BE49-F238E27FC236}">
                    <a16:creationId xmlns:a16="http://schemas.microsoft.com/office/drawing/2014/main" id="{4F8C733B-D0AB-0ECD-B2B5-697706CF58F6}"/>
                  </a:ext>
                </a:extLst>
              </p:cNvPr>
              <p:cNvSpPr/>
              <p:nvPr/>
            </p:nvSpPr>
            <p:spPr>
              <a:xfrm>
                <a:off x="4449616" y="3994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8" name="Freeform 35907">
                <a:extLst>
                  <a:ext uri="{FF2B5EF4-FFF2-40B4-BE49-F238E27FC236}">
                    <a16:creationId xmlns:a16="http://schemas.microsoft.com/office/drawing/2014/main" id="{20B47E24-FBA2-947F-4E20-6703A0FE6DE1}"/>
                  </a:ext>
                </a:extLst>
              </p:cNvPr>
              <p:cNvSpPr/>
              <p:nvPr/>
            </p:nvSpPr>
            <p:spPr>
              <a:xfrm>
                <a:off x="4450112" y="3935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09" name="Freeform 35908">
                <a:extLst>
                  <a:ext uri="{FF2B5EF4-FFF2-40B4-BE49-F238E27FC236}">
                    <a16:creationId xmlns:a16="http://schemas.microsoft.com/office/drawing/2014/main" id="{4895EF85-0E3B-9518-A40D-9C2B5473DFF8}"/>
                  </a:ext>
                </a:extLst>
              </p:cNvPr>
              <p:cNvSpPr/>
              <p:nvPr/>
            </p:nvSpPr>
            <p:spPr>
              <a:xfrm>
                <a:off x="4450608" y="3547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0" name="Freeform 35909">
                <a:extLst>
                  <a:ext uri="{FF2B5EF4-FFF2-40B4-BE49-F238E27FC236}">
                    <a16:creationId xmlns:a16="http://schemas.microsoft.com/office/drawing/2014/main" id="{C2E18060-E8B1-74ED-4177-19B0612135C8}"/>
                  </a:ext>
                </a:extLst>
              </p:cNvPr>
              <p:cNvSpPr/>
              <p:nvPr/>
            </p:nvSpPr>
            <p:spPr>
              <a:xfrm>
                <a:off x="4451203" y="3605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1" name="Freeform 35910">
                <a:extLst>
                  <a:ext uri="{FF2B5EF4-FFF2-40B4-BE49-F238E27FC236}">
                    <a16:creationId xmlns:a16="http://schemas.microsoft.com/office/drawing/2014/main" id="{F011B003-AE43-B6FC-28BE-C3251DFD08DB}"/>
                  </a:ext>
                </a:extLst>
              </p:cNvPr>
              <p:cNvSpPr/>
              <p:nvPr/>
            </p:nvSpPr>
            <p:spPr>
              <a:xfrm>
                <a:off x="4451699" y="3668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2" name="Freeform 35911">
                <a:extLst>
                  <a:ext uri="{FF2B5EF4-FFF2-40B4-BE49-F238E27FC236}">
                    <a16:creationId xmlns:a16="http://schemas.microsoft.com/office/drawing/2014/main" id="{9234659D-62FB-96E9-2339-96F11899103B}"/>
                  </a:ext>
                </a:extLst>
              </p:cNvPr>
              <p:cNvSpPr/>
              <p:nvPr/>
            </p:nvSpPr>
            <p:spPr>
              <a:xfrm>
                <a:off x="4452195" y="3657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3" name="Freeform 35912">
                <a:extLst>
                  <a:ext uri="{FF2B5EF4-FFF2-40B4-BE49-F238E27FC236}">
                    <a16:creationId xmlns:a16="http://schemas.microsoft.com/office/drawing/2014/main" id="{32571027-5C1E-2419-8516-E65CDCAD37E2}"/>
                  </a:ext>
                </a:extLst>
              </p:cNvPr>
              <p:cNvSpPr/>
              <p:nvPr/>
            </p:nvSpPr>
            <p:spPr>
              <a:xfrm>
                <a:off x="4452791" y="3657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4" name="Freeform 35913">
                <a:extLst>
                  <a:ext uri="{FF2B5EF4-FFF2-40B4-BE49-F238E27FC236}">
                    <a16:creationId xmlns:a16="http://schemas.microsoft.com/office/drawing/2014/main" id="{321F3A21-CB7D-3625-B3E2-B2CF3E8EA5F6}"/>
                  </a:ext>
                </a:extLst>
              </p:cNvPr>
              <p:cNvSpPr/>
              <p:nvPr/>
            </p:nvSpPr>
            <p:spPr>
              <a:xfrm>
                <a:off x="4453287" y="3646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5" name="Freeform 35914">
                <a:extLst>
                  <a:ext uri="{FF2B5EF4-FFF2-40B4-BE49-F238E27FC236}">
                    <a16:creationId xmlns:a16="http://schemas.microsoft.com/office/drawing/2014/main" id="{FA41D604-826E-CFF4-999D-475E8305F1FC}"/>
                  </a:ext>
                </a:extLst>
              </p:cNvPr>
              <p:cNvSpPr/>
              <p:nvPr/>
            </p:nvSpPr>
            <p:spPr>
              <a:xfrm>
                <a:off x="4453783" y="3578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6" name="Freeform 35915">
                <a:extLst>
                  <a:ext uri="{FF2B5EF4-FFF2-40B4-BE49-F238E27FC236}">
                    <a16:creationId xmlns:a16="http://schemas.microsoft.com/office/drawing/2014/main" id="{EF4E88AF-93A2-9653-53EA-EB20759EC889}"/>
                  </a:ext>
                </a:extLst>
              </p:cNvPr>
              <p:cNvSpPr/>
              <p:nvPr/>
            </p:nvSpPr>
            <p:spPr>
              <a:xfrm>
                <a:off x="4454279" y="3523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7" name="Freeform 35916">
                <a:extLst>
                  <a:ext uri="{FF2B5EF4-FFF2-40B4-BE49-F238E27FC236}">
                    <a16:creationId xmlns:a16="http://schemas.microsoft.com/office/drawing/2014/main" id="{15CCFBD1-7359-6B3E-1864-33E5645A7DEC}"/>
                  </a:ext>
                </a:extLst>
              </p:cNvPr>
              <p:cNvSpPr/>
              <p:nvPr/>
            </p:nvSpPr>
            <p:spPr>
              <a:xfrm>
                <a:off x="4454874" y="3444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8" name="Freeform 35917">
                <a:extLst>
                  <a:ext uri="{FF2B5EF4-FFF2-40B4-BE49-F238E27FC236}">
                    <a16:creationId xmlns:a16="http://schemas.microsoft.com/office/drawing/2014/main" id="{337318E5-71F4-41E1-263C-14567F09D1F1}"/>
                  </a:ext>
                </a:extLst>
              </p:cNvPr>
              <p:cNvSpPr/>
              <p:nvPr/>
            </p:nvSpPr>
            <p:spPr>
              <a:xfrm>
                <a:off x="4455370" y="3416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19" name="Freeform 35918">
                <a:extLst>
                  <a:ext uri="{FF2B5EF4-FFF2-40B4-BE49-F238E27FC236}">
                    <a16:creationId xmlns:a16="http://schemas.microsoft.com/office/drawing/2014/main" id="{767D08F4-8505-C7B9-E3A4-9AC407EB0C71}"/>
                  </a:ext>
                </a:extLst>
              </p:cNvPr>
              <p:cNvSpPr/>
              <p:nvPr/>
            </p:nvSpPr>
            <p:spPr>
              <a:xfrm>
                <a:off x="4455866" y="3388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0" name="Freeform 35919">
                <a:extLst>
                  <a:ext uri="{FF2B5EF4-FFF2-40B4-BE49-F238E27FC236}">
                    <a16:creationId xmlns:a16="http://schemas.microsoft.com/office/drawing/2014/main" id="{C4EF34FE-1C22-026F-2918-B93EE1169DCD}"/>
                  </a:ext>
                </a:extLst>
              </p:cNvPr>
              <p:cNvSpPr/>
              <p:nvPr/>
            </p:nvSpPr>
            <p:spPr>
              <a:xfrm>
                <a:off x="4456462" y="3377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1" name="Freeform 35920">
                <a:extLst>
                  <a:ext uri="{FF2B5EF4-FFF2-40B4-BE49-F238E27FC236}">
                    <a16:creationId xmlns:a16="http://schemas.microsoft.com/office/drawing/2014/main" id="{A33488EB-E064-D921-81DF-3E57476D9D57}"/>
                  </a:ext>
                </a:extLst>
              </p:cNvPr>
              <p:cNvSpPr/>
              <p:nvPr/>
            </p:nvSpPr>
            <p:spPr>
              <a:xfrm>
                <a:off x="4456958" y="3395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2" name="Freeform 35921">
                <a:extLst>
                  <a:ext uri="{FF2B5EF4-FFF2-40B4-BE49-F238E27FC236}">
                    <a16:creationId xmlns:a16="http://schemas.microsoft.com/office/drawing/2014/main" id="{43362DB0-6404-31EC-6D81-1B7F0F65DE0B}"/>
                  </a:ext>
                </a:extLst>
              </p:cNvPr>
              <p:cNvSpPr/>
              <p:nvPr/>
            </p:nvSpPr>
            <p:spPr>
              <a:xfrm>
                <a:off x="4457454" y="3453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3" name="Freeform 35922">
                <a:extLst>
                  <a:ext uri="{FF2B5EF4-FFF2-40B4-BE49-F238E27FC236}">
                    <a16:creationId xmlns:a16="http://schemas.microsoft.com/office/drawing/2014/main" id="{7CF36F05-27BF-2CB5-DEF9-E8DBF327B528}"/>
                  </a:ext>
                </a:extLst>
              </p:cNvPr>
              <p:cNvSpPr/>
              <p:nvPr/>
            </p:nvSpPr>
            <p:spPr>
              <a:xfrm>
                <a:off x="4458049" y="3501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4" name="Freeform 35923">
                <a:extLst>
                  <a:ext uri="{FF2B5EF4-FFF2-40B4-BE49-F238E27FC236}">
                    <a16:creationId xmlns:a16="http://schemas.microsoft.com/office/drawing/2014/main" id="{C922ACD6-F878-A4A0-A904-276F4A3747F6}"/>
                  </a:ext>
                </a:extLst>
              </p:cNvPr>
              <p:cNvSpPr/>
              <p:nvPr/>
            </p:nvSpPr>
            <p:spPr>
              <a:xfrm>
                <a:off x="4458545" y="3877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5" name="Freeform 35924">
                <a:extLst>
                  <a:ext uri="{FF2B5EF4-FFF2-40B4-BE49-F238E27FC236}">
                    <a16:creationId xmlns:a16="http://schemas.microsoft.com/office/drawing/2014/main" id="{1DBFA997-BDBE-6F04-B5F6-BFF44043C7D8}"/>
                  </a:ext>
                </a:extLst>
              </p:cNvPr>
              <p:cNvSpPr/>
              <p:nvPr/>
            </p:nvSpPr>
            <p:spPr>
              <a:xfrm>
                <a:off x="4459041" y="401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6" name="Freeform 35925">
                <a:extLst>
                  <a:ext uri="{FF2B5EF4-FFF2-40B4-BE49-F238E27FC236}">
                    <a16:creationId xmlns:a16="http://schemas.microsoft.com/office/drawing/2014/main" id="{EE287A87-941C-C62E-914C-05CB0A5EA386}"/>
                  </a:ext>
                </a:extLst>
              </p:cNvPr>
              <p:cNvSpPr/>
              <p:nvPr/>
            </p:nvSpPr>
            <p:spPr>
              <a:xfrm>
                <a:off x="4459637" y="4041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7" name="Freeform 35926">
                <a:extLst>
                  <a:ext uri="{FF2B5EF4-FFF2-40B4-BE49-F238E27FC236}">
                    <a16:creationId xmlns:a16="http://schemas.microsoft.com/office/drawing/2014/main" id="{9B81168F-C962-45D1-0B47-992992E94B69}"/>
                  </a:ext>
                </a:extLst>
              </p:cNvPr>
              <p:cNvSpPr/>
              <p:nvPr/>
            </p:nvSpPr>
            <p:spPr>
              <a:xfrm>
                <a:off x="4460133" y="4033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8" name="Freeform 35927">
                <a:extLst>
                  <a:ext uri="{FF2B5EF4-FFF2-40B4-BE49-F238E27FC236}">
                    <a16:creationId xmlns:a16="http://schemas.microsoft.com/office/drawing/2014/main" id="{3A6AB854-FF88-106E-7E58-159EAEB318BE}"/>
                  </a:ext>
                </a:extLst>
              </p:cNvPr>
              <p:cNvSpPr/>
              <p:nvPr/>
            </p:nvSpPr>
            <p:spPr>
              <a:xfrm>
                <a:off x="4460629" y="4016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29" name="Freeform 35928">
                <a:extLst>
                  <a:ext uri="{FF2B5EF4-FFF2-40B4-BE49-F238E27FC236}">
                    <a16:creationId xmlns:a16="http://schemas.microsoft.com/office/drawing/2014/main" id="{0136B9C7-DBF1-910E-0AB3-C39496E5060B}"/>
                  </a:ext>
                </a:extLst>
              </p:cNvPr>
              <p:cNvSpPr/>
              <p:nvPr/>
            </p:nvSpPr>
            <p:spPr>
              <a:xfrm>
                <a:off x="4461224" y="4009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0" name="Freeform 35929">
                <a:extLst>
                  <a:ext uri="{FF2B5EF4-FFF2-40B4-BE49-F238E27FC236}">
                    <a16:creationId xmlns:a16="http://schemas.microsoft.com/office/drawing/2014/main" id="{7AA183A3-8CC3-C99F-6D61-EAC530910FD7}"/>
                  </a:ext>
                </a:extLst>
              </p:cNvPr>
              <p:cNvSpPr/>
              <p:nvPr/>
            </p:nvSpPr>
            <p:spPr>
              <a:xfrm>
                <a:off x="4461720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1" name="Freeform 35930">
                <a:extLst>
                  <a:ext uri="{FF2B5EF4-FFF2-40B4-BE49-F238E27FC236}">
                    <a16:creationId xmlns:a16="http://schemas.microsoft.com/office/drawing/2014/main" id="{5898A4E8-6FCB-9DD5-A12F-BE2AAB7EC5E7}"/>
                  </a:ext>
                </a:extLst>
              </p:cNvPr>
              <p:cNvSpPr/>
              <p:nvPr/>
            </p:nvSpPr>
            <p:spPr>
              <a:xfrm>
                <a:off x="4462216" y="4030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2" name="Freeform 35931">
                <a:extLst>
                  <a:ext uri="{FF2B5EF4-FFF2-40B4-BE49-F238E27FC236}">
                    <a16:creationId xmlns:a16="http://schemas.microsoft.com/office/drawing/2014/main" id="{C8946BDD-B499-F570-5FA5-739A69D96935}"/>
                  </a:ext>
                </a:extLst>
              </p:cNvPr>
              <p:cNvSpPr/>
              <p:nvPr/>
            </p:nvSpPr>
            <p:spPr>
              <a:xfrm>
                <a:off x="4462812" y="3983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3" name="Freeform 35932">
                <a:extLst>
                  <a:ext uri="{FF2B5EF4-FFF2-40B4-BE49-F238E27FC236}">
                    <a16:creationId xmlns:a16="http://schemas.microsoft.com/office/drawing/2014/main" id="{0064CD0D-D040-260E-45A0-82FADB04927A}"/>
                  </a:ext>
                </a:extLst>
              </p:cNvPr>
              <p:cNvSpPr/>
              <p:nvPr/>
            </p:nvSpPr>
            <p:spPr>
              <a:xfrm>
                <a:off x="4463308" y="3672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4" name="Freeform 35933">
                <a:extLst>
                  <a:ext uri="{FF2B5EF4-FFF2-40B4-BE49-F238E27FC236}">
                    <a16:creationId xmlns:a16="http://schemas.microsoft.com/office/drawing/2014/main" id="{C3911107-E455-63ED-87EC-13672B9F8100}"/>
                  </a:ext>
                </a:extLst>
              </p:cNvPr>
              <p:cNvSpPr/>
              <p:nvPr/>
            </p:nvSpPr>
            <p:spPr>
              <a:xfrm>
                <a:off x="4463804" y="3703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5" name="Freeform 35934">
                <a:extLst>
                  <a:ext uri="{FF2B5EF4-FFF2-40B4-BE49-F238E27FC236}">
                    <a16:creationId xmlns:a16="http://schemas.microsoft.com/office/drawing/2014/main" id="{8B1B8F57-646A-201C-7ED8-42D6686FAE60}"/>
                  </a:ext>
                </a:extLst>
              </p:cNvPr>
              <p:cNvSpPr/>
              <p:nvPr/>
            </p:nvSpPr>
            <p:spPr>
              <a:xfrm>
                <a:off x="4464399" y="3712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6" name="Freeform 35935">
                <a:extLst>
                  <a:ext uri="{FF2B5EF4-FFF2-40B4-BE49-F238E27FC236}">
                    <a16:creationId xmlns:a16="http://schemas.microsoft.com/office/drawing/2014/main" id="{C5D73FEE-7AA4-4E03-8003-E1071474EF8A}"/>
                  </a:ext>
                </a:extLst>
              </p:cNvPr>
              <p:cNvSpPr/>
              <p:nvPr/>
            </p:nvSpPr>
            <p:spPr>
              <a:xfrm>
                <a:off x="4464895" y="3697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7" name="Freeform 35936">
                <a:extLst>
                  <a:ext uri="{FF2B5EF4-FFF2-40B4-BE49-F238E27FC236}">
                    <a16:creationId xmlns:a16="http://schemas.microsoft.com/office/drawing/2014/main" id="{CA68288A-659B-68E3-5543-8423B63E1018}"/>
                  </a:ext>
                </a:extLst>
              </p:cNvPr>
              <p:cNvSpPr/>
              <p:nvPr/>
            </p:nvSpPr>
            <p:spPr>
              <a:xfrm>
                <a:off x="4465391" y="3678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8" name="Freeform 35937">
                <a:extLst>
                  <a:ext uri="{FF2B5EF4-FFF2-40B4-BE49-F238E27FC236}">
                    <a16:creationId xmlns:a16="http://schemas.microsoft.com/office/drawing/2014/main" id="{76566A11-A7D7-68CF-B418-29512DF503D5}"/>
                  </a:ext>
                </a:extLst>
              </p:cNvPr>
              <p:cNvSpPr/>
              <p:nvPr/>
            </p:nvSpPr>
            <p:spPr>
              <a:xfrm>
                <a:off x="4465987" y="3639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39" name="Freeform 35938">
                <a:extLst>
                  <a:ext uri="{FF2B5EF4-FFF2-40B4-BE49-F238E27FC236}">
                    <a16:creationId xmlns:a16="http://schemas.microsoft.com/office/drawing/2014/main" id="{76009CD3-208C-145D-0D63-62B58C3A2E42}"/>
                  </a:ext>
                </a:extLst>
              </p:cNvPr>
              <p:cNvSpPr/>
              <p:nvPr/>
            </p:nvSpPr>
            <p:spPr>
              <a:xfrm>
                <a:off x="4466483" y="3590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0" name="Freeform 35939">
                <a:extLst>
                  <a:ext uri="{FF2B5EF4-FFF2-40B4-BE49-F238E27FC236}">
                    <a16:creationId xmlns:a16="http://schemas.microsoft.com/office/drawing/2014/main" id="{924796F7-5266-22A2-9795-F4605AB15C74}"/>
                  </a:ext>
                </a:extLst>
              </p:cNvPr>
              <p:cNvSpPr/>
              <p:nvPr/>
            </p:nvSpPr>
            <p:spPr>
              <a:xfrm>
                <a:off x="4466979" y="3556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1" name="Freeform 35940">
                <a:extLst>
                  <a:ext uri="{FF2B5EF4-FFF2-40B4-BE49-F238E27FC236}">
                    <a16:creationId xmlns:a16="http://schemas.microsoft.com/office/drawing/2014/main" id="{5E962D5C-D52C-FFC0-8FA9-1D0DFD297E78}"/>
                  </a:ext>
                </a:extLst>
              </p:cNvPr>
              <p:cNvSpPr/>
              <p:nvPr/>
            </p:nvSpPr>
            <p:spPr>
              <a:xfrm>
                <a:off x="4467475" y="35113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2" name="Freeform 35941">
                <a:extLst>
                  <a:ext uri="{FF2B5EF4-FFF2-40B4-BE49-F238E27FC236}">
                    <a16:creationId xmlns:a16="http://schemas.microsoft.com/office/drawing/2014/main" id="{F185BB00-427B-E812-C619-D357162CD549}"/>
                  </a:ext>
                </a:extLst>
              </p:cNvPr>
              <p:cNvSpPr/>
              <p:nvPr/>
            </p:nvSpPr>
            <p:spPr>
              <a:xfrm>
                <a:off x="4468070" y="3484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3" name="Freeform 35942">
                <a:extLst>
                  <a:ext uri="{FF2B5EF4-FFF2-40B4-BE49-F238E27FC236}">
                    <a16:creationId xmlns:a16="http://schemas.microsoft.com/office/drawing/2014/main" id="{F91DF451-9B57-D3A1-9969-300A9D64D0DF}"/>
                  </a:ext>
                </a:extLst>
              </p:cNvPr>
              <p:cNvSpPr/>
              <p:nvPr/>
            </p:nvSpPr>
            <p:spPr>
              <a:xfrm>
                <a:off x="4468566" y="3469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4" name="Freeform 35943">
                <a:extLst>
                  <a:ext uri="{FF2B5EF4-FFF2-40B4-BE49-F238E27FC236}">
                    <a16:creationId xmlns:a16="http://schemas.microsoft.com/office/drawing/2014/main" id="{CC39BB29-4A38-730D-A1BE-4D28298248FD}"/>
                  </a:ext>
                </a:extLst>
              </p:cNvPr>
              <p:cNvSpPr/>
              <p:nvPr/>
            </p:nvSpPr>
            <p:spPr>
              <a:xfrm>
                <a:off x="4469063" y="3461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5" name="Freeform 35944">
                <a:extLst>
                  <a:ext uri="{FF2B5EF4-FFF2-40B4-BE49-F238E27FC236}">
                    <a16:creationId xmlns:a16="http://schemas.microsoft.com/office/drawing/2014/main" id="{1731EFAB-8D2E-A168-CE20-1DCD66AC1B06}"/>
                  </a:ext>
                </a:extLst>
              </p:cNvPr>
              <p:cNvSpPr/>
              <p:nvPr/>
            </p:nvSpPr>
            <p:spPr>
              <a:xfrm>
                <a:off x="4469658" y="3457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6" name="Freeform 35945">
                <a:extLst>
                  <a:ext uri="{FF2B5EF4-FFF2-40B4-BE49-F238E27FC236}">
                    <a16:creationId xmlns:a16="http://schemas.microsoft.com/office/drawing/2014/main" id="{56D7C5A1-1FC2-F28A-DC21-94E6BB397100}"/>
                  </a:ext>
                </a:extLst>
              </p:cNvPr>
              <p:cNvSpPr/>
              <p:nvPr/>
            </p:nvSpPr>
            <p:spPr>
              <a:xfrm>
                <a:off x="4470154" y="3473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7" name="Freeform 35946">
                <a:extLst>
                  <a:ext uri="{FF2B5EF4-FFF2-40B4-BE49-F238E27FC236}">
                    <a16:creationId xmlns:a16="http://schemas.microsoft.com/office/drawing/2014/main" id="{4915DDAF-B482-7BB5-228B-5D94A4513CEE}"/>
                  </a:ext>
                </a:extLst>
              </p:cNvPr>
              <p:cNvSpPr/>
              <p:nvPr/>
            </p:nvSpPr>
            <p:spPr>
              <a:xfrm>
                <a:off x="4470650" y="3494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8" name="Freeform 35947">
                <a:extLst>
                  <a:ext uri="{FF2B5EF4-FFF2-40B4-BE49-F238E27FC236}">
                    <a16:creationId xmlns:a16="http://schemas.microsoft.com/office/drawing/2014/main" id="{6AB2E6A3-5C03-42DE-90AB-C065C2EC6187}"/>
                  </a:ext>
                </a:extLst>
              </p:cNvPr>
              <p:cNvSpPr/>
              <p:nvPr/>
            </p:nvSpPr>
            <p:spPr>
              <a:xfrm>
                <a:off x="4471245" y="39549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49" name="Freeform 35948">
                <a:extLst>
                  <a:ext uri="{FF2B5EF4-FFF2-40B4-BE49-F238E27FC236}">
                    <a16:creationId xmlns:a16="http://schemas.microsoft.com/office/drawing/2014/main" id="{57B41904-C86D-69FD-98E5-631FC3B5A26F}"/>
                  </a:ext>
                </a:extLst>
              </p:cNvPr>
              <p:cNvSpPr/>
              <p:nvPr/>
            </p:nvSpPr>
            <p:spPr>
              <a:xfrm>
                <a:off x="4471741" y="4040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0" name="Freeform 35949">
                <a:extLst>
                  <a:ext uri="{FF2B5EF4-FFF2-40B4-BE49-F238E27FC236}">
                    <a16:creationId xmlns:a16="http://schemas.microsoft.com/office/drawing/2014/main" id="{DFC7E140-F942-EBE3-7F69-3F1EAB3973BC}"/>
                  </a:ext>
                </a:extLst>
              </p:cNvPr>
              <p:cNvSpPr/>
              <p:nvPr/>
            </p:nvSpPr>
            <p:spPr>
              <a:xfrm>
                <a:off x="4472238" y="4048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1" name="Freeform 35950">
                <a:extLst>
                  <a:ext uri="{FF2B5EF4-FFF2-40B4-BE49-F238E27FC236}">
                    <a16:creationId xmlns:a16="http://schemas.microsoft.com/office/drawing/2014/main" id="{97630F85-D392-1166-F2C7-D7DBE90F9949}"/>
                  </a:ext>
                </a:extLst>
              </p:cNvPr>
              <p:cNvSpPr/>
              <p:nvPr/>
            </p:nvSpPr>
            <p:spPr>
              <a:xfrm>
                <a:off x="4472833" y="4039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2" name="Freeform 35951">
                <a:extLst>
                  <a:ext uri="{FF2B5EF4-FFF2-40B4-BE49-F238E27FC236}">
                    <a16:creationId xmlns:a16="http://schemas.microsoft.com/office/drawing/2014/main" id="{DDDB5206-214E-E854-78A6-BB71358A1D46}"/>
                  </a:ext>
                </a:extLst>
              </p:cNvPr>
              <p:cNvSpPr/>
              <p:nvPr/>
            </p:nvSpPr>
            <p:spPr>
              <a:xfrm>
                <a:off x="4473329" y="4030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3" name="Freeform 35952">
                <a:extLst>
                  <a:ext uri="{FF2B5EF4-FFF2-40B4-BE49-F238E27FC236}">
                    <a16:creationId xmlns:a16="http://schemas.microsoft.com/office/drawing/2014/main" id="{7CC30172-1FE1-09B1-CB0C-9BCBEC1253D9}"/>
                  </a:ext>
                </a:extLst>
              </p:cNvPr>
              <p:cNvSpPr/>
              <p:nvPr/>
            </p:nvSpPr>
            <p:spPr>
              <a:xfrm>
                <a:off x="4473825" y="4030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4" name="Freeform 35953">
                <a:extLst>
                  <a:ext uri="{FF2B5EF4-FFF2-40B4-BE49-F238E27FC236}">
                    <a16:creationId xmlns:a16="http://schemas.microsoft.com/office/drawing/2014/main" id="{AFA6E845-7678-F514-C600-93854417BFE7}"/>
                  </a:ext>
                </a:extLst>
              </p:cNvPr>
              <p:cNvSpPr/>
              <p:nvPr/>
            </p:nvSpPr>
            <p:spPr>
              <a:xfrm>
                <a:off x="4474420" y="4037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5" name="Freeform 35954">
                <a:extLst>
                  <a:ext uri="{FF2B5EF4-FFF2-40B4-BE49-F238E27FC236}">
                    <a16:creationId xmlns:a16="http://schemas.microsoft.com/office/drawing/2014/main" id="{09888638-A2A6-DD19-9330-676F07D2C0F7}"/>
                  </a:ext>
                </a:extLst>
              </p:cNvPr>
              <p:cNvSpPr/>
              <p:nvPr/>
            </p:nvSpPr>
            <p:spPr>
              <a:xfrm>
                <a:off x="4474916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6" name="Freeform 35955">
                <a:extLst>
                  <a:ext uri="{FF2B5EF4-FFF2-40B4-BE49-F238E27FC236}">
                    <a16:creationId xmlns:a16="http://schemas.microsoft.com/office/drawing/2014/main" id="{C62C66B3-57DF-BDF8-ADAC-69FFDDE83343}"/>
                  </a:ext>
                </a:extLst>
              </p:cNvPr>
              <p:cNvSpPr/>
              <p:nvPr/>
            </p:nvSpPr>
            <p:spPr>
              <a:xfrm>
                <a:off x="4475413" y="399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7" name="Freeform 35956">
                <a:extLst>
                  <a:ext uri="{FF2B5EF4-FFF2-40B4-BE49-F238E27FC236}">
                    <a16:creationId xmlns:a16="http://schemas.microsoft.com/office/drawing/2014/main" id="{AE45A23A-2C66-D8A4-867E-A4C9299A625C}"/>
                  </a:ext>
                </a:extLst>
              </p:cNvPr>
              <p:cNvSpPr/>
              <p:nvPr/>
            </p:nvSpPr>
            <p:spPr>
              <a:xfrm>
                <a:off x="4476008" y="3590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8" name="Freeform 35957">
                <a:extLst>
                  <a:ext uri="{FF2B5EF4-FFF2-40B4-BE49-F238E27FC236}">
                    <a16:creationId xmlns:a16="http://schemas.microsoft.com/office/drawing/2014/main" id="{A553F58D-4150-DCE5-99CA-CC31F1F37E4D}"/>
                  </a:ext>
                </a:extLst>
              </p:cNvPr>
              <p:cNvSpPr/>
              <p:nvPr/>
            </p:nvSpPr>
            <p:spPr>
              <a:xfrm>
                <a:off x="4476504" y="3638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59" name="Freeform 35958">
                <a:extLst>
                  <a:ext uri="{FF2B5EF4-FFF2-40B4-BE49-F238E27FC236}">
                    <a16:creationId xmlns:a16="http://schemas.microsoft.com/office/drawing/2014/main" id="{46CB0C8C-F5BD-A4E4-47D8-236481B08576}"/>
                  </a:ext>
                </a:extLst>
              </p:cNvPr>
              <p:cNvSpPr/>
              <p:nvPr/>
            </p:nvSpPr>
            <p:spPr>
              <a:xfrm>
                <a:off x="4477000" y="3717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0" name="Freeform 35959">
                <a:extLst>
                  <a:ext uri="{FF2B5EF4-FFF2-40B4-BE49-F238E27FC236}">
                    <a16:creationId xmlns:a16="http://schemas.microsoft.com/office/drawing/2014/main" id="{B070A70C-8E21-ED97-EA88-5633D8E2DE3C}"/>
                  </a:ext>
                </a:extLst>
              </p:cNvPr>
              <p:cNvSpPr/>
              <p:nvPr/>
            </p:nvSpPr>
            <p:spPr>
              <a:xfrm>
                <a:off x="4477595" y="3736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1" name="Freeform 35960">
                <a:extLst>
                  <a:ext uri="{FF2B5EF4-FFF2-40B4-BE49-F238E27FC236}">
                    <a16:creationId xmlns:a16="http://schemas.microsoft.com/office/drawing/2014/main" id="{D54E4EA4-4E36-7FCA-8702-1732D7AC1E16}"/>
                  </a:ext>
                </a:extLst>
              </p:cNvPr>
              <p:cNvSpPr/>
              <p:nvPr/>
            </p:nvSpPr>
            <p:spPr>
              <a:xfrm>
                <a:off x="4478091" y="3734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2" name="Freeform 35961">
                <a:extLst>
                  <a:ext uri="{FF2B5EF4-FFF2-40B4-BE49-F238E27FC236}">
                    <a16:creationId xmlns:a16="http://schemas.microsoft.com/office/drawing/2014/main" id="{4BFD1686-3C3C-DA6A-390E-EE1D4C0A39EA}"/>
                  </a:ext>
                </a:extLst>
              </p:cNvPr>
              <p:cNvSpPr/>
              <p:nvPr/>
            </p:nvSpPr>
            <p:spPr>
              <a:xfrm>
                <a:off x="4478588" y="3710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3" name="Freeform 35962">
                <a:extLst>
                  <a:ext uri="{FF2B5EF4-FFF2-40B4-BE49-F238E27FC236}">
                    <a16:creationId xmlns:a16="http://schemas.microsoft.com/office/drawing/2014/main" id="{C478A167-4CA4-5FEC-9DF3-AD44A84B497D}"/>
                  </a:ext>
                </a:extLst>
              </p:cNvPr>
              <p:cNvSpPr/>
              <p:nvPr/>
            </p:nvSpPr>
            <p:spPr>
              <a:xfrm>
                <a:off x="4479084" y="3685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4" name="Freeform 35963">
                <a:extLst>
                  <a:ext uri="{FF2B5EF4-FFF2-40B4-BE49-F238E27FC236}">
                    <a16:creationId xmlns:a16="http://schemas.microsoft.com/office/drawing/2014/main" id="{75DE4BD1-318E-BDC1-FEF8-4FC0F01B74D1}"/>
                  </a:ext>
                </a:extLst>
              </p:cNvPr>
              <p:cNvSpPr/>
              <p:nvPr/>
            </p:nvSpPr>
            <p:spPr>
              <a:xfrm>
                <a:off x="4479679" y="3640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5" name="Freeform 35964">
                <a:extLst>
                  <a:ext uri="{FF2B5EF4-FFF2-40B4-BE49-F238E27FC236}">
                    <a16:creationId xmlns:a16="http://schemas.microsoft.com/office/drawing/2014/main" id="{D16A2187-8A4A-5FB8-1F14-AA34AA920743}"/>
                  </a:ext>
                </a:extLst>
              </p:cNvPr>
              <p:cNvSpPr/>
              <p:nvPr/>
            </p:nvSpPr>
            <p:spPr>
              <a:xfrm>
                <a:off x="4480175" y="3598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6" name="Freeform 35965">
                <a:extLst>
                  <a:ext uri="{FF2B5EF4-FFF2-40B4-BE49-F238E27FC236}">
                    <a16:creationId xmlns:a16="http://schemas.microsoft.com/office/drawing/2014/main" id="{82CC2DFB-CD3A-CC00-8611-38E55BE196E7}"/>
                  </a:ext>
                </a:extLst>
              </p:cNvPr>
              <p:cNvSpPr/>
              <p:nvPr/>
            </p:nvSpPr>
            <p:spPr>
              <a:xfrm>
                <a:off x="4480671" y="3572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7" name="Freeform 35966">
                <a:extLst>
                  <a:ext uri="{FF2B5EF4-FFF2-40B4-BE49-F238E27FC236}">
                    <a16:creationId xmlns:a16="http://schemas.microsoft.com/office/drawing/2014/main" id="{CC72F164-F0D6-3F81-B563-6DCCB86A2393}"/>
                  </a:ext>
                </a:extLst>
              </p:cNvPr>
              <p:cNvSpPr/>
              <p:nvPr/>
            </p:nvSpPr>
            <p:spPr>
              <a:xfrm>
                <a:off x="4481266" y="3573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8" name="Freeform 35967">
                <a:extLst>
                  <a:ext uri="{FF2B5EF4-FFF2-40B4-BE49-F238E27FC236}">
                    <a16:creationId xmlns:a16="http://schemas.microsoft.com/office/drawing/2014/main" id="{EE04F8A7-3EC3-D681-F7A3-6D6B09CC8563}"/>
                  </a:ext>
                </a:extLst>
              </p:cNvPr>
              <p:cNvSpPr/>
              <p:nvPr/>
            </p:nvSpPr>
            <p:spPr>
              <a:xfrm>
                <a:off x="4481763" y="3551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69" name="Freeform 35968">
                <a:extLst>
                  <a:ext uri="{FF2B5EF4-FFF2-40B4-BE49-F238E27FC236}">
                    <a16:creationId xmlns:a16="http://schemas.microsoft.com/office/drawing/2014/main" id="{AA0DC8A9-895E-4FE2-D31C-4206FB84AAF6}"/>
                  </a:ext>
                </a:extLst>
              </p:cNvPr>
              <p:cNvSpPr/>
              <p:nvPr/>
            </p:nvSpPr>
            <p:spPr>
              <a:xfrm>
                <a:off x="4482259" y="353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0" name="Freeform 35969">
                <a:extLst>
                  <a:ext uri="{FF2B5EF4-FFF2-40B4-BE49-F238E27FC236}">
                    <a16:creationId xmlns:a16="http://schemas.microsoft.com/office/drawing/2014/main" id="{108A88EB-9A2B-8D65-4641-0E9537A5F674}"/>
                  </a:ext>
                </a:extLst>
              </p:cNvPr>
              <p:cNvSpPr/>
              <p:nvPr/>
            </p:nvSpPr>
            <p:spPr>
              <a:xfrm>
                <a:off x="4482854" y="3576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1" name="Freeform 35970">
                <a:extLst>
                  <a:ext uri="{FF2B5EF4-FFF2-40B4-BE49-F238E27FC236}">
                    <a16:creationId xmlns:a16="http://schemas.microsoft.com/office/drawing/2014/main" id="{77535ED0-60E4-6522-3847-21736058A5E9}"/>
                  </a:ext>
                </a:extLst>
              </p:cNvPr>
              <p:cNvSpPr/>
              <p:nvPr/>
            </p:nvSpPr>
            <p:spPr>
              <a:xfrm>
                <a:off x="4483350" y="3531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2" name="Freeform 35971">
                <a:extLst>
                  <a:ext uri="{FF2B5EF4-FFF2-40B4-BE49-F238E27FC236}">
                    <a16:creationId xmlns:a16="http://schemas.microsoft.com/office/drawing/2014/main" id="{15E2D92C-1564-D6C0-F83B-9BFD062710D9}"/>
                  </a:ext>
                </a:extLst>
              </p:cNvPr>
              <p:cNvSpPr/>
              <p:nvPr/>
            </p:nvSpPr>
            <p:spPr>
              <a:xfrm>
                <a:off x="4483846" y="3947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3" name="Freeform 35972">
                <a:extLst>
                  <a:ext uri="{FF2B5EF4-FFF2-40B4-BE49-F238E27FC236}">
                    <a16:creationId xmlns:a16="http://schemas.microsoft.com/office/drawing/2014/main" id="{1AC0F2BD-A7F1-EF0F-257E-97F58B44F929}"/>
                  </a:ext>
                </a:extLst>
              </p:cNvPr>
              <p:cNvSpPr/>
              <p:nvPr/>
            </p:nvSpPr>
            <p:spPr>
              <a:xfrm>
                <a:off x="4484441" y="4020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4" name="Freeform 35973">
                <a:extLst>
                  <a:ext uri="{FF2B5EF4-FFF2-40B4-BE49-F238E27FC236}">
                    <a16:creationId xmlns:a16="http://schemas.microsoft.com/office/drawing/2014/main" id="{9EDA546A-BD47-D33D-7F6C-E671A5E32914}"/>
                  </a:ext>
                </a:extLst>
              </p:cNvPr>
              <p:cNvSpPr/>
              <p:nvPr/>
            </p:nvSpPr>
            <p:spPr>
              <a:xfrm>
                <a:off x="4484938" y="4033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5" name="Freeform 35974">
                <a:extLst>
                  <a:ext uri="{FF2B5EF4-FFF2-40B4-BE49-F238E27FC236}">
                    <a16:creationId xmlns:a16="http://schemas.microsoft.com/office/drawing/2014/main" id="{85AC44AC-41AA-271E-AEF7-E115173C1188}"/>
                  </a:ext>
                </a:extLst>
              </p:cNvPr>
              <p:cNvSpPr/>
              <p:nvPr/>
            </p:nvSpPr>
            <p:spPr>
              <a:xfrm>
                <a:off x="4485434" y="4027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6" name="Freeform 35975">
                <a:extLst>
                  <a:ext uri="{FF2B5EF4-FFF2-40B4-BE49-F238E27FC236}">
                    <a16:creationId xmlns:a16="http://schemas.microsoft.com/office/drawing/2014/main" id="{EAF9385E-1402-D528-E10D-12FC921AE933}"/>
                  </a:ext>
                </a:extLst>
              </p:cNvPr>
              <p:cNvSpPr/>
              <p:nvPr/>
            </p:nvSpPr>
            <p:spPr>
              <a:xfrm>
                <a:off x="4486029" y="4014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7" name="Freeform 35976">
                <a:extLst>
                  <a:ext uri="{FF2B5EF4-FFF2-40B4-BE49-F238E27FC236}">
                    <a16:creationId xmlns:a16="http://schemas.microsoft.com/office/drawing/2014/main" id="{120D1677-0D75-00A3-C2C8-E1DF26CD1B55}"/>
                  </a:ext>
                </a:extLst>
              </p:cNvPr>
              <p:cNvSpPr/>
              <p:nvPr/>
            </p:nvSpPr>
            <p:spPr>
              <a:xfrm>
                <a:off x="4486525" y="4017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8" name="Freeform 35977">
                <a:extLst>
                  <a:ext uri="{FF2B5EF4-FFF2-40B4-BE49-F238E27FC236}">
                    <a16:creationId xmlns:a16="http://schemas.microsoft.com/office/drawing/2014/main" id="{89E0A1BA-A6F2-C7F8-677D-8218A49F44FB}"/>
                  </a:ext>
                </a:extLst>
              </p:cNvPr>
              <p:cNvSpPr/>
              <p:nvPr/>
            </p:nvSpPr>
            <p:spPr>
              <a:xfrm>
                <a:off x="4487021" y="4027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79" name="Freeform 35978">
                <a:extLst>
                  <a:ext uri="{FF2B5EF4-FFF2-40B4-BE49-F238E27FC236}">
                    <a16:creationId xmlns:a16="http://schemas.microsoft.com/office/drawing/2014/main" id="{550D4089-5AE0-F7FC-B892-5A5DD1E01B7A}"/>
                  </a:ext>
                </a:extLst>
              </p:cNvPr>
              <p:cNvSpPr/>
              <p:nvPr/>
            </p:nvSpPr>
            <p:spPr>
              <a:xfrm>
                <a:off x="4487616" y="403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0" name="Freeform 35979">
                <a:extLst>
                  <a:ext uri="{FF2B5EF4-FFF2-40B4-BE49-F238E27FC236}">
                    <a16:creationId xmlns:a16="http://schemas.microsoft.com/office/drawing/2014/main" id="{3228392D-3BC2-3C6F-F984-8A9025B8B18D}"/>
                  </a:ext>
                </a:extLst>
              </p:cNvPr>
              <p:cNvSpPr/>
              <p:nvPr/>
            </p:nvSpPr>
            <p:spPr>
              <a:xfrm>
                <a:off x="4488113" y="3987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1" name="Freeform 35980">
                <a:extLst>
                  <a:ext uri="{FF2B5EF4-FFF2-40B4-BE49-F238E27FC236}">
                    <a16:creationId xmlns:a16="http://schemas.microsoft.com/office/drawing/2014/main" id="{3811A5BF-580B-DF56-66F9-502C79839428}"/>
                  </a:ext>
                </a:extLst>
              </p:cNvPr>
              <p:cNvSpPr/>
              <p:nvPr/>
            </p:nvSpPr>
            <p:spPr>
              <a:xfrm>
                <a:off x="4488609" y="3730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2" name="Freeform 35981">
                <a:extLst>
                  <a:ext uri="{FF2B5EF4-FFF2-40B4-BE49-F238E27FC236}">
                    <a16:creationId xmlns:a16="http://schemas.microsoft.com/office/drawing/2014/main" id="{2CCE05F0-AB8F-0932-D525-C040CE4BBFFF}"/>
                  </a:ext>
                </a:extLst>
              </p:cNvPr>
              <p:cNvSpPr/>
              <p:nvPr/>
            </p:nvSpPr>
            <p:spPr>
              <a:xfrm>
                <a:off x="4489204" y="3752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3" name="Freeform 35982">
                <a:extLst>
                  <a:ext uri="{FF2B5EF4-FFF2-40B4-BE49-F238E27FC236}">
                    <a16:creationId xmlns:a16="http://schemas.microsoft.com/office/drawing/2014/main" id="{3F426F5B-F1B9-728D-02EF-038722DA05AD}"/>
                  </a:ext>
                </a:extLst>
              </p:cNvPr>
              <p:cNvSpPr/>
              <p:nvPr/>
            </p:nvSpPr>
            <p:spPr>
              <a:xfrm>
                <a:off x="4489700" y="3769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4" name="Freeform 35983">
                <a:extLst>
                  <a:ext uri="{FF2B5EF4-FFF2-40B4-BE49-F238E27FC236}">
                    <a16:creationId xmlns:a16="http://schemas.microsoft.com/office/drawing/2014/main" id="{E84E8EAB-8C12-7EC4-5D4A-45EF9C2D5211}"/>
                  </a:ext>
                </a:extLst>
              </p:cNvPr>
              <p:cNvSpPr/>
              <p:nvPr/>
            </p:nvSpPr>
            <p:spPr>
              <a:xfrm>
                <a:off x="4490196" y="3772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5" name="Freeform 35984">
                <a:extLst>
                  <a:ext uri="{FF2B5EF4-FFF2-40B4-BE49-F238E27FC236}">
                    <a16:creationId xmlns:a16="http://schemas.microsoft.com/office/drawing/2014/main" id="{37DA3BE4-1188-438A-A088-8564E6723C49}"/>
                  </a:ext>
                </a:extLst>
              </p:cNvPr>
              <p:cNvSpPr/>
              <p:nvPr/>
            </p:nvSpPr>
            <p:spPr>
              <a:xfrm>
                <a:off x="4490692" y="3755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6" name="Freeform 35985">
                <a:extLst>
                  <a:ext uri="{FF2B5EF4-FFF2-40B4-BE49-F238E27FC236}">
                    <a16:creationId xmlns:a16="http://schemas.microsoft.com/office/drawing/2014/main" id="{4E5E0485-7099-3D00-4071-F2ABFA4603B4}"/>
                  </a:ext>
                </a:extLst>
              </p:cNvPr>
              <p:cNvSpPr/>
              <p:nvPr/>
            </p:nvSpPr>
            <p:spPr>
              <a:xfrm>
                <a:off x="4491288" y="3685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7" name="Freeform 35986">
                <a:extLst>
                  <a:ext uri="{FF2B5EF4-FFF2-40B4-BE49-F238E27FC236}">
                    <a16:creationId xmlns:a16="http://schemas.microsoft.com/office/drawing/2014/main" id="{12A88CC8-1464-73B3-0B7F-E639DB4C77C7}"/>
                  </a:ext>
                </a:extLst>
              </p:cNvPr>
              <p:cNvSpPr/>
              <p:nvPr/>
            </p:nvSpPr>
            <p:spPr>
              <a:xfrm>
                <a:off x="4491784" y="3581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8" name="Freeform 35987">
                <a:extLst>
                  <a:ext uri="{FF2B5EF4-FFF2-40B4-BE49-F238E27FC236}">
                    <a16:creationId xmlns:a16="http://schemas.microsoft.com/office/drawing/2014/main" id="{9EEA2036-0752-9A54-0156-EA3F9013EC90}"/>
                  </a:ext>
                </a:extLst>
              </p:cNvPr>
              <p:cNvSpPr/>
              <p:nvPr/>
            </p:nvSpPr>
            <p:spPr>
              <a:xfrm>
                <a:off x="4492280" y="3526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89" name="Freeform 35988">
                <a:extLst>
                  <a:ext uri="{FF2B5EF4-FFF2-40B4-BE49-F238E27FC236}">
                    <a16:creationId xmlns:a16="http://schemas.microsoft.com/office/drawing/2014/main" id="{938EC5A9-C21F-7226-6601-23349E16B7C7}"/>
                  </a:ext>
                </a:extLst>
              </p:cNvPr>
              <p:cNvSpPr/>
              <p:nvPr/>
            </p:nvSpPr>
            <p:spPr>
              <a:xfrm>
                <a:off x="4492875" y="3463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0" name="Freeform 35989">
                <a:extLst>
                  <a:ext uri="{FF2B5EF4-FFF2-40B4-BE49-F238E27FC236}">
                    <a16:creationId xmlns:a16="http://schemas.microsoft.com/office/drawing/2014/main" id="{2020A789-773E-AE39-6A96-E0E2CDE7733F}"/>
                  </a:ext>
                </a:extLst>
              </p:cNvPr>
              <p:cNvSpPr/>
              <p:nvPr/>
            </p:nvSpPr>
            <p:spPr>
              <a:xfrm>
                <a:off x="4493371" y="3436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1" name="Freeform 35990">
                <a:extLst>
                  <a:ext uri="{FF2B5EF4-FFF2-40B4-BE49-F238E27FC236}">
                    <a16:creationId xmlns:a16="http://schemas.microsoft.com/office/drawing/2014/main" id="{95DD02D5-3D64-362F-1F97-E349AB9DEEA7}"/>
                  </a:ext>
                </a:extLst>
              </p:cNvPr>
              <p:cNvSpPr/>
              <p:nvPr/>
            </p:nvSpPr>
            <p:spPr>
              <a:xfrm>
                <a:off x="4493867" y="342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2" name="Freeform 35991">
                <a:extLst>
                  <a:ext uri="{FF2B5EF4-FFF2-40B4-BE49-F238E27FC236}">
                    <a16:creationId xmlns:a16="http://schemas.microsoft.com/office/drawing/2014/main" id="{6936FB1A-1C37-C2AD-6AE8-91E69E9F3833}"/>
                  </a:ext>
                </a:extLst>
              </p:cNvPr>
              <p:cNvSpPr/>
              <p:nvPr/>
            </p:nvSpPr>
            <p:spPr>
              <a:xfrm>
                <a:off x="4494463" y="3454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3" name="Freeform 35992">
                <a:extLst>
                  <a:ext uri="{FF2B5EF4-FFF2-40B4-BE49-F238E27FC236}">
                    <a16:creationId xmlns:a16="http://schemas.microsoft.com/office/drawing/2014/main" id="{7D812241-CD01-7A27-3CDC-F5273D0E8AC2}"/>
                  </a:ext>
                </a:extLst>
              </p:cNvPr>
              <p:cNvSpPr/>
              <p:nvPr/>
            </p:nvSpPr>
            <p:spPr>
              <a:xfrm>
                <a:off x="4494959" y="3523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4" name="Freeform 35993">
                <a:extLst>
                  <a:ext uri="{FF2B5EF4-FFF2-40B4-BE49-F238E27FC236}">
                    <a16:creationId xmlns:a16="http://schemas.microsoft.com/office/drawing/2014/main" id="{14083FC6-C17E-4325-2161-71D3C58755A3}"/>
                  </a:ext>
                </a:extLst>
              </p:cNvPr>
              <p:cNvSpPr/>
              <p:nvPr/>
            </p:nvSpPr>
            <p:spPr>
              <a:xfrm>
                <a:off x="4495455" y="3590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5" name="Freeform 35994">
                <a:extLst>
                  <a:ext uri="{FF2B5EF4-FFF2-40B4-BE49-F238E27FC236}">
                    <a16:creationId xmlns:a16="http://schemas.microsoft.com/office/drawing/2014/main" id="{11254C15-FA9D-AEAE-59D2-A58AF0CF2E96}"/>
                  </a:ext>
                </a:extLst>
              </p:cNvPr>
              <p:cNvSpPr/>
              <p:nvPr/>
            </p:nvSpPr>
            <p:spPr>
              <a:xfrm>
                <a:off x="4496050" y="3647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6" name="Freeform 35995">
                <a:extLst>
                  <a:ext uri="{FF2B5EF4-FFF2-40B4-BE49-F238E27FC236}">
                    <a16:creationId xmlns:a16="http://schemas.microsoft.com/office/drawing/2014/main" id="{8E2BDF75-3560-7BF2-0254-9C0AE746FFEA}"/>
                  </a:ext>
                </a:extLst>
              </p:cNvPr>
              <p:cNvSpPr/>
              <p:nvPr/>
            </p:nvSpPr>
            <p:spPr>
              <a:xfrm>
                <a:off x="4496546" y="3759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7" name="Freeform 35996">
                <a:extLst>
                  <a:ext uri="{FF2B5EF4-FFF2-40B4-BE49-F238E27FC236}">
                    <a16:creationId xmlns:a16="http://schemas.microsoft.com/office/drawing/2014/main" id="{818DE2C1-5859-E7F2-F9C8-A203AA43FB38}"/>
                  </a:ext>
                </a:extLst>
              </p:cNvPr>
              <p:cNvSpPr/>
              <p:nvPr/>
            </p:nvSpPr>
            <p:spPr>
              <a:xfrm>
                <a:off x="4497042" y="389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8" name="Freeform 35997">
                <a:extLst>
                  <a:ext uri="{FF2B5EF4-FFF2-40B4-BE49-F238E27FC236}">
                    <a16:creationId xmlns:a16="http://schemas.microsoft.com/office/drawing/2014/main" id="{39D3D4C6-A9DF-4668-0B64-4450545A30BC}"/>
                  </a:ext>
                </a:extLst>
              </p:cNvPr>
              <p:cNvSpPr/>
              <p:nvPr/>
            </p:nvSpPr>
            <p:spPr>
              <a:xfrm>
                <a:off x="4497638" y="3951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99" name="Freeform 35998">
                <a:extLst>
                  <a:ext uri="{FF2B5EF4-FFF2-40B4-BE49-F238E27FC236}">
                    <a16:creationId xmlns:a16="http://schemas.microsoft.com/office/drawing/2014/main" id="{8E2F269C-5BF8-030D-EC86-F7EB5C158965}"/>
                  </a:ext>
                </a:extLst>
              </p:cNvPr>
              <p:cNvSpPr/>
              <p:nvPr/>
            </p:nvSpPr>
            <p:spPr>
              <a:xfrm>
                <a:off x="4498134" y="3951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0" name="Freeform 35999">
                <a:extLst>
                  <a:ext uri="{FF2B5EF4-FFF2-40B4-BE49-F238E27FC236}">
                    <a16:creationId xmlns:a16="http://schemas.microsoft.com/office/drawing/2014/main" id="{0A7E184E-AA48-A052-034E-E2AC5051A6C9}"/>
                  </a:ext>
                </a:extLst>
              </p:cNvPr>
              <p:cNvSpPr/>
              <p:nvPr/>
            </p:nvSpPr>
            <p:spPr>
              <a:xfrm>
                <a:off x="4498630" y="3950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1" name="Freeform 36000">
                <a:extLst>
                  <a:ext uri="{FF2B5EF4-FFF2-40B4-BE49-F238E27FC236}">
                    <a16:creationId xmlns:a16="http://schemas.microsoft.com/office/drawing/2014/main" id="{C5703785-B7F9-E1DB-B154-2A36DA9F523B}"/>
                  </a:ext>
                </a:extLst>
              </p:cNvPr>
              <p:cNvSpPr/>
              <p:nvPr/>
            </p:nvSpPr>
            <p:spPr>
              <a:xfrm>
                <a:off x="4499225" y="3946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2" name="Freeform 36001">
                <a:extLst>
                  <a:ext uri="{FF2B5EF4-FFF2-40B4-BE49-F238E27FC236}">
                    <a16:creationId xmlns:a16="http://schemas.microsoft.com/office/drawing/2014/main" id="{65483282-42F6-D432-5E8E-6C60CAE34F5F}"/>
                  </a:ext>
                </a:extLst>
              </p:cNvPr>
              <p:cNvSpPr/>
              <p:nvPr/>
            </p:nvSpPr>
            <p:spPr>
              <a:xfrm>
                <a:off x="4499721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3" name="Freeform 36002">
                <a:extLst>
                  <a:ext uri="{FF2B5EF4-FFF2-40B4-BE49-F238E27FC236}">
                    <a16:creationId xmlns:a16="http://schemas.microsoft.com/office/drawing/2014/main" id="{88DD3339-5E85-BCB6-45C3-9FDD11552595}"/>
                  </a:ext>
                </a:extLst>
              </p:cNvPr>
              <p:cNvSpPr/>
              <p:nvPr/>
            </p:nvSpPr>
            <p:spPr>
              <a:xfrm>
                <a:off x="4500217" y="3929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4" name="Freeform 36003">
                <a:extLst>
                  <a:ext uri="{FF2B5EF4-FFF2-40B4-BE49-F238E27FC236}">
                    <a16:creationId xmlns:a16="http://schemas.microsoft.com/office/drawing/2014/main" id="{EF2DF8CE-E38F-734B-05EA-D780B39DCEFE}"/>
                  </a:ext>
                </a:extLst>
              </p:cNvPr>
              <p:cNvSpPr/>
              <p:nvPr/>
            </p:nvSpPr>
            <p:spPr>
              <a:xfrm>
                <a:off x="4500813" y="3735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5" name="Freeform 36004">
                <a:extLst>
                  <a:ext uri="{FF2B5EF4-FFF2-40B4-BE49-F238E27FC236}">
                    <a16:creationId xmlns:a16="http://schemas.microsoft.com/office/drawing/2014/main" id="{93D9CEBD-243C-9445-A37C-717739A8C8A0}"/>
                  </a:ext>
                </a:extLst>
              </p:cNvPr>
              <p:cNvSpPr/>
              <p:nvPr/>
            </p:nvSpPr>
            <p:spPr>
              <a:xfrm>
                <a:off x="4501309" y="3652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6" name="Freeform 36005">
                <a:extLst>
                  <a:ext uri="{FF2B5EF4-FFF2-40B4-BE49-F238E27FC236}">
                    <a16:creationId xmlns:a16="http://schemas.microsoft.com/office/drawing/2014/main" id="{4297B4C6-C19E-E9E1-D8A4-7922D7F7DD68}"/>
                  </a:ext>
                </a:extLst>
              </p:cNvPr>
              <p:cNvSpPr/>
              <p:nvPr/>
            </p:nvSpPr>
            <p:spPr>
              <a:xfrm>
                <a:off x="4501805" y="3728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7" name="Freeform 36006">
                <a:extLst>
                  <a:ext uri="{FF2B5EF4-FFF2-40B4-BE49-F238E27FC236}">
                    <a16:creationId xmlns:a16="http://schemas.microsoft.com/office/drawing/2014/main" id="{C086DDD4-3C1C-65F4-AF2D-8B496807D4E9}"/>
                  </a:ext>
                </a:extLst>
              </p:cNvPr>
              <p:cNvSpPr/>
              <p:nvPr/>
            </p:nvSpPr>
            <p:spPr>
              <a:xfrm>
                <a:off x="4502400" y="3728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8" name="Freeform 36007">
                <a:extLst>
                  <a:ext uri="{FF2B5EF4-FFF2-40B4-BE49-F238E27FC236}">
                    <a16:creationId xmlns:a16="http://schemas.microsoft.com/office/drawing/2014/main" id="{997B9E93-8477-BBDC-F45E-4BA2649E5F7C}"/>
                  </a:ext>
                </a:extLst>
              </p:cNvPr>
              <p:cNvSpPr/>
              <p:nvPr/>
            </p:nvSpPr>
            <p:spPr>
              <a:xfrm>
                <a:off x="4502896" y="3719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09" name="Freeform 36008">
                <a:extLst>
                  <a:ext uri="{FF2B5EF4-FFF2-40B4-BE49-F238E27FC236}">
                    <a16:creationId xmlns:a16="http://schemas.microsoft.com/office/drawing/2014/main" id="{79767E70-6B02-689B-6AD0-5C37F81DECC7}"/>
                  </a:ext>
                </a:extLst>
              </p:cNvPr>
              <p:cNvSpPr/>
              <p:nvPr/>
            </p:nvSpPr>
            <p:spPr>
              <a:xfrm>
                <a:off x="4503392" y="3682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0" name="Freeform 36009">
                <a:extLst>
                  <a:ext uri="{FF2B5EF4-FFF2-40B4-BE49-F238E27FC236}">
                    <a16:creationId xmlns:a16="http://schemas.microsoft.com/office/drawing/2014/main" id="{C9D65CB3-0B1A-7C51-D197-126C86520208}"/>
                  </a:ext>
                </a:extLst>
              </p:cNvPr>
              <p:cNvSpPr/>
              <p:nvPr/>
            </p:nvSpPr>
            <p:spPr>
              <a:xfrm>
                <a:off x="4503888" y="3630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1" name="Freeform 36010">
                <a:extLst>
                  <a:ext uri="{FF2B5EF4-FFF2-40B4-BE49-F238E27FC236}">
                    <a16:creationId xmlns:a16="http://schemas.microsoft.com/office/drawing/2014/main" id="{8EC68FC2-1506-9ED5-1C2B-E92FBCCEC558}"/>
                  </a:ext>
                </a:extLst>
              </p:cNvPr>
              <p:cNvSpPr/>
              <p:nvPr/>
            </p:nvSpPr>
            <p:spPr>
              <a:xfrm>
                <a:off x="4504484" y="3545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2" name="Freeform 36011">
                <a:extLst>
                  <a:ext uri="{FF2B5EF4-FFF2-40B4-BE49-F238E27FC236}">
                    <a16:creationId xmlns:a16="http://schemas.microsoft.com/office/drawing/2014/main" id="{058B40A5-AF31-7D19-C064-1E8FC68CF55D}"/>
                  </a:ext>
                </a:extLst>
              </p:cNvPr>
              <p:cNvSpPr/>
              <p:nvPr/>
            </p:nvSpPr>
            <p:spPr>
              <a:xfrm>
                <a:off x="4504980" y="3481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3" name="Freeform 36012">
                <a:extLst>
                  <a:ext uri="{FF2B5EF4-FFF2-40B4-BE49-F238E27FC236}">
                    <a16:creationId xmlns:a16="http://schemas.microsoft.com/office/drawing/2014/main" id="{B8106F7B-B175-2A83-98A3-680D6F97A2D4}"/>
                  </a:ext>
                </a:extLst>
              </p:cNvPr>
              <p:cNvSpPr/>
              <p:nvPr/>
            </p:nvSpPr>
            <p:spPr>
              <a:xfrm>
                <a:off x="4505476" y="3523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4" name="Freeform 36013">
                <a:extLst>
                  <a:ext uri="{FF2B5EF4-FFF2-40B4-BE49-F238E27FC236}">
                    <a16:creationId xmlns:a16="http://schemas.microsoft.com/office/drawing/2014/main" id="{4E37E578-E455-6504-D581-53544E666605}"/>
                  </a:ext>
                </a:extLst>
              </p:cNvPr>
              <p:cNvSpPr/>
              <p:nvPr/>
            </p:nvSpPr>
            <p:spPr>
              <a:xfrm>
                <a:off x="4506071" y="3498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5" name="Freeform 36014">
                <a:extLst>
                  <a:ext uri="{FF2B5EF4-FFF2-40B4-BE49-F238E27FC236}">
                    <a16:creationId xmlns:a16="http://schemas.microsoft.com/office/drawing/2014/main" id="{C2049238-875F-5CFD-91FB-724C75550E93}"/>
                  </a:ext>
                </a:extLst>
              </p:cNvPr>
              <p:cNvSpPr/>
              <p:nvPr/>
            </p:nvSpPr>
            <p:spPr>
              <a:xfrm>
                <a:off x="4506567" y="3516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6" name="Freeform 36015">
                <a:extLst>
                  <a:ext uri="{FF2B5EF4-FFF2-40B4-BE49-F238E27FC236}">
                    <a16:creationId xmlns:a16="http://schemas.microsoft.com/office/drawing/2014/main" id="{5C8EBDCC-163C-FFF1-1754-42EFB3E10183}"/>
                  </a:ext>
                </a:extLst>
              </p:cNvPr>
              <p:cNvSpPr/>
              <p:nvPr/>
            </p:nvSpPr>
            <p:spPr>
              <a:xfrm>
                <a:off x="4507063" y="3536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7" name="Freeform 36016">
                <a:extLst>
                  <a:ext uri="{FF2B5EF4-FFF2-40B4-BE49-F238E27FC236}">
                    <a16:creationId xmlns:a16="http://schemas.microsoft.com/office/drawing/2014/main" id="{3E29BF6F-9DD7-BA94-93EA-8838944D0973}"/>
                  </a:ext>
                </a:extLst>
              </p:cNvPr>
              <p:cNvSpPr/>
              <p:nvPr/>
            </p:nvSpPr>
            <p:spPr>
              <a:xfrm>
                <a:off x="4507659" y="3608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8" name="Freeform 36017">
                <a:extLst>
                  <a:ext uri="{FF2B5EF4-FFF2-40B4-BE49-F238E27FC236}">
                    <a16:creationId xmlns:a16="http://schemas.microsoft.com/office/drawing/2014/main" id="{3EDD4512-9D06-6406-A491-32ABA0D5CAAF}"/>
                  </a:ext>
                </a:extLst>
              </p:cNvPr>
              <p:cNvSpPr/>
              <p:nvPr/>
            </p:nvSpPr>
            <p:spPr>
              <a:xfrm>
                <a:off x="4508155" y="3639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19" name="Freeform 36018">
                <a:extLst>
                  <a:ext uri="{FF2B5EF4-FFF2-40B4-BE49-F238E27FC236}">
                    <a16:creationId xmlns:a16="http://schemas.microsoft.com/office/drawing/2014/main" id="{3FD1A3EC-4938-01D6-A7BF-77EAB177B96B}"/>
                  </a:ext>
                </a:extLst>
              </p:cNvPr>
              <p:cNvSpPr/>
              <p:nvPr/>
            </p:nvSpPr>
            <p:spPr>
              <a:xfrm>
                <a:off x="4508651" y="3556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0" name="Freeform 36019">
                <a:extLst>
                  <a:ext uri="{FF2B5EF4-FFF2-40B4-BE49-F238E27FC236}">
                    <a16:creationId xmlns:a16="http://schemas.microsoft.com/office/drawing/2014/main" id="{C8507088-B0BE-EBDF-FEB6-669C1D789DA6}"/>
                  </a:ext>
                </a:extLst>
              </p:cNvPr>
              <p:cNvSpPr/>
              <p:nvPr/>
            </p:nvSpPr>
            <p:spPr>
              <a:xfrm>
                <a:off x="4509246" y="3604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1" name="Freeform 36020">
                <a:extLst>
                  <a:ext uri="{FF2B5EF4-FFF2-40B4-BE49-F238E27FC236}">
                    <a16:creationId xmlns:a16="http://schemas.microsoft.com/office/drawing/2014/main" id="{81EA2945-BB05-3004-B7C0-C50F2FC325A0}"/>
                  </a:ext>
                </a:extLst>
              </p:cNvPr>
              <p:cNvSpPr/>
              <p:nvPr/>
            </p:nvSpPr>
            <p:spPr>
              <a:xfrm>
                <a:off x="4509742" y="3693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2" name="Freeform 36021">
                <a:extLst>
                  <a:ext uri="{FF2B5EF4-FFF2-40B4-BE49-F238E27FC236}">
                    <a16:creationId xmlns:a16="http://schemas.microsoft.com/office/drawing/2014/main" id="{57942B5A-144E-E185-3397-64E955A48B9D}"/>
                  </a:ext>
                </a:extLst>
              </p:cNvPr>
              <p:cNvSpPr/>
              <p:nvPr/>
            </p:nvSpPr>
            <p:spPr>
              <a:xfrm>
                <a:off x="4510238" y="3698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3" name="Freeform 36022">
                <a:extLst>
                  <a:ext uri="{FF2B5EF4-FFF2-40B4-BE49-F238E27FC236}">
                    <a16:creationId xmlns:a16="http://schemas.microsoft.com/office/drawing/2014/main" id="{8BE768E2-F809-4187-7230-EF41829AAF39}"/>
                  </a:ext>
                </a:extLst>
              </p:cNvPr>
              <p:cNvSpPr/>
              <p:nvPr/>
            </p:nvSpPr>
            <p:spPr>
              <a:xfrm>
                <a:off x="4510834" y="3729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4" name="Freeform 36023">
                <a:extLst>
                  <a:ext uri="{FF2B5EF4-FFF2-40B4-BE49-F238E27FC236}">
                    <a16:creationId xmlns:a16="http://schemas.microsoft.com/office/drawing/2014/main" id="{34EFE06D-DAA9-8E5F-DE98-230B68F8075F}"/>
                  </a:ext>
                </a:extLst>
              </p:cNvPr>
              <p:cNvSpPr/>
              <p:nvPr/>
            </p:nvSpPr>
            <p:spPr>
              <a:xfrm>
                <a:off x="4511330" y="3739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5" name="Freeform 36024">
                <a:extLst>
                  <a:ext uri="{FF2B5EF4-FFF2-40B4-BE49-F238E27FC236}">
                    <a16:creationId xmlns:a16="http://schemas.microsoft.com/office/drawing/2014/main" id="{A514F0D1-5C33-B6BB-9103-02CEBF5FE474}"/>
                  </a:ext>
                </a:extLst>
              </p:cNvPr>
              <p:cNvSpPr/>
              <p:nvPr/>
            </p:nvSpPr>
            <p:spPr>
              <a:xfrm>
                <a:off x="4511826" y="3720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6" name="Freeform 36025">
                <a:extLst>
                  <a:ext uri="{FF2B5EF4-FFF2-40B4-BE49-F238E27FC236}">
                    <a16:creationId xmlns:a16="http://schemas.microsoft.com/office/drawing/2014/main" id="{F6C1208C-3ED5-5E1B-EFE4-532E8256B4FB}"/>
                  </a:ext>
                </a:extLst>
              </p:cNvPr>
              <p:cNvSpPr/>
              <p:nvPr/>
            </p:nvSpPr>
            <p:spPr>
              <a:xfrm>
                <a:off x="4512421" y="3666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7" name="Freeform 36026">
                <a:extLst>
                  <a:ext uri="{FF2B5EF4-FFF2-40B4-BE49-F238E27FC236}">
                    <a16:creationId xmlns:a16="http://schemas.microsoft.com/office/drawing/2014/main" id="{1B47E12C-822E-178A-16E5-BDEFE9BDE928}"/>
                  </a:ext>
                </a:extLst>
              </p:cNvPr>
              <p:cNvSpPr/>
              <p:nvPr/>
            </p:nvSpPr>
            <p:spPr>
              <a:xfrm>
                <a:off x="4512917" y="3648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8" name="Freeform 36027">
                <a:extLst>
                  <a:ext uri="{FF2B5EF4-FFF2-40B4-BE49-F238E27FC236}">
                    <a16:creationId xmlns:a16="http://schemas.microsoft.com/office/drawing/2014/main" id="{5A285F3C-211A-6BEE-2566-782CC12C7D01}"/>
                  </a:ext>
                </a:extLst>
              </p:cNvPr>
              <p:cNvSpPr/>
              <p:nvPr/>
            </p:nvSpPr>
            <p:spPr>
              <a:xfrm>
                <a:off x="4513413" y="358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29" name="Freeform 36028">
                <a:extLst>
                  <a:ext uri="{FF2B5EF4-FFF2-40B4-BE49-F238E27FC236}">
                    <a16:creationId xmlns:a16="http://schemas.microsoft.com/office/drawing/2014/main" id="{F2412026-1D4F-9862-C98A-0C1BF1F468EC}"/>
                  </a:ext>
                </a:extLst>
              </p:cNvPr>
              <p:cNvSpPr/>
              <p:nvPr/>
            </p:nvSpPr>
            <p:spPr>
              <a:xfrm>
                <a:off x="4514009" y="3654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0" name="Freeform 36029">
                <a:extLst>
                  <a:ext uri="{FF2B5EF4-FFF2-40B4-BE49-F238E27FC236}">
                    <a16:creationId xmlns:a16="http://schemas.microsoft.com/office/drawing/2014/main" id="{DB04A3F8-1D63-57E7-50FF-9A164603CC19}"/>
                  </a:ext>
                </a:extLst>
              </p:cNvPr>
              <p:cNvSpPr/>
              <p:nvPr/>
            </p:nvSpPr>
            <p:spPr>
              <a:xfrm>
                <a:off x="4514505" y="3700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1" name="Freeform 36030">
                <a:extLst>
                  <a:ext uri="{FF2B5EF4-FFF2-40B4-BE49-F238E27FC236}">
                    <a16:creationId xmlns:a16="http://schemas.microsoft.com/office/drawing/2014/main" id="{67457FB6-849A-B82D-9790-DE17183FB944}"/>
                  </a:ext>
                </a:extLst>
              </p:cNvPr>
              <p:cNvSpPr/>
              <p:nvPr/>
            </p:nvSpPr>
            <p:spPr>
              <a:xfrm>
                <a:off x="4515001" y="3699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2" name="Freeform 36031">
                <a:extLst>
                  <a:ext uri="{FF2B5EF4-FFF2-40B4-BE49-F238E27FC236}">
                    <a16:creationId xmlns:a16="http://schemas.microsoft.com/office/drawing/2014/main" id="{409A06EE-BAF7-95EE-4357-BC85D8D4B05A}"/>
                  </a:ext>
                </a:extLst>
              </p:cNvPr>
              <p:cNvSpPr/>
              <p:nvPr/>
            </p:nvSpPr>
            <p:spPr>
              <a:xfrm>
                <a:off x="4515497" y="3694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3" name="Freeform 36032">
                <a:extLst>
                  <a:ext uri="{FF2B5EF4-FFF2-40B4-BE49-F238E27FC236}">
                    <a16:creationId xmlns:a16="http://schemas.microsoft.com/office/drawing/2014/main" id="{302E7353-4AB0-6ACB-DFDD-73D347E35074}"/>
                  </a:ext>
                </a:extLst>
              </p:cNvPr>
              <p:cNvSpPr/>
              <p:nvPr/>
            </p:nvSpPr>
            <p:spPr>
              <a:xfrm>
                <a:off x="4516092" y="3673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4" name="Freeform 36033">
                <a:extLst>
                  <a:ext uri="{FF2B5EF4-FFF2-40B4-BE49-F238E27FC236}">
                    <a16:creationId xmlns:a16="http://schemas.microsoft.com/office/drawing/2014/main" id="{D6C6BE84-B0DA-B05F-7F4D-AB52573DC696}"/>
                  </a:ext>
                </a:extLst>
              </p:cNvPr>
              <p:cNvSpPr/>
              <p:nvPr/>
            </p:nvSpPr>
            <p:spPr>
              <a:xfrm>
                <a:off x="4516588" y="3619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5" name="Freeform 36034">
                <a:extLst>
                  <a:ext uri="{FF2B5EF4-FFF2-40B4-BE49-F238E27FC236}">
                    <a16:creationId xmlns:a16="http://schemas.microsoft.com/office/drawing/2014/main" id="{98B7E315-40E3-6047-2193-A842F164D3BF}"/>
                  </a:ext>
                </a:extLst>
              </p:cNvPr>
              <p:cNvSpPr/>
              <p:nvPr/>
            </p:nvSpPr>
            <p:spPr>
              <a:xfrm>
                <a:off x="4517084" y="358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6" name="Freeform 36035">
                <a:extLst>
                  <a:ext uri="{FF2B5EF4-FFF2-40B4-BE49-F238E27FC236}">
                    <a16:creationId xmlns:a16="http://schemas.microsoft.com/office/drawing/2014/main" id="{B5B70F68-5538-166F-7951-C5E3E6BAF388}"/>
                  </a:ext>
                </a:extLst>
              </p:cNvPr>
              <p:cNvSpPr/>
              <p:nvPr/>
            </p:nvSpPr>
            <p:spPr>
              <a:xfrm>
                <a:off x="4517680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7" name="Freeform 36036">
                <a:extLst>
                  <a:ext uri="{FF2B5EF4-FFF2-40B4-BE49-F238E27FC236}">
                    <a16:creationId xmlns:a16="http://schemas.microsoft.com/office/drawing/2014/main" id="{49CA24A4-D402-A3C0-B112-5C7591706431}"/>
                  </a:ext>
                </a:extLst>
              </p:cNvPr>
              <p:cNvSpPr/>
              <p:nvPr/>
            </p:nvSpPr>
            <p:spPr>
              <a:xfrm>
                <a:off x="4518176" y="3434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8" name="Freeform 36037">
                <a:extLst>
                  <a:ext uri="{FF2B5EF4-FFF2-40B4-BE49-F238E27FC236}">
                    <a16:creationId xmlns:a16="http://schemas.microsoft.com/office/drawing/2014/main" id="{42C74423-7D89-DAB1-6DDF-1ECF738F96AA}"/>
                  </a:ext>
                </a:extLst>
              </p:cNvPr>
              <p:cNvSpPr/>
              <p:nvPr/>
            </p:nvSpPr>
            <p:spPr>
              <a:xfrm>
                <a:off x="4518672" y="3464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39" name="Freeform 36038">
                <a:extLst>
                  <a:ext uri="{FF2B5EF4-FFF2-40B4-BE49-F238E27FC236}">
                    <a16:creationId xmlns:a16="http://schemas.microsoft.com/office/drawing/2014/main" id="{DEE49126-6372-112D-8212-19273D32DFA7}"/>
                  </a:ext>
                </a:extLst>
              </p:cNvPr>
              <p:cNvSpPr/>
              <p:nvPr/>
            </p:nvSpPr>
            <p:spPr>
              <a:xfrm>
                <a:off x="4519267" y="3479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0" name="Freeform 36039">
                <a:extLst>
                  <a:ext uri="{FF2B5EF4-FFF2-40B4-BE49-F238E27FC236}">
                    <a16:creationId xmlns:a16="http://schemas.microsoft.com/office/drawing/2014/main" id="{0A03DBC2-5EDB-774A-8EB3-7BAA83B1A617}"/>
                  </a:ext>
                </a:extLst>
              </p:cNvPr>
              <p:cNvSpPr/>
              <p:nvPr/>
            </p:nvSpPr>
            <p:spPr>
              <a:xfrm>
                <a:off x="4519763" y="344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1" name="Freeform 36040">
                <a:extLst>
                  <a:ext uri="{FF2B5EF4-FFF2-40B4-BE49-F238E27FC236}">
                    <a16:creationId xmlns:a16="http://schemas.microsoft.com/office/drawing/2014/main" id="{CB740074-8809-F99E-DECD-9B08FCCBE850}"/>
                  </a:ext>
                </a:extLst>
              </p:cNvPr>
              <p:cNvSpPr/>
              <p:nvPr/>
            </p:nvSpPr>
            <p:spPr>
              <a:xfrm>
                <a:off x="4520259" y="3429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2" name="Freeform 36041">
                <a:extLst>
                  <a:ext uri="{FF2B5EF4-FFF2-40B4-BE49-F238E27FC236}">
                    <a16:creationId xmlns:a16="http://schemas.microsoft.com/office/drawing/2014/main" id="{A59F61F9-FEE0-8B87-A0BB-A1D23959084F}"/>
                  </a:ext>
                </a:extLst>
              </p:cNvPr>
              <p:cNvSpPr/>
              <p:nvPr/>
            </p:nvSpPr>
            <p:spPr>
              <a:xfrm>
                <a:off x="4520855" y="3486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3" name="Freeform 36042">
                <a:extLst>
                  <a:ext uri="{FF2B5EF4-FFF2-40B4-BE49-F238E27FC236}">
                    <a16:creationId xmlns:a16="http://schemas.microsoft.com/office/drawing/2014/main" id="{53AAA1D9-1A0F-2703-338E-4A8560C161DB}"/>
                  </a:ext>
                </a:extLst>
              </p:cNvPr>
              <p:cNvSpPr/>
              <p:nvPr/>
            </p:nvSpPr>
            <p:spPr>
              <a:xfrm>
                <a:off x="4521351" y="3561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4" name="Freeform 36043">
                <a:extLst>
                  <a:ext uri="{FF2B5EF4-FFF2-40B4-BE49-F238E27FC236}">
                    <a16:creationId xmlns:a16="http://schemas.microsoft.com/office/drawing/2014/main" id="{C0AC6019-01BA-4D9B-1DC8-DEAE3516CBBE}"/>
                  </a:ext>
                </a:extLst>
              </p:cNvPr>
              <p:cNvSpPr/>
              <p:nvPr/>
            </p:nvSpPr>
            <p:spPr>
              <a:xfrm>
                <a:off x="4521847" y="3916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5" name="Freeform 36044">
                <a:extLst>
                  <a:ext uri="{FF2B5EF4-FFF2-40B4-BE49-F238E27FC236}">
                    <a16:creationId xmlns:a16="http://schemas.microsoft.com/office/drawing/2014/main" id="{CC105DFF-79DD-25EB-2953-A792613A9DB4}"/>
                  </a:ext>
                </a:extLst>
              </p:cNvPr>
              <p:cNvSpPr/>
              <p:nvPr/>
            </p:nvSpPr>
            <p:spPr>
              <a:xfrm>
                <a:off x="4522442" y="398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6" name="Freeform 36045">
                <a:extLst>
                  <a:ext uri="{FF2B5EF4-FFF2-40B4-BE49-F238E27FC236}">
                    <a16:creationId xmlns:a16="http://schemas.microsoft.com/office/drawing/2014/main" id="{69875DF5-06DA-2150-B47F-0C27D6DDBC84}"/>
                  </a:ext>
                </a:extLst>
              </p:cNvPr>
              <p:cNvSpPr/>
              <p:nvPr/>
            </p:nvSpPr>
            <p:spPr>
              <a:xfrm>
                <a:off x="4522938" y="3995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7" name="Freeform 36046">
                <a:extLst>
                  <a:ext uri="{FF2B5EF4-FFF2-40B4-BE49-F238E27FC236}">
                    <a16:creationId xmlns:a16="http://schemas.microsoft.com/office/drawing/2014/main" id="{A1BCA4ED-2DB8-8869-1C22-C9F023B01C9B}"/>
                  </a:ext>
                </a:extLst>
              </p:cNvPr>
              <p:cNvSpPr/>
              <p:nvPr/>
            </p:nvSpPr>
            <p:spPr>
              <a:xfrm>
                <a:off x="4523434" y="3994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8" name="Freeform 36047">
                <a:extLst>
                  <a:ext uri="{FF2B5EF4-FFF2-40B4-BE49-F238E27FC236}">
                    <a16:creationId xmlns:a16="http://schemas.microsoft.com/office/drawing/2014/main" id="{1CF2289D-9E24-BB0C-7198-35BE65821FE1}"/>
                  </a:ext>
                </a:extLst>
              </p:cNvPr>
              <p:cNvSpPr/>
              <p:nvPr/>
            </p:nvSpPr>
            <p:spPr>
              <a:xfrm>
                <a:off x="4524030" y="3992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49" name="Freeform 36048">
                <a:extLst>
                  <a:ext uri="{FF2B5EF4-FFF2-40B4-BE49-F238E27FC236}">
                    <a16:creationId xmlns:a16="http://schemas.microsoft.com/office/drawing/2014/main" id="{08262805-6E86-C0E6-A8B3-0AB89EEF61B2}"/>
                  </a:ext>
                </a:extLst>
              </p:cNvPr>
              <p:cNvSpPr/>
              <p:nvPr/>
            </p:nvSpPr>
            <p:spPr>
              <a:xfrm>
                <a:off x="4524526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0" name="Freeform 36049">
                <a:extLst>
                  <a:ext uri="{FF2B5EF4-FFF2-40B4-BE49-F238E27FC236}">
                    <a16:creationId xmlns:a16="http://schemas.microsoft.com/office/drawing/2014/main" id="{C0FCAD87-39DA-9409-FFDD-6AA9F46C92F5}"/>
                  </a:ext>
                </a:extLst>
              </p:cNvPr>
              <p:cNvSpPr/>
              <p:nvPr/>
            </p:nvSpPr>
            <p:spPr>
              <a:xfrm>
                <a:off x="4525022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1" name="Freeform 36050">
                <a:extLst>
                  <a:ext uri="{FF2B5EF4-FFF2-40B4-BE49-F238E27FC236}">
                    <a16:creationId xmlns:a16="http://schemas.microsoft.com/office/drawing/2014/main" id="{07D79A7B-6A93-1FA8-305E-A86BEB0B0780}"/>
                  </a:ext>
                </a:extLst>
              </p:cNvPr>
              <p:cNvSpPr/>
              <p:nvPr/>
            </p:nvSpPr>
            <p:spPr>
              <a:xfrm>
                <a:off x="4525617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2" name="Freeform 36051">
                <a:extLst>
                  <a:ext uri="{FF2B5EF4-FFF2-40B4-BE49-F238E27FC236}">
                    <a16:creationId xmlns:a16="http://schemas.microsoft.com/office/drawing/2014/main" id="{13BE27B7-00C4-F837-B627-C46A0C898F3A}"/>
                  </a:ext>
                </a:extLst>
              </p:cNvPr>
              <p:cNvSpPr/>
              <p:nvPr/>
            </p:nvSpPr>
            <p:spPr>
              <a:xfrm>
                <a:off x="4526113" y="39520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3" name="Freeform 36052">
                <a:extLst>
                  <a:ext uri="{FF2B5EF4-FFF2-40B4-BE49-F238E27FC236}">
                    <a16:creationId xmlns:a16="http://schemas.microsoft.com/office/drawing/2014/main" id="{5B66DEE0-1A33-AEBC-DA73-0F20AF6153B8}"/>
                  </a:ext>
                </a:extLst>
              </p:cNvPr>
              <p:cNvSpPr/>
              <p:nvPr/>
            </p:nvSpPr>
            <p:spPr>
              <a:xfrm>
                <a:off x="4526609" y="3645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4" name="Freeform 36053">
                <a:extLst>
                  <a:ext uri="{FF2B5EF4-FFF2-40B4-BE49-F238E27FC236}">
                    <a16:creationId xmlns:a16="http://schemas.microsoft.com/office/drawing/2014/main" id="{9B2B41B0-EFA3-3259-A046-355C61C1D5C9}"/>
                  </a:ext>
                </a:extLst>
              </p:cNvPr>
              <p:cNvSpPr/>
              <p:nvPr/>
            </p:nvSpPr>
            <p:spPr>
              <a:xfrm>
                <a:off x="4527105" y="3672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5" name="Freeform 36054">
                <a:extLst>
                  <a:ext uri="{FF2B5EF4-FFF2-40B4-BE49-F238E27FC236}">
                    <a16:creationId xmlns:a16="http://schemas.microsoft.com/office/drawing/2014/main" id="{397D303C-3E28-DBF6-EF36-212046F1E217}"/>
                  </a:ext>
                </a:extLst>
              </p:cNvPr>
              <p:cNvSpPr/>
              <p:nvPr/>
            </p:nvSpPr>
            <p:spPr>
              <a:xfrm>
                <a:off x="4527701" y="3681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6" name="Freeform 36055">
                <a:extLst>
                  <a:ext uri="{FF2B5EF4-FFF2-40B4-BE49-F238E27FC236}">
                    <a16:creationId xmlns:a16="http://schemas.microsoft.com/office/drawing/2014/main" id="{D8727950-3AB9-CD81-054E-7E21E58834CA}"/>
                  </a:ext>
                </a:extLst>
              </p:cNvPr>
              <p:cNvSpPr/>
              <p:nvPr/>
            </p:nvSpPr>
            <p:spPr>
              <a:xfrm>
                <a:off x="4528197" y="3681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7" name="Freeform 36056">
                <a:extLst>
                  <a:ext uri="{FF2B5EF4-FFF2-40B4-BE49-F238E27FC236}">
                    <a16:creationId xmlns:a16="http://schemas.microsoft.com/office/drawing/2014/main" id="{6472180E-D658-74FE-4DF8-8503E8ACCE3E}"/>
                  </a:ext>
                </a:extLst>
              </p:cNvPr>
              <p:cNvSpPr/>
              <p:nvPr/>
            </p:nvSpPr>
            <p:spPr>
              <a:xfrm>
                <a:off x="4528693" y="3648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8" name="Freeform 36057">
                <a:extLst>
                  <a:ext uri="{FF2B5EF4-FFF2-40B4-BE49-F238E27FC236}">
                    <a16:creationId xmlns:a16="http://schemas.microsoft.com/office/drawing/2014/main" id="{32ABDAF9-5219-111F-3F48-F2C09DB94A07}"/>
                  </a:ext>
                </a:extLst>
              </p:cNvPr>
              <p:cNvSpPr/>
              <p:nvPr/>
            </p:nvSpPr>
            <p:spPr>
              <a:xfrm>
                <a:off x="4529288" y="3616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59" name="Freeform 36058">
                <a:extLst>
                  <a:ext uri="{FF2B5EF4-FFF2-40B4-BE49-F238E27FC236}">
                    <a16:creationId xmlns:a16="http://schemas.microsoft.com/office/drawing/2014/main" id="{62F377F4-0C70-A6F1-EA32-B5C2C86C4D18}"/>
                  </a:ext>
                </a:extLst>
              </p:cNvPr>
              <p:cNvSpPr/>
              <p:nvPr/>
            </p:nvSpPr>
            <p:spPr>
              <a:xfrm>
                <a:off x="4529784" y="3539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0" name="Freeform 36059">
                <a:extLst>
                  <a:ext uri="{FF2B5EF4-FFF2-40B4-BE49-F238E27FC236}">
                    <a16:creationId xmlns:a16="http://schemas.microsoft.com/office/drawing/2014/main" id="{0368C789-A619-732E-198C-6D71F738DEC4}"/>
                  </a:ext>
                </a:extLst>
              </p:cNvPr>
              <p:cNvSpPr/>
              <p:nvPr/>
            </p:nvSpPr>
            <p:spPr>
              <a:xfrm>
                <a:off x="4530280" y="3487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1" name="Freeform 36060">
                <a:extLst>
                  <a:ext uri="{FF2B5EF4-FFF2-40B4-BE49-F238E27FC236}">
                    <a16:creationId xmlns:a16="http://schemas.microsoft.com/office/drawing/2014/main" id="{05E4D6A3-BB5B-503D-AC85-6F2A807F06D1}"/>
                  </a:ext>
                </a:extLst>
              </p:cNvPr>
              <p:cNvSpPr/>
              <p:nvPr/>
            </p:nvSpPr>
            <p:spPr>
              <a:xfrm>
                <a:off x="4530876" y="3418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2" name="Freeform 36061">
                <a:extLst>
                  <a:ext uri="{FF2B5EF4-FFF2-40B4-BE49-F238E27FC236}">
                    <a16:creationId xmlns:a16="http://schemas.microsoft.com/office/drawing/2014/main" id="{A9531227-A2B0-EB1A-9559-9F163F2DB562}"/>
                  </a:ext>
                </a:extLst>
              </p:cNvPr>
              <p:cNvSpPr/>
              <p:nvPr/>
            </p:nvSpPr>
            <p:spPr>
              <a:xfrm>
                <a:off x="4531372" y="3428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3" name="Freeform 36062">
                <a:extLst>
                  <a:ext uri="{FF2B5EF4-FFF2-40B4-BE49-F238E27FC236}">
                    <a16:creationId xmlns:a16="http://schemas.microsoft.com/office/drawing/2014/main" id="{6A5005D3-3DC7-0637-D890-1BFEDCE5FE36}"/>
                  </a:ext>
                </a:extLst>
              </p:cNvPr>
              <p:cNvSpPr/>
              <p:nvPr/>
            </p:nvSpPr>
            <p:spPr>
              <a:xfrm>
                <a:off x="4531868" y="3402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4" name="Freeform 36063">
                <a:extLst>
                  <a:ext uri="{FF2B5EF4-FFF2-40B4-BE49-F238E27FC236}">
                    <a16:creationId xmlns:a16="http://schemas.microsoft.com/office/drawing/2014/main" id="{AE7F068C-2593-D13C-2BA3-2600E3E81E34}"/>
                  </a:ext>
                </a:extLst>
              </p:cNvPr>
              <p:cNvSpPr/>
              <p:nvPr/>
            </p:nvSpPr>
            <p:spPr>
              <a:xfrm>
                <a:off x="4532463" y="3381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5" name="Freeform 36064">
                <a:extLst>
                  <a:ext uri="{FF2B5EF4-FFF2-40B4-BE49-F238E27FC236}">
                    <a16:creationId xmlns:a16="http://schemas.microsoft.com/office/drawing/2014/main" id="{ED79F91D-6C77-ED28-9CA4-160216E5A418}"/>
                  </a:ext>
                </a:extLst>
              </p:cNvPr>
              <p:cNvSpPr/>
              <p:nvPr/>
            </p:nvSpPr>
            <p:spPr>
              <a:xfrm>
                <a:off x="4532959" y="34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6" name="Freeform 36065">
                <a:extLst>
                  <a:ext uri="{FF2B5EF4-FFF2-40B4-BE49-F238E27FC236}">
                    <a16:creationId xmlns:a16="http://schemas.microsoft.com/office/drawing/2014/main" id="{649FEFD5-E29A-2F55-ADC5-05CDF4B1F0E0}"/>
                  </a:ext>
                </a:extLst>
              </p:cNvPr>
              <p:cNvSpPr/>
              <p:nvPr/>
            </p:nvSpPr>
            <p:spPr>
              <a:xfrm>
                <a:off x="4533455" y="3459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7" name="Freeform 36066">
                <a:extLst>
                  <a:ext uri="{FF2B5EF4-FFF2-40B4-BE49-F238E27FC236}">
                    <a16:creationId xmlns:a16="http://schemas.microsoft.com/office/drawing/2014/main" id="{E7E2B738-EC45-3A8A-F52E-5F63093DB96F}"/>
                  </a:ext>
                </a:extLst>
              </p:cNvPr>
              <p:cNvSpPr/>
              <p:nvPr/>
            </p:nvSpPr>
            <p:spPr>
              <a:xfrm>
                <a:off x="4534051" y="3507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8" name="Freeform 36067">
                <a:extLst>
                  <a:ext uri="{FF2B5EF4-FFF2-40B4-BE49-F238E27FC236}">
                    <a16:creationId xmlns:a16="http://schemas.microsoft.com/office/drawing/2014/main" id="{9223D896-E068-634F-49F4-FA195B44C733}"/>
                  </a:ext>
                </a:extLst>
              </p:cNvPr>
              <p:cNvSpPr/>
              <p:nvPr/>
            </p:nvSpPr>
            <p:spPr>
              <a:xfrm>
                <a:off x="4534547" y="3932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69" name="Freeform 36068">
                <a:extLst>
                  <a:ext uri="{FF2B5EF4-FFF2-40B4-BE49-F238E27FC236}">
                    <a16:creationId xmlns:a16="http://schemas.microsoft.com/office/drawing/2014/main" id="{7A160AFA-2AC0-A471-E8C9-9E4E269070B6}"/>
                  </a:ext>
                </a:extLst>
              </p:cNvPr>
              <p:cNvSpPr/>
              <p:nvPr/>
            </p:nvSpPr>
            <p:spPr>
              <a:xfrm>
                <a:off x="4535043" y="4013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0" name="Freeform 36069">
                <a:extLst>
                  <a:ext uri="{FF2B5EF4-FFF2-40B4-BE49-F238E27FC236}">
                    <a16:creationId xmlns:a16="http://schemas.microsoft.com/office/drawing/2014/main" id="{E0863ADD-B05F-9105-E3D9-B5B42BEDFFAA}"/>
                  </a:ext>
                </a:extLst>
              </p:cNvPr>
              <p:cNvSpPr/>
              <p:nvPr/>
            </p:nvSpPr>
            <p:spPr>
              <a:xfrm>
                <a:off x="4535638" y="4022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1" name="Freeform 36070">
                <a:extLst>
                  <a:ext uri="{FF2B5EF4-FFF2-40B4-BE49-F238E27FC236}">
                    <a16:creationId xmlns:a16="http://schemas.microsoft.com/office/drawing/2014/main" id="{33A782C9-4E3F-58DA-B326-4848D3509B65}"/>
                  </a:ext>
                </a:extLst>
              </p:cNvPr>
              <p:cNvSpPr/>
              <p:nvPr/>
            </p:nvSpPr>
            <p:spPr>
              <a:xfrm>
                <a:off x="4536134" y="4012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2" name="Freeform 36071">
                <a:extLst>
                  <a:ext uri="{FF2B5EF4-FFF2-40B4-BE49-F238E27FC236}">
                    <a16:creationId xmlns:a16="http://schemas.microsoft.com/office/drawing/2014/main" id="{DE2BB70D-46B7-D137-81E0-2720797A9FE2}"/>
                  </a:ext>
                </a:extLst>
              </p:cNvPr>
              <p:cNvSpPr/>
              <p:nvPr/>
            </p:nvSpPr>
            <p:spPr>
              <a:xfrm>
                <a:off x="4536630" y="4005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3" name="Freeform 36072">
                <a:extLst>
                  <a:ext uri="{FF2B5EF4-FFF2-40B4-BE49-F238E27FC236}">
                    <a16:creationId xmlns:a16="http://schemas.microsoft.com/office/drawing/2014/main" id="{92EE75CF-BFEA-71D1-3F4A-040B0A344F8F}"/>
                  </a:ext>
                </a:extLst>
              </p:cNvPr>
              <p:cNvSpPr/>
              <p:nvPr/>
            </p:nvSpPr>
            <p:spPr>
              <a:xfrm>
                <a:off x="4537226" y="4008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4" name="Freeform 36073">
                <a:extLst>
                  <a:ext uri="{FF2B5EF4-FFF2-40B4-BE49-F238E27FC236}">
                    <a16:creationId xmlns:a16="http://schemas.microsoft.com/office/drawing/2014/main" id="{E8461D8F-DFD9-478B-1BFA-F01F6885D496}"/>
                  </a:ext>
                </a:extLst>
              </p:cNvPr>
              <p:cNvSpPr/>
              <p:nvPr/>
            </p:nvSpPr>
            <p:spPr>
              <a:xfrm>
                <a:off x="4537722" y="4017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5" name="Freeform 36074">
                <a:extLst>
                  <a:ext uri="{FF2B5EF4-FFF2-40B4-BE49-F238E27FC236}">
                    <a16:creationId xmlns:a16="http://schemas.microsoft.com/office/drawing/2014/main" id="{F57D17E0-7FAD-1117-80A7-F7B849C00C0D}"/>
                  </a:ext>
                </a:extLst>
              </p:cNvPr>
              <p:cNvSpPr/>
              <p:nvPr/>
            </p:nvSpPr>
            <p:spPr>
              <a:xfrm>
                <a:off x="4538218" y="40157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6" name="Freeform 36075">
                <a:extLst>
                  <a:ext uri="{FF2B5EF4-FFF2-40B4-BE49-F238E27FC236}">
                    <a16:creationId xmlns:a16="http://schemas.microsoft.com/office/drawing/2014/main" id="{E65347F6-B02C-8E45-E849-81C9CCBB50C9}"/>
                  </a:ext>
                </a:extLst>
              </p:cNvPr>
              <p:cNvSpPr/>
              <p:nvPr/>
            </p:nvSpPr>
            <p:spPr>
              <a:xfrm>
                <a:off x="4538813" y="3969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7" name="Freeform 36076">
                <a:extLst>
                  <a:ext uri="{FF2B5EF4-FFF2-40B4-BE49-F238E27FC236}">
                    <a16:creationId xmlns:a16="http://schemas.microsoft.com/office/drawing/2014/main" id="{9EA4A0D0-5C74-F9EF-5F3A-CBAE0C49A344}"/>
                  </a:ext>
                </a:extLst>
              </p:cNvPr>
              <p:cNvSpPr/>
              <p:nvPr/>
            </p:nvSpPr>
            <p:spPr>
              <a:xfrm>
                <a:off x="4539309" y="3649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8" name="Freeform 36077">
                <a:extLst>
                  <a:ext uri="{FF2B5EF4-FFF2-40B4-BE49-F238E27FC236}">
                    <a16:creationId xmlns:a16="http://schemas.microsoft.com/office/drawing/2014/main" id="{C6D76C5B-7478-2700-C7B5-AD63D8B7EF00}"/>
                  </a:ext>
                </a:extLst>
              </p:cNvPr>
              <p:cNvSpPr/>
              <p:nvPr/>
            </p:nvSpPr>
            <p:spPr>
              <a:xfrm>
                <a:off x="4539805" y="3692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79" name="Freeform 36078">
                <a:extLst>
                  <a:ext uri="{FF2B5EF4-FFF2-40B4-BE49-F238E27FC236}">
                    <a16:creationId xmlns:a16="http://schemas.microsoft.com/office/drawing/2014/main" id="{42681944-45B2-EE6F-FBFC-93805D4C84E5}"/>
                  </a:ext>
                </a:extLst>
              </p:cNvPr>
              <p:cNvSpPr/>
              <p:nvPr/>
            </p:nvSpPr>
            <p:spPr>
              <a:xfrm>
                <a:off x="4540302" y="3698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0" name="Freeform 36079">
                <a:extLst>
                  <a:ext uri="{FF2B5EF4-FFF2-40B4-BE49-F238E27FC236}">
                    <a16:creationId xmlns:a16="http://schemas.microsoft.com/office/drawing/2014/main" id="{237C37EB-209B-D7DC-37A0-6558E6E02C7C}"/>
                  </a:ext>
                </a:extLst>
              </p:cNvPr>
              <p:cNvSpPr/>
              <p:nvPr/>
            </p:nvSpPr>
            <p:spPr>
              <a:xfrm>
                <a:off x="4540897" y="3699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1" name="Freeform 36080">
                <a:extLst>
                  <a:ext uri="{FF2B5EF4-FFF2-40B4-BE49-F238E27FC236}">
                    <a16:creationId xmlns:a16="http://schemas.microsoft.com/office/drawing/2014/main" id="{12D36988-AD20-1F06-E3A2-6DFCA2786043}"/>
                  </a:ext>
                </a:extLst>
              </p:cNvPr>
              <p:cNvSpPr/>
              <p:nvPr/>
            </p:nvSpPr>
            <p:spPr>
              <a:xfrm>
                <a:off x="4541393" y="368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2" name="Freeform 36081">
                <a:extLst>
                  <a:ext uri="{FF2B5EF4-FFF2-40B4-BE49-F238E27FC236}">
                    <a16:creationId xmlns:a16="http://schemas.microsoft.com/office/drawing/2014/main" id="{295FF2DE-C60C-4ECD-1F05-6B47148BA1E3}"/>
                  </a:ext>
                </a:extLst>
              </p:cNvPr>
              <p:cNvSpPr/>
              <p:nvPr/>
            </p:nvSpPr>
            <p:spPr>
              <a:xfrm>
                <a:off x="4541889" y="3622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3" name="Freeform 36082">
                <a:extLst>
                  <a:ext uri="{FF2B5EF4-FFF2-40B4-BE49-F238E27FC236}">
                    <a16:creationId xmlns:a16="http://schemas.microsoft.com/office/drawing/2014/main" id="{10A072C4-3BEB-BF03-528A-536B9B3FBEC4}"/>
                  </a:ext>
                </a:extLst>
              </p:cNvPr>
              <p:cNvSpPr/>
              <p:nvPr/>
            </p:nvSpPr>
            <p:spPr>
              <a:xfrm>
                <a:off x="4542484" y="3544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4" name="Freeform 36083">
                <a:extLst>
                  <a:ext uri="{FF2B5EF4-FFF2-40B4-BE49-F238E27FC236}">
                    <a16:creationId xmlns:a16="http://schemas.microsoft.com/office/drawing/2014/main" id="{AF5F87C3-48BE-3BEB-A0EC-9BA72A5AB664}"/>
                  </a:ext>
                </a:extLst>
              </p:cNvPr>
              <p:cNvSpPr/>
              <p:nvPr/>
            </p:nvSpPr>
            <p:spPr>
              <a:xfrm>
                <a:off x="4542980" y="3474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5" name="Freeform 36084">
                <a:extLst>
                  <a:ext uri="{FF2B5EF4-FFF2-40B4-BE49-F238E27FC236}">
                    <a16:creationId xmlns:a16="http://schemas.microsoft.com/office/drawing/2014/main" id="{523E0EDC-2BE2-9882-6201-6A74028A714B}"/>
                  </a:ext>
                </a:extLst>
              </p:cNvPr>
              <p:cNvSpPr/>
              <p:nvPr/>
            </p:nvSpPr>
            <p:spPr>
              <a:xfrm>
                <a:off x="4543477" y="3390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6" name="Freeform 36085">
                <a:extLst>
                  <a:ext uri="{FF2B5EF4-FFF2-40B4-BE49-F238E27FC236}">
                    <a16:creationId xmlns:a16="http://schemas.microsoft.com/office/drawing/2014/main" id="{8F980C88-4917-6A8E-CDFE-CE28F8AC55CA}"/>
                  </a:ext>
                </a:extLst>
              </p:cNvPr>
              <p:cNvSpPr/>
              <p:nvPr/>
            </p:nvSpPr>
            <p:spPr>
              <a:xfrm>
                <a:off x="4544072" y="3348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7" name="Freeform 36086">
                <a:extLst>
                  <a:ext uri="{FF2B5EF4-FFF2-40B4-BE49-F238E27FC236}">
                    <a16:creationId xmlns:a16="http://schemas.microsoft.com/office/drawing/2014/main" id="{AB40D807-D6C9-A8FF-9838-918EDF25410C}"/>
                  </a:ext>
                </a:extLst>
              </p:cNvPr>
              <p:cNvSpPr/>
              <p:nvPr/>
            </p:nvSpPr>
            <p:spPr>
              <a:xfrm>
                <a:off x="4544568" y="3342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8" name="Freeform 36087">
                <a:extLst>
                  <a:ext uri="{FF2B5EF4-FFF2-40B4-BE49-F238E27FC236}">
                    <a16:creationId xmlns:a16="http://schemas.microsoft.com/office/drawing/2014/main" id="{00F2AF6C-7CD2-04A4-5635-53B24ACD028E}"/>
                  </a:ext>
                </a:extLst>
              </p:cNvPr>
              <p:cNvSpPr/>
              <p:nvPr/>
            </p:nvSpPr>
            <p:spPr>
              <a:xfrm>
                <a:off x="4545064" y="3335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9" name="Freeform 36088">
                <a:extLst>
                  <a:ext uri="{FF2B5EF4-FFF2-40B4-BE49-F238E27FC236}">
                    <a16:creationId xmlns:a16="http://schemas.microsoft.com/office/drawing/2014/main" id="{C45A20AA-8AED-290F-9A61-8D7123218747}"/>
                  </a:ext>
                </a:extLst>
              </p:cNvPr>
              <p:cNvSpPr/>
              <p:nvPr/>
            </p:nvSpPr>
            <p:spPr>
              <a:xfrm>
                <a:off x="4545659" y="3394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0" name="Freeform 36089">
                <a:extLst>
                  <a:ext uri="{FF2B5EF4-FFF2-40B4-BE49-F238E27FC236}">
                    <a16:creationId xmlns:a16="http://schemas.microsoft.com/office/drawing/2014/main" id="{08BCEC78-3067-FAB2-C693-AE3E029DF227}"/>
                  </a:ext>
                </a:extLst>
              </p:cNvPr>
              <p:cNvSpPr/>
              <p:nvPr/>
            </p:nvSpPr>
            <p:spPr>
              <a:xfrm>
                <a:off x="4546155" y="3547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1" name="Freeform 36090">
                <a:extLst>
                  <a:ext uri="{FF2B5EF4-FFF2-40B4-BE49-F238E27FC236}">
                    <a16:creationId xmlns:a16="http://schemas.microsoft.com/office/drawing/2014/main" id="{57F85E0D-5BC2-B1B7-89F2-A3965AC40266}"/>
                  </a:ext>
                </a:extLst>
              </p:cNvPr>
              <p:cNvSpPr/>
              <p:nvPr/>
            </p:nvSpPr>
            <p:spPr>
              <a:xfrm>
                <a:off x="4546652" y="3507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2" name="Freeform 36091">
                <a:extLst>
                  <a:ext uri="{FF2B5EF4-FFF2-40B4-BE49-F238E27FC236}">
                    <a16:creationId xmlns:a16="http://schemas.microsoft.com/office/drawing/2014/main" id="{EFFB01A5-C499-C57B-984D-6619074B5F77}"/>
                  </a:ext>
                </a:extLst>
              </p:cNvPr>
              <p:cNvSpPr/>
              <p:nvPr/>
            </p:nvSpPr>
            <p:spPr>
              <a:xfrm>
                <a:off x="4547247" y="3949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3" name="Freeform 36092">
                <a:extLst>
                  <a:ext uri="{FF2B5EF4-FFF2-40B4-BE49-F238E27FC236}">
                    <a16:creationId xmlns:a16="http://schemas.microsoft.com/office/drawing/2014/main" id="{18FD492A-8E90-BDCA-24FA-BD35177791C0}"/>
                  </a:ext>
                </a:extLst>
              </p:cNvPr>
              <p:cNvSpPr/>
              <p:nvPr/>
            </p:nvSpPr>
            <p:spPr>
              <a:xfrm>
                <a:off x="4547743" y="4012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4" name="Freeform 36093">
                <a:extLst>
                  <a:ext uri="{FF2B5EF4-FFF2-40B4-BE49-F238E27FC236}">
                    <a16:creationId xmlns:a16="http://schemas.microsoft.com/office/drawing/2014/main" id="{05578B79-8737-2548-D68D-05FD9850DC14}"/>
                  </a:ext>
                </a:extLst>
              </p:cNvPr>
              <p:cNvSpPr/>
              <p:nvPr/>
            </p:nvSpPr>
            <p:spPr>
              <a:xfrm>
                <a:off x="4548239" y="4011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5" name="Freeform 36094">
                <a:extLst>
                  <a:ext uri="{FF2B5EF4-FFF2-40B4-BE49-F238E27FC236}">
                    <a16:creationId xmlns:a16="http://schemas.microsoft.com/office/drawing/2014/main" id="{178477E3-1A2A-1E1F-3522-2DAEC42CF0A2}"/>
                  </a:ext>
                </a:extLst>
              </p:cNvPr>
              <p:cNvSpPr/>
              <p:nvPr/>
            </p:nvSpPr>
            <p:spPr>
              <a:xfrm>
                <a:off x="4548834" y="4005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6" name="Freeform 36095">
                <a:extLst>
                  <a:ext uri="{FF2B5EF4-FFF2-40B4-BE49-F238E27FC236}">
                    <a16:creationId xmlns:a16="http://schemas.microsoft.com/office/drawing/2014/main" id="{F47A272D-3E63-0291-7805-6012DFEFBD23}"/>
                  </a:ext>
                </a:extLst>
              </p:cNvPr>
              <p:cNvSpPr/>
              <p:nvPr/>
            </p:nvSpPr>
            <p:spPr>
              <a:xfrm>
                <a:off x="4549330" y="3999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7" name="Freeform 36096">
                <a:extLst>
                  <a:ext uri="{FF2B5EF4-FFF2-40B4-BE49-F238E27FC236}">
                    <a16:creationId xmlns:a16="http://schemas.microsoft.com/office/drawing/2014/main" id="{8E755AEB-265A-BB43-6F32-9EF2830420F9}"/>
                  </a:ext>
                </a:extLst>
              </p:cNvPr>
              <p:cNvSpPr/>
              <p:nvPr/>
            </p:nvSpPr>
            <p:spPr>
              <a:xfrm>
                <a:off x="4549827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8" name="Freeform 36097">
                <a:extLst>
                  <a:ext uri="{FF2B5EF4-FFF2-40B4-BE49-F238E27FC236}">
                    <a16:creationId xmlns:a16="http://schemas.microsoft.com/office/drawing/2014/main" id="{88F118D2-7287-B2BC-2613-600832084EBD}"/>
                  </a:ext>
                </a:extLst>
              </p:cNvPr>
              <p:cNvSpPr/>
              <p:nvPr/>
            </p:nvSpPr>
            <p:spPr>
              <a:xfrm>
                <a:off x="4550422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9" name="Freeform 36098">
                <a:extLst>
                  <a:ext uri="{FF2B5EF4-FFF2-40B4-BE49-F238E27FC236}">
                    <a16:creationId xmlns:a16="http://schemas.microsoft.com/office/drawing/2014/main" id="{2AFC8658-6EB9-12DC-009E-B4433652B2A0}"/>
                  </a:ext>
                </a:extLst>
              </p:cNvPr>
              <p:cNvSpPr/>
              <p:nvPr/>
            </p:nvSpPr>
            <p:spPr>
              <a:xfrm>
                <a:off x="4550918" y="3994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0" name="Freeform 36099">
                <a:extLst>
                  <a:ext uri="{FF2B5EF4-FFF2-40B4-BE49-F238E27FC236}">
                    <a16:creationId xmlns:a16="http://schemas.microsoft.com/office/drawing/2014/main" id="{27C10F21-C71C-05CC-8B56-FD3860426087}"/>
                  </a:ext>
                </a:extLst>
              </p:cNvPr>
              <p:cNvSpPr/>
              <p:nvPr/>
            </p:nvSpPr>
            <p:spPr>
              <a:xfrm>
                <a:off x="4551414" y="3912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1" name="Freeform 36100">
                <a:extLst>
                  <a:ext uri="{FF2B5EF4-FFF2-40B4-BE49-F238E27FC236}">
                    <a16:creationId xmlns:a16="http://schemas.microsoft.com/office/drawing/2014/main" id="{366C2D09-8369-F4A1-B2B3-1AF04397867D}"/>
                  </a:ext>
                </a:extLst>
              </p:cNvPr>
              <p:cNvSpPr/>
              <p:nvPr/>
            </p:nvSpPr>
            <p:spPr>
              <a:xfrm>
                <a:off x="4551910" y="3669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2" name="Freeform 36101">
                <a:extLst>
                  <a:ext uri="{FF2B5EF4-FFF2-40B4-BE49-F238E27FC236}">
                    <a16:creationId xmlns:a16="http://schemas.microsoft.com/office/drawing/2014/main" id="{C88780A4-1DCB-E55D-2DDF-BBC3089AC0A9}"/>
                  </a:ext>
                </a:extLst>
              </p:cNvPr>
              <p:cNvSpPr/>
              <p:nvPr/>
            </p:nvSpPr>
            <p:spPr>
              <a:xfrm>
                <a:off x="4552505" y="3683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3" name="Freeform 36102">
                <a:extLst>
                  <a:ext uri="{FF2B5EF4-FFF2-40B4-BE49-F238E27FC236}">
                    <a16:creationId xmlns:a16="http://schemas.microsoft.com/office/drawing/2014/main" id="{FD8D49C5-5ED4-8803-52AB-9238FD248956}"/>
                  </a:ext>
                </a:extLst>
              </p:cNvPr>
              <p:cNvSpPr/>
              <p:nvPr/>
            </p:nvSpPr>
            <p:spPr>
              <a:xfrm>
                <a:off x="4553002" y="3709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4" name="Freeform 36103">
                <a:extLst>
                  <a:ext uri="{FF2B5EF4-FFF2-40B4-BE49-F238E27FC236}">
                    <a16:creationId xmlns:a16="http://schemas.microsoft.com/office/drawing/2014/main" id="{A1D9F681-920C-DF45-9430-B45B58850E1A}"/>
                  </a:ext>
                </a:extLst>
              </p:cNvPr>
              <p:cNvSpPr/>
              <p:nvPr/>
            </p:nvSpPr>
            <p:spPr>
              <a:xfrm>
                <a:off x="4553498" y="3710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5" name="Freeform 36104">
                <a:extLst>
                  <a:ext uri="{FF2B5EF4-FFF2-40B4-BE49-F238E27FC236}">
                    <a16:creationId xmlns:a16="http://schemas.microsoft.com/office/drawing/2014/main" id="{D4585891-B87C-1F41-BE89-BC210AAEC273}"/>
                  </a:ext>
                </a:extLst>
              </p:cNvPr>
              <p:cNvSpPr/>
              <p:nvPr/>
            </p:nvSpPr>
            <p:spPr>
              <a:xfrm>
                <a:off x="4554093" y="3699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6" name="Freeform 36105">
                <a:extLst>
                  <a:ext uri="{FF2B5EF4-FFF2-40B4-BE49-F238E27FC236}">
                    <a16:creationId xmlns:a16="http://schemas.microsoft.com/office/drawing/2014/main" id="{D85817C6-C00B-5011-3D13-F5E71E195240}"/>
                  </a:ext>
                </a:extLst>
              </p:cNvPr>
              <p:cNvSpPr/>
              <p:nvPr/>
            </p:nvSpPr>
            <p:spPr>
              <a:xfrm>
                <a:off x="4554589" y="3681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7" name="Freeform 36106">
                <a:extLst>
                  <a:ext uri="{FF2B5EF4-FFF2-40B4-BE49-F238E27FC236}">
                    <a16:creationId xmlns:a16="http://schemas.microsoft.com/office/drawing/2014/main" id="{612B0E12-11A9-5994-0FD8-8D2487082557}"/>
                  </a:ext>
                </a:extLst>
              </p:cNvPr>
              <p:cNvSpPr/>
              <p:nvPr/>
            </p:nvSpPr>
            <p:spPr>
              <a:xfrm>
                <a:off x="4555085" y="3626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8" name="Freeform 36107">
                <a:extLst>
                  <a:ext uri="{FF2B5EF4-FFF2-40B4-BE49-F238E27FC236}">
                    <a16:creationId xmlns:a16="http://schemas.microsoft.com/office/drawing/2014/main" id="{5F600386-D959-FDEB-AD84-A4A3BA0CA4D9}"/>
                  </a:ext>
                </a:extLst>
              </p:cNvPr>
              <p:cNvSpPr/>
              <p:nvPr/>
            </p:nvSpPr>
            <p:spPr>
              <a:xfrm>
                <a:off x="4555680" y="3571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9" name="Freeform 36108">
                <a:extLst>
                  <a:ext uri="{FF2B5EF4-FFF2-40B4-BE49-F238E27FC236}">
                    <a16:creationId xmlns:a16="http://schemas.microsoft.com/office/drawing/2014/main" id="{D8C405C4-17C8-81FC-B3DF-628B24F40E19}"/>
                  </a:ext>
                </a:extLst>
              </p:cNvPr>
              <p:cNvSpPr/>
              <p:nvPr/>
            </p:nvSpPr>
            <p:spPr>
              <a:xfrm>
                <a:off x="4556177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0" name="Freeform 36109">
                <a:extLst>
                  <a:ext uri="{FF2B5EF4-FFF2-40B4-BE49-F238E27FC236}">
                    <a16:creationId xmlns:a16="http://schemas.microsoft.com/office/drawing/2014/main" id="{793507FF-A9BD-D755-D7B3-75D417973934}"/>
                  </a:ext>
                </a:extLst>
              </p:cNvPr>
              <p:cNvSpPr/>
              <p:nvPr/>
            </p:nvSpPr>
            <p:spPr>
              <a:xfrm>
                <a:off x="4556673" y="3517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1" name="Freeform 36110">
                <a:extLst>
                  <a:ext uri="{FF2B5EF4-FFF2-40B4-BE49-F238E27FC236}">
                    <a16:creationId xmlns:a16="http://schemas.microsoft.com/office/drawing/2014/main" id="{11B2FECF-B3E6-DF17-FA55-A69DD23230EA}"/>
                  </a:ext>
                </a:extLst>
              </p:cNvPr>
              <p:cNvSpPr/>
              <p:nvPr/>
            </p:nvSpPr>
            <p:spPr>
              <a:xfrm>
                <a:off x="4557268" y="3495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2" name="Freeform 36111">
                <a:extLst>
                  <a:ext uri="{FF2B5EF4-FFF2-40B4-BE49-F238E27FC236}">
                    <a16:creationId xmlns:a16="http://schemas.microsoft.com/office/drawing/2014/main" id="{5F6EE396-29D4-FDA8-2791-FAB3A96B09E1}"/>
                  </a:ext>
                </a:extLst>
              </p:cNvPr>
              <p:cNvSpPr/>
              <p:nvPr/>
            </p:nvSpPr>
            <p:spPr>
              <a:xfrm>
                <a:off x="4557764" y="3498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3" name="Freeform 36112">
                <a:extLst>
                  <a:ext uri="{FF2B5EF4-FFF2-40B4-BE49-F238E27FC236}">
                    <a16:creationId xmlns:a16="http://schemas.microsoft.com/office/drawing/2014/main" id="{972ABC4E-A163-94B6-100C-55BE6DAAE9D1}"/>
                  </a:ext>
                </a:extLst>
              </p:cNvPr>
              <p:cNvSpPr/>
              <p:nvPr/>
            </p:nvSpPr>
            <p:spPr>
              <a:xfrm>
                <a:off x="4558260" y="3475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4" name="Freeform 36113">
                <a:extLst>
                  <a:ext uri="{FF2B5EF4-FFF2-40B4-BE49-F238E27FC236}">
                    <a16:creationId xmlns:a16="http://schemas.microsoft.com/office/drawing/2014/main" id="{72377E7A-4E40-D93D-99CF-C38BACA2AB30}"/>
                  </a:ext>
                </a:extLst>
              </p:cNvPr>
              <p:cNvSpPr/>
              <p:nvPr/>
            </p:nvSpPr>
            <p:spPr>
              <a:xfrm>
                <a:off x="4558855" y="3474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5" name="Freeform 36114">
                <a:extLst>
                  <a:ext uri="{FF2B5EF4-FFF2-40B4-BE49-F238E27FC236}">
                    <a16:creationId xmlns:a16="http://schemas.microsoft.com/office/drawing/2014/main" id="{7DEEB0B2-C953-0B0C-C6E6-EB40628B3AE8}"/>
                  </a:ext>
                </a:extLst>
              </p:cNvPr>
              <p:cNvSpPr/>
              <p:nvPr/>
            </p:nvSpPr>
            <p:spPr>
              <a:xfrm>
                <a:off x="4559352" y="350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6" name="Freeform 36115">
                <a:extLst>
                  <a:ext uri="{FF2B5EF4-FFF2-40B4-BE49-F238E27FC236}">
                    <a16:creationId xmlns:a16="http://schemas.microsoft.com/office/drawing/2014/main" id="{11E7F4A4-6A2F-705B-847C-AA542CDD05C3}"/>
                  </a:ext>
                </a:extLst>
              </p:cNvPr>
              <p:cNvSpPr/>
              <p:nvPr/>
            </p:nvSpPr>
            <p:spPr>
              <a:xfrm>
                <a:off x="4559848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7" name="Freeform 36116">
                <a:extLst>
                  <a:ext uri="{FF2B5EF4-FFF2-40B4-BE49-F238E27FC236}">
                    <a16:creationId xmlns:a16="http://schemas.microsoft.com/office/drawing/2014/main" id="{3E741ACF-E40B-1F28-48FF-E3C6D062018C}"/>
                  </a:ext>
                </a:extLst>
              </p:cNvPr>
              <p:cNvSpPr/>
              <p:nvPr/>
            </p:nvSpPr>
            <p:spPr>
              <a:xfrm>
                <a:off x="4560443" y="3988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8" name="Freeform 36117">
                <a:extLst>
                  <a:ext uri="{FF2B5EF4-FFF2-40B4-BE49-F238E27FC236}">
                    <a16:creationId xmlns:a16="http://schemas.microsoft.com/office/drawing/2014/main" id="{A9B30375-CCE3-EA01-0C07-2A8489B5ED09}"/>
                  </a:ext>
                </a:extLst>
              </p:cNvPr>
              <p:cNvSpPr/>
              <p:nvPr/>
            </p:nvSpPr>
            <p:spPr>
              <a:xfrm>
                <a:off x="4560939" y="3997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9" name="Freeform 36118">
                <a:extLst>
                  <a:ext uri="{FF2B5EF4-FFF2-40B4-BE49-F238E27FC236}">
                    <a16:creationId xmlns:a16="http://schemas.microsoft.com/office/drawing/2014/main" id="{1C0C78AB-0E9C-930A-EEC4-225AEE0DE7CC}"/>
                  </a:ext>
                </a:extLst>
              </p:cNvPr>
              <p:cNvSpPr/>
              <p:nvPr/>
            </p:nvSpPr>
            <p:spPr>
              <a:xfrm>
                <a:off x="4561435" y="4001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0" name="Freeform 36119">
                <a:extLst>
                  <a:ext uri="{FF2B5EF4-FFF2-40B4-BE49-F238E27FC236}">
                    <a16:creationId xmlns:a16="http://schemas.microsoft.com/office/drawing/2014/main" id="{70E5AE13-C7FF-26BA-157B-2C53AC443C2C}"/>
                  </a:ext>
                </a:extLst>
              </p:cNvPr>
              <p:cNvSpPr/>
              <p:nvPr/>
            </p:nvSpPr>
            <p:spPr>
              <a:xfrm>
                <a:off x="4562030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1" name="Freeform 36120">
                <a:extLst>
                  <a:ext uri="{FF2B5EF4-FFF2-40B4-BE49-F238E27FC236}">
                    <a16:creationId xmlns:a16="http://schemas.microsoft.com/office/drawing/2014/main" id="{16717761-37ED-34FC-CE4B-882DE15AF603}"/>
                  </a:ext>
                </a:extLst>
              </p:cNvPr>
              <p:cNvSpPr/>
              <p:nvPr/>
            </p:nvSpPr>
            <p:spPr>
              <a:xfrm>
                <a:off x="4562527" y="4011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2" name="Freeform 36121">
                <a:extLst>
                  <a:ext uri="{FF2B5EF4-FFF2-40B4-BE49-F238E27FC236}">
                    <a16:creationId xmlns:a16="http://schemas.microsoft.com/office/drawing/2014/main" id="{255D10DF-8E4C-DB1D-B6EC-A9F0B0C68B5B}"/>
                  </a:ext>
                </a:extLst>
              </p:cNvPr>
              <p:cNvSpPr/>
              <p:nvPr/>
            </p:nvSpPr>
            <p:spPr>
              <a:xfrm>
                <a:off x="4563023" y="4012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3" name="Freeform 36122">
                <a:extLst>
                  <a:ext uri="{FF2B5EF4-FFF2-40B4-BE49-F238E27FC236}">
                    <a16:creationId xmlns:a16="http://schemas.microsoft.com/office/drawing/2014/main" id="{A4CE2226-C3AF-8976-F776-BD64846D747C}"/>
                  </a:ext>
                </a:extLst>
              </p:cNvPr>
              <p:cNvSpPr/>
              <p:nvPr/>
            </p:nvSpPr>
            <p:spPr>
              <a:xfrm>
                <a:off x="4563618" y="4005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4" name="Freeform 36123">
                <a:extLst>
                  <a:ext uri="{FF2B5EF4-FFF2-40B4-BE49-F238E27FC236}">
                    <a16:creationId xmlns:a16="http://schemas.microsoft.com/office/drawing/2014/main" id="{76772F14-00CE-D0DA-9BE2-BB65FCA9D12B}"/>
                  </a:ext>
                </a:extLst>
              </p:cNvPr>
              <p:cNvSpPr/>
              <p:nvPr/>
            </p:nvSpPr>
            <p:spPr>
              <a:xfrm>
                <a:off x="4564114" y="3931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5" name="Freeform 36124">
                <a:extLst>
                  <a:ext uri="{FF2B5EF4-FFF2-40B4-BE49-F238E27FC236}">
                    <a16:creationId xmlns:a16="http://schemas.microsoft.com/office/drawing/2014/main" id="{BB8F0266-4D46-2B0C-60A1-213A8550642E}"/>
                  </a:ext>
                </a:extLst>
              </p:cNvPr>
              <p:cNvSpPr/>
              <p:nvPr/>
            </p:nvSpPr>
            <p:spPr>
              <a:xfrm>
                <a:off x="4564610" y="3688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6" name="Freeform 36125">
                <a:extLst>
                  <a:ext uri="{FF2B5EF4-FFF2-40B4-BE49-F238E27FC236}">
                    <a16:creationId xmlns:a16="http://schemas.microsoft.com/office/drawing/2014/main" id="{FE75E495-7686-5E3C-4F32-88A8C756D077}"/>
                  </a:ext>
                </a:extLst>
              </p:cNvPr>
              <p:cNvSpPr/>
              <p:nvPr/>
            </p:nvSpPr>
            <p:spPr>
              <a:xfrm>
                <a:off x="4565106" y="3756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7" name="Freeform 36126">
                <a:extLst>
                  <a:ext uri="{FF2B5EF4-FFF2-40B4-BE49-F238E27FC236}">
                    <a16:creationId xmlns:a16="http://schemas.microsoft.com/office/drawing/2014/main" id="{8DFB624D-9337-5191-EEC4-A424CCB16988}"/>
                  </a:ext>
                </a:extLst>
              </p:cNvPr>
              <p:cNvSpPr/>
              <p:nvPr/>
            </p:nvSpPr>
            <p:spPr>
              <a:xfrm>
                <a:off x="4565702" y="3777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8" name="Freeform 36127">
                <a:extLst>
                  <a:ext uri="{FF2B5EF4-FFF2-40B4-BE49-F238E27FC236}">
                    <a16:creationId xmlns:a16="http://schemas.microsoft.com/office/drawing/2014/main" id="{43E9BB05-C315-81B5-DE10-DB856F399EEA}"/>
                  </a:ext>
                </a:extLst>
              </p:cNvPr>
              <p:cNvSpPr/>
              <p:nvPr/>
            </p:nvSpPr>
            <p:spPr>
              <a:xfrm>
                <a:off x="4566198" y="3751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9" name="Freeform 36128">
                <a:extLst>
                  <a:ext uri="{FF2B5EF4-FFF2-40B4-BE49-F238E27FC236}">
                    <a16:creationId xmlns:a16="http://schemas.microsoft.com/office/drawing/2014/main" id="{7ADF305D-AEC0-8A19-2B3F-00E51AE83C24}"/>
                  </a:ext>
                </a:extLst>
              </p:cNvPr>
              <p:cNvSpPr/>
              <p:nvPr/>
            </p:nvSpPr>
            <p:spPr>
              <a:xfrm>
                <a:off x="4566694" y="3716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0" name="Freeform 36129">
                <a:extLst>
                  <a:ext uri="{FF2B5EF4-FFF2-40B4-BE49-F238E27FC236}">
                    <a16:creationId xmlns:a16="http://schemas.microsoft.com/office/drawing/2014/main" id="{C1C36CD7-EC62-EA8F-861F-240059F86380}"/>
                  </a:ext>
                </a:extLst>
              </p:cNvPr>
              <p:cNvSpPr/>
              <p:nvPr/>
            </p:nvSpPr>
            <p:spPr>
              <a:xfrm>
                <a:off x="4567289" y="3647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1" name="Freeform 36130">
                <a:extLst>
                  <a:ext uri="{FF2B5EF4-FFF2-40B4-BE49-F238E27FC236}">
                    <a16:creationId xmlns:a16="http://schemas.microsoft.com/office/drawing/2014/main" id="{01364A31-4F50-70DB-026D-DB5BF530CF3B}"/>
                  </a:ext>
                </a:extLst>
              </p:cNvPr>
              <p:cNvSpPr/>
              <p:nvPr/>
            </p:nvSpPr>
            <p:spPr>
              <a:xfrm>
                <a:off x="4567785" y="3600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2" name="Freeform 36131">
                <a:extLst>
                  <a:ext uri="{FF2B5EF4-FFF2-40B4-BE49-F238E27FC236}">
                    <a16:creationId xmlns:a16="http://schemas.microsoft.com/office/drawing/2014/main" id="{E8A7B18A-7B47-E438-E8AA-CDA0CC14A235}"/>
                  </a:ext>
                </a:extLst>
              </p:cNvPr>
              <p:cNvSpPr/>
              <p:nvPr/>
            </p:nvSpPr>
            <p:spPr>
              <a:xfrm>
                <a:off x="4568281" y="3566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3" name="Freeform 36132">
                <a:extLst>
                  <a:ext uri="{FF2B5EF4-FFF2-40B4-BE49-F238E27FC236}">
                    <a16:creationId xmlns:a16="http://schemas.microsoft.com/office/drawing/2014/main" id="{C9E62BFE-7FD2-F60D-EA4F-00F21EE64CE3}"/>
                  </a:ext>
                </a:extLst>
              </p:cNvPr>
              <p:cNvSpPr/>
              <p:nvPr/>
            </p:nvSpPr>
            <p:spPr>
              <a:xfrm>
                <a:off x="4568877" y="3528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4" name="Freeform 36133">
                <a:extLst>
                  <a:ext uri="{FF2B5EF4-FFF2-40B4-BE49-F238E27FC236}">
                    <a16:creationId xmlns:a16="http://schemas.microsoft.com/office/drawing/2014/main" id="{92A362A9-0E8E-EEE4-8110-A431D82FFA14}"/>
                  </a:ext>
                </a:extLst>
              </p:cNvPr>
              <p:cNvSpPr/>
              <p:nvPr/>
            </p:nvSpPr>
            <p:spPr>
              <a:xfrm>
                <a:off x="4569373" y="3508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5" name="Freeform 36134">
                <a:extLst>
                  <a:ext uri="{FF2B5EF4-FFF2-40B4-BE49-F238E27FC236}">
                    <a16:creationId xmlns:a16="http://schemas.microsoft.com/office/drawing/2014/main" id="{C8011C06-A9D5-434D-33B3-72BA7103209F}"/>
                  </a:ext>
                </a:extLst>
              </p:cNvPr>
              <p:cNvSpPr/>
              <p:nvPr/>
            </p:nvSpPr>
            <p:spPr>
              <a:xfrm>
                <a:off x="4569869" y="350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6" name="Freeform 36135">
                <a:extLst>
                  <a:ext uri="{FF2B5EF4-FFF2-40B4-BE49-F238E27FC236}">
                    <a16:creationId xmlns:a16="http://schemas.microsoft.com/office/drawing/2014/main" id="{C70B940A-16F0-EBB5-61A7-25EEF56FE966}"/>
                  </a:ext>
                </a:extLst>
              </p:cNvPr>
              <p:cNvSpPr/>
              <p:nvPr/>
            </p:nvSpPr>
            <p:spPr>
              <a:xfrm>
                <a:off x="4570464" y="3530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7" name="Freeform 36136">
                <a:extLst>
                  <a:ext uri="{FF2B5EF4-FFF2-40B4-BE49-F238E27FC236}">
                    <a16:creationId xmlns:a16="http://schemas.microsoft.com/office/drawing/2014/main" id="{27C5A1B0-F44D-DAB0-0648-31815A951FD2}"/>
                  </a:ext>
                </a:extLst>
              </p:cNvPr>
              <p:cNvSpPr/>
              <p:nvPr/>
            </p:nvSpPr>
            <p:spPr>
              <a:xfrm>
                <a:off x="4570960" y="3566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8" name="Freeform 36137">
                <a:extLst>
                  <a:ext uri="{FF2B5EF4-FFF2-40B4-BE49-F238E27FC236}">
                    <a16:creationId xmlns:a16="http://schemas.microsoft.com/office/drawing/2014/main" id="{198C4320-BBC9-F6DF-9880-4FCA49782B5C}"/>
                  </a:ext>
                </a:extLst>
              </p:cNvPr>
              <p:cNvSpPr/>
              <p:nvPr/>
            </p:nvSpPr>
            <p:spPr>
              <a:xfrm>
                <a:off x="4571456" y="3598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9" name="Freeform 36138">
                <a:extLst>
                  <a:ext uri="{FF2B5EF4-FFF2-40B4-BE49-F238E27FC236}">
                    <a16:creationId xmlns:a16="http://schemas.microsoft.com/office/drawing/2014/main" id="{143FBAC7-8E3D-1B19-1B73-47B650BE65C5}"/>
                  </a:ext>
                </a:extLst>
              </p:cNvPr>
              <p:cNvSpPr/>
              <p:nvPr/>
            </p:nvSpPr>
            <p:spPr>
              <a:xfrm>
                <a:off x="4572052" y="3526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0" name="Freeform 36139">
                <a:extLst>
                  <a:ext uri="{FF2B5EF4-FFF2-40B4-BE49-F238E27FC236}">
                    <a16:creationId xmlns:a16="http://schemas.microsoft.com/office/drawing/2014/main" id="{C370E2A6-75F5-F80C-C7A2-DADCF9CCE1AF}"/>
                  </a:ext>
                </a:extLst>
              </p:cNvPr>
              <p:cNvSpPr/>
              <p:nvPr/>
            </p:nvSpPr>
            <p:spPr>
              <a:xfrm>
                <a:off x="4572548" y="39439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1" name="Freeform 36140">
                <a:extLst>
                  <a:ext uri="{FF2B5EF4-FFF2-40B4-BE49-F238E27FC236}">
                    <a16:creationId xmlns:a16="http://schemas.microsoft.com/office/drawing/2014/main" id="{6D2D269B-A130-AC6D-C2C1-CCFA10BF9327}"/>
                  </a:ext>
                </a:extLst>
              </p:cNvPr>
              <p:cNvSpPr/>
              <p:nvPr/>
            </p:nvSpPr>
            <p:spPr>
              <a:xfrm>
                <a:off x="4573044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2" name="Freeform 36141">
                <a:extLst>
                  <a:ext uri="{FF2B5EF4-FFF2-40B4-BE49-F238E27FC236}">
                    <a16:creationId xmlns:a16="http://schemas.microsoft.com/office/drawing/2014/main" id="{03C343E7-FCEE-ADAF-32F2-F0CB63556CA7}"/>
                  </a:ext>
                </a:extLst>
              </p:cNvPr>
              <p:cNvSpPr/>
              <p:nvPr/>
            </p:nvSpPr>
            <p:spPr>
              <a:xfrm>
                <a:off x="4573639" y="4012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3" name="Freeform 36142">
                <a:extLst>
                  <a:ext uri="{FF2B5EF4-FFF2-40B4-BE49-F238E27FC236}">
                    <a16:creationId xmlns:a16="http://schemas.microsoft.com/office/drawing/2014/main" id="{9B806374-DD19-A246-E6A4-E8011D9A14C6}"/>
                  </a:ext>
                </a:extLst>
              </p:cNvPr>
              <p:cNvSpPr/>
              <p:nvPr/>
            </p:nvSpPr>
            <p:spPr>
              <a:xfrm>
                <a:off x="4574135" y="4017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4" name="Freeform 36143">
                <a:extLst>
                  <a:ext uri="{FF2B5EF4-FFF2-40B4-BE49-F238E27FC236}">
                    <a16:creationId xmlns:a16="http://schemas.microsoft.com/office/drawing/2014/main" id="{6EB8A826-4292-4EAC-196C-364D8288945A}"/>
                  </a:ext>
                </a:extLst>
              </p:cNvPr>
              <p:cNvSpPr/>
              <p:nvPr/>
            </p:nvSpPr>
            <p:spPr>
              <a:xfrm>
                <a:off x="4574631" y="4008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5" name="Freeform 36144">
                <a:extLst>
                  <a:ext uri="{FF2B5EF4-FFF2-40B4-BE49-F238E27FC236}">
                    <a16:creationId xmlns:a16="http://schemas.microsoft.com/office/drawing/2014/main" id="{4ABB7718-8677-0810-741B-6467500058BD}"/>
                  </a:ext>
                </a:extLst>
              </p:cNvPr>
              <p:cNvSpPr/>
              <p:nvPr/>
            </p:nvSpPr>
            <p:spPr>
              <a:xfrm>
                <a:off x="4575227" y="4009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6" name="Freeform 36145">
                <a:extLst>
                  <a:ext uri="{FF2B5EF4-FFF2-40B4-BE49-F238E27FC236}">
                    <a16:creationId xmlns:a16="http://schemas.microsoft.com/office/drawing/2014/main" id="{35408BD9-5BF7-C348-2712-C28B13C01582}"/>
                  </a:ext>
                </a:extLst>
              </p:cNvPr>
              <p:cNvSpPr/>
              <p:nvPr/>
            </p:nvSpPr>
            <p:spPr>
              <a:xfrm>
                <a:off x="4575723" y="4006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7" name="Freeform 36146">
                <a:extLst>
                  <a:ext uri="{FF2B5EF4-FFF2-40B4-BE49-F238E27FC236}">
                    <a16:creationId xmlns:a16="http://schemas.microsoft.com/office/drawing/2014/main" id="{DEB81E55-0C06-7FEA-F693-A5A3494FB21E}"/>
                  </a:ext>
                </a:extLst>
              </p:cNvPr>
              <p:cNvSpPr/>
              <p:nvPr/>
            </p:nvSpPr>
            <p:spPr>
              <a:xfrm>
                <a:off x="4576219" y="4012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8" name="Freeform 36147">
                <a:extLst>
                  <a:ext uri="{FF2B5EF4-FFF2-40B4-BE49-F238E27FC236}">
                    <a16:creationId xmlns:a16="http://schemas.microsoft.com/office/drawing/2014/main" id="{F8F9177C-B638-0BE4-1D8C-D77750F3903B}"/>
                  </a:ext>
                </a:extLst>
              </p:cNvPr>
              <p:cNvSpPr/>
              <p:nvPr/>
            </p:nvSpPr>
            <p:spPr>
              <a:xfrm>
                <a:off x="4576715" y="3963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9" name="Freeform 36148">
                <a:extLst>
                  <a:ext uri="{FF2B5EF4-FFF2-40B4-BE49-F238E27FC236}">
                    <a16:creationId xmlns:a16="http://schemas.microsoft.com/office/drawing/2014/main" id="{F2C9F72F-C0BD-B2D4-ACDF-0A07FD38631E}"/>
                  </a:ext>
                </a:extLst>
              </p:cNvPr>
              <p:cNvSpPr/>
              <p:nvPr/>
            </p:nvSpPr>
            <p:spPr>
              <a:xfrm>
                <a:off x="4577310" y="3755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0" name="Freeform 36149">
                <a:extLst>
                  <a:ext uri="{FF2B5EF4-FFF2-40B4-BE49-F238E27FC236}">
                    <a16:creationId xmlns:a16="http://schemas.microsoft.com/office/drawing/2014/main" id="{43652C95-FC66-0832-6CE9-0AE1D6140B9E}"/>
                  </a:ext>
                </a:extLst>
              </p:cNvPr>
              <p:cNvSpPr/>
              <p:nvPr/>
            </p:nvSpPr>
            <p:spPr>
              <a:xfrm>
                <a:off x="4577806" y="3715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1" name="Freeform 36150">
                <a:extLst>
                  <a:ext uri="{FF2B5EF4-FFF2-40B4-BE49-F238E27FC236}">
                    <a16:creationId xmlns:a16="http://schemas.microsoft.com/office/drawing/2014/main" id="{02337BC7-AC67-3C68-C477-08ADA46E7A45}"/>
                  </a:ext>
                </a:extLst>
              </p:cNvPr>
              <p:cNvSpPr/>
              <p:nvPr/>
            </p:nvSpPr>
            <p:spPr>
              <a:xfrm>
                <a:off x="4578302" y="3731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2" name="Freeform 36151">
                <a:extLst>
                  <a:ext uri="{FF2B5EF4-FFF2-40B4-BE49-F238E27FC236}">
                    <a16:creationId xmlns:a16="http://schemas.microsoft.com/office/drawing/2014/main" id="{6F1EB00F-CFA0-049B-21B9-5922CCC7249A}"/>
                  </a:ext>
                </a:extLst>
              </p:cNvPr>
              <p:cNvSpPr/>
              <p:nvPr/>
            </p:nvSpPr>
            <p:spPr>
              <a:xfrm>
                <a:off x="4578898" y="3729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3" name="Freeform 36152">
                <a:extLst>
                  <a:ext uri="{FF2B5EF4-FFF2-40B4-BE49-F238E27FC236}">
                    <a16:creationId xmlns:a16="http://schemas.microsoft.com/office/drawing/2014/main" id="{83B80326-FA85-E24C-0EE6-3D66A1136550}"/>
                  </a:ext>
                </a:extLst>
              </p:cNvPr>
              <p:cNvSpPr/>
              <p:nvPr/>
            </p:nvSpPr>
            <p:spPr>
              <a:xfrm>
                <a:off x="4579394" y="3721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4" name="Freeform 36153">
                <a:extLst>
                  <a:ext uri="{FF2B5EF4-FFF2-40B4-BE49-F238E27FC236}">
                    <a16:creationId xmlns:a16="http://schemas.microsoft.com/office/drawing/2014/main" id="{ACE62E74-DC3C-60E5-4F0A-8B357936602C}"/>
                  </a:ext>
                </a:extLst>
              </p:cNvPr>
              <p:cNvSpPr/>
              <p:nvPr/>
            </p:nvSpPr>
            <p:spPr>
              <a:xfrm>
                <a:off x="4579890" y="3679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5" name="Freeform 36154">
                <a:extLst>
                  <a:ext uri="{FF2B5EF4-FFF2-40B4-BE49-F238E27FC236}">
                    <a16:creationId xmlns:a16="http://schemas.microsoft.com/office/drawing/2014/main" id="{036EBBDB-4296-89AF-189B-AC5AEC7F8823}"/>
                  </a:ext>
                </a:extLst>
              </p:cNvPr>
              <p:cNvSpPr/>
              <p:nvPr/>
            </p:nvSpPr>
            <p:spPr>
              <a:xfrm>
                <a:off x="4580485" y="3629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6" name="Freeform 36155">
                <a:extLst>
                  <a:ext uri="{FF2B5EF4-FFF2-40B4-BE49-F238E27FC236}">
                    <a16:creationId xmlns:a16="http://schemas.microsoft.com/office/drawing/2014/main" id="{0AB3EBAF-98C3-4C29-C015-AFDA0F514515}"/>
                  </a:ext>
                </a:extLst>
              </p:cNvPr>
              <p:cNvSpPr/>
              <p:nvPr/>
            </p:nvSpPr>
            <p:spPr>
              <a:xfrm>
                <a:off x="4580981" y="3599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7" name="Freeform 36156">
                <a:extLst>
                  <a:ext uri="{FF2B5EF4-FFF2-40B4-BE49-F238E27FC236}">
                    <a16:creationId xmlns:a16="http://schemas.microsoft.com/office/drawing/2014/main" id="{9A79E4B0-C74B-96F4-9F0E-E6CAD74C79C9}"/>
                  </a:ext>
                </a:extLst>
              </p:cNvPr>
              <p:cNvSpPr/>
              <p:nvPr/>
            </p:nvSpPr>
            <p:spPr>
              <a:xfrm>
                <a:off x="4581477" y="3551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8" name="Freeform 36157">
                <a:extLst>
                  <a:ext uri="{FF2B5EF4-FFF2-40B4-BE49-F238E27FC236}">
                    <a16:creationId xmlns:a16="http://schemas.microsoft.com/office/drawing/2014/main" id="{EA1487E0-FEEF-F3C5-EDF3-977A2DE73905}"/>
                  </a:ext>
                </a:extLst>
              </p:cNvPr>
              <p:cNvSpPr/>
              <p:nvPr/>
            </p:nvSpPr>
            <p:spPr>
              <a:xfrm>
                <a:off x="4582073" y="3535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9" name="Freeform 36158">
                <a:extLst>
                  <a:ext uri="{FF2B5EF4-FFF2-40B4-BE49-F238E27FC236}">
                    <a16:creationId xmlns:a16="http://schemas.microsoft.com/office/drawing/2014/main" id="{07AFEC4E-4858-C68D-78B4-4014F36099BA}"/>
                  </a:ext>
                </a:extLst>
              </p:cNvPr>
              <p:cNvSpPr/>
              <p:nvPr/>
            </p:nvSpPr>
            <p:spPr>
              <a:xfrm>
                <a:off x="4582569" y="3519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0" name="Freeform 36159">
                <a:extLst>
                  <a:ext uri="{FF2B5EF4-FFF2-40B4-BE49-F238E27FC236}">
                    <a16:creationId xmlns:a16="http://schemas.microsoft.com/office/drawing/2014/main" id="{E8DE45EF-29F8-C257-7225-DAD087753DB8}"/>
                  </a:ext>
                </a:extLst>
              </p:cNvPr>
              <p:cNvSpPr/>
              <p:nvPr/>
            </p:nvSpPr>
            <p:spPr>
              <a:xfrm>
                <a:off x="4583065" y="351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1" name="Freeform 36160">
                <a:extLst>
                  <a:ext uri="{FF2B5EF4-FFF2-40B4-BE49-F238E27FC236}">
                    <a16:creationId xmlns:a16="http://schemas.microsoft.com/office/drawing/2014/main" id="{472AE482-7A82-ACF7-B65D-2C85AFA2AE8F}"/>
                  </a:ext>
                </a:extLst>
              </p:cNvPr>
              <p:cNvSpPr/>
              <p:nvPr/>
            </p:nvSpPr>
            <p:spPr>
              <a:xfrm>
                <a:off x="4583660" y="3522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2" name="Freeform 36161">
                <a:extLst>
                  <a:ext uri="{FF2B5EF4-FFF2-40B4-BE49-F238E27FC236}">
                    <a16:creationId xmlns:a16="http://schemas.microsoft.com/office/drawing/2014/main" id="{BD4E9A2F-0058-8BEA-59B2-92B5CD2D01BC}"/>
                  </a:ext>
                </a:extLst>
              </p:cNvPr>
              <p:cNvSpPr/>
              <p:nvPr/>
            </p:nvSpPr>
            <p:spPr>
              <a:xfrm>
                <a:off x="4584156" y="3577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3" name="Freeform 36162">
                <a:extLst>
                  <a:ext uri="{FF2B5EF4-FFF2-40B4-BE49-F238E27FC236}">
                    <a16:creationId xmlns:a16="http://schemas.microsoft.com/office/drawing/2014/main" id="{3D679084-14A5-2C70-4178-E94DFB774F16}"/>
                  </a:ext>
                </a:extLst>
              </p:cNvPr>
              <p:cNvSpPr/>
              <p:nvPr/>
            </p:nvSpPr>
            <p:spPr>
              <a:xfrm>
                <a:off x="4584652" y="3632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4" name="Freeform 36163">
                <a:extLst>
                  <a:ext uri="{FF2B5EF4-FFF2-40B4-BE49-F238E27FC236}">
                    <a16:creationId xmlns:a16="http://schemas.microsoft.com/office/drawing/2014/main" id="{A2B77195-0330-45C0-2EF7-853195FEBB81}"/>
                  </a:ext>
                </a:extLst>
              </p:cNvPr>
              <p:cNvSpPr/>
              <p:nvPr/>
            </p:nvSpPr>
            <p:spPr>
              <a:xfrm>
                <a:off x="4585248" y="3927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5" name="Freeform 36164">
                <a:extLst>
                  <a:ext uri="{FF2B5EF4-FFF2-40B4-BE49-F238E27FC236}">
                    <a16:creationId xmlns:a16="http://schemas.microsoft.com/office/drawing/2014/main" id="{D367A4F6-FEEB-42DB-5D08-97E85B78FE21}"/>
                  </a:ext>
                </a:extLst>
              </p:cNvPr>
              <p:cNvSpPr/>
              <p:nvPr/>
            </p:nvSpPr>
            <p:spPr>
              <a:xfrm>
                <a:off x="4585744" y="4012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6" name="Freeform 36165">
                <a:extLst>
                  <a:ext uri="{FF2B5EF4-FFF2-40B4-BE49-F238E27FC236}">
                    <a16:creationId xmlns:a16="http://schemas.microsoft.com/office/drawing/2014/main" id="{E7D5B965-B422-2F03-EA45-DE69A7805404}"/>
                  </a:ext>
                </a:extLst>
              </p:cNvPr>
              <p:cNvSpPr/>
              <p:nvPr/>
            </p:nvSpPr>
            <p:spPr>
              <a:xfrm>
                <a:off x="4586240" y="4043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7" name="Freeform 36166">
                <a:extLst>
                  <a:ext uri="{FF2B5EF4-FFF2-40B4-BE49-F238E27FC236}">
                    <a16:creationId xmlns:a16="http://schemas.microsoft.com/office/drawing/2014/main" id="{DA901446-1DB5-ED86-70DD-317544042701}"/>
                  </a:ext>
                </a:extLst>
              </p:cNvPr>
              <p:cNvSpPr/>
              <p:nvPr/>
            </p:nvSpPr>
            <p:spPr>
              <a:xfrm>
                <a:off x="4586835" y="4036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8" name="Freeform 36167">
                <a:extLst>
                  <a:ext uri="{FF2B5EF4-FFF2-40B4-BE49-F238E27FC236}">
                    <a16:creationId xmlns:a16="http://schemas.microsoft.com/office/drawing/2014/main" id="{2692B7AB-7DD7-42B6-2024-44DB9CA7BCE7}"/>
                  </a:ext>
                </a:extLst>
              </p:cNvPr>
              <p:cNvSpPr/>
              <p:nvPr/>
            </p:nvSpPr>
            <p:spPr>
              <a:xfrm>
                <a:off x="4587331" y="4014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9" name="Freeform 36168">
                <a:extLst>
                  <a:ext uri="{FF2B5EF4-FFF2-40B4-BE49-F238E27FC236}">
                    <a16:creationId xmlns:a16="http://schemas.microsoft.com/office/drawing/2014/main" id="{0158B05D-67FC-D698-55D8-7C95FA5610FF}"/>
                  </a:ext>
                </a:extLst>
              </p:cNvPr>
              <p:cNvSpPr/>
              <p:nvPr/>
            </p:nvSpPr>
            <p:spPr>
              <a:xfrm>
                <a:off x="4587827" y="3977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0" name="Freeform 36169">
                <a:extLst>
                  <a:ext uri="{FF2B5EF4-FFF2-40B4-BE49-F238E27FC236}">
                    <a16:creationId xmlns:a16="http://schemas.microsoft.com/office/drawing/2014/main" id="{66E6E903-FC6A-311E-796A-87293433EEBB}"/>
                  </a:ext>
                </a:extLst>
              </p:cNvPr>
              <p:cNvSpPr/>
              <p:nvPr/>
            </p:nvSpPr>
            <p:spPr>
              <a:xfrm>
                <a:off x="4588323" y="3972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1" name="Freeform 36170">
                <a:extLst>
                  <a:ext uri="{FF2B5EF4-FFF2-40B4-BE49-F238E27FC236}">
                    <a16:creationId xmlns:a16="http://schemas.microsoft.com/office/drawing/2014/main" id="{945D76B9-8A74-8E31-1B1B-08E4DC1E3946}"/>
                  </a:ext>
                </a:extLst>
              </p:cNvPr>
              <p:cNvSpPr/>
              <p:nvPr/>
            </p:nvSpPr>
            <p:spPr>
              <a:xfrm>
                <a:off x="4588919" y="3866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2" name="Freeform 36171">
                <a:extLst>
                  <a:ext uri="{FF2B5EF4-FFF2-40B4-BE49-F238E27FC236}">
                    <a16:creationId xmlns:a16="http://schemas.microsoft.com/office/drawing/2014/main" id="{11F17270-D06D-F4A1-4D50-6FEC963DDB43}"/>
                  </a:ext>
                </a:extLst>
              </p:cNvPr>
              <p:cNvSpPr/>
              <p:nvPr/>
            </p:nvSpPr>
            <p:spPr>
              <a:xfrm>
                <a:off x="4589415" y="3847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3" name="Freeform 36172">
                <a:extLst>
                  <a:ext uri="{FF2B5EF4-FFF2-40B4-BE49-F238E27FC236}">
                    <a16:creationId xmlns:a16="http://schemas.microsoft.com/office/drawing/2014/main" id="{FB843329-7AB4-B2B8-1965-B3878290FEAA}"/>
                  </a:ext>
                </a:extLst>
              </p:cNvPr>
              <p:cNvSpPr/>
              <p:nvPr/>
            </p:nvSpPr>
            <p:spPr>
              <a:xfrm>
                <a:off x="4589911" y="3729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4" name="Freeform 36173">
                <a:extLst>
                  <a:ext uri="{FF2B5EF4-FFF2-40B4-BE49-F238E27FC236}">
                    <a16:creationId xmlns:a16="http://schemas.microsoft.com/office/drawing/2014/main" id="{3356E7D7-46B2-82B8-E412-28BAF6AA8078}"/>
                  </a:ext>
                </a:extLst>
              </p:cNvPr>
              <p:cNvSpPr/>
              <p:nvPr/>
            </p:nvSpPr>
            <p:spPr>
              <a:xfrm>
                <a:off x="4590506" y="374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5" name="Freeform 36174">
                <a:extLst>
                  <a:ext uri="{FF2B5EF4-FFF2-40B4-BE49-F238E27FC236}">
                    <a16:creationId xmlns:a16="http://schemas.microsoft.com/office/drawing/2014/main" id="{65CED715-C09E-BB4B-2627-DC4FD2787FDE}"/>
                  </a:ext>
                </a:extLst>
              </p:cNvPr>
              <p:cNvSpPr/>
              <p:nvPr/>
            </p:nvSpPr>
            <p:spPr>
              <a:xfrm>
                <a:off x="4591002" y="3781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6" name="Freeform 36175">
                <a:extLst>
                  <a:ext uri="{FF2B5EF4-FFF2-40B4-BE49-F238E27FC236}">
                    <a16:creationId xmlns:a16="http://schemas.microsoft.com/office/drawing/2014/main" id="{4F78F88B-403B-8C1E-E8AC-C5605B0D606F}"/>
                  </a:ext>
                </a:extLst>
              </p:cNvPr>
              <p:cNvSpPr/>
              <p:nvPr/>
            </p:nvSpPr>
            <p:spPr>
              <a:xfrm>
                <a:off x="4591498" y="3768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7" name="Freeform 36176">
                <a:extLst>
                  <a:ext uri="{FF2B5EF4-FFF2-40B4-BE49-F238E27FC236}">
                    <a16:creationId xmlns:a16="http://schemas.microsoft.com/office/drawing/2014/main" id="{80D56350-92C1-37BE-73FB-F6B89E018DAB}"/>
                  </a:ext>
                </a:extLst>
              </p:cNvPr>
              <p:cNvSpPr/>
              <p:nvPr/>
            </p:nvSpPr>
            <p:spPr>
              <a:xfrm>
                <a:off x="4592094" y="3759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8" name="Freeform 36177">
                <a:extLst>
                  <a:ext uri="{FF2B5EF4-FFF2-40B4-BE49-F238E27FC236}">
                    <a16:creationId xmlns:a16="http://schemas.microsoft.com/office/drawing/2014/main" id="{B18193AE-8ED8-15DA-AF32-D2CF240C659E}"/>
                  </a:ext>
                </a:extLst>
              </p:cNvPr>
              <p:cNvSpPr/>
              <p:nvPr/>
            </p:nvSpPr>
            <p:spPr>
              <a:xfrm>
                <a:off x="4592590" y="3714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9" name="Freeform 36178">
                <a:extLst>
                  <a:ext uri="{FF2B5EF4-FFF2-40B4-BE49-F238E27FC236}">
                    <a16:creationId xmlns:a16="http://schemas.microsoft.com/office/drawing/2014/main" id="{61F73A8E-3736-0F63-32C4-426B26012050}"/>
                  </a:ext>
                </a:extLst>
              </p:cNvPr>
              <p:cNvSpPr/>
              <p:nvPr/>
            </p:nvSpPr>
            <p:spPr>
              <a:xfrm>
                <a:off x="4593086" y="3648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0" name="Freeform 36179">
                <a:extLst>
                  <a:ext uri="{FF2B5EF4-FFF2-40B4-BE49-F238E27FC236}">
                    <a16:creationId xmlns:a16="http://schemas.microsoft.com/office/drawing/2014/main" id="{C44030F9-5680-2B6B-5489-A25CB2051AB1}"/>
                  </a:ext>
                </a:extLst>
              </p:cNvPr>
              <p:cNvSpPr/>
              <p:nvPr/>
            </p:nvSpPr>
            <p:spPr>
              <a:xfrm>
                <a:off x="4593681" y="3612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1" name="Freeform 36180">
                <a:extLst>
                  <a:ext uri="{FF2B5EF4-FFF2-40B4-BE49-F238E27FC236}">
                    <a16:creationId xmlns:a16="http://schemas.microsoft.com/office/drawing/2014/main" id="{10BDD9D2-6635-ED10-D93D-8E39A7F5B847}"/>
                  </a:ext>
                </a:extLst>
              </p:cNvPr>
              <p:cNvSpPr/>
              <p:nvPr/>
            </p:nvSpPr>
            <p:spPr>
              <a:xfrm>
                <a:off x="4594177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2" name="Freeform 36181">
                <a:extLst>
                  <a:ext uri="{FF2B5EF4-FFF2-40B4-BE49-F238E27FC236}">
                    <a16:creationId xmlns:a16="http://schemas.microsoft.com/office/drawing/2014/main" id="{A306B969-F03B-B903-245B-24B2C30B34E3}"/>
                  </a:ext>
                </a:extLst>
              </p:cNvPr>
              <p:cNvSpPr/>
              <p:nvPr/>
            </p:nvSpPr>
            <p:spPr>
              <a:xfrm>
                <a:off x="4594673" y="3505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3" name="Freeform 36182">
                <a:extLst>
                  <a:ext uri="{FF2B5EF4-FFF2-40B4-BE49-F238E27FC236}">
                    <a16:creationId xmlns:a16="http://schemas.microsoft.com/office/drawing/2014/main" id="{AC431014-9B7B-7FF9-09C1-06C38131CF13}"/>
                  </a:ext>
                </a:extLst>
              </p:cNvPr>
              <p:cNvSpPr/>
              <p:nvPr/>
            </p:nvSpPr>
            <p:spPr>
              <a:xfrm>
                <a:off x="4595269" y="3514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4" name="Freeform 36183">
                <a:extLst>
                  <a:ext uri="{FF2B5EF4-FFF2-40B4-BE49-F238E27FC236}">
                    <a16:creationId xmlns:a16="http://schemas.microsoft.com/office/drawing/2014/main" id="{0787C11F-3C8A-E797-4199-0C518E26347B}"/>
                  </a:ext>
                </a:extLst>
              </p:cNvPr>
              <p:cNvSpPr/>
              <p:nvPr/>
            </p:nvSpPr>
            <p:spPr>
              <a:xfrm>
                <a:off x="4595765" y="3529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5" name="Freeform 36184">
                <a:extLst>
                  <a:ext uri="{FF2B5EF4-FFF2-40B4-BE49-F238E27FC236}">
                    <a16:creationId xmlns:a16="http://schemas.microsoft.com/office/drawing/2014/main" id="{6C509B29-2B68-E7EE-68E0-7068E6CDD5E7}"/>
                  </a:ext>
                </a:extLst>
              </p:cNvPr>
              <p:cNvSpPr/>
              <p:nvPr/>
            </p:nvSpPr>
            <p:spPr>
              <a:xfrm>
                <a:off x="4596261" y="3557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6" name="Freeform 36185">
                <a:extLst>
                  <a:ext uri="{FF2B5EF4-FFF2-40B4-BE49-F238E27FC236}">
                    <a16:creationId xmlns:a16="http://schemas.microsoft.com/office/drawing/2014/main" id="{0522B5F4-AAB9-EA6C-28F6-D00DB34CC8C7}"/>
                  </a:ext>
                </a:extLst>
              </p:cNvPr>
              <p:cNvSpPr/>
              <p:nvPr/>
            </p:nvSpPr>
            <p:spPr>
              <a:xfrm>
                <a:off x="4596856" y="3657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7" name="Freeform 36186">
                <a:extLst>
                  <a:ext uri="{FF2B5EF4-FFF2-40B4-BE49-F238E27FC236}">
                    <a16:creationId xmlns:a16="http://schemas.microsoft.com/office/drawing/2014/main" id="{E39E95D7-C0C6-8D14-F777-6B64DE479E0D}"/>
                  </a:ext>
                </a:extLst>
              </p:cNvPr>
              <p:cNvSpPr/>
              <p:nvPr/>
            </p:nvSpPr>
            <p:spPr>
              <a:xfrm>
                <a:off x="4597352" y="3691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8" name="Freeform 36187">
                <a:extLst>
                  <a:ext uri="{FF2B5EF4-FFF2-40B4-BE49-F238E27FC236}">
                    <a16:creationId xmlns:a16="http://schemas.microsoft.com/office/drawing/2014/main" id="{2A8C0F01-B3D4-101B-4DE2-B1848DE63D87}"/>
                  </a:ext>
                </a:extLst>
              </p:cNvPr>
              <p:cNvSpPr/>
              <p:nvPr/>
            </p:nvSpPr>
            <p:spPr>
              <a:xfrm>
                <a:off x="4597848" y="3804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9" name="Freeform 36188">
                <a:extLst>
                  <a:ext uri="{FF2B5EF4-FFF2-40B4-BE49-F238E27FC236}">
                    <a16:creationId xmlns:a16="http://schemas.microsoft.com/office/drawing/2014/main" id="{A71D02B5-585B-15C6-6AC4-164790833B79}"/>
                  </a:ext>
                </a:extLst>
              </p:cNvPr>
              <p:cNvSpPr/>
              <p:nvPr/>
            </p:nvSpPr>
            <p:spPr>
              <a:xfrm>
                <a:off x="4598444" y="3966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0" name="Freeform 36189">
                <a:extLst>
                  <a:ext uri="{FF2B5EF4-FFF2-40B4-BE49-F238E27FC236}">
                    <a16:creationId xmlns:a16="http://schemas.microsoft.com/office/drawing/2014/main" id="{AC2F0F2C-9D3A-5BA3-CB0C-0DF53929612B}"/>
                  </a:ext>
                </a:extLst>
              </p:cNvPr>
              <p:cNvSpPr/>
              <p:nvPr/>
            </p:nvSpPr>
            <p:spPr>
              <a:xfrm>
                <a:off x="4598940" y="4016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1" name="Freeform 36190">
                <a:extLst>
                  <a:ext uri="{FF2B5EF4-FFF2-40B4-BE49-F238E27FC236}">
                    <a16:creationId xmlns:a16="http://schemas.microsoft.com/office/drawing/2014/main" id="{2A05D42D-D5AC-E5C5-893B-F1347C9CE745}"/>
                  </a:ext>
                </a:extLst>
              </p:cNvPr>
              <p:cNvSpPr/>
              <p:nvPr/>
            </p:nvSpPr>
            <p:spPr>
              <a:xfrm>
                <a:off x="4599436" y="4020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2" name="Freeform 36191">
                <a:extLst>
                  <a:ext uri="{FF2B5EF4-FFF2-40B4-BE49-F238E27FC236}">
                    <a16:creationId xmlns:a16="http://schemas.microsoft.com/office/drawing/2014/main" id="{A8B567C6-B156-C25C-AE8B-58924F480D95}"/>
                  </a:ext>
                </a:extLst>
              </p:cNvPr>
              <p:cNvSpPr/>
              <p:nvPr/>
            </p:nvSpPr>
            <p:spPr>
              <a:xfrm>
                <a:off x="4600031" y="4014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3" name="Freeform 36192">
                <a:extLst>
                  <a:ext uri="{FF2B5EF4-FFF2-40B4-BE49-F238E27FC236}">
                    <a16:creationId xmlns:a16="http://schemas.microsoft.com/office/drawing/2014/main" id="{17C855FC-E879-71ED-73BB-69DC6961D247}"/>
                  </a:ext>
                </a:extLst>
              </p:cNvPr>
              <p:cNvSpPr/>
              <p:nvPr/>
            </p:nvSpPr>
            <p:spPr>
              <a:xfrm>
                <a:off x="4600527" y="4003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4" name="Freeform 36193">
                <a:extLst>
                  <a:ext uri="{FF2B5EF4-FFF2-40B4-BE49-F238E27FC236}">
                    <a16:creationId xmlns:a16="http://schemas.microsoft.com/office/drawing/2014/main" id="{E3AE629D-7B56-5F9D-24EC-5F2A4F798090}"/>
                  </a:ext>
                </a:extLst>
              </p:cNvPr>
              <p:cNvSpPr/>
              <p:nvPr/>
            </p:nvSpPr>
            <p:spPr>
              <a:xfrm>
                <a:off x="4601023" y="4003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5" name="Freeform 36194">
                <a:extLst>
                  <a:ext uri="{FF2B5EF4-FFF2-40B4-BE49-F238E27FC236}">
                    <a16:creationId xmlns:a16="http://schemas.microsoft.com/office/drawing/2014/main" id="{ABD21048-5CA9-322E-4552-8C6714C2EA6D}"/>
                  </a:ext>
                </a:extLst>
              </p:cNvPr>
              <p:cNvSpPr/>
              <p:nvPr/>
            </p:nvSpPr>
            <p:spPr>
              <a:xfrm>
                <a:off x="4601520" y="3999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6" name="Freeform 36195">
                <a:extLst>
                  <a:ext uri="{FF2B5EF4-FFF2-40B4-BE49-F238E27FC236}">
                    <a16:creationId xmlns:a16="http://schemas.microsoft.com/office/drawing/2014/main" id="{2E531062-E5AC-7E46-DB29-598D8EEE357A}"/>
                  </a:ext>
                </a:extLst>
              </p:cNvPr>
              <p:cNvSpPr/>
              <p:nvPr/>
            </p:nvSpPr>
            <p:spPr>
              <a:xfrm>
                <a:off x="4602115" y="3996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7" name="Freeform 36196">
                <a:extLst>
                  <a:ext uri="{FF2B5EF4-FFF2-40B4-BE49-F238E27FC236}">
                    <a16:creationId xmlns:a16="http://schemas.microsoft.com/office/drawing/2014/main" id="{EB3806E7-694F-E5DD-0D48-8DBEF0553899}"/>
                  </a:ext>
                </a:extLst>
              </p:cNvPr>
              <p:cNvSpPr/>
              <p:nvPr/>
            </p:nvSpPr>
            <p:spPr>
              <a:xfrm>
                <a:off x="4602611" y="3621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8" name="Freeform 36197">
                <a:extLst>
                  <a:ext uri="{FF2B5EF4-FFF2-40B4-BE49-F238E27FC236}">
                    <a16:creationId xmlns:a16="http://schemas.microsoft.com/office/drawing/2014/main" id="{25D2BD70-97BA-D8C0-7BF5-7E001D09935A}"/>
                  </a:ext>
                </a:extLst>
              </p:cNvPr>
              <p:cNvSpPr/>
              <p:nvPr/>
            </p:nvSpPr>
            <p:spPr>
              <a:xfrm>
                <a:off x="4603107" y="3608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9" name="Freeform 36198">
                <a:extLst>
                  <a:ext uri="{FF2B5EF4-FFF2-40B4-BE49-F238E27FC236}">
                    <a16:creationId xmlns:a16="http://schemas.microsoft.com/office/drawing/2014/main" id="{89E5A95C-C01A-707A-A5E0-4365E314DE4E}"/>
                  </a:ext>
                </a:extLst>
              </p:cNvPr>
              <p:cNvSpPr/>
              <p:nvPr/>
            </p:nvSpPr>
            <p:spPr>
              <a:xfrm>
                <a:off x="4603702" y="3632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0" name="Freeform 36199">
                <a:extLst>
                  <a:ext uri="{FF2B5EF4-FFF2-40B4-BE49-F238E27FC236}">
                    <a16:creationId xmlns:a16="http://schemas.microsoft.com/office/drawing/2014/main" id="{39050210-0095-AC64-F5EE-9E1AF3D9BFAF}"/>
                  </a:ext>
                </a:extLst>
              </p:cNvPr>
              <p:cNvSpPr/>
              <p:nvPr/>
            </p:nvSpPr>
            <p:spPr>
              <a:xfrm>
                <a:off x="4604198" y="3631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1" name="Freeform 36200">
                <a:extLst>
                  <a:ext uri="{FF2B5EF4-FFF2-40B4-BE49-F238E27FC236}">
                    <a16:creationId xmlns:a16="http://schemas.microsoft.com/office/drawing/2014/main" id="{A96D7752-61B1-72E7-CFD1-4040CB597FD2}"/>
                  </a:ext>
                </a:extLst>
              </p:cNvPr>
              <p:cNvSpPr/>
              <p:nvPr/>
            </p:nvSpPr>
            <p:spPr>
              <a:xfrm>
                <a:off x="4604695" y="3620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2" name="Freeform 36201">
                <a:extLst>
                  <a:ext uri="{FF2B5EF4-FFF2-40B4-BE49-F238E27FC236}">
                    <a16:creationId xmlns:a16="http://schemas.microsoft.com/office/drawing/2014/main" id="{723290C1-F20C-1D45-DBAC-9D96066BEA5C}"/>
                  </a:ext>
                </a:extLst>
              </p:cNvPr>
              <p:cNvSpPr/>
              <p:nvPr/>
            </p:nvSpPr>
            <p:spPr>
              <a:xfrm>
                <a:off x="4605290" y="357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3" name="Freeform 36202">
                <a:extLst>
                  <a:ext uri="{FF2B5EF4-FFF2-40B4-BE49-F238E27FC236}">
                    <a16:creationId xmlns:a16="http://schemas.microsoft.com/office/drawing/2014/main" id="{89DF6C45-D4DF-0A84-B3C4-7F3E963CB60D}"/>
                  </a:ext>
                </a:extLst>
              </p:cNvPr>
              <p:cNvSpPr/>
              <p:nvPr/>
            </p:nvSpPr>
            <p:spPr>
              <a:xfrm>
                <a:off x="4605786" y="3532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4" name="Freeform 36203">
                <a:extLst>
                  <a:ext uri="{FF2B5EF4-FFF2-40B4-BE49-F238E27FC236}">
                    <a16:creationId xmlns:a16="http://schemas.microsoft.com/office/drawing/2014/main" id="{F7961B16-96EA-04AF-1529-B08B3B6D5263}"/>
                  </a:ext>
                </a:extLst>
              </p:cNvPr>
              <p:cNvSpPr/>
              <p:nvPr/>
            </p:nvSpPr>
            <p:spPr>
              <a:xfrm>
                <a:off x="4606282" y="3482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5" name="Freeform 36204">
                <a:extLst>
                  <a:ext uri="{FF2B5EF4-FFF2-40B4-BE49-F238E27FC236}">
                    <a16:creationId xmlns:a16="http://schemas.microsoft.com/office/drawing/2014/main" id="{1FD44D33-869C-0863-C019-C046C745C61B}"/>
                  </a:ext>
                </a:extLst>
              </p:cNvPr>
              <p:cNvSpPr/>
              <p:nvPr/>
            </p:nvSpPr>
            <p:spPr>
              <a:xfrm>
                <a:off x="4606877" y="3464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6" name="Freeform 36205">
                <a:extLst>
                  <a:ext uri="{FF2B5EF4-FFF2-40B4-BE49-F238E27FC236}">
                    <a16:creationId xmlns:a16="http://schemas.microsoft.com/office/drawing/2014/main" id="{626FA459-AEC9-1388-DFCA-1CDEB998AE37}"/>
                  </a:ext>
                </a:extLst>
              </p:cNvPr>
              <p:cNvSpPr/>
              <p:nvPr/>
            </p:nvSpPr>
            <p:spPr>
              <a:xfrm>
                <a:off x="4607373" y="3462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7" name="Freeform 36206">
                <a:extLst>
                  <a:ext uri="{FF2B5EF4-FFF2-40B4-BE49-F238E27FC236}">
                    <a16:creationId xmlns:a16="http://schemas.microsoft.com/office/drawing/2014/main" id="{17C61E16-F2E1-9AB7-CE00-E13CA6A70CCB}"/>
                  </a:ext>
                </a:extLst>
              </p:cNvPr>
              <p:cNvSpPr/>
              <p:nvPr/>
            </p:nvSpPr>
            <p:spPr>
              <a:xfrm>
                <a:off x="4607870" y="3468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8" name="Freeform 36207">
                <a:extLst>
                  <a:ext uri="{FF2B5EF4-FFF2-40B4-BE49-F238E27FC236}">
                    <a16:creationId xmlns:a16="http://schemas.microsoft.com/office/drawing/2014/main" id="{57C5E8F5-3724-8CE7-A2EA-C22EA6462007}"/>
                  </a:ext>
                </a:extLst>
              </p:cNvPr>
              <p:cNvSpPr/>
              <p:nvPr/>
            </p:nvSpPr>
            <p:spPr>
              <a:xfrm>
                <a:off x="4608465" y="3464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9" name="Freeform 36208">
                <a:extLst>
                  <a:ext uri="{FF2B5EF4-FFF2-40B4-BE49-F238E27FC236}">
                    <a16:creationId xmlns:a16="http://schemas.microsoft.com/office/drawing/2014/main" id="{487F0B98-DA6A-58DE-460A-F2CC930E97E9}"/>
                  </a:ext>
                </a:extLst>
              </p:cNvPr>
              <p:cNvSpPr/>
              <p:nvPr/>
            </p:nvSpPr>
            <p:spPr>
              <a:xfrm>
                <a:off x="4608961" y="3452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0" name="Freeform 36209">
                <a:extLst>
                  <a:ext uri="{FF2B5EF4-FFF2-40B4-BE49-F238E27FC236}">
                    <a16:creationId xmlns:a16="http://schemas.microsoft.com/office/drawing/2014/main" id="{B0C1BA59-E367-4788-3AA1-5B61F33EB177}"/>
                  </a:ext>
                </a:extLst>
              </p:cNvPr>
              <p:cNvSpPr/>
              <p:nvPr/>
            </p:nvSpPr>
            <p:spPr>
              <a:xfrm>
                <a:off x="4609457" y="3461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1" name="Freeform 36210">
                <a:extLst>
                  <a:ext uri="{FF2B5EF4-FFF2-40B4-BE49-F238E27FC236}">
                    <a16:creationId xmlns:a16="http://schemas.microsoft.com/office/drawing/2014/main" id="{74E3D30C-1AC0-58D3-5181-6F98CCC07DC6}"/>
                  </a:ext>
                </a:extLst>
              </p:cNvPr>
              <p:cNvSpPr/>
              <p:nvPr/>
            </p:nvSpPr>
            <p:spPr>
              <a:xfrm>
                <a:off x="4610052" y="3561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2" name="Freeform 36211">
                <a:extLst>
                  <a:ext uri="{FF2B5EF4-FFF2-40B4-BE49-F238E27FC236}">
                    <a16:creationId xmlns:a16="http://schemas.microsoft.com/office/drawing/2014/main" id="{B2DB67FC-F1E7-5C80-F60B-9A6223BCA901}"/>
                  </a:ext>
                </a:extLst>
              </p:cNvPr>
              <p:cNvSpPr/>
              <p:nvPr/>
            </p:nvSpPr>
            <p:spPr>
              <a:xfrm>
                <a:off x="4610548" y="3905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3" name="Freeform 36212">
                <a:extLst>
                  <a:ext uri="{FF2B5EF4-FFF2-40B4-BE49-F238E27FC236}">
                    <a16:creationId xmlns:a16="http://schemas.microsoft.com/office/drawing/2014/main" id="{F208A439-9C8C-96AC-2EDE-B4B2F52E8AA1}"/>
                  </a:ext>
                </a:extLst>
              </p:cNvPr>
              <p:cNvSpPr/>
              <p:nvPr/>
            </p:nvSpPr>
            <p:spPr>
              <a:xfrm>
                <a:off x="4611045" y="3982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4" name="Freeform 36213">
                <a:extLst>
                  <a:ext uri="{FF2B5EF4-FFF2-40B4-BE49-F238E27FC236}">
                    <a16:creationId xmlns:a16="http://schemas.microsoft.com/office/drawing/2014/main" id="{ABBCFBC4-7BB3-6EEC-88BA-BF0FFEC82073}"/>
                  </a:ext>
                </a:extLst>
              </p:cNvPr>
              <p:cNvSpPr/>
              <p:nvPr/>
            </p:nvSpPr>
            <p:spPr>
              <a:xfrm>
                <a:off x="4611640" y="3984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5" name="Freeform 36214">
                <a:extLst>
                  <a:ext uri="{FF2B5EF4-FFF2-40B4-BE49-F238E27FC236}">
                    <a16:creationId xmlns:a16="http://schemas.microsoft.com/office/drawing/2014/main" id="{089763DB-F6FD-CCC4-F986-50E1878B207E}"/>
                  </a:ext>
                </a:extLst>
              </p:cNvPr>
              <p:cNvSpPr/>
              <p:nvPr/>
            </p:nvSpPr>
            <p:spPr>
              <a:xfrm>
                <a:off x="4612136" y="3969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6" name="Freeform 36215">
                <a:extLst>
                  <a:ext uri="{FF2B5EF4-FFF2-40B4-BE49-F238E27FC236}">
                    <a16:creationId xmlns:a16="http://schemas.microsoft.com/office/drawing/2014/main" id="{2E0187DC-6DB7-0230-3F58-72F57C00D934}"/>
                  </a:ext>
                </a:extLst>
              </p:cNvPr>
              <p:cNvSpPr/>
              <p:nvPr/>
            </p:nvSpPr>
            <p:spPr>
              <a:xfrm>
                <a:off x="4612632" y="395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7" name="Freeform 36216">
                <a:extLst>
                  <a:ext uri="{FF2B5EF4-FFF2-40B4-BE49-F238E27FC236}">
                    <a16:creationId xmlns:a16="http://schemas.microsoft.com/office/drawing/2014/main" id="{90F8B408-DC96-CD46-45A6-0FB42CEF76FA}"/>
                  </a:ext>
                </a:extLst>
              </p:cNvPr>
              <p:cNvSpPr/>
              <p:nvPr/>
            </p:nvSpPr>
            <p:spPr>
              <a:xfrm>
                <a:off x="4613128" y="3952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8" name="Freeform 36217">
                <a:extLst>
                  <a:ext uri="{FF2B5EF4-FFF2-40B4-BE49-F238E27FC236}">
                    <a16:creationId xmlns:a16="http://schemas.microsoft.com/office/drawing/2014/main" id="{E71C176C-BB6F-6E04-76CA-B7813279EF46}"/>
                  </a:ext>
                </a:extLst>
              </p:cNvPr>
              <p:cNvSpPr/>
              <p:nvPr/>
            </p:nvSpPr>
            <p:spPr>
              <a:xfrm>
                <a:off x="4613723" y="3950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9" name="Freeform 36218">
                <a:extLst>
                  <a:ext uri="{FF2B5EF4-FFF2-40B4-BE49-F238E27FC236}">
                    <a16:creationId xmlns:a16="http://schemas.microsoft.com/office/drawing/2014/main" id="{DD7B0B5B-0C19-92E9-1F0F-195FEE87CBDC}"/>
                  </a:ext>
                </a:extLst>
              </p:cNvPr>
              <p:cNvSpPr/>
              <p:nvPr/>
            </p:nvSpPr>
            <p:spPr>
              <a:xfrm>
                <a:off x="4614220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0" name="Freeform 36219">
                <a:extLst>
                  <a:ext uri="{FF2B5EF4-FFF2-40B4-BE49-F238E27FC236}">
                    <a16:creationId xmlns:a16="http://schemas.microsoft.com/office/drawing/2014/main" id="{1D778A6A-AC22-C6E2-A745-195BA547DBE6}"/>
                  </a:ext>
                </a:extLst>
              </p:cNvPr>
              <p:cNvSpPr/>
              <p:nvPr/>
            </p:nvSpPr>
            <p:spPr>
              <a:xfrm>
                <a:off x="4614716" y="3922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1" name="Freeform 36220">
                <a:extLst>
                  <a:ext uri="{FF2B5EF4-FFF2-40B4-BE49-F238E27FC236}">
                    <a16:creationId xmlns:a16="http://schemas.microsoft.com/office/drawing/2014/main" id="{77ED0A19-FD52-D824-86F5-94B87038B3F9}"/>
                  </a:ext>
                </a:extLst>
              </p:cNvPr>
              <p:cNvSpPr/>
              <p:nvPr/>
            </p:nvSpPr>
            <p:spPr>
              <a:xfrm>
                <a:off x="4615311" y="3661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2" name="Freeform 36221">
                <a:extLst>
                  <a:ext uri="{FF2B5EF4-FFF2-40B4-BE49-F238E27FC236}">
                    <a16:creationId xmlns:a16="http://schemas.microsoft.com/office/drawing/2014/main" id="{B94D1615-8E92-C803-5261-36CC61C038A1}"/>
                  </a:ext>
                </a:extLst>
              </p:cNvPr>
              <p:cNvSpPr/>
              <p:nvPr/>
            </p:nvSpPr>
            <p:spPr>
              <a:xfrm>
                <a:off x="4615807" y="3672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3" name="Freeform 36222">
                <a:extLst>
                  <a:ext uri="{FF2B5EF4-FFF2-40B4-BE49-F238E27FC236}">
                    <a16:creationId xmlns:a16="http://schemas.microsoft.com/office/drawing/2014/main" id="{4D6903A5-DB5D-E180-1B6A-D68158D15F87}"/>
                  </a:ext>
                </a:extLst>
              </p:cNvPr>
              <p:cNvSpPr/>
              <p:nvPr/>
            </p:nvSpPr>
            <p:spPr>
              <a:xfrm>
                <a:off x="4616303" y="3470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4" name="Freeform 36223">
                <a:extLst>
                  <a:ext uri="{FF2B5EF4-FFF2-40B4-BE49-F238E27FC236}">
                    <a16:creationId xmlns:a16="http://schemas.microsoft.com/office/drawing/2014/main" id="{CE7D41EC-6CC4-AD95-EDD9-0CFF6E609890}"/>
                  </a:ext>
                </a:extLst>
              </p:cNvPr>
              <p:cNvSpPr/>
              <p:nvPr/>
            </p:nvSpPr>
            <p:spPr>
              <a:xfrm>
                <a:off x="4616898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5" name="Freeform 36224">
                <a:extLst>
                  <a:ext uri="{FF2B5EF4-FFF2-40B4-BE49-F238E27FC236}">
                    <a16:creationId xmlns:a16="http://schemas.microsoft.com/office/drawing/2014/main" id="{B8EE7BC7-7C4A-5872-811F-EF792516BD1B}"/>
                  </a:ext>
                </a:extLst>
              </p:cNvPr>
              <p:cNvSpPr/>
              <p:nvPr/>
            </p:nvSpPr>
            <p:spPr>
              <a:xfrm>
                <a:off x="4617395" y="3599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6" name="Freeform 36225">
                <a:extLst>
                  <a:ext uri="{FF2B5EF4-FFF2-40B4-BE49-F238E27FC236}">
                    <a16:creationId xmlns:a16="http://schemas.microsoft.com/office/drawing/2014/main" id="{F4BB1D97-C0B0-DB3B-C7B2-FFFFE9F63998}"/>
                  </a:ext>
                </a:extLst>
              </p:cNvPr>
              <p:cNvSpPr/>
              <p:nvPr/>
            </p:nvSpPr>
            <p:spPr>
              <a:xfrm>
                <a:off x="4617891" y="3437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7" name="Freeform 36226">
                <a:extLst>
                  <a:ext uri="{FF2B5EF4-FFF2-40B4-BE49-F238E27FC236}">
                    <a16:creationId xmlns:a16="http://schemas.microsoft.com/office/drawing/2014/main" id="{DBA9ADB9-628E-E34F-6C8E-A5335CEE49EE}"/>
                  </a:ext>
                </a:extLst>
              </p:cNvPr>
              <p:cNvSpPr/>
              <p:nvPr/>
            </p:nvSpPr>
            <p:spPr>
              <a:xfrm>
                <a:off x="4618486" y="3612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8" name="Freeform 36227">
                <a:extLst>
                  <a:ext uri="{FF2B5EF4-FFF2-40B4-BE49-F238E27FC236}">
                    <a16:creationId xmlns:a16="http://schemas.microsoft.com/office/drawing/2014/main" id="{F89BC018-A82E-485D-0309-35F6E25D446D}"/>
                  </a:ext>
                </a:extLst>
              </p:cNvPr>
              <p:cNvSpPr/>
              <p:nvPr/>
            </p:nvSpPr>
            <p:spPr>
              <a:xfrm>
                <a:off x="4618982" y="3563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9" name="Freeform 36228">
                <a:extLst>
                  <a:ext uri="{FF2B5EF4-FFF2-40B4-BE49-F238E27FC236}">
                    <a16:creationId xmlns:a16="http://schemas.microsoft.com/office/drawing/2014/main" id="{EA5D00C8-3063-17E8-779B-DD26E2060D07}"/>
                  </a:ext>
                </a:extLst>
              </p:cNvPr>
              <p:cNvSpPr/>
              <p:nvPr/>
            </p:nvSpPr>
            <p:spPr>
              <a:xfrm>
                <a:off x="4619478" y="3466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0" name="Freeform 36229">
                <a:extLst>
                  <a:ext uri="{FF2B5EF4-FFF2-40B4-BE49-F238E27FC236}">
                    <a16:creationId xmlns:a16="http://schemas.microsoft.com/office/drawing/2014/main" id="{CE39577A-F460-D66C-86F5-BE8C1D2BF2B7}"/>
                  </a:ext>
                </a:extLst>
              </p:cNvPr>
              <p:cNvSpPr/>
              <p:nvPr/>
            </p:nvSpPr>
            <p:spPr>
              <a:xfrm>
                <a:off x="4620073" y="3411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1" name="Freeform 36230">
                <a:extLst>
                  <a:ext uri="{FF2B5EF4-FFF2-40B4-BE49-F238E27FC236}">
                    <a16:creationId xmlns:a16="http://schemas.microsoft.com/office/drawing/2014/main" id="{B26AC8FA-C7F4-8928-7402-8FD8ECE4C81A}"/>
                  </a:ext>
                </a:extLst>
              </p:cNvPr>
              <p:cNvSpPr/>
              <p:nvPr/>
            </p:nvSpPr>
            <p:spPr>
              <a:xfrm>
                <a:off x="4620570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2" name="Freeform 36231">
                <a:extLst>
                  <a:ext uri="{FF2B5EF4-FFF2-40B4-BE49-F238E27FC236}">
                    <a16:creationId xmlns:a16="http://schemas.microsoft.com/office/drawing/2014/main" id="{D5D2DB04-5923-7ADD-34E0-00DBC4DBACE0}"/>
                  </a:ext>
                </a:extLst>
              </p:cNvPr>
              <p:cNvSpPr/>
              <p:nvPr/>
            </p:nvSpPr>
            <p:spPr>
              <a:xfrm>
                <a:off x="4621066" y="3473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3" name="Freeform 36232">
                <a:extLst>
                  <a:ext uri="{FF2B5EF4-FFF2-40B4-BE49-F238E27FC236}">
                    <a16:creationId xmlns:a16="http://schemas.microsoft.com/office/drawing/2014/main" id="{3DF16B9A-F707-4D7A-D202-D3B3735E6CE9}"/>
                  </a:ext>
                </a:extLst>
              </p:cNvPr>
              <p:cNvSpPr/>
              <p:nvPr/>
            </p:nvSpPr>
            <p:spPr>
              <a:xfrm>
                <a:off x="4621661" y="3470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4" name="Freeform 36233">
                <a:extLst>
                  <a:ext uri="{FF2B5EF4-FFF2-40B4-BE49-F238E27FC236}">
                    <a16:creationId xmlns:a16="http://schemas.microsoft.com/office/drawing/2014/main" id="{A2FF9AD1-4CFE-0F1B-6670-1FFABEE9CBCA}"/>
                  </a:ext>
                </a:extLst>
              </p:cNvPr>
              <p:cNvSpPr/>
              <p:nvPr/>
            </p:nvSpPr>
            <p:spPr>
              <a:xfrm>
                <a:off x="4622157" y="3475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5" name="Freeform 36234">
                <a:extLst>
                  <a:ext uri="{FF2B5EF4-FFF2-40B4-BE49-F238E27FC236}">
                    <a16:creationId xmlns:a16="http://schemas.microsoft.com/office/drawing/2014/main" id="{68C1F108-3B79-411A-AFD8-0AF55DC64363}"/>
                  </a:ext>
                </a:extLst>
              </p:cNvPr>
              <p:cNvSpPr/>
              <p:nvPr/>
            </p:nvSpPr>
            <p:spPr>
              <a:xfrm>
                <a:off x="4622653" y="3550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6" name="Freeform 36235">
                <a:extLst>
                  <a:ext uri="{FF2B5EF4-FFF2-40B4-BE49-F238E27FC236}">
                    <a16:creationId xmlns:a16="http://schemas.microsoft.com/office/drawing/2014/main" id="{FFE08FB8-826A-66A7-1B3B-5B2DB2B52EDE}"/>
                  </a:ext>
                </a:extLst>
              </p:cNvPr>
              <p:cNvSpPr/>
              <p:nvPr/>
            </p:nvSpPr>
            <p:spPr>
              <a:xfrm>
                <a:off x="4623248" y="3986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7" name="Freeform 36236">
                <a:extLst>
                  <a:ext uri="{FF2B5EF4-FFF2-40B4-BE49-F238E27FC236}">
                    <a16:creationId xmlns:a16="http://schemas.microsoft.com/office/drawing/2014/main" id="{6AF02E62-C96B-2AB8-94B5-D1FC0FEF9F78}"/>
                  </a:ext>
                </a:extLst>
              </p:cNvPr>
              <p:cNvSpPr/>
              <p:nvPr/>
            </p:nvSpPr>
            <p:spPr>
              <a:xfrm>
                <a:off x="4623745" y="403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8" name="Freeform 36237">
                <a:extLst>
                  <a:ext uri="{FF2B5EF4-FFF2-40B4-BE49-F238E27FC236}">
                    <a16:creationId xmlns:a16="http://schemas.microsoft.com/office/drawing/2014/main" id="{FDF77F41-5428-088A-8A72-661F1399BCEA}"/>
                  </a:ext>
                </a:extLst>
              </p:cNvPr>
              <p:cNvSpPr/>
              <p:nvPr/>
            </p:nvSpPr>
            <p:spPr>
              <a:xfrm>
                <a:off x="4624241" y="4046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9" name="Freeform 36238">
                <a:extLst>
                  <a:ext uri="{FF2B5EF4-FFF2-40B4-BE49-F238E27FC236}">
                    <a16:creationId xmlns:a16="http://schemas.microsoft.com/office/drawing/2014/main" id="{A155E1E0-667F-6989-4358-518166921C91}"/>
                  </a:ext>
                </a:extLst>
              </p:cNvPr>
              <p:cNvSpPr/>
              <p:nvPr/>
            </p:nvSpPr>
            <p:spPr>
              <a:xfrm>
                <a:off x="4624737" y="4037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0" name="Freeform 36239">
                <a:extLst>
                  <a:ext uri="{FF2B5EF4-FFF2-40B4-BE49-F238E27FC236}">
                    <a16:creationId xmlns:a16="http://schemas.microsoft.com/office/drawing/2014/main" id="{830A4A29-8F60-EABD-BA66-05EA912A9158}"/>
                  </a:ext>
                </a:extLst>
              </p:cNvPr>
              <p:cNvSpPr/>
              <p:nvPr/>
            </p:nvSpPr>
            <p:spPr>
              <a:xfrm>
                <a:off x="4625332" y="4040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1" name="Freeform 36240">
                <a:extLst>
                  <a:ext uri="{FF2B5EF4-FFF2-40B4-BE49-F238E27FC236}">
                    <a16:creationId xmlns:a16="http://schemas.microsoft.com/office/drawing/2014/main" id="{AB0D1430-8022-E0D3-9839-228087F3DDC5}"/>
                  </a:ext>
                </a:extLst>
              </p:cNvPr>
              <p:cNvSpPr/>
              <p:nvPr/>
            </p:nvSpPr>
            <p:spPr>
              <a:xfrm>
                <a:off x="4625828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2" name="Freeform 36241">
                <a:extLst>
                  <a:ext uri="{FF2B5EF4-FFF2-40B4-BE49-F238E27FC236}">
                    <a16:creationId xmlns:a16="http://schemas.microsoft.com/office/drawing/2014/main" id="{3BA83A8F-185A-62DF-0F7A-4F30F2618F50}"/>
                  </a:ext>
                </a:extLst>
              </p:cNvPr>
              <p:cNvSpPr/>
              <p:nvPr/>
            </p:nvSpPr>
            <p:spPr>
              <a:xfrm>
                <a:off x="4626324" y="40520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3" name="Freeform 36242">
                <a:extLst>
                  <a:ext uri="{FF2B5EF4-FFF2-40B4-BE49-F238E27FC236}">
                    <a16:creationId xmlns:a16="http://schemas.microsoft.com/office/drawing/2014/main" id="{7B972A75-7A89-1B8A-992C-693AD5ED8883}"/>
                  </a:ext>
                </a:extLst>
              </p:cNvPr>
              <p:cNvSpPr/>
              <p:nvPr/>
            </p:nvSpPr>
            <p:spPr>
              <a:xfrm>
                <a:off x="4626920" y="4047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4" name="Freeform 36243">
                <a:extLst>
                  <a:ext uri="{FF2B5EF4-FFF2-40B4-BE49-F238E27FC236}">
                    <a16:creationId xmlns:a16="http://schemas.microsoft.com/office/drawing/2014/main" id="{A6C5F4E2-C30B-5B2C-EDC1-547F4B40269D}"/>
                  </a:ext>
                </a:extLst>
              </p:cNvPr>
              <p:cNvSpPr/>
              <p:nvPr/>
            </p:nvSpPr>
            <p:spPr>
              <a:xfrm>
                <a:off x="4627416" y="4015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5" name="Freeform 36244">
                <a:extLst>
                  <a:ext uri="{FF2B5EF4-FFF2-40B4-BE49-F238E27FC236}">
                    <a16:creationId xmlns:a16="http://schemas.microsoft.com/office/drawing/2014/main" id="{9F5BA656-68DA-E108-EF9D-464059C25577}"/>
                  </a:ext>
                </a:extLst>
              </p:cNvPr>
              <p:cNvSpPr/>
              <p:nvPr/>
            </p:nvSpPr>
            <p:spPr>
              <a:xfrm>
                <a:off x="4627912" y="3741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6" name="Freeform 36245">
                <a:extLst>
                  <a:ext uri="{FF2B5EF4-FFF2-40B4-BE49-F238E27FC236}">
                    <a16:creationId xmlns:a16="http://schemas.microsoft.com/office/drawing/2014/main" id="{89AC2F41-00AD-1980-4611-3A092E4C72BA}"/>
                  </a:ext>
                </a:extLst>
              </p:cNvPr>
              <p:cNvSpPr/>
              <p:nvPr/>
            </p:nvSpPr>
            <p:spPr>
              <a:xfrm>
                <a:off x="4628507" y="3742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7" name="Freeform 36246">
                <a:extLst>
                  <a:ext uri="{FF2B5EF4-FFF2-40B4-BE49-F238E27FC236}">
                    <a16:creationId xmlns:a16="http://schemas.microsoft.com/office/drawing/2014/main" id="{FD724647-345B-0660-97A1-DF5F38243F3E}"/>
                  </a:ext>
                </a:extLst>
              </p:cNvPr>
              <p:cNvSpPr/>
              <p:nvPr/>
            </p:nvSpPr>
            <p:spPr>
              <a:xfrm>
                <a:off x="4629003" y="3735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8" name="Freeform 36247">
                <a:extLst>
                  <a:ext uri="{FF2B5EF4-FFF2-40B4-BE49-F238E27FC236}">
                    <a16:creationId xmlns:a16="http://schemas.microsoft.com/office/drawing/2014/main" id="{87D22BC7-5557-A800-A4CD-3F62F72820F7}"/>
                  </a:ext>
                </a:extLst>
              </p:cNvPr>
              <p:cNvSpPr/>
              <p:nvPr/>
            </p:nvSpPr>
            <p:spPr>
              <a:xfrm>
                <a:off x="4629499" y="3759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9" name="Freeform 36248">
                <a:extLst>
                  <a:ext uri="{FF2B5EF4-FFF2-40B4-BE49-F238E27FC236}">
                    <a16:creationId xmlns:a16="http://schemas.microsoft.com/office/drawing/2014/main" id="{16072627-4249-1731-0EDB-DB198E3A3563}"/>
                  </a:ext>
                </a:extLst>
              </p:cNvPr>
              <p:cNvSpPr/>
              <p:nvPr/>
            </p:nvSpPr>
            <p:spPr>
              <a:xfrm>
                <a:off x="4630095" y="374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0" name="Freeform 36249">
                <a:extLst>
                  <a:ext uri="{FF2B5EF4-FFF2-40B4-BE49-F238E27FC236}">
                    <a16:creationId xmlns:a16="http://schemas.microsoft.com/office/drawing/2014/main" id="{BC46083C-961F-4699-88DE-E58A1A4058F5}"/>
                  </a:ext>
                </a:extLst>
              </p:cNvPr>
              <p:cNvSpPr/>
              <p:nvPr/>
            </p:nvSpPr>
            <p:spPr>
              <a:xfrm>
                <a:off x="4630591" y="3723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1" name="Freeform 36250">
                <a:extLst>
                  <a:ext uri="{FF2B5EF4-FFF2-40B4-BE49-F238E27FC236}">
                    <a16:creationId xmlns:a16="http://schemas.microsoft.com/office/drawing/2014/main" id="{59835905-1B75-D69D-40CA-812984545972}"/>
                  </a:ext>
                </a:extLst>
              </p:cNvPr>
              <p:cNvSpPr/>
              <p:nvPr/>
            </p:nvSpPr>
            <p:spPr>
              <a:xfrm>
                <a:off x="4631087" y="3672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2" name="Freeform 36251">
                <a:extLst>
                  <a:ext uri="{FF2B5EF4-FFF2-40B4-BE49-F238E27FC236}">
                    <a16:creationId xmlns:a16="http://schemas.microsoft.com/office/drawing/2014/main" id="{F70BA957-80CE-99ED-B417-B45E992A60D5}"/>
                  </a:ext>
                </a:extLst>
              </p:cNvPr>
              <p:cNvSpPr/>
              <p:nvPr/>
            </p:nvSpPr>
            <p:spPr>
              <a:xfrm>
                <a:off x="4631682" y="361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3" name="Freeform 36252">
                <a:extLst>
                  <a:ext uri="{FF2B5EF4-FFF2-40B4-BE49-F238E27FC236}">
                    <a16:creationId xmlns:a16="http://schemas.microsoft.com/office/drawing/2014/main" id="{D39BEF23-7C97-BF0F-23E8-AD2EB24AFF56}"/>
                  </a:ext>
                </a:extLst>
              </p:cNvPr>
              <p:cNvSpPr/>
              <p:nvPr/>
            </p:nvSpPr>
            <p:spPr>
              <a:xfrm>
                <a:off x="4632178" y="3568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4" name="Freeform 36253">
                <a:extLst>
                  <a:ext uri="{FF2B5EF4-FFF2-40B4-BE49-F238E27FC236}">
                    <a16:creationId xmlns:a16="http://schemas.microsoft.com/office/drawing/2014/main" id="{8A880D09-08E3-96D1-522E-58FFED405F72}"/>
                  </a:ext>
                </a:extLst>
              </p:cNvPr>
              <p:cNvSpPr/>
              <p:nvPr/>
            </p:nvSpPr>
            <p:spPr>
              <a:xfrm>
                <a:off x="4632674" y="3543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5" name="Freeform 36254">
                <a:extLst>
                  <a:ext uri="{FF2B5EF4-FFF2-40B4-BE49-F238E27FC236}">
                    <a16:creationId xmlns:a16="http://schemas.microsoft.com/office/drawing/2014/main" id="{6B27CEFD-00E7-8703-9BB6-7575E9878BEE}"/>
                  </a:ext>
                </a:extLst>
              </p:cNvPr>
              <p:cNvSpPr/>
              <p:nvPr/>
            </p:nvSpPr>
            <p:spPr>
              <a:xfrm>
                <a:off x="4633270" y="3550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6" name="Freeform 36255">
                <a:extLst>
                  <a:ext uri="{FF2B5EF4-FFF2-40B4-BE49-F238E27FC236}">
                    <a16:creationId xmlns:a16="http://schemas.microsoft.com/office/drawing/2014/main" id="{8CD9D33F-1948-63B1-24F5-111E03D83831}"/>
                  </a:ext>
                </a:extLst>
              </p:cNvPr>
              <p:cNvSpPr/>
              <p:nvPr/>
            </p:nvSpPr>
            <p:spPr>
              <a:xfrm>
                <a:off x="4633766" y="356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7" name="Freeform 36256">
                <a:extLst>
                  <a:ext uri="{FF2B5EF4-FFF2-40B4-BE49-F238E27FC236}">
                    <a16:creationId xmlns:a16="http://schemas.microsoft.com/office/drawing/2014/main" id="{AEBE8318-1E12-1237-E5B0-B7BCDD2AD038}"/>
                  </a:ext>
                </a:extLst>
              </p:cNvPr>
              <p:cNvSpPr/>
              <p:nvPr/>
            </p:nvSpPr>
            <p:spPr>
              <a:xfrm>
                <a:off x="4634262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8" name="Freeform 36257">
                <a:extLst>
                  <a:ext uri="{FF2B5EF4-FFF2-40B4-BE49-F238E27FC236}">
                    <a16:creationId xmlns:a16="http://schemas.microsoft.com/office/drawing/2014/main" id="{5232499E-B360-2E0E-FCE8-C5C140EEFE8D}"/>
                  </a:ext>
                </a:extLst>
              </p:cNvPr>
              <p:cNvSpPr/>
              <p:nvPr/>
            </p:nvSpPr>
            <p:spPr>
              <a:xfrm>
                <a:off x="4634857" y="3633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9" name="Freeform 36258">
                <a:extLst>
                  <a:ext uri="{FF2B5EF4-FFF2-40B4-BE49-F238E27FC236}">
                    <a16:creationId xmlns:a16="http://schemas.microsoft.com/office/drawing/2014/main" id="{09DDEAB6-7F04-197E-F172-EC9E96C92F32}"/>
                  </a:ext>
                </a:extLst>
              </p:cNvPr>
              <p:cNvSpPr/>
              <p:nvPr/>
            </p:nvSpPr>
            <p:spPr>
              <a:xfrm>
                <a:off x="4635353" y="3691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0" name="Freeform 36259">
                <a:extLst>
                  <a:ext uri="{FF2B5EF4-FFF2-40B4-BE49-F238E27FC236}">
                    <a16:creationId xmlns:a16="http://schemas.microsoft.com/office/drawing/2014/main" id="{5F9D007F-93A2-0608-6B2B-8DCCE73BBCE8}"/>
                  </a:ext>
                </a:extLst>
              </p:cNvPr>
              <p:cNvSpPr/>
              <p:nvPr/>
            </p:nvSpPr>
            <p:spPr>
              <a:xfrm>
                <a:off x="4635849" y="4011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1" name="Freeform 36260">
                <a:extLst>
                  <a:ext uri="{FF2B5EF4-FFF2-40B4-BE49-F238E27FC236}">
                    <a16:creationId xmlns:a16="http://schemas.microsoft.com/office/drawing/2014/main" id="{2ABD3FC7-2634-B445-D198-1BA02A836B31}"/>
                  </a:ext>
                </a:extLst>
              </p:cNvPr>
              <p:cNvSpPr/>
              <p:nvPr/>
            </p:nvSpPr>
            <p:spPr>
              <a:xfrm>
                <a:off x="4636445" y="4051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2" name="Freeform 36261">
                <a:extLst>
                  <a:ext uri="{FF2B5EF4-FFF2-40B4-BE49-F238E27FC236}">
                    <a16:creationId xmlns:a16="http://schemas.microsoft.com/office/drawing/2014/main" id="{B3A3A196-3F22-4B9D-7FC8-4F5CDD757899}"/>
                  </a:ext>
                </a:extLst>
              </p:cNvPr>
              <p:cNvSpPr/>
              <p:nvPr/>
            </p:nvSpPr>
            <p:spPr>
              <a:xfrm>
                <a:off x="4636941" y="4041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3" name="Freeform 36262">
                <a:extLst>
                  <a:ext uri="{FF2B5EF4-FFF2-40B4-BE49-F238E27FC236}">
                    <a16:creationId xmlns:a16="http://schemas.microsoft.com/office/drawing/2014/main" id="{D0B55105-99DB-9019-6B9A-C1589FE8BB0C}"/>
                  </a:ext>
                </a:extLst>
              </p:cNvPr>
              <p:cNvSpPr/>
              <p:nvPr/>
            </p:nvSpPr>
            <p:spPr>
              <a:xfrm>
                <a:off x="4637437" y="403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4" name="Freeform 36263">
                <a:extLst>
                  <a:ext uri="{FF2B5EF4-FFF2-40B4-BE49-F238E27FC236}">
                    <a16:creationId xmlns:a16="http://schemas.microsoft.com/office/drawing/2014/main" id="{F0D36FD8-5FCA-3035-EF40-CF0F9FA964B5}"/>
                  </a:ext>
                </a:extLst>
              </p:cNvPr>
              <p:cNvSpPr/>
              <p:nvPr/>
            </p:nvSpPr>
            <p:spPr>
              <a:xfrm>
                <a:off x="4637933" y="4036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5" name="Freeform 36264">
                <a:extLst>
                  <a:ext uri="{FF2B5EF4-FFF2-40B4-BE49-F238E27FC236}">
                    <a16:creationId xmlns:a16="http://schemas.microsoft.com/office/drawing/2014/main" id="{BD46DE73-5D5A-7844-AA56-470E06B8EE52}"/>
                  </a:ext>
                </a:extLst>
              </p:cNvPr>
              <p:cNvSpPr/>
              <p:nvPr/>
            </p:nvSpPr>
            <p:spPr>
              <a:xfrm>
                <a:off x="4638528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6" name="Freeform 36265">
                <a:extLst>
                  <a:ext uri="{FF2B5EF4-FFF2-40B4-BE49-F238E27FC236}">
                    <a16:creationId xmlns:a16="http://schemas.microsoft.com/office/drawing/2014/main" id="{B5010F1F-AA26-AA3E-1A60-215BBAD90B3D}"/>
                  </a:ext>
                </a:extLst>
              </p:cNvPr>
              <p:cNvSpPr/>
              <p:nvPr/>
            </p:nvSpPr>
            <p:spPr>
              <a:xfrm>
                <a:off x="4639024" y="4039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7" name="Freeform 36266">
                <a:extLst>
                  <a:ext uri="{FF2B5EF4-FFF2-40B4-BE49-F238E27FC236}">
                    <a16:creationId xmlns:a16="http://schemas.microsoft.com/office/drawing/2014/main" id="{86DB5401-675C-D6AC-1D7F-826DB7BFA661}"/>
                  </a:ext>
                </a:extLst>
              </p:cNvPr>
              <p:cNvSpPr/>
              <p:nvPr/>
            </p:nvSpPr>
            <p:spPr>
              <a:xfrm>
                <a:off x="4639520" y="4040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8" name="Freeform 36267">
                <a:extLst>
                  <a:ext uri="{FF2B5EF4-FFF2-40B4-BE49-F238E27FC236}">
                    <a16:creationId xmlns:a16="http://schemas.microsoft.com/office/drawing/2014/main" id="{BBFB2E6D-BB94-5E55-0CD2-FB5A31E29C21}"/>
                  </a:ext>
                </a:extLst>
              </p:cNvPr>
              <p:cNvSpPr/>
              <p:nvPr/>
            </p:nvSpPr>
            <p:spPr>
              <a:xfrm>
                <a:off x="4640116" y="4012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9" name="Freeform 36268">
                <a:extLst>
                  <a:ext uri="{FF2B5EF4-FFF2-40B4-BE49-F238E27FC236}">
                    <a16:creationId xmlns:a16="http://schemas.microsoft.com/office/drawing/2014/main" id="{05B2E354-4DEE-964F-E0A6-99CF65FE86DF}"/>
                  </a:ext>
                </a:extLst>
              </p:cNvPr>
              <p:cNvSpPr/>
              <p:nvPr/>
            </p:nvSpPr>
            <p:spPr>
              <a:xfrm>
                <a:off x="4640612" y="3813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0" name="Freeform 36269">
                <a:extLst>
                  <a:ext uri="{FF2B5EF4-FFF2-40B4-BE49-F238E27FC236}">
                    <a16:creationId xmlns:a16="http://schemas.microsoft.com/office/drawing/2014/main" id="{8CDDBD67-AAF0-D288-94E9-2320A8C2F58B}"/>
                  </a:ext>
                </a:extLst>
              </p:cNvPr>
              <p:cNvSpPr/>
              <p:nvPr/>
            </p:nvSpPr>
            <p:spPr>
              <a:xfrm>
                <a:off x="4641108" y="3731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1" name="Freeform 36270">
                <a:extLst>
                  <a:ext uri="{FF2B5EF4-FFF2-40B4-BE49-F238E27FC236}">
                    <a16:creationId xmlns:a16="http://schemas.microsoft.com/office/drawing/2014/main" id="{2CE912D9-C15E-FE98-8BDB-12410C63279A}"/>
                  </a:ext>
                </a:extLst>
              </p:cNvPr>
              <p:cNvSpPr/>
              <p:nvPr/>
            </p:nvSpPr>
            <p:spPr>
              <a:xfrm>
                <a:off x="4641703" y="3678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2" name="Freeform 36271">
                <a:extLst>
                  <a:ext uri="{FF2B5EF4-FFF2-40B4-BE49-F238E27FC236}">
                    <a16:creationId xmlns:a16="http://schemas.microsoft.com/office/drawing/2014/main" id="{CE144F9D-6CE7-6172-87C9-6C7E2F6CC78A}"/>
                  </a:ext>
                </a:extLst>
              </p:cNvPr>
              <p:cNvSpPr/>
              <p:nvPr/>
            </p:nvSpPr>
            <p:spPr>
              <a:xfrm>
                <a:off x="4642199" y="3797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3" name="Freeform 36272">
                <a:extLst>
                  <a:ext uri="{FF2B5EF4-FFF2-40B4-BE49-F238E27FC236}">
                    <a16:creationId xmlns:a16="http://schemas.microsoft.com/office/drawing/2014/main" id="{0D713417-A0ED-BB36-0519-6DBC4269EB27}"/>
                  </a:ext>
                </a:extLst>
              </p:cNvPr>
              <p:cNvSpPr/>
              <p:nvPr/>
            </p:nvSpPr>
            <p:spPr>
              <a:xfrm>
                <a:off x="4642695" y="3762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4" name="Freeform 36273">
                <a:extLst>
                  <a:ext uri="{FF2B5EF4-FFF2-40B4-BE49-F238E27FC236}">
                    <a16:creationId xmlns:a16="http://schemas.microsoft.com/office/drawing/2014/main" id="{265DB954-0F07-A39E-4FBE-B3F12AA018DE}"/>
                  </a:ext>
                </a:extLst>
              </p:cNvPr>
              <p:cNvSpPr/>
              <p:nvPr/>
            </p:nvSpPr>
            <p:spPr>
              <a:xfrm>
                <a:off x="4643291" y="3821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5" name="Freeform 36274">
                <a:extLst>
                  <a:ext uri="{FF2B5EF4-FFF2-40B4-BE49-F238E27FC236}">
                    <a16:creationId xmlns:a16="http://schemas.microsoft.com/office/drawing/2014/main" id="{81ED8BA7-2D9E-9F64-CDF7-37DA93E7F968}"/>
                  </a:ext>
                </a:extLst>
              </p:cNvPr>
              <p:cNvSpPr/>
              <p:nvPr/>
            </p:nvSpPr>
            <p:spPr>
              <a:xfrm>
                <a:off x="4643787" y="3841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6" name="Freeform 36275">
                <a:extLst>
                  <a:ext uri="{FF2B5EF4-FFF2-40B4-BE49-F238E27FC236}">
                    <a16:creationId xmlns:a16="http://schemas.microsoft.com/office/drawing/2014/main" id="{FED618A5-6A78-4763-2047-9DA9806D0B7B}"/>
                  </a:ext>
                </a:extLst>
              </p:cNvPr>
              <p:cNvSpPr/>
              <p:nvPr/>
            </p:nvSpPr>
            <p:spPr>
              <a:xfrm>
                <a:off x="4644283" y="3809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7" name="Freeform 36276">
                <a:extLst>
                  <a:ext uri="{FF2B5EF4-FFF2-40B4-BE49-F238E27FC236}">
                    <a16:creationId xmlns:a16="http://schemas.microsoft.com/office/drawing/2014/main" id="{D67632A6-7670-C833-0A72-15A52FCF603E}"/>
                  </a:ext>
                </a:extLst>
              </p:cNvPr>
              <p:cNvSpPr/>
              <p:nvPr/>
            </p:nvSpPr>
            <p:spPr>
              <a:xfrm>
                <a:off x="4644878" y="3772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8" name="Freeform 36277">
                <a:extLst>
                  <a:ext uri="{FF2B5EF4-FFF2-40B4-BE49-F238E27FC236}">
                    <a16:creationId xmlns:a16="http://schemas.microsoft.com/office/drawing/2014/main" id="{2B23B2D4-3AA1-6972-B94F-1F90EC3AFBF7}"/>
                  </a:ext>
                </a:extLst>
              </p:cNvPr>
              <p:cNvSpPr/>
              <p:nvPr/>
            </p:nvSpPr>
            <p:spPr>
              <a:xfrm>
                <a:off x="4645374" y="3750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9" name="Freeform 36278">
                <a:extLst>
                  <a:ext uri="{FF2B5EF4-FFF2-40B4-BE49-F238E27FC236}">
                    <a16:creationId xmlns:a16="http://schemas.microsoft.com/office/drawing/2014/main" id="{243664CD-A5F1-7D10-9997-C3EE0B64E66C}"/>
                  </a:ext>
                </a:extLst>
              </p:cNvPr>
              <p:cNvSpPr/>
              <p:nvPr/>
            </p:nvSpPr>
            <p:spPr>
              <a:xfrm>
                <a:off x="4645870" y="373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0" name="Freeform 36279">
                <a:extLst>
                  <a:ext uri="{FF2B5EF4-FFF2-40B4-BE49-F238E27FC236}">
                    <a16:creationId xmlns:a16="http://schemas.microsoft.com/office/drawing/2014/main" id="{823D9051-E91A-B8F9-6565-2B6929EB7F5A}"/>
                  </a:ext>
                </a:extLst>
              </p:cNvPr>
              <p:cNvSpPr/>
              <p:nvPr/>
            </p:nvSpPr>
            <p:spPr>
              <a:xfrm>
                <a:off x="4646466" y="370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1" name="Freeform 36280">
                <a:extLst>
                  <a:ext uri="{FF2B5EF4-FFF2-40B4-BE49-F238E27FC236}">
                    <a16:creationId xmlns:a16="http://schemas.microsoft.com/office/drawing/2014/main" id="{DAB3FBD5-6667-46A5-718D-032B4B388C4F}"/>
                  </a:ext>
                </a:extLst>
              </p:cNvPr>
              <p:cNvSpPr/>
              <p:nvPr/>
            </p:nvSpPr>
            <p:spPr>
              <a:xfrm>
                <a:off x="4646962" y="3733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2" name="Freeform 36281">
                <a:extLst>
                  <a:ext uri="{FF2B5EF4-FFF2-40B4-BE49-F238E27FC236}">
                    <a16:creationId xmlns:a16="http://schemas.microsoft.com/office/drawing/2014/main" id="{99896017-4AF5-11C1-0C59-C6EBC05E1106}"/>
                  </a:ext>
                </a:extLst>
              </p:cNvPr>
              <p:cNvSpPr/>
              <p:nvPr/>
            </p:nvSpPr>
            <p:spPr>
              <a:xfrm>
                <a:off x="4647458" y="3752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3" name="Freeform 36282">
                <a:extLst>
                  <a:ext uri="{FF2B5EF4-FFF2-40B4-BE49-F238E27FC236}">
                    <a16:creationId xmlns:a16="http://schemas.microsoft.com/office/drawing/2014/main" id="{60080D67-3645-0B3B-137F-2B1CF442AB3F}"/>
                  </a:ext>
                </a:extLst>
              </p:cNvPr>
              <p:cNvSpPr/>
              <p:nvPr/>
            </p:nvSpPr>
            <p:spPr>
              <a:xfrm>
                <a:off x="4648053" y="3827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4" name="Freeform 36283">
                <a:extLst>
                  <a:ext uri="{FF2B5EF4-FFF2-40B4-BE49-F238E27FC236}">
                    <a16:creationId xmlns:a16="http://schemas.microsoft.com/office/drawing/2014/main" id="{E04B66AD-87DB-B2FF-8516-465ABFE24BD7}"/>
                  </a:ext>
                </a:extLst>
              </p:cNvPr>
              <p:cNvSpPr/>
              <p:nvPr/>
            </p:nvSpPr>
            <p:spPr>
              <a:xfrm>
                <a:off x="4648549" y="4018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5" name="Freeform 36284">
                <a:extLst>
                  <a:ext uri="{FF2B5EF4-FFF2-40B4-BE49-F238E27FC236}">
                    <a16:creationId xmlns:a16="http://schemas.microsoft.com/office/drawing/2014/main" id="{A526BCAB-205B-7414-FDEB-1914F82F5F2A}"/>
                  </a:ext>
                </a:extLst>
              </p:cNvPr>
              <p:cNvSpPr/>
              <p:nvPr/>
            </p:nvSpPr>
            <p:spPr>
              <a:xfrm>
                <a:off x="4649045" y="4062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6" name="Freeform 36285">
                <a:extLst>
                  <a:ext uri="{FF2B5EF4-FFF2-40B4-BE49-F238E27FC236}">
                    <a16:creationId xmlns:a16="http://schemas.microsoft.com/office/drawing/2014/main" id="{95CFE84B-C946-5129-D954-331B25E2EE9B}"/>
                  </a:ext>
                </a:extLst>
              </p:cNvPr>
              <p:cNvSpPr/>
              <p:nvPr/>
            </p:nvSpPr>
            <p:spPr>
              <a:xfrm>
                <a:off x="4649541" y="4073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7" name="Freeform 36286">
                <a:extLst>
                  <a:ext uri="{FF2B5EF4-FFF2-40B4-BE49-F238E27FC236}">
                    <a16:creationId xmlns:a16="http://schemas.microsoft.com/office/drawing/2014/main" id="{899666A6-7C98-2A9A-88B1-BF0AFAE38752}"/>
                  </a:ext>
                </a:extLst>
              </p:cNvPr>
              <p:cNvSpPr/>
              <p:nvPr/>
            </p:nvSpPr>
            <p:spPr>
              <a:xfrm>
                <a:off x="4650137" y="4072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8" name="Freeform 36287">
                <a:extLst>
                  <a:ext uri="{FF2B5EF4-FFF2-40B4-BE49-F238E27FC236}">
                    <a16:creationId xmlns:a16="http://schemas.microsoft.com/office/drawing/2014/main" id="{7BDDF02D-C6ED-4F18-895D-E954F2B5A7A5}"/>
                  </a:ext>
                </a:extLst>
              </p:cNvPr>
              <p:cNvSpPr/>
              <p:nvPr/>
            </p:nvSpPr>
            <p:spPr>
              <a:xfrm>
                <a:off x="4650633" y="4065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9" name="Freeform 36288">
                <a:extLst>
                  <a:ext uri="{FF2B5EF4-FFF2-40B4-BE49-F238E27FC236}">
                    <a16:creationId xmlns:a16="http://schemas.microsoft.com/office/drawing/2014/main" id="{D48F44E6-786A-4812-A9A3-983477197EBD}"/>
                  </a:ext>
                </a:extLst>
              </p:cNvPr>
              <p:cNvSpPr/>
              <p:nvPr/>
            </p:nvSpPr>
            <p:spPr>
              <a:xfrm>
                <a:off x="4651129" y="4074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0" name="Freeform 36289">
                <a:extLst>
                  <a:ext uri="{FF2B5EF4-FFF2-40B4-BE49-F238E27FC236}">
                    <a16:creationId xmlns:a16="http://schemas.microsoft.com/office/drawing/2014/main" id="{C8A96073-676F-1A3A-1C58-3F6381180683}"/>
                  </a:ext>
                </a:extLst>
              </p:cNvPr>
              <p:cNvSpPr/>
              <p:nvPr/>
            </p:nvSpPr>
            <p:spPr>
              <a:xfrm>
                <a:off x="4651724" y="4066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1" name="Freeform 36290">
                <a:extLst>
                  <a:ext uri="{FF2B5EF4-FFF2-40B4-BE49-F238E27FC236}">
                    <a16:creationId xmlns:a16="http://schemas.microsoft.com/office/drawing/2014/main" id="{4E916521-F5BA-2972-814B-744021FDBADF}"/>
                  </a:ext>
                </a:extLst>
              </p:cNvPr>
              <p:cNvSpPr/>
              <p:nvPr/>
            </p:nvSpPr>
            <p:spPr>
              <a:xfrm>
                <a:off x="4652220" y="4055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2" name="Freeform 36291">
                <a:extLst>
                  <a:ext uri="{FF2B5EF4-FFF2-40B4-BE49-F238E27FC236}">
                    <a16:creationId xmlns:a16="http://schemas.microsoft.com/office/drawing/2014/main" id="{61362A6B-6145-7D3F-ED52-122A1F02C1CF}"/>
                  </a:ext>
                </a:extLst>
              </p:cNvPr>
              <p:cNvSpPr/>
              <p:nvPr/>
            </p:nvSpPr>
            <p:spPr>
              <a:xfrm>
                <a:off x="4652716" y="4032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3" name="Freeform 36292">
                <a:extLst>
                  <a:ext uri="{FF2B5EF4-FFF2-40B4-BE49-F238E27FC236}">
                    <a16:creationId xmlns:a16="http://schemas.microsoft.com/office/drawing/2014/main" id="{9525CA43-3DFE-F922-7474-BDA60E215F10}"/>
                  </a:ext>
                </a:extLst>
              </p:cNvPr>
              <p:cNvSpPr/>
              <p:nvPr/>
            </p:nvSpPr>
            <p:spPr>
              <a:xfrm>
                <a:off x="4653312" y="3907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4" name="Freeform 36293">
                <a:extLst>
                  <a:ext uri="{FF2B5EF4-FFF2-40B4-BE49-F238E27FC236}">
                    <a16:creationId xmlns:a16="http://schemas.microsoft.com/office/drawing/2014/main" id="{8338BF02-AC9F-5135-19F8-E9D70A977CFB}"/>
                  </a:ext>
                </a:extLst>
              </p:cNvPr>
              <p:cNvSpPr/>
              <p:nvPr/>
            </p:nvSpPr>
            <p:spPr>
              <a:xfrm>
                <a:off x="4653808" y="3880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5" name="Freeform 36294">
                <a:extLst>
                  <a:ext uri="{FF2B5EF4-FFF2-40B4-BE49-F238E27FC236}">
                    <a16:creationId xmlns:a16="http://schemas.microsoft.com/office/drawing/2014/main" id="{B4954FF9-1050-C407-F5E9-0177825C91F6}"/>
                  </a:ext>
                </a:extLst>
              </p:cNvPr>
              <p:cNvSpPr/>
              <p:nvPr/>
            </p:nvSpPr>
            <p:spPr>
              <a:xfrm>
                <a:off x="4654304" y="3890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6" name="Freeform 36295">
                <a:extLst>
                  <a:ext uri="{FF2B5EF4-FFF2-40B4-BE49-F238E27FC236}">
                    <a16:creationId xmlns:a16="http://schemas.microsoft.com/office/drawing/2014/main" id="{54E643A4-6F1C-C122-C1E3-ED496C89041F}"/>
                  </a:ext>
                </a:extLst>
              </p:cNvPr>
              <p:cNvSpPr/>
              <p:nvPr/>
            </p:nvSpPr>
            <p:spPr>
              <a:xfrm>
                <a:off x="4654899" y="3872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7" name="Freeform 36296">
                <a:extLst>
                  <a:ext uri="{FF2B5EF4-FFF2-40B4-BE49-F238E27FC236}">
                    <a16:creationId xmlns:a16="http://schemas.microsoft.com/office/drawing/2014/main" id="{4920A7B1-217E-DB8C-5726-064424792BAA}"/>
                  </a:ext>
                </a:extLst>
              </p:cNvPr>
              <p:cNvSpPr/>
              <p:nvPr/>
            </p:nvSpPr>
            <p:spPr>
              <a:xfrm>
                <a:off x="4655395" y="385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8" name="Freeform 36297">
                <a:extLst>
                  <a:ext uri="{FF2B5EF4-FFF2-40B4-BE49-F238E27FC236}">
                    <a16:creationId xmlns:a16="http://schemas.microsoft.com/office/drawing/2014/main" id="{89CF7CFE-8B5C-39F3-105B-8F4776F59466}"/>
                  </a:ext>
                </a:extLst>
              </p:cNvPr>
              <p:cNvSpPr/>
              <p:nvPr/>
            </p:nvSpPr>
            <p:spPr>
              <a:xfrm>
                <a:off x="4655891" y="3816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9" name="Freeform 36298">
                <a:extLst>
                  <a:ext uri="{FF2B5EF4-FFF2-40B4-BE49-F238E27FC236}">
                    <a16:creationId xmlns:a16="http://schemas.microsoft.com/office/drawing/2014/main" id="{DB760B05-2DE4-9C2B-E357-A8C40070DC8B}"/>
                  </a:ext>
                </a:extLst>
              </p:cNvPr>
              <p:cNvSpPr/>
              <p:nvPr/>
            </p:nvSpPr>
            <p:spPr>
              <a:xfrm>
                <a:off x="4656487" y="3816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0" name="Freeform 36299">
                <a:extLst>
                  <a:ext uri="{FF2B5EF4-FFF2-40B4-BE49-F238E27FC236}">
                    <a16:creationId xmlns:a16="http://schemas.microsoft.com/office/drawing/2014/main" id="{DF7F9497-FF0F-93B2-1BDA-18B0EE6FAA93}"/>
                  </a:ext>
                </a:extLst>
              </p:cNvPr>
              <p:cNvSpPr/>
              <p:nvPr/>
            </p:nvSpPr>
            <p:spPr>
              <a:xfrm>
                <a:off x="4656983" y="380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1" name="Freeform 36300">
                <a:extLst>
                  <a:ext uri="{FF2B5EF4-FFF2-40B4-BE49-F238E27FC236}">
                    <a16:creationId xmlns:a16="http://schemas.microsoft.com/office/drawing/2014/main" id="{10B5E904-0BDB-8F8C-8E4F-32E7ABE50D10}"/>
                  </a:ext>
                </a:extLst>
              </p:cNvPr>
              <p:cNvSpPr/>
              <p:nvPr/>
            </p:nvSpPr>
            <p:spPr>
              <a:xfrm>
                <a:off x="4657479" y="3770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2" name="Freeform 36301">
                <a:extLst>
                  <a:ext uri="{FF2B5EF4-FFF2-40B4-BE49-F238E27FC236}">
                    <a16:creationId xmlns:a16="http://schemas.microsoft.com/office/drawing/2014/main" id="{24BE128E-E039-F62B-B4DC-AEB3D5E245A6}"/>
                  </a:ext>
                </a:extLst>
              </p:cNvPr>
              <p:cNvSpPr/>
              <p:nvPr/>
            </p:nvSpPr>
            <p:spPr>
              <a:xfrm>
                <a:off x="4658074" y="3755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3" name="Freeform 36302">
                <a:extLst>
                  <a:ext uri="{FF2B5EF4-FFF2-40B4-BE49-F238E27FC236}">
                    <a16:creationId xmlns:a16="http://schemas.microsoft.com/office/drawing/2014/main" id="{CC8652E1-A079-0275-C82E-171533A27000}"/>
                  </a:ext>
                </a:extLst>
              </p:cNvPr>
              <p:cNvSpPr/>
              <p:nvPr/>
            </p:nvSpPr>
            <p:spPr>
              <a:xfrm>
                <a:off x="4658570" y="3765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4" name="Freeform 36303">
                <a:extLst>
                  <a:ext uri="{FF2B5EF4-FFF2-40B4-BE49-F238E27FC236}">
                    <a16:creationId xmlns:a16="http://schemas.microsoft.com/office/drawing/2014/main" id="{9D79198E-5BCC-17C8-4F9D-80D55EE58B91}"/>
                  </a:ext>
                </a:extLst>
              </p:cNvPr>
              <p:cNvSpPr/>
              <p:nvPr/>
            </p:nvSpPr>
            <p:spPr>
              <a:xfrm>
                <a:off x="4659066" y="3740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5" name="Freeform 36304">
                <a:extLst>
                  <a:ext uri="{FF2B5EF4-FFF2-40B4-BE49-F238E27FC236}">
                    <a16:creationId xmlns:a16="http://schemas.microsoft.com/office/drawing/2014/main" id="{D286D2D4-E06A-5091-B594-F7F9FAC662AF}"/>
                  </a:ext>
                </a:extLst>
              </p:cNvPr>
              <p:cNvSpPr/>
              <p:nvPr/>
            </p:nvSpPr>
            <p:spPr>
              <a:xfrm>
                <a:off x="4659662" y="3764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6" name="Freeform 36305">
                <a:extLst>
                  <a:ext uri="{FF2B5EF4-FFF2-40B4-BE49-F238E27FC236}">
                    <a16:creationId xmlns:a16="http://schemas.microsoft.com/office/drawing/2014/main" id="{1FC70B02-110B-87A2-C866-563998DAA9C3}"/>
                  </a:ext>
                </a:extLst>
              </p:cNvPr>
              <p:cNvSpPr/>
              <p:nvPr/>
            </p:nvSpPr>
            <p:spPr>
              <a:xfrm>
                <a:off x="4660158" y="3784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7" name="Freeform 36306">
                <a:extLst>
                  <a:ext uri="{FF2B5EF4-FFF2-40B4-BE49-F238E27FC236}">
                    <a16:creationId xmlns:a16="http://schemas.microsoft.com/office/drawing/2014/main" id="{66F09961-2FDD-D123-9576-0309C21D19AF}"/>
                  </a:ext>
                </a:extLst>
              </p:cNvPr>
              <p:cNvSpPr/>
              <p:nvPr/>
            </p:nvSpPr>
            <p:spPr>
              <a:xfrm>
                <a:off x="4660654" y="3906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8" name="Freeform 36307">
                <a:extLst>
                  <a:ext uri="{FF2B5EF4-FFF2-40B4-BE49-F238E27FC236}">
                    <a16:creationId xmlns:a16="http://schemas.microsoft.com/office/drawing/2014/main" id="{1D1AD302-28C2-8B32-66D8-A29FAD315373}"/>
                  </a:ext>
                </a:extLst>
              </p:cNvPr>
              <p:cNvSpPr/>
              <p:nvPr/>
            </p:nvSpPr>
            <p:spPr>
              <a:xfrm>
                <a:off x="4661150" y="39790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9" name="Freeform 36308">
                <a:extLst>
                  <a:ext uri="{FF2B5EF4-FFF2-40B4-BE49-F238E27FC236}">
                    <a16:creationId xmlns:a16="http://schemas.microsoft.com/office/drawing/2014/main" id="{E9C2F1FA-DA07-5BB6-B2EC-07A80D300BAB}"/>
                  </a:ext>
                </a:extLst>
              </p:cNvPr>
              <p:cNvSpPr/>
              <p:nvPr/>
            </p:nvSpPr>
            <p:spPr>
              <a:xfrm>
                <a:off x="4661745" y="4040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0" name="Freeform 36309">
                <a:extLst>
                  <a:ext uri="{FF2B5EF4-FFF2-40B4-BE49-F238E27FC236}">
                    <a16:creationId xmlns:a16="http://schemas.microsoft.com/office/drawing/2014/main" id="{D752DFB3-05E8-FB71-6548-0864923973A7}"/>
                  </a:ext>
                </a:extLst>
              </p:cNvPr>
              <p:cNvSpPr/>
              <p:nvPr/>
            </p:nvSpPr>
            <p:spPr>
              <a:xfrm>
                <a:off x="4662241" y="4055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1" name="Freeform 36310">
                <a:extLst>
                  <a:ext uri="{FF2B5EF4-FFF2-40B4-BE49-F238E27FC236}">
                    <a16:creationId xmlns:a16="http://schemas.microsoft.com/office/drawing/2014/main" id="{5376D0FA-5666-58BF-4B61-C30B405ADB6F}"/>
                  </a:ext>
                </a:extLst>
              </p:cNvPr>
              <p:cNvSpPr/>
              <p:nvPr/>
            </p:nvSpPr>
            <p:spPr>
              <a:xfrm>
                <a:off x="4662738" y="4053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2" name="Freeform 36311">
                <a:extLst>
                  <a:ext uri="{FF2B5EF4-FFF2-40B4-BE49-F238E27FC236}">
                    <a16:creationId xmlns:a16="http://schemas.microsoft.com/office/drawing/2014/main" id="{BD288382-9AEC-449A-56EE-A6102B9573F2}"/>
                  </a:ext>
                </a:extLst>
              </p:cNvPr>
              <p:cNvSpPr/>
              <p:nvPr/>
            </p:nvSpPr>
            <p:spPr>
              <a:xfrm>
                <a:off x="4663333" y="4063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3" name="Freeform 36312">
                <a:extLst>
                  <a:ext uri="{FF2B5EF4-FFF2-40B4-BE49-F238E27FC236}">
                    <a16:creationId xmlns:a16="http://schemas.microsoft.com/office/drawing/2014/main" id="{A5F00DE2-A44F-19E7-FD6A-BE13FF1888A4}"/>
                  </a:ext>
                </a:extLst>
              </p:cNvPr>
              <p:cNvSpPr/>
              <p:nvPr/>
            </p:nvSpPr>
            <p:spPr>
              <a:xfrm>
                <a:off x="4663829" y="4066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4" name="Freeform 36313">
                <a:extLst>
                  <a:ext uri="{FF2B5EF4-FFF2-40B4-BE49-F238E27FC236}">
                    <a16:creationId xmlns:a16="http://schemas.microsoft.com/office/drawing/2014/main" id="{DE7D35E0-D79A-3EE1-7939-57A6B4CDB443}"/>
                  </a:ext>
                </a:extLst>
              </p:cNvPr>
              <p:cNvSpPr/>
              <p:nvPr/>
            </p:nvSpPr>
            <p:spPr>
              <a:xfrm>
                <a:off x="4664325" y="4070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5" name="Freeform 36314">
                <a:extLst>
                  <a:ext uri="{FF2B5EF4-FFF2-40B4-BE49-F238E27FC236}">
                    <a16:creationId xmlns:a16="http://schemas.microsoft.com/office/drawing/2014/main" id="{36C27DEA-DA2B-7892-0649-180B99CDE24A}"/>
                  </a:ext>
                </a:extLst>
              </p:cNvPr>
              <p:cNvSpPr/>
              <p:nvPr/>
            </p:nvSpPr>
            <p:spPr>
              <a:xfrm>
                <a:off x="4664920" y="4064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6" name="Freeform 36315">
                <a:extLst>
                  <a:ext uri="{FF2B5EF4-FFF2-40B4-BE49-F238E27FC236}">
                    <a16:creationId xmlns:a16="http://schemas.microsoft.com/office/drawing/2014/main" id="{6A0BE4E0-49A1-F9ED-FD7C-1C96C279D886}"/>
                  </a:ext>
                </a:extLst>
              </p:cNvPr>
              <p:cNvSpPr/>
              <p:nvPr/>
            </p:nvSpPr>
            <p:spPr>
              <a:xfrm>
                <a:off x="4665416" y="4033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7" name="Freeform 36316">
                <a:extLst>
                  <a:ext uri="{FF2B5EF4-FFF2-40B4-BE49-F238E27FC236}">
                    <a16:creationId xmlns:a16="http://schemas.microsoft.com/office/drawing/2014/main" id="{5C35A5E8-D5A2-9E98-BA9D-3D0EDC33688E}"/>
                  </a:ext>
                </a:extLst>
              </p:cNvPr>
              <p:cNvSpPr/>
              <p:nvPr/>
            </p:nvSpPr>
            <p:spPr>
              <a:xfrm>
                <a:off x="4665913" y="3807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8" name="Freeform 36317">
                <a:extLst>
                  <a:ext uri="{FF2B5EF4-FFF2-40B4-BE49-F238E27FC236}">
                    <a16:creationId xmlns:a16="http://schemas.microsoft.com/office/drawing/2014/main" id="{D057F307-5017-B71B-F5C3-6C248EA6CC14}"/>
                  </a:ext>
                </a:extLst>
              </p:cNvPr>
              <p:cNvSpPr/>
              <p:nvPr/>
            </p:nvSpPr>
            <p:spPr>
              <a:xfrm>
                <a:off x="4666508" y="3761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9" name="Freeform 36318">
                <a:extLst>
                  <a:ext uri="{FF2B5EF4-FFF2-40B4-BE49-F238E27FC236}">
                    <a16:creationId xmlns:a16="http://schemas.microsoft.com/office/drawing/2014/main" id="{DDFA8DDE-78C6-CEB5-8E12-B6E73E3AA07C}"/>
                  </a:ext>
                </a:extLst>
              </p:cNvPr>
              <p:cNvSpPr/>
              <p:nvPr/>
            </p:nvSpPr>
            <p:spPr>
              <a:xfrm>
                <a:off x="4667004" y="3793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0" name="Freeform 36319">
                <a:extLst>
                  <a:ext uri="{FF2B5EF4-FFF2-40B4-BE49-F238E27FC236}">
                    <a16:creationId xmlns:a16="http://schemas.microsoft.com/office/drawing/2014/main" id="{15C60318-5291-2A8C-2A81-FF3BFD0FF54B}"/>
                  </a:ext>
                </a:extLst>
              </p:cNvPr>
              <p:cNvSpPr/>
              <p:nvPr/>
            </p:nvSpPr>
            <p:spPr>
              <a:xfrm>
                <a:off x="4667500" y="3805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1" name="Freeform 36320">
                <a:extLst>
                  <a:ext uri="{FF2B5EF4-FFF2-40B4-BE49-F238E27FC236}">
                    <a16:creationId xmlns:a16="http://schemas.microsoft.com/office/drawing/2014/main" id="{D56EC95C-C9C1-46DA-B96B-7ED63B781546}"/>
                  </a:ext>
                </a:extLst>
              </p:cNvPr>
              <p:cNvSpPr/>
              <p:nvPr/>
            </p:nvSpPr>
            <p:spPr>
              <a:xfrm>
                <a:off x="4668095" y="3814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2" name="Freeform 36321">
                <a:extLst>
                  <a:ext uri="{FF2B5EF4-FFF2-40B4-BE49-F238E27FC236}">
                    <a16:creationId xmlns:a16="http://schemas.microsoft.com/office/drawing/2014/main" id="{D708363D-60BE-7F8D-90D9-63F2CA977794}"/>
                  </a:ext>
                </a:extLst>
              </p:cNvPr>
              <p:cNvSpPr/>
              <p:nvPr/>
            </p:nvSpPr>
            <p:spPr>
              <a:xfrm>
                <a:off x="4668591" y="3752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3" name="Freeform 36322">
                <a:extLst>
                  <a:ext uri="{FF2B5EF4-FFF2-40B4-BE49-F238E27FC236}">
                    <a16:creationId xmlns:a16="http://schemas.microsoft.com/office/drawing/2014/main" id="{5F231BFC-139E-7077-02D6-896D9335F1B6}"/>
                  </a:ext>
                </a:extLst>
              </p:cNvPr>
              <p:cNvSpPr/>
              <p:nvPr/>
            </p:nvSpPr>
            <p:spPr>
              <a:xfrm>
                <a:off x="4669088" y="3734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4" name="Freeform 36323">
                <a:extLst>
                  <a:ext uri="{FF2B5EF4-FFF2-40B4-BE49-F238E27FC236}">
                    <a16:creationId xmlns:a16="http://schemas.microsoft.com/office/drawing/2014/main" id="{CDEA7F5A-E39A-F2F6-F273-2B3068DCA88E}"/>
                  </a:ext>
                </a:extLst>
              </p:cNvPr>
              <p:cNvSpPr/>
              <p:nvPr/>
            </p:nvSpPr>
            <p:spPr>
              <a:xfrm>
                <a:off x="4669683" y="3702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5" name="Freeform 36324">
                <a:extLst>
                  <a:ext uri="{FF2B5EF4-FFF2-40B4-BE49-F238E27FC236}">
                    <a16:creationId xmlns:a16="http://schemas.microsoft.com/office/drawing/2014/main" id="{7CCBA0B7-1226-0FA7-4F59-398855783687}"/>
                  </a:ext>
                </a:extLst>
              </p:cNvPr>
              <p:cNvSpPr/>
              <p:nvPr/>
            </p:nvSpPr>
            <p:spPr>
              <a:xfrm>
                <a:off x="4670179" y="3669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6" name="Freeform 36325">
                <a:extLst>
                  <a:ext uri="{FF2B5EF4-FFF2-40B4-BE49-F238E27FC236}">
                    <a16:creationId xmlns:a16="http://schemas.microsoft.com/office/drawing/2014/main" id="{D9DB020C-22FA-5746-A9D5-3D7A5ED5E4A3}"/>
                  </a:ext>
                </a:extLst>
              </p:cNvPr>
              <p:cNvSpPr/>
              <p:nvPr/>
            </p:nvSpPr>
            <p:spPr>
              <a:xfrm>
                <a:off x="4670675" y="3640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7" name="Freeform 36326">
                <a:extLst>
                  <a:ext uri="{FF2B5EF4-FFF2-40B4-BE49-F238E27FC236}">
                    <a16:creationId xmlns:a16="http://schemas.microsoft.com/office/drawing/2014/main" id="{8201509D-72B2-82DC-919C-FE2DA6FBE425}"/>
                  </a:ext>
                </a:extLst>
              </p:cNvPr>
              <p:cNvSpPr/>
              <p:nvPr/>
            </p:nvSpPr>
            <p:spPr>
              <a:xfrm>
                <a:off x="4671270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8" name="Freeform 36327">
                <a:extLst>
                  <a:ext uri="{FF2B5EF4-FFF2-40B4-BE49-F238E27FC236}">
                    <a16:creationId xmlns:a16="http://schemas.microsoft.com/office/drawing/2014/main" id="{1E28EC42-6E9B-D44C-6EE7-7B70A860E8F4}"/>
                  </a:ext>
                </a:extLst>
              </p:cNvPr>
              <p:cNvSpPr/>
              <p:nvPr/>
            </p:nvSpPr>
            <p:spPr>
              <a:xfrm>
                <a:off x="4671766" y="3610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9" name="Freeform 36328">
                <a:extLst>
                  <a:ext uri="{FF2B5EF4-FFF2-40B4-BE49-F238E27FC236}">
                    <a16:creationId xmlns:a16="http://schemas.microsoft.com/office/drawing/2014/main" id="{451D9FDC-E715-B927-7EFA-54662171E98B}"/>
                  </a:ext>
                </a:extLst>
              </p:cNvPr>
              <p:cNvSpPr/>
              <p:nvPr/>
            </p:nvSpPr>
            <p:spPr>
              <a:xfrm>
                <a:off x="4672263" y="3609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0" name="Freeform 36329">
                <a:extLst>
                  <a:ext uri="{FF2B5EF4-FFF2-40B4-BE49-F238E27FC236}">
                    <a16:creationId xmlns:a16="http://schemas.microsoft.com/office/drawing/2014/main" id="{66858928-2B3C-FB37-E2D3-8AC7AC4B284D}"/>
                  </a:ext>
                </a:extLst>
              </p:cNvPr>
              <p:cNvSpPr/>
              <p:nvPr/>
            </p:nvSpPr>
            <p:spPr>
              <a:xfrm>
                <a:off x="4672858" y="3639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1" name="Freeform 36330">
                <a:extLst>
                  <a:ext uri="{FF2B5EF4-FFF2-40B4-BE49-F238E27FC236}">
                    <a16:creationId xmlns:a16="http://schemas.microsoft.com/office/drawing/2014/main" id="{6271CC02-5582-4898-5264-4F3C051F7D89}"/>
                  </a:ext>
                </a:extLst>
              </p:cNvPr>
              <p:cNvSpPr/>
              <p:nvPr/>
            </p:nvSpPr>
            <p:spPr>
              <a:xfrm>
                <a:off x="4673354" y="3680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2" name="Freeform 36331">
                <a:extLst>
                  <a:ext uri="{FF2B5EF4-FFF2-40B4-BE49-F238E27FC236}">
                    <a16:creationId xmlns:a16="http://schemas.microsoft.com/office/drawing/2014/main" id="{66A01823-631A-D42F-FDE1-6EF8FCAC3579}"/>
                  </a:ext>
                </a:extLst>
              </p:cNvPr>
              <p:cNvSpPr/>
              <p:nvPr/>
            </p:nvSpPr>
            <p:spPr>
              <a:xfrm>
                <a:off x="4673850" y="3911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3" name="Freeform 36332">
                <a:extLst>
                  <a:ext uri="{FF2B5EF4-FFF2-40B4-BE49-F238E27FC236}">
                    <a16:creationId xmlns:a16="http://schemas.microsoft.com/office/drawing/2014/main" id="{113DE8E9-B8B8-C1BB-915F-3E82775738E8}"/>
                  </a:ext>
                </a:extLst>
              </p:cNvPr>
              <p:cNvSpPr/>
              <p:nvPr/>
            </p:nvSpPr>
            <p:spPr>
              <a:xfrm>
                <a:off x="4674346" y="3992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4" name="Freeform 36333">
                <a:extLst>
                  <a:ext uri="{FF2B5EF4-FFF2-40B4-BE49-F238E27FC236}">
                    <a16:creationId xmlns:a16="http://schemas.microsoft.com/office/drawing/2014/main" id="{D51B6127-C577-745A-2A10-49E51639E6F0}"/>
                  </a:ext>
                </a:extLst>
              </p:cNvPr>
              <p:cNvSpPr/>
              <p:nvPr/>
            </p:nvSpPr>
            <p:spPr>
              <a:xfrm>
                <a:off x="4674941" y="4019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5" name="Freeform 36334">
                <a:extLst>
                  <a:ext uri="{FF2B5EF4-FFF2-40B4-BE49-F238E27FC236}">
                    <a16:creationId xmlns:a16="http://schemas.microsoft.com/office/drawing/2014/main" id="{8101ECE8-D0B5-89CB-0174-600E5C5D64FF}"/>
                  </a:ext>
                </a:extLst>
              </p:cNvPr>
              <p:cNvSpPr/>
              <p:nvPr/>
            </p:nvSpPr>
            <p:spPr>
              <a:xfrm>
                <a:off x="4675438" y="4027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6" name="Freeform 36335">
                <a:extLst>
                  <a:ext uri="{FF2B5EF4-FFF2-40B4-BE49-F238E27FC236}">
                    <a16:creationId xmlns:a16="http://schemas.microsoft.com/office/drawing/2014/main" id="{B8AE6898-078F-2139-FB88-E24F695287BA}"/>
                  </a:ext>
                </a:extLst>
              </p:cNvPr>
              <p:cNvSpPr/>
              <p:nvPr/>
            </p:nvSpPr>
            <p:spPr>
              <a:xfrm>
                <a:off x="4675934" y="4033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7" name="Freeform 36336">
                <a:extLst>
                  <a:ext uri="{FF2B5EF4-FFF2-40B4-BE49-F238E27FC236}">
                    <a16:creationId xmlns:a16="http://schemas.microsoft.com/office/drawing/2014/main" id="{BD046E0F-E411-9928-8BB9-0C8EE1E18018}"/>
                  </a:ext>
                </a:extLst>
              </p:cNvPr>
              <p:cNvSpPr/>
              <p:nvPr/>
            </p:nvSpPr>
            <p:spPr>
              <a:xfrm>
                <a:off x="4676529" y="4034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8" name="Freeform 36337">
                <a:extLst>
                  <a:ext uri="{FF2B5EF4-FFF2-40B4-BE49-F238E27FC236}">
                    <a16:creationId xmlns:a16="http://schemas.microsoft.com/office/drawing/2014/main" id="{4111C618-E2CE-8180-7B7C-CF47DECE55C1}"/>
                  </a:ext>
                </a:extLst>
              </p:cNvPr>
              <p:cNvSpPr/>
              <p:nvPr/>
            </p:nvSpPr>
            <p:spPr>
              <a:xfrm>
                <a:off x="4677025" y="403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9" name="Freeform 36338">
                <a:extLst>
                  <a:ext uri="{FF2B5EF4-FFF2-40B4-BE49-F238E27FC236}">
                    <a16:creationId xmlns:a16="http://schemas.microsoft.com/office/drawing/2014/main" id="{3FF0C92F-4307-9773-C0F5-EE3DDF061CEF}"/>
                  </a:ext>
                </a:extLst>
              </p:cNvPr>
              <p:cNvSpPr/>
              <p:nvPr/>
            </p:nvSpPr>
            <p:spPr>
              <a:xfrm>
                <a:off x="4677521" y="4034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0" name="Freeform 36339">
                <a:extLst>
                  <a:ext uri="{FF2B5EF4-FFF2-40B4-BE49-F238E27FC236}">
                    <a16:creationId xmlns:a16="http://schemas.microsoft.com/office/drawing/2014/main" id="{B4D67C9F-C69D-427F-D85A-A4AE528AD6F3}"/>
                  </a:ext>
                </a:extLst>
              </p:cNvPr>
              <p:cNvSpPr/>
              <p:nvPr/>
            </p:nvSpPr>
            <p:spPr>
              <a:xfrm>
                <a:off x="4678116" y="3997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1" name="Freeform 36340">
                <a:extLst>
                  <a:ext uri="{FF2B5EF4-FFF2-40B4-BE49-F238E27FC236}">
                    <a16:creationId xmlns:a16="http://schemas.microsoft.com/office/drawing/2014/main" id="{1FB73F74-66BF-37D9-C69F-BE8D1F65652F}"/>
                  </a:ext>
                </a:extLst>
              </p:cNvPr>
              <p:cNvSpPr/>
              <p:nvPr/>
            </p:nvSpPr>
            <p:spPr>
              <a:xfrm>
                <a:off x="4678613" y="3757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2" name="Freeform 36341">
                <a:extLst>
                  <a:ext uri="{FF2B5EF4-FFF2-40B4-BE49-F238E27FC236}">
                    <a16:creationId xmlns:a16="http://schemas.microsoft.com/office/drawing/2014/main" id="{BC94287A-A301-B315-C534-F3DE88A36E48}"/>
                  </a:ext>
                </a:extLst>
              </p:cNvPr>
              <p:cNvSpPr/>
              <p:nvPr/>
            </p:nvSpPr>
            <p:spPr>
              <a:xfrm>
                <a:off x="4679109" y="3775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3" name="Freeform 36342">
                <a:extLst>
                  <a:ext uri="{FF2B5EF4-FFF2-40B4-BE49-F238E27FC236}">
                    <a16:creationId xmlns:a16="http://schemas.microsoft.com/office/drawing/2014/main" id="{C75A36E4-28C7-7EE4-AD8A-9E6B63891304}"/>
                  </a:ext>
                </a:extLst>
              </p:cNvPr>
              <p:cNvSpPr/>
              <p:nvPr/>
            </p:nvSpPr>
            <p:spPr>
              <a:xfrm>
                <a:off x="4679704" y="3793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4" name="Freeform 36343">
                <a:extLst>
                  <a:ext uri="{FF2B5EF4-FFF2-40B4-BE49-F238E27FC236}">
                    <a16:creationId xmlns:a16="http://schemas.microsoft.com/office/drawing/2014/main" id="{F76FC370-0B90-7267-5DDA-D9AEE16EA35C}"/>
                  </a:ext>
                </a:extLst>
              </p:cNvPr>
              <p:cNvSpPr/>
              <p:nvPr/>
            </p:nvSpPr>
            <p:spPr>
              <a:xfrm>
                <a:off x="4680200" y="3790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5" name="Freeform 36344">
                <a:extLst>
                  <a:ext uri="{FF2B5EF4-FFF2-40B4-BE49-F238E27FC236}">
                    <a16:creationId xmlns:a16="http://schemas.microsoft.com/office/drawing/2014/main" id="{87E3D3ED-ABC1-5690-EAF1-029A18BFE498}"/>
                  </a:ext>
                </a:extLst>
              </p:cNvPr>
              <p:cNvSpPr/>
              <p:nvPr/>
            </p:nvSpPr>
            <p:spPr>
              <a:xfrm>
                <a:off x="4680696" y="3785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6" name="Freeform 36345">
                <a:extLst>
                  <a:ext uri="{FF2B5EF4-FFF2-40B4-BE49-F238E27FC236}">
                    <a16:creationId xmlns:a16="http://schemas.microsoft.com/office/drawing/2014/main" id="{FCBEAA77-FEA5-3F3E-D91C-9EDDBEACD89D}"/>
                  </a:ext>
                </a:extLst>
              </p:cNvPr>
              <p:cNvSpPr/>
              <p:nvPr/>
            </p:nvSpPr>
            <p:spPr>
              <a:xfrm>
                <a:off x="4681291" y="3772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7" name="Freeform 36346">
                <a:extLst>
                  <a:ext uri="{FF2B5EF4-FFF2-40B4-BE49-F238E27FC236}">
                    <a16:creationId xmlns:a16="http://schemas.microsoft.com/office/drawing/2014/main" id="{BBFDDD0B-CE61-0830-4AB2-35C89DF02676}"/>
                  </a:ext>
                </a:extLst>
              </p:cNvPr>
              <p:cNvSpPr/>
              <p:nvPr/>
            </p:nvSpPr>
            <p:spPr>
              <a:xfrm>
                <a:off x="4681788" y="3730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8" name="Freeform 36347">
                <a:extLst>
                  <a:ext uri="{FF2B5EF4-FFF2-40B4-BE49-F238E27FC236}">
                    <a16:creationId xmlns:a16="http://schemas.microsoft.com/office/drawing/2014/main" id="{70C3A5C1-5CFE-BC70-0ABA-120A57829692}"/>
                  </a:ext>
                </a:extLst>
              </p:cNvPr>
              <p:cNvSpPr/>
              <p:nvPr/>
            </p:nvSpPr>
            <p:spPr>
              <a:xfrm>
                <a:off x="4682284" y="371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9" name="Freeform 36348">
                <a:extLst>
                  <a:ext uri="{FF2B5EF4-FFF2-40B4-BE49-F238E27FC236}">
                    <a16:creationId xmlns:a16="http://schemas.microsoft.com/office/drawing/2014/main" id="{B80D5E51-1D7F-B505-3131-BA919164C291}"/>
                  </a:ext>
                </a:extLst>
              </p:cNvPr>
              <p:cNvSpPr/>
              <p:nvPr/>
            </p:nvSpPr>
            <p:spPr>
              <a:xfrm>
                <a:off x="4682879" y="3684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0" name="Freeform 36349">
                <a:extLst>
                  <a:ext uri="{FF2B5EF4-FFF2-40B4-BE49-F238E27FC236}">
                    <a16:creationId xmlns:a16="http://schemas.microsoft.com/office/drawing/2014/main" id="{12D9DD99-545D-D0A2-BF40-26B72C9E8B35}"/>
                  </a:ext>
                </a:extLst>
              </p:cNvPr>
              <p:cNvSpPr/>
              <p:nvPr/>
            </p:nvSpPr>
            <p:spPr>
              <a:xfrm>
                <a:off x="4683375" y="367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1" name="Freeform 36350">
                <a:extLst>
                  <a:ext uri="{FF2B5EF4-FFF2-40B4-BE49-F238E27FC236}">
                    <a16:creationId xmlns:a16="http://schemas.microsoft.com/office/drawing/2014/main" id="{DF543431-FB3C-EBEC-8CED-CE55226BFD70}"/>
                  </a:ext>
                </a:extLst>
              </p:cNvPr>
              <p:cNvSpPr/>
              <p:nvPr/>
            </p:nvSpPr>
            <p:spPr>
              <a:xfrm>
                <a:off x="4683871" y="3669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2" name="Freeform 36351">
                <a:extLst>
                  <a:ext uri="{FF2B5EF4-FFF2-40B4-BE49-F238E27FC236}">
                    <a16:creationId xmlns:a16="http://schemas.microsoft.com/office/drawing/2014/main" id="{1AD880A3-AE71-960D-0D34-055172FB9510}"/>
                  </a:ext>
                </a:extLst>
              </p:cNvPr>
              <p:cNvSpPr/>
              <p:nvPr/>
            </p:nvSpPr>
            <p:spPr>
              <a:xfrm>
                <a:off x="4684466" y="3659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3" name="Freeform 36352">
                <a:extLst>
                  <a:ext uri="{FF2B5EF4-FFF2-40B4-BE49-F238E27FC236}">
                    <a16:creationId xmlns:a16="http://schemas.microsoft.com/office/drawing/2014/main" id="{DCE04036-B93E-E0D6-8389-6BBA7E290504}"/>
                  </a:ext>
                </a:extLst>
              </p:cNvPr>
              <p:cNvSpPr/>
              <p:nvPr/>
            </p:nvSpPr>
            <p:spPr>
              <a:xfrm>
                <a:off x="4684963" y="3664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4" name="Freeform 36353">
                <a:extLst>
                  <a:ext uri="{FF2B5EF4-FFF2-40B4-BE49-F238E27FC236}">
                    <a16:creationId xmlns:a16="http://schemas.microsoft.com/office/drawing/2014/main" id="{EA158602-897C-0F28-A8C9-5F3CB31B0375}"/>
                  </a:ext>
                </a:extLst>
              </p:cNvPr>
              <p:cNvSpPr/>
              <p:nvPr/>
            </p:nvSpPr>
            <p:spPr>
              <a:xfrm>
                <a:off x="4685459" y="3672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5" name="Freeform 36354">
                <a:extLst>
                  <a:ext uri="{FF2B5EF4-FFF2-40B4-BE49-F238E27FC236}">
                    <a16:creationId xmlns:a16="http://schemas.microsoft.com/office/drawing/2014/main" id="{C74E9D68-3C7E-4DF0-3E9B-109EC0F12601}"/>
                  </a:ext>
                </a:extLst>
              </p:cNvPr>
              <p:cNvSpPr/>
              <p:nvPr/>
            </p:nvSpPr>
            <p:spPr>
              <a:xfrm>
                <a:off x="4685955" y="3718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6" name="Freeform 36355">
                <a:extLst>
                  <a:ext uri="{FF2B5EF4-FFF2-40B4-BE49-F238E27FC236}">
                    <a16:creationId xmlns:a16="http://schemas.microsoft.com/office/drawing/2014/main" id="{EB868159-0310-4CA8-9850-80C3FE468B9C}"/>
                  </a:ext>
                </a:extLst>
              </p:cNvPr>
              <p:cNvSpPr/>
              <p:nvPr/>
            </p:nvSpPr>
            <p:spPr>
              <a:xfrm>
                <a:off x="4686550" y="3974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7" name="Freeform 36356">
                <a:extLst>
                  <a:ext uri="{FF2B5EF4-FFF2-40B4-BE49-F238E27FC236}">
                    <a16:creationId xmlns:a16="http://schemas.microsoft.com/office/drawing/2014/main" id="{8525DE0F-2F0C-6816-C21C-1F3346ED5213}"/>
                  </a:ext>
                </a:extLst>
              </p:cNvPr>
              <p:cNvSpPr/>
              <p:nvPr/>
            </p:nvSpPr>
            <p:spPr>
              <a:xfrm>
                <a:off x="4687046" y="4033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8" name="Freeform 36357">
                <a:extLst>
                  <a:ext uri="{FF2B5EF4-FFF2-40B4-BE49-F238E27FC236}">
                    <a16:creationId xmlns:a16="http://schemas.microsoft.com/office/drawing/2014/main" id="{7BD43649-DD53-5861-3C7A-29A12C7036B8}"/>
                  </a:ext>
                </a:extLst>
              </p:cNvPr>
              <p:cNvSpPr/>
              <p:nvPr/>
            </p:nvSpPr>
            <p:spPr>
              <a:xfrm>
                <a:off x="4687542" y="40505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9" name="Freeform 36358">
                <a:extLst>
                  <a:ext uri="{FF2B5EF4-FFF2-40B4-BE49-F238E27FC236}">
                    <a16:creationId xmlns:a16="http://schemas.microsoft.com/office/drawing/2014/main" id="{DB7189B1-F43E-78D0-E25A-2D5C42CF0786}"/>
                  </a:ext>
                </a:extLst>
              </p:cNvPr>
              <p:cNvSpPr/>
              <p:nvPr/>
            </p:nvSpPr>
            <p:spPr>
              <a:xfrm>
                <a:off x="4688138" y="40524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0" name="Freeform 36359">
                <a:extLst>
                  <a:ext uri="{FF2B5EF4-FFF2-40B4-BE49-F238E27FC236}">
                    <a16:creationId xmlns:a16="http://schemas.microsoft.com/office/drawing/2014/main" id="{021F6099-6494-28A0-9C00-DAB3EA0D2FD2}"/>
                  </a:ext>
                </a:extLst>
              </p:cNvPr>
              <p:cNvSpPr/>
              <p:nvPr/>
            </p:nvSpPr>
            <p:spPr>
              <a:xfrm>
                <a:off x="4688634" y="4048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1" name="Freeform 36360">
                <a:extLst>
                  <a:ext uri="{FF2B5EF4-FFF2-40B4-BE49-F238E27FC236}">
                    <a16:creationId xmlns:a16="http://schemas.microsoft.com/office/drawing/2014/main" id="{F84DED71-B80E-784A-86D3-8FEEEED48734}"/>
                  </a:ext>
                </a:extLst>
              </p:cNvPr>
              <p:cNvSpPr/>
              <p:nvPr/>
            </p:nvSpPr>
            <p:spPr>
              <a:xfrm>
                <a:off x="4689130" y="4040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2" name="Freeform 36361">
                <a:extLst>
                  <a:ext uri="{FF2B5EF4-FFF2-40B4-BE49-F238E27FC236}">
                    <a16:creationId xmlns:a16="http://schemas.microsoft.com/office/drawing/2014/main" id="{FBD4137B-E863-0A4E-43BC-DB55E83946D6}"/>
                  </a:ext>
                </a:extLst>
              </p:cNvPr>
              <p:cNvSpPr/>
              <p:nvPr/>
            </p:nvSpPr>
            <p:spPr>
              <a:xfrm>
                <a:off x="4689725" y="4056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3" name="Freeform 36362">
                <a:extLst>
                  <a:ext uri="{FF2B5EF4-FFF2-40B4-BE49-F238E27FC236}">
                    <a16:creationId xmlns:a16="http://schemas.microsoft.com/office/drawing/2014/main" id="{611CF693-B8D1-75F0-D611-68C4ABD27098}"/>
                  </a:ext>
                </a:extLst>
              </p:cNvPr>
              <p:cNvSpPr/>
              <p:nvPr/>
            </p:nvSpPr>
            <p:spPr>
              <a:xfrm>
                <a:off x="4690221" y="4035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4" name="Freeform 36363">
                <a:extLst>
                  <a:ext uri="{FF2B5EF4-FFF2-40B4-BE49-F238E27FC236}">
                    <a16:creationId xmlns:a16="http://schemas.microsoft.com/office/drawing/2014/main" id="{F134FF0A-3639-007A-A50C-EEDF23425B18}"/>
                  </a:ext>
                </a:extLst>
              </p:cNvPr>
              <p:cNvSpPr/>
              <p:nvPr/>
            </p:nvSpPr>
            <p:spPr>
              <a:xfrm>
                <a:off x="4690717" y="4003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5" name="Freeform 36364">
                <a:extLst>
                  <a:ext uri="{FF2B5EF4-FFF2-40B4-BE49-F238E27FC236}">
                    <a16:creationId xmlns:a16="http://schemas.microsoft.com/office/drawing/2014/main" id="{746D2B68-014D-4072-6A6E-6EADC531E0F6}"/>
                  </a:ext>
                </a:extLst>
              </p:cNvPr>
              <p:cNvSpPr/>
              <p:nvPr/>
            </p:nvSpPr>
            <p:spPr>
              <a:xfrm>
                <a:off x="4691313" y="3762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6" name="Freeform 36365">
                <a:extLst>
                  <a:ext uri="{FF2B5EF4-FFF2-40B4-BE49-F238E27FC236}">
                    <a16:creationId xmlns:a16="http://schemas.microsoft.com/office/drawing/2014/main" id="{22BF6587-6C3C-04E5-5395-94D69B5A0273}"/>
                  </a:ext>
                </a:extLst>
              </p:cNvPr>
              <p:cNvSpPr/>
              <p:nvPr/>
            </p:nvSpPr>
            <p:spPr>
              <a:xfrm>
                <a:off x="4691809" y="3777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7" name="Freeform 36366">
                <a:extLst>
                  <a:ext uri="{FF2B5EF4-FFF2-40B4-BE49-F238E27FC236}">
                    <a16:creationId xmlns:a16="http://schemas.microsoft.com/office/drawing/2014/main" id="{BB4C965D-7D90-505F-7078-33C26CF092B1}"/>
                  </a:ext>
                </a:extLst>
              </p:cNvPr>
              <p:cNvSpPr/>
              <p:nvPr/>
            </p:nvSpPr>
            <p:spPr>
              <a:xfrm>
                <a:off x="4692305" y="3799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8" name="Freeform 36367">
                <a:extLst>
                  <a:ext uri="{FF2B5EF4-FFF2-40B4-BE49-F238E27FC236}">
                    <a16:creationId xmlns:a16="http://schemas.microsoft.com/office/drawing/2014/main" id="{2E34BF43-A41E-238F-84EE-FB331891503E}"/>
                  </a:ext>
                </a:extLst>
              </p:cNvPr>
              <p:cNvSpPr/>
              <p:nvPr/>
            </p:nvSpPr>
            <p:spPr>
              <a:xfrm>
                <a:off x="4692900" y="3792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9" name="Freeform 36368">
                <a:extLst>
                  <a:ext uri="{FF2B5EF4-FFF2-40B4-BE49-F238E27FC236}">
                    <a16:creationId xmlns:a16="http://schemas.microsoft.com/office/drawing/2014/main" id="{C91C1320-B503-AF5A-CF13-575247C99C04}"/>
                  </a:ext>
                </a:extLst>
              </p:cNvPr>
              <p:cNvSpPr/>
              <p:nvPr/>
            </p:nvSpPr>
            <p:spPr>
              <a:xfrm>
                <a:off x="4693396" y="3786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0" name="Freeform 36369">
                <a:extLst>
                  <a:ext uri="{FF2B5EF4-FFF2-40B4-BE49-F238E27FC236}">
                    <a16:creationId xmlns:a16="http://schemas.microsoft.com/office/drawing/2014/main" id="{9743398E-E1BE-06D5-B3F9-18CFDA303A91}"/>
                  </a:ext>
                </a:extLst>
              </p:cNvPr>
              <p:cNvSpPr/>
              <p:nvPr/>
            </p:nvSpPr>
            <p:spPr>
              <a:xfrm>
                <a:off x="4693892" y="3764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1" name="Freeform 36370">
                <a:extLst>
                  <a:ext uri="{FF2B5EF4-FFF2-40B4-BE49-F238E27FC236}">
                    <a16:creationId xmlns:a16="http://schemas.microsoft.com/office/drawing/2014/main" id="{7377EFAD-621E-3844-78E7-D20A81C8A2C0}"/>
                  </a:ext>
                </a:extLst>
              </p:cNvPr>
              <p:cNvSpPr/>
              <p:nvPr/>
            </p:nvSpPr>
            <p:spPr>
              <a:xfrm>
                <a:off x="4694488" y="3752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2" name="Freeform 36371">
                <a:extLst>
                  <a:ext uri="{FF2B5EF4-FFF2-40B4-BE49-F238E27FC236}">
                    <a16:creationId xmlns:a16="http://schemas.microsoft.com/office/drawing/2014/main" id="{77D65514-E5A7-7F09-33DA-F8A8D221906C}"/>
                  </a:ext>
                </a:extLst>
              </p:cNvPr>
              <p:cNvSpPr/>
              <p:nvPr/>
            </p:nvSpPr>
            <p:spPr>
              <a:xfrm>
                <a:off x="4694984" y="3730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3" name="Freeform 36372">
                <a:extLst>
                  <a:ext uri="{FF2B5EF4-FFF2-40B4-BE49-F238E27FC236}">
                    <a16:creationId xmlns:a16="http://schemas.microsoft.com/office/drawing/2014/main" id="{FBB46060-8D15-CEC5-4494-63C56DC12773}"/>
                  </a:ext>
                </a:extLst>
              </p:cNvPr>
              <p:cNvSpPr/>
              <p:nvPr/>
            </p:nvSpPr>
            <p:spPr>
              <a:xfrm>
                <a:off x="4695480" y="3706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4" name="Freeform 36373">
                <a:extLst>
                  <a:ext uri="{FF2B5EF4-FFF2-40B4-BE49-F238E27FC236}">
                    <a16:creationId xmlns:a16="http://schemas.microsoft.com/office/drawing/2014/main" id="{CB2ECF06-C14F-6356-500A-2AAF2B3FAFAC}"/>
                  </a:ext>
                </a:extLst>
              </p:cNvPr>
              <p:cNvSpPr/>
              <p:nvPr/>
            </p:nvSpPr>
            <p:spPr>
              <a:xfrm>
                <a:off x="4696075" y="3675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5" name="Freeform 36374">
                <a:extLst>
                  <a:ext uri="{FF2B5EF4-FFF2-40B4-BE49-F238E27FC236}">
                    <a16:creationId xmlns:a16="http://schemas.microsoft.com/office/drawing/2014/main" id="{ACF09179-B4A3-634F-FAD0-1998C19AD071}"/>
                  </a:ext>
                </a:extLst>
              </p:cNvPr>
              <p:cNvSpPr/>
              <p:nvPr/>
            </p:nvSpPr>
            <p:spPr>
              <a:xfrm>
                <a:off x="4696571" y="3663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6" name="Freeform 36375">
                <a:extLst>
                  <a:ext uri="{FF2B5EF4-FFF2-40B4-BE49-F238E27FC236}">
                    <a16:creationId xmlns:a16="http://schemas.microsoft.com/office/drawing/2014/main" id="{FAE139F6-E30C-9FA9-2445-0F17B5D96CFA}"/>
                  </a:ext>
                </a:extLst>
              </p:cNvPr>
              <p:cNvSpPr/>
              <p:nvPr/>
            </p:nvSpPr>
            <p:spPr>
              <a:xfrm>
                <a:off x="4697067" y="3659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7" name="Freeform 36376">
                <a:extLst>
                  <a:ext uri="{FF2B5EF4-FFF2-40B4-BE49-F238E27FC236}">
                    <a16:creationId xmlns:a16="http://schemas.microsoft.com/office/drawing/2014/main" id="{113A565C-B3A7-9663-D981-23B9207C51F5}"/>
                  </a:ext>
                </a:extLst>
              </p:cNvPr>
              <p:cNvSpPr/>
              <p:nvPr/>
            </p:nvSpPr>
            <p:spPr>
              <a:xfrm>
                <a:off x="4697563" y="3666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8" name="Freeform 36377">
                <a:extLst>
                  <a:ext uri="{FF2B5EF4-FFF2-40B4-BE49-F238E27FC236}">
                    <a16:creationId xmlns:a16="http://schemas.microsoft.com/office/drawing/2014/main" id="{2034CF0F-CFF8-3B58-983A-9507C0B45436}"/>
                  </a:ext>
                </a:extLst>
              </p:cNvPr>
              <p:cNvSpPr/>
              <p:nvPr/>
            </p:nvSpPr>
            <p:spPr>
              <a:xfrm>
                <a:off x="4698159" y="3690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9" name="Freeform 36378">
                <a:extLst>
                  <a:ext uri="{FF2B5EF4-FFF2-40B4-BE49-F238E27FC236}">
                    <a16:creationId xmlns:a16="http://schemas.microsoft.com/office/drawing/2014/main" id="{A8F8AB1D-0947-1CD3-1999-73A65863A2ED}"/>
                  </a:ext>
                </a:extLst>
              </p:cNvPr>
              <p:cNvSpPr/>
              <p:nvPr/>
            </p:nvSpPr>
            <p:spPr>
              <a:xfrm>
                <a:off x="4698655" y="3732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0" name="Freeform 36379">
                <a:extLst>
                  <a:ext uri="{FF2B5EF4-FFF2-40B4-BE49-F238E27FC236}">
                    <a16:creationId xmlns:a16="http://schemas.microsoft.com/office/drawing/2014/main" id="{E999168E-0BC4-6326-59C7-7764EC3907B3}"/>
                  </a:ext>
                </a:extLst>
              </p:cNvPr>
              <p:cNvSpPr/>
              <p:nvPr/>
            </p:nvSpPr>
            <p:spPr>
              <a:xfrm>
                <a:off x="4699151" y="3927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1" name="Freeform 36380">
                <a:extLst>
                  <a:ext uri="{FF2B5EF4-FFF2-40B4-BE49-F238E27FC236}">
                    <a16:creationId xmlns:a16="http://schemas.microsoft.com/office/drawing/2014/main" id="{C3E25FFE-0BFF-88B8-4B46-FD05A5B9E0CD}"/>
                  </a:ext>
                </a:extLst>
              </p:cNvPr>
              <p:cNvSpPr/>
              <p:nvPr/>
            </p:nvSpPr>
            <p:spPr>
              <a:xfrm>
                <a:off x="4699746" y="4091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2" name="Freeform 36381">
                <a:extLst>
                  <a:ext uri="{FF2B5EF4-FFF2-40B4-BE49-F238E27FC236}">
                    <a16:creationId xmlns:a16="http://schemas.microsoft.com/office/drawing/2014/main" id="{8ABCC8C5-2987-C9FE-6ED0-88E09F1F2033}"/>
                  </a:ext>
                </a:extLst>
              </p:cNvPr>
              <p:cNvSpPr/>
              <p:nvPr/>
            </p:nvSpPr>
            <p:spPr>
              <a:xfrm>
                <a:off x="4700242" y="4097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3" name="Freeform 36382">
                <a:extLst>
                  <a:ext uri="{FF2B5EF4-FFF2-40B4-BE49-F238E27FC236}">
                    <a16:creationId xmlns:a16="http://schemas.microsoft.com/office/drawing/2014/main" id="{47BC7B1D-F39E-31CD-08C8-A9B3E85CEBFF}"/>
                  </a:ext>
                </a:extLst>
              </p:cNvPr>
              <p:cNvSpPr/>
              <p:nvPr/>
            </p:nvSpPr>
            <p:spPr>
              <a:xfrm>
                <a:off x="4700738" y="4095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4" name="Freeform 36383">
                <a:extLst>
                  <a:ext uri="{FF2B5EF4-FFF2-40B4-BE49-F238E27FC236}">
                    <a16:creationId xmlns:a16="http://schemas.microsoft.com/office/drawing/2014/main" id="{7AF0C25E-67A2-B4D6-5B3B-34D0B78B6938}"/>
                  </a:ext>
                </a:extLst>
              </p:cNvPr>
              <p:cNvSpPr/>
              <p:nvPr/>
            </p:nvSpPr>
            <p:spPr>
              <a:xfrm>
                <a:off x="4701334" y="4094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5" name="Freeform 36384">
                <a:extLst>
                  <a:ext uri="{FF2B5EF4-FFF2-40B4-BE49-F238E27FC236}">
                    <a16:creationId xmlns:a16="http://schemas.microsoft.com/office/drawing/2014/main" id="{914F459A-6227-82FD-1DEC-C0A6FFE73178}"/>
                  </a:ext>
                </a:extLst>
              </p:cNvPr>
              <p:cNvSpPr/>
              <p:nvPr/>
            </p:nvSpPr>
            <p:spPr>
              <a:xfrm>
                <a:off x="4701830" y="4092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6" name="Freeform 36385">
                <a:extLst>
                  <a:ext uri="{FF2B5EF4-FFF2-40B4-BE49-F238E27FC236}">
                    <a16:creationId xmlns:a16="http://schemas.microsoft.com/office/drawing/2014/main" id="{EE8245A3-9CBA-59CA-613E-85F05086ED19}"/>
                  </a:ext>
                </a:extLst>
              </p:cNvPr>
              <p:cNvSpPr/>
              <p:nvPr/>
            </p:nvSpPr>
            <p:spPr>
              <a:xfrm>
                <a:off x="4702326" y="4100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7" name="Freeform 36386">
                <a:extLst>
                  <a:ext uri="{FF2B5EF4-FFF2-40B4-BE49-F238E27FC236}">
                    <a16:creationId xmlns:a16="http://schemas.microsoft.com/office/drawing/2014/main" id="{A4A2C41A-EB8E-A9F6-FDD8-F5FC096C0ECB}"/>
                  </a:ext>
                </a:extLst>
              </p:cNvPr>
              <p:cNvSpPr/>
              <p:nvPr/>
            </p:nvSpPr>
            <p:spPr>
              <a:xfrm>
                <a:off x="4702921" y="4099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8" name="Freeform 36387">
                <a:extLst>
                  <a:ext uri="{FF2B5EF4-FFF2-40B4-BE49-F238E27FC236}">
                    <a16:creationId xmlns:a16="http://schemas.microsoft.com/office/drawing/2014/main" id="{B0879DA2-41E8-0C48-2FA2-F46DF70D22DC}"/>
                  </a:ext>
                </a:extLst>
              </p:cNvPr>
              <p:cNvSpPr/>
              <p:nvPr/>
            </p:nvSpPr>
            <p:spPr>
              <a:xfrm>
                <a:off x="4703417" y="4069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9" name="Freeform 36388">
                <a:extLst>
                  <a:ext uri="{FF2B5EF4-FFF2-40B4-BE49-F238E27FC236}">
                    <a16:creationId xmlns:a16="http://schemas.microsoft.com/office/drawing/2014/main" id="{51F18123-E637-194D-1180-1CA7A8AF2AD8}"/>
                  </a:ext>
                </a:extLst>
              </p:cNvPr>
              <p:cNvSpPr/>
              <p:nvPr/>
            </p:nvSpPr>
            <p:spPr>
              <a:xfrm>
                <a:off x="4703913" y="3874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0" name="Freeform 36389">
                <a:extLst>
                  <a:ext uri="{FF2B5EF4-FFF2-40B4-BE49-F238E27FC236}">
                    <a16:creationId xmlns:a16="http://schemas.microsoft.com/office/drawing/2014/main" id="{F32C24EC-A4BB-BFC0-D407-89FF368702E3}"/>
                  </a:ext>
                </a:extLst>
              </p:cNvPr>
              <p:cNvSpPr/>
              <p:nvPr/>
            </p:nvSpPr>
            <p:spPr>
              <a:xfrm>
                <a:off x="4704509" y="3854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1" name="Freeform 36390">
                <a:extLst>
                  <a:ext uri="{FF2B5EF4-FFF2-40B4-BE49-F238E27FC236}">
                    <a16:creationId xmlns:a16="http://schemas.microsoft.com/office/drawing/2014/main" id="{B2149F28-923F-1E51-9ACF-FBF196974D0F}"/>
                  </a:ext>
                </a:extLst>
              </p:cNvPr>
              <p:cNvSpPr/>
              <p:nvPr/>
            </p:nvSpPr>
            <p:spPr>
              <a:xfrm>
                <a:off x="4705005" y="3879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2" name="Freeform 36391">
                <a:extLst>
                  <a:ext uri="{FF2B5EF4-FFF2-40B4-BE49-F238E27FC236}">
                    <a16:creationId xmlns:a16="http://schemas.microsoft.com/office/drawing/2014/main" id="{A3BFEBFB-AB9C-C744-0E32-2BFDD22AB821}"/>
                  </a:ext>
                </a:extLst>
              </p:cNvPr>
              <p:cNvSpPr/>
              <p:nvPr/>
            </p:nvSpPr>
            <p:spPr>
              <a:xfrm>
                <a:off x="4705501" y="3879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3" name="Freeform 36392">
                <a:extLst>
                  <a:ext uri="{FF2B5EF4-FFF2-40B4-BE49-F238E27FC236}">
                    <a16:creationId xmlns:a16="http://schemas.microsoft.com/office/drawing/2014/main" id="{70C96C41-5DFE-AD08-8D63-80AEE47B289A}"/>
                  </a:ext>
                </a:extLst>
              </p:cNvPr>
              <p:cNvSpPr/>
              <p:nvPr/>
            </p:nvSpPr>
            <p:spPr>
              <a:xfrm>
                <a:off x="4706096" y="3880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4" name="Freeform 36393">
                <a:extLst>
                  <a:ext uri="{FF2B5EF4-FFF2-40B4-BE49-F238E27FC236}">
                    <a16:creationId xmlns:a16="http://schemas.microsoft.com/office/drawing/2014/main" id="{491B6D81-90F0-E636-599F-F8A04BC5090E}"/>
                  </a:ext>
                </a:extLst>
              </p:cNvPr>
              <p:cNvSpPr/>
              <p:nvPr/>
            </p:nvSpPr>
            <p:spPr>
              <a:xfrm>
                <a:off x="4706592" y="3900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5" name="Freeform 36394">
                <a:extLst>
                  <a:ext uri="{FF2B5EF4-FFF2-40B4-BE49-F238E27FC236}">
                    <a16:creationId xmlns:a16="http://schemas.microsoft.com/office/drawing/2014/main" id="{F003AE20-D799-FE4C-9BE8-F355DBCF65B8}"/>
                  </a:ext>
                </a:extLst>
              </p:cNvPr>
              <p:cNvSpPr/>
              <p:nvPr/>
            </p:nvSpPr>
            <p:spPr>
              <a:xfrm>
                <a:off x="4707088" y="3867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6" name="Freeform 36395">
                <a:extLst>
                  <a:ext uri="{FF2B5EF4-FFF2-40B4-BE49-F238E27FC236}">
                    <a16:creationId xmlns:a16="http://schemas.microsoft.com/office/drawing/2014/main" id="{8538047A-2BF1-C5AB-7D68-8FC9F092CAC5}"/>
                  </a:ext>
                </a:extLst>
              </p:cNvPr>
              <p:cNvSpPr/>
              <p:nvPr/>
            </p:nvSpPr>
            <p:spPr>
              <a:xfrm>
                <a:off x="4707684" y="3841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7" name="Freeform 36396">
                <a:extLst>
                  <a:ext uri="{FF2B5EF4-FFF2-40B4-BE49-F238E27FC236}">
                    <a16:creationId xmlns:a16="http://schemas.microsoft.com/office/drawing/2014/main" id="{B38816C3-FD46-3F6C-3438-EEC20C2E686D}"/>
                  </a:ext>
                </a:extLst>
              </p:cNvPr>
              <p:cNvSpPr/>
              <p:nvPr/>
            </p:nvSpPr>
            <p:spPr>
              <a:xfrm>
                <a:off x="4708180" y="3817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8" name="Freeform 36397">
                <a:extLst>
                  <a:ext uri="{FF2B5EF4-FFF2-40B4-BE49-F238E27FC236}">
                    <a16:creationId xmlns:a16="http://schemas.microsoft.com/office/drawing/2014/main" id="{17221233-859B-378B-76B5-EAF767D90F66}"/>
                  </a:ext>
                </a:extLst>
              </p:cNvPr>
              <p:cNvSpPr/>
              <p:nvPr/>
            </p:nvSpPr>
            <p:spPr>
              <a:xfrm>
                <a:off x="4708676" y="3794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9" name="Freeform 36398">
                <a:extLst>
                  <a:ext uri="{FF2B5EF4-FFF2-40B4-BE49-F238E27FC236}">
                    <a16:creationId xmlns:a16="http://schemas.microsoft.com/office/drawing/2014/main" id="{A05BF2B3-FC81-7591-147B-6A736DF8C955}"/>
                  </a:ext>
                </a:extLst>
              </p:cNvPr>
              <p:cNvSpPr/>
              <p:nvPr/>
            </p:nvSpPr>
            <p:spPr>
              <a:xfrm>
                <a:off x="4709271" y="3778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0" name="Freeform 36399">
                <a:extLst>
                  <a:ext uri="{FF2B5EF4-FFF2-40B4-BE49-F238E27FC236}">
                    <a16:creationId xmlns:a16="http://schemas.microsoft.com/office/drawing/2014/main" id="{B3A4A7B8-5931-929F-7529-4FF4B121F85A}"/>
                  </a:ext>
                </a:extLst>
              </p:cNvPr>
              <p:cNvSpPr/>
              <p:nvPr/>
            </p:nvSpPr>
            <p:spPr>
              <a:xfrm>
                <a:off x="4709767" y="3795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1" name="Freeform 36400">
                <a:extLst>
                  <a:ext uri="{FF2B5EF4-FFF2-40B4-BE49-F238E27FC236}">
                    <a16:creationId xmlns:a16="http://schemas.microsoft.com/office/drawing/2014/main" id="{3946EFAC-50BF-4B0B-CB79-D68A0825010E}"/>
                  </a:ext>
                </a:extLst>
              </p:cNvPr>
              <p:cNvSpPr/>
              <p:nvPr/>
            </p:nvSpPr>
            <p:spPr>
              <a:xfrm>
                <a:off x="4710263" y="376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2" name="Freeform 36401">
                <a:extLst>
                  <a:ext uri="{FF2B5EF4-FFF2-40B4-BE49-F238E27FC236}">
                    <a16:creationId xmlns:a16="http://schemas.microsoft.com/office/drawing/2014/main" id="{E7BA7B3E-80CD-01F3-5FB0-4D7E3C20C28D}"/>
                  </a:ext>
                </a:extLst>
              </p:cNvPr>
              <p:cNvSpPr/>
              <p:nvPr/>
            </p:nvSpPr>
            <p:spPr>
              <a:xfrm>
                <a:off x="4710759" y="3776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3" name="Freeform 36402">
                <a:extLst>
                  <a:ext uri="{FF2B5EF4-FFF2-40B4-BE49-F238E27FC236}">
                    <a16:creationId xmlns:a16="http://schemas.microsoft.com/office/drawing/2014/main" id="{776539B4-0FBD-33D4-521E-BE46E9834F23}"/>
                  </a:ext>
                </a:extLst>
              </p:cNvPr>
              <p:cNvSpPr/>
              <p:nvPr/>
            </p:nvSpPr>
            <p:spPr>
              <a:xfrm>
                <a:off x="4711355" y="386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4" name="Freeform 36403">
                <a:extLst>
                  <a:ext uri="{FF2B5EF4-FFF2-40B4-BE49-F238E27FC236}">
                    <a16:creationId xmlns:a16="http://schemas.microsoft.com/office/drawing/2014/main" id="{E0FC62E6-B2B3-6F9C-FCFB-2A37D9C64BF1}"/>
                  </a:ext>
                </a:extLst>
              </p:cNvPr>
              <p:cNvSpPr/>
              <p:nvPr/>
            </p:nvSpPr>
            <p:spPr>
              <a:xfrm>
                <a:off x="4711851" y="4134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5" name="Freeform 36404">
                <a:extLst>
                  <a:ext uri="{FF2B5EF4-FFF2-40B4-BE49-F238E27FC236}">
                    <a16:creationId xmlns:a16="http://schemas.microsoft.com/office/drawing/2014/main" id="{2640A5D5-5FE4-63B8-E974-689DAB71104A}"/>
                  </a:ext>
                </a:extLst>
              </p:cNvPr>
              <p:cNvSpPr/>
              <p:nvPr/>
            </p:nvSpPr>
            <p:spPr>
              <a:xfrm>
                <a:off x="4712347" y="4152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6" name="Freeform 36405">
                <a:extLst>
                  <a:ext uri="{FF2B5EF4-FFF2-40B4-BE49-F238E27FC236}">
                    <a16:creationId xmlns:a16="http://schemas.microsoft.com/office/drawing/2014/main" id="{77ACDD96-4B45-A796-4F6A-7FCE2C415A61}"/>
                  </a:ext>
                </a:extLst>
              </p:cNvPr>
              <p:cNvSpPr/>
              <p:nvPr/>
            </p:nvSpPr>
            <p:spPr>
              <a:xfrm>
                <a:off x="4712942" y="4152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7" name="Freeform 36406">
                <a:extLst>
                  <a:ext uri="{FF2B5EF4-FFF2-40B4-BE49-F238E27FC236}">
                    <a16:creationId xmlns:a16="http://schemas.microsoft.com/office/drawing/2014/main" id="{C281C083-9123-B194-1FFF-5817A31EF3DC}"/>
                  </a:ext>
                </a:extLst>
              </p:cNvPr>
              <p:cNvSpPr/>
              <p:nvPr/>
            </p:nvSpPr>
            <p:spPr>
              <a:xfrm>
                <a:off x="4713438" y="4151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8" name="Freeform 36407">
                <a:extLst>
                  <a:ext uri="{FF2B5EF4-FFF2-40B4-BE49-F238E27FC236}">
                    <a16:creationId xmlns:a16="http://schemas.microsoft.com/office/drawing/2014/main" id="{9D73AA33-CCB9-50E6-15E5-E8D1DA122B34}"/>
                  </a:ext>
                </a:extLst>
              </p:cNvPr>
              <p:cNvSpPr/>
              <p:nvPr/>
            </p:nvSpPr>
            <p:spPr>
              <a:xfrm>
                <a:off x="4713934" y="4153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9" name="Freeform 36408">
                <a:extLst>
                  <a:ext uri="{FF2B5EF4-FFF2-40B4-BE49-F238E27FC236}">
                    <a16:creationId xmlns:a16="http://schemas.microsoft.com/office/drawing/2014/main" id="{314EF041-8A50-E115-74E3-279112AB6762}"/>
                  </a:ext>
                </a:extLst>
              </p:cNvPr>
              <p:cNvSpPr/>
              <p:nvPr/>
            </p:nvSpPr>
            <p:spPr>
              <a:xfrm>
                <a:off x="4714530" y="4153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0" name="Freeform 36409">
                <a:extLst>
                  <a:ext uri="{FF2B5EF4-FFF2-40B4-BE49-F238E27FC236}">
                    <a16:creationId xmlns:a16="http://schemas.microsoft.com/office/drawing/2014/main" id="{B280E52A-2F4F-435D-84AC-DAA798FE4166}"/>
                  </a:ext>
                </a:extLst>
              </p:cNvPr>
              <p:cNvSpPr/>
              <p:nvPr/>
            </p:nvSpPr>
            <p:spPr>
              <a:xfrm>
                <a:off x="4715026" y="4154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1" name="Freeform 36410">
                <a:extLst>
                  <a:ext uri="{FF2B5EF4-FFF2-40B4-BE49-F238E27FC236}">
                    <a16:creationId xmlns:a16="http://schemas.microsoft.com/office/drawing/2014/main" id="{FC25BEAE-75FF-BF6D-AFAD-FAA33B329F55}"/>
                  </a:ext>
                </a:extLst>
              </p:cNvPr>
              <p:cNvSpPr/>
              <p:nvPr/>
            </p:nvSpPr>
            <p:spPr>
              <a:xfrm>
                <a:off x="4715522" y="4158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2" name="Freeform 36411">
                <a:extLst>
                  <a:ext uri="{FF2B5EF4-FFF2-40B4-BE49-F238E27FC236}">
                    <a16:creationId xmlns:a16="http://schemas.microsoft.com/office/drawing/2014/main" id="{C83F6C9F-7B9A-F63E-A427-FA6CD6194F0D}"/>
                  </a:ext>
                </a:extLst>
              </p:cNvPr>
              <p:cNvSpPr/>
              <p:nvPr/>
            </p:nvSpPr>
            <p:spPr>
              <a:xfrm>
                <a:off x="4716117" y="4147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3" name="Freeform 36412">
                <a:extLst>
                  <a:ext uri="{FF2B5EF4-FFF2-40B4-BE49-F238E27FC236}">
                    <a16:creationId xmlns:a16="http://schemas.microsoft.com/office/drawing/2014/main" id="{F5873299-A59A-A408-8486-EF0620840203}"/>
                  </a:ext>
                </a:extLst>
              </p:cNvPr>
              <p:cNvSpPr/>
              <p:nvPr/>
            </p:nvSpPr>
            <p:spPr>
              <a:xfrm>
                <a:off x="4716613" y="3980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4" name="Freeform 36413">
                <a:extLst>
                  <a:ext uri="{FF2B5EF4-FFF2-40B4-BE49-F238E27FC236}">
                    <a16:creationId xmlns:a16="http://schemas.microsoft.com/office/drawing/2014/main" id="{20B9CE86-9B27-D800-EFDD-470431DBCBD3}"/>
                  </a:ext>
                </a:extLst>
              </p:cNvPr>
              <p:cNvSpPr/>
              <p:nvPr/>
            </p:nvSpPr>
            <p:spPr>
              <a:xfrm>
                <a:off x="4717109" y="3939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5" name="Freeform 36414">
                <a:extLst>
                  <a:ext uri="{FF2B5EF4-FFF2-40B4-BE49-F238E27FC236}">
                    <a16:creationId xmlns:a16="http://schemas.microsoft.com/office/drawing/2014/main" id="{F21FF0CC-C69C-7B73-A231-9B5A1AD16B26}"/>
                  </a:ext>
                </a:extLst>
              </p:cNvPr>
              <p:cNvSpPr/>
              <p:nvPr/>
            </p:nvSpPr>
            <p:spPr>
              <a:xfrm>
                <a:off x="4717705" y="394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6" name="Freeform 36415">
                <a:extLst>
                  <a:ext uri="{FF2B5EF4-FFF2-40B4-BE49-F238E27FC236}">
                    <a16:creationId xmlns:a16="http://schemas.microsoft.com/office/drawing/2014/main" id="{759AB4B2-7CA6-24B8-264B-2D1B2A783100}"/>
                  </a:ext>
                </a:extLst>
              </p:cNvPr>
              <p:cNvSpPr/>
              <p:nvPr/>
            </p:nvSpPr>
            <p:spPr>
              <a:xfrm>
                <a:off x="4718201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7" name="Freeform 36416">
                <a:extLst>
                  <a:ext uri="{FF2B5EF4-FFF2-40B4-BE49-F238E27FC236}">
                    <a16:creationId xmlns:a16="http://schemas.microsoft.com/office/drawing/2014/main" id="{CA1D85E8-9063-821A-5858-E9FD38063750}"/>
                  </a:ext>
                </a:extLst>
              </p:cNvPr>
              <p:cNvSpPr/>
              <p:nvPr/>
            </p:nvSpPr>
            <p:spPr>
              <a:xfrm>
                <a:off x="4718697" y="3950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8" name="Freeform 36417">
                <a:extLst>
                  <a:ext uri="{FF2B5EF4-FFF2-40B4-BE49-F238E27FC236}">
                    <a16:creationId xmlns:a16="http://schemas.microsoft.com/office/drawing/2014/main" id="{1038DC93-6B16-F2D9-FBE6-7E10FCD7A685}"/>
                  </a:ext>
                </a:extLst>
              </p:cNvPr>
              <p:cNvSpPr/>
              <p:nvPr/>
            </p:nvSpPr>
            <p:spPr>
              <a:xfrm>
                <a:off x="4719292" y="3827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9" name="Freeform 36418">
                <a:extLst>
                  <a:ext uri="{FF2B5EF4-FFF2-40B4-BE49-F238E27FC236}">
                    <a16:creationId xmlns:a16="http://schemas.microsoft.com/office/drawing/2014/main" id="{8AB3D30A-51DB-12EC-AE9F-73EDE5E0EB3D}"/>
                  </a:ext>
                </a:extLst>
              </p:cNvPr>
              <p:cNvSpPr/>
              <p:nvPr/>
            </p:nvSpPr>
            <p:spPr>
              <a:xfrm>
                <a:off x="4719788" y="3804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0" name="Freeform 36419">
                <a:extLst>
                  <a:ext uri="{FF2B5EF4-FFF2-40B4-BE49-F238E27FC236}">
                    <a16:creationId xmlns:a16="http://schemas.microsoft.com/office/drawing/2014/main" id="{FB812491-E316-5770-EABA-E793836032A8}"/>
                  </a:ext>
                </a:extLst>
              </p:cNvPr>
              <p:cNvSpPr/>
              <p:nvPr/>
            </p:nvSpPr>
            <p:spPr>
              <a:xfrm>
                <a:off x="4720284" y="3787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1" name="Freeform 36420">
                <a:extLst>
                  <a:ext uri="{FF2B5EF4-FFF2-40B4-BE49-F238E27FC236}">
                    <a16:creationId xmlns:a16="http://schemas.microsoft.com/office/drawing/2014/main" id="{780A50EC-6177-1BFB-0E9E-14A03B026D72}"/>
                  </a:ext>
                </a:extLst>
              </p:cNvPr>
              <p:cNvSpPr/>
              <p:nvPr/>
            </p:nvSpPr>
            <p:spPr>
              <a:xfrm>
                <a:off x="4720880" y="3739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2" name="Freeform 36421">
                <a:extLst>
                  <a:ext uri="{FF2B5EF4-FFF2-40B4-BE49-F238E27FC236}">
                    <a16:creationId xmlns:a16="http://schemas.microsoft.com/office/drawing/2014/main" id="{D2026CB5-56CF-36C0-D968-1CC75623426F}"/>
                  </a:ext>
                </a:extLst>
              </p:cNvPr>
              <p:cNvSpPr/>
              <p:nvPr/>
            </p:nvSpPr>
            <p:spPr>
              <a:xfrm>
                <a:off x="4721376" y="3724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3" name="Freeform 36422">
                <a:extLst>
                  <a:ext uri="{FF2B5EF4-FFF2-40B4-BE49-F238E27FC236}">
                    <a16:creationId xmlns:a16="http://schemas.microsoft.com/office/drawing/2014/main" id="{E9EB28A9-769C-674A-9FBB-89715F0B819E}"/>
                  </a:ext>
                </a:extLst>
              </p:cNvPr>
              <p:cNvSpPr/>
              <p:nvPr/>
            </p:nvSpPr>
            <p:spPr>
              <a:xfrm>
                <a:off x="4721872" y="3706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4" name="Freeform 36423">
                <a:extLst>
                  <a:ext uri="{FF2B5EF4-FFF2-40B4-BE49-F238E27FC236}">
                    <a16:creationId xmlns:a16="http://schemas.microsoft.com/office/drawing/2014/main" id="{BBA23385-C6F9-1734-4782-D8AB9DE19837}"/>
                  </a:ext>
                </a:extLst>
              </p:cNvPr>
              <p:cNvSpPr/>
              <p:nvPr/>
            </p:nvSpPr>
            <p:spPr>
              <a:xfrm>
                <a:off x="4722368" y="3695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5" name="Freeform 36424">
                <a:extLst>
                  <a:ext uri="{FF2B5EF4-FFF2-40B4-BE49-F238E27FC236}">
                    <a16:creationId xmlns:a16="http://schemas.microsoft.com/office/drawing/2014/main" id="{5A8ABD6D-81AB-0481-EBEB-D2E6BA431D28}"/>
                  </a:ext>
                </a:extLst>
              </p:cNvPr>
              <p:cNvSpPr/>
              <p:nvPr/>
            </p:nvSpPr>
            <p:spPr>
              <a:xfrm>
                <a:off x="4722963" y="3699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6" name="Freeform 36425">
                <a:extLst>
                  <a:ext uri="{FF2B5EF4-FFF2-40B4-BE49-F238E27FC236}">
                    <a16:creationId xmlns:a16="http://schemas.microsoft.com/office/drawing/2014/main" id="{F0D200AC-D959-2E07-0F93-F391B3082106}"/>
                  </a:ext>
                </a:extLst>
              </p:cNvPr>
              <p:cNvSpPr/>
              <p:nvPr/>
            </p:nvSpPr>
            <p:spPr>
              <a:xfrm>
                <a:off x="4723459" y="3725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7" name="Freeform 36426">
                <a:extLst>
                  <a:ext uri="{FF2B5EF4-FFF2-40B4-BE49-F238E27FC236}">
                    <a16:creationId xmlns:a16="http://schemas.microsoft.com/office/drawing/2014/main" id="{A802F0AA-4387-B4C9-E208-7C10CB183749}"/>
                  </a:ext>
                </a:extLst>
              </p:cNvPr>
              <p:cNvSpPr/>
              <p:nvPr/>
            </p:nvSpPr>
            <p:spPr>
              <a:xfrm>
                <a:off x="4723955" y="3771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8" name="Freeform 36427">
                <a:extLst>
                  <a:ext uri="{FF2B5EF4-FFF2-40B4-BE49-F238E27FC236}">
                    <a16:creationId xmlns:a16="http://schemas.microsoft.com/office/drawing/2014/main" id="{F983AFA1-87EF-1EFE-3E4F-090F83045C43}"/>
                  </a:ext>
                </a:extLst>
              </p:cNvPr>
              <p:cNvSpPr/>
              <p:nvPr/>
            </p:nvSpPr>
            <p:spPr>
              <a:xfrm>
                <a:off x="4724551" y="4036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9" name="Freeform 36428">
                <a:extLst>
                  <a:ext uri="{FF2B5EF4-FFF2-40B4-BE49-F238E27FC236}">
                    <a16:creationId xmlns:a16="http://schemas.microsoft.com/office/drawing/2014/main" id="{32C830F0-BEC6-E3BA-8769-52E26F55B602}"/>
                  </a:ext>
                </a:extLst>
              </p:cNvPr>
              <p:cNvSpPr/>
              <p:nvPr/>
            </p:nvSpPr>
            <p:spPr>
              <a:xfrm>
                <a:off x="4725047" y="4108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0" name="Freeform 36429">
                <a:extLst>
                  <a:ext uri="{FF2B5EF4-FFF2-40B4-BE49-F238E27FC236}">
                    <a16:creationId xmlns:a16="http://schemas.microsoft.com/office/drawing/2014/main" id="{43E04B74-B825-D0C0-FFF5-64B495E59887}"/>
                  </a:ext>
                </a:extLst>
              </p:cNvPr>
              <p:cNvSpPr/>
              <p:nvPr/>
            </p:nvSpPr>
            <p:spPr>
              <a:xfrm>
                <a:off x="4725543" y="4110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1" name="Freeform 36430">
                <a:extLst>
                  <a:ext uri="{FF2B5EF4-FFF2-40B4-BE49-F238E27FC236}">
                    <a16:creationId xmlns:a16="http://schemas.microsoft.com/office/drawing/2014/main" id="{D69BF674-ED67-68B9-211E-AEFD703E1876}"/>
                  </a:ext>
                </a:extLst>
              </p:cNvPr>
              <p:cNvSpPr/>
              <p:nvPr/>
            </p:nvSpPr>
            <p:spPr>
              <a:xfrm>
                <a:off x="4726138" y="4106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2" name="Freeform 36431">
                <a:extLst>
                  <a:ext uri="{FF2B5EF4-FFF2-40B4-BE49-F238E27FC236}">
                    <a16:creationId xmlns:a16="http://schemas.microsoft.com/office/drawing/2014/main" id="{EE6F41CF-7597-5AF5-80B2-9282C43808DC}"/>
                  </a:ext>
                </a:extLst>
              </p:cNvPr>
              <p:cNvSpPr/>
              <p:nvPr/>
            </p:nvSpPr>
            <p:spPr>
              <a:xfrm>
                <a:off x="4726634" y="4102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3" name="Freeform 36432">
                <a:extLst>
                  <a:ext uri="{FF2B5EF4-FFF2-40B4-BE49-F238E27FC236}">
                    <a16:creationId xmlns:a16="http://schemas.microsoft.com/office/drawing/2014/main" id="{5869D54E-7C7B-8BD1-95B6-A48B6D1CAD3D}"/>
                  </a:ext>
                </a:extLst>
              </p:cNvPr>
              <p:cNvSpPr/>
              <p:nvPr/>
            </p:nvSpPr>
            <p:spPr>
              <a:xfrm>
                <a:off x="4727130" y="4103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4" name="Freeform 36433">
                <a:extLst>
                  <a:ext uri="{FF2B5EF4-FFF2-40B4-BE49-F238E27FC236}">
                    <a16:creationId xmlns:a16="http://schemas.microsoft.com/office/drawing/2014/main" id="{28284643-0593-982A-2D83-D3CD03865B3E}"/>
                  </a:ext>
                </a:extLst>
              </p:cNvPr>
              <p:cNvSpPr/>
              <p:nvPr/>
            </p:nvSpPr>
            <p:spPr>
              <a:xfrm>
                <a:off x="4727726" y="4107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5" name="Freeform 36434">
                <a:extLst>
                  <a:ext uri="{FF2B5EF4-FFF2-40B4-BE49-F238E27FC236}">
                    <a16:creationId xmlns:a16="http://schemas.microsoft.com/office/drawing/2014/main" id="{B29FF430-232D-31F6-CC24-19A93FAA3D47}"/>
                  </a:ext>
                </a:extLst>
              </p:cNvPr>
              <p:cNvSpPr/>
              <p:nvPr/>
            </p:nvSpPr>
            <p:spPr>
              <a:xfrm>
                <a:off x="4728222" y="41072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6" name="Freeform 36435">
                <a:extLst>
                  <a:ext uri="{FF2B5EF4-FFF2-40B4-BE49-F238E27FC236}">
                    <a16:creationId xmlns:a16="http://schemas.microsoft.com/office/drawing/2014/main" id="{23456A8C-138A-8BEE-9E35-7D7381C9449F}"/>
                  </a:ext>
                </a:extLst>
              </p:cNvPr>
              <p:cNvSpPr/>
              <p:nvPr/>
            </p:nvSpPr>
            <p:spPr>
              <a:xfrm>
                <a:off x="4728718" y="4056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7" name="Freeform 36436">
                <a:extLst>
                  <a:ext uri="{FF2B5EF4-FFF2-40B4-BE49-F238E27FC236}">
                    <a16:creationId xmlns:a16="http://schemas.microsoft.com/office/drawing/2014/main" id="{E8E5AAE7-CC0E-E7C0-23F0-1E2370F192F7}"/>
                  </a:ext>
                </a:extLst>
              </p:cNvPr>
              <p:cNvSpPr/>
              <p:nvPr/>
            </p:nvSpPr>
            <p:spPr>
              <a:xfrm>
                <a:off x="4729313" y="3877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8" name="Freeform 36437">
                <a:extLst>
                  <a:ext uri="{FF2B5EF4-FFF2-40B4-BE49-F238E27FC236}">
                    <a16:creationId xmlns:a16="http://schemas.microsoft.com/office/drawing/2014/main" id="{B024C13B-C500-6DA0-86D2-9679367F8DC0}"/>
                  </a:ext>
                </a:extLst>
              </p:cNvPr>
              <p:cNvSpPr/>
              <p:nvPr/>
            </p:nvSpPr>
            <p:spPr>
              <a:xfrm>
                <a:off x="4729809" y="386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9" name="Freeform 36438">
                <a:extLst>
                  <a:ext uri="{FF2B5EF4-FFF2-40B4-BE49-F238E27FC236}">
                    <a16:creationId xmlns:a16="http://schemas.microsoft.com/office/drawing/2014/main" id="{5965E2D1-048A-5EC9-EFFC-8BB82C86431B}"/>
                  </a:ext>
                </a:extLst>
              </p:cNvPr>
              <p:cNvSpPr/>
              <p:nvPr/>
            </p:nvSpPr>
            <p:spPr>
              <a:xfrm>
                <a:off x="4730305" y="3869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0" name="Freeform 36439">
                <a:extLst>
                  <a:ext uri="{FF2B5EF4-FFF2-40B4-BE49-F238E27FC236}">
                    <a16:creationId xmlns:a16="http://schemas.microsoft.com/office/drawing/2014/main" id="{F71483D9-12EB-C4E8-1770-719B23FA782A}"/>
                  </a:ext>
                </a:extLst>
              </p:cNvPr>
              <p:cNvSpPr/>
              <p:nvPr/>
            </p:nvSpPr>
            <p:spPr>
              <a:xfrm>
                <a:off x="4730901" y="3870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1" name="Freeform 36440">
                <a:extLst>
                  <a:ext uri="{FF2B5EF4-FFF2-40B4-BE49-F238E27FC236}">
                    <a16:creationId xmlns:a16="http://schemas.microsoft.com/office/drawing/2014/main" id="{AFDA270D-B28B-25D9-1566-183B8382642F}"/>
                  </a:ext>
                </a:extLst>
              </p:cNvPr>
              <p:cNvSpPr/>
              <p:nvPr/>
            </p:nvSpPr>
            <p:spPr>
              <a:xfrm>
                <a:off x="4731397" y="3838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2" name="Freeform 36441">
                <a:extLst>
                  <a:ext uri="{FF2B5EF4-FFF2-40B4-BE49-F238E27FC236}">
                    <a16:creationId xmlns:a16="http://schemas.microsoft.com/office/drawing/2014/main" id="{CC837CA2-0A0D-78E6-6EB2-C9D3ED6AC5B2}"/>
                  </a:ext>
                </a:extLst>
              </p:cNvPr>
              <p:cNvSpPr/>
              <p:nvPr/>
            </p:nvSpPr>
            <p:spPr>
              <a:xfrm>
                <a:off x="4731893" y="3819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3" name="Freeform 36442">
                <a:extLst>
                  <a:ext uri="{FF2B5EF4-FFF2-40B4-BE49-F238E27FC236}">
                    <a16:creationId xmlns:a16="http://schemas.microsoft.com/office/drawing/2014/main" id="{9BB72E07-3987-9A8B-AE85-5D5E336C641E}"/>
                  </a:ext>
                </a:extLst>
              </p:cNvPr>
              <p:cNvSpPr/>
              <p:nvPr/>
            </p:nvSpPr>
            <p:spPr>
              <a:xfrm>
                <a:off x="4732488" y="3803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4" name="Freeform 36443">
                <a:extLst>
                  <a:ext uri="{FF2B5EF4-FFF2-40B4-BE49-F238E27FC236}">
                    <a16:creationId xmlns:a16="http://schemas.microsoft.com/office/drawing/2014/main" id="{7E5B38B0-C931-AD4D-05F5-B9C8DEA4EDD3}"/>
                  </a:ext>
                </a:extLst>
              </p:cNvPr>
              <p:cNvSpPr/>
              <p:nvPr/>
            </p:nvSpPr>
            <p:spPr>
              <a:xfrm>
                <a:off x="4732984" y="3771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5" name="Freeform 36444">
                <a:extLst>
                  <a:ext uri="{FF2B5EF4-FFF2-40B4-BE49-F238E27FC236}">
                    <a16:creationId xmlns:a16="http://schemas.microsoft.com/office/drawing/2014/main" id="{002C87A9-A0D3-9F37-ABB8-73FDDDDC33C0}"/>
                  </a:ext>
                </a:extLst>
              </p:cNvPr>
              <p:cNvSpPr/>
              <p:nvPr/>
            </p:nvSpPr>
            <p:spPr>
              <a:xfrm>
                <a:off x="4733480" y="3746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6" name="Freeform 36445">
                <a:extLst>
                  <a:ext uri="{FF2B5EF4-FFF2-40B4-BE49-F238E27FC236}">
                    <a16:creationId xmlns:a16="http://schemas.microsoft.com/office/drawing/2014/main" id="{9F7C541C-78CF-D951-5D5F-D7C3D5123227}"/>
                  </a:ext>
                </a:extLst>
              </p:cNvPr>
              <p:cNvSpPr/>
              <p:nvPr/>
            </p:nvSpPr>
            <p:spPr>
              <a:xfrm>
                <a:off x="4733977" y="3732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7" name="Freeform 36446">
                <a:extLst>
                  <a:ext uri="{FF2B5EF4-FFF2-40B4-BE49-F238E27FC236}">
                    <a16:creationId xmlns:a16="http://schemas.microsoft.com/office/drawing/2014/main" id="{2BB38121-29C0-C624-8EDF-502F0598FB67}"/>
                  </a:ext>
                </a:extLst>
              </p:cNvPr>
              <p:cNvSpPr/>
              <p:nvPr/>
            </p:nvSpPr>
            <p:spPr>
              <a:xfrm>
                <a:off x="4734572" y="3734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8" name="Freeform 36447">
                <a:extLst>
                  <a:ext uri="{FF2B5EF4-FFF2-40B4-BE49-F238E27FC236}">
                    <a16:creationId xmlns:a16="http://schemas.microsoft.com/office/drawing/2014/main" id="{4257F6A3-4594-3F60-A892-20AC6FD5F8BA}"/>
                  </a:ext>
                </a:extLst>
              </p:cNvPr>
              <p:cNvSpPr/>
              <p:nvPr/>
            </p:nvSpPr>
            <p:spPr>
              <a:xfrm>
                <a:off x="4735068" y="3769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9" name="Freeform 36448">
                <a:extLst>
                  <a:ext uri="{FF2B5EF4-FFF2-40B4-BE49-F238E27FC236}">
                    <a16:creationId xmlns:a16="http://schemas.microsoft.com/office/drawing/2014/main" id="{8D6FD408-4AD2-9252-10D2-AA222064E9A7}"/>
                  </a:ext>
                </a:extLst>
              </p:cNvPr>
              <p:cNvSpPr/>
              <p:nvPr/>
            </p:nvSpPr>
            <p:spPr>
              <a:xfrm>
                <a:off x="4735564" y="3755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0" name="Freeform 36449">
                <a:extLst>
                  <a:ext uri="{FF2B5EF4-FFF2-40B4-BE49-F238E27FC236}">
                    <a16:creationId xmlns:a16="http://schemas.microsoft.com/office/drawing/2014/main" id="{2F4CF186-EDEB-5E28-4A0D-68DF45E16FDA}"/>
                  </a:ext>
                </a:extLst>
              </p:cNvPr>
              <p:cNvSpPr/>
              <p:nvPr/>
            </p:nvSpPr>
            <p:spPr>
              <a:xfrm>
                <a:off x="4736159" y="3723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1" name="Freeform 36450">
                <a:extLst>
                  <a:ext uri="{FF2B5EF4-FFF2-40B4-BE49-F238E27FC236}">
                    <a16:creationId xmlns:a16="http://schemas.microsoft.com/office/drawing/2014/main" id="{2078235B-4A74-B6E5-DF13-4831E502AE83}"/>
                  </a:ext>
                </a:extLst>
              </p:cNvPr>
              <p:cNvSpPr/>
              <p:nvPr/>
            </p:nvSpPr>
            <p:spPr>
              <a:xfrm>
                <a:off x="4736655" y="4116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2" name="Freeform 36451">
                <a:extLst>
                  <a:ext uri="{FF2B5EF4-FFF2-40B4-BE49-F238E27FC236}">
                    <a16:creationId xmlns:a16="http://schemas.microsoft.com/office/drawing/2014/main" id="{DB03C874-A7F5-AF41-1CA0-291E284814DE}"/>
                  </a:ext>
                </a:extLst>
              </p:cNvPr>
              <p:cNvSpPr/>
              <p:nvPr/>
            </p:nvSpPr>
            <p:spPr>
              <a:xfrm>
                <a:off x="4737152" y="4177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3" name="Freeform 36452">
                <a:extLst>
                  <a:ext uri="{FF2B5EF4-FFF2-40B4-BE49-F238E27FC236}">
                    <a16:creationId xmlns:a16="http://schemas.microsoft.com/office/drawing/2014/main" id="{FF6E52AD-5C00-F043-D3BD-CD3ECA6E248F}"/>
                  </a:ext>
                </a:extLst>
              </p:cNvPr>
              <p:cNvSpPr/>
              <p:nvPr/>
            </p:nvSpPr>
            <p:spPr>
              <a:xfrm>
                <a:off x="4737747" y="4184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4" name="Freeform 36453">
                <a:extLst>
                  <a:ext uri="{FF2B5EF4-FFF2-40B4-BE49-F238E27FC236}">
                    <a16:creationId xmlns:a16="http://schemas.microsoft.com/office/drawing/2014/main" id="{32D154BD-9F61-0F3B-6286-A0EE7ACCF290}"/>
                  </a:ext>
                </a:extLst>
              </p:cNvPr>
              <p:cNvSpPr/>
              <p:nvPr/>
            </p:nvSpPr>
            <p:spPr>
              <a:xfrm>
                <a:off x="4738243" y="4193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5" name="Freeform 36454">
                <a:extLst>
                  <a:ext uri="{FF2B5EF4-FFF2-40B4-BE49-F238E27FC236}">
                    <a16:creationId xmlns:a16="http://schemas.microsoft.com/office/drawing/2014/main" id="{ABEFC78D-A332-714F-DF2E-940AEE9BA894}"/>
                  </a:ext>
                </a:extLst>
              </p:cNvPr>
              <p:cNvSpPr/>
              <p:nvPr/>
            </p:nvSpPr>
            <p:spPr>
              <a:xfrm>
                <a:off x="4738739" y="4193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6" name="Freeform 36455">
                <a:extLst>
                  <a:ext uri="{FF2B5EF4-FFF2-40B4-BE49-F238E27FC236}">
                    <a16:creationId xmlns:a16="http://schemas.microsoft.com/office/drawing/2014/main" id="{2C83AC2C-1443-4EF5-844F-AA88EE6DDBF6}"/>
                  </a:ext>
                </a:extLst>
              </p:cNvPr>
              <p:cNvSpPr/>
              <p:nvPr/>
            </p:nvSpPr>
            <p:spPr>
              <a:xfrm>
                <a:off x="4739334" y="4192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7" name="Freeform 36456">
                <a:extLst>
                  <a:ext uri="{FF2B5EF4-FFF2-40B4-BE49-F238E27FC236}">
                    <a16:creationId xmlns:a16="http://schemas.microsoft.com/office/drawing/2014/main" id="{96AEE583-9D7D-3813-0D98-1C77D5F4FD7D}"/>
                  </a:ext>
                </a:extLst>
              </p:cNvPr>
              <p:cNvSpPr/>
              <p:nvPr/>
            </p:nvSpPr>
            <p:spPr>
              <a:xfrm>
                <a:off x="4739830" y="4192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8" name="Freeform 36457">
                <a:extLst>
                  <a:ext uri="{FF2B5EF4-FFF2-40B4-BE49-F238E27FC236}">
                    <a16:creationId xmlns:a16="http://schemas.microsoft.com/office/drawing/2014/main" id="{E8DE2855-9357-EAD3-D071-BB1677A73767}"/>
                  </a:ext>
                </a:extLst>
              </p:cNvPr>
              <p:cNvSpPr/>
              <p:nvPr/>
            </p:nvSpPr>
            <p:spPr>
              <a:xfrm>
                <a:off x="4740327" y="4192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9" name="Freeform 36458">
                <a:extLst>
                  <a:ext uri="{FF2B5EF4-FFF2-40B4-BE49-F238E27FC236}">
                    <a16:creationId xmlns:a16="http://schemas.microsoft.com/office/drawing/2014/main" id="{B53B71BA-7A0D-6176-0E51-A2FCDF448221}"/>
                  </a:ext>
                </a:extLst>
              </p:cNvPr>
              <p:cNvSpPr/>
              <p:nvPr/>
            </p:nvSpPr>
            <p:spPr>
              <a:xfrm>
                <a:off x="4740922" y="4194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0" name="Freeform 36459">
                <a:extLst>
                  <a:ext uri="{FF2B5EF4-FFF2-40B4-BE49-F238E27FC236}">
                    <a16:creationId xmlns:a16="http://schemas.microsoft.com/office/drawing/2014/main" id="{D3DCD2B5-755F-E927-B198-86A45864ECE1}"/>
                  </a:ext>
                </a:extLst>
              </p:cNvPr>
              <p:cNvSpPr/>
              <p:nvPr/>
            </p:nvSpPr>
            <p:spPr>
              <a:xfrm>
                <a:off x="4741418" y="4187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1" name="Freeform 36460">
                <a:extLst>
                  <a:ext uri="{FF2B5EF4-FFF2-40B4-BE49-F238E27FC236}">
                    <a16:creationId xmlns:a16="http://schemas.microsoft.com/office/drawing/2014/main" id="{135ACDBD-1B02-310C-1DE5-549F88EFCD8B}"/>
                  </a:ext>
                </a:extLst>
              </p:cNvPr>
              <p:cNvSpPr/>
              <p:nvPr/>
            </p:nvSpPr>
            <p:spPr>
              <a:xfrm>
                <a:off x="4741914" y="4072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2" name="Freeform 36461">
                <a:extLst>
                  <a:ext uri="{FF2B5EF4-FFF2-40B4-BE49-F238E27FC236}">
                    <a16:creationId xmlns:a16="http://schemas.microsoft.com/office/drawing/2014/main" id="{D0DFDE9C-E8DC-3117-8F73-94ADBFABFC76}"/>
                  </a:ext>
                </a:extLst>
              </p:cNvPr>
              <p:cNvSpPr/>
              <p:nvPr/>
            </p:nvSpPr>
            <p:spPr>
              <a:xfrm>
                <a:off x="4742509" y="4025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3" name="Freeform 36462">
                <a:extLst>
                  <a:ext uri="{FF2B5EF4-FFF2-40B4-BE49-F238E27FC236}">
                    <a16:creationId xmlns:a16="http://schemas.microsoft.com/office/drawing/2014/main" id="{56C93A10-3566-EBF3-999A-E35C0F64BC4F}"/>
                  </a:ext>
                </a:extLst>
              </p:cNvPr>
              <p:cNvSpPr/>
              <p:nvPr/>
            </p:nvSpPr>
            <p:spPr>
              <a:xfrm>
                <a:off x="4743005" y="4032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4" name="Freeform 36463">
                <a:extLst>
                  <a:ext uri="{FF2B5EF4-FFF2-40B4-BE49-F238E27FC236}">
                    <a16:creationId xmlns:a16="http://schemas.microsoft.com/office/drawing/2014/main" id="{7457333B-34CC-8898-693B-82F1467A1409}"/>
                  </a:ext>
                </a:extLst>
              </p:cNvPr>
              <p:cNvSpPr/>
              <p:nvPr/>
            </p:nvSpPr>
            <p:spPr>
              <a:xfrm>
                <a:off x="4743502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5" name="Freeform 36464">
                <a:extLst>
                  <a:ext uri="{FF2B5EF4-FFF2-40B4-BE49-F238E27FC236}">
                    <a16:creationId xmlns:a16="http://schemas.microsoft.com/office/drawing/2014/main" id="{7039DAE4-6EBA-8E5C-3CC5-EC5AD558B6F2}"/>
                  </a:ext>
                </a:extLst>
              </p:cNvPr>
              <p:cNvSpPr/>
              <p:nvPr/>
            </p:nvSpPr>
            <p:spPr>
              <a:xfrm>
                <a:off x="4744097" y="403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6" name="Freeform 36465">
                <a:extLst>
                  <a:ext uri="{FF2B5EF4-FFF2-40B4-BE49-F238E27FC236}">
                    <a16:creationId xmlns:a16="http://schemas.microsoft.com/office/drawing/2014/main" id="{522FD989-6625-DC4E-1DBB-2FD859CD4358}"/>
                  </a:ext>
                </a:extLst>
              </p:cNvPr>
              <p:cNvSpPr/>
              <p:nvPr/>
            </p:nvSpPr>
            <p:spPr>
              <a:xfrm>
                <a:off x="4744593" y="4033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7" name="Freeform 36466">
                <a:extLst>
                  <a:ext uri="{FF2B5EF4-FFF2-40B4-BE49-F238E27FC236}">
                    <a16:creationId xmlns:a16="http://schemas.microsoft.com/office/drawing/2014/main" id="{A32AC4AA-EA95-40AF-4906-53A52F4F51CA}"/>
                  </a:ext>
                </a:extLst>
              </p:cNvPr>
              <p:cNvSpPr/>
              <p:nvPr/>
            </p:nvSpPr>
            <p:spPr>
              <a:xfrm>
                <a:off x="4745089" y="4036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8" name="Freeform 36467">
                <a:extLst>
                  <a:ext uri="{FF2B5EF4-FFF2-40B4-BE49-F238E27FC236}">
                    <a16:creationId xmlns:a16="http://schemas.microsoft.com/office/drawing/2014/main" id="{DA961D4E-FA02-4EF2-8F9F-3C533D755935}"/>
                  </a:ext>
                </a:extLst>
              </p:cNvPr>
              <p:cNvSpPr/>
              <p:nvPr/>
            </p:nvSpPr>
            <p:spPr>
              <a:xfrm>
                <a:off x="4745684" y="4020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9" name="Freeform 36468">
                <a:extLst>
                  <a:ext uri="{FF2B5EF4-FFF2-40B4-BE49-F238E27FC236}">
                    <a16:creationId xmlns:a16="http://schemas.microsoft.com/office/drawing/2014/main" id="{F85E405C-94B2-42BF-624A-2BFDBE226BF6}"/>
                  </a:ext>
                </a:extLst>
              </p:cNvPr>
              <p:cNvSpPr/>
              <p:nvPr/>
            </p:nvSpPr>
            <p:spPr>
              <a:xfrm>
                <a:off x="4746180" y="4015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0" name="Freeform 36469">
                <a:extLst>
                  <a:ext uri="{FF2B5EF4-FFF2-40B4-BE49-F238E27FC236}">
                    <a16:creationId xmlns:a16="http://schemas.microsoft.com/office/drawing/2014/main" id="{334274D6-C125-74EF-0320-8E5D0F347ED4}"/>
                  </a:ext>
                </a:extLst>
              </p:cNvPr>
              <p:cNvSpPr/>
              <p:nvPr/>
            </p:nvSpPr>
            <p:spPr>
              <a:xfrm>
                <a:off x="4746677" y="401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1" name="Freeform 36470">
                <a:extLst>
                  <a:ext uri="{FF2B5EF4-FFF2-40B4-BE49-F238E27FC236}">
                    <a16:creationId xmlns:a16="http://schemas.microsoft.com/office/drawing/2014/main" id="{8E11BF08-0760-2AFC-650A-D407148B85DD}"/>
                  </a:ext>
                </a:extLst>
              </p:cNvPr>
              <p:cNvSpPr/>
              <p:nvPr/>
            </p:nvSpPr>
            <p:spPr>
              <a:xfrm>
                <a:off x="4747173" y="3997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2" name="Freeform 36471">
                <a:extLst>
                  <a:ext uri="{FF2B5EF4-FFF2-40B4-BE49-F238E27FC236}">
                    <a16:creationId xmlns:a16="http://schemas.microsoft.com/office/drawing/2014/main" id="{D122C6AB-BDBD-5B8F-4EEE-3274BF8F59D1}"/>
                  </a:ext>
                </a:extLst>
              </p:cNvPr>
              <p:cNvSpPr/>
              <p:nvPr/>
            </p:nvSpPr>
            <p:spPr>
              <a:xfrm>
                <a:off x="4747768" y="3984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3" name="Freeform 36472">
                <a:extLst>
                  <a:ext uri="{FF2B5EF4-FFF2-40B4-BE49-F238E27FC236}">
                    <a16:creationId xmlns:a16="http://schemas.microsoft.com/office/drawing/2014/main" id="{D4E73882-85D4-9D18-5206-8AA9AE533331}"/>
                  </a:ext>
                </a:extLst>
              </p:cNvPr>
              <p:cNvSpPr/>
              <p:nvPr/>
            </p:nvSpPr>
            <p:spPr>
              <a:xfrm>
                <a:off x="4748264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4" name="Freeform 36473">
                <a:extLst>
                  <a:ext uri="{FF2B5EF4-FFF2-40B4-BE49-F238E27FC236}">
                    <a16:creationId xmlns:a16="http://schemas.microsoft.com/office/drawing/2014/main" id="{61A7216B-53BE-E662-1074-AC0CA708E089}"/>
                  </a:ext>
                </a:extLst>
              </p:cNvPr>
              <p:cNvSpPr/>
              <p:nvPr/>
            </p:nvSpPr>
            <p:spPr>
              <a:xfrm>
                <a:off x="4748760" y="3964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5" name="Freeform 36474">
                <a:extLst>
                  <a:ext uri="{FF2B5EF4-FFF2-40B4-BE49-F238E27FC236}">
                    <a16:creationId xmlns:a16="http://schemas.microsoft.com/office/drawing/2014/main" id="{C73FED1F-5B04-A88D-8325-C8D7C9B427A8}"/>
                  </a:ext>
                </a:extLst>
              </p:cNvPr>
              <p:cNvSpPr/>
              <p:nvPr/>
            </p:nvSpPr>
            <p:spPr>
              <a:xfrm>
                <a:off x="4749355" y="40047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6" name="Freeform 36475">
                <a:extLst>
                  <a:ext uri="{FF2B5EF4-FFF2-40B4-BE49-F238E27FC236}">
                    <a16:creationId xmlns:a16="http://schemas.microsoft.com/office/drawing/2014/main" id="{F5D6DEA8-2110-20B1-0DC8-68081106729B}"/>
                  </a:ext>
                </a:extLst>
              </p:cNvPr>
              <p:cNvSpPr/>
              <p:nvPr/>
            </p:nvSpPr>
            <p:spPr>
              <a:xfrm>
                <a:off x="4749852" y="4166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7" name="Freeform 36476">
                <a:extLst>
                  <a:ext uri="{FF2B5EF4-FFF2-40B4-BE49-F238E27FC236}">
                    <a16:creationId xmlns:a16="http://schemas.microsoft.com/office/drawing/2014/main" id="{9A57A44A-BABE-BB9F-D20A-16FB6FFDE799}"/>
                  </a:ext>
                </a:extLst>
              </p:cNvPr>
              <p:cNvSpPr/>
              <p:nvPr/>
            </p:nvSpPr>
            <p:spPr>
              <a:xfrm>
                <a:off x="4750348" y="4179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8" name="Freeform 36477">
                <a:extLst>
                  <a:ext uri="{FF2B5EF4-FFF2-40B4-BE49-F238E27FC236}">
                    <a16:creationId xmlns:a16="http://schemas.microsoft.com/office/drawing/2014/main" id="{E31D4C96-9543-96D9-3D29-5792EE569C70}"/>
                  </a:ext>
                </a:extLst>
              </p:cNvPr>
              <p:cNvSpPr/>
              <p:nvPr/>
            </p:nvSpPr>
            <p:spPr>
              <a:xfrm>
                <a:off x="4750943" y="4186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9" name="Freeform 36478">
                <a:extLst>
                  <a:ext uri="{FF2B5EF4-FFF2-40B4-BE49-F238E27FC236}">
                    <a16:creationId xmlns:a16="http://schemas.microsoft.com/office/drawing/2014/main" id="{83A64025-93FE-303B-C029-8BB4E28B8425}"/>
                  </a:ext>
                </a:extLst>
              </p:cNvPr>
              <p:cNvSpPr/>
              <p:nvPr/>
            </p:nvSpPr>
            <p:spPr>
              <a:xfrm>
                <a:off x="4751439" y="4189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0" name="Freeform 36479">
                <a:extLst>
                  <a:ext uri="{FF2B5EF4-FFF2-40B4-BE49-F238E27FC236}">
                    <a16:creationId xmlns:a16="http://schemas.microsoft.com/office/drawing/2014/main" id="{1ADD3320-7F64-CB2F-2D5A-6C79283B4C75}"/>
                  </a:ext>
                </a:extLst>
              </p:cNvPr>
              <p:cNvSpPr/>
              <p:nvPr/>
            </p:nvSpPr>
            <p:spPr>
              <a:xfrm>
                <a:off x="4751935" y="4188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1" name="Freeform 36480">
                <a:extLst>
                  <a:ext uri="{FF2B5EF4-FFF2-40B4-BE49-F238E27FC236}">
                    <a16:creationId xmlns:a16="http://schemas.microsoft.com/office/drawing/2014/main" id="{DFFDECE6-D160-D58A-7124-833EEE95E8B5}"/>
                  </a:ext>
                </a:extLst>
              </p:cNvPr>
              <p:cNvSpPr/>
              <p:nvPr/>
            </p:nvSpPr>
            <p:spPr>
              <a:xfrm>
                <a:off x="4752530" y="4191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2" name="Freeform 36481">
                <a:extLst>
                  <a:ext uri="{FF2B5EF4-FFF2-40B4-BE49-F238E27FC236}">
                    <a16:creationId xmlns:a16="http://schemas.microsoft.com/office/drawing/2014/main" id="{3BF9DEFF-CC6B-9FD7-6974-039BDF67C5FE}"/>
                  </a:ext>
                </a:extLst>
              </p:cNvPr>
              <p:cNvSpPr/>
              <p:nvPr/>
            </p:nvSpPr>
            <p:spPr>
              <a:xfrm>
                <a:off x="4753027" y="4187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3" name="Freeform 36482">
                <a:extLst>
                  <a:ext uri="{FF2B5EF4-FFF2-40B4-BE49-F238E27FC236}">
                    <a16:creationId xmlns:a16="http://schemas.microsoft.com/office/drawing/2014/main" id="{619AB490-8DD5-D0B2-FCA0-0572EBAF1D96}"/>
                  </a:ext>
                </a:extLst>
              </p:cNvPr>
              <p:cNvSpPr/>
              <p:nvPr/>
            </p:nvSpPr>
            <p:spPr>
              <a:xfrm>
                <a:off x="4753523" y="4185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4" name="Freeform 36483">
                <a:extLst>
                  <a:ext uri="{FF2B5EF4-FFF2-40B4-BE49-F238E27FC236}">
                    <a16:creationId xmlns:a16="http://schemas.microsoft.com/office/drawing/2014/main" id="{2FAF57BE-E343-0189-117A-1B9C4BB50FEE}"/>
                  </a:ext>
                </a:extLst>
              </p:cNvPr>
              <p:cNvSpPr/>
              <p:nvPr/>
            </p:nvSpPr>
            <p:spPr>
              <a:xfrm>
                <a:off x="4754118" y="4171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5" name="Freeform 36484">
                <a:extLst>
                  <a:ext uri="{FF2B5EF4-FFF2-40B4-BE49-F238E27FC236}">
                    <a16:creationId xmlns:a16="http://schemas.microsoft.com/office/drawing/2014/main" id="{94FEC53B-19AF-AB28-13BB-202A7380A58D}"/>
                  </a:ext>
                </a:extLst>
              </p:cNvPr>
              <p:cNvSpPr/>
              <p:nvPr/>
            </p:nvSpPr>
            <p:spPr>
              <a:xfrm>
                <a:off x="4754614" y="3612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6" name="Freeform 36485">
                <a:extLst>
                  <a:ext uri="{FF2B5EF4-FFF2-40B4-BE49-F238E27FC236}">
                    <a16:creationId xmlns:a16="http://schemas.microsoft.com/office/drawing/2014/main" id="{F91988FC-D052-A9F9-D157-7DE40B141DEE}"/>
                  </a:ext>
                </a:extLst>
              </p:cNvPr>
              <p:cNvSpPr/>
              <p:nvPr/>
            </p:nvSpPr>
            <p:spPr>
              <a:xfrm>
                <a:off x="4755110" y="3598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7" name="Freeform 36486">
                <a:extLst>
                  <a:ext uri="{FF2B5EF4-FFF2-40B4-BE49-F238E27FC236}">
                    <a16:creationId xmlns:a16="http://schemas.microsoft.com/office/drawing/2014/main" id="{C2768528-3B7F-ABE1-CAC6-A554A55E9886}"/>
                  </a:ext>
                </a:extLst>
              </p:cNvPr>
              <p:cNvSpPr/>
              <p:nvPr/>
            </p:nvSpPr>
            <p:spPr>
              <a:xfrm>
                <a:off x="4755705" y="3647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8" name="Freeform 36487">
                <a:extLst>
                  <a:ext uri="{FF2B5EF4-FFF2-40B4-BE49-F238E27FC236}">
                    <a16:creationId xmlns:a16="http://schemas.microsoft.com/office/drawing/2014/main" id="{2873A34C-3A7C-7F33-AD4C-F8BF09335200}"/>
                  </a:ext>
                </a:extLst>
              </p:cNvPr>
              <p:cNvSpPr/>
              <p:nvPr/>
            </p:nvSpPr>
            <p:spPr>
              <a:xfrm>
                <a:off x="4756202" y="3648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9" name="Freeform 36488">
                <a:extLst>
                  <a:ext uri="{FF2B5EF4-FFF2-40B4-BE49-F238E27FC236}">
                    <a16:creationId xmlns:a16="http://schemas.microsoft.com/office/drawing/2014/main" id="{E37445FE-69C6-61D3-85E8-F92C0C4F1405}"/>
                  </a:ext>
                </a:extLst>
              </p:cNvPr>
              <p:cNvSpPr/>
              <p:nvPr/>
            </p:nvSpPr>
            <p:spPr>
              <a:xfrm>
                <a:off x="4756698" y="3629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0" name="Freeform 36489">
                <a:extLst>
                  <a:ext uri="{FF2B5EF4-FFF2-40B4-BE49-F238E27FC236}">
                    <a16:creationId xmlns:a16="http://schemas.microsoft.com/office/drawing/2014/main" id="{BDD6E585-9460-E1D5-10C2-3761863FCE1C}"/>
                  </a:ext>
                </a:extLst>
              </p:cNvPr>
              <p:cNvSpPr/>
              <p:nvPr/>
            </p:nvSpPr>
            <p:spPr>
              <a:xfrm>
                <a:off x="4757293" y="3575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1" name="Freeform 36490">
                <a:extLst>
                  <a:ext uri="{FF2B5EF4-FFF2-40B4-BE49-F238E27FC236}">
                    <a16:creationId xmlns:a16="http://schemas.microsoft.com/office/drawing/2014/main" id="{8905E822-69CB-788B-9AEA-0C3B75096D2E}"/>
                  </a:ext>
                </a:extLst>
              </p:cNvPr>
              <p:cNvSpPr/>
              <p:nvPr/>
            </p:nvSpPr>
            <p:spPr>
              <a:xfrm>
                <a:off x="4757789" y="3468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2" name="Freeform 36491">
                <a:extLst>
                  <a:ext uri="{FF2B5EF4-FFF2-40B4-BE49-F238E27FC236}">
                    <a16:creationId xmlns:a16="http://schemas.microsoft.com/office/drawing/2014/main" id="{06AF3D94-B127-C037-AACF-52C93C1A5C63}"/>
                  </a:ext>
                </a:extLst>
              </p:cNvPr>
              <p:cNvSpPr/>
              <p:nvPr/>
            </p:nvSpPr>
            <p:spPr>
              <a:xfrm>
                <a:off x="4758285" y="3403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3" name="Freeform 36492">
                <a:extLst>
                  <a:ext uri="{FF2B5EF4-FFF2-40B4-BE49-F238E27FC236}">
                    <a16:creationId xmlns:a16="http://schemas.microsoft.com/office/drawing/2014/main" id="{6EB115F7-B580-B600-21F7-D5AFC14465F7}"/>
                  </a:ext>
                </a:extLst>
              </p:cNvPr>
              <p:cNvSpPr/>
              <p:nvPr/>
            </p:nvSpPr>
            <p:spPr>
              <a:xfrm>
                <a:off x="4758781" y="3363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4" name="Freeform 36493">
                <a:extLst>
                  <a:ext uri="{FF2B5EF4-FFF2-40B4-BE49-F238E27FC236}">
                    <a16:creationId xmlns:a16="http://schemas.microsoft.com/office/drawing/2014/main" id="{62E0E2BC-2DAD-5352-D73E-A2A088322776}"/>
                  </a:ext>
                </a:extLst>
              </p:cNvPr>
              <p:cNvSpPr/>
              <p:nvPr/>
            </p:nvSpPr>
            <p:spPr>
              <a:xfrm>
                <a:off x="4759377" y="3332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5" name="Freeform 36494">
                <a:extLst>
                  <a:ext uri="{FF2B5EF4-FFF2-40B4-BE49-F238E27FC236}">
                    <a16:creationId xmlns:a16="http://schemas.microsoft.com/office/drawing/2014/main" id="{7E318079-F6A9-2827-9F41-0753F12E701F}"/>
                  </a:ext>
                </a:extLst>
              </p:cNvPr>
              <p:cNvSpPr/>
              <p:nvPr/>
            </p:nvSpPr>
            <p:spPr>
              <a:xfrm>
                <a:off x="4759873" y="3324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6" name="Freeform 36495">
                <a:extLst>
                  <a:ext uri="{FF2B5EF4-FFF2-40B4-BE49-F238E27FC236}">
                    <a16:creationId xmlns:a16="http://schemas.microsoft.com/office/drawing/2014/main" id="{4C90581C-97F8-213E-AA7B-2AAD4797204E}"/>
                  </a:ext>
                </a:extLst>
              </p:cNvPr>
              <p:cNvSpPr/>
              <p:nvPr/>
            </p:nvSpPr>
            <p:spPr>
              <a:xfrm>
                <a:off x="4760369" y="3321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7" name="Freeform 36496">
                <a:extLst>
                  <a:ext uri="{FF2B5EF4-FFF2-40B4-BE49-F238E27FC236}">
                    <a16:creationId xmlns:a16="http://schemas.microsoft.com/office/drawing/2014/main" id="{D5D34252-EBF1-8318-4C65-83CE9844480A}"/>
                  </a:ext>
                </a:extLst>
              </p:cNvPr>
              <p:cNvSpPr/>
              <p:nvPr/>
            </p:nvSpPr>
            <p:spPr>
              <a:xfrm>
                <a:off x="4760964" y="3345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8" name="Freeform 36497">
                <a:extLst>
                  <a:ext uri="{FF2B5EF4-FFF2-40B4-BE49-F238E27FC236}">
                    <a16:creationId xmlns:a16="http://schemas.microsoft.com/office/drawing/2014/main" id="{692AB021-A3EC-CA86-82A1-D7990E1005C1}"/>
                  </a:ext>
                </a:extLst>
              </p:cNvPr>
              <p:cNvSpPr/>
              <p:nvPr/>
            </p:nvSpPr>
            <p:spPr>
              <a:xfrm>
                <a:off x="4761460" y="3398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9" name="Freeform 36498">
                <a:extLst>
                  <a:ext uri="{FF2B5EF4-FFF2-40B4-BE49-F238E27FC236}">
                    <a16:creationId xmlns:a16="http://schemas.microsoft.com/office/drawing/2014/main" id="{253E2C05-DF7D-3578-D7F1-0890AF43295D}"/>
                  </a:ext>
                </a:extLst>
              </p:cNvPr>
              <p:cNvSpPr/>
              <p:nvPr/>
            </p:nvSpPr>
            <p:spPr>
              <a:xfrm>
                <a:off x="4761956" y="3504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0" name="Freeform 36499">
                <a:extLst>
                  <a:ext uri="{FF2B5EF4-FFF2-40B4-BE49-F238E27FC236}">
                    <a16:creationId xmlns:a16="http://schemas.microsoft.com/office/drawing/2014/main" id="{788DD910-402A-53FA-0E04-424A4FE9C117}"/>
                  </a:ext>
                </a:extLst>
              </p:cNvPr>
              <p:cNvSpPr/>
              <p:nvPr/>
            </p:nvSpPr>
            <p:spPr>
              <a:xfrm>
                <a:off x="4762552" y="3897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1" name="Freeform 36500">
                <a:extLst>
                  <a:ext uri="{FF2B5EF4-FFF2-40B4-BE49-F238E27FC236}">
                    <a16:creationId xmlns:a16="http://schemas.microsoft.com/office/drawing/2014/main" id="{35EC2763-54BB-2F9C-DC2E-7AEC6A375621}"/>
                  </a:ext>
                </a:extLst>
              </p:cNvPr>
              <p:cNvSpPr/>
              <p:nvPr/>
            </p:nvSpPr>
            <p:spPr>
              <a:xfrm>
                <a:off x="4763048" y="3975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2" name="Freeform 36501">
                <a:extLst>
                  <a:ext uri="{FF2B5EF4-FFF2-40B4-BE49-F238E27FC236}">
                    <a16:creationId xmlns:a16="http://schemas.microsoft.com/office/drawing/2014/main" id="{DD87CAF1-158F-4278-7A9B-0AF66C10D47E}"/>
                  </a:ext>
                </a:extLst>
              </p:cNvPr>
              <p:cNvSpPr/>
              <p:nvPr/>
            </p:nvSpPr>
            <p:spPr>
              <a:xfrm>
                <a:off x="4763544" y="3974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3" name="Freeform 36502">
                <a:extLst>
                  <a:ext uri="{FF2B5EF4-FFF2-40B4-BE49-F238E27FC236}">
                    <a16:creationId xmlns:a16="http://schemas.microsoft.com/office/drawing/2014/main" id="{21203FA7-DA05-4C52-BAFF-A66676EB3EE2}"/>
                  </a:ext>
                </a:extLst>
              </p:cNvPr>
              <p:cNvSpPr/>
              <p:nvPr/>
            </p:nvSpPr>
            <p:spPr>
              <a:xfrm>
                <a:off x="4764139" y="3966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4" name="Freeform 36503">
                <a:extLst>
                  <a:ext uri="{FF2B5EF4-FFF2-40B4-BE49-F238E27FC236}">
                    <a16:creationId xmlns:a16="http://schemas.microsoft.com/office/drawing/2014/main" id="{8B66B0A5-174E-27D4-6EBF-6CE683460C4F}"/>
                  </a:ext>
                </a:extLst>
              </p:cNvPr>
              <p:cNvSpPr/>
              <p:nvPr/>
            </p:nvSpPr>
            <p:spPr>
              <a:xfrm>
                <a:off x="4764635" y="3966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5" name="Freeform 36504">
                <a:extLst>
                  <a:ext uri="{FF2B5EF4-FFF2-40B4-BE49-F238E27FC236}">
                    <a16:creationId xmlns:a16="http://schemas.microsoft.com/office/drawing/2014/main" id="{F711D41D-ED9E-6EB7-7777-813635D41AC9}"/>
                  </a:ext>
                </a:extLst>
              </p:cNvPr>
              <p:cNvSpPr/>
              <p:nvPr/>
            </p:nvSpPr>
            <p:spPr>
              <a:xfrm>
                <a:off x="4765131" y="395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6" name="Freeform 36505">
                <a:extLst>
                  <a:ext uri="{FF2B5EF4-FFF2-40B4-BE49-F238E27FC236}">
                    <a16:creationId xmlns:a16="http://schemas.microsoft.com/office/drawing/2014/main" id="{E5CE0B80-9664-CCEB-D326-BAF7D8DD1186}"/>
                  </a:ext>
                </a:extLst>
              </p:cNvPr>
              <p:cNvSpPr/>
              <p:nvPr/>
            </p:nvSpPr>
            <p:spPr>
              <a:xfrm>
                <a:off x="4765727" y="39398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7" name="Freeform 36506">
                <a:extLst>
                  <a:ext uri="{FF2B5EF4-FFF2-40B4-BE49-F238E27FC236}">
                    <a16:creationId xmlns:a16="http://schemas.microsoft.com/office/drawing/2014/main" id="{101AC39E-E134-C13C-3779-A2B4E6B3C5C7}"/>
                  </a:ext>
                </a:extLst>
              </p:cNvPr>
              <p:cNvSpPr/>
              <p:nvPr/>
            </p:nvSpPr>
            <p:spPr>
              <a:xfrm>
                <a:off x="4766223" y="3932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8" name="Freeform 36507">
                <a:extLst>
                  <a:ext uri="{FF2B5EF4-FFF2-40B4-BE49-F238E27FC236}">
                    <a16:creationId xmlns:a16="http://schemas.microsoft.com/office/drawing/2014/main" id="{94B02869-FF89-FF80-93DD-5FD605CD5ABB}"/>
                  </a:ext>
                </a:extLst>
              </p:cNvPr>
              <p:cNvSpPr/>
              <p:nvPr/>
            </p:nvSpPr>
            <p:spPr>
              <a:xfrm>
                <a:off x="4766719" y="3840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9" name="Freeform 36508">
                <a:extLst>
                  <a:ext uri="{FF2B5EF4-FFF2-40B4-BE49-F238E27FC236}">
                    <a16:creationId xmlns:a16="http://schemas.microsoft.com/office/drawing/2014/main" id="{9B316218-303F-FE9E-9DB3-2CDD01E42369}"/>
                  </a:ext>
                </a:extLst>
              </p:cNvPr>
              <p:cNvSpPr/>
              <p:nvPr/>
            </p:nvSpPr>
            <p:spPr>
              <a:xfrm>
                <a:off x="4767314" y="3603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0" name="Freeform 36509">
                <a:extLst>
                  <a:ext uri="{FF2B5EF4-FFF2-40B4-BE49-F238E27FC236}">
                    <a16:creationId xmlns:a16="http://schemas.microsoft.com/office/drawing/2014/main" id="{AA35AEDF-0BA8-5BB6-C1EB-06DDDB871B31}"/>
                  </a:ext>
                </a:extLst>
              </p:cNvPr>
              <p:cNvSpPr/>
              <p:nvPr/>
            </p:nvSpPr>
            <p:spPr>
              <a:xfrm>
                <a:off x="4767810" y="3616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1" name="Freeform 36510">
                <a:extLst>
                  <a:ext uri="{FF2B5EF4-FFF2-40B4-BE49-F238E27FC236}">
                    <a16:creationId xmlns:a16="http://schemas.microsoft.com/office/drawing/2014/main" id="{6812F51F-9FFB-F871-C6CD-F6983963D208}"/>
                  </a:ext>
                </a:extLst>
              </p:cNvPr>
              <p:cNvSpPr/>
              <p:nvPr/>
            </p:nvSpPr>
            <p:spPr>
              <a:xfrm>
                <a:off x="4768306" y="3656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2" name="Freeform 36511">
                <a:extLst>
                  <a:ext uri="{FF2B5EF4-FFF2-40B4-BE49-F238E27FC236}">
                    <a16:creationId xmlns:a16="http://schemas.microsoft.com/office/drawing/2014/main" id="{1C126D72-6747-D756-0A93-89B6A3D6BD3C}"/>
                  </a:ext>
                </a:extLst>
              </p:cNvPr>
              <p:cNvSpPr/>
              <p:nvPr/>
            </p:nvSpPr>
            <p:spPr>
              <a:xfrm>
                <a:off x="4768902" y="3652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3" name="Freeform 36512">
                <a:extLst>
                  <a:ext uri="{FF2B5EF4-FFF2-40B4-BE49-F238E27FC236}">
                    <a16:creationId xmlns:a16="http://schemas.microsoft.com/office/drawing/2014/main" id="{653FAD1E-19E1-E450-9B51-AF7DD8F1243E}"/>
                  </a:ext>
                </a:extLst>
              </p:cNvPr>
              <p:cNvSpPr/>
              <p:nvPr/>
            </p:nvSpPr>
            <p:spPr>
              <a:xfrm>
                <a:off x="4769398" y="3634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4" name="Freeform 36513">
                <a:extLst>
                  <a:ext uri="{FF2B5EF4-FFF2-40B4-BE49-F238E27FC236}">
                    <a16:creationId xmlns:a16="http://schemas.microsoft.com/office/drawing/2014/main" id="{9DD46723-1636-7EBF-5771-8252AD5B0B44}"/>
                  </a:ext>
                </a:extLst>
              </p:cNvPr>
              <p:cNvSpPr/>
              <p:nvPr/>
            </p:nvSpPr>
            <p:spPr>
              <a:xfrm>
                <a:off x="4769894" y="3614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5" name="Freeform 36514">
                <a:extLst>
                  <a:ext uri="{FF2B5EF4-FFF2-40B4-BE49-F238E27FC236}">
                    <a16:creationId xmlns:a16="http://schemas.microsoft.com/office/drawing/2014/main" id="{71DA7013-510E-34B9-B2F2-5ECD880BABED}"/>
                  </a:ext>
                </a:extLst>
              </p:cNvPr>
              <p:cNvSpPr/>
              <p:nvPr/>
            </p:nvSpPr>
            <p:spPr>
              <a:xfrm>
                <a:off x="4770489" y="3533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6" name="Freeform 36515">
                <a:extLst>
                  <a:ext uri="{FF2B5EF4-FFF2-40B4-BE49-F238E27FC236}">
                    <a16:creationId xmlns:a16="http://schemas.microsoft.com/office/drawing/2014/main" id="{913778BE-D2B5-ADBB-C8AF-5CD4BAA0B721}"/>
                  </a:ext>
                </a:extLst>
              </p:cNvPr>
              <p:cNvSpPr/>
              <p:nvPr/>
            </p:nvSpPr>
            <p:spPr>
              <a:xfrm>
                <a:off x="4770985" y="3464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7" name="Freeform 36516">
                <a:extLst>
                  <a:ext uri="{FF2B5EF4-FFF2-40B4-BE49-F238E27FC236}">
                    <a16:creationId xmlns:a16="http://schemas.microsoft.com/office/drawing/2014/main" id="{1D39DF47-BE71-0254-F90C-D573D6F3B623}"/>
                  </a:ext>
                </a:extLst>
              </p:cNvPr>
              <p:cNvSpPr/>
              <p:nvPr/>
            </p:nvSpPr>
            <p:spPr>
              <a:xfrm>
                <a:off x="4771481" y="3416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8" name="Freeform 36517">
                <a:extLst>
                  <a:ext uri="{FF2B5EF4-FFF2-40B4-BE49-F238E27FC236}">
                    <a16:creationId xmlns:a16="http://schemas.microsoft.com/office/drawing/2014/main" id="{B863D5C2-245B-1506-92FC-2DFBFF9D246A}"/>
                  </a:ext>
                </a:extLst>
              </p:cNvPr>
              <p:cNvSpPr/>
              <p:nvPr/>
            </p:nvSpPr>
            <p:spPr>
              <a:xfrm>
                <a:off x="4771977" y="3377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9" name="Freeform 36518">
                <a:extLst>
                  <a:ext uri="{FF2B5EF4-FFF2-40B4-BE49-F238E27FC236}">
                    <a16:creationId xmlns:a16="http://schemas.microsoft.com/office/drawing/2014/main" id="{7B4E3763-315F-2B74-80F6-A046CEFE480C}"/>
                  </a:ext>
                </a:extLst>
              </p:cNvPr>
              <p:cNvSpPr/>
              <p:nvPr/>
            </p:nvSpPr>
            <p:spPr>
              <a:xfrm>
                <a:off x="4772573" y="3352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0" name="Freeform 36519">
                <a:extLst>
                  <a:ext uri="{FF2B5EF4-FFF2-40B4-BE49-F238E27FC236}">
                    <a16:creationId xmlns:a16="http://schemas.microsoft.com/office/drawing/2014/main" id="{14253633-FBF2-DE36-C67D-17732BB1BD78}"/>
                  </a:ext>
                </a:extLst>
              </p:cNvPr>
              <p:cNvSpPr/>
              <p:nvPr/>
            </p:nvSpPr>
            <p:spPr>
              <a:xfrm>
                <a:off x="4773069" y="3365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1" name="Freeform 36520">
                <a:extLst>
                  <a:ext uri="{FF2B5EF4-FFF2-40B4-BE49-F238E27FC236}">
                    <a16:creationId xmlns:a16="http://schemas.microsoft.com/office/drawing/2014/main" id="{9CB56A90-D67E-F17A-2F89-3BEA092281DF}"/>
                  </a:ext>
                </a:extLst>
              </p:cNvPr>
              <p:cNvSpPr/>
              <p:nvPr/>
            </p:nvSpPr>
            <p:spPr>
              <a:xfrm>
                <a:off x="4773565" y="3365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2" name="Freeform 36521">
                <a:extLst>
                  <a:ext uri="{FF2B5EF4-FFF2-40B4-BE49-F238E27FC236}">
                    <a16:creationId xmlns:a16="http://schemas.microsoft.com/office/drawing/2014/main" id="{25CABAF0-797F-7B39-3E6D-F34171FAE83F}"/>
                  </a:ext>
                </a:extLst>
              </p:cNvPr>
              <p:cNvSpPr/>
              <p:nvPr/>
            </p:nvSpPr>
            <p:spPr>
              <a:xfrm>
                <a:off x="4774160" y="3433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3" name="Freeform 36522">
                <a:extLst>
                  <a:ext uri="{FF2B5EF4-FFF2-40B4-BE49-F238E27FC236}">
                    <a16:creationId xmlns:a16="http://schemas.microsoft.com/office/drawing/2014/main" id="{F31BE7AE-8734-00B7-7E73-418813381BD3}"/>
                  </a:ext>
                </a:extLst>
              </p:cNvPr>
              <p:cNvSpPr/>
              <p:nvPr/>
            </p:nvSpPr>
            <p:spPr>
              <a:xfrm>
                <a:off x="4774656" y="3559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4" name="Freeform 36523">
                <a:extLst>
                  <a:ext uri="{FF2B5EF4-FFF2-40B4-BE49-F238E27FC236}">
                    <a16:creationId xmlns:a16="http://schemas.microsoft.com/office/drawing/2014/main" id="{A1B4673F-A6DE-AA77-DDA7-C8D6BA0F9D92}"/>
                  </a:ext>
                </a:extLst>
              </p:cNvPr>
              <p:cNvSpPr/>
              <p:nvPr/>
            </p:nvSpPr>
            <p:spPr>
              <a:xfrm>
                <a:off x="4775152" y="3870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5" name="Freeform 36524">
                <a:extLst>
                  <a:ext uri="{FF2B5EF4-FFF2-40B4-BE49-F238E27FC236}">
                    <a16:creationId xmlns:a16="http://schemas.microsoft.com/office/drawing/2014/main" id="{B6A65E9F-C677-5D52-FFCE-569FB67C1F6A}"/>
                  </a:ext>
                </a:extLst>
              </p:cNvPr>
              <p:cNvSpPr/>
              <p:nvPr/>
            </p:nvSpPr>
            <p:spPr>
              <a:xfrm>
                <a:off x="4775748" y="3972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6" name="Freeform 36525">
                <a:extLst>
                  <a:ext uri="{FF2B5EF4-FFF2-40B4-BE49-F238E27FC236}">
                    <a16:creationId xmlns:a16="http://schemas.microsoft.com/office/drawing/2014/main" id="{70D30081-71DE-22B1-805F-96985E3862BE}"/>
                  </a:ext>
                </a:extLst>
              </p:cNvPr>
              <p:cNvSpPr/>
              <p:nvPr/>
            </p:nvSpPr>
            <p:spPr>
              <a:xfrm>
                <a:off x="4776244" y="3976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7" name="Freeform 36526">
                <a:extLst>
                  <a:ext uri="{FF2B5EF4-FFF2-40B4-BE49-F238E27FC236}">
                    <a16:creationId xmlns:a16="http://schemas.microsoft.com/office/drawing/2014/main" id="{2845196C-6A31-8B27-A7F3-899A13FDD09F}"/>
                  </a:ext>
                </a:extLst>
              </p:cNvPr>
              <p:cNvSpPr/>
              <p:nvPr/>
            </p:nvSpPr>
            <p:spPr>
              <a:xfrm>
                <a:off x="4776740" y="3976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8" name="Freeform 36527">
                <a:extLst>
                  <a:ext uri="{FF2B5EF4-FFF2-40B4-BE49-F238E27FC236}">
                    <a16:creationId xmlns:a16="http://schemas.microsoft.com/office/drawing/2014/main" id="{5F4147F2-B610-1995-0B82-8E86EE971303}"/>
                  </a:ext>
                </a:extLst>
              </p:cNvPr>
              <p:cNvSpPr/>
              <p:nvPr/>
            </p:nvSpPr>
            <p:spPr>
              <a:xfrm>
                <a:off x="4777335" y="396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9" name="Freeform 36528">
                <a:extLst>
                  <a:ext uri="{FF2B5EF4-FFF2-40B4-BE49-F238E27FC236}">
                    <a16:creationId xmlns:a16="http://schemas.microsoft.com/office/drawing/2014/main" id="{562E5D89-E1AB-EC5B-CF26-7C7EE4381241}"/>
                  </a:ext>
                </a:extLst>
              </p:cNvPr>
              <p:cNvSpPr/>
              <p:nvPr/>
            </p:nvSpPr>
            <p:spPr>
              <a:xfrm>
                <a:off x="4777831" y="3976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0" name="Freeform 36529">
                <a:extLst>
                  <a:ext uri="{FF2B5EF4-FFF2-40B4-BE49-F238E27FC236}">
                    <a16:creationId xmlns:a16="http://schemas.microsoft.com/office/drawing/2014/main" id="{AF173CD7-9B17-A45F-1A4A-BE7A0A3D0968}"/>
                  </a:ext>
                </a:extLst>
              </p:cNvPr>
              <p:cNvSpPr/>
              <p:nvPr/>
            </p:nvSpPr>
            <p:spPr>
              <a:xfrm>
                <a:off x="4778327" y="3990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1" name="Freeform 36530">
                <a:extLst>
                  <a:ext uri="{FF2B5EF4-FFF2-40B4-BE49-F238E27FC236}">
                    <a16:creationId xmlns:a16="http://schemas.microsoft.com/office/drawing/2014/main" id="{0188003F-6E75-00AF-6C94-C9F1A5DDD8A3}"/>
                  </a:ext>
                </a:extLst>
              </p:cNvPr>
              <p:cNvSpPr/>
              <p:nvPr/>
            </p:nvSpPr>
            <p:spPr>
              <a:xfrm>
                <a:off x="4778923" y="398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2" name="Freeform 36531">
                <a:extLst>
                  <a:ext uri="{FF2B5EF4-FFF2-40B4-BE49-F238E27FC236}">
                    <a16:creationId xmlns:a16="http://schemas.microsoft.com/office/drawing/2014/main" id="{6D5B6C0C-BB32-A97D-E1CF-BAED44E76264}"/>
                  </a:ext>
                </a:extLst>
              </p:cNvPr>
              <p:cNvSpPr/>
              <p:nvPr/>
            </p:nvSpPr>
            <p:spPr>
              <a:xfrm>
                <a:off x="4779419" y="3932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3" name="Freeform 36532">
                <a:extLst>
                  <a:ext uri="{FF2B5EF4-FFF2-40B4-BE49-F238E27FC236}">
                    <a16:creationId xmlns:a16="http://schemas.microsoft.com/office/drawing/2014/main" id="{AA19E039-1F68-6349-FF05-B6B223A4C4F0}"/>
                  </a:ext>
                </a:extLst>
              </p:cNvPr>
              <p:cNvSpPr/>
              <p:nvPr/>
            </p:nvSpPr>
            <p:spPr>
              <a:xfrm>
                <a:off x="4779915" y="3606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4" name="Freeform 36533">
                <a:extLst>
                  <a:ext uri="{FF2B5EF4-FFF2-40B4-BE49-F238E27FC236}">
                    <a16:creationId xmlns:a16="http://schemas.microsoft.com/office/drawing/2014/main" id="{A6A2F6F1-D46D-48DC-06FB-19E8CDFA4AC1}"/>
                  </a:ext>
                </a:extLst>
              </p:cNvPr>
              <p:cNvSpPr/>
              <p:nvPr/>
            </p:nvSpPr>
            <p:spPr>
              <a:xfrm>
                <a:off x="4780510" y="3632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5" name="Freeform 36534">
                <a:extLst>
                  <a:ext uri="{FF2B5EF4-FFF2-40B4-BE49-F238E27FC236}">
                    <a16:creationId xmlns:a16="http://schemas.microsoft.com/office/drawing/2014/main" id="{27E04998-F790-D85A-E60B-F7C37BEC44F2}"/>
                  </a:ext>
                </a:extLst>
              </p:cNvPr>
              <p:cNvSpPr/>
              <p:nvPr/>
            </p:nvSpPr>
            <p:spPr>
              <a:xfrm>
                <a:off x="4781006" y="3682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6" name="Freeform 36535">
                <a:extLst>
                  <a:ext uri="{FF2B5EF4-FFF2-40B4-BE49-F238E27FC236}">
                    <a16:creationId xmlns:a16="http://schemas.microsoft.com/office/drawing/2014/main" id="{EA610191-CED4-66C8-2689-56E347449854}"/>
                  </a:ext>
                </a:extLst>
              </p:cNvPr>
              <p:cNvSpPr/>
              <p:nvPr/>
            </p:nvSpPr>
            <p:spPr>
              <a:xfrm>
                <a:off x="4781502" y="3660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7" name="Freeform 36536">
                <a:extLst>
                  <a:ext uri="{FF2B5EF4-FFF2-40B4-BE49-F238E27FC236}">
                    <a16:creationId xmlns:a16="http://schemas.microsoft.com/office/drawing/2014/main" id="{495F24BD-5A4E-B9C9-8AFC-2DD8B4069DD1}"/>
                  </a:ext>
                </a:extLst>
              </p:cNvPr>
              <p:cNvSpPr/>
              <p:nvPr/>
            </p:nvSpPr>
            <p:spPr>
              <a:xfrm>
                <a:off x="4782098" y="3646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8" name="Freeform 36537">
                <a:extLst>
                  <a:ext uri="{FF2B5EF4-FFF2-40B4-BE49-F238E27FC236}">
                    <a16:creationId xmlns:a16="http://schemas.microsoft.com/office/drawing/2014/main" id="{1C53E5A4-3B5D-6B1E-2124-7F9C30E6D570}"/>
                  </a:ext>
                </a:extLst>
              </p:cNvPr>
              <p:cNvSpPr/>
              <p:nvPr/>
            </p:nvSpPr>
            <p:spPr>
              <a:xfrm>
                <a:off x="4782594" y="3672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9" name="Freeform 36538">
                <a:extLst>
                  <a:ext uri="{FF2B5EF4-FFF2-40B4-BE49-F238E27FC236}">
                    <a16:creationId xmlns:a16="http://schemas.microsoft.com/office/drawing/2014/main" id="{8549563C-29B6-8D33-2796-975F39BDD528}"/>
                  </a:ext>
                </a:extLst>
              </p:cNvPr>
              <p:cNvSpPr/>
              <p:nvPr/>
            </p:nvSpPr>
            <p:spPr>
              <a:xfrm>
                <a:off x="4783090" y="3642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0" name="Freeform 36539">
                <a:extLst>
                  <a:ext uri="{FF2B5EF4-FFF2-40B4-BE49-F238E27FC236}">
                    <a16:creationId xmlns:a16="http://schemas.microsoft.com/office/drawing/2014/main" id="{013507F7-E25F-7F2A-5C37-1A7991A70949}"/>
                  </a:ext>
                </a:extLst>
              </p:cNvPr>
              <p:cNvSpPr/>
              <p:nvPr/>
            </p:nvSpPr>
            <p:spPr>
              <a:xfrm>
                <a:off x="4783586" y="3591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1" name="Freeform 36540">
                <a:extLst>
                  <a:ext uri="{FF2B5EF4-FFF2-40B4-BE49-F238E27FC236}">
                    <a16:creationId xmlns:a16="http://schemas.microsoft.com/office/drawing/2014/main" id="{365A1E26-E358-47C1-6171-B6186171993F}"/>
                  </a:ext>
                </a:extLst>
              </p:cNvPr>
              <p:cNvSpPr/>
              <p:nvPr/>
            </p:nvSpPr>
            <p:spPr>
              <a:xfrm>
                <a:off x="4784181" y="3541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2" name="Freeform 36541">
                <a:extLst>
                  <a:ext uri="{FF2B5EF4-FFF2-40B4-BE49-F238E27FC236}">
                    <a16:creationId xmlns:a16="http://schemas.microsoft.com/office/drawing/2014/main" id="{3096D4D9-3815-C82A-8142-0C1F930FB9D5}"/>
                  </a:ext>
                </a:extLst>
              </p:cNvPr>
              <p:cNvSpPr/>
              <p:nvPr/>
            </p:nvSpPr>
            <p:spPr>
              <a:xfrm>
                <a:off x="4784677" y="3499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3" name="Freeform 36542">
                <a:extLst>
                  <a:ext uri="{FF2B5EF4-FFF2-40B4-BE49-F238E27FC236}">
                    <a16:creationId xmlns:a16="http://schemas.microsoft.com/office/drawing/2014/main" id="{060316E5-CB66-7C6E-67F6-28B4F94C0481}"/>
                  </a:ext>
                </a:extLst>
              </p:cNvPr>
              <p:cNvSpPr/>
              <p:nvPr/>
            </p:nvSpPr>
            <p:spPr>
              <a:xfrm>
                <a:off x="4785173" y="3470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4" name="Freeform 36543">
                <a:extLst>
                  <a:ext uri="{FF2B5EF4-FFF2-40B4-BE49-F238E27FC236}">
                    <a16:creationId xmlns:a16="http://schemas.microsoft.com/office/drawing/2014/main" id="{8760DA78-0BCB-639A-E972-9C827C239B5A}"/>
                  </a:ext>
                </a:extLst>
              </p:cNvPr>
              <p:cNvSpPr/>
              <p:nvPr/>
            </p:nvSpPr>
            <p:spPr>
              <a:xfrm>
                <a:off x="4785769" y="3462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5" name="Freeform 36544">
                <a:extLst>
                  <a:ext uri="{FF2B5EF4-FFF2-40B4-BE49-F238E27FC236}">
                    <a16:creationId xmlns:a16="http://schemas.microsoft.com/office/drawing/2014/main" id="{D0275A0D-8CEC-4B41-31AE-87DB0BB5E1DB}"/>
                  </a:ext>
                </a:extLst>
              </p:cNvPr>
              <p:cNvSpPr/>
              <p:nvPr/>
            </p:nvSpPr>
            <p:spPr>
              <a:xfrm>
                <a:off x="4786265" y="348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6" name="Freeform 36545">
                <a:extLst>
                  <a:ext uri="{FF2B5EF4-FFF2-40B4-BE49-F238E27FC236}">
                    <a16:creationId xmlns:a16="http://schemas.microsoft.com/office/drawing/2014/main" id="{529FE8AA-DD34-2AD0-3726-2833211A91CA}"/>
                  </a:ext>
                </a:extLst>
              </p:cNvPr>
              <p:cNvSpPr/>
              <p:nvPr/>
            </p:nvSpPr>
            <p:spPr>
              <a:xfrm>
                <a:off x="4786761" y="3537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7" name="Freeform 36546">
                <a:extLst>
                  <a:ext uri="{FF2B5EF4-FFF2-40B4-BE49-F238E27FC236}">
                    <a16:creationId xmlns:a16="http://schemas.microsoft.com/office/drawing/2014/main" id="{4FE2B0D8-11B0-9BC6-2DD3-5DE5D34B58A5}"/>
                  </a:ext>
                </a:extLst>
              </p:cNvPr>
              <p:cNvSpPr/>
              <p:nvPr/>
            </p:nvSpPr>
            <p:spPr>
              <a:xfrm>
                <a:off x="4787356" y="3607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8" name="Freeform 36547">
                <a:extLst>
                  <a:ext uri="{FF2B5EF4-FFF2-40B4-BE49-F238E27FC236}">
                    <a16:creationId xmlns:a16="http://schemas.microsoft.com/office/drawing/2014/main" id="{D8A5BEBE-92D3-669E-C08E-1BAEBA1C38B9}"/>
                  </a:ext>
                </a:extLst>
              </p:cNvPr>
              <p:cNvSpPr/>
              <p:nvPr/>
            </p:nvSpPr>
            <p:spPr>
              <a:xfrm>
                <a:off x="4787852" y="3934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9" name="Freeform 36548">
                <a:extLst>
                  <a:ext uri="{FF2B5EF4-FFF2-40B4-BE49-F238E27FC236}">
                    <a16:creationId xmlns:a16="http://schemas.microsoft.com/office/drawing/2014/main" id="{C2C33D92-425B-FD21-535C-EE245DDA5F30}"/>
                  </a:ext>
                </a:extLst>
              </p:cNvPr>
              <p:cNvSpPr/>
              <p:nvPr/>
            </p:nvSpPr>
            <p:spPr>
              <a:xfrm>
                <a:off x="4788348" y="3979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0" name="Freeform 36549">
                <a:extLst>
                  <a:ext uri="{FF2B5EF4-FFF2-40B4-BE49-F238E27FC236}">
                    <a16:creationId xmlns:a16="http://schemas.microsoft.com/office/drawing/2014/main" id="{3CB26F52-0060-887D-6706-E1D9D440050E}"/>
                  </a:ext>
                </a:extLst>
              </p:cNvPr>
              <p:cNvSpPr/>
              <p:nvPr/>
            </p:nvSpPr>
            <p:spPr>
              <a:xfrm>
                <a:off x="4788944" y="3988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1" name="Freeform 36550">
                <a:extLst>
                  <a:ext uri="{FF2B5EF4-FFF2-40B4-BE49-F238E27FC236}">
                    <a16:creationId xmlns:a16="http://schemas.microsoft.com/office/drawing/2014/main" id="{65C50F96-5B1A-8AF5-8FF6-6BF656ABB52F}"/>
                  </a:ext>
                </a:extLst>
              </p:cNvPr>
              <p:cNvSpPr/>
              <p:nvPr/>
            </p:nvSpPr>
            <p:spPr>
              <a:xfrm>
                <a:off x="4789440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2" name="Freeform 36551">
                <a:extLst>
                  <a:ext uri="{FF2B5EF4-FFF2-40B4-BE49-F238E27FC236}">
                    <a16:creationId xmlns:a16="http://schemas.microsoft.com/office/drawing/2014/main" id="{6010A59C-2E69-92A2-32F5-12CDC256F371}"/>
                  </a:ext>
                </a:extLst>
              </p:cNvPr>
              <p:cNvSpPr/>
              <p:nvPr/>
            </p:nvSpPr>
            <p:spPr>
              <a:xfrm>
                <a:off x="4789936" y="403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3" name="Freeform 36552">
                <a:extLst>
                  <a:ext uri="{FF2B5EF4-FFF2-40B4-BE49-F238E27FC236}">
                    <a16:creationId xmlns:a16="http://schemas.microsoft.com/office/drawing/2014/main" id="{02095041-1A14-05F5-7ACB-2BF3B0978352}"/>
                  </a:ext>
                </a:extLst>
              </p:cNvPr>
              <p:cNvSpPr/>
              <p:nvPr/>
            </p:nvSpPr>
            <p:spPr>
              <a:xfrm>
                <a:off x="4790531" y="4024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4" name="Freeform 36553">
                <a:extLst>
                  <a:ext uri="{FF2B5EF4-FFF2-40B4-BE49-F238E27FC236}">
                    <a16:creationId xmlns:a16="http://schemas.microsoft.com/office/drawing/2014/main" id="{5746EA68-3FAF-20F5-EA5A-D3D8020260F7}"/>
                  </a:ext>
                </a:extLst>
              </p:cNvPr>
              <p:cNvSpPr/>
              <p:nvPr/>
            </p:nvSpPr>
            <p:spPr>
              <a:xfrm>
                <a:off x="4791027" y="4059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5" name="Freeform 36554">
                <a:extLst>
                  <a:ext uri="{FF2B5EF4-FFF2-40B4-BE49-F238E27FC236}">
                    <a16:creationId xmlns:a16="http://schemas.microsoft.com/office/drawing/2014/main" id="{98EDDD0B-1015-3063-3279-3A91EE4E46B5}"/>
                  </a:ext>
                </a:extLst>
              </p:cNvPr>
              <p:cNvSpPr/>
              <p:nvPr/>
            </p:nvSpPr>
            <p:spPr>
              <a:xfrm>
                <a:off x="4791523" y="4010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6" name="Freeform 36555">
                <a:extLst>
                  <a:ext uri="{FF2B5EF4-FFF2-40B4-BE49-F238E27FC236}">
                    <a16:creationId xmlns:a16="http://schemas.microsoft.com/office/drawing/2014/main" id="{5A7F8B40-84B2-DC8D-F0C9-D0BBC0FD1CD0}"/>
                  </a:ext>
                </a:extLst>
              </p:cNvPr>
              <p:cNvSpPr/>
              <p:nvPr/>
            </p:nvSpPr>
            <p:spPr>
              <a:xfrm>
                <a:off x="4792119" y="401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7" name="Freeform 36556">
                <a:extLst>
                  <a:ext uri="{FF2B5EF4-FFF2-40B4-BE49-F238E27FC236}">
                    <a16:creationId xmlns:a16="http://schemas.microsoft.com/office/drawing/2014/main" id="{E8C29BD9-AB16-4B28-E76A-9DA701832559}"/>
                  </a:ext>
                </a:extLst>
              </p:cNvPr>
              <p:cNvSpPr/>
              <p:nvPr/>
            </p:nvSpPr>
            <p:spPr>
              <a:xfrm>
                <a:off x="4792615" y="381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8" name="Freeform 36557">
                <a:extLst>
                  <a:ext uri="{FF2B5EF4-FFF2-40B4-BE49-F238E27FC236}">
                    <a16:creationId xmlns:a16="http://schemas.microsoft.com/office/drawing/2014/main" id="{8BBF603C-B82A-59A2-49A5-38567E328EC3}"/>
                  </a:ext>
                </a:extLst>
              </p:cNvPr>
              <p:cNvSpPr/>
              <p:nvPr/>
            </p:nvSpPr>
            <p:spPr>
              <a:xfrm>
                <a:off x="4793111" y="3833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9" name="Freeform 36558">
                <a:extLst>
                  <a:ext uri="{FF2B5EF4-FFF2-40B4-BE49-F238E27FC236}">
                    <a16:creationId xmlns:a16="http://schemas.microsoft.com/office/drawing/2014/main" id="{75C44108-96F9-3498-84A6-8D3E42592EFC}"/>
                  </a:ext>
                </a:extLst>
              </p:cNvPr>
              <p:cNvSpPr/>
              <p:nvPr/>
            </p:nvSpPr>
            <p:spPr>
              <a:xfrm>
                <a:off x="4793706" y="3838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0" name="Freeform 36559">
                <a:extLst>
                  <a:ext uri="{FF2B5EF4-FFF2-40B4-BE49-F238E27FC236}">
                    <a16:creationId xmlns:a16="http://schemas.microsoft.com/office/drawing/2014/main" id="{6BAB37A1-A54D-5656-5CE8-4D9BA2BC2A35}"/>
                  </a:ext>
                </a:extLst>
              </p:cNvPr>
              <p:cNvSpPr/>
              <p:nvPr/>
            </p:nvSpPr>
            <p:spPr>
              <a:xfrm>
                <a:off x="4794202" y="3838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1" name="Freeform 36560">
                <a:extLst>
                  <a:ext uri="{FF2B5EF4-FFF2-40B4-BE49-F238E27FC236}">
                    <a16:creationId xmlns:a16="http://schemas.microsoft.com/office/drawing/2014/main" id="{37FF99D9-98D9-E6BC-FE1E-6F87F3CEC072}"/>
                  </a:ext>
                </a:extLst>
              </p:cNvPr>
              <p:cNvSpPr/>
              <p:nvPr/>
            </p:nvSpPr>
            <p:spPr>
              <a:xfrm>
                <a:off x="4794698" y="3836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2" name="Freeform 36561">
                <a:extLst>
                  <a:ext uri="{FF2B5EF4-FFF2-40B4-BE49-F238E27FC236}">
                    <a16:creationId xmlns:a16="http://schemas.microsoft.com/office/drawing/2014/main" id="{B9C820C7-9484-0296-1B4F-21C8CA25D627}"/>
                  </a:ext>
                </a:extLst>
              </p:cNvPr>
              <p:cNvSpPr/>
              <p:nvPr/>
            </p:nvSpPr>
            <p:spPr>
              <a:xfrm>
                <a:off x="4795195" y="391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3" name="Freeform 36562">
                <a:extLst>
                  <a:ext uri="{FF2B5EF4-FFF2-40B4-BE49-F238E27FC236}">
                    <a16:creationId xmlns:a16="http://schemas.microsoft.com/office/drawing/2014/main" id="{79954650-4025-BD07-1E0F-7E284D7BDA74}"/>
                  </a:ext>
                </a:extLst>
              </p:cNvPr>
              <p:cNvSpPr/>
              <p:nvPr/>
            </p:nvSpPr>
            <p:spPr>
              <a:xfrm>
                <a:off x="4795790" y="4140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4" name="Freeform 36563">
                <a:extLst>
                  <a:ext uri="{FF2B5EF4-FFF2-40B4-BE49-F238E27FC236}">
                    <a16:creationId xmlns:a16="http://schemas.microsoft.com/office/drawing/2014/main" id="{4FFC1DB3-410A-6ED9-1CF2-D35CF7B10BA6}"/>
                  </a:ext>
                </a:extLst>
              </p:cNvPr>
              <p:cNvSpPr/>
              <p:nvPr/>
            </p:nvSpPr>
            <p:spPr>
              <a:xfrm>
                <a:off x="4796286" y="4143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5" name="Freeform 36564">
                <a:extLst>
                  <a:ext uri="{FF2B5EF4-FFF2-40B4-BE49-F238E27FC236}">
                    <a16:creationId xmlns:a16="http://schemas.microsoft.com/office/drawing/2014/main" id="{D07BF41E-078C-EE85-F49D-A56DAFC0AB03}"/>
                  </a:ext>
                </a:extLst>
              </p:cNvPr>
              <p:cNvSpPr/>
              <p:nvPr/>
            </p:nvSpPr>
            <p:spPr>
              <a:xfrm>
                <a:off x="4796782" y="4139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6" name="Freeform 36565">
                <a:extLst>
                  <a:ext uri="{FF2B5EF4-FFF2-40B4-BE49-F238E27FC236}">
                    <a16:creationId xmlns:a16="http://schemas.microsoft.com/office/drawing/2014/main" id="{63333199-7EF3-A789-298E-A89C8BDEA42C}"/>
                  </a:ext>
                </a:extLst>
              </p:cNvPr>
              <p:cNvSpPr/>
              <p:nvPr/>
            </p:nvSpPr>
            <p:spPr>
              <a:xfrm>
                <a:off x="4797377" y="4133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7" name="Freeform 36566">
                <a:extLst>
                  <a:ext uri="{FF2B5EF4-FFF2-40B4-BE49-F238E27FC236}">
                    <a16:creationId xmlns:a16="http://schemas.microsoft.com/office/drawing/2014/main" id="{DD172443-32DA-3115-FBFD-E2141FC0D2D0}"/>
                  </a:ext>
                </a:extLst>
              </p:cNvPr>
              <p:cNvSpPr/>
              <p:nvPr/>
            </p:nvSpPr>
            <p:spPr>
              <a:xfrm>
                <a:off x="4797873" y="4132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8" name="Freeform 36567">
                <a:extLst>
                  <a:ext uri="{FF2B5EF4-FFF2-40B4-BE49-F238E27FC236}">
                    <a16:creationId xmlns:a16="http://schemas.microsoft.com/office/drawing/2014/main" id="{19F7FBA7-D0A4-55D9-00F8-B881538A6E16}"/>
                  </a:ext>
                </a:extLst>
              </p:cNvPr>
              <p:cNvSpPr/>
              <p:nvPr/>
            </p:nvSpPr>
            <p:spPr>
              <a:xfrm>
                <a:off x="4798370" y="4130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9" name="Freeform 36568">
                <a:extLst>
                  <a:ext uri="{FF2B5EF4-FFF2-40B4-BE49-F238E27FC236}">
                    <a16:creationId xmlns:a16="http://schemas.microsoft.com/office/drawing/2014/main" id="{BB377C44-286C-2BDC-7C9D-FB479FE2F554}"/>
                  </a:ext>
                </a:extLst>
              </p:cNvPr>
              <p:cNvSpPr/>
              <p:nvPr/>
            </p:nvSpPr>
            <p:spPr>
              <a:xfrm>
                <a:off x="4798965" y="4137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0" name="Freeform 36569">
                <a:extLst>
                  <a:ext uri="{FF2B5EF4-FFF2-40B4-BE49-F238E27FC236}">
                    <a16:creationId xmlns:a16="http://schemas.microsoft.com/office/drawing/2014/main" id="{EC8EA21A-B84A-0F84-7E86-35CA91D51384}"/>
                  </a:ext>
                </a:extLst>
              </p:cNvPr>
              <p:cNvSpPr/>
              <p:nvPr/>
            </p:nvSpPr>
            <p:spPr>
              <a:xfrm>
                <a:off x="4799461" y="4140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1" name="Freeform 36570">
                <a:extLst>
                  <a:ext uri="{FF2B5EF4-FFF2-40B4-BE49-F238E27FC236}">
                    <a16:creationId xmlns:a16="http://schemas.microsoft.com/office/drawing/2014/main" id="{94569DAD-9587-0A5D-692F-3CCCEC99F875}"/>
                  </a:ext>
                </a:extLst>
              </p:cNvPr>
              <p:cNvSpPr/>
              <p:nvPr/>
            </p:nvSpPr>
            <p:spPr>
              <a:xfrm>
                <a:off x="4799957" y="4154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2" name="Freeform 36571">
                <a:extLst>
                  <a:ext uri="{FF2B5EF4-FFF2-40B4-BE49-F238E27FC236}">
                    <a16:creationId xmlns:a16="http://schemas.microsoft.com/office/drawing/2014/main" id="{457023A2-8D00-5D66-5508-97FF6642537C}"/>
                  </a:ext>
                </a:extLst>
              </p:cNvPr>
              <p:cNvSpPr/>
              <p:nvPr/>
            </p:nvSpPr>
            <p:spPr>
              <a:xfrm>
                <a:off x="4800552" y="4181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3" name="Freeform 36572">
                <a:extLst>
                  <a:ext uri="{FF2B5EF4-FFF2-40B4-BE49-F238E27FC236}">
                    <a16:creationId xmlns:a16="http://schemas.microsoft.com/office/drawing/2014/main" id="{CCEA964F-B00F-29D5-38B3-1C1542CD3B51}"/>
                  </a:ext>
                </a:extLst>
              </p:cNvPr>
              <p:cNvSpPr/>
              <p:nvPr/>
            </p:nvSpPr>
            <p:spPr>
              <a:xfrm>
                <a:off x="4801048" y="4187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4" name="Freeform 36573">
                <a:extLst>
                  <a:ext uri="{FF2B5EF4-FFF2-40B4-BE49-F238E27FC236}">
                    <a16:creationId xmlns:a16="http://schemas.microsoft.com/office/drawing/2014/main" id="{A939B54A-A778-5E79-5F6D-3C1430585C47}"/>
                  </a:ext>
                </a:extLst>
              </p:cNvPr>
              <p:cNvSpPr/>
              <p:nvPr/>
            </p:nvSpPr>
            <p:spPr>
              <a:xfrm>
                <a:off x="4801545" y="4188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5" name="Freeform 36574">
                <a:extLst>
                  <a:ext uri="{FF2B5EF4-FFF2-40B4-BE49-F238E27FC236}">
                    <a16:creationId xmlns:a16="http://schemas.microsoft.com/office/drawing/2014/main" id="{9F9F3EBD-46A7-343F-A24B-A9F8EDA6E542}"/>
                  </a:ext>
                </a:extLst>
              </p:cNvPr>
              <p:cNvSpPr/>
              <p:nvPr/>
            </p:nvSpPr>
            <p:spPr>
              <a:xfrm>
                <a:off x="4802140" y="4190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6" name="Freeform 36575">
                <a:extLst>
                  <a:ext uri="{FF2B5EF4-FFF2-40B4-BE49-F238E27FC236}">
                    <a16:creationId xmlns:a16="http://schemas.microsoft.com/office/drawing/2014/main" id="{60AF193D-2E94-74A3-36EF-596B8BC113D1}"/>
                  </a:ext>
                </a:extLst>
              </p:cNvPr>
              <p:cNvSpPr/>
              <p:nvPr/>
            </p:nvSpPr>
            <p:spPr>
              <a:xfrm>
                <a:off x="4802636" y="4190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7" name="Freeform 36576">
                <a:extLst>
                  <a:ext uri="{FF2B5EF4-FFF2-40B4-BE49-F238E27FC236}">
                    <a16:creationId xmlns:a16="http://schemas.microsoft.com/office/drawing/2014/main" id="{E657A814-5B33-51E5-A356-FFF4CBE6FAC7}"/>
                  </a:ext>
                </a:extLst>
              </p:cNvPr>
              <p:cNvSpPr/>
              <p:nvPr/>
            </p:nvSpPr>
            <p:spPr>
              <a:xfrm>
                <a:off x="4803132" y="4192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8" name="Freeform 36577">
                <a:extLst>
                  <a:ext uri="{FF2B5EF4-FFF2-40B4-BE49-F238E27FC236}">
                    <a16:creationId xmlns:a16="http://schemas.microsoft.com/office/drawing/2014/main" id="{13F403C7-5437-F8BF-38C9-2A110D90BEEA}"/>
                  </a:ext>
                </a:extLst>
              </p:cNvPr>
              <p:cNvSpPr/>
              <p:nvPr/>
            </p:nvSpPr>
            <p:spPr>
              <a:xfrm>
                <a:off x="4803727" y="4194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9" name="Freeform 36578">
                <a:extLst>
                  <a:ext uri="{FF2B5EF4-FFF2-40B4-BE49-F238E27FC236}">
                    <a16:creationId xmlns:a16="http://schemas.microsoft.com/office/drawing/2014/main" id="{AF859471-A55E-5812-62D2-2FF73276295F}"/>
                  </a:ext>
                </a:extLst>
              </p:cNvPr>
              <p:cNvSpPr/>
              <p:nvPr/>
            </p:nvSpPr>
            <p:spPr>
              <a:xfrm>
                <a:off x="4804223" y="4193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0" name="Freeform 36579">
                <a:extLst>
                  <a:ext uri="{FF2B5EF4-FFF2-40B4-BE49-F238E27FC236}">
                    <a16:creationId xmlns:a16="http://schemas.microsoft.com/office/drawing/2014/main" id="{547FD462-A18E-AEF5-EDE7-E3974279ED22}"/>
                  </a:ext>
                </a:extLst>
              </p:cNvPr>
              <p:cNvSpPr/>
              <p:nvPr/>
            </p:nvSpPr>
            <p:spPr>
              <a:xfrm>
                <a:off x="4804720" y="4190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1" name="Freeform 36580">
                <a:extLst>
                  <a:ext uri="{FF2B5EF4-FFF2-40B4-BE49-F238E27FC236}">
                    <a16:creationId xmlns:a16="http://schemas.microsoft.com/office/drawing/2014/main" id="{89AEC198-F987-18F4-201A-BB1024138C23}"/>
                  </a:ext>
                </a:extLst>
              </p:cNvPr>
              <p:cNvSpPr/>
              <p:nvPr/>
            </p:nvSpPr>
            <p:spPr>
              <a:xfrm>
                <a:off x="4805315" y="4165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2" name="Freeform 36581">
                <a:extLst>
                  <a:ext uri="{FF2B5EF4-FFF2-40B4-BE49-F238E27FC236}">
                    <a16:creationId xmlns:a16="http://schemas.microsoft.com/office/drawing/2014/main" id="{C1F29E3E-FC33-5A6B-1AFB-E2F2F1DE4564}"/>
                  </a:ext>
                </a:extLst>
              </p:cNvPr>
              <p:cNvSpPr/>
              <p:nvPr/>
            </p:nvSpPr>
            <p:spPr>
              <a:xfrm>
                <a:off x="4805811" y="4170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3" name="Freeform 36582">
                <a:extLst>
                  <a:ext uri="{FF2B5EF4-FFF2-40B4-BE49-F238E27FC236}">
                    <a16:creationId xmlns:a16="http://schemas.microsoft.com/office/drawing/2014/main" id="{11EABA6C-8826-8F09-6DFB-C1D534D1D7F5}"/>
                  </a:ext>
                </a:extLst>
              </p:cNvPr>
              <p:cNvSpPr/>
              <p:nvPr/>
            </p:nvSpPr>
            <p:spPr>
              <a:xfrm>
                <a:off x="4806307" y="3947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4" name="Freeform 36583">
                <a:extLst>
                  <a:ext uri="{FF2B5EF4-FFF2-40B4-BE49-F238E27FC236}">
                    <a16:creationId xmlns:a16="http://schemas.microsoft.com/office/drawing/2014/main" id="{A877F565-6FEA-ED13-FD86-E4DE2F8F372E}"/>
                  </a:ext>
                </a:extLst>
              </p:cNvPr>
              <p:cNvSpPr/>
              <p:nvPr/>
            </p:nvSpPr>
            <p:spPr>
              <a:xfrm>
                <a:off x="4806902" y="3989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5" name="Freeform 36584">
                <a:extLst>
                  <a:ext uri="{FF2B5EF4-FFF2-40B4-BE49-F238E27FC236}">
                    <a16:creationId xmlns:a16="http://schemas.microsoft.com/office/drawing/2014/main" id="{01A991A2-ABB8-19D1-1085-1AC747EACCAF}"/>
                  </a:ext>
                </a:extLst>
              </p:cNvPr>
              <p:cNvSpPr/>
              <p:nvPr/>
            </p:nvSpPr>
            <p:spPr>
              <a:xfrm>
                <a:off x="4807398" y="4132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6" name="Freeform 36585">
                <a:extLst>
                  <a:ext uri="{FF2B5EF4-FFF2-40B4-BE49-F238E27FC236}">
                    <a16:creationId xmlns:a16="http://schemas.microsoft.com/office/drawing/2014/main" id="{AFEF0A4C-A4B3-7948-03A3-3521072FE018}"/>
                  </a:ext>
                </a:extLst>
              </p:cNvPr>
              <p:cNvSpPr/>
              <p:nvPr/>
            </p:nvSpPr>
            <p:spPr>
              <a:xfrm>
                <a:off x="4807895" y="4128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7" name="Freeform 36586">
                <a:extLst>
                  <a:ext uri="{FF2B5EF4-FFF2-40B4-BE49-F238E27FC236}">
                    <a16:creationId xmlns:a16="http://schemas.microsoft.com/office/drawing/2014/main" id="{CFF2FDD4-F4C0-883A-84C6-7F4A519FFB8E}"/>
                  </a:ext>
                </a:extLst>
              </p:cNvPr>
              <p:cNvSpPr/>
              <p:nvPr/>
            </p:nvSpPr>
            <p:spPr>
              <a:xfrm>
                <a:off x="4808391" y="4122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8" name="Freeform 36587">
                <a:extLst>
                  <a:ext uri="{FF2B5EF4-FFF2-40B4-BE49-F238E27FC236}">
                    <a16:creationId xmlns:a16="http://schemas.microsoft.com/office/drawing/2014/main" id="{2748558B-3572-AED1-D69D-49B5A2E3D3D0}"/>
                  </a:ext>
                </a:extLst>
              </p:cNvPr>
              <p:cNvSpPr/>
              <p:nvPr/>
            </p:nvSpPr>
            <p:spPr>
              <a:xfrm>
                <a:off x="4808986" y="4109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9" name="Freeform 36588">
                <a:extLst>
                  <a:ext uri="{FF2B5EF4-FFF2-40B4-BE49-F238E27FC236}">
                    <a16:creationId xmlns:a16="http://schemas.microsoft.com/office/drawing/2014/main" id="{D54B44A6-13E8-2EB7-3CD9-72565B642A7B}"/>
                  </a:ext>
                </a:extLst>
              </p:cNvPr>
              <p:cNvSpPr/>
              <p:nvPr/>
            </p:nvSpPr>
            <p:spPr>
              <a:xfrm>
                <a:off x="4809482" y="4085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0" name="Freeform 36589">
                <a:extLst>
                  <a:ext uri="{FF2B5EF4-FFF2-40B4-BE49-F238E27FC236}">
                    <a16:creationId xmlns:a16="http://schemas.microsoft.com/office/drawing/2014/main" id="{F8C111ED-893A-4221-BCE4-04FBAD0B104D}"/>
                  </a:ext>
                </a:extLst>
              </p:cNvPr>
              <p:cNvSpPr/>
              <p:nvPr/>
            </p:nvSpPr>
            <p:spPr>
              <a:xfrm>
                <a:off x="4809978" y="4090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1" name="Freeform 36590">
                <a:extLst>
                  <a:ext uri="{FF2B5EF4-FFF2-40B4-BE49-F238E27FC236}">
                    <a16:creationId xmlns:a16="http://schemas.microsoft.com/office/drawing/2014/main" id="{3919910D-53FB-7012-25E8-53A505B5788B}"/>
                  </a:ext>
                </a:extLst>
              </p:cNvPr>
              <p:cNvSpPr/>
              <p:nvPr/>
            </p:nvSpPr>
            <p:spPr>
              <a:xfrm>
                <a:off x="4810573" y="4068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2" name="Freeform 36591">
                <a:extLst>
                  <a:ext uri="{FF2B5EF4-FFF2-40B4-BE49-F238E27FC236}">
                    <a16:creationId xmlns:a16="http://schemas.microsoft.com/office/drawing/2014/main" id="{A1E30ACE-586D-7834-0AD8-DC37C4F7B4F5}"/>
                  </a:ext>
                </a:extLst>
              </p:cNvPr>
              <p:cNvSpPr/>
              <p:nvPr/>
            </p:nvSpPr>
            <p:spPr>
              <a:xfrm>
                <a:off x="4811070" y="4081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3" name="Freeform 36592">
                <a:extLst>
                  <a:ext uri="{FF2B5EF4-FFF2-40B4-BE49-F238E27FC236}">
                    <a16:creationId xmlns:a16="http://schemas.microsoft.com/office/drawing/2014/main" id="{230AE6DF-372C-D385-8089-BE8C329B8A0D}"/>
                  </a:ext>
                </a:extLst>
              </p:cNvPr>
              <p:cNvSpPr/>
              <p:nvPr/>
            </p:nvSpPr>
            <p:spPr>
              <a:xfrm>
                <a:off x="4811566" y="4072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4" name="Freeform 36593">
                <a:extLst>
                  <a:ext uri="{FF2B5EF4-FFF2-40B4-BE49-F238E27FC236}">
                    <a16:creationId xmlns:a16="http://schemas.microsoft.com/office/drawing/2014/main" id="{E63176FC-FC1F-1F79-2C78-EE2ABD552324}"/>
                  </a:ext>
                </a:extLst>
              </p:cNvPr>
              <p:cNvSpPr/>
              <p:nvPr/>
            </p:nvSpPr>
            <p:spPr>
              <a:xfrm>
                <a:off x="4812161" y="4081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5" name="Freeform 36594">
                <a:extLst>
                  <a:ext uri="{FF2B5EF4-FFF2-40B4-BE49-F238E27FC236}">
                    <a16:creationId xmlns:a16="http://schemas.microsoft.com/office/drawing/2014/main" id="{65743E76-2C24-3C88-812E-A1175D581582}"/>
                  </a:ext>
                </a:extLst>
              </p:cNvPr>
              <p:cNvSpPr/>
              <p:nvPr/>
            </p:nvSpPr>
            <p:spPr>
              <a:xfrm>
                <a:off x="4812657" y="4179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6" name="Freeform 36595">
                <a:extLst>
                  <a:ext uri="{FF2B5EF4-FFF2-40B4-BE49-F238E27FC236}">
                    <a16:creationId xmlns:a16="http://schemas.microsoft.com/office/drawing/2014/main" id="{3F804779-3C95-6D21-D8B3-FBDC24D641C4}"/>
                  </a:ext>
                </a:extLst>
              </p:cNvPr>
              <p:cNvSpPr/>
              <p:nvPr/>
            </p:nvSpPr>
            <p:spPr>
              <a:xfrm>
                <a:off x="4813153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7" name="Freeform 36596">
                <a:extLst>
                  <a:ext uri="{FF2B5EF4-FFF2-40B4-BE49-F238E27FC236}">
                    <a16:creationId xmlns:a16="http://schemas.microsoft.com/office/drawing/2014/main" id="{AA5F48EF-7DBC-F0FE-1E25-74A746669708}"/>
                  </a:ext>
                </a:extLst>
              </p:cNvPr>
              <p:cNvSpPr/>
              <p:nvPr/>
            </p:nvSpPr>
            <p:spPr>
              <a:xfrm>
                <a:off x="4813748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8" name="Freeform 36597">
                <a:extLst>
                  <a:ext uri="{FF2B5EF4-FFF2-40B4-BE49-F238E27FC236}">
                    <a16:creationId xmlns:a16="http://schemas.microsoft.com/office/drawing/2014/main" id="{335D62D9-0A09-CF4D-E771-148ECF3FF95E}"/>
                  </a:ext>
                </a:extLst>
              </p:cNvPr>
              <p:cNvSpPr/>
              <p:nvPr/>
            </p:nvSpPr>
            <p:spPr>
              <a:xfrm>
                <a:off x="4814245" y="4208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9" name="Freeform 36598">
                <a:extLst>
                  <a:ext uri="{FF2B5EF4-FFF2-40B4-BE49-F238E27FC236}">
                    <a16:creationId xmlns:a16="http://schemas.microsoft.com/office/drawing/2014/main" id="{2F980CE6-FD05-0558-AB68-607527851544}"/>
                  </a:ext>
                </a:extLst>
              </p:cNvPr>
              <p:cNvSpPr/>
              <p:nvPr/>
            </p:nvSpPr>
            <p:spPr>
              <a:xfrm>
                <a:off x="4814741" y="420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0" name="Freeform 36599">
                <a:extLst>
                  <a:ext uri="{FF2B5EF4-FFF2-40B4-BE49-F238E27FC236}">
                    <a16:creationId xmlns:a16="http://schemas.microsoft.com/office/drawing/2014/main" id="{44831F5E-078C-E7AC-9454-D5CC235D0611}"/>
                  </a:ext>
                </a:extLst>
              </p:cNvPr>
              <p:cNvSpPr/>
              <p:nvPr/>
            </p:nvSpPr>
            <p:spPr>
              <a:xfrm>
                <a:off x="4815336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1" name="Freeform 36600">
                <a:extLst>
                  <a:ext uri="{FF2B5EF4-FFF2-40B4-BE49-F238E27FC236}">
                    <a16:creationId xmlns:a16="http://schemas.microsoft.com/office/drawing/2014/main" id="{5E4F433F-64F1-E8EC-1B92-38067BD57839}"/>
                  </a:ext>
                </a:extLst>
              </p:cNvPr>
              <p:cNvSpPr/>
              <p:nvPr/>
            </p:nvSpPr>
            <p:spPr>
              <a:xfrm>
                <a:off x="4815832" y="420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2" name="Freeform 36601">
                <a:extLst>
                  <a:ext uri="{FF2B5EF4-FFF2-40B4-BE49-F238E27FC236}">
                    <a16:creationId xmlns:a16="http://schemas.microsoft.com/office/drawing/2014/main" id="{0984D255-4BCB-E031-10C5-981AD91FB3E5}"/>
                  </a:ext>
                </a:extLst>
              </p:cNvPr>
              <p:cNvSpPr/>
              <p:nvPr/>
            </p:nvSpPr>
            <p:spPr>
              <a:xfrm>
                <a:off x="4816328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3" name="Freeform 36602">
                <a:extLst>
                  <a:ext uri="{FF2B5EF4-FFF2-40B4-BE49-F238E27FC236}">
                    <a16:creationId xmlns:a16="http://schemas.microsoft.com/office/drawing/2014/main" id="{EAF5B778-9EE8-03F4-5D58-ACDFCCB0F7A9}"/>
                  </a:ext>
                </a:extLst>
              </p:cNvPr>
              <p:cNvSpPr/>
              <p:nvPr/>
            </p:nvSpPr>
            <p:spPr>
              <a:xfrm>
                <a:off x="4816923" y="420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4" name="Freeform 36603">
                <a:extLst>
                  <a:ext uri="{FF2B5EF4-FFF2-40B4-BE49-F238E27FC236}">
                    <a16:creationId xmlns:a16="http://schemas.microsoft.com/office/drawing/2014/main" id="{499FF044-9E1C-502F-8523-E75A7BB79601}"/>
                  </a:ext>
                </a:extLst>
              </p:cNvPr>
              <p:cNvSpPr/>
              <p:nvPr/>
            </p:nvSpPr>
            <p:spPr>
              <a:xfrm>
                <a:off x="4817420" y="4205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5" name="Freeform 36604">
                <a:extLst>
                  <a:ext uri="{FF2B5EF4-FFF2-40B4-BE49-F238E27FC236}">
                    <a16:creationId xmlns:a16="http://schemas.microsoft.com/office/drawing/2014/main" id="{7B157539-2574-E39C-F27A-8F89A2BADF19}"/>
                  </a:ext>
                </a:extLst>
              </p:cNvPr>
              <p:cNvSpPr/>
              <p:nvPr/>
            </p:nvSpPr>
            <p:spPr>
              <a:xfrm>
                <a:off x="4817916" y="4160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6" name="Freeform 36605">
                <a:extLst>
                  <a:ext uri="{FF2B5EF4-FFF2-40B4-BE49-F238E27FC236}">
                    <a16:creationId xmlns:a16="http://schemas.microsoft.com/office/drawing/2014/main" id="{22637512-9241-2CC3-BB13-26C7022C4DF4}"/>
                  </a:ext>
                </a:extLst>
              </p:cNvPr>
              <p:cNvSpPr/>
              <p:nvPr/>
            </p:nvSpPr>
            <p:spPr>
              <a:xfrm>
                <a:off x="4818511" y="4137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7" name="Freeform 36606">
                <a:extLst>
                  <a:ext uri="{FF2B5EF4-FFF2-40B4-BE49-F238E27FC236}">
                    <a16:creationId xmlns:a16="http://schemas.microsoft.com/office/drawing/2014/main" id="{F8165424-0CDF-8191-C615-A9FB6C98F7F4}"/>
                  </a:ext>
                </a:extLst>
              </p:cNvPr>
              <p:cNvSpPr/>
              <p:nvPr/>
            </p:nvSpPr>
            <p:spPr>
              <a:xfrm>
                <a:off x="4819007" y="4139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8" name="Freeform 36607">
                <a:extLst>
                  <a:ext uri="{FF2B5EF4-FFF2-40B4-BE49-F238E27FC236}">
                    <a16:creationId xmlns:a16="http://schemas.microsoft.com/office/drawing/2014/main" id="{2CF2858F-B832-343F-6085-935C2D00A9CB}"/>
                  </a:ext>
                </a:extLst>
              </p:cNvPr>
              <p:cNvSpPr/>
              <p:nvPr/>
            </p:nvSpPr>
            <p:spPr>
              <a:xfrm>
                <a:off x="4819503" y="4136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9" name="Freeform 36608">
                <a:extLst>
                  <a:ext uri="{FF2B5EF4-FFF2-40B4-BE49-F238E27FC236}">
                    <a16:creationId xmlns:a16="http://schemas.microsoft.com/office/drawing/2014/main" id="{82CAF25D-98DB-128A-C0D3-505BEE4E67B2}"/>
                  </a:ext>
                </a:extLst>
              </p:cNvPr>
              <p:cNvSpPr/>
              <p:nvPr/>
            </p:nvSpPr>
            <p:spPr>
              <a:xfrm>
                <a:off x="4819999" y="4134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0" name="Freeform 36609">
                <a:extLst>
                  <a:ext uri="{FF2B5EF4-FFF2-40B4-BE49-F238E27FC236}">
                    <a16:creationId xmlns:a16="http://schemas.microsoft.com/office/drawing/2014/main" id="{3DA98164-FC62-A9B6-3BF4-18E7F1F3492C}"/>
                  </a:ext>
                </a:extLst>
              </p:cNvPr>
              <p:cNvSpPr/>
              <p:nvPr/>
            </p:nvSpPr>
            <p:spPr>
              <a:xfrm>
                <a:off x="4820595" y="4124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1" name="Freeform 36610">
                <a:extLst>
                  <a:ext uri="{FF2B5EF4-FFF2-40B4-BE49-F238E27FC236}">
                    <a16:creationId xmlns:a16="http://schemas.microsoft.com/office/drawing/2014/main" id="{2A68589B-4ED0-C891-C0C7-9D27640052BE}"/>
                  </a:ext>
                </a:extLst>
              </p:cNvPr>
              <p:cNvSpPr/>
              <p:nvPr/>
            </p:nvSpPr>
            <p:spPr>
              <a:xfrm>
                <a:off x="4821091" y="4121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2" name="Freeform 36611">
                <a:extLst>
                  <a:ext uri="{FF2B5EF4-FFF2-40B4-BE49-F238E27FC236}">
                    <a16:creationId xmlns:a16="http://schemas.microsoft.com/office/drawing/2014/main" id="{D97A0504-06D9-6084-941B-B35F73CA0978}"/>
                  </a:ext>
                </a:extLst>
              </p:cNvPr>
              <p:cNvSpPr/>
              <p:nvPr/>
            </p:nvSpPr>
            <p:spPr>
              <a:xfrm>
                <a:off x="4821587" y="4111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3" name="Freeform 36612">
                <a:extLst>
                  <a:ext uri="{FF2B5EF4-FFF2-40B4-BE49-F238E27FC236}">
                    <a16:creationId xmlns:a16="http://schemas.microsoft.com/office/drawing/2014/main" id="{D88DCC82-7C82-7654-7713-02FA937986A5}"/>
                  </a:ext>
                </a:extLst>
              </p:cNvPr>
              <p:cNvSpPr/>
              <p:nvPr/>
            </p:nvSpPr>
            <p:spPr>
              <a:xfrm>
                <a:off x="4822182" y="4113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4" name="Freeform 36613">
                <a:extLst>
                  <a:ext uri="{FF2B5EF4-FFF2-40B4-BE49-F238E27FC236}">
                    <a16:creationId xmlns:a16="http://schemas.microsoft.com/office/drawing/2014/main" id="{94A0A95E-EE8E-D154-2DDF-102D81243D28}"/>
                  </a:ext>
                </a:extLst>
              </p:cNvPr>
              <p:cNvSpPr/>
              <p:nvPr/>
            </p:nvSpPr>
            <p:spPr>
              <a:xfrm>
                <a:off x="4822678" y="4104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5" name="Freeform 36614">
                <a:extLst>
                  <a:ext uri="{FF2B5EF4-FFF2-40B4-BE49-F238E27FC236}">
                    <a16:creationId xmlns:a16="http://schemas.microsoft.com/office/drawing/2014/main" id="{76988783-BF7F-8296-246A-1B30C3EEA590}"/>
                  </a:ext>
                </a:extLst>
              </p:cNvPr>
              <p:cNvSpPr/>
              <p:nvPr/>
            </p:nvSpPr>
            <p:spPr>
              <a:xfrm>
                <a:off x="4823174" y="411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6" name="Freeform 36615">
                <a:extLst>
                  <a:ext uri="{FF2B5EF4-FFF2-40B4-BE49-F238E27FC236}">
                    <a16:creationId xmlns:a16="http://schemas.microsoft.com/office/drawing/2014/main" id="{BCA46238-8DCC-EE0C-4E86-0F98098E78A7}"/>
                  </a:ext>
                </a:extLst>
              </p:cNvPr>
              <p:cNvSpPr/>
              <p:nvPr/>
            </p:nvSpPr>
            <p:spPr>
              <a:xfrm>
                <a:off x="4823770" y="4111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7" name="Freeform 36616">
                <a:extLst>
                  <a:ext uri="{FF2B5EF4-FFF2-40B4-BE49-F238E27FC236}">
                    <a16:creationId xmlns:a16="http://schemas.microsoft.com/office/drawing/2014/main" id="{0DF840D5-D56C-7A5F-81E0-DF63D109AD13}"/>
                  </a:ext>
                </a:extLst>
              </p:cNvPr>
              <p:cNvSpPr/>
              <p:nvPr/>
            </p:nvSpPr>
            <p:spPr>
              <a:xfrm>
                <a:off x="4824266" y="4106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8" name="Freeform 36617">
                <a:extLst>
                  <a:ext uri="{FF2B5EF4-FFF2-40B4-BE49-F238E27FC236}">
                    <a16:creationId xmlns:a16="http://schemas.microsoft.com/office/drawing/2014/main" id="{06FCD34B-9C12-4990-3E5A-718E473D9805}"/>
                  </a:ext>
                </a:extLst>
              </p:cNvPr>
              <p:cNvSpPr/>
              <p:nvPr/>
            </p:nvSpPr>
            <p:spPr>
              <a:xfrm>
                <a:off x="4824762" y="4108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9" name="Freeform 36618">
                <a:extLst>
                  <a:ext uri="{FF2B5EF4-FFF2-40B4-BE49-F238E27FC236}">
                    <a16:creationId xmlns:a16="http://schemas.microsoft.com/office/drawing/2014/main" id="{66E016B3-90F9-6F44-EAB7-0E342C357ED4}"/>
                  </a:ext>
                </a:extLst>
              </p:cNvPr>
              <p:cNvSpPr/>
              <p:nvPr/>
            </p:nvSpPr>
            <p:spPr>
              <a:xfrm>
                <a:off x="4825357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0" name="Freeform 36619">
                <a:extLst>
                  <a:ext uri="{FF2B5EF4-FFF2-40B4-BE49-F238E27FC236}">
                    <a16:creationId xmlns:a16="http://schemas.microsoft.com/office/drawing/2014/main" id="{699EA19A-C4E6-2426-5B1D-021F4487670A}"/>
                  </a:ext>
                </a:extLst>
              </p:cNvPr>
              <p:cNvSpPr/>
              <p:nvPr/>
            </p:nvSpPr>
            <p:spPr>
              <a:xfrm>
                <a:off x="4825853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1" name="Freeform 36620">
                <a:extLst>
                  <a:ext uri="{FF2B5EF4-FFF2-40B4-BE49-F238E27FC236}">
                    <a16:creationId xmlns:a16="http://schemas.microsoft.com/office/drawing/2014/main" id="{7B24208C-CF48-BDFD-85CA-221184A8BEC7}"/>
                  </a:ext>
                </a:extLst>
              </p:cNvPr>
              <p:cNvSpPr/>
              <p:nvPr/>
            </p:nvSpPr>
            <p:spPr>
              <a:xfrm>
                <a:off x="4826349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2" name="Freeform 36621">
                <a:extLst>
                  <a:ext uri="{FF2B5EF4-FFF2-40B4-BE49-F238E27FC236}">
                    <a16:creationId xmlns:a16="http://schemas.microsoft.com/office/drawing/2014/main" id="{E9AC28FE-90E5-B006-920C-C946B9B7A727}"/>
                  </a:ext>
                </a:extLst>
              </p:cNvPr>
              <p:cNvSpPr/>
              <p:nvPr/>
            </p:nvSpPr>
            <p:spPr>
              <a:xfrm>
                <a:off x="4826945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3" name="Freeform 36622">
                <a:extLst>
                  <a:ext uri="{FF2B5EF4-FFF2-40B4-BE49-F238E27FC236}">
                    <a16:creationId xmlns:a16="http://schemas.microsoft.com/office/drawing/2014/main" id="{A3756118-24BE-3CB7-AB9F-E19D5CBAC8B9}"/>
                  </a:ext>
                </a:extLst>
              </p:cNvPr>
              <p:cNvSpPr/>
              <p:nvPr/>
            </p:nvSpPr>
            <p:spPr>
              <a:xfrm>
                <a:off x="4827441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4" name="Freeform 36623">
                <a:extLst>
                  <a:ext uri="{FF2B5EF4-FFF2-40B4-BE49-F238E27FC236}">
                    <a16:creationId xmlns:a16="http://schemas.microsoft.com/office/drawing/2014/main" id="{79EF33D4-233A-1402-D59F-7CBA8D1780A6}"/>
                  </a:ext>
                </a:extLst>
              </p:cNvPr>
              <p:cNvSpPr/>
              <p:nvPr/>
            </p:nvSpPr>
            <p:spPr>
              <a:xfrm>
                <a:off x="4827937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5" name="Freeform 36624">
                <a:extLst>
                  <a:ext uri="{FF2B5EF4-FFF2-40B4-BE49-F238E27FC236}">
                    <a16:creationId xmlns:a16="http://schemas.microsoft.com/office/drawing/2014/main" id="{0F81617D-F3E8-35CB-4E5B-CEC8E56A6292}"/>
                  </a:ext>
                </a:extLst>
              </p:cNvPr>
              <p:cNvSpPr/>
              <p:nvPr/>
            </p:nvSpPr>
            <p:spPr>
              <a:xfrm>
                <a:off x="4828532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6" name="Freeform 36625">
                <a:extLst>
                  <a:ext uri="{FF2B5EF4-FFF2-40B4-BE49-F238E27FC236}">
                    <a16:creationId xmlns:a16="http://schemas.microsoft.com/office/drawing/2014/main" id="{1BC77513-29E1-00AE-CFA8-E83C8CC00D34}"/>
                  </a:ext>
                </a:extLst>
              </p:cNvPr>
              <p:cNvSpPr/>
              <p:nvPr/>
            </p:nvSpPr>
            <p:spPr>
              <a:xfrm>
                <a:off x="482902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7" name="Freeform 36626">
                <a:extLst>
                  <a:ext uri="{FF2B5EF4-FFF2-40B4-BE49-F238E27FC236}">
                    <a16:creationId xmlns:a16="http://schemas.microsoft.com/office/drawing/2014/main" id="{21F35F4B-45F5-FD0A-5DC9-8A6B28E9C9CF}"/>
                  </a:ext>
                </a:extLst>
              </p:cNvPr>
              <p:cNvSpPr/>
              <p:nvPr/>
            </p:nvSpPr>
            <p:spPr>
              <a:xfrm>
                <a:off x="482952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8" name="Freeform 36627">
                <a:extLst>
                  <a:ext uri="{FF2B5EF4-FFF2-40B4-BE49-F238E27FC236}">
                    <a16:creationId xmlns:a16="http://schemas.microsoft.com/office/drawing/2014/main" id="{1B653177-36B4-0358-1FE5-4CFC67A78C4E}"/>
                  </a:ext>
                </a:extLst>
              </p:cNvPr>
              <p:cNvSpPr/>
              <p:nvPr/>
            </p:nvSpPr>
            <p:spPr>
              <a:xfrm>
                <a:off x="483012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9" name="Freeform 36628">
                <a:extLst>
                  <a:ext uri="{FF2B5EF4-FFF2-40B4-BE49-F238E27FC236}">
                    <a16:creationId xmlns:a16="http://schemas.microsoft.com/office/drawing/2014/main" id="{D68A79F3-403D-7C71-C073-51C1DFD0EA22}"/>
                  </a:ext>
                </a:extLst>
              </p:cNvPr>
              <p:cNvSpPr/>
              <p:nvPr/>
            </p:nvSpPr>
            <p:spPr>
              <a:xfrm>
                <a:off x="4830616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0" name="Freeform 36629">
                <a:extLst>
                  <a:ext uri="{FF2B5EF4-FFF2-40B4-BE49-F238E27FC236}">
                    <a16:creationId xmlns:a16="http://schemas.microsoft.com/office/drawing/2014/main" id="{947D5A19-7C5A-A29E-BE97-99E98E3942CB}"/>
                  </a:ext>
                </a:extLst>
              </p:cNvPr>
              <p:cNvSpPr/>
              <p:nvPr/>
            </p:nvSpPr>
            <p:spPr>
              <a:xfrm>
                <a:off x="4831112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1" name="Freeform 36630">
                <a:extLst>
                  <a:ext uri="{FF2B5EF4-FFF2-40B4-BE49-F238E27FC236}">
                    <a16:creationId xmlns:a16="http://schemas.microsoft.com/office/drawing/2014/main" id="{30FD9114-DAEE-D89A-296C-B7225DF4F9DC}"/>
                  </a:ext>
                </a:extLst>
              </p:cNvPr>
              <p:cNvSpPr/>
              <p:nvPr/>
            </p:nvSpPr>
            <p:spPr>
              <a:xfrm>
                <a:off x="4831608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2" name="Freeform 36631">
                <a:extLst>
                  <a:ext uri="{FF2B5EF4-FFF2-40B4-BE49-F238E27FC236}">
                    <a16:creationId xmlns:a16="http://schemas.microsoft.com/office/drawing/2014/main" id="{85501E35-0AF1-BB94-E9B9-91C0540F6669}"/>
                  </a:ext>
                </a:extLst>
              </p:cNvPr>
              <p:cNvSpPr/>
              <p:nvPr/>
            </p:nvSpPr>
            <p:spPr>
              <a:xfrm>
                <a:off x="4832203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3" name="Freeform 36632">
                <a:extLst>
                  <a:ext uri="{FF2B5EF4-FFF2-40B4-BE49-F238E27FC236}">
                    <a16:creationId xmlns:a16="http://schemas.microsoft.com/office/drawing/2014/main" id="{8FDAC635-B91E-8E0D-7235-5DD12BB8F56B}"/>
                  </a:ext>
                </a:extLst>
              </p:cNvPr>
              <p:cNvSpPr/>
              <p:nvPr/>
            </p:nvSpPr>
            <p:spPr>
              <a:xfrm>
                <a:off x="4832699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4" name="Freeform 36633">
                <a:extLst>
                  <a:ext uri="{FF2B5EF4-FFF2-40B4-BE49-F238E27FC236}">
                    <a16:creationId xmlns:a16="http://schemas.microsoft.com/office/drawing/2014/main" id="{A1437D6D-4B30-8C61-0D3A-B677BA8219C8}"/>
                  </a:ext>
                </a:extLst>
              </p:cNvPr>
              <p:cNvSpPr/>
              <p:nvPr/>
            </p:nvSpPr>
            <p:spPr>
              <a:xfrm>
                <a:off x="4833195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5" name="Freeform 36634">
                <a:extLst>
                  <a:ext uri="{FF2B5EF4-FFF2-40B4-BE49-F238E27FC236}">
                    <a16:creationId xmlns:a16="http://schemas.microsoft.com/office/drawing/2014/main" id="{0CDE85FC-8015-45C9-2288-9535A7723968}"/>
                  </a:ext>
                </a:extLst>
              </p:cNvPr>
              <p:cNvSpPr/>
              <p:nvPr/>
            </p:nvSpPr>
            <p:spPr>
              <a:xfrm>
                <a:off x="4833791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6" name="Freeform 36635">
                <a:extLst>
                  <a:ext uri="{FF2B5EF4-FFF2-40B4-BE49-F238E27FC236}">
                    <a16:creationId xmlns:a16="http://schemas.microsoft.com/office/drawing/2014/main" id="{4AEAA873-CCB8-3A2E-CEED-90F9F3FFE17E}"/>
                  </a:ext>
                </a:extLst>
              </p:cNvPr>
              <p:cNvSpPr/>
              <p:nvPr/>
            </p:nvSpPr>
            <p:spPr>
              <a:xfrm>
                <a:off x="4834287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7" name="Freeform 36636">
                <a:extLst>
                  <a:ext uri="{FF2B5EF4-FFF2-40B4-BE49-F238E27FC236}">
                    <a16:creationId xmlns:a16="http://schemas.microsoft.com/office/drawing/2014/main" id="{549B6764-ECA3-2317-C4C5-009DE9D38FC2}"/>
                  </a:ext>
                </a:extLst>
              </p:cNvPr>
              <p:cNvSpPr/>
              <p:nvPr/>
            </p:nvSpPr>
            <p:spPr>
              <a:xfrm>
                <a:off x="4834783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8" name="Freeform 36637">
                <a:extLst>
                  <a:ext uri="{FF2B5EF4-FFF2-40B4-BE49-F238E27FC236}">
                    <a16:creationId xmlns:a16="http://schemas.microsoft.com/office/drawing/2014/main" id="{5691F756-D825-95D7-9E39-267997DD2AAC}"/>
                  </a:ext>
                </a:extLst>
              </p:cNvPr>
              <p:cNvSpPr/>
              <p:nvPr/>
            </p:nvSpPr>
            <p:spPr>
              <a:xfrm>
                <a:off x="4835378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9" name="Freeform 36638">
                <a:extLst>
                  <a:ext uri="{FF2B5EF4-FFF2-40B4-BE49-F238E27FC236}">
                    <a16:creationId xmlns:a16="http://schemas.microsoft.com/office/drawing/2014/main" id="{4A1386EC-B637-F449-F1B2-506ED5AA1A78}"/>
                  </a:ext>
                </a:extLst>
              </p:cNvPr>
              <p:cNvSpPr/>
              <p:nvPr/>
            </p:nvSpPr>
            <p:spPr>
              <a:xfrm>
                <a:off x="4835874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0" name="Freeform 36639">
                <a:extLst>
                  <a:ext uri="{FF2B5EF4-FFF2-40B4-BE49-F238E27FC236}">
                    <a16:creationId xmlns:a16="http://schemas.microsoft.com/office/drawing/2014/main" id="{1C990700-B02A-EFB3-5391-7D9B7FB30368}"/>
                  </a:ext>
                </a:extLst>
              </p:cNvPr>
              <p:cNvSpPr/>
              <p:nvPr/>
            </p:nvSpPr>
            <p:spPr>
              <a:xfrm>
                <a:off x="4836370" y="4207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1" name="Freeform 36640">
                <a:extLst>
                  <a:ext uri="{FF2B5EF4-FFF2-40B4-BE49-F238E27FC236}">
                    <a16:creationId xmlns:a16="http://schemas.microsoft.com/office/drawing/2014/main" id="{2F35EB90-B361-1ED2-ACCA-AB7A5C8A226C}"/>
                  </a:ext>
                </a:extLst>
              </p:cNvPr>
              <p:cNvSpPr/>
              <p:nvPr/>
            </p:nvSpPr>
            <p:spPr>
              <a:xfrm>
                <a:off x="4836966" y="4204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2" name="Freeform 36641">
                <a:extLst>
                  <a:ext uri="{FF2B5EF4-FFF2-40B4-BE49-F238E27FC236}">
                    <a16:creationId xmlns:a16="http://schemas.microsoft.com/office/drawing/2014/main" id="{26C54BB3-9828-3E25-5627-70100C979783}"/>
                  </a:ext>
                </a:extLst>
              </p:cNvPr>
              <p:cNvSpPr/>
              <p:nvPr/>
            </p:nvSpPr>
            <p:spPr>
              <a:xfrm>
                <a:off x="4837462" y="4206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3" name="Freeform 36642">
                <a:extLst>
                  <a:ext uri="{FF2B5EF4-FFF2-40B4-BE49-F238E27FC236}">
                    <a16:creationId xmlns:a16="http://schemas.microsoft.com/office/drawing/2014/main" id="{D3D8B932-4DF7-19E0-4276-9444929AB8A0}"/>
                  </a:ext>
                </a:extLst>
              </p:cNvPr>
              <p:cNvSpPr/>
              <p:nvPr/>
            </p:nvSpPr>
            <p:spPr>
              <a:xfrm>
                <a:off x="4837958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4" name="Freeform 36643">
                <a:extLst>
                  <a:ext uri="{FF2B5EF4-FFF2-40B4-BE49-F238E27FC236}">
                    <a16:creationId xmlns:a16="http://schemas.microsoft.com/office/drawing/2014/main" id="{F4A48F7D-E021-0846-3240-782D06E17F00}"/>
                  </a:ext>
                </a:extLst>
              </p:cNvPr>
              <p:cNvSpPr/>
              <p:nvPr/>
            </p:nvSpPr>
            <p:spPr>
              <a:xfrm>
                <a:off x="4838553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5" name="Freeform 36644">
                <a:extLst>
                  <a:ext uri="{FF2B5EF4-FFF2-40B4-BE49-F238E27FC236}">
                    <a16:creationId xmlns:a16="http://schemas.microsoft.com/office/drawing/2014/main" id="{FFD4B7E6-CAF8-C720-CAD3-42D8BAA92F40}"/>
                  </a:ext>
                </a:extLst>
              </p:cNvPr>
              <p:cNvSpPr/>
              <p:nvPr/>
            </p:nvSpPr>
            <p:spPr>
              <a:xfrm>
                <a:off x="4839049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6" name="Freeform 36645">
                <a:extLst>
                  <a:ext uri="{FF2B5EF4-FFF2-40B4-BE49-F238E27FC236}">
                    <a16:creationId xmlns:a16="http://schemas.microsoft.com/office/drawing/2014/main" id="{81D3C1F3-22E6-4FB4-7CD7-6D21DBDF1919}"/>
                  </a:ext>
                </a:extLst>
              </p:cNvPr>
              <p:cNvSpPr/>
              <p:nvPr/>
            </p:nvSpPr>
            <p:spPr>
              <a:xfrm>
                <a:off x="4839545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7" name="Freeform 36646">
                <a:extLst>
                  <a:ext uri="{FF2B5EF4-FFF2-40B4-BE49-F238E27FC236}">
                    <a16:creationId xmlns:a16="http://schemas.microsoft.com/office/drawing/2014/main" id="{F887BB86-7E65-5D04-A9E1-0B256D643DEE}"/>
                  </a:ext>
                </a:extLst>
              </p:cNvPr>
              <p:cNvSpPr/>
              <p:nvPr/>
            </p:nvSpPr>
            <p:spPr>
              <a:xfrm>
                <a:off x="4840141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8" name="Freeform 36647">
                <a:extLst>
                  <a:ext uri="{FF2B5EF4-FFF2-40B4-BE49-F238E27FC236}">
                    <a16:creationId xmlns:a16="http://schemas.microsoft.com/office/drawing/2014/main" id="{659C90F9-C491-67AD-67EB-8C29491D94B2}"/>
                  </a:ext>
                </a:extLst>
              </p:cNvPr>
              <p:cNvSpPr/>
              <p:nvPr/>
            </p:nvSpPr>
            <p:spPr>
              <a:xfrm>
                <a:off x="4840637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9" name="Freeform 36648">
                <a:extLst>
                  <a:ext uri="{FF2B5EF4-FFF2-40B4-BE49-F238E27FC236}">
                    <a16:creationId xmlns:a16="http://schemas.microsoft.com/office/drawing/2014/main" id="{F4ECEF9C-9113-DA4E-4E20-D393CB95CF94}"/>
                  </a:ext>
                </a:extLst>
              </p:cNvPr>
              <p:cNvSpPr/>
              <p:nvPr/>
            </p:nvSpPr>
            <p:spPr>
              <a:xfrm>
                <a:off x="484113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0" name="Freeform 36649">
                <a:extLst>
                  <a:ext uri="{FF2B5EF4-FFF2-40B4-BE49-F238E27FC236}">
                    <a16:creationId xmlns:a16="http://schemas.microsoft.com/office/drawing/2014/main" id="{8E62CB9E-529D-AA7D-D591-B5CFDAC32556}"/>
                  </a:ext>
                </a:extLst>
              </p:cNvPr>
              <p:cNvSpPr/>
              <p:nvPr/>
            </p:nvSpPr>
            <p:spPr>
              <a:xfrm>
                <a:off x="4841728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1" name="Freeform 36650">
                <a:extLst>
                  <a:ext uri="{FF2B5EF4-FFF2-40B4-BE49-F238E27FC236}">
                    <a16:creationId xmlns:a16="http://schemas.microsoft.com/office/drawing/2014/main" id="{055C7C7D-B465-287A-D8AF-0C364341CEA4}"/>
                  </a:ext>
                </a:extLst>
              </p:cNvPr>
              <p:cNvSpPr/>
              <p:nvPr/>
            </p:nvSpPr>
            <p:spPr>
              <a:xfrm>
                <a:off x="484222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2" name="Freeform 36651">
                <a:extLst>
                  <a:ext uri="{FF2B5EF4-FFF2-40B4-BE49-F238E27FC236}">
                    <a16:creationId xmlns:a16="http://schemas.microsoft.com/office/drawing/2014/main" id="{46E69E23-950F-8988-C1DC-FCE4FD3315D6}"/>
                  </a:ext>
                </a:extLst>
              </p:cNvPr>
              <p:cNvSpPr/>
              <p:nvPr/>
            </p:nvSpPr>
            <p:spPr>
              <a:xfrm>
                <a:off x="4842720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3" name="Freeform 36652">
                <a:extLst>
                  <a:ext uri="{FF2B5EF4-FFF2-40B4-BE49-F238E27FC236}">
                    <a16:creationId xmlns:a16="http://schemas.microsoft.com/office/drawing/2014/main" id="{280EC314-F72F-671F-AC11-57F24247A841}"/>
                  </a:ext>
                </a:extLst>
              </p:cNvPr>
              <p:cNvSpPr/>
              <p:nvPr/>
            </p:nvSpPr>
            <p:spPr>
              <a:xfrm>
                <a:off x="4843316" y="4128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4" name="Freeform 36653">
                <a:extLst>
                  <a:ext uri="{FF2B5EF4-FFF2-40B4-BE49-F238E27FC236}">
                    <a16:creationId xmlns:a16="http://schemas.microsoft.com/office/drawing/2014/main" id="{B70EDC49-687F-D573-B63E-9DAF9AFEBF0A}"/>
                  </a:ext>
                </a:extLst>
              </p:cNvPr>
              <p:cNvSpPr/>
              <p:nvPr/>
            </p:nvSpPr>
            <p:spPr>
              <a:xfrm>
                <a:off x="4843812" y="4057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5" name="Freeform 36654">
                <a:extLst>
                  <a:ext uri="{FF2B5EF4-FFF2-40B4-BE49-F238E27FC236}">
                    <a16:creationId xmlns:a16="http://schemas.microsoft.com/office/drawing/2014/main" id="{26F7268B-D09F-49E1-28D1-BD234278A8B5}"/>
                  </a:ext>
                </a:extLst>
              </p:cNvPr>
              <p:cNvSpPr/>
              <p:nvPr/>
            </p:nvSpPr>
            <p:spPr>
              <a:xfrm>
                <a:off x="4844308" y="3932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6" name="Freeform 36655">
                <a:extLst>
                  <a:ext uri="{FF2B5EF4-FFF2-40B4-BE49-F238E27FC236}">
                    <a16:creationId xmlns:a16="http://schemas.microsoft.com/office/drawing/2014/main" id="{929654E4-6BA2-6D33-DD07-096BFDF60EB6}"/>
                  </a:ext>
                </a:extLst>
              </p:cNvPr>
              <p:cNvSpPr/>
              <p:nvPr/>
            </p:nvSpPr>
            <p:spPr>
              <a:xfrm>
                <a:off x="4844804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7" name="Freeform 36656">
                <a:extLst>
                  <a:ext uri="{FF2B5EF4-FFF2-40B4-BE49-F238E27FC236}">
                    <a16:creationId xmlns:a16="http://schemas.microsoft.com/office/drawing/2014/main" id="{2ECB60FD-1744-7A27-7719-9A4881A12D43}"/>
                  </a:ext>
                </a:extLst>
              </p:cNvPr>
              <p:cNvSpPr/>
              <p:nvPr/>
            </p:nvSpPr>
            <p:spPr>
              <a:xfrm>
                <a:off x="4845399" y="4103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8" name="Freeform 36657">
                <a:extLst>
                  <a:ext uri="{FF2B5EF4-FFF2-40B4-BE49-F238E27FC236}">
                    <a16:creationId xmlns:a16="http://schemas.microsoft.com/office/drawing/2014/main" id="{7EE9519E-910E-12CD-340E-821300BA3506}"/>
                  </a:ext>
                </a:extLst>
              </p:cNvPr>
              <p:cNvSpPr/>
              <p:nvPr/>
            </p:nvSpPr>
            <p:spPr>
              <a:xfrm>
                <a:off x="4845895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9" name="Freeform 36658">
                <a:extLst>
                  <a:ext uri="{FF2B5EF4-FFF2-40B4-BE49-F238E27FC236}">
                    <a16:creationId xmlns:a16="http://schemas.microsoft.com/office/drawing/2014/main" id="{4A74D9D3-EDF1-8BF6-4FF1-A16CA17A0170}"/>
                  </a:ext>
                </a:extLst>
              </p:cNvPr>
              <p:cNvSpPr/>
              <p:nvPr/>
            </p:nvSpPr>
            <p:spPr>
              <a:xfrm>
                <a:off x="4846391" y="4114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0" name="Freeform 36659">
                <a:extLst>
                  <a:ext uri="{FF2B5EF4-FFF2-40B4-BE49-F238E27FC236}">
                    <a16:creationId xmlns:a16="http://schemas.microsoft.com/office/drawing/2014/main" id="{9273F494-32AD-96ED-0687-5C38834C24CA}"/>
                  </a:ext>
                </a:extLst>
              </p:cNvPr>
              <p:cNvSpPr/>
              <p:nvPr/>
            </p:nvSpPr>
            <p:spPr>
              <a:xfrm>
                <a:off x="4846987" y="4141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1" name="Freeform 36660">
                <a:extLst>
                  <a:ext uri="{FF2B5EF4-FFF2-40B4-BE49-F238E27FC236}">
                    <a16:creationId xmlns:a16="http://schemas.microsoft.com/office/drawing/2014/main" id="{6FD19D05-3EA7-A4E8-FB83-19ED207F1744}"/>
                  </a:ext>
                </a:extLst>
              </p:cNvPr>
              <p:cNvSpPr/>
              <p:nvPr/>
            </p:nvSpPr>
            <p:spPr>
              <a:xfrm>
                <a:off x="4847483" y="4134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2" name="Freeform 36661">
                <a:extLst>
                  <a:ext uri="{FF2B5EF4-FFF2-40B4-BE49-F238E27FC236}">
                    <a16:creationId xmlns:a16="http://schemas.microsoft.com/office/drawing/2014/main" id="{987018E7-E932-FCFF-8C7F-3F0414E62550}"/>
                  </a:ext>
                </a:extLst>
              </p:cNvPr>
              <p:cNvSpPr/>
              <p:nvPr/>
            </p:nvSpPr>
            <p:spPr>
              <a:xfrm>
                <a:off x="4847979" y="4127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3" name="Freeform 36662">
                <a:extLst>
                  <a:ext uri="{FF2B5EF4-FFF2-40B4-BE49-F238E27FC236}">
                    <a16:creationId xmlns:a16="http://schemas.microsoft.com/office/drawing/2014/main" id="{5A645A86-209E-DE3A-908C-D5899117199E}"/>
                  </a:ext>
                </a:extLst>
              </p:cNvPr>
              <p:cNvSpPr/>
              <p:nvPr/>
            </p:nvSpPr>
            <p:spPr>
              <a:xfrm>
                <a:off x="4848574" y="4126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4" name="Freeform 36663">
                <a:extLst>
                  <a:ext uri="{FF2B5EF4-FFF2-40B4-BE49-F238E27FC236}">
                    <a16:creationId xmlns:a16="http://schemas.microsoft.com/office/drawing/2014/main" id="{02992BE8-444C-D67B-0A6F-38CEE0044BCB}"/>
                  </a:ext>
                </a:extLst>
              </p:cNvPr>
              <p:cNvSpPr/>
              <p:nvPr/>
            </p:nvSpPr>
            <p:spPr>
              <a:xfrm>
                <a:off x="4849070" y="4126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5" name="Freeform 36664">
                <a:extLst>
                  <a:ext uri="{FF2B5EF4-FFF2-40B4-BE49-F238E27FC236}">
                    <a16:creationId xmlns:a16="http://schemas.microsoft.com/office/drawing/2014/main" id="{385ACD25-3A34-503D-B4E1-1FC52148783F}"/>
                  </a:ext>
                </a:extLst>
              </p:cNvPr>
              <p:cNvSpPr/>
              <p:nvPr/>
            </p:nvSpPr>
            <p:spPr>
              <a:xfrm>
                <a:off x="4849566" y="4127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6" name="Freeform 36665">
                <a:extLst>
                  <a:ext uri="{FF2B5EF4-FFF2-40B4-BE49-F238E27FC236}">
                    <a16:creationId xmlns:a16="http://schemas.microsoft.com/office/drawing/2014/main" id="{857FD694-A20C-B998-475B-06EAC02E1E82}"/>
                  </a:ext>
                </a:extLst>
              </p:cNvPr>
              <p:cNvSpPr/>
              <p:nvPr/>
            </p:nvSpPr>
            <p:spPr>
              <a:xfrm>
                <a:off x="4850162" y="4137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7" name="Freeform 36666">
                <a:extLst>
                  <a:ext uri="{FF2B5EF4-FFF2-40B4-BE49-F238E27FC236}">
                    <a16:creationId xmlns:a16="http://schemas.microsoft.com/office/drawing/2014/main" id="{EFD0E512-5653-71FB-6F9A-66768DF617CE}"/>
                  </a:ext>
                </a:extLst>
              </p:cNvPr>
              <p:cNvSpPr/>
              <p:nvPr/>
            </p:nvSpPr>
            <p:spPr>
              <a:xfrm>
                <a:off x="4850658" y="4156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8" name="Freeform 36667">
                <a:extLst>
                  <a:ext uri="{FF2B5EF4-FFF2-40B4-BE49-F238E27FC236}">
                    <a16:creationId xmlns:a16="http://schemas.microsoft.com/office/drawing/2014/main" id="{83819F1F-116B-00B4-5E73-CD54476BDAF0}"/>
                  </a:ext>
                </a:extLst>
              </p:cNvPr>
              <p:cNvSpPr/>
              <p:nvPr/>
            </p:nvSpPr>
            <p:spPr>
              <a:xfrm>
                <a:off x="4851154" y="42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9" name="Freeform 36668">
                <a:extLst>
                  <a:ext uri="{FF2B5EF4-FFF2-40B4-BE49-F238E27FC236}">
                    <a16:creationId xmlns:a16="http://schemas.microsoft.com/office/drawing/2014/main" id="{E5B6241A-D30D-7A7B-F50D-F92575CB9648}"/>
                  </a:ext>
                </a:extLst>
              </p:cNvPr>
              <p:cNvSpPr/>
              <p:nvPr/>
            </p:nvSpPr>
            <p:spPr>
              <a:xfrm>
                <a:off x="4851749" y="4206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0" name="Freeform 36669">
                <a:extLst>
                  <a:ext uri="{FF2B5EF4-FFF2-40B4-BE49-F238E27FC236}">
                    <a16:creationId xmlns:a16="http://schemas.microsoft.com/office/drawing/2014/main" id="{766B92A1-37AD-2162-D8CC-3B988822DCB6}"/>
                  </a:ext>
                </a:extLst>
              </p:cNvPr>
              <p:cNvSpPr/>
              <p:nvPr/>
            </p:nvSpPr>
            <p:spPr>
              <a:xfrm>
                <a:off x="4852245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1" name="Freeform 36670">
                <a:extLst>
                  <a:ext uri="{FF2B5EF4-FFF2-40B4-BE49-F238E27FC236}">
                    <a16:creationId xmlns:a16="http://schemas.microsoft.com/office/drawing/2014/main" id="{ADE75683-AA50-C94C-30D4-68F2E35E4732}"/>
                  </a:ext>
                </a:extLst>
              </p:cNvPr>
              <p:cNvSpPr/>
              <p:nvPr/>
            </p:nvSpPr>
            <p:spPr>
              <a:xfrm>
                <a:off x="4852741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2" name="Freeform 36671">
                <a:extLst>
                  <a:ext uri="{FF2B5EF4-FFF2-40B4-BE49-F238E27FC236}">
                    <a16:creationId xmlns:a16="http://schemas.microsoft.com/office/drawing/2014/main" id="{ED93C136-B32A-C32A-6755-DEF9A70DD5D7}"/>
                  </a:ext>
                </a:extLst>
              </p:cNvPr>
              <p:cNvSpPr/>
              <p:nvPr/>
            </p:nvSpPr>
            <p:spPr>
              <a:xfrm>
                <a:off x="4853337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3" name="Freeform 36672">
                <a:extLst>
                  <a:ext uri="{FF2B5EF4-FFF2-40B4-BE49-F238E27FC236}">
                    <a16:creationId xmlns:a16="http://schemas.microsoft.com/office/drawing/2014/main" id="{37CAFF17-CCCA-D9FB-CDA3-2C56766ED230}"/>
                  </a:ext>
                </a:extLst>
              </p:cNvPr>
              <p:cNvSpPr/>
              <p:nvPr/>
            </p:nvSpPr>
            <p:spPr>
              <a:xfrm>
                <a:off x="4853833" y="420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4" name="Freeform 36673">
                <a:extLst>
                  <a:ext uri="{FF2B5EF4-FFF2-40B4-BE49-F238E27FC236}">
                    <a16:creationId xmlns:a16="http://schemas.microsoft.com/office/drawing/2014/main" id="{D21D0BD8-4075-9D85-2539-0F77AB94202D}"/>
                  </a:ext>
                </a:extLst>
              </p:cNvPr>
              <p:cNvSpPr/>
              <p:nvPr/>
            </p:nvSpPr>
            <p:spPr>
              <a:xfrm>
                <a:off x="4854329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5" name="Freeform 36674">
                <a:extLst>
                  <a:ext uri="{FF2B5EF4-FFF2-40B4-BE49-F238E27FC236}">
                    <a16:creationId xmlns:a16="http://schemas.microsoft.com/office/drawing/2014/main" id="{89B4D5EE-34C2-2790-6260-AC67B24C05DF}"/>
                  </a:ext>
                </a:extLst>
              </p:cNvPr>
              <p:cNvSpPr/>
              <p:nvPr/>
            </p:nvSpPr>
            <p:spPr>
              <a:xfrm>
                <a:off x="4854924" y="420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6" name="Freeform 36675">
                <a:extLst>
                  <a:ext uri="{FF2B5EF4-FFF2-40B4-BE49-F238E27FC236}">
                    <a16:creationId xmlns:a16="http://schemas.microsoft.com/office/drawing/2014/main" id="{1CA5E32F-7A53-E0F8-DDD6-AAAA1F98F4C3}"/>
                  </a:ext>
                </a:extLst>
              </p:cNvPr>
              <p:cNvSpPr/>
              <p:nvPr/>
            </p:nvSpPr>
            <p:spPr>
              <a:xfrm>
                <a:off x="4855420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7" name="Freeform 36676">
                <a:extLst>
                  <a:ext uri="{FF2B5EF4-FFF2-40B4-BE49-F238E27FC236}">
                    <a16:creationId xmlns:a16="http://schemas.microsoft.com/office/drawing/2014/main" id="{2EAE94EF-8DDB-7825-3A6F-EEC8289115F5}"/>
                  </a:ext>
                </a:extLst>
              </p:cNvPr>
              <p:cNvSpPr/>
              <p:nvPr/>
            </p:nvSpPr>
            <p:spPr>
              <a:xfrm>
                <a:off x="4855916" y="4186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8" name="Freeform 36677">
                <a:extLst>
                  <a:ext uri="{FF2B5EF4-FFF2-40B4-BE49-F238E27FC236}">
                    <a16:creationId xmlns:a16="http://schemas.microsoft.com/office/drawing/2014/main" id="{EAD03394-A641-7DA2-C6B2-6004641A2EE4}"/>
                  </a:ext>
                </a:extLst>
              </p:cNvPr>
              <p:cNvSpPr/>
              <p:nvPr/>
            </p:nvSpPr>
            <p:spPr>
              <a:xfrm>
                <a:off x="4856413" y="4178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9" name="Freeform 36678">
                <a:extLst>
                  <a:ext uri="{FF2B5EF4-FFF2-40B4-BE49-F238E27FC236}">
                    <a16:creationId xmlns:a16="http://schemas.microsoft.com/office/drawing/2014/main" id="{FA890F5C-876B-FD44-D844-E3137E668DD9}"/>
                  </a:ext>
                </a:extLst>
              </p:cNvPr>
              <p:cNvSpPr/>
              <p:nvPr/>
            </p:nvSpPr>
            <p:spPr>
              <a:xfrm>
                <a:off x="4857008" y="4143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0" name="Freeform 36679">
                <a:extLst>
                  <a:ext uri="{FF2B5EF4-FFF2-40B4-BE49-F238E27FC236}">
                    <a16:creationId xmlns:a16="http://schemas.microsoft.com/office/drawing/2014/main" id="{37C23420-C8D1-9A4E-53E5-DCD0D4377628}"/>
                  </a:ext>
                </a:extLst>
              </p:cNvPr>
              <p:cNvSpPr/>
              <p:nvPr/>
            </p:nvSpPr>
            <p:spPr>
              <a:xfrm>
                <a:off x="4857504" y="4182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1" name="Freeform 36680">
                <a:extLst>
                  <a:ext uri="{FF2B5EF4-FFF2-40B4-BE49-F238E27FC236}">
                    <a16:creationId xmlns:a16="http://schemas.microsoft.com/office/drawing/2014/main" id="{2C8D7A8B-3429-82EF-CDC8-50BC8202564E}"/>
                  </a:ext>
                </a:extLst>
              </p:cNvPr>
              <p:cNvSpPr/>
              <p:nvPr/>
            </p:nvSpPr>
            <p:spPr>
              <a:xfrm>
                <a:off x="4858000" y="4178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2" name="Freeform 36681">
                <a:extLst>
                  <a:ext uri="{FF2B5EF4-FFF2-40B4-BE49-F238E27FC236}">
                    <a16:creationId xmlns:a16="http://schemas.microsoft.com/office/drawing/2014/main" id="{EB224FE4-9F78-5756-7634-FFDFA22E2161}"/>
                  </a:ext>
                </a:extLst>
              </p:cNvPr>
              <p:cNvSpPr/>
              <p:nvPr/>
            </p:nvSpPr>
            <p:spPr>
              <a:xfrm>
                <a:off x="4858595" y="4200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3" name="Freeform 36682">
                <a:extLst>
                  <a:ext uri="{FF2B5EF4-FFF2-40B4-BE49-F238E27FC236}">
                    <a16:creationId xmlns:a16="http://schemas.microsoft.com/office/drawing/2014/main" id="{4185B7BD-8DFE-9ECE-95A5-919A213A6CA4}"/>
                  </a:ext>
                </a:extLst>
              </p:cNvPr>
              <p:cNvSpPr/>
              <p:nvPr/>
            </p:nvSpPr>
            <p:spPr>
              <a:xfrm>
                <a:off x="4859091" y="4200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4" name="Freeform 36683">
                <a:extLst>
                  <a:ext uri="{FF2B5EF4-FFF2-40B4-BE49-F238E27FC236}">
                    <a16:creationId xmlns:a16="http://schemas.microsoft.com/office/drawing/2014/main" id="{0E429020-942E-A75C-E3F3-BBD031004704}"/>
                  </a:ext>
                </a:extLst>
              </p:cNvPr>
              <p:cNvSpPr/>
              <p:nvPr/>
            </p:nvSpPr>
            <p:spPr>
              <a:xfrm>
                <a:off x="4859588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5" name="Freeform 36684">
                <a:extLst>
                  <a:ext uri="{FF2B5EF4-FFF2-40B4-BE49-F238E27FC236}">
                    <a16:creationId xmlns:a16="http://schemas.microsoft.com/office/drawing/2014/main" id="{50513957-8127-B64D-2D31-E5457D90C289}"/>
                  </a:ext>
                </a:extLst>
              </p:cNvPr>
              <p:cNvSpPr/>
              <p:nvPr/>
            </p:nvSpPr>
            <p:spPr>
              <a:xfrm>
                <a:off x="4860183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6" name="Freeform 36685">
                <a:extLst>
                  <a:ext uri="{FF2B5EF4-FFF2-40B4-BE49-F238E27FC236}">
                    <a16:creationId xmlns:a16="http://schemas.microsoft.com/office/drawing/2014/main" id="{9E85A408-0247-9396-BEA0-66DE0421E255}"/>
                  </a:ext>
                </a:extLst>
              </p:cNvPr>
              <p:cNvSpPr/>
              <p:nvPr/>
            </p:nvSpPr>
            <p:spPr>
              <a:xfrm>
                <a:off x="4860679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7" name="Freeform 36686">
                <a:extLst>
                  <a:ext uri="{FF2B5EF4-FFF2-40B4-BE49-F238E27FC236}">
                    <a16:creationId xmlns:a16="http://schemas.microsoft.com/office/drawing/2014/main" id="{7038EF51-52FC-0C2D-24EA-31C30A4CB89A}"/>
                  </a:ext>
                </a:extLst>
              </p:cNvPr>
              <p:cNvSpPr/>
              <p:nvPr/>
            </p:nvSpPr>
            <p:spPr>
              <a:xfrm>
                <a:off x="4861175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8" name="Freeform 36687">
                <a:extLst>
                  <a:ext uri="{FF2B5EF4-FFF2-40B4-BE49-F238E27FC236}">
                    <a16:creationId xmlns:a16="http://schemas.microsoft.com/office/drawing/2014/main" id="{199EC59D-D9F3-DD42-A02B-2804672BD746}"/>
                  </a:ext>
                </a:extLst>
              </p:cNvPr>
              <p:cNvSpPr/>
              <p:nvPr/>
            </p:nvSpPr>
            <p:spPr>
              <a:xfrm>
                <a:off x="4861770" y="420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9" name="Freeform 36688">
                <a:extLst>
                  <a:ext uri="{FF2B5EF4-FFF2-40B4-BE49-F238E27FC236}">
                    <a16:creationId xmlns:a16="http://schemas.microsoft.com/office/drawing/2014/main" id="{6E20B650-56C2-872F-C84C-234A0CC5775B}"/>
                  </a:ext>
                </a:extLst>
              </p:cNvPr>
              <p:cNvSpPr/>
              <p:nvPr/>
            </p:nvSpPr>
            <p:spPr>
              <a:xfrm>
                <a:off x="4862266" y="4209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0" name="Freeform 36689">
                <a:extLst>
                  <a:ext uri="{FF2B5EF4-FFF2-40B4-BE49-F238E27FC236}">
                    <a16:creationId xmlns:a16="http://schemas.microsoft.com/office/drawing/2014/main" id="{0B280901-544A-3BA9-D102-8B650A5CFBE4}"/>
                  </a:ext>
                </a:extLst>
              </p:cNvPr>
              <p:cNvSpPr/>
              <p:nvPr/>
            </p:nvSpPr>
            <p:spPr>
              <a:xfrm>
                <a:off x="4862763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1" name="Freeform 36690">
                <a:extLst>
                  <a:ext uri="{FF2B5EF4-FFF2-40B4-BE49-F238E27FC236}">
                    <a16:creationId xmlns:a16="http://schemas.microsoft.com/office/drawing/2014/main" id="{9C264DE3-E6C5-F8EF-9EB1-3DD9DC523B01}"/>
                  </a:ext>
                </a:extLst>
              </p:cNvPr>
              <p:cNvSpPr/>
              <p:nvPr/>
            </p:nvSpPr>
            <p:spPr>
              <a:xfrm>
                <a:off x="4863358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2" name="Freeform 36691">
                <a:extLst>
                  <a:ext uri="{FF2B5EF4-FFF2-40B4-BE49-F238E27FC236}">
                    <a16:creationId xmlns:a16="http://schemas.microsoft.com/office/drawing/2014/main" id="{047E5366-F7BC-3104-4037-73392A80CC5F}"/>
                  </a:ext>
                </a:extLst>
              </p:cNvPr>
              <p:cNvSpPr/>
              <p:nvPr/>
            </p:nvSpPr>
            <p:spPr>
              <a:xfrm>
                <a:off x="4863854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3" name="Freeform 36692">
                <a:extLst>
                  <a:ext uri="{FF2B5EF4-FFF2-40B4-BE49-F238E27FC236}">
                    <a16:creationId xmlns:a16="http://schemas.microsoft.com/office/drawing/2014/main" id="{C98CE0FA-78A9-540B-B368-5379848291B6}"/>
                  </a:ext>
                </a:extLst>
              </p:cNvPr>
              <p:cNvSpPr/>
              <p:nvPr/>
            </p:nvSpPr>
            <p:spPr>
              <a:xfrm>
                <a:off x="4864350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4" name="Freeform 36693">
                <a:extLst>
                  <a:ext uri="{FF2B5EF4-FFF2-40B4-BE49-F238E27FC236}">
                    <a16:creationId xmlns:a16="http://schemas.microsoft.com/office/drawing/2014/main" id="{7B3EFB7F-8C69-65E1-75FF-300E1D3A2589}"/>
                  </a:ext>
                </a:extLst>
              </p:cNvPr>
              <p:cNvSpPr/>
              <p:nvPr/>
            </p:nvSpPr>
            <p:spPr>
              <a:xfrm>
                <a:off x="4864945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5" name="Freeform 36694">
                <a:extLst>
                  <a:ext uri="{FF2B5EF4-FFF2-40B4-BE49-F238E27FC236}">
                    <a16:creationId xmlns:a16="http://schemas.microsoft.com/office/drawing/2014/main" id="{EC9B7847-5C54-D0FD-8B9D-756BFA5C2966}"/>
                  </a:ext>
                </a:extLst>
              </p:cNvPr>
              <p:cNvSpPr/>
              <p:nvPr/>
            </p:nvSpPr>
            <p:spPr>
              <a:xfrm>
                <a:off x="4865441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6" name="Freeform 36695">
                <a:extLst>
                  <a:ext uri="{FF2B5EF4-FFF2-40B4-BE49-F238E27FC236}">
                    <a16:creationId xmlns:a16="http://schemas.microsoft.com/office/drawing/2014/main" id="{9E91776E-AF6A-04C1-25B0-65489896A77F}"/>
                  </a:ext>
                </a:extLst>
              </p:cNvPr>
              <p:cNvSpPr/>
              <p:nvPr/>
            </p:nvSpPr>
            <p:spPr>
              <a:xfrm>
                <a:off x="4865938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7" name="Freeform 36696">
                <a:extLst>
                  <a:ext uri="{FF2B5EF4-FFF2-40B4-BE49-F238E27FC236}">
                    <a16:creationId xmlns:a16="http://schemas.microsoft.com/office/drawing/2014/main" id="{E40902F1-549C-07BC-70B6-4D71E6C19A2F}"/>
                  </a:ext>
                </a:extLst>
              </p:cNvPr>
              <p:cNvSpPr/>
              <p:nvPr/>
            </p:nvSpPr>
            <p:spPr>
              <a:xfrm>
                <a:off x="4866533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8" name="Freeform 36697">
                <a:extLst>
                  <a:ext uri="{FF2B5EF4-FFF2-40B4-BE49-F238E27FC236}">
                    <a16:creationId xmlns:a16="http://schemas.microsoft.com/office/drawing/2014/main" id="{BA8324FC-974E-E1CE-68E0-ABB8C47D63E1}"/>
                  </a:ext>
                </a:extLst>
              </p:cNvPr>
              <p:cNvSpPr/>
              <p:nvPr/>
            </p:nvSpPr>
            <p:spPr>
              <a:xfrm>
                <a:off x="4867029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9" name="Freeform 36698">
                <a:extLst>
                  <a:ext uri="{FF2B5EF4-FFF2-40B4-BE49-F238E27FC236}">
                    <a16:creationId xmlns:a16="http://schemas.microsoft.com/office/drawing/2014/main" id="{CA773639-3460-53AE-6446-F4156945DC67}"/>
                  </a:ext>
                </a:extLst>
              </p:cNvPr>
              <p:cNvSpPr/>
              <p:nvPr/>
            </p:nvSpPr>
            <p:spPr>
              <a:xfrm>
                <a:off x="4867525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0" name="Freeform 36699">
                <a:extLst>
                  <a:ext uri="{FF2B5EF4-FFF2-40B4-BE49-F238E27FC236}">
                    <a16:creationId xmlns:a16="http://schemas.microsoft.com/office/drawing/2014/main" id="{BC816454-E739-F332-4A86-312680454455}"/>
                  </a:ext>
                </a:extLst>
              </p:cNvPr>
              <p:cNvSpPr/>
              <p:nvPr/>
            </p:nvSpPr>
            <p:spPr>
              <a:xfrm>
                <a:off x="4868021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1" name="Freeform 36700">
                <a:extLst>
                  <a:ext uri="{FF2B5EF4-FFF2-40B4-BE49-F238E27FC236}">
                    <a16:creationId xmlns:a16="http://schemas.microsoft.com/office/drawing/2014/main" id="{4F68FD9E-450B-A1F4-0B4F-D4FBEE28A68C}"/>
                  </a:ext>
                </a:extLst>
              </p:cNvPr>
              <p:cNvSpPr/>
              <p:nvPr/>
            </p:nvSpPr>
            <p:spPr>
              <a:xfrm>
                <a:off x="4868616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2" name="Freeform 36701">
                <a:extLst>
                  <a:ext uri="{FF2B5EF4-FFF2-40B4-BE49-F238E27FC236}">
                    <a16:creationId xmlns:a16="http://schemas.microsoft.com/office/drawing/2014/main" id="{B95DB31B-189A-F9D3-65E9-218A64C6AC69}"/>
                  </a:ext>
                </a:extLst>
              </p:cNvPr>
              <p:cNvSpPr/>
              <p:nvPr/>
            </p:nvSpPr>
            <p:spPr>
              <a:xfrm>
                <a:off x="4869113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3" name="Freeform 36702">
                <a:extLst>
                  <a:ext uri="{FF2B5EF4-FFF2-40B4-BE49-F238E27FC236}">
                    <a16:creationId xmlns:a16="http://schemas.microsoft.com/office/drawing/2014/main" id="{B0DDCB43-53F8-C937-6845-97C6FE7527A9}"/>
                  </a:ext>
                </a:extLst>
              </p:cNvPr>
              <p:cNvSpPr/>
              <p:nvPr/>
            </p:nvSpPr>
            <p:spPr>
              <a:xfrm>
                <a:off x="4869609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4" name="Freeform 36703">
                <a:extLst>
                  <a:ext uri="{FF2B5EF4-FFF2-40B4-BE49-F238E27FC236}">
                    <a16:creationId xmlns:a16="http://schemas.microsoft.com/office/drawing/2014/main" id="{9A30CD7A-17E2-7B21-BB0D-E3A8644AC367}"/>
                  </a:ext>
                </a:extLst>
              </p:cNvPr>
              <p:cNvSpPr/>
              <p:nvPr/>
            </p:nvSpPr>
            <p:spPr>
              <a:xfrm>
                <a:off x="4870204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5" name="Freeform 36704">
                <a:extLst>
                  <a:ext uri="{FF2B5EF4-FFF2-40B4-BE49-F238E27FC236}">
                    <a16:creationId xmlns:a16="http://schemas.microsoft.com/office/drawing/2014/main" id="{1E7AA991-48BB-305A-009D-865EF7DC33F5}"/>
                  </a:ext>
                </a:extLst>
              </p:cNvPr>
              <p:cNvSpPr/>
              <p:nvPr/>
            </p:nvSpPr>
            <p:spPr>
              <a:xfrm>
                <a:off x="4870700" y="4208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6" name="Freeform 36705">
                <a:extLst>
                  <a:ext uri="{FF2B5EF4-FFF2-40B4-BE49-F238E27FC236}">
                    <a16:creationId xmlns:a16="http://schemas.microsoft.com/office/drawing/2014/main" id="{830C58CA-4920-CAEE-3B8C-6162DD71141D}"/>
                  </a:ext>
                </a:extLst>
              </p:cNvPr>
              <p:cNvSpPr/>
              <p:nvPr/>
            </p:nvSpPr>
            <p:spPr>
              <a:xfrm>
                <a:off x="4871196" y="4205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7" name="Freeform 36706">
                <a:extLst>
                  <a:ext uri="{FF2B5EF4-FFF2-40B4-BE49-F238E27FC236}">
                    <a16:creationId xmlns:a16="http://schemas.microsoft.com/office/drawing/2014/main" id="{EEC88B79-5283-BF11-82A3-51876B3B2FB5}"/>
                  </a:ext>
                </a:extLst>
              </p:cNvPr>
              <p:cNvSpPr/>
              <p:nvPr/>
            </p:nvSpPr>
            <p:spPr>
              <a:xfrm>
                <a:off x="4871791" y="4204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8" name="Freeform 36707">
                <a:extLst>
                  <a:ext uri="{FF2B5EF4-FFF2-40B4-BE49-F238E27FC236}">
                    <a16:creationId xmlns:a16="http://schemas.microsoft.com/office/drawing/2014/main" id="{BC96D217-AE96-6B63-320C-986D02BFE8F0}"/>
                  </a:ext>
                </a:extLst>
              </p:cNvPr>
              <p:cNvSpPr/>
              <p:nvPr/>
            </p:nvSpPr>
            <p:spPr>
              <a:xfrm>
                <a:off x="4872288" y="4208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9" name="Freeform 36708">
                <a:extLst>
                  <a:ext uri="{FF2B5EF4-FFF2-40B4-BE49-F238E27FC236}">
                    <a16:creationId xmlns:a16="http://schemas.microsoft.com/office/drawing/2014/main" id="{AEC38148-32AE-B9E2-7E55-A03BE9EAC93A}"/>
                  </a:ext>
                </a:extLst>
              </p:cNvPr>
              <p:cNvSpPr/>
              <p:nvPr/>
            </p:nvSpPr>
            <p:spPr>
              <a:xfrm>
                <a:off x="4872784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0" name="Freeform 36709">
                <a:extLst>
                  <a:ext uri="{FF2B5EF4-FFF2-40B4-BE49-F238E27FC236}">
                    <a16:creationId xmlns:a16="http://schemas.microsoft.com/office/drawing/2014/main" id="{783521B3-1649-EE86-3109-E3440E0D3A16}"/>
                  </a:ext>
                </a:extLst>
              </p:cNvPr>
              <p:cNvSpPr/>
              <p:nvPr/>
            </p:nvSpPr>
            <p:spPr>
              <a:xfrm>
                <a:off x="4873379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1" name="Freeform 36710">
                <a:extLst>
                  <a:ext uri="{FF2B5EF4-FFF2-40B4-BE49-F238E27FC236}">
                    <a16:creationId xmlns:a16="http://schemas.microsoft.com/office/drawing/2014/main" id="{F026495D-802E-7A68-8A2C-E7A8DB85C118}"/>
                  </a:ext>
                </a:extLst>
              </p:cNvPr>
              <p:cNvSpPr/>
              <p:nvPr/>
            </p:nvSpPr>
            <p:spPr>
              <a:xfrm>
                <a:off x="4873875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2" name="Freeform 36711">
                <a:extLst>
                  <a:ext uri="{FF2B5EF4-FFF2-40B4-BE49-F238E27FC236}">
                    <a16:creationId xmlns:a16="http://schemas.microsoft.com/office/drawing/2014/main" id="{4E29A528-FC25-7ECB-61F6-46A736E0C9D2}"/>
                  </a:ext>
                </a:extLst>
              </p:cNvPr>
              <p:cNvSpPr/>
              <p:nvPr/>
            </p:nvSpPr>
            <p:spPr>
              <a:xfrm>
                <a:off x="4874371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3" name="Freeform 36712">
                <a:extLst>
                  <a:ext uri="{FF2B5EF4-FFF2-40B4-BE49-F238E27FC236}">
                    <a16:creationId xmlns:a16="http://schemas.microsoft.com/office/drawing/2014/main" id="{87878FF9-DCD9-9936-6F7A-9BD58395BB64}"/>
                  </a:ext>
                </a:extLst>
              </p:cNvPr>
              <p:cNvSpPr/>
              <p:nvPr/>
            </p:nvSpPr>
            <p:spPr>
              <a:xfrm>
                <a:off x="4874966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4" name="Freeform 36713">
                <a:extLst>
                  <a:ext uri="{FF2B5EF4-FFF2-40B4-BE49-F238E27FC236}">
                    <a16:creationId xmlns:a16="http://schemas.microsoft.com/office/drawing/2014/main" id="{A8B0B111-400A-04F9-322F-ABF3070C9F66}"/>
                  </a:ext>
                </a:extLst>
              </p:cNvPr>
              <p:cNvSpPr/>
              <p:nvPr/>
            </p:nvSpPr>
            <p:spPr>
              <a:xfrm>
                <a:off x="4875463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5" name="Freeform 36714">
                <a:extLst>
                  <a:ext uri="{FF2B5EF4-FFF2-40B4-BE49-F238E27FC236}">
                    <a16:creationId xmlns:a16="http://schemas.microsoft.com/office/drawing/2014/main" id="{653DBF5E-C632-81B9-3B63-A214EEC7B0C1}"/>
                  </a:ext>
                </a:extLst>
              </p:cNvPr>
              <p:cNvSpPr/>
              <p:nvPr/>
            </p:nvSpPr>
            <p:spPr>
              <a:xfrm>
                <a:off x="4875959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6" name="Freeform 36715">
                <a:extLst>
                  <a:ext uri="{FF2B5EF4-FFF2-40B4-BE49-F238E27FC236}">
                    <a16:creationId xmlns:a16="http://schemas.microsoft.com/office/drawing/2014/main" id="{A11C9446-A2DE-AFAA-753F-298BEA09F43A}"/>
                  </a:ext>
                </a:extLst>
              </p:cNvPr>
              <p:cNvSpPr/>
              <p:nvPr/>
            </p:nvSpPr>
            <p:spPr>
              <a:xfrm>
                <a:off x="4876554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7" name="Freeform 36716">
                <a:extLst>
                  <a:ext uri="{FF2B5EF4-FFF2-40B4-BE49-F238E27FC236}">
                    <a16:creationId xmlns:a16="http://schemas.microsoft.com/office/drawing/2014/main" id="{CB227ACD-A7BA-A834-2A2D-770B4D8006FC}"/>
                  </a:ext>
                </a:extLst>
              </p:cNvPr>
              <p:cNvSpPr/>
              <p:nvPr/>
            </p:nvSpPr>
            <p:spPr>
              <a:xfrm>
                <a:off x="4877050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8" name="Freeform 36717">
                <a:extLst>
                  <a:ext uri="{FF2B5EF4-FFF2-40B4-BE49-F238E27FC236}">
                    <a16:creationId xmlns:a16="http://schemas.microsoft.com/office/drawing/2014/main" id="{D8428CB8-91FB-AEC7-1AC5-9CC4AE6D89F0}"/>
                  </a:ext>
                </a:extLst>
              </p:cNvPr>
              <p:cNvSpPr/>
              <p:nvPr/>
            </p:nvSpPr>
            <p:spPr>
              <a:xfrm>
                <a:off x="4877546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9" name="Freeform 36718">
                <a:extLst>
                  <a:ext uri="{FF2B5EF4-FFF2-40B4-BE49-F238E27FC236}">
                    <a16:creationId xmlns:a16="http://schemas.microsoft.com/office/drawing/2014/main" id="{9E511CC5-F285-E0BF-A164-5AFB16021CCD}"/>
                  </a:ext>
                </a:extLst>
              </p:cNvPr>
              <p:cNvSpPr/>
              <p:nvPr/>
            </p:nvSpPr>
            <p:spPr>
              <a:xfrm>
                <a:off x="4878141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0" name="Freeform 36719">
                <a:extLst>
                  <a:ext uri="{FF2B5EF4-FFF2-40B4-BE49-F238E27FC236}">
                    <a16:creationId xmlns:a16="http://schemas.microsoft.com/office/drawing/2014/main" id="{4487BD5F-172C-7CD3-6419-42B94FE2E0D0}"/>
                  </a:ext>
                </a:extLst>
              </p:cNvPr>
              <p:cNvSpPr/>
              <p:nvPr/>
            </p:nvSpPr>
            <p:spPr>
              <a:xfrm>
                <a:off x="487863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1" name="Freeform 36720">
                <a:extLst>
                  <a:ext uri="{FF2B5EF4-FFF2-40B4-BE49-F238E27FC236}">
                    <a16:creationId xmlns:a16="http://schemas.microsoft.com/office/drawing/2014/main" id="{6C1DE3C8-B138-7F35-6DF7-34365CA5767C}"/>
                  </a:ext>
                </a:extLst>
              </p:cNvPr>
              <p:cNvSpPr/>
              <p:nvPr/>
            </p:nvSpPr>
            <p:spPr>
              <a:xfrm>
                <a:off x="4879134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2" name="Freeform 36721">
                <a:extLst>
                  <a:ext uri="{FF2B5EF4-FFF2-40B4-BE49-F238E27FC236}">
                    <a16:creationId xmlns:a16="http://schemas.microsoft.com/office/drawing/2014/main" id="{EEE2639A-BCF1-40C0-40A4-A0D696516153}"/>
                  </a:ext>
                </a:extLst>
              </p:cNvPr>
              <p:cNvSpPr/>
              <p:nvPr/>
            </p:nvSpPr>
            <p:spPr>
              <a:xfrm>
                <a:off x="4879729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3" name="Freeform 36722">
                <a:extLst>
                  <a:ext uri="{FF2B5EF4-FFF2-40B4-BE49-F238E27FC236}">
                    <a16:creationId xmlns:a16="http://schemas.microsoft.com/office/drawing/2014/main" id="{3D87BF07-4682-BCE7-9401-443A32312C70}"/>
                  </a:ext>
                </a:extLst>
              </p:cNvPr>
              <p:cNvSpPr/>
              <p:nvPr/>
            </p:nvSpPr>
            <p:spPr>
              <a:xfrm>
                <a:off x="4880225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4" name="Freeform 36723">
                <a:extLst>
                  <a:ext uri="{FF2B5EF4-FFF2-40B4-BE49-F238E27FC236}">
                    <a16:creationId xmlns:a16="http://schemas.microsoft.com/office/drawing/2014/main" id="{9BFA318D-8FE0-55D1-0DB1-57F1456FAC58}"/>
                  </a:ext>
                </a:extLst>
              </p:cNvPr>
              <p:cNvSpPr/>
              <p:nvPr/>
            </p:nvSpPr>
            <p:spPr>
              <a:xfrm>
                <a:off x="4880721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5" name="Freeform 36724">
                <a:extLst>
                  <a:ext uri="{FF2B5EF4-FFF2-40B4-BE49-F238E27FC236}">
                    <a16:creationId xmlns:a16="http://schemas.microsoft.com/office/drawing/2014/main" id="{01F5EC9B-B21A-0EFD-AF98-AA99B2CC30E5}"/>
                  </a:ext>
                </a:extLst>
              </p:cNvPr>
              <p:cNvSpPr/>
              <p:nvPr/>
            </p:nvSpPr>
            <p:spPr>
              <a:xfrm>
                <a:off x="4881217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6" name="Freeform 36725">
                <a:extLst>
                  <a:ext uri="{FF2B5EF4-FFF2-40B4-BE49-F238E27FC236}">
                    <a16:creationId xmlns:a16="http://schemas.microsoft.com/office/drawing/2014/main" id="{20622029-75E9-4FF3-C650-89C52A6C1349}"/>
                  </a:ext>
                </a:extLst>
              </p:cNvPr>
              <p:cNvSpPr/>
              <p:nvPr/>
            </p:nvSpPr>
            <p:spPr>
              <a:xfrm>
                <a:off x="4881813" y="4115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7" name="Freeform 36726">
                <a:extLst>
                  <a:ext uri="{FF2B5EF4-FFF2-40B4-BE49-F238E27FC236}">
                    <a16:creationId xmlns:a16="http://schemas.microsoft.com/office/drawing/2014/main" id="{F6376CED-9510-CDF6-536C-E8CE218090F9}"/>
                  </a:ext>
                </a:extLst>
              </p:cNvPr>
              <p:cNvSpPr/>
              <p:nvPr/>
            </p:nvSpPr>
            <p:spPr>
              <a:xfrm>
                <a:off x="4882309" y="3877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8" name="Freeform 36727">
                <a:extLst>
                  <a:ext uri="{FF2B5EF4-FFF2-40B4-BE49-F238E27FC236}">
                    <a16:creationId xmlns:a16="http://schemas.microsoft.com/office/drawing/2014/main" id="{7006B13C-D1F8-762E-D01E-62F3966A7253}"/>
                  </a:ext>
                </a:extLst>
              </p:cNvPr>
              <p:cNvSpPr/>
              <p:nvPr/>
            </p:nvSpPr>
            <p:spPr>
              <a:xfrm>
                <a:off x="4882805" y="3879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9" name="Freeform 36728">
                <a:extLst>
                  <a:ext uri="{FF2B5EF4-FFF2-40B4-BE49-F238E27FC236}">
                    <a16:creationId xmlns:a16="http://schemas.microsoft.com/office/drawing/2014/main" id="{A6C85953-9F66-82D2-ABA9-AE1E0F496234}"/>
                  </a:ext>
                </a:extLst>
              </p:cNvPr>
              <p:cNvSpPr/>
              <p:nvPr/>
            </p:nvSpPr>
            <p:spPr>
              <a:xfrm>
                <a:off x="4883400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0" name="Freeform 36729">
                <a:extLst>
                  <a:ext uri="{FF2B5EF4-FFF2-40B4-BE49-F238E27FC236}">
                    <a16:creationId xmlns:a16="http://schemas.microsoft.com/office/drawing/2014/main" id="{F123FEFD-FDE8-D9A9-C42F-5052461DDF34}"/>
                  </a:ext>
                </a:extLst>
              </p:cNvPr>
              <p:cNvSpPr/>
              <p:nvPr/>
            </p:nvSpPr>
            <p:spPr>
              <a:xfrm>
                <a:off x="4883896" y="4033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1" name="Freeform 36730">
                <a:extLst>
                  <a:ext uri="{FF2B5EF4-FFF2-40B4-BE49-F238E27FC236}">
                    <a16:creationId xmlns:a16="http://schemas.microsoft.com/office/drawing/2014/main" id="{2CDE0F6E-2103-3E11-EF9E-4302907F52B4}"/>
                  </a:ext>
                </a:extLst>
              </p:cNvPr>
              <p:cNvSpPr/>
              <p:nvPr/>
            </p:nvSpPr>
            <p:spPr>
              <a:xfrm>
                <a:off x="4884392" y="4103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2" name="Freeform 36731">
                <a:extLst>
                  <a:ext uri="{FF2B5EF4-FFF2-40B4-BE49-F238E27FC236}">
                    <a16:creationId xmlns:a16="http://schemas.microsoft.com/office/drawing/2014/main" id="{EA45BC46-85B6-55AC-AE10-D506FB800A14}"/>
                  </a:ext>
                </a:extLst>
              </p:cNvPr>
              <p:cNvSpPr/>
              <p:nvPr/>
            </p:nvSpPr>
            <p:spPr>
              <a:xfrm>
                <a:off x="4884988" y="4092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3" name="Freeform 36732">
                <a:extLst>
                  <a:ext uri="{FF2B5EF4-FFF2-40B4-BE49-F238E27FC236}">
                    <a16:creationId xmlns:a16="http://schemas.microsoft.com/office/drawing/2014/main" id="{3A0D2979-5F43-2F22-2F35-EA865A9449C2}"/>
                  </a:ext>
                </a:extLst>
              </p:cNvPr>
              <p:cNvSpPr/>
              <p:nvPr/>
            </p:nvSpPr>
            <p:spPr>
              <a:xfrm>
                <a:off x="4885484" y="4083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4" name="Freeform 36733">
                <a:extLst>
                  <a:ext uri="{FF2B5EF4-FFF2-40B4-BE49-F238E27FC236}">
                    <a16:creationId xmlns:a16="http://schemas.microsoft.com/office/drawing/2014/main" id="{4E357CEA-F45F-B4A5-000E-2830353D29A5}"/>
                  </a:ext>
                </a:extLst>
              </p:cNvPr>
              <p:cNvSpPr/>
              <p:nvPr/>
            </p:nvSpPr>
            <p:spPr>
              <a:xfrm>
                <a:off x="4885980" y="4074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5" name="Freeform 36734">
                <a:extLst>
                  <a:ext uri="{FF2B5EF4-FFF2-40B4-BE49-F238E27FC236}">
                    <a16:creationId xmlns:a16="http://schemas.microsoft.com/office/drawing/2014/main" id="{78B216ED-974B-6E86-E577-D261BB1A6296}"/>
                  </a:ext>
                </a:extLst>
              </p:cNvPr>
              <p:cNvSpPr/>
              <p:nvPr/>
            </p:nvSpPr>
            <p:spPr>
              <a:xfrm>
                <a:off x="4886575" y="4069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6" name="Freeform 36735">
                <a:extLst>
                  <a:ext uri="{FF2B5EF4-FFF2-40B4-BE49-F238E27FC236}">
                    <a16:creationId xmlns:a16="http://schemas.microsoft.com/office/drawing/2014/main" id="{88AEF690-015D-DCF1-82B0-4F7E472FC734}"/>
                  </a:ext>
                </a:extLst>
              </p:cNvPr>
              <p:cNvSpPr/>
              <p:nvPr/>
            </p:nvSpPr>
            <p:spPr>
              <a:xfrm>
                <a:off x="4887071" y="4067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7" name="Freeform 36736">
                <a:extLst>
                  <a:ext uri="{FF2B5EF4-FFF2-40B4-BE49-F238E27FC236}">
                    <a16:creationId xmlns:a16="http://schemas.microsoft.com/office/drawing/2014/main" id="{0EFD62E5-127B-4B97-10A0-46D6AF79B585}"/>
                  </a:ext>
                </a:extLst>
              </p:cNvPr>
              <p:cNvSpPr/>
              <p:nvPr/>
            </p:nvSpPr>
            <p:spPr>
              <a:xfrm>
                <a:off x="4887567" y="4068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8" name="Freeform 36737">
                <a:extLst>
                  <a:ext uri="{FF2B5EF4-FFF2-40B4-BE49-F238E27FC236}">
                    <a16:creationId xmlns:a16="http://schemas.microsoft.com/office/drawing/2014/main" id="{0B1B89B5-67F1-C88B-B57C-5DD4E46E25AD}"/>
                  </a:ext>
                </a:extLst>
              </p:cNvPr>
              <p:cNvSpPr/>
              <p:nvPr/>
            </p:nvSpPr>
            <p:spPr>
              <a:xfrm>
                <a:off x="4888163" y="4079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9" name="Freeform 36738">
                <a:extLst>
                  <a:ext uri="{FF2B5EF4-FFF2-40B4-BE49-F238E27FC236}">
                    <a16:creationId xmlns:a16="http://schemas.microsoft.com/office/drawing/2014/main" id="{DAF1A643-7EBF-D8F5-24FB-5336787A4BE0}"/>
                  </a:ext>
                </a:extLst>
              </p:cNvPr>
              <p:cNvSpPr/>
              <p:nvPr/>
            </p:nvSpPr>
            <p:spPr>
              <a:xfrm>
                <a:off x="4888659" y="4164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0" name="Freeform 36739">
                <a:extLst>
                  <a:ext uri="{FF2B5EF4-FFF2-40B4-BE49-F238E27FC236}">
                    <a16:creationId xmlns:a16="http://schemas.microsoft.com/office/drawing/2014/main" id="{253CFB2D-F0BC-AF5D-E5CC-9B04D076BA3F}"/>
                  </a:ext>
                </a:extLst>
              </p:cNvPr>
              <p:cNvSpPr/>
              <p:nvPr/>
            </p:nvSpPr>
            <p:spPr>
              <a:xfrm>
                <a:off x="4889155" y="4188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1" name="Freeform 36740">
                <a:extLst>
                  <a:ext uri="{FF2B5EF4-FFF2-40B4-BE49-F238E27FC236}">
                    <a16:creationId xmlns:a16="http://schemas.microsoft.com/office/drawing/2014/main" id="{8BB72CF5-4C54-F15B-2835-1266582A65E4}"/>
                  </a:ext>
                </a:extLst>
              </p:cNvPr>
              <p:cNvSpPr/>
              <p:nvPr/>
            </p:nvSpPr>
            <p:spPr>
              <a:xfrm>
                <a:off x="4889750" y="4191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2" name="Freeform 36741">
                <a:extLst>
                  <a:ext uri="{FF2B5EF4-FFF2-40B4-BE49-F238E27FC236}">
                    <a16:creationId xmlns:a16="http://schemas.microsoft.com/office/drawing/2014/main" id="{F7D2519A-24C4-69FA-0C1F-F388F7F30AAC}"/>
                  </a:ext>
                </a:extLst>
              </p:cNvPr>
              <p:cNvSpPr/>
              <p:nvPr/>
            </p:nvSpPr>
            <p:spPr>
              <a:xfrm>
                <a:off x="4890246" y="4192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3" name="Freeform 36742">
                <a:extLst>
                  <a:ext uri="{FF2B5EF4-FFF2-40B4-BE49-F238E27FC236}">
                    <a16:creationId xmlns:a16="http://schemas.microsoft.com/office/drawing/2014/main" id="{4A6B113C-9C97-CE9E-9B02-E5C755B6917A}"/>
                  </a:ext>
                </a:extLst>
              </p:cNvPr>
              <p:cNvSpPr/>
              <p:nvPr/>
            </p:nvSpPr>
            <p:spPr>
              <a:xfrm>
                <a:off x="4890742" y="4191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4" name="Freeform 36743">
                <a:extLst>
                  <a:ext uri="{FF2B5EF4-FFF2-40B4-BE49-F238E27FC236}">
                    <a16:creationId xmlns:a16="http://schemas.microsoft.com/office/drawing/2014/main" id="{D31B3BE3-1910-108F-C0F5-A77D3AEAE123}"/>
                  </a:ext>
                </a:extLst>
              </p:cNvPr>
              <p:cNvSpPr/>
              <p:nvPr/>
            </p:nvSpPr>
            <p:spPr>
              <a:xfrm>
                <a:off x="4891338" y="4189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5" name="Freeform 36744">
                <a:extLst>
                  <a:ext uri="{FF2B5EF4-FFF2-40B4-BE49-F238E27FC236}">
                    <a16:creationId xmlns:a16="http://schemas.microsoft.com/office/drawing/2014/main" id="{125FA946-582D-F291-C207-6BB3C1FA1B60}"/>
                  </a:ext>
                </a:extLst>
              </p:cNvPr>
              <p:cNvSpPr/>
              <p:nvPr/>
            </p:nvSpPr>
            <p:spPr>
              <a:xfrm>
                <a:off x="4891834" y="4190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6" name="Freeform 36745">
                <a:extLst>
                  <a:ext uri="{FF2B5EF4-FFF2-40B4-BE49-F238E27FC236}">
                    <a16:creationId xmlns:a16="http://schemas.microsoft.com/office/drawing/2014/main" id="{CD481E60-191C-3CF0-0FC6-2A19E34D1BCC}"/>
                  </a:ext>
                </a:extLst>
              </p:cNvPr>
              <p:cNvSpPr/>
              <p:nvPr/>
            </p:nvSpPr>
            <p:spPr>
              <a:xfrm>
                <a:off x="4892330" y="4191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7" name="Freeform 36746">
                <a:extLst>
                  <a:ext uri="{FF2B5EF4-FFF2-40B4-BE49-F238E27FC236}">
                    <a16:creationId xmlns:a16="http://schemas.microsoft.com/office/drawing/2014/main" id="{B9743E1C-AB0A-E12D-BA45-C470289C8391}"/>
                  </a:ext>
                </a:extLst>
              </p:cNvPr>
              <p:cNvSpPr/>
              <p:nvPr/>
            </p:nvSpPr>
            <p:spPr>
              <a:xfrm>
                <a:off x="4892826" y="4190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8" name="Freeform 36747">
                <a:extLst>
                  <a:ext uri="{FF2B5EF4-FFF2-40B4-BE49-F238E27FC236}">
                    <a16:creationId xmlns:a16="http://schemas.microsoft.com/office/drawing/2014/main" id="{CF2FA880-4218-DADC-10FA-1E3F79B456EC}"/>
                  </a:ext>
                </a:extLst>
              </p:cNvPr>
              <p:cNvSpPr/>
              <p:nvPr/>
            </p:nvSpPr>
            <p:spPr>
              <a:xfrm>
                <a:off x="4893421" y="4187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9" name="Freeform 36748">
                <a:extLst>
                  <a:ext uri="{FF2B5EF4-FFF2-40B4-BE49-F238E27FC236}">
                    <a16:creationId xmlns:a16="http://schemas.microsoft.com/office/drawing/2014/main" id="{F2E30B0C-78B9-5279-9CF0-DAAA7B9D6BE0}"/>
                  </a:ext>
                </a:extLst>
              </p:cNvPr>
              <p:cNvSpPr/>
              <p:nvPr/>
            </p:nvSpPr>
            <p:spPr>
              <a:xfrm>
                <a:off x="4893917" y="4159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0" name="Freeform 36749">
                <a:extLst>
                  <a:ext uri="{FF2B5EF4-FFF2-40B4-BE49-F238E27FC236}">
                    <a16:creationId xmlns:a16="http://schemas.microsoft.com/office/drawing/2014/main" id="{61970753-7A11-4927-904C-36050F93DCDA}"/>
                  </a:ext>
                </a:extLst>
              </p:cNvPr>
              <p:cNvSpPr/>
              <p:nvPr/>
            </p:nvSpPr>
            <p:spPr>
              <a:xfrm>
                <a:off x="4894413" y="4058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1" name="Freeform 36750">
                <a:extLst>
                  <a:ext uri="{FF2B5EF4-FFF2-40B4-BE49-F238E27FC236}">
                    <a16:creationId xmlns:a16="http://schemas.microsoft.com/office/drawing/2014/main" id="{127EC4AB-8578-93C1-153E-86E8E9DC57E8}"/>
                  </a:ext>
                </a:extLst>
              </p:cNvPr>
              <p:cNvSpPr/>
              <p:nvPr/>
            </p:nvSpPr>
            <p:spPr>
              <a:xfrm>
                <a:off x="4895009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2" name="Freeform 36751">
                <a:extLst>
                  <a:ext uri="{FF2B5EF4-FFF2-40B4-BE49-F238E27FC236}">
                    <a16:creationId xmlns:a16="http://schemas.microsoft.com/office/drawing/2014/main" id="{ECDFC825-B395-61B4-36EE-80AE89BEAFB1}"/>
                  </a:ext>
                </a:extLst>
              </p:cNvPr>
              <p:cNvSpPr/>
              <p:nvPr/>
            </p:nvSpPr>
            <p:spPr>
              <a:xfrm>
                <a:off x="4895505" y="3858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3" name="Freeform 36752">
                <a:extLst>
                  <a:ext uri="{FF2B5EF4-FFF2-40B4-BE49-F238E27FC236}">
                    <a16:creationId xmlns:a16="http://schemas.microsoft.com/office/drawing/2014/main" id="{0A47E2A6-688D-9EB7-2D5C-4531A32EF1EF}"/>
                  </a:ext>
                </a:extLst>
              </p:cNvPr>
              <p:cNvSpPr/>
              <p:nvPr/>
            </p:nvSpPr>
            <p:spPr>
              <a:xfrm>
                <a:off x="4896001" y="3997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4" name="Freeform 36753">
                <a:extLst>
                  <a:ext uri="{FF2B5EF4-FFF2-40B4-BE49-F238E27FC236}">
                    <a16:creationId xmlns:a16="http://schemas.microsoft.com/office/drawing/2014/main" id="{043DAAEB-5F76-B169-D38C-105825ED64E5}"/>
                  </a:ext>
                </a:extLst>
              </p:cNvPr>
              <p:cNvSpPr/>
              <p:nvPr/>
            </p:nvSpPr>
            <p:spPr>
              <a:xfrm>
                <a:off x="4896596" y="4037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5" name="Freeform 36754">
                <a:extLst>
                  <a:ext uri="{FF2B5EF4-FFF2-40B4-BE49-F238E27FC236}">
                    <a16:creationId xmlns:a16="http://schemas.microsoft.com/office/drawing/2014/main" id="{F0895F22-4A46-EB74-18E2-44D38E11B5DC}"/>
                  </a:ext>
                </a:extLst>
              </p:cNvPr>
              <p:cNvSpPr/>
              <p:nvPr/>
            </p:nvSpPr>
            <p:spPr>
              <a:xfrm>
                <a:off x="4897092" y="402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6" name="Freeform 36755">
                <a:extLst>
                  <a:ext uri="{FF2B5EF4-FFF2-40B4-BE49-F238E27FC236}">
                    <a16:creationId xmlns:a16="http://schemas.microsoft.com/office/drawing/2014/main" id="{4F3DC1E5-AF63-C15E-03F8-E376DBDEE3D3}"/>
                  </a:ext>
                </a:extLst>
              </p:cNvPr>
              <p:cNvSpPr/>
              <p:nvPr/>
            </p:nvSpPr>
            <p:spPr>
              <a:xfrm>
                <a:off x="4897588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7" name="Freeform 36756">
                <a:extLst>
                  <a:ext uri="{FF2B5EF4-FFF2-40B4-BE49-F238E27FC236}">
                    <a16:creationId xmlns:a16="http://schemas.microsoft.com/office/drawing/2014/main" id="{1A3EBFF8-F9B9-8957-9FF0-B13487ED731D}"/>
                  </a:ext>
                </a:extLst>
              </p:cNvPr>
              <p:cNvSpPr/>
              <p:nvPr/>
            </p:nvSpPr>
            <p:spPr>
              <a:xfrm>
                <a:off x="4898184" y="4000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8" name="Freeform 36757">
                <a:extLst>
                  <a:ext uri="{FF2B5EF4-FFF2-40B4-BE49-F238E27FC236}">
                    <a16:creationId xmlns:a16="http://schemas.microsoft.com/office/drawing/2014/main" id="{F90B1CD9-D924-9549-5B46-0ACEC1107179}"/>
                  </a:ext>
                </a:extLst>
              </p:cNvPr>
              <p:cNvSpPr/>
              <p:nvPr/>
            </p:nvSpPr>
            <p:spPr>
              <a:xfrm>
                <a:off x="4898680" y="3992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9" name="Freeform 36758">
                <a:extLst>
                  <a:ext uri="{FF2B5EF4-FFF2-40B4-BE49-F238E27FC236}">
                    <a16:creationId xmlns:a16="http://schemas.microsoft.com/office/drawing/2014/main" id="{C879DED0-A71E-490C-60B1-918F50EB8009}"/>
                  </a:ext>
                </a:extLst>
              </p:cNvPr>
              <p:cNvSpPr/>
              <p:nvPr/>
            </p:nvSpPr>
            <p:spPr>
              <a:xfrm>
                <a:off x="4899176" y="39757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0" name="Freeform 36759">
                <a:extLst>
                  <a:ext uri="{FF2B5EF4-FFF2-40B4-BE49-F238E27FC236}">
                    <a16:creationId xmlns:a16="http://schemas.microsoft.com/office/drawing/2014/main" id="{91399975-0986-AB17-B104-016CF3ACB9CE}"/>
                  </a:ext>
                </a:extLst>
              </p:cNvPr>
              <p:cNvSpPr/>
              <p:nvPr/>
            </p:nvSpPr>
            <p:spPr>
              <a:xfrm>
                <a:off x="4899771" y="3979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1" name="Freeform 36760">
                <a:extLst>
                  <a:ext uri="{FF2B5EF4-FFF2-40B4-BE49-F238E27FC236}">
                    <a16:creationId xmlns:a16="http://schemas.microsoft.com/office/drawing/2014/main" id="{56E16ECE-2B4E-E784-5E76-053454049021}"/>
                  </a:ext>
                </a:extLst>
              </p:cNvPr>
              <p:cNvSpPr/>
              <p:nvPr/>
            </p:nvSpPr>
            <p:spPr>
              <a:xfrm>
                <a:off x="4900267" y="3970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2" name="Freeform 36761">
                <a:extLst>
                  <a:ext uri="{FF2B5EF4-FFF2-40B4-BE49-F238E27FC236}">
                    <a16:creationId xmlns:a16="http://schemas.microsoft.com/office/drawing/2014/main" id="{37C091A0-3119-E50C-5E95-3DC42942D5FD}"/>
                  </a:ext>
                </a:extLst>
              </p:cNvPr>
              <p:cNvSpPr/>
              <p:nvPr/>
            </p:nvSpPr>
            <p:spPr>
              <a:xfrm>
                <a:off x="4900763" y="39802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3" name="Freeform 36762">
                <a:extLst>
                  <a:ext uri="{FF2B5EF4-FFF2-40B4-BE49-F238E27FC236}">
                    <a16:creationId xmlns:a16="http://schemas.microsoft.com/office/drawing/2014/main" id="{FAB7102F-3E87-0661-A1C9-29997A2B40C1}"/>
                  </a:ext>
                </a:extLst>
              </p:cNvPr>
              <p:cNvSpPr/>
              <p:nvPr/>
            </p:nvSpPr>
            <p:spPr>
              <a:xfrm>
                <a:off x="4901359" y="4127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4" name="Freeform 36763">
                <a:extLst>
                  <a:ext uri="{FF2B5EF4-FFF2-40B4-BE49-F238E27FC236}">
                    <a16:creationId xmlns:a16="http://schemas.microsoft.com/office/drawing/2014/main" id="{E6D6F9A8-AF5C-F857-5B23-9DF23346A3E2}"/>
                  </a:ext>
                </a:extLst>
              </p:cNvPr>
              <p:cNvSpPr/>
              <p:nvPr/>
            </p:nvSpPr>
            <p:spPr>
              <a:xfrm>
                <a:off x="4901855" y="4168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5" name="Freeform 36764">
                <a:extLst>
                  <a:ext uri="{FF2B5EF4-FFF2-40B4-BE49-F238E27FC236}">
                    <a16:creationId xmlns:a16="http://schemas.microsoft.com/office/drawing/2014/main" id="{041CCC93-C09B-3045-172E-53255DF4AEE8}"/>
                  </a:ext>
                </a:extLst>
              </p:cNvPr>
              <p:cNvSpPr/>
              <p:nvPr/>
            </p:nvSpPr>
            <p:spPr>
              <a:xfrm>
                <a:off x="4902351" y="4171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6" name="Freeform 36765">
                <a:extLst>
                  <a:ext uri="{FF2B5EF4-FFF2-40B4-BE49-F238E27FC236}">
                    <a16:creationId xmlns:a16="http://schemas.microsoft.com/office/drawing/2014/main" id="{9784CFD9-AA41-4DE2-C49E-26C13256586C}"/>
                  </a:ext>
                </a:extLst>
              </p:cNvPr>
              <p:cNvSpPr/>
              <p:nvPr/>
            </p:nvSpPr>
            <p:spPr>
              <a:xfrm>
                <a:off x="4902946" y="4172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7" name="Freeform 36766">
                <a:extLst>
                  <a:ext uri="{FF2B5EF4-FFF2-40B4-BE49-F238E27FC236}">
                    <a16:creationId xmlns:a16="http://schemas.microsoft.com/office/drawing/2014/main" id="{D2E6A396-2D90-7D88-B764-8788403926FA}"/>
                  </a:ext>
                </a:extLst>
              </p:cNvPr>
              <p:cNvSpPr/>
              <p:nvPr/>
            </p:nvSpPr>
            <p:spPr>
              <a:xfrm>
                <a:off x="4903442" y="4174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8" name="Freeform 36767">
                <a:extLst>
                  <a:ext uri="{FF2B5EF4-FFF2-40B4-BE49-F238E27FC236}">
                    <a16:creationId xmlns:a16="http://schemas.microsoft.com/office/drawing/2014/main" id="{2026F10D-E6E6-4521-D404-E0694614F5CB}"/>
                  </a:ext>
                </a:extLst>
              </p:cNvPr>
              <p:cNvSpPr/>
              <p:nvPr/>
            </p:nvSpPr>
            <p:spPr>
              <a:xfrm>
                <a:off x="4903938" y="4178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9" name="Freeform 36768">
                <a:extLst>
                  <a:ext uri="{FF2B5EF4-FFF2-40B4-BE49-F238E27FC236}">
                    <a16:creationId xmlns:a16="http://schemas.microsoft.com/office/drawing/2014/main" id="{5206C832-7146-0E0F-9357-B8571BEC00FD}"/>
                  </a:ext>
                </a:extLst>
              </p:cNvPr>
              <p:cNvSpPr/>
              <p:nvPr/>
            </p:nvSpPr>
            <p:spPr>
              <a:xfrm>
                <a:off x="4904434" y="4181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0" name="Freeform 36769">
                <a:extLst>
                  <a:ext uri="{FF2B5EF4-FFF2-40B4-BE49-F238E27FC236}">
                    <a16:creationId xmlns:a16="http://schemas.microsoft.com/office/drawing/2014/main" id="{4C00BB90-2CBD-076B-01FF-4F6DC86A5CB4}"/>
                  </a:ext>
                </a:extLst>
              </p:cNvPr>
              <p:cNvSpPr/>
              <p:nvPr/>
            </p:nvSpPr>
            <p:spPr>
              <a:xfrm>
                <a:off x="4905030" y="4183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1" name="Freeform 36770">
                <a:extLst>
                  <a:ext uri="{FF2B5EF4-FFF2-40B4-BE49-F238E27FC236}">
                    <a16:creationId xmlns:a16="http://schemas.microsoft.com/office/drawing/2014/main" id="{35AA770D-86B2-E308-217E-ED1C9CFDCDD9}"/>
                  </a:ext>
                </a:extLst>
              </p:cNvPr>
              <p:cNvSpPr/>
              <p:nvPr/>
            </p:nvSpPr>
            <p:spPr>
              <a:xfrm>
                <a:off x="4905526" y="4183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2" name="Freeform 36771">
                <a:extLst>
                  <a:ext uri="{FF2B5EF4-FFF2-40B4-BE49-F238E27FC236}">
                    <a16:creationId xmlns:a16="http://schemas.microsoft.com/office/drawing/2014/main" id="{2802D6DC-9214-2060-E0FB-AD5904B2A4CE}"/>
                  </a:ext>
                </a:extLst>
              </p:cNvPr>
              <p:cNvSpPr/>
              <p:nvPr/>
            </p:nvSpPr>
            <p:spPr>
              <a:xfrm>
                <a:off x="4906022" y="4178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3" name="Freeform 36772">
                <a:extLst>
                  <a:ext uri="{FF2B5EF4-FFF2-40B4-BE49-F238E27FC236}">
                    <a16:creationId xmlns:a16="http://schemas.microsoft.com/office/drawing/2014/main" id="{2E6D7572-A3BF-65F1-094E-041F50363756}"/>
                  </a:ext>
                </a:extLst>
              </p:cNvPr>
              <p:cNvSpPr/>
              <p:nvPr/>
            </p:nvSpPr>
            <p:spPr>
              <a:xfrm>
                <a:off x="4906617" y="4071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4" name="Freeform 36773">
                <a:extLst>
                  <a:ext uri="{FF2B5EF4-FFF2-40B4-BE49-F238E27FC236}">
                    <a16:creationId xmlns:a16="http://schemas.microsoft.com/office/drawing/2014/main" id="{A07BDE36-2F56-77FB-ECDE-F8DDEEF98AD7}"/>
                  </a:ext>
                </a:extLst>
              </p:cNvPr>
              <p:cNvSpPr/>
              <p:nvPr/>
            </p:nvSpPr>
            <p:spPr>
              <a:xfrm>
                <a:off x="4907113" y="399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5" name="Freeform 36774">
                <a:extLst>
                  <a:ext uri="{FF2B5EF4-FFF2-40B4-BE49-F238E27FC236}">
                    <a16:creationId xmlns:a16="http://schemas.microsoft.com/office/drawing/2014/main" id="{8338A884-C883-586C-8D1B-C74DFE10B98E}"/>
                  </a:ext>
                </a:extLst>
              </p:cNvPr>
              <p:cNvSpPr/>
              <p:nvPr/>
            </p:nvSpPr>
            <p:spPr>
              <a:xfrm>
                <a:off x="4907609" y="387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6" name="Freeform 36775">
                <a:extLst>
                  <a:ext uri="{FF2B5EF4-FFF2-40B4-BE49-F238E27FC236}">
                    <a16:creationId xmlns:a16="http://schemas.microsoft.com/office/drawing/2014/main" id="{D641D64A-3184-75A5-832C-60E77BF4A014}"/>
                  </a:ext>
                </a:extLst>
              </p:cNvPr>
              <p:cNvSpPr/>
              <p:nvPr/>
            </p:nvSpPr>
            <p:spPr>
              <a:xfrm>
                <a:off x="4908205" y="391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7" name="Freeform 36776">
                <a:extLst>
                  <a:ext uri="{FF2B5EF4-FFF2-40B4-BE49-F238E27FC236}">
                    <a16:creationId xmlns:a16="http://schemas.microsoft.com/office/drawing/2014/main" id="{894C7CFD-E343-26A4-D4CD-7253BB602406}"/>
                  </a:ext>
                </a:extLst>
              </p:cNvPr>
              <p:cNvSpPr/>
              <p:nvPr/>
            </p:nvSpPr>
            <p:spPr>
              <a:xfrm>
                <a:off x="4908701" y="401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8" name="Freeform 36777">
                <a:extLst>
                  <a:ext uri="{FF2B5EF4-FFF2-40B4-BE49-F238E27FC236}">
                    <a16:creationId xmlns:a16="http://schemas.microsoft.com/office/drawing/2014/main" id="{643B5AB9-CC1A-3A96-ACFF-001768442211}"/>
                  </a:ext>
                </a:extLst>
              </p:cNvPr>
              <p:cNvSpPr/>
              <p:nvPr/>
            </p:nvSpPr>
            <p:spPr>
              <a:xfrm>
                <a:off x="4909197" y="3943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9" name="Freeform 36778">
                <a:extLst>
                  <a:ext uri="{FF2B5EF4-FFF2-40B4-BE49-F238E27FC236}">
                    <a16:creationId xmlns:a16="http://schemas.microsoft.com/office/drawing/2014/main" id="{DDDB788D-895C-5096-9BC9-44ED18F40730}"/>
                  </a:ext>
                </a:extLst>
              </p:cNvPr>
              <p:cNvSpPr/>
              <p:nvPr/>
            </p:nvSpPr>
            <p:spPr>
              <a:xfrm>
                <a:off x="4909792" y="4102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0" name="Freeform 36779">
                <a:extLst>
                  <a:ext uri="{FF2B5EF4-FFF2-40B4-BE49-F238E27FC236}">
                    <a16:creationId xmlns:a16="http://schemas.microsoft.com/office/drawing/2014/main" id="{FF501066-19E0-0C45-EB0B-A8C6D69A427A}"/>
                  </a:ext>
                </a:extLst>
              </p:cNvPr>
              <p:cNvSpPr/>
              <p:nvPr/>
            </p:nvSpPr>
            <p:spPr>
              <a:xfrm>
                <a:off x="4910288" y="4181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1" name="Freeform 36780">
                <a:extLst>
                  <a:ext uri="{FF2B5EF4-FFF2-40B4-BE49-F238E27FC236}">
                    <a16:creationId xmlns:a16="http://schemas.microsoft.com/office/drawing/2014/main" id="{A2887D0C-BA8C-19B0-9051-47467D760288}"/>
                  </a:ext>
                </a:extLst>
              </p:cNvPr>
              <p:cNvSpPr/>
              <p:nvPr/>
            </p:nvSpPr>
            <p:spPr>
              <a:xfrm>
                <a:off x="4910784" y="4184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2" name="Freeform 36781">
                <a:extLst>
                  <a:ext uri="{FF2B5EF4-FFF2-40B4-BE49-F238E27FC236}">
                    <a16:creationId xmlns:a16="http://schemas.microsoft.com/office/drawing/2014/main" id="{6008AB46-B7B3-ABD2-6597-A7B80F8FAB77}"/>
                  </a:ext>
                </a:extLst>
              </p:cNvPr>
              <p:cNvSpPr/>
              <p:nvPr/>
            </p:nvSpPr>
            <p:spPr>
              <a:xfrm>
                <a:off x="4911380" y="4181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3" name="Freeform 36782">
                <a:extLst>
                  <a:ext uri="{FF2B5EF4-FFF2-40B4-BE49-F238E27FC236}">
                    <a16:creationId xmlns:a16="http://schemas.microsoft.com/office/drawing/2014/main" id="{B07BC17B-FEB7-3321-B911-EB0E9D75AEF0}"/>
                  </a:ext>
                </a:extLst>
              </p:cNvPr>
              <p:cNvSpPr/>
              <p:nvPr/>
            </p:nvSpPr>
            <p:spPr>
              <a:xfrm>
                <a:off x="4911876" y="4186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4" name="Freeform 36783">
                <a:extLst>
                  <a:ext uri="{FF2B5EF4-FFF2-40B4-BE49-F238E27FC236}">
                    <a16:creationId xmlns:a16="http://schemas.microsoft.com/office/drawing/2014/main" id="{4FDC881C-A0E4-FAFB-6A7A-394CB5C27978}"/>
                  </a:ext>
                </a:extLst>
              </p:cNvPr>
              <p:cNvSpPr/>
              <p:nvPr/>
            </p:nvSpPr>
            <p:spPr>
              <a:xfrm>
                <a:off x="4912372" y="4182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5" name="Freeform 36784">
                <a:extLst>
                  <a:ext uri="{FF2B5EF4-FFF2-40B4-BE49-F238E27FC236}">
                    <a16:creationId xmlns:a16="http://schemas.microsoft.com/office/drawing/2014/main" id="{056B8D41-3458-DFBD-3742-4C4F4ED5E27C}"/>
                  </a:ext>
                </a:extLst>
              </p:cNvPr>
              <p:cNvSpPr/>
              <p:nvPr/>
            </p:nvSpPr>
            <p:spPr>
              <a:xfrm>
                <a:off x="4912967" y="4187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6" name="Freeform 36785">
                <a:extLst>
                  <a:ext uri="{FF2B5EF4-FFF2-40B4-BE49-F238E27FC236}">
                    <a16:creationId xmlns:a16="http://schemas.microsoft.com/office/drawing/2014/main" id="{5D6185A1-F145-E8E6-E895-7FA9F2AFCAA3}"/>
                  </a:ext>
                </a:extLst>
              </p:cNvPr>
              <p:cNvSpPr/>
              <p:nvPr/>
            </p:nvSpPr>
            <p:spPr>
              <a:xfrm>
                <a:off x="4913463" y="4185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7" name="Freeform 36786">
                <a:extLst>
                  <a:ext uri="{FF2B5EF4-FFF2-40B4-BE49-F238E27FC236}">
                    <a16:creationId xmlns:a16="http://schemas.microsoft.com/office/drawing/2014/main" id="{D4974F33-68F2-44B4-7088-B05820628A09}"/>
                  </a:ext>
                </a:extLst>
              </p:cNvPr>
              <p:cNvSpPr/>
              <p:nvPr/>
            </p:nvSpPr>
            <p:spPr>
              <a:xfrm>
                <a:off x="4913959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8" name="Freeform 36787">
                <a:extLst>
                  <a:ext uri="{FF2B5EF4-FFF2-40B4-BE49-F238E27FC236}">
                    <a16:creationId xmlns:a16="http://schemas.microsoft.com/office/drawing/2014/main" id="{0B6DBFC7-F47B-33AD-2527-9400A88F4B9E}"/>
                  </a:ext>
                </a:extLst>
              </p:cNvPr>
              <p:cNvSpPr/>
              <p:nvPr/>
            </p:nvSpPr>
            <p:spPr>
              <a:xfrm>
                <a:off x="4914555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9" name="Freeform 36788">
                <a:extLst>
                  <a:ext uri="{FF2B5EF4-FFF2-40B4-BE49-F238E27FC236}">
                    <a16:creationId xmlns:a16="http://schemas.microsoft.com/office/drawing/2014/main" id="{E9DC82AA-779A-AE1A-237C-6E563A889132}"/>
                  </a:ext>
                </a:extLst>
              </p:cNvPr>
              <p:cNvSpPr/>
              <p:nvPr/>
            </p:nvSpPr>
            <p:spPr>
              <a:xfrm>
                <a:off x="4915051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0" name="Freeform 36789">
                <a:extLst>
                  <a:ext uri="{FF2B5EF4-FFF2-40B4-BE49-F238E27FC236}">
                    <a16:creationId xmlns:a16="http://schemas.microsoft.com/office/drawing/2014/main" id="{ED14E148-D5B7-262E-8BD2-7366E55F11D2}"/>
                  </a:ext>
                </a:extLst>
              </p:cNvPr>
              <p:cNvSpPr/>
              <p:nvPr/>
            </p:nvSpPr>
            <p:spPr>
              <a:xfrm>
                <a:off x="4915547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1" name="Freeform 36790">
                <a:extLst>
                  <a:ext uri="{FF2B5EF4-FFF2-40B4-BE49-F238E27FC236}">
                    <a16:creationId xmlns:a16="http://schemas.microsoft.com/office/drawing/2014/main" id="{F5F31834-D4AA-017D-A9DC-8BFFB3877599}"/>
                  </a:ext>
                </a:extLst>
              </p:cNvPr>
              <p:cNvSpPr/>
              <p:nvPr/>
            </p:nvSpPr>
            <p:spPr>
              <a:xfrm>
                <a:off x="4916142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2" name="Freeform 36791">
                <a:extLst>
                  <a:ext uri="{FF2B5EF4-FFF2-40B4-BE49-F238E27FC236}">
                    <a16:creationId xmlns:a16="http://schemas.microsoft.com/office/drawing/2014/main" id="{B4DDC627-3E65-AB35-6817-62F7E2D04BA7}"/>
                  </a:ext>
                </a:extLst>
              </p:cNvPr>
              <p:cNvSpPr/>
              <p:nvPr/>
            </p:nvSpPr>
            <p:spPr>
              <a:xfrm>
                <a:off x="4916638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3" name="Freeform 36792">
                <a:extLst>
                  <a:ext uri="{FF2B5EF4-FFF2-40B4-BE49-F238E27FC236}">
                    <a16:creationId xmlns:a16="http://schemas.microsoft.com/office/drawing/2014/main" id="{E14E9631-3C8F-FF8F-D3EA-1F278E57CF52}"/>
                  </a:ext>
                </a:extLst>
              </p:cNvPr>
              <p:cNvSpPr/>
              <p:nvPr/>
            </p:nvSpPr>
            <p:spPr>
              <a:xfrm>
                <a:off x="4917134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4" name="Freeform 36793">
                <a:extLst>
                  <a:ext uri="{FF2B5EF4-FFF2-40B4-BE49-F238E27FC236}">
                    <a16:creationId xmlns:a16="http://schemas.microsoft.com/office/drawing/2014/main" id="{3BAFFE88-A557-2FF0-1999-680E7ECD20C4}"/>
                  </a:ext>
                </a:extLst>
              </p:cNvPr>
              <p:cNvSpPr/>
              <p:nvPr/>
            </p:nvSpPr>
            <p:spPr>
              <a:xfrm>
                <a:off x="491763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5" name="Freeform 36794">
                <a:extLst>
                  <a:ext uri="{FF2B5EF4-FFF2-40B4-BE49-F238E27FC236}">
                    <a16:creationId xmlns:a16="http://schemas.microsoft.com/office/drawing/2014/main" id="{742EB293-51F3-63FF-76E1-7BAD0FD98B37}"/>
                  </a:ext>
                </a:extLst>
              </p:cNvPr>
              <p:cNvSpPr/>
              <p:nvPr/>
            </p:nvSpPr>
            <p:spPr>
              <a:xfrm>
                <a:off x="491822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6" name="Freeform 36795">
                <a:extLst>
                  <a:ext uri="{FF2B5EF4-FFF2-40B4-BE49-F238E27FC236}">
                    <a16:creationId xmlns:a16="http://schemas.microsoft.com/office/drawing/2014/main" id="{1CFE5981-FEA9-C702-586D-8BF67E8CF6A2}"/>
                  </a:ext>
                </a:extLst>
              </p:cNvPr>
              <p:cNvSpPr/>
              <p:nvPr/>
            </p:nvSpPr>
            <p:spPr>
              <a:xfrm>
                <a:off x="4918722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7" name="Freeform 36796">
                <a:extLst>
                  <a:ext uri="{FF2B5EF4-FFF2-40B4-BE49-F238E27FC236}">
                    <a16:creationId xmlns:a16="http://schemas.microsoft.com/office/drawing/2014/main" id="{BEAE3AA6-D162-56EC-4FB0-086BD5B4746B}"/>
                  </a:ext>
                </a:extLst>
              </p:cNvPr>
              <p:cNvSpPr/>
              <p:nvPr/>
            </p:nvSpPr>
            <p:spPr>
              <a:xfrm>
                <a:off x="4919218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8" name="Freeform 36797">
                <a:extLst>
                  <a:ext uri="{FF2B5EF4-FFF2-40B4-BE49-F238E27FC236}">
                    <a16:creationId xmlns:a16="http://schemas.microsoft.com/office/drawing/2014/main" id="{03561466-9BA3-1ACD-35BD-476ED6032680}"/>
                  </a:ext>
                </a:extLst>
              </p:cNvPr>
              <p:cNvSpPr/>
              <p:nvPr/>
            </p:nvSpPr>
            <p:spPr>
              <a:xfrm>
                <a:off x="4919813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9" name="Freeform 36798">
                <a:extLst>
                  <a:ext uri="{FF2B5EF4-FFF2-40B4-BE49-F238E27FC236}">
                    <a16:creationId xmlns:a16="http://schemas.microsoft.com/office/drawing/2014/main" id="{9FFED003-3EE9-F49D-E333-625C8F58C04C}"/>
                  </a:ext>
                </a:extLst>
              </p:cNvPr>
              <p:cNvSpPr/>
              <p:nvPr/>
            </p:nvSpPr>
            <p:spPr>
              <a:xfrm>
                <a:off x="4920309" y="4131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0" name="Freeform 36799">
                <a:extLst>
                  <a:ext uri="{FF2B5EF4-FFF2-40B4-BE49-F238E27FC236}">
                    <a16:creationId xmlns:a16="http://schemas.microsoft.com/office/drawing/2014/main" id="{AE50F45F-0BEB-1778-E341-ABD20E5DA55A}"/>
                  </a:ext>
                </a:extLst>
              </p:cNvPr>
              <p:cNvSpPr/>
              <p:nvPr/>
            </p:nvSpPr>
            <p:spPr>
              <a:xfrm>
                <a:off x="4920805" y="4203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1" name="Freeform 36800">
                <a:extLst>
                  <a:ext uri="{FF2B5EF4-FFF2-40B4-BE49-F238E27FC236}">
                    <a16:creationId xmlns:a16="http://schemas.microsoft.com/office/drawing/2014/main" id="{811DECD0-79B9-0E58-BC1F-1E22F483C6DE}"/>
                  </a:ext>
                </a:extLst>
              </p:cNvPr>
              <p:cNvSpPr/>
              <p:nvPr/>
            </p:nvSpPr>
            <p:spPr>
              <a:xfrm>
                <a:off x="4921401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2" name="Freeform 36801">
                <a:extLst>
                  <a:ext uri="{FF2B5EF4-FFF2-40B4-BE49-F238E27FC236}">
                    <a16:creationId xmlns:a16="http://schemas.microsoft.com/office/drawing/2014/main" id="{1B145EB5-17B3-7572-48A0-D857115D6352}"/>
                  </a:ext>
                </a:extLst>
              </p:cNvPr>
              <p:cNvSpPr/>
              <p:nvPr/>
            </p:nvSpPr>
            <p:spPr>
              <a:xfrm>
                <a:off x="4921897" y="4130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3" name="Freeform 36802">
                <a:extLst>
                  <a:ext uri="{FF2B5EF4-FFF2-40B4-BE49-F238E27FC236}">
                    <a16:creationId xmlns:a16="http://schemas.microsoft.com/office/drawing/2014/main" id="{670AE7BE-0BA9-56AE-76A3-730569CB8CFD}"/>
                  </a:ext>
                </a:extLst>
              </p:cNvPr>
              <p:cNvSpPr/>
              <p:nvPr/>
            </p:nvSpPr>
            <p:spPr>
              <a:xfrm>
                <a:off x="4922393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4" name="Freeform 36803">
                <a:extLst>
                  <a:ext uri="{FF2B5EF4-FFF2-40B4-BE49-F238E27FC236}">
                    <a16:creationId xmlns:a16="http://schemas.microsoft.com/office/drawing/2014/main" id="{CF26EED8-2A70-5D51-207A-9B472FE644FD}"/>
                  </a:ext>
                </a:extLst>
              </p:cNvPr>
              <p:cNvSpPr/>
              <p:nvPr/>
            </p:nvSpPr>
            <p:spPr>
              <a:xfrm>
                <a:off x="4922988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5" name="Freeform 36804">
                <a:extLst>
                  <a:ext uri="{FF2B5EF4-FFF2-40B4-BE49-F238E27FC236}">
                    <a16:creationId xmlns:a16="http://schemas.microsoft.com/office/drawing/2014/main" id="{834306A6-F75D-D6F7-00DA-D75EDCEA106A}"/>
                  </a:ext>
                </a:extLst>
              </p:cNvPr>
              <p:cNvSpPr/>
              <p:nvPr/>
            </p:nvSpPr>
            <p:spPr>
              <a:xfrm>
                <a:off x="4923484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6" name="Freeform 36805">
                <a:extLst>
                  <a:ext uri="{FF2B5EF4-FFF2-40B4-BE49-F238E27FC236}">
                    <a16:creationId xmlns:a16="http://schemas.microsoft.com/office/drawing/2014/main" id="{494A0B95-2AEF-2BDF-BDA2-3D1E892E3C5B}"/>
                  </a:ext>
                </a:extLst>
              </p:cNvPr>
              <p:cNvSpPr/>
              <p:nvPr/>
            </p:nvSpPr>
            <p:spPr>
              <a:xfrm>
                <a:off x="4923980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7" name="Freeform 36806">
                <a:extLst>
                  <a:ext uri="{FF2B5EF4-FFF2-40B4-BE49-F238E27FC236}">
                    <a16:creationId xmlns:a16="http://schemas.microsoft.com/office/drawing/2014/main" id="{2B3F3B0F-416E-EA40-26C9-DC7A43A1DDB6}"/>
                  </a:ext>
                </a:extLst>
              </p:cNvPr>
              <p:cNvSpPr/>
              <p:nvPr/>
            </p:nvSpPr>
            <p:spPr>
              <a:xfrm>
                <a:off x="4924576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8" name="Freeform 36807">
                <a:extLst>
                  <a:ext uri="{FF2B5EF4-FFF2-40B4-BE49-F238E27FC236}">
                    <a16:creationId xmlns:a16="http://schemas.microsoft.com/office/drawing/2014/main" id="{DE337B66-C6CF-79BD-5417-6FAF59C3B9C2}"/>
                  </a:ext>
                </a:extLst>
              </p:cNvPr>
              <p:cNvSpPr/>
              <p:nvPr/>
            </p:nvSpPr>
            <p:spPr>
              <a:xfrm>
                <a:off x="4925072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9" name="Freeform 36808">
                <a:extLst>
                  <a:ext uri="{FF2B5EF4-FFF2-40B4-BE49-F238E27FC236}">
                    <a16:creationId xmlns:a16="http://schemas.microsoft.com/office/drawing/2014/main" id="{44B964DB-8AEF-AFF5-62DA-5BA5B5B5D290}"/>
                  </a:ext>
                </a:extLst>
              </p:cNvPr>
              <p:cNvSpPr/>
              <p:nvPr/>
            </p:nvSpPr>
            <p:spPr>
              <a:xfrm>
                <a:off x="492556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0" name="Freeform 36809">
                <a:extLst>
                  <a:ext uri="{FF2B5EF4-FFF2-40B4-BE49-F238E27FC236}">
                    <a16:creationId xmlns:a16="http://schemas.microsoft.com/office/drawing/2014/main" id="{297C6B4B-36B0-1273-097A-6FFF9C20F981}"/>
                  </a:ext>
                </a:extLst>
              </p:cNvPr>
              <p:cNvSpPr/>
              <p:nvPr/>
            </p:nvSpPr>
            <p:spPr>
              <a:xfrm>
                <a:off x="4926163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1" name="Freeform 36810">
                <a:extLst>
                  <a:ext uri="{FF2B5EF4-FFF2-40B4-BE49-F238E27FC236}">
                    <a16:creationId xmlns:a16="http://schemas.microsoft.com/office/drawing/2014/main" id="{040EA773-DE19-623A-3A40-0EFA03F6F1A9}"/>
                  </a:ext>
                </a:extLst>
              </p:cNvPr>
              <p:cNvSpPr/>
              <p:nvPr/>
            </p:nvSpPr>
            <p:spPr>
              <a:xfrm>
                <a:off x="492665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2" name="Freeform 36811">
                <a:extLst>
                  <a:ext uri="{FF2B5EF4-FFF2-40B4-BE49-F238E27FC236}">
                    <a16:creationId xmlns:a16="http://schemas.microsoft.com/office/drawing/2014/main" id="{70ABB8EE-4935-E10C-6436-7477D8B1F04B}"/>
                  </a:ext>
                </a:extLst>
              </p:cNvPr>
              <p:cNvSpPr/>
              <p:nvPr/>
            </p:nvSpPr>
            <p:spPr>
              <a:xfrm>
                <a:off x="4927155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3" name="Freeform 36812">
                <a:extLst>
                  <a:ext uri="{FF2B5EF4-FFF2-40B4-BE49-F238E27FC236}">
                    <a16:creationId xmlns:a16="http://schemas.microsoft.com/office/drawing/2014/main" id="{83244D3C-05D1-1A1E-FEBF-850405F330E9}"/>
                  </a:ext>
                </a:extLst>
              </p:cNvPr>
              <p:cNvSpPr/>
              <p:nvPr/>
            </p:nvSpPr>
            <p:spPr>
              <a:xfrm>
                <a:off x="4927751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4" name="Freeform 36813">
                <a:extLst>
                  <a:ext uri="{FF2B5EF4-FFF2-40B4-BE49-F238E27FC236}">
                    <a16:creationId xmlns:a16="http://schemas.microsoft.com/office/drawing/2014/main" id="{4B3FA617-20B5-EE7C-2671-6526378CF1B5}"/>
                  </a:ext>
                </a:extLst>
              </p:cNvPr>
              <p:cNvSpPr/>
              <p:nvPr/>
            </p:nvSpPr>
            <p:spPr>
              <a:xfrm>
                <a:off x="492824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5" name="Freeform 36814">
                <a:extLst>
                  <a:ext uri="{FF2B5EF4-FFF2-40B4-BE49-F238E27FC236}">
                    <a16:creationId xmlns:a16="http://schemas.microsoft.com/office/drawing/2014/main" id="{0D5DB68B-F59A-9311-F31A-3BC7C0459F74}"/>
                  </a:ext>
                </a:extLst>
              </p:cNvPr>
              <p:cNvSpPr/>
              <p:nvPr/>
            </p:nvSpPr>
            <p:spPr>
              <a:xfrm>
                <a:off x="492874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6" name="Freeform 36815">
                <a:extLst>
                  <a:ext uri="{FF2B5EF4-FFF2-40B4-BE49-F238E27FC236}">
                    <a16:creationId xmlns:a16="http://schemas.microsoft.com/office/drawing/2014/main" id="{BB7F0775-5F76-F541-3CC9-FE319AAC4EEF}"/>
                  </a:ext>
                </a:extLst>
              </p:cNvPr>
              <p:cNvSpPr/>
              <p:nvPr/>
            </p:nvSpPr>
            <p:spPr>
              <a:xfrm>
                <a:off x="492923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7" name="Freeform 36816">
                <a:extLst>
                  <a:ext uri="{FF2B5EF4-FFF2-40B4-BE49-F238E27FC236}">
                    <a16:creationId xmlns:a16="http://schemas.microsoft.com/office/drawing/2014/main" id="{FE7DB4A9-E970-F08F-4755-3BAEA6828DCE}"/>
                  </a:ext>
                </a:extLst>
              </p:cNvPr>
              <p:cNvSpPr/>
              <p:nvPr/>
            </p:nvSpPr>
            <p:spPr>
              <a:xfrm>
                <a:off x="492983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8" name="Freeform 36817">
                <a:extLst>
                  <a:ext uri="{FF2B5EF4-FFF2-40B4-BE49-F238E27FC236}">
                    <a16:creationId xmlns:a16="http://schemas.microsoft.com/office/drawing/2014/main" id="{B5398B37-260D-E7E9-C566-7F0F38515BE8}"/>
                  </a:ext>
                </a:extLst>
              </p:cNvPr>
              <p:cNvSpPr/>
              <p:nvPr/>
            </p:nvSpPr>
            <p:spPr>
              <a:xfrm>
                <a:off x="493033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9" name="Freeform 36818">
                <a:extLst>
                  <a:ext uri="{FF2B5EF4-FFF2-40B4-BE49-F238E27FC236}">
                    <a16:creationId xmlns:a16="http://schemas.microsoft.com/office/drawing/2014/main" id="{E2DCF95C-71CA-B0D5-27D1-DCF76773251F}"/>
                  </a:ext>
                </a:extLst>
              </p:cNvPr>
              <p:cNvSpPr/>
              <p:nvPr/>
            </p:nvSpPr>
            <p:spPr>
              <a:xfrm>
                <a:off x="493082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0" name="Freeform 36819">
                <a:extLst>
                  <a:ext uri="{FF2B5EF4-FFF2-40B4-BE49-F238E27FC236}">
                    <a16:creationId xmlns:a16="http://schemas.microsoft.com/office/drawing/2014/main" id="{222D9F3F-E861-2B19-7D1D-7A3FA98E03C0}"/>
                  </a:ext>
                </a:extLst>
              </p:cNvPr>
              <p:cNvSpPr/>
              <p:nvPr/>
            </p:nvSpPr>
            <p:spPr>
              <a:xfrm>
                <a:off x="4931422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1" name="Freeform 36820">
                <a:extLst>
                  <a:ext uri="{FF2B5EF4-FFF2-40B4-BE49-F238E27FC236}">
                    <a16:creationId xmlns:a16="http://schemas.microsoft.com/office/drawing/2014/main" id="{28F81331-29FF-2AD8-5540-8779B5B929DD}"/>
                  </a:ext>
                </a:extLst>
              </p:cNvPr>
              <p:cNvSpPr/>
              <p:nvPr/>
            </p:nvSpPr>
            <p:spPr>
              <a:xfrm>
                <a:off x="493191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2" name="Freeform 36821">
                <a:extLst>
                  <a:ext uri="{FF2B5EF4-FFF2-40B4-BE49-F238E27FC236}">
                    <a16:creationId xmlns:a16="http://schemas.microsoft.com/office/drawing/2014/main" id="{ED788000-8329-3E44-2170-10287B43D291}"/>
                  </a:ext>
                </a:extLst>
              </p:cNvPr>
              <p:cNvSpPr/>
              <p:nvPr/>
            </p:nvSpPr>
            <p:spPr>
              <a:xfrm>
                <a:off x="4932414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3" name="Freeform 36822">
                <a:extLst>
                  <a:ext uri="{FF2B5EF4-FFF2-40B4-BE49-F238E27FC236}">
                    <a16:creationId xmlns:a16="http://schemas.microsoft.com/office/drawing/2014/main" id="{D982E90B-95A9-2980-F4D3-A65591F2EF4E}"/>
                  </a:ext>
                </a:extLst>
              </p:cNvPr>
              <p:cNvSpPr/>
              <p:nvPr/>
            </p:nvSpPr>
            <p:spPr>
              <a:xfrm>
                <a:off x="4933009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4" name="Freeform 36823">
                <a:extLst>
                  <a:ext uri="{FF2B5EF4-FFF2-40B4-BE49-F238E27FC236}">
                    <a16:creationId xmlns:a16="http://schemas.microsoft.com/office/drawing/2014/main" id="{2CC97714-AC61-9E9D-BCE9-3B7C6FF4A235}"/>
                  </a:ext>
                </a:extLst>
              </p:cNvPr>
              <p:cNvSpPr/>
              <p:nvPr/>
            </p:nvSpPr>
            <p:spPr>
              <a:xfrm>
                <a:off x="4933505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5" name="Freeform 36824">
                <a:extLst>
                  <a:ext uri="{FF2B5EF4-FFF2-40B4-BE49-F238E27FC236}">
                    <a16:creationId xmlns:a16="http://schemas.microsoft.com/office/drawing/2014/main" id="{F9C04745-462A-1A4A-B635-C68388F0C6B6}"/>
                  </a:ext>
                </a:extLst>
              </p:cNvPr>
              <p:cNvSpPr/>
              <p:nvPr/>
            </p:nvSpPr>
            <p:spPr>
              <a:xfrm>
                <a:off x="4934002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6" name="Freeform 36825">
                <a:extLst>
                  <a:ext uri="{FF2B5EF4-FFF2-40B4-BE49-F238E27FC236}">
                    <a16:creationId xmlns:a16="http://schemas.microsoft.com/office/drawing/2014/main" id="{B08076F6-2695-50FD-1497-A90BBA728376}"/>
                  </a:ext>
                </a:extLst>
              </p:cNvPr>
              <p:cNvSpPr/>
              <p:nvPr/>
            </p:nvSpPr>
            <p:spPr>
              <a:xfrm>
                <a:off x="4934597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7" name="Freeform 36826">
                <a:extLst>
                  <a:ext uri="{FF2B5EF4-FFF2-40B4-BE49-F238E27FC236}">
                    <a16:creationId xmlns:a16="http://schemas.microsoft.com/office/drawing/2014/main" id="{5745A57B-486F-3294-A243-0152EC6F03FF}"/>
                  </a:ext>
                </a:extLst>
              </p:cNvPr>
              <p:cNvSpPr/>
              <p:nvPr/>
            </p:nvSpPr>
            <p:spPr>
              <a:xfrm>
                <a:off x="4935093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8" name="Freeform 36827">
                <a:extLst>
                  <a:ext uri="{FF2B5EF4-FFF2-40B4-BE49-F238E27FC236}">
                    <a16:creationId xmlns:a16="http://schemas.microsoft.com/office/drawing/2014/main" id="{44B12871-A9CC-77E2-7F33-F01CB11AC373}"/>
                  </a:ext>
                </a:extLst>
              </p:cNvPr>
              <p:cNvSpPr/>
              <p:nvPr/>
            </p:nvSpPr>
            <p:spPr>
              <a:xfrm>
                <a:off x="4935589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9" name="Freeform 36828">
                <a:extLst>
                  <a:ext uri="{FF2B5EF4-FFF2-40B4-BE49-F238E27FC236}">
                    <a16:creationId xmlns:a16="http://schemas.microsoft.com/office/drawing/2014/main" id="{FAAA75BC-89DF-A043-7905-26079D6FB406}"/>
                  </a:ext>
                </a:extLst>
              </p:cNvPr>
              <p:cNvSpPr/>
              <p:nvPr/>
            </p:nvSpPr>
            <p:spPr>
              <a:xfrm>
                <a:off x="4936184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0" name="Freeform 36829">
                <a:extLst>
                  <a:ext uri="{FF2B5EF4-FFF2-40B4-BE49-F238E27FC236}">
                    <a16:creationId xmlns:a16="http://schemas.microsoft.com/office/drawing/2014/main" id="{F2D8CF6D-FAC8-A8A0-18A7-2F3F8F2FC9C2}"/>
                  </a:ext>
                </a:extLst>
              </p:cNvPr>
              <p:cNvSpPr/>
              <p:nvPr/>
            </p:nvSpPr>
            <p:spPr>
              <a:xfrm>
                <a:off x="4936680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1" name="Freeform 36830">
                <a:extLst>
                  <a:ext uri="{FF2B5EF4-FFF2-40B4-BE49-F238E27FC236}">
                    <a16:creationId xmlns:a16="http://schemas.microsoft.com/office/drawing/2014/main" id="{99FAB66F-C3DC-6789-2B30-FC004317D213}"/>
                  </a:ext>
                </a:extLst>
              </p:cNvPr>
              <p:cNvSpPr/>
              <p:nvPr/>
            </p:nvSpPr>
            <p:spPr>
              <a:xfrm>
                <a:off x="4937177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2" name="Freeform 36831">
                <a:extLst>
                  <a:ext uri="{FF2B5EF4-FFF2-40B4-BE49-F238E27FC236}">
                    <a16:creationId xmlns:a16="http://schemas.microsoft.com/office/drawing/2014/main" id="{AC7BDB32-C4EA-BB0B-4196-D11FEE2202B0}"/>
                  </a:ext>
                </a:extLst>
              </p:cNvPr>
              <p:cNvSpPr/>
              <p:nvPr/>
            </p:nvSpPr>
            <p:spPr>
              <a:xfrm>
                <a:off x="4937772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3" name="Freeform 36832">
                <a:extLst>
                  <a:ext uri="{FF2B5EF4-FFF2-40B4-BE49-F238E27FC236}">
                    <a16:creationId xmlns:a16="http://schemas.microsoft.com/office/drawing/2014/main" id="{7CCA1D8B-012F-812B-3F16-273D7B3CA4CE}"/>
                  </a:ext>
                </a:extLst>
              </p:cNvPr>
              <p:cNvSpPr/>
              <p:nvPr/>
            </p:nvSpPr>
            <p:spPr>
              <a:xfrm>
                <a:off x="493826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4" name="Freeform 36833">
                <a:extLst>
                  <a:ext uri="{FF2B5EF4-FFF2-40B4-BE49-F238E27FC236}">
                    <a16:creationId xmlns:a16="http://schemas.microsoft.com/office/drawing/2014/main" id="{409D47CB-E33D-8190-7D73-7FFC766097BD}"/>
                  </a:ext>
                </a:extLst>
              </p:cNvPr>
              <p:cNvSpPr/>
              <p:nvPr/>
            </p:nvSpPr>
            <p:spPr>
              <a:xfrm>
                <a:off x="4938764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5" name="Freeform 36834">
                <a:extLst>
                  <a:ext uri="{FF2B5EF4-FFF2-40B4-BE49-F238E27FC236}">
                    <a16:creationId xmlns:a16="http://schemas.microsoft.com/office/drawing/2014/main" id="{CCB8CF31-902A-F78E-184C-C3ADAEC567EF}"/>
                  </a:ext>
                </a:extLst>
              </p:cNvPr>
              <p:cNvSpPr/>
              <p:nvPr/>
            </p:nvSpPr>
            <p:spPr>
              <a:xfrm>
                <a:off x="4939359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6" name="Freeform 36835">
                <a:extLst>
                  <a:ext uri="{FF2B5EF4-FFF2-40B4-BE49-F238E27FC236}">
                    <a16:creationId xmlns:a16="http://schemas.microsoft.com/office/drawing/2014/main" id="{95964216-D514-73E7-115E-ABAA77BF93B7}"/>
                  </a:ext>
                </a:extLst>
              </p:cNvPr>
              <p:cNvSpPr/>
              <p:nvPr/>
            </p:nvSpPr>
            <p:spPr>
              <a:xfrm>
                <a:off x="4939855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7" name="Freeform 36836">
                <a:extLst>
                  <a:ext uri="{FF2B5EF4-FFF2-40B4-BE49-F238E27FC236}">
                    <a16:creationId xmlns:a16="http://schemas.microsoft.com/office/drawing/2014/main" id="{68323733-D2F3-2BD0-0D04-B22FA4353206}"/>
                  </a:ext>
                </a:extLst>
              </p:cNvPr>
              <p:cNvSpPr/>
              <p:nvPr/>
            </p:nvSpPr>
            <p:spPr>
              <a:xfrm>
                <a:off x="4940352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8" name="Freeform 36837">
                <a:extLst>
                  <a:ext uri="{FF2B5EF4-FFF2-40B4-BE49-F238E27FC236}">
                    <a16:creationId xmlns:a16="http://schemas.microsoft.com/office/drawing/2014/main" id="{760BCBA6-2828-08CC-68BD-0D9678E43239}"/>
                  </a:ext>
                </a:extLst>
              </p:cNvPr>
              <p:cNvSpPr/>
              <p:nvPr/>
            </p:nvSpPr>
            <p:spPr>
              <a:xfrm>
                <a:off x="4940947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9" name="Freeform 36838">
                <a:extLst>
                  <a:ext uri="{FF2B5EF4-FFF2-40B4-BE49-F238E27FC236}">
                    <a16:creationId xmlns:a16="http://schemas.microsoft.com/office/drawing/2014/main" id="{97AB1A4D-21A0-83B9-0D3D-C41688C623A3}"/>
                  </a:ext>
                </a:extLst>
              </p:cNvPr>
              <p:cNvSpPr/>
              <p:nvPr/>
            </p:nvSpPr>
            <p:spPr>
              <a:xfrm>
                <a:off x="4941443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0" name="Freeform 36839">
                <a:extLst>
                  <a:ext uri="{FF2B5EF4-FFF2-40B4-BE49-F238E27FC236}">
                    <a16:creationId xmlns:a16="http://schemas.microsoft.com/office/drawing/2014/main" id="{FB12FF3C-B184-C905-1BE9-452919DB699E}"/>
                  </a:ext>
                </a:extLst>
              </p:cNvPr>
              <p:cNvSpPr/>
              <p:nvPr/>
            </p:nvSpPr>
            <p:spPr>
              <a:xfrm>
                <a:off x="4941939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1" name="Freeform 36840">
                <a:extLst>
                  <a:ext uri="{FF2B5EF4-FFF2-40B4-BE49-F238E27FC236}">
                    <a16:creationId xmlns:a16="http://schemas.microsoft.com/office/drawing/2014/main" id="{5BBF132E-7F20-9C18-F8FF-06C6C08F897D}"/>
                  </a:ext>
                </a:extLst>
              </p:cNvPr>
              <p:cNvSpPr/>
              <p:nvPr/>
            </p:nvSpPr>
            <p:spPr>
              <a:xfrm>
                <a:off x="4942435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2" name="Freeform 36841">
                <a:extLst>
                  <a:ext uri="{FF2B5EF4-FFF2-40B4-BE49-F238E27FC236}">
                    <a16:creationId xmlns:a16="http://schemas.microsoft.com/office/drawing/2014/main" id="{A944DFE2-FF8A-C087-E3F4-E49354CE1947}"/>
                  </a:ext>
                </a:extLst>
              </p:cNvPr>
              <p:cNvSpPr/>
              <p:nvPr/>
            </p:nvSpPr>
            <p:spPr>
              <a:xfrm>
                <a:off x="494303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3" name="Freeform 36842">
                <a:extLst>
                  <a:ext uri="{FF2B5EF4-FFF2-40B4-BE49-F238E27FC236}">
                    <a16:creationId xmlns:a16="http://schemas.microsoft.com/office/drawing/2014/main" id="{72CD8D08-1E18-D17A-D9E0-7BD1DE038627}"/>
                  </a:ext>
                </a:extLst>
              </p:cNvPr>
              <p:cNvSpPr/>
              <p:nvPr/>
            </p:nvSpPr>
            <p:spPr>
              <a:xfrm>
                <a:off x="494352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4" name="Freeform 36843">
                <a:extLst>
                  <a:ext uri="{FF2B5EF4-FFF2-40B4-BE49-F238E27FC236}">
                    <a16:creationId xmlns:a16="http://schemas.microsoft.com/office/drawing/2014/main" id="{3D526FE7-3F0B-B698-E45C-12AB36ADA919}"/>
                  </a:ext>
                </a:extLst>
              </p:cNvPr>
              <p:cNvSpPr/>
              <p:nvPr/>
            </p:nvSpPr>
            <p:spPr>
              <a:xfrm>
                <a:off x="494402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5" name="Freeform 36844">
                <a:extLst>
                  <a:ext uri="{FF2B5EF4-FFF2-40B4-BE49-F238E27FC236}">
                    <a16:creationId xmlns:a16="http://schemas.microsoft.com/office/drawing/2014/main" id="{5F16B49B-1A51-63BF-4EE4-6D9555BFD3BA}"/>
                  </a:ext>
                </a:extLst>
              </p:cNvPr>
              <p:cNvSpPr/>
              <p:nvPr/>
            </p:nvSpPr>
            <p:spPr>
              <a:xfrm>
                <a:off x="4944618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6" name="Freeform 36845">
                <a:extLst>
                  <a:ext uri="{FF2B5EF4-FFF2-40B4-BE49-F238E27FC236}">
                    <a16:creationId xmlns:a16="http://schemas.microsoft.com/office/drawing/2014/main" id="{6B44EEBE-477E-199B-35F0-162FC315C713}"/>
                  </a:ext>
                </a:extLst>
              </p:cNvPr>
              <p:cNvSpPr/>
              <p:nvPr/>
            </p:nvSpPr>
            <p:spPr>
              <a:xfrm>
                <a:off x="4945114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7" name="Freeform 36846">
                <a:extLst>
                  <a:ext uri="{FF2B5EF4-FFF2-40B4-BE49-F238E27FC236}">
                    <a16:creationId xmlns:a16="http://schemas.microsoft.com/office/drawing/2014/main" id="{6361FA1C-AB9A-F430-542B-0837DF8C5F11}"/>
                  </a:ext>
                </a:extLst>
              </p:cNvPr>
              <p:cNvSpPr/>
              <p:nvPr/>
            </p:nvSpPr>
            <p:spPr>
              <a:xfrm>
                <a:off x="4945610" y="4179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8" name="Freeform 36847">
                <a:extLst>
                  <a:ext uri="{FF2B5EF4-FFF2-40B4-BE49-F238E27FC236}">
                    <a16:creationId xmlns:a16="http://schemas.microsoft.com/office/drawing/2014/main" id="{EAB690D0-1E53-9374-E661-B6A3D3942915}"/>
                  </a:ext>
                </a:extLst>
              </p:cNvPr>
              <p:cNvSpPr/>
              <p:nvPr/>
            </p:nvSpPr>
            <p:spPr>
              <a:xfrm>
                <a:off x="4946205" y="4142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9" name="Freeform 36848">
                <a:extLst>
                  <a:ext uri="{FF2B5EF4-FFF2-40B4-BE49-F238E27FC236}">
                    <a16:creationId xmlns:a16="http://schemas.microsoft.com/office/drawing/2014/main" id="{F4020A20-BFF6-AA83-3652-83FE883DD385}"/>
                  </a:ext>
                </a:extLst>
              </p:cNvPr>
              <p:cNvSpPr/>
              <p:nvPr/>
            </p:nvSpPr>
            <p:spPr>
              <a:xfrm>
                <a:off x="4946702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0" name="Freeform 36849">
                <a:extLst>
                  <a:ext uri="{FF2B5EF4-FFF2-40B4-BE49-F238E27FC236}">
                    <a16:creationId xmlns:a16="http://schemas.microsoft.com/office/drawing/2014/main" id="{D28257B8-4703-E51A-CF6D-5ACC3F502E7C}"/>
                  </a:ext>
                </a:extLst>
              </p:cNvPr>
              <p:cNvSpPr/>
              <p:nvPr/>
            </p:nvSpPr>
            <p:spPr>
              <a:xfrm>
                <a:off x="4947198" y="4208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1" name="Freeform 36850">
                <a:extLst>
                  <a:ext uri="{FF2B5EF4-FFF2-40B4-BE49-F238E27FC236}">
                    <a16:creationId xmlns:a16="http://schemas.microsoft.com/office/drawing/2014/main" id="{A4D50B5D-C50D-6F52-D96E-0EBD48965349}"/>
                  </a:ext>
                </a:extLst>
              </p:cNvPr>
              <p:cNvSpPr/>
              <p:nvPr/>
            </p:nvSpPr>
            <p:spPr>
              <a:xfrm>
                <a:off x="4947793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2" name="Freeform 36851">
                <a:extLst>
                  <a:ext uri="{FF2B5EF4-FFF2-40B4-BE49-F238E27FC236}">
                    <a16:creationId xmlns:a16="http://schemas.microsoft.com/office/drawing/2014/main" id="{3B221230-568D-D154-19F0-F60656A75CAC}"/>
                  </a:ext>
                </a:extLst>
              </p:cNvPr>
              <p:cNvSpPr/>
              <p:nvPr/>
            </p:nvSpPr>
            <p:spPr>
              <a:xfrm>
                <a:off x="4948289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3" name="Freeform 36852">
                <a:extLst>
                  <a:ext uri="{FF2B5EF4-FFF2-40B4-BE49-F238E27FC236}">
                    <a16:creationId xmlns:a16="http://schemas.microsoft.com/office/drawing/2014/main" id="{D8C3AE1D-1572-48D7-76D5-8C872929AC79}"/>
                  </a:ext>
                </a:extLst>
              </p:cNvPr>
              <p:cNvSpPr/>
              <p:nvPr/>
            </p:nvSpPr>
            <p:spPr>
              <a:xfrm>
                <a:off x="4948785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4" name="Freeform 36853">
                <a:extLst>
                  <a:ext uri="{FF2B5EF4-FFF2-40B4-BE49-F238E27FC236}">
                    <a16:creationId xmlns:a16="http://schemas.microsoft.com/office/drawing/2014/main" id="{C18C1031-A31A-705F-5EFD-FBEEF1EE595D}"/>
                  </a:ext>
                </a:extLst>
              </p:cNvPr>
              <p:cNvSpPr/>
              <p:nvPr/>
            </p:nvSpPr>
            <p:spPr>
              <a:xfrm>
                <a:off x="4949380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5" name="Freeform 36854">
                <a:extLst>
                  <a:ext uri="{FF2B5EF4-FFF2-40B4-BE49-F238E27FC236}">
                    <a16:creationId xmlns:a16="http://schemas.microsoft.com/office/drawing/2014/main" id="{265D1DA3-4A9D-2982-F9AE-F4940001E7B4}"/>
                  </a:ext>
                </a:extLst>
              </p:cNvPr>
              <p:cNvSpPr/>
              <p:nvPr/>
            </p:nvSpPr>
            <p:spPr>
              <a:xfrm>
                <a:off x="4949877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6" name="Freeform 36855">
                <a:extLst>
                  <a:ext uri="{FF2B5EF4-FFF2-40B4-BE49-F238E27FC236}">
                    <a16:creationId xmlns:a16="http://schemas.microsoft.com/office/drawing/2014/main" id="{1681B790-12CA-AD0F-5239-1F60798DD2ED}"/>
                  </a:ext>
                </a:extLst>
              </p:cNvPr>
              <p:cNvSpPr/>
              <p:nvPr/>
            </p:nvSpPr>
            <p:spPr>
              <a:xfrm>
                <a:off x="4950373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7" name="Freeform 36856">
                <a:extLst>
                  <a:ext uri="{FF2B5EF4-FFF2-40B4-BE49-F238E27FC236}">
                    <a16:creationId xmlns:a16="http://schemas.microsoft.com/office/drawing/2014/main" id="{6074C9BF-0652-95FD-C242-E6377E8CADD2}"/>
                  </a:ext>
                </a:extLst>
              </p:cNvPr>
              <p:cNvSpPr/>
              <p:nvPr/>
            </p:nvSpPr>
            <p:spPr>
              <a:xfrm>
                <a:off x="4950968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8" name="Freeform 36857">
                <a:extLst>
                  <a:ext uri="{FF2B5EF4-FFF2-40B4-BE49-F238E27FC236}">
                    <a16:creationId xmlns:a16="http://schemas.microsoft.com/office/drawing/2014/main" id="{429ACA64-D160-8A03-A77F-3BB5C328415A}"/>
                  </a:ext>
                </a:extLst>
              </p:cNvPr>
              <p:cNvSpPr/>
              <p:nvPr/>
            </p:nvSpPr>
            <p:spPr>
              <a:xfrm>
                <a:off x="4951464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9" name="Freeform 36858">
                <a:extLst>
                  <a:ext uri="{FF2B5EF4-FFF2-40B4-BE49-F238E27FC236}">
                    <a16:creationId xmlns:a16="http://schemas.microsoft.com/office/drawing/2014/main" id="{EB89A49A-F6EB-15CC-EF27-41A3FE9712CD}"/>
                  </a:ext>
                </a:extLst>
              </p:cNvPr>
              <p:cNvSpPr/>
              <p:nvPr/>
            </p:nvSpPr>
            <p:spPr>
              <a:xfrm>
                <a:off x="4951960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0" name="Freeform 36859">
                <a:extLst>
                  <a:ext uri="{FF2B5EF4-FFF2-40B4-BE49-F238E27FC236}">
                    <a16:creationId xmlns:a16="http://schemas.microsoft.com/office/drawing/2014/main" id="{204D62E1-99C5-9D59-F3E8-52FDED5F142F}"/>
                  </a:ext>
                </a:extLst>
              </p:cNvPr>
              <p:cNvSpPr/>
              <p:nvPr/>
            </p:nvSpPr>
            <p:spPr>
              <a:xfrm>
                <a:off x="4952555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1" name="Freeform 36860">
                <a:extLst>
                  <a:ext uri="{FF2B5EF4-FFF2-40B4-BE49-F238E27FC236}">
                    <a16:creationId xmlns:a16="http://schemas.microsoft.com/office/drawing/2014/main" id="{7068B038-F8A7-50F9-7D80-E1B4BDD2AB86}"/>
                  </a:ext>
                </a:extLst>
              </p:cNvPr>
              <p:cNvSpPr/>
              <p:nvPr/>
            </p:nvSpPr>
            <p:spPr>
              <a:xfrm>
                <a:off x="4953052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2" name="Freeform 36861">
                <a:extLst>
                  <a:ext uri="{FF2B5EF4-FFF2-40B4-BE49-F238E27FC236}">
                    <a16:creationId xmlns:a16="http://schemas.microsoft.com/office/drawing/2014/main" id="{A4F6523E-1970-2C49-66A7-C7D90F56EBF2}"/>
                  </a:ext>
                </a:extLst>
              </p:cNvPr>
              <p:cNvSpPr/>
              <p:nvPr/>
            </p:nvSpPr>
            <p:spPr>
              <a:xfrm>
                <a:off x="4953548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3" name="Freeform 36862">
                <a:extLst>
                  <a:ext uri="{FF2B5EF4-FFF2-40B4-BE49-F238E27FC236}">
                    <a16:creationId xmlns:a16="http://schemas.microsoft.com/office/drawing/2014/main" id="{7A8F4366-8403-5091-B902-11F8ECFACBED}"/>
                  </a:ext>
                </a:extLst>
              </p:cNvPr>
              <p:cNvSpPr/>
              <p:nvPr/>
            </p:nvSpPr>
            <p:spPr>
              <a:xfrm>
                <a:off x="4954044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4" name="Freeform 36863">
                <a:extLst>
                  <a:ext uri="{FF2B5EF4-FFF2-40B4-BE49-F238E27FC236}">
                    <a16:creationId xmlns:a16="http://schemas.microsoft.com/office/drawing/2014/main" id="{F4F9D244-BFE1-2492-581A-FEE7154AAE73}"/>
                  </a:ext>
                </a:extLst>
              </p:cNvPr>
              <p:cNvSpPr/>
              <p:nvPr/>
            </p:nvSpPr>
            <p:spPr>
              <a:xfrm>
                <a:off x="495463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5" name="Freeform 36864">
                <a:extLst>
                  <a:ext uri="{FF2B5EF4-FFF2-40B4-BE49-F238E27FC236}">
                    <a16:creationId xmlns:a16="http://schemas.microsoft.com/office/drawing/2014/main" id="{18C432D6-83D7-FD01-0C3A-FACEC91BE7B7}"/>
                  </a:ext>
                </a:extLst>
              </p:cNvPr>
              <p:cNvSpPr/>
              <p:nvPr/>
            </p:nvSpPr>
            <p:spPr>
              <a:xfrm>
                <a:off x="495513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6" name="Freeform 36865">
                <a:extLst>
                  <a:ext uri="{FF2B5EF4-FFF2-40B4-BE49-F238E27FC236}">
                    <a16:creationId xmlns:a16="http://schemas.microsoft.com/office/drawing/2014/main" id="{D5C55B6F-C5D3-8D87-0599-149A3B78B3F2}"/>
                  </a:ext>
                </a:extLst>
              </p:cNvPr>
              <p:cNvSpPr/>
              <p:nvPr/>
            </p:nvSpPr>
            <p:spPr>
              <a:xfrm>
                <a:off x="4955631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7" name="Freeform 36866">
                <a:extLst>
                  <a:ext uri="{FF2B5EF4-FFF2-40B4-BE49-F238E27FC236}">
                    <a16:creationId xmlns:a16="http://schemas.microsoft.com/office/drawing/2014/main" id="{CE26E058-1577-535A-872B-1F394DE2B19E}"/>
                  </a:ext>
                </a:extLst>
              </p:cNvPr>
              <p:cNvSpPr/>
              <p:nvPr/>
            </p:nvSpPr>
            <p:spPr>
              <a:xfrm>
                <a:off x="4956227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8" name="Freeform 36867">
                <a:extLst>
                  <a:ext uri="{FF2B5EF4-FFF2-40B4-BE49-F238E27FC236}">
                    <a16:creationId xmlns:a16="http://schemas.microsoft.com/office/drawing/2014/main" id="{0106BA6A-4E46-52B5-680B-276195D01C55}"/>
                  </a:ext>
                </a:extLst>
              </p:cNvPr>
              <p:cNvSpPr/>
              <p:nvPr/>
            </p:nvSpPr>
            <p:spPr>
              <a:xfrm>
                <a:off x="4956723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9" name="Freeform 36868">
                <a:extLst>
                  <a:ext uri="{FF2B5EF4-FFF2-40B4-BE49-F238E27FC236}">
                    <a16:creationId xmlns:a16="http://schemas.microsoft.com/office/drawing/2014/main" id="{947D39DE-6CEB-633D-D9BB-7343CE468E2F}"/>
                  </a:ext>
                </a:extLst>
              </p:cNvPr>
              <p:cNvSpPr/>
              <p:nvPr/>
            </p:nvSpPr>
            <p:spPr>
              <a:xfrm>
                <a:off x="4957219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0" name="Freeform 36869">
                <a:extLst>
                  <a:ext uri="{FF2B5EF4-FFF2-40B4-BE49-F238E27FC236}">
                    <a16:creationId xmlns:a16="http://schemas.microsoft.com/office/drawing/2014/main" id="{B58797BF-1B6F-50DA-97A1-0C467A852958}"/>
                  </a:ext>
                </a:extLst>
              </p:cNvPr>
              <p:cNvSpPr/>
              <p:nvPr/>
            </p:nvSpPr>
            <p:spPr>
              <a:xfrm>
                <a:off x="4957814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1" name="Freeform 36870">
                <a:extLst>
                  <a:ext uri="{FF2B5EF4-FFF2-40B4-BE49-F238E27FC236}">
                    <a16:creationId xmlns:a16="http://schemas.microsoft.com/office/drawing/2014/main" id="{A2165BE2-5F34-4726-EACF-68EEF23698DA}"/>
                  </a:ext>
                </a:extLst>
              </p:cNvPr>
              <p:cNvSpPr/>
              <p:nvPr/>
            </p:nvSpPr>
            <p:spPr>
              <a:xfrm>
                <a:off x="4958310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2" name="Freeform 36871">
                <a:extLst>
                  <a:ext uri="{FF2B5EF4-FFF2-40B4-BE49-F238E27FC236}">
                    <a16:creationId xmlns:a16="http://schemas.microsoft.com/office/drawing/2014/main" id="{71652454-27D1-C613-BC5F-DEEABC3EC3BC}"/>
                  </a:ext>
                </a:extLst>
              </p:cNvPr>
              <p:cNvSpPr/>
              <p:nvPr/>
            </p:nvSpPr>
            <p:spPr>
              <a:xfrm>
                <a:off x="4958806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3" name="Freeform 36872">
                <a:extLst>
                  <a:ext uri="{FF2B5EF4-FFF2-40B4-BE49-F238E27FC236}">
                    <a16:creationId xmlns:a16="http://schemas.microsoft.com/office/drawing/2014/main" id="{F053916A-5877-1018-3AC6-348B3DB83759}"/>
                  </a:ext>
                </a:extLst>
              </p:cNvPr>
              <p:cNvSpPr/>
              <p:nvPr/>
            </p:nvSpPr>
            <p:spPr>
              <a:xfrm>
                <a:off x="4959402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4" name="Freeform 36873">
                <a:extLst>
                  <a:ext uri="{FF2B5EF4-FFF2-40B4-BE49-F238E27FC236}">
                    <a16:creationId xmlns:a16="http://schemas.microsoft.com/office/drawing/2014/main" id="{8E4E0D19-3681-AA16-F969-A59C7275071C}"/>
                  </a:ext>
                </a:extLst>
              </p:cNvPr>
              <p:cNvSpPr/>
              <p:nvPr/>
            </p:nvSpPr>
            <p:spPr>
              <a:xfrm>
                <a:off x="4959898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5" name="Freeform 36874">
                <a:extLst>
                  <a:ext uri="{FF2B5EF4-FFF2-40B4-BE49-F238E27FC236}">
                    <a16:creationId xmlns:a16="http://schemas.microsoft.com/office/drawing/2014/main" id="{99AE2958-8DB3-621D-D79A-02AB769EF070}"/>
                  </a:ext>
                </a:extLst>
              </p:cNvPr>
              <p:cNvSpPr/>
              <p:nvPr/>
            </p:nvSpPr>
            <p:spPr>
              <a:xfrm>
                <a:off x="4960394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6" name="Freeform 36875">
                <a:extLst>
                  <a:ext uri="{FF2B5EF4-FFF2-40B4-BE49-F238E27FC236}">
                    <a16:creationId xmlns:a16="http://schemas.microsoft.com/office/drawing/2014/main" id="{D4B858D0-5FB8-7789-9C57-EF8277942F3B}"/>
                  </a:ext>
                </a:extLst>
              </p:cNvPr>
              <p:cNvSpPr/>
              <p:nvPr/>
            </p:nvSpPr>
            <p:spPr>
              <a:xfrm>
                <a:off x="4960989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7" name="Freeform 36876">
                <a:extLst>
                  <a:ext uri="{FF2B5EF4-FFF2-40B4-BE49-F238E27FC236}">
                    <a16:creationId xmlns:a16="http://schemas.microsoft.com/office/drawing/2014/main" id="{A31D0A02-B364-BF96-77B7-616B59F48C07}"/>
                  </a:ext>
                </a:extLst>
              </p:cNvPr>
              <p:cNvSpPr/>
              <p:nvPr/>
            </p:nvSpPr>
            <p:spPr>
              <a:xfrm>
                <a:off x="4961485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8" name="Freeform 36877">
                <a:extLst>
                  <a:ext uri="{FF2B5EF4-FFF2-40B4-BE49-F238E27FC236}">
                    <a16:creationId xmlns:a16="http://schemas.microsoft.com/office/drawing/2014/main" id="{E4B94F2A-5B6E-E5CE-2D71-F391EB6A17BA}"/>
                  </a:ext>
                </a:extLst>
              </p:cNvPr>
              <p:cNvSpPr/>
              <p:nvPr/>
            </p:nvSpPr>
            <p:spPr>
              <a:xfrm>
                <a:off x="4961981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9" name="Freeform 36878">
                <a:extLst>
                  <a:ext uri="{FF2B5EF4-FFF2-40B4-BE49-F238E27FC236}">
                    <a16:creationId xmlns:a16="http://schemas.microsoft.com/office/drawing/2014/main" id="{29EFBEC8-24F0-C137-6ADF-77AD55F9B46F}"/>
                  </a:ext>
                </a:extLst>
              </p:cNvPr>
              <p:cNvSpPr/>
              <p:nvPr/>
            </p:nvSpPr>
            <p:spPr>
              <a:xfrm>
                <a:off x="4962577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0" name="Freeform 36879">
                <a:extLst>
                  <a:ext uri="{FF2B5EF4-FFF2-40B4-BE49-F238E27FC236}">
                    <a16:creationId xmlns:a16="http://schemas.microsoft.com/office/drawing/2014/main" id="{7073F68F-1889-1E43-FEC9-C49EA8AD3536}"/>
                  </a:ext>
                </a:extLst>
              </p:cNvPr>
              <p:cNvSpPr/>
              <p:nvPr/>
            </p:nvSpPr>
            <p:spPr>
              <a:xfrm>
                <a:off x="4963073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1" name="Freeform 36880">
                <a:extLst>
                  <a:ext uri="{FF2B5EF4-FFF2-40B4-BE49-F238E27FC236}">
                    <a16:creationId xmlns:a16="http://schemas.microsoft.com/office/drawing/2014/main" id="{39483375-4802-CBEF-10DB-B6BB4D0A29D2}"/>
                  </a:ext>
                </a:extLst>
              </p:cNvPr>
              <p:cNvSpPr/>
              <p:nvPr/>
            </p:nvSpPr>
            <p:spPr>
              <a:xfrm>
                <a:off x="4963569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2" name="Freeform 36881">
                <a:extLst>
                  <a:ext uri="{FF2B5EF4-FFF2-40B4-BE49-F238E27FC236}">
                    <a16:creationId xmlns:a16="http://schemas.microsoft.com/office/drawing/2014/main" id="{94427184-BB72-DEFE-D2FD-D77104F3F4EB}"/>
                  </a:ext>
                </a:extLst>
              </p:cNvPr>
              <p:cNvSpPr/>
              <p:nvPr/>
            </p:nvSpPr>
            <p:spPr>
              <a:xfrm>
                <a:off x="4964164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3" name="Freeform 36882">
                <a:extLst>
                  <a:ext uri="{FF2B5EF4-FFF2-40B4-BE49-F238E27FC236}">
                    <a16:creationId xmlns:a16="http://schemas.microsoft.com/office/drawing/2014/main" id="{5C001832-409B-27ED-8C52-6546FE8D60E3}"/>
                  </a:ext>
                </a:extLst>
              </p:cNvPr>
              <p:cNvSpPr/>
              <p:nvPr/>
            </p:nvSpPr>
            <p:spPr>
              <a:xfrm>
                <a:off x="4964660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4" name="Freeform 36883">
                <a:extLst>
                  <a:ext uri="{FF2B5EF4-FFF2-40B4-BE49-F238E27FC236}">
                    <a16:creationId xmlns:a16="http://schemas.microsoft.com/office/drawing/2014/main" id="{77C07F7A-C217-7091-BC83-4D64F19B3756}"/>
                  </a:ext>
                </a:extLst>
              </p:cNvPr>
              <p:cNvSpPr/>
              <p:nvPr/>
            </p:nvSpPr>
            <p:spPr>
              <a:xfrm>
                <a:off x="4965156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5" name="Freeform 36884">
                <a:extLst>
                  <a:ext uri="{FF2B5EF4-FFF2-40B4-BE49-F238E27FC236}">
                    <a16:creationId xmlns:a16="http://schemas.microsoft.com/office/drawing/2014/main" id="{3DB3DD33-9FAE-2A78-B648-65180D43A17F}"/>
                  </a:ext>
                </a:extLst>
              </p:cNvPr>
              <p:cNvSpPr/>
              <p:nvPr/>
            </p:nvSpPr>
            <p:spPr>
              <a:xfrm>
                <a:off x="4965652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6" name="Freeform 36885">
                <a:extLst>
                  <a:ext uri="{FF2B5EF4-FFF2-40B4-BE49-F238E27FC236}">
                    <a16:creationId xmlns:a16="http://schemas.microsoft.com/office/drawing/2014/main" id="{8AED10E9-629C-EA2E-35F9-0CAF02E3D019}"/>
                  </a:ext>
                </a:extLst>
              </p:cNvPr>
              <p:cNvSpPr/>
              <p:nvPr/>
            </p:nvSpPr>
            <p:spPr>
              <a:xfrm>
                <a:off x="496624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7" name="Freeform 36886">
                <a:extLst>
                  <a:ext uri="{FF2B5EF4-FFF2-40B4-BE49-F238E27FC236}">
                    <a16:creationId xmlns:a16="http://schemas.microsoft.com/office/drawing/2014/main" id="{5A22AF98-A0A9-701C-FBFD-F4927E26C866}"/>
                  </a:ext>
                </a:extLst>
              </p:cNvPr>
              <p:cNvSpPr/>
              <p:nvPr/>
            </p:nvSpPr>
            <p:spPr>
              <a:xfrm>
                <a:off x="496674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8" name="Freeform 36887">
                <a:extLst>
                  <a:ext uri="{FF2B5EF4-FFF2-40B4-BE49-F238E27FC236}">
                    <a16:creationId xmlns:a16="http://schemas.microsoft.com/office/drawing/2014/main" id="{055A10C0-5D5C-302F-FC0D-81438AC2F67E}"/>
                  </a:ext>
                </a:extLst>
              </p:cNvPr>
              <p:cNvSpPr/>
              <p:nvPr/>
            </p:nvSpPr>
            <p:spPr>
              <a:xfrm>
                <a:off x="4967240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89" name="Freeform 36888">
                <a:extLst>
                  <a:ext uri="{FF2B5EF4-FFF2-40B4-BE49-F238E27FC236}">
                    <a16:creationId xmlns:a16="http://schemas.microsoft.com/office/drawing/2014/main" id="{8A0E6289-05C3-6CFA-F4F5-FDC35F9BDF80}"/>
                  </a:ext>
                </a:extLst>
              </p:cNvPr>
              <p:cNvSpPr/>
              <p:nvPr/>
            </p:nvSpPr>
            <p:spPr>
              <a:xfrm>
                <a:off x="4967835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0" name="Freeform 36889">
                <a:extLst>
                  <a:ext uri="{FF2B5EF4-FFF2-40B4-BE49-F238E27FC236}">
                    <a16:creationId xmlns:a16="http://schemas.microsoft.com/office/drawing/2014/main" id="{700443E9-BA5A-CE26-7188-F73C4643085D}"/>
                  </a:ext>
                </a:extLst>
              </p:cNvPr>
              <p:cNvSpPr/>
              <p:nvPr/>
            </p:nvSpPr>
            <p:spPr>
              <a:xfrm>
                <a:off x="4968331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1" name="Freeform 36890">
                <a:extLst>
                  <a:ext uri="{FF2B5EF4-FFF2-40B4-BE49-F238E27FC236}">
                    <a16:creationId xmlns:a16="http://schemas.microsoft.com/office/drawing/2014/main" id="{AF5330C9-E137-1A17-4B7E-A05582183E79}"/>
                  </a:ext>
                </a:extLst>
              </p:cNvPr>
              <p:cNvSpPr/>
              <p:nvPr/>
            </p:nvSpPr>
            <p:spPr>
              <a:xfrm>
                <a:off x="4968827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2" name="Freeform 36891">
                <a:extLst>
                  <a:ext uri="{FF2B5EF4-FFF2-40B4-BE49-F238E27FC236}">
                    <a16:creationId xmlns:a16="http://schemas.microsoft.com/office/drawing/2014/main" id="{BCEA0295-C314-FC6A-5D36-A27BC172DCFD}"/>
                  </a:ext>
                </a:extLst>
              </p:cNvPr>
              <p:cNvSpPr/>
              <p:nvPr/>
            </p:nvSpPr>
            <p:spPr>
              <a:xfrm>
                <a:off x="4969423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3" name="Freeform 36892">
                <a:extLst>
                  <a:ext uri="{FF2B5EF4-FFF2-40B4-BE49-F238E27FC236}">
                    <a16:creationId xmlns:a16="http://schemas.microsoft.com/office/drawing/2014/main" id="{CFAA8D59-7134-A81A-BC51-BE3F55A21D1D}"/>
                  </a:ext>
                </a:extLst>
              </p:cNvPr>
              <p:cNvSpPr/>
              <p:nvPr/>
            </p:nvSpPr>
            <p:spPr>
              <a:xfrm>
                <a:off x="4969919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4" name="Freeform 36893">
                <a:extLst>
                  <a:ext uri="{FF2B5EF4-FFF2-40B4-BE49-F238E27FC236}">
                    <a16:creationId xmlns:a16="http://schemas.microsoft.com/office/drawing/2014/main" id="{0376681B-4058-C80F-7EE7-96E4D857BDCA}"/>
                  </a:ext>
                </a:extLst>
              </p:cNvPr>
              <p:cNvSpPr/>
              <p:nvPr/>
            </p:nvSpPr>
            <p:spPr>
              <a:xfrm>
                <a:off x="4970415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5" name="Freeform 36894">
                <a:extLst>
                  <a:ext uri="{FF2B5EF4-FFF2-40B4-BE49-F238E27FC236}">
                    <a16:creationId xmlns:a16="http://schemas.microsoft.com/office/drawing/2014/main" id="{ADEFD385-FC6C-6310-A796-D2D2D55B7DA4}"/>
                  </a:ext>
                </a:extLst>
              </p:cNvPr>
              <p:cNvSpPr/>
              <p:nvPr/>
            </p:nvSpPr>
            <p:spPr>
              <a:xfrm>
                <a:off x="4971010" y="419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6" name="Freeform 36895">
                <a:extLst>
                  <a:ext uri="{FF2B5EF4-FFF2-40B4-BE49-F238E27FC236}">
                    <a16:creationId xmlns:a16="http://schemas.microsoft.com/office/drawing/2014/main" id="{C2C0F1DD-8B95-64D9-9888-B96BFFDD0B9F}"/>
                  </a:ext>
                </a:extLst>
              </p:cNvPr>
              <p:cNvSpPr/>
              <p:nvPr/>
            </p:nvSpPr>
            <p:spPr>
              <a:xfrm>
                <a:off x="4971506" y="4131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7" name="Freeform 36896">
                <a:extLst>
                  <a:ext uri="{FF2B5EF4-FFF2-40B4-BE49-F238E27FC236}">
                    <a16:creationId xmlns:a16="http://schemas.microsoft.com/office/drawing/2014/main" id="{FB09C5AB-DC80-23D7-EDAD-05518B74E906}"/>
                  </a:ext>
                </a:extLst>
              </p:cNvPr>
              <p:cNvSpPr/>
              <p:nvPr/>
            </p:nvSpPr>
            <p:spPr>
              <a:xfrm>
                <a:off x="4972002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8" name="Freeform 36897">
                <a:extLst>
                  <a:ext uri="{FF2B5EF4-FFF2-40B4-BE49-F238E27FC236}">
                    <a16:creationId xmlns:a16="http://schemas.microsoft.com/office/drawing/2014/main" id="{D127E29B-544B-E8A6-EEDC-92BCBF88EA20}"/>
                  </a:ext>
                </a:extLst>
              </p:cNvPr>
              <p:cNvSpPr/>
              <p:nvPr/>
            </p:nvSpPr>
            <p:spPr>
              <a:xfrm>
                <a:off x="4972598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99" name="Freeform 36898">
                <a:extLst>
                  <a:ext uri="{FF2B5EF4-FFF2-40B4-BE49-F238E27FC236}">
                    <a16:creationId xmlns:a16="http://schemas.microsoft.com/office/drawing/2014/main" id="{8F23ED39-DE18-0312-F942-3726513E55E7}"/>
                  </a:ext>
                </a:extLst>
              </p:cNvPr>
              <p:cNvSpPr/>
              <p:nvPr/>
            </p:nvSpPr>
            <p:spPr>
              <a:xfrm>
                <a:off x="4973094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0" name="Freeform 36899">
                <a:extLst>
                  <a:ext uri="{FF2B5EF4-FFF2-40B4-BE49-F238E27FC236}">
                    <a16:creationId xmlns:a16="http://schemas.microsoft.com/office/drawing/2014/main" id="{E7AA6E35-58F7-4B98-0EF4-412F06A33432}"/>
                  </a:ext>
                </a:extLst>
              </p:cNvPr>
              <p:cNvSpPr/>
              <p:nvPr/>
            </p:nvSpPr>
            <p:spPr>
              <a:xfrm>
                <a:off x="4973590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1" name="Freeform 36900">
                <a:extLst>
                  <a:ext uri="{FF2B5EF4-FFF2-40B4-BE49-F238E27FC236}">
                    <a16:creationId xmlns:a16="http://schemas.microsoft.com/office/drawing/2014/main" id="{C2F6B1E0-CB8E-4548-729C-16B974626DDF}"/>
                  </a:ext>
                </a:extLst>
              </p:cNvPr>
              <p:cNvSpPr/>
              <p:nvPr/>
            </p:nvSpPr>
            <p:spPr>
              <a:xfrm>
                <a:off x="4974185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2" name="Freeform 36901">
                <a:extLst>
                  <a:ext uri="{FF2B5EF4-FFF2-40B4-BE49-F238E27FC236}">
                    <a16:creationId xmlns:a16="http://schemas.microsoft.com/office/drawing/2014/main" id="{75C0B4A7-36FF-6834-EF7D-C3D70312F955}"/>
                  </a:ext>
                </a:extLst>
              </p:cNvPr>
              <p:cNvSpPr/>
              <p:nvPr/>
            </p:nvSpPr>
            <p:spPr>
              <a:xfrm>
                <a:off x="4974681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3" name="Freeform 36902">
                <a:extLst>
                  <a:ext uri="{FF2B5EF4-FFF2-40B4-BE49-F238E27FC236}">
                    <a16:creationId xmlns:a16="http://schemas.microsoft.com/office/drawing/2014/main" id="{05227E34-AC39-F062-82E5-12AF98E83DFF}"/>
                  </a:ext>
                </a:extLst>
              </p:cNvPr>
              <p:cNvSpPr/>
              <p:nvPr/>
            </p:nvSpPr>
            <p:spPr>
              <a:xfrm>
                <a:off x="4975177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4" name="Freeform 36903">
                <a:extLst>
                  <a:ext uri="{FF2B5EF4-FFF2-40B4-BE49-F238E27FC236}">
                    <a16:creationId xmlns:a16="http://schemas.microsoft.com/office/drawing/2014/main" id="{2804EE3A-ADEA-3841-E413-66BE5EE2678E}"/>
                  </a:ext>
                </a:extLst>
              </p:cNvPr>
              <p:cNvSpPr/>
              <p:nvPr/>
            </p:nvSpPr>
            <p:spPr>
              <a:xfrm>
                <a:off x="4975773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5" name="Freeform 36904">
                <a:extLst>
                  <a:ext uri="{FF2B5EF4-FFF2-40B4-BE49-F238E27FC236}">
                    <a16:creationId xmlns:a16="http://schemas.microsoft.com/office/drawing/2014/main" id="{3CB74CCB-3841-FEE6-3F97-7D2CA1603161}"/>
                  </a:ext>
                </a:extLst>
              </p:cNvPr>
              <p:cNvSpPr/>
              <p:nvPr/>
            </p:nvSpPr>
            <p:spPr>
              <a:xfrm>
                <a:off x="4976269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6" name="Freeform 36905">
                <a:extLst>
                  <a:ext uri="{FF2B5EF4-FFF2-40B4-BE49-F238E27FC236}">
                    <a16:creationId xmlns:a16="http://schemas.microsoft.com/office/drawing/2014/main" id="{00B42417-2CDE-C49B-D883-69A38B5FFDAB}"/>
                  </a:ext>
                </a:extLst>
              </p:cNvPr>
              <p:cNvSpPr/>
              <p:nvPr/>
            </p:nvSpPr>
            <p:spPr>
              <a:xfrm>
                <a:off x="4976765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7" name="Freeform 36906">
                <a:extLst>
                  <a:ext uri="{FF2B5EF4-FFF2-40B4-BE49-F238E27FC236}">
                    <a16:creationId xmlns:a16="http://schemas.microsoft.com/office/drawing/2014/main" id="{92D3C581-C785-74DA-EA9D-4E403295FB49}"/>
                  </a:ext>
                </a:extLst>
              </p:cNvPr>
              <p:cNvSpPr/>
              <p:nvPr/>
            </p:nvSpPr>
            <p:spPr>
              <a:xfrm>
                <a:off x="4977360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8" name="Freeform 36907">
                <a:extLst>
                  <a:ext uri="{FF2B5EF4-FFF2-40B4-BE49-F238E27FC236}">
                    <a16:creationId xmlns:a16="http://schemas.microsoft.com/office/drawing/2014/main" id="{493D6F2E-F6FE-D6BC-5996-B31F19E269F2}"/>
                  </a:ext>
                </a:extLst>
              </p:cNvPr>
              <p:cNvSpPr/>
              <p:nvPr/>
            </p:nvSpPr>
            <p:spPr>
              <a:xfrm>
                <a:off x="4977856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9" name="Freeform 36908">
                <a:extLst>
                  <a:ext uri="{FF2B5EF4-FFF2-40B4-BE49-F238E27FC236}">
                    <a16:creationId xmlns:a16="http://schemas.microsoft.com/office/drawing/2014/main" id="{152A7B53-351C-D995-4C09-1BCE492DF739}"/>
                  </a:ext>
                </a:extLst>
              </p:cNvPr>
              <p:cNvSpPr/>
              <p:nvPr/>
            </p:nvSpPr>
            <p:spPr>
              <a:xfrm>
                <a:off x="4978352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0" name="Freeform 36909">
                <a:extLst>
                  <a:ext uri="{FF2B5EF4-FFF2-40B4-BE49-F238E27FC236}">
                    <a16:creationId xmlns:a16="http://schemas.microsoft.com/office/drawing/2014/main" id="{B03971C9-A12E-25DF-E8F4-248407F5EDFA}"/>
                  </a:ext>
                </a:extLst>
              </p:cNvPr>
              <p:cNvSpPr/>
              <p:nvPr/>
            </p:nvSpPr>
            <p:spPr>
              <a:xfrm>
                <a:off x="497884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1" name="Freeform 36910">
                <a:extLst>
                  <a:ext uri="{FF2B5EF4-FFF2-40B4-BE49-F238E27FC236}">
                    <a16:creationId xmlns:a16="http://schemas.microsoft.com/office/drawing/2014/main" id="{D246A5CE-8DE2-BAB6-5BF0-AB38692C99A2}"/>
                  </a:ext>
                </a:extLst>
              </p:cNvPr>
              <p:cNvSpPr/>
              <p:nvPr/>
            </p:nvSpPr>
            <p:spPr>
              <a:xfrm>
                <a:off x="4979444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2" name="Freeform 36911">
                <a:extLst>
                  <a:ext uri="{FF2B5EF4-FFF2-40B4-BE49-F238E27FC236}">
                    <a16:creationId xmlns:a16="http://schemas.microsoft.com/office/drawing/2014/main" id="{3B12BDA0-C54B-3FC0-AD72-3142EE5EC892}"/>
                  </a:ext>
                </a:extLst>
              </p:cNvPr>
              <p:cNvSpPr/>
              <p:nvPr/>
            </p:nvSpPr>
            <p:spPr>
              <a:xfrm>
                <a:off x="4979940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3" name="Freeform 36912">
                <a:extLst>
                  <a:ext uri="{FF2B5EF4-FFF2-40B4-BE49-F238E27FC236}">
                    <a16:creationId xmlns:a16="http://schemas.microsoft.com/office/drawing/2014/main" id="{ABF54EC0-9D13-2CF9-0945-235C1E8A5248}"/>
                  </a:ext>
                </a:extLst>
              </p:cNvPr>
              <p:cNvSpPr/>
              <p:nvPr/>
            </p:nvSpPr>
            <p:spPr>
              <a:xfrm>
                <a:off x="4980436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4" name="Freeform 36913">
                <a:extLst>
                  <a:ext uri="{FF2B5EF4-FFF2-40B4-BE49-F238E27FC236}">
                    <a16:creationId xmlns:a16="http://schemas.microsoft.com/office/drawing/2014/main" id="{FB5A6530-ECEB-C239-7CFF-32B9FA90C7DB}"/>
                  </a:ext>
                </a:extLst>
              </p:cNvPr>
              <p:cNvSpPr/>
              <p:nvPr/>
            </p:nvSpPr>
            <p:spPr>
              <a:xfrm>
                <a:off x="4981031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5" name="Freeform 36914">
                <a:extLst>
                  <a:ext uri="{FF2B5EF4-FFF2-40B4-BE49-F238E27FC236}">
                    <a16:creationId xmlns:a16="http://schemas.microsoft.com/office/drawing/2014/main" id="{19FBB582-F5C4-01B2-0BEC-FAB476AFC284}"/>
                  </a:ext>
                </a:extLst>
              </p:cNvPr>
              <p:cNvSpPr/>
              <p:nvPr/>
            </p:nvSpPr>
            <p:spPr>
              <a:xfrm>
                <a:off x="4981527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6" name="Freeform 36915">
                <a:extLst>
                  <a:ext uri="{FF2B5EF4-FFF2-40B4-BE49-F238E27FC236}">
                    <a16:creationId xmlns:a16="http://schemas.microsoft.com/office/drawing/2014/main" id="{FEDD5932-0AC1-CE8D-5643-B33A16D8C877}"/>
                  </a:ext>
                </a:extLst>
              </p:cNvPr>
              <p:cNvSpPr/>
              <p:nvPr/>
            </p:nvSpPr>
            <p:spPr>
              <a:xfrm>
                <a:off x="4982023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7" name="Freeform 36916">
                <a:extLst>
                  <a:ext uri="{FF2B5EF4-FFF2-40B4-BE49-F238E27FC236}">
                    <a16:creationId xmlns:a16="http://schemas.microsoft.com/office/drawing/2014/main" id="{70522DC7-1A64-8C0C-D84D-4C120FFA4DB7}"/>
                  </a:ext>
                </a:extLst>
              </p:cNvPr>
              <p:cNvSpPr/>
              <p:nvPr/>
            </p:nvSpPr>
            <p:spPr>
              <a:xfrm>
                <a:off x="4982619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8" name="Freeform 36917">
                <a:extLst>
                  <a:ext uri="{FF2B5EF4-FFF2-40B4-BE49-F238E27FC236}">
                    <a16:creationId xmlns:a16="http://schemas.microsoft.com/office/drawing/2014/main" id="{08C25E4D-29FC-9D0C-252E-63C73392DC91}"/>
                  </a:ext>
                </a:extLst>
              </p:cNvPr>
              <p:cNvSpPr/>
              <p:nvPr/>
            </p:nvSpPr>
            <p:spPr>
              <a:xfrm>
                <a:off x="4983115" y="4178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9" name="Freeform 36918">
                <a:extLst>
                  <a:ext uri="{FF2B5EF4-FFF2-40B4-BE49-F238E27FC236}">
                    <a16:creationId xmlns:a16="http://schemas.microsoft.com/office/drawing/2014/main" id="{5524BB82-8F42-F6D9-2AD5-4E00CEF96A09}"/>
                  </a:ext>
                </a:extLst>
              </p:cNvPr>
              <p:cNvSpPr/>
              <p:nvPr/>
            </p:nvSpPr>
            <p:spPr>
              <a:xfrm>
                <a:off x="4983611" y="4097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0" name="Freeform 36919">
                <a:extLst>
                  <a:ext uri="{FF2B5EF4-FFF2-40B4-BE49-F238E27FC236}">
                    <a16:creationId xmlns:a16="http://schemas.microsoft.com/office/drawing/2014/main" id="{F37C553E-AA6E-CC0C-0D56-46910F7D649D}"/>
                  </a:ext>
                </a:extLst>
              </p:cNvPr>
              <p:cNvSpPr/>
              <p:nvPr/>
            </p:nvSpPr>
            <p:spPr>
              <a:xfrm>
                <a:off x="4984206" y="4058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1" name="Freeform 36920">
                <a:extLst>
                  <a:ext uri="{FF2B5EF4-FFF2-40B4-BE49-F238E27FC236}">
                    <a16:creationId xmlns:a16="http://schemas.microsoft.com/office/drawing/2014/main" id="{2AAC570C-5AAD-FB6B-3C04-08494350B232}"/>
                  </a:ext>
                </a:extLst>
              </p:cNvPr>
              <p:cNvSpPr/>
              <p:nvPr/>
            </p:nvSpPr>
            <p:spPr>
              <a:xfrm>
                <a:off x="4984702" y="4163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2" name="Freeform 36921">
                <a:extLst>
                  <a:ext uri="{FF2B5EF4-FFF2-40B4-BE49-F238E27FC236}">
                    <a16:creationId xmlns:a16="http://schemas.microsoft.com/office/drawing/2014/main" id="{B53D96A4-85B8-A68C-2CD0-E9B17A1FC6F0}"/>
                  </a:ext>
                </a:extLst>
              </p:cNvPr>
              <p:cNvSpPr/>
              <p:nvPr/>
            </p:nvSpPr>
            <p:spPr>
              <a:xfrm>
                <a:off x="4985198" y="4066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3" name="Freeform 36922">
                <a:extLst>
                  <a:ext uri="{FF2B5EF4-FFF2-40B4-BE49-F238E27FC236}">
                    <a16:creationId xmlns:a16="http://schemas.microsoft.com/office/drawing/2014/main" id="{8D666A9A-55C1-FCBD-6725-2A4D482FC617}"/>
                  </a:ext>
                </a:extLst>
              </p:cNvPr>
              <p:cNvSpPr/>
              <p:nvPr/>
            </p:nvSpPr>
            <p:spPr>
              <a:xfrm>
                <a:off x="4985794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4" name="Freeform 36923">
                <a:extLst>
                  <a:ext uri="{FF2B5EF4-FFF2-40B4-BE49-F238E27FC236}">
                    <a16:creationId xmlns:a16="http://schemas.microsoft.com/office/drawing/2014/main" id="{5C0F1070-03A1-DD3A-A40E-6C20026D703B}"/>
                  </a:ext>
                </a:extLst>
              </p:cNvPr>
              <p:cNvSpPr/>
              <p:nvPr/>
            </p:nvSpPr>
            <p:spPr>
              <a:xfrm>
                <a:off x="4986290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5" name="Freeform 36924">
                <a:extLst>
                  <a:ext uri="{FF2B5EF4-FFF2-40B4-BE49-F238E27FC236}">
                    <a16:creationId xmlns:a16="http://schemas.microsoft.com/office/drawing/2014/main" id="{E024CA15-428C-B538-64E9-EF30B86FF336}"/>
                  </a:ext>
                </a:extLst>
              </p:cNvPr>
              <p:cNvSpPr/>
              <p:nvPr/>
            </p:nvSpPr>
            <p:spPr>
              <a:xfrm>
                <a:off x="4986786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6" name="Freeform 36925">
                <a:extLst>
                  <a:ext uri="{FF2B5EF4-FFF2-40B4-BE49-F238E27FC236}">
                    <a16:creationId xmlns:a16="http://schemas.microsoft.com/office/drawing/2014/main" id="{32763444-8896-07AA-642C-4B2079CE8245}"/>
                  </a:ext>
                </a:extLst>
              </p:cNvPr>
              <p:cNvSpPr/>
              <p:nvPr/>
            </p:nvSpPr>
            <p:spPr>
              <a:xfrm>
                <a:off x="4987381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7" name="Freeform 36926">
                <a:extLst>
                  <a:ext uri="{FF2B5EF4-FFF2-40B4-BE49-F238E27FC236}">
                    <a16:creationId xmlns:a16="http://schemas.microsoft.com/office/drawing/2014/main" id="{5F123631-CEF3-F8FE-10E7-B1EB94FFBDBF}"/>
                  </a:ext>
                </a:extLst>
              </p:cNvPr>
              <p:cNvSpPr/>
              <p:nvPr/>
            </p:nvSpPr>
            <p:spPr>
              <a:xfrm>
                <a:off x="4987877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8" name="Freeform 36927">
                <a:extLst>
                  <a:ext uri="{FF2B5EF4-FFF2-40B4-BE49-F238E27FC236}">
                    <a16:creationId xmlns:a16="http://schemas.microsoft.com/office/drawing/2014/main" id="{EDD2A81E-35F3-B404-A723-1C88D484F923}"/>
                  </a:ext>
                </a:extLst>
              </p:cNvPr>
              <p:cNvSpPr/>
              <p:nvPr/>
            </p:nvSpPr>
            <p:spPr>
              <a:xfrm>
                <a:off x="4988373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9" name="Freeform 36928">
                <a:extLst>
                  <a:ext uri="{FF2B5EF4-FFF2-40B4-BE49-F238E27FC236}">
                    <a16:creationId xmlns:a16="http://schemas.microsoft.com/office/drawing/2014/main" id="{7E58CEE1-90D1-AEDB-36C6-36F997464AAE}"/>
                  </a:ext>
                </a:extLst>
              </p:cNvPr>
              <p:cNvSpPr/>
              <p:nvPr/>
            </p:nvSpPr>
            <p:spPr>
              <a:xfrm>
                <a:off x="4988969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0" name="Freeform 36929">
                <a:extLst>
                  <a:ext uri="{FF2B5EF4-FFF2-40B4-BE49-F238E27FC236}">
                    <a16:creationId xmlns:a16="http://schemas.microsoft.com/office/drawing/2014/main" id="{707E0B83-094B-8BA1-8D2B-2511E1401FCF}"/>
                  </a:ext>
                </a:extLst>
              </p:cNvPr>
              <p:cNvSpPr/>
              <p:nvPr/>
            </p:nvSpPr>
            <p:spPr>
              <a:xfrm>
                <a:off x="4989465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1" name="Freeform 36930">
                <a:extLst>
                  <a:ext uri="{FF2B5EF4-FFF2-40B4-BE49-F238E27FC236}">
                    <a16:creationId xmlns:a16="http://schemas.microsoft.com/office/drawing/2014/main" id="{6C470A1D-8128-966C-33C2-DEDB9D27F269}"/>
                  </a:ext>
                </a:extLst>
              </p:cNvPr>
              <p:cNvSpPr/>
              <p:nvPr/>
            </p:nvSpPr>
            <p:spPr>
              <a:xfrm>
                <a:off x="4989961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2" name="Freeform 36931">
                <a:extLst>
                  <a:ext uri="{FF2B5EF4-FFF2-40B4-BE49-F238E27FC236}">
                    <a16:creationId xmlns:a16="http://schemas.microsoft.com/office/drawing/2014/main" id="{B2C49B7F-C10E-56DE-61C0-884183C922C1}"/>
                  </a:ext>
                </a:extLst>
              </p:cNvPr>
              <p:cNvSpPr/>
              <p:nvPr/>
            </p:nvSpPr>
            <p:spPr>
              <a:xfrm>
                <a:off x="4990457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3" name="Freeform 36932">
                <a:extLst>
                  <a:ext uri="{FF2B5EF4-FFF2-40B4-BE49-F238E27FC236}">
                    <a16:creationId xmlns:a16="http://schemas.microsoft.com/office/drawing/2014/main" id="{028923DE-99B9-C39B-8231-DE275568BD3C}"/>
                  </a:ext>
                </a:extLst>
              </p:cNvPr>
              <p:cNvSpPr/>
              <p:nvPr/>
            </p:nvSpPr>
            <p:spPr>
              <a:xfrm>
                <a:off x="4991052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4" name="Freeform 36933">
                <a:extLst>
                  <a:ext uri="{FF2B5EF4-FFF2-40B4-BE49-F238E27FC236}">
                    <a16:creationId xmlns:a16="http://schemas.microsoft.com/office/drawing/2014/main" id="{89538035-400F-D31E-A91A-5C3753DE1CF6}"/>
                  </a:ext>
                </a:extLst>
              </p:cNvPr>
              <p:cNvSpPr/>
              <p:nvPr/>
            </p:nvSpPr>
            <p:spPr>
              <a:xfrm>
                <a:off x="499154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5" name="Freeform 36934">
                <a:extLst>
                  <a:ext uri="{FF2B5EF4-FFF2-40B4-BE49-F238E27FC236}">
                    <a16:creationId xmlns:a16="http://schemas.microsoft.com/office/drawing/2014/main" id="{986EF13E-FDF1-4537-5C2B-ED855D026B18}"/>
                  </a:ext>
                </a:extLst>
              </p:cNvPr>
              <p:cNvSpPr/>
              <p:nvPr/>
            </p:nvSpPr>
            <p:spPr>
              <a:xfrm>
                <a:off x="4992045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6" name="Freeform 36935">
                <a:extLst>
                  <a:ext uri="{FF2B5EF4-FFF2-40B4-BE49-F238E27FC236}">
                    <a16:creationId xmlns:a16="http://schemas.microsoft.com/office/drawing/2014/main" id="{657C8940-4125-87D1-B483-8C81BF95F481}"/>
                  </a:ext>
                </a:extLst>
              </p:cNvPr>
              <p:cNvSpPr/>
              <p:nvPr/>
            </p:nvSpPr>
            <p:spPr>
              <a:xfrm>
                <a:off x="4992640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7" name="Freeform 36936">
                <a:extLst>
                  <a:ext uri="{FF2B5EF4-FFF2-40B4-BE49-F238E27FC236}">
                    <a16:creationId xmlns:a16="http://schemas.microsoft.com/office/drawing/2014/main" id="{D3342AD1-D5AA-56DD-B51B-5D19752DCF33}"/>
                  </a:ext>
                </a:extLst>
              </p:cNvPr>
              <p:cNvSpPr/>
              <p:nvPr/>
            </p:nvSpPr>
            <p:spPr>
              <a:xfrm>
                <a:off x="4993136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8" name="Freeform 36937">
                <a:extLst>
                  <a:ext uri="{FF2B5EF4-FFF2-40B4-BE49-F238E27FC236}">
                    <a16:creationId xmlns:a16="http://schemas.microsoft.com/office/drawing/2014/main" id="{9A8B3C5C-3EB6-F5C3-53E0-CB8713D98883}"/>
                  </a:ext>
                </a:extLst>
              </p:cNvPr>
              <p:cNvSpPr/>
              <p:nvPr/>
            </p:nvSpPr>
            <p:spPr>
              <a:xfrm>
                <a:off x="4993632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9" name="Freeform 36938">
                <a:extLst>
                  <a:ext uri="{FF2B5EF4-FFF2-40B4-BE49-F238E27FC236}">
                    <a16:creationId xmlns:a16="http://schemas.microsoft.com/office/drawing/2014/main" id="{D9CB876F-5A93-4B94-CBCC-08FEFFE286CF}"/>
                  </a:ext>
                </a:extLst>
              </p:cNvPr>
              <p:cNvSpPr/>
              <p:nvPr/>
            </p:nvSpPr>
            <p:spPr>
              <a:xfrm>
                <a:off x="4994227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0" name="Freeform 36939">
                <a:extLst>
                  <a:ext uri="{FF2B5EF4-FFF2-40B4-BE49-F238E27FC236}">
                    <a16:creationId xmlns:a16="http://schemas.microsoft.com/office/drawing/2014/main" id="{F30AEC2D-EBE3-D11E-1C39-DDA2D4460F63}"/>
                  </a:ext>
                </a:extLst>
              </p:cNvPr>
              <p:cNvSpPr/>
              <p:nvPr/>
            </p:nvSpPr>
            <p:spPr>
              <a:xfrm>
                <a:off x="4994723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1" name="Freeform 36940">
                <a:extLst>
                  <a:ext uri="{FF2B5EF4-FFF2-40B4-BE49-F238E27FC236}">
                    <a16:creationId xmlns:a16="http://schemas.microsoft.com/office/drawing/2014/main" id="{A9B9724F-8DA1-F4FF-9171-C3CE3F4F7811}"/>
                  </a:ext>
                </a:extLst>
              </p:cNvPr>
              <p:cNvSpPr/>
              <p:nvPr/>
            </p:nvSpPr>
            <p:spPr>
              <a:xfrm>
                <a:off x="4995220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2" name="Freeform 36941">
                <a:extLst>
                  <a:ext uri="{FF2B5EF4-FFF2-40B4-BE49-F238E27FC236}">
                    <a16:creationId xmlns:a16="http://schemas.microsoft.com/office/drawing/2014/main" id="{067C5ECE-783F-A89A-C5F9-35A38630ABBA}"/>
                  </a:ext>
                </a:extLst>
              </p:cNvPr>
              <p:cNvSpPr/>
              <p:nvPr/>
            </p:nvSpPr>
            <p:spPr>
              <a:xfrm>
                <a:off x="4995815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3" name="Freeform 36942">
                <a:extLst>
                  <a:ext uri="{FF2B5EF4-FFF2-40B4-BE49-F238E27FC236}">
                    <a16:creationId xmlns:a16="http://schemas.microsoft.com/office/drawing/2014/main" id="{D2224B3C-9026-7816-283D-E45F47376C59}"/>
                  </a:ext>
                </a:extLst>
              </p:cNvPr>
              <p:cNvSpPr/>
              <p:nvPr/>
            </p:nvSpPr>
            <p:spPr>
              <a:xfrm>
                <a:off x="4996311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4" name="Freeform 36943">
                <a:extLst>
                  <a:ext uri="{FF2B5EF4-FFF2-40B4-BE49-F238E27FC236}">
                    <a16:creationId xmlns:a16="http://schemas.microsoft.com/office/drawing/2014/main" id="{AF05008F-E1C1-B85F-9ED3-EDE19EAC8698}"/>
                  </a:ext>
                </a:extLst>
              </p:cNvPr>
              <p:cNvSpPr/>
              <p:nvPr/>
            </p:nvSpPr>
            <p:spPr>
              <a:xfrm>
                <a:off x="4996807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5" name="Freeform 36944">
                <a:extLst>
                  <a:ext uri="{FF2B5EF4-FFF2-40B4-BE49-F238E27FC236}">
                    <a16:creationId xmlns:a16="http://schemas.microsoft.com/office/drawing/2014/main" id="{668BFAB0-A90F-3E4B-66A6-988568BEC147}"/>
                  </a:ext>
                </a:extLst>
              </p:cNvPr>
              <p:cNvSpPr/>
              <p:nvPr/>
            </p:nvSpPr>
            <p:spPr>
              <a:xfrm>
                <a:off x="4997402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6" name="Freeform 36945">
                <a:extLst>
                  <a:ext uri="{FF2B5EF4-FFF2-40B4-BE49-F238E27FC236}">
                    <a16:creationId xmlns:a16="http://schemas.microsoft.com/office/drawing/2014/main" id="{0DD17EA0-9FC4-7673-596A-7D023F7BF1C2}"/>
                  </a:ext>
                </a:extLst>
              </p:cNvPr>
              <p:cNvSpPr/>
              <p:nvPr/>
            </p:nvSpPr>
            <p:spPr>
              <a:xfrm>
                <a:off x="4997898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7" name="Freeform 36946">
                <a:extLst>
                  <a:ext uri="{FF2B5EF4-FFF2-40B4-BE49-F238E27FC236}">
                    <a16:creationId xmlns:a16="http://schemas.microsoft.com/office/drawing/2014/main" id="{10B78D9D-FDD6-903E-1695-28D625C20B8D}"/>
                  </a:ext>
                </a:extLst>
              </p:cNvPr>
              <p:cNvSpPr/>
              <p:nvPr/>
            </p:nvSpPr>
            <p:spPr>
              <a:xfrm>
                <a:off x="4998395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8" name="Freeform 36947">
                <a:extLst>
                  <a:ext uri="{FF2B5EF4-FFF2-40B4-BE49-F238E27FC236}">
                    <a16:creationId xmlns:a16="http://schemas.microsoft.com/office/drawing/2014/main" id="{220A7EB9-F1C6-32D4-9308-A0F375A1EA3F}"/>
                  </a:ext>
                </a:extLst>
              </p:cNvPr>
              <p:cNvSpPr/>
              <p:nvPr/>
            </p:nvSpPr>
            <p:spPr>
              <a:xfrm>
                <a:off x="4998990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9" name="Freeform 36948">
                <a:extLst>
                  <a:ext uri="{FF2B5EF4-FFF2-40B4-BE49-F238E27FC236}">
                    <a16:creationId xmlns:a16="http://schemas.microsoft.com/office/drawing/2014/main" id="{F91AA3F4-89D8-EF11-E0E4-28B5AF7F1576}"/>
                  </a:ext>
                </a:extLst>
              </p:cNvPr>
              <p:cNvSpPr/>
              <p:nvPr/>
            </p:nvSpPr>
            <p:spPr>
              <a:xfrm>
                <a:off x="4999486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0" name="Freeform 36949">
                <a:extLst>
                  <a:ext uri="{FF2B5EF4-FFF2-40B4-BE49-F238E27FC236}">
                    <a16:creationId xmlns:a16="http://schemas.microsoft.com/office/drawing/2014/main" id="{D3B2A15F-661F-447F-8710-78FC127FA0CA}"/>
                  </a:ext>
                </a:extLst>
              </p:cNvPr>
              <p:cNvSpPr/>
              <p:nvPr/>
            </p:nvSpPr>
            <p:spPr>
              <a:xfrm>
                <a:off x="4999982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1" name="Freeform 36950">
                <a:extLst>
                  <a:ext uri="{FF2B5EF4-FFF2-40B4-BE49-F238E27FC236}">
                    <a16:creationId xmlns:a16="http://schemas.microsoft.com/office/drawing/2014/main" id="{05C5C2CE-8213-0B57-D7FE-921BD28FE107}"/>
                  </a:ext>
                </a:extLst>
              </p:cNvPr>
              <p:cNvSpPr/>
              <p:nvPr/>
            </p:nvSpPr>
            <p:spPr>
              <a:xfrm>
                <a:off x="5000577" y="4216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2" name="Freeform 36951">
                <a:extLst>
                  <a:ext uri="{FF2B5EF4-FFF2-40B4-BE49-F238E27FC236}">
                    <a16:creationId xmlns:a16="http://schemas.microsoft.com/office/drawing/2014/main" id="{FC4C1D8C-4447-4E81-18C7-4F9A1799C57A}"/>
                  </a:ext>
                </a:extLst>
              </p:cNvPr>
              <p:cNvSpPr/>
              <p:nvPr/>
            </p:nvSpPr>
            <p:spPr>
              <a:xfrm>
                <a:off x="5001073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3" name="Freeform 36952">
                <a:extLst>
                  <a:ext uri="{FF2B5EF4-FFF2-40B4-BE49-F238E27FC236}">
                    <a16:creationId xmlns:a16="http://schemas.microsoft.com/office/drawing/2014/main" id="{A20EEA95-EC9F-EA17-7499-0963B5826D68}"/>
                  </a:ext>
                </a:extLst>
              </p:cNvPr>
              <p:cNvSpPr/>
              <p:nvPr/>
            </p:nvSpPr>
            <p:spPr>
              <a:xfrm>
                <a:off x="5001570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4" name="Freeform 36953">
                <a:extLst>
                  <a:ext uri="{FF2B5EF4-FFF2-40B4-BE49-F238E27FC236}">
                    <a16:creationId xmlns:a16="http://schemas.microsoft.com/office/drawing/2014/main" id="{E2F69149-530B-3CAF-2606-F25661912C77}"/>
                  </a:ext>
                </a:extLst>
              </p:cNvPr>
              <p:cNvSpPr/>
              <p:nvPr/>
            </p:nvSpPr>
            <p:spPr>
              <a:xfrm>
                <a:off x="5002066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5" name="Freeform 36954">
                <a:extLst>
                  <a:ext uri="{FF2B5EF4-FFF2-40B4-BE49-F238E27FC236}">
                    <a16:creationId xmlns:a16="http://schemas.microsoft.com/office/drawing/2014/main" id="{61E3DA46-468E-C6E1-704D-09C2D131509C}"/>
                  </a:ext>
                </a:extLst>
              </p:cNvPr>
              <p:cNvSpPr/>
              <p:nvPr/>
            </p:nvSpPr>
            <p:spPr>
              <a:xfrm>
                <a:off x="5002661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6" name="Freeform 36955">
                <a:extLst>
                  <a:ext uri="{FF2B5EF4-FFF2-40B4-BE49-F238E27FC236}">
                    <a16:creationId xmlns:a16="http://schemas.microsoft.com/office/drawing/2014/main" id="{51EE4B98-C53F-3713-3A4A-889A5B26B743}"/>
                  </a:ext>
                </a:extLst>
              </p:cNvPr>
              <p:cNvSpPr/>
              <p:nvPr/>
            </p:nvSpPr>
            <p:spPr>
              <a:xfrm>
                <a:off x="5003157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7" name="Freeform 36956">
                <a:extLst>
                  <a:ext uri="{FF2B5EF4-FFF2-40B4-BE49-F238E27FC236}">
                    <a16:creationId xmlns:a16="http://schemas.microsoft.com/office/drawing/2014/main" id="{356AB8F6-B181-17FB-523E-A965105CD1C8}"/>
                  </a:ext>
                </a:extLst>
              </p:cNvPr>
              <p:cNvSpPr/>
              <p:nvPr/>
            </p:nvSpPr>
            <p:spPr>
              <a:xfrm>
                <a:off x="5003653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8" name="Freeform 36957">
                <a:extLst>
                  <a:ext uri="{FF2B5EF4-FFF2-40B4-BE49-F238E27FC236}">
                    <a16:creationId xmlns:a16="http://schemas.microsoft.com/office/drawing/2014/main" id="{F05AB1E4-E26E-2CB0-977F-6DD32BEC818D}"/>
                  </a:ext>
                </a:extLst>
              </p:cNvPr>
              <p:cNvSpPr/>
              <p:nvPr/>
            </p:nvSpPr>
            <p:spPr>
              <a:xfrm>
                <a:off x="5004248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9" name="Freeform 36958">
                <a:extLst>
                  <a:ext uri="{FF2B5EF4-FFF2-40B4-BE49-F238E27FC236}">
                    <a16:creationId xmlns:a16="http://schemas.microsoft.com/office/drawing/2014/main" id="{BF0D1705-CE03-88E2-5F5A-3BE213B5FDA4}"/>
                  </a:ext>
                </a:extLst>
              </p:cNvPr>
              <p:cNvSpPr/>
              <p:nvPr/>
            </p:nvSpPr>
            <p:spPr>
              <a:xfrm>
                <a:off x="5004745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0" name="Freeform 36959">
                <a:extLst>
                  <a:ext uri="{FF2B5EF4-FFF2-40B4-BE49-F238E27FC236}">
                    <a16:creationId xmlns:a16="http://schemas.microsoft.com/office/drawing/2014/main" id="{931C19FC-E769-9515-EECA-9A9F12A45F1C}"/>
                  </a:ext>
                </a:extLst>
              </p:cNvPr>
              <p:cNvSpPr/>
              <p:nvPr/>
            </p:nvSpPr>
            <p:spPr>
              <a:xfrm>
                <a:off x="5005241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1" name="Freeform 36960">
                <a:extLst>
                  <a:ext uri="{FF2B5EF4-FFF2-40B4-BE49-F238E27FC236}">
                    <a16:creationId xmlns:a16="http://schemas.microsoft.com/office/drawing/2014/main" id="{14420F9D-5381-24CF-0BCE-40F3E1456C00}"/>
                  </a:ext>
                </a:extLst>
              </p:cNvPr>
              <p:cNvSpPr/>
              <p:nvPr/>
            </p:nvSpPr>
            <p:spPr>
              <a:xfrm>
                <a:off x="5005836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2" name="Freeform 36961">
                <a:extLst>
                  <a:ext uri="{FF2B5EF4-FFF2-40B4-BE49-F238E27FC236}">
                    <a16:creationId xmlns:a16="http://schemas.microsoft.com/office/drawing/2014/main" id="{2BDD1579-56F5-9518-DE2C-85F574055296}"/>
                  </a:ext>
                </a:extLst>
              </p:cNvPr>
              <p:cNvSpPr/>
              <p:nvPr/>
            </p:nvSpPr>
            <p:spPr>
              <a:xfrm>
                <a:off x="5006332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3" name="Freeform 36962">
                <a:extLst>
                  <a:ext uri="{FF2B5EF4-FFF2-40B4-BE49-F238E27FC236}">
                    <a16:creationId xmlns:a16="http://schemas.microsoft.com/office/drawing/2014/main" id="{4314E26E-72DB-CB40-FF68-2EEC2F2CF38D}"/>
                  </a:ext>
                </a:extLst>
              </p:cNvPr>
              <p:cNvSpPr/>
              <p:nvPr/>
            </p:nvSpPr>
            <p:spPr>
              <a:xfrm>
                <a:off x="5006828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4" name="Freeform 36963">
                <a:extLst>
                  <a:ext uri="{FF2B5EF4-FFF2-40B4-BE49-F238E27FC236}">
                    <a16:creationId xmlns:a16="http://schemas.microsoft.com/office/drawing/2014/main" id="{17B75806-47D4-7D81-9869-345E70E92D57}"/>
                  </a:ext>
                </a:extLst>
              </p:cNvPr>
              <p:cNvSpPr/>
              <p:nvPr/>
            </p:nvSpPr>
            <p:spPr>
              <a:xfrm>
                <a:off x="5007423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5" name="Freeform 36964">
                <a:extLst>
                  <a:ext uri="{FF2B5EF4-FFF2-40B4-BE49-F238E27FC236}">
                    <a16:creationId xmlns:a16="http://schemas.microsoft.com/office/drawing/2014/main" id="{CF5EA346-1803-4284-4905-D24E142EC38A}"/>
                  </a:ext>
                </a:extLst>
              </p:cNvPr>
              <p:cNvSpPr/>
              <p:nvPr/>
            </p:nvSpPr>
            <p:spPr>
              <a:xfrm>
                <a:off x="5007920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6" name="Freeform 36965">
                <a:extLst>
                  <a:ext uri="{FF2B5EF4-FFF2-40B4-BE49-F238E27FC236}">
                    <a16:creationId xmlns:a16="http://schemas.microsoft.com/office/drawing/2014/main" id="{E3FF7BA4-A74F-33F7-8779-92A16D17F979}"/>
                  </a:ext>
                </a:extLst>
              </p:cNvPr>
              <p:cNvSpPr/>
              <p:nvPr/>
            </p:nvSpPr>
            <p:spPr>
              <a:xfrm>
                <a:off x="5008416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7" name="Freeform 36966">
                <a:extLst>
                  <a:ext uri="{FF2B5EF4-FFF2-40B4-BE49-F238E27FC236}">
                    <a16:creationId xmlns:a16="http://schemas.microsoft.com/office/drawing/2014/main" id="{48A04DB2-3D88-D26F-D912-0F14ECCDC96A}"/>
                  </a:ext>
                </a:extLst>
              </p:cNvPr>
              <p:cNvSpPr/>
              <p:nvPr/>
            </p:nvSpPr>
            <p:spPr>
              <a:xfrm>
                <a:off x="5009011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8" name="Freeform 36967">
                <a:extLst>
                  <a:ext uri="{FF2B5EF4-FFF2-40B4-BE49-F238E27FC236}">
                    <a16:creationId xmlns:a16="http://schemas.microsoft.com/office/drawing/2014/main" id="{6514733F-3B37-190D-49F7-DADD40DA45E7}"/>
                  </a:ext>
                </a:extLst>
              </p:cNvPr>
              <p:cNvSpPr/>
              <p:nvPr/>
            </p:nvSpPr>
            <p:spPr>
              <a:xfrm>
                <a:off x="5009507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9" name="Freeform 36968">
                <a:extLst>
                  <a:ext uri="{FF2B5EF4-FFF2-40B4-BE49-F238E27FC236}">
                    <a16:creationId xmlns:a16="http://schemas.microsoft.com/office/drawing/2014/main" id="{23FE34F5-4B3C-993D-B18B-02CA7AA267E2}"/>
                  </a:ext>
                </a:extLst>
              </p:cNvPr>
              <p:cNvSpPr/>
              <p:nvPr/>
            </p:nvSpPr>
            <p:spPr>
              <a:xfrm>
                <a:off x="5010003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0" name="Freeform 36969">
                <a:extLst>
                  <a:ext uri="{FF2B5EF4-FFF2-40B4-BE49-F238E27FC236}">
                    <a16:creationId xmlns:a16="http://schemas.microsoft.com/office/drawing/2014/main" id="{370B168B-7367-6BCC-A019-9AE515897887}"/>
                  </a:ext>
                </a:extLst>
              </p:cNvPr>
              <p:cNvSpPr/>
              <p:nvPr/>
            </p:nvSpPr>
            <p:spPr>
              <a:xfrm>
                <a:off x="5010598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1" name="Freeform 36970">
                <a:extLst>
                  <a:ext uri="{FF2B5EF4-FFF2-40B4-BE49-F238E27FC236}">
                    <a16:creationId xmlns:a16="http://schemas.microsoft.com/office/drawing/2014/main" id="{A1738FA5-2745-707D-0B97-FBA989387696}"/>
                  </a:ext>
                </a:extLst>
              </p:cNvPr>
              <p:cNvSpPr/>
              <p:nvPr/>
            </p:nvSpPr>
            <p:spPr>
              <a:xfrm>
                <a:off x="5011095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2" name="Freeform 36971">
                <a:extLst>
                  <a:ext uri="{FF2B5EF4-FFF2-40B4-BE49-F238E27FC236}">
                    <a16:creationId xmlns:a16="http://schemas.microsoft.com/office/drawing/2014/main" id="{5C951A59-A440-4185-3C56-19005FCC4A2C}"/>
                  </a:ext>
                </a:extLst>
              </p:cNvPr>
              <p:cNvSpPr/>
              <p:nvPr/>
            </p:nvSpPr>
            <p:spPr>
              <a:xfrm>
                <a:off x="5011591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3" name="Freeform 36972">
                <a:extLst>
                  <a:ext uri="{FF2B5EF4-FFF2-40B4-BE49-F238E27FC236}">
                    <a16:creationId xmlns:a16="http://schemas.microsoft.com/office/drawing/2014/main" id="{93190090-9603-27FE-65B3-6285FCFE2F10}"/>
                  </a:ext>
                </a:extLst>
              </p:cNvPr>
              <p:cNvSpPr/>
              <p:nvPr/>
            </p:nvSpPr>
            <p:spPr>
              <a:xfrm>
                <a:off x="5012186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4" name="Freeform 36973">
                <a:extLst>
                  <a:ext uri="{FF2B5EF4-FFF2-40B4-BE49-F238E27FC236}">
                    <a16:creationId xmlns:a16="http://schemas.microsoft.com/office/drawing/2014/main" id="{3161E570-4694-A773-5B36-82C057F065D0}"/>
                  </a:ext>
                </a:extLst>
              </p:cNvPr>
              <p:cNvSpPr/>
              <p:nvPr/>
            </p:nvSpPr>
            <p:spPr>
              <a:xfrm>
                <a:off x="5012682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5" name="Freeform 36974">
                <a:extLst>
                  <a:ext uri="{FF2B5EF4-FFF2-40B4-BE49-F238E27FC236}">
                    <a16:creationId xmlns:a16="http://schemas.microsoft.com/office/drawing/2014/main" id="{EB279675-1859-407A-A745-9E761183DBFD}"/>
                  </a:ext>
                </a:extLst>
              </p:cNvPr>
              <p:cNvSpPr/>
              <p:nvPr/>
            </p:nvSpPr>
            <p:spPr>
              <a:xfrm>
                <a:off x="501317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6" name="Freeform 36975">
                <a:extLst>
                  <a:ext uri="{FF2B5EF4-FFF2-40B4-BE49-F238E27FC236}">
                    <a16:creationId xmlns:a16="http://schemas.microsoft.com/office/drawing/2014/main" id="{A9BE39C2-9DA3-00B2-ABA2-91D8C08A41FC}"/>
                  </a:ext>
                </a:extLst>
              </p:cNvPr>
              <p:cNvSpPr/>
              <p:nvPr/>
            </p:nvSpPr>
            <p:spPr>
              <a:xfrm>
                <a:off x="501377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7" name="Freeform 36976">
                <a:extLst>
                  <a:ext uri="{FF2B5EF4-FFF2-40B4-BE49-F238E27FC236}">
                    <a16:creationId xmlns:a16="http://schemas.microsoft.com/office/drawing/2014/main" id="{CF015E93-297D-4804-B70B-E4366CB8B718}"/>
                  </a:ext>
                </a:extLst>
              </p:cNvPr>
              <p:cNvSpPr/>
              <p:nvPr/>
            </p:nvSpPr>
            <p:spPr>
              <a:xfrm>
                <a:off x="5014270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8" name="Freeform 36977">
                <a:extLst>
                  <a:ext uri="{FF2B5EF4-FFF2-40B4-BE49-F238E27FC236}">
                    <a16:creationId xmlns:a16="http://schemas.microsoft.com/office/drawing/2014/main" id="{2DCB8009-EE40-102D-2DFA-B7427393B260}"/>
                  </a:ext>
                </a:extLst>
              </p:cNvPr>
              <p:cNvSpPr/>
              <p:nvPr/>
            </p:nvSpPr>
            <p:spPr>
              <a:xfrm>
                <a:off x="5014766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9" name="Freeform 36978">
                <a:extLst>
                  <a:ext uri="{FF2B5EF4-FFF2-40B4-BE49-F238E27FC236}">
                    <a16:creationId xmlns:a16="http://schemas.microsoft.com/office/drawing/2014/main" id="{2B6DC4E3-E7D8-38E8-332F-098AA42585AA}"/>
                  </a:ext>
                </a:extLst>
              </p:cNvPr>
              <p:cNvSpPr/>
              <p:nvPr/>
            </p:nvSpPr>
            <p:spPr>
              <a:xfrm>
                <a:off x="5015262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0" name="Freeform 36979">
                <a:extLst>
                  <a:ext uri="{FF2B5EF4-FFF2-40B4-BE49-F238E27FC236}">
                    <a16:creationId xmlns:a16="http://schemas.microsoft.com/office/drawing/2014/main" id="{40C28267-0AA8-D348-7745-30E594D24374}"/>
                  </a:ext>
                </a:extLst>
              </p:cNvPr>
              <p:cNvSpPr/>
              <p:nvPr/>
            </p:nvSpPr>
            <p:spPr>
              <a:xfrm>
                <a:off x="5015857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1" name="Freeform 36980">
                <a:extLst>
                  <a:ext uri="{FF2B5EF4-FFF2-40B4-BE49-F238E27FC236}">
                    <a16:creationId xmlns:a16="http://schemas.microsoft.com/office/drawing/2014/main" id="{7765C724-BD8C-3FAE-502F-F1F254813AA9}"/>
                  </a:ext>
                </a:extLst>
              </p:cNvPr>
              <p:cNvSpPr/>
              <p:nvPr/>
            </p:nvSpPr>
            <p:spPr>
              <a:xfrm>
                <a:off x="5016353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2" name="Freeform 36981">
                <a:extLst>
                  <a:ext uri="{FF2B5EF4-FFF2-40B4-BE49-F238E27FC236}">
                    <a16:creationId xmlns:a16="http://schemas.microsoft.com/office/drawing/2014/main" id="{CD85EB4D-7378-D743-5727-C1D70C5A47B5}"/>
                  </a:ext>
                </a:extLst>
              </p:cNvPr>
              <p:cNvSpPr/>
              <p:nvPr/>
            </p:nvSpPr>
            <p:spPr>
              <a:xfrm>
                <a:off x="5016849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3" name="Freeform 36982">
                <a:extLst>
                  <a:ext uri="{FF2B5EF4-FFF2-40B4-BE49-F238E27FC236}">
                    <a16:creationId xmlns:a16="http://schemas.microsoft.com/office/drawing/2014/main" id="{7DB3B0CD-57B6-6AB2-5398-965385EB02FD}"/>
                  </a:ext>
                </a:extLst>
              </p:cNvPr>
              <p:cNvSpPr/>
              <p:nvPr/>
            </p:nvSpPr>
            <p:spPr>
              <a:xfrm>
                <a:off x="5017445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4" name="Freeform 36983">
                <a:extLst>
                  <a:ext uri="{FF2B5EF4-FFF2-40B4-BE49-F238E27FC236}">
                    <a16:creationId xmlns:a16="http://schemas.microsoft.com/office/drawing/2014/main" id="{093159C3-C25A-5104-C4B0-4275FC2F5131}"/>
                  </a:ext>
                </a:extLst>
              </p:cNvPr>
              <p:cNvSpPr/>
              <p:nvPr/>
            </p:nvSpPr>
            <p:spPr>
              <a:xfrm>
                <a:off x="5017941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5" name="Freeform 36984">
                <a:extLst>
                  <a:ext uri="{FF2B5EF4-FFF2-40B4-BE49-F238E27FC236}">
                    <a16:creationId xmlns:a16="http://schemas.microsoft.com/office/drawing/2014/main" id="{D1C0F9A6-9E54-23EA-80C6-C5545F891254}"/>
                  </a:ext>
                </a:extLst>
              </p:cNvPr>
              <p:cNvSpPr/>
              <p:nvPr/>
            </p:nvSpPr>
            <p:spPr>
              <a:xfrm>
                <a:off x="501843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6" name="Freeform 36985">
                <a:extLst>
                  <a:ext uri="{FF2B5EF4-FFF2-40B4-BE49-F238E27FC236}">
                    <a16:creationId xmlns:a16="http://schemas.microsoft.com/office/drawing/2014/main" id="{6DD1C7C8-0083-4B38-0300-CFD7F7C5BAF0}"/>
                  </a:ext>
                </a:extLst>
              </p:cNvPr>
              <p:cNvSpPr/>
              <p:nvPr/>
            </p:nvSpPr>
            <p:spPr>
              <a:xfrm>
                <a:off x="501903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7" name="Freeform 36986">
                <a:extLst>
                  <a:ext uri="{FF2B5EF4-FFF2-40B4-BE49-F238E27FC236}">
                    <a16:creationId xmlns:a16="http://schemas.microsoft.com/office/drawing/2014/main" id="{0B5575AA-ABF4-89AC-F33C-A5EA6DD76142}"/>
                  </a:ext>
                </a:extLst>
              </p:cNvPr>
              <p:cNvSpPr/>
              <p:nvPr/>
            </p:nvSpPr>
            <p:spPr>
              <a:xfrm>
                <a:off x="501952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8" name="Freeform 36987">
                <a:extLst>
                  <a:ext uri="{FF2B5EF4-FFF2-40B4-BE49-F238E27FC236}">
                    <a16:creationId xmlns:a16="http://schemas.microsoft.com/office/drawing/2014/main" id="{16BD929C-BC58-77D3-2DA9-F664241BE3F1}"/>
                  </a:ext>
                </a:extLst>
              </p:cNvPr>
              <p:cNvSpPr/>
              <p:nvPr/>
            </p:nvSpPr>
            <p:spPr>
              <a:xfrm>
                <a:off x="5020024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9" name="Freeform 36988">
                <a:extLst>
                  <a:ext uri="{FF2B5EF4-FFF2-40B4-BE49-F238E27FC236}">
                    <a16:creationId xmlns:a16="http://schemas.microsoft.com/office/drawing/2014/main" id="{4C2110BF-8660-8527-4076-7E35B354F13C}"/>
                  </a:ext>
                </a:extLst>
              </p:cNvPr>
              <p:cNvSpPr/>
              <p:nvPr/>
            </p:nvSpPr>
            <p:spPr>
              <a:xfrm>
                <a:off x="5020620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0" name="Freeform 36989">
                <a:extLst>
                  <a:ext uri="{FF2B5EF4-FFF2-40B4-BE49-F238E27FC236}">
                    <a16:creationId xmlns:a16="http://schemas.microsoft.com/office/drawing/2014/main" id="{FC8337CE-40FB-DDAF-A39A-CE2583EBFBBB}"/>
                  </a:ext>
                </a:extLst>
              </p:cNvPr>
              <p:cNvSpPr/>
              <p:nvPr/>
            </p:nvSpPr>
            <p:spPr>
              <a:xfrm>
                <a:off x="5021116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1" name="Freeform 36990">
                <a:extLst>
                  <a:ext uri="{FF2B5EF4-FFF2-40B4-BE49-F238E27FC236}">
                    <a16:creationId xmlns:a16="http://schemas.microsoft.com/office/drawing/2014/main" id="{03DF04DA-67A9-D27F-1550-206BBF1B6656}"/>
                  </a:ext>
                </a:extLst>
              </p:cNvPr>
              <p:cNvSpPr/>
              <p:nvPr/>
            </p:nvSpPr>
            <p:spPr>
              <a:xfrm>
                <a:off x="5021612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2" name="Freeform 36991">
                <a:extLst>
                  <a:ext uri="{FF2B5EF4-FFF2-40B4-BE49-F238E27FC236}">
                    <a16:creationId xmlns:a16="http://schemas.microsoft.com/office/drawing/2014/main" id="{FA41DD94-08D5-7ED6-BA89-AFE968BE5CAA}"/>
                  </a:ext>
                </a:extLst>
              </p:cNvPr>
              <p:cNvSpPr/>
              <p:nvPr/>
            </p:nvSpPr>
            <p:spPr>
              <a:xfrm>
                <a:off x="5022207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3" name="Freeform 36992">
                <a:extLst>
                  <a:ext uri="{FF2B5EF4-FFF2-40B4-BE49-F238E27FC236}">
                    <a16:creationId xmlns:a16="http://schemas.microsoft.com/office/drawing/2014/main" id="{A281A9FC-D112-2AF3-8B1C-4E6108DEE68D}"/>
                  </a:ext>
                </a:extLst>
              </p:cNvPr>
              <p:cNvSpPr/>
              <p:nvPr/>
            </p:nvSpPr>
            <p:spPr>
              <a:xfrm>
                <a:off x="5022703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4" name="Freeform 36993">
                <a:extLst>
                  <a:ext uri="{FF2B5EF4-FFF2-40B4-BE49-F238E27FC236}">
                    <a16:creationId xmlns:a16="http://schemas.microsoft.com/office/drawing/2014/main" id="{EABE36F1-5980-0DAF-1F05-50A3CDD7E7CC}"/>
                  </a:ext>
                </a:extLst>
              </p:cNvPr>
              <p:cNvSpPr/>
              <p:nvPr/>
            </p:nvSpPr>
            <p:spPr>
              <a:xfrm>
                <a:off x="5023199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5" name="Freeform 36994">
                <a:extLst>
                  <a:ext uri="{FF2B5EF4-FFF2-40B4-BE49-F238E27FC236}">
                    <a16:creationId xmlns:a16="http://schemas.microsoft.com/office/drawing/2014/main" id="{4987DFA3-534E-C56E-B3C7-108FCDAFFFA9}"/>
                  </a:ext>
                </a:extLst>
              </p:cNvPr>
              <p:cNvSpPr/>
              <p:nvPr/>
            </p:nvSpPr>
            <p:spPr>
              <a:xfrm>
                <a:off x="5023795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6" name="Freeform 36995">
                <a:extLst>
                  <a:ext uri="{FF2B5EF4-FFF2-40B4-BE49-F238E27FC236}">
                    <a16:creationId xmlns:a16="http://schemas.microsoft.com/office/drawing/2014/main" id="{1F013D05-1FC9-C3D5-7A7C-7BB57B8167CD}"/>
                  </a:ext>
                </a:extLst>
              </p:cNvPr>
              <p:cNvSpPr/>
              <p:nvPr/>
            </p:nvSpPr>
            <p:spPr>
              <a:xfrm>
                <a:off x="5024291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7" name="Freeform 36996">
                <a:extLst>
                  <a:ext uri="{FF2B5EF4-FFF2-40B4-BE49-F238E27FC236}">
                    <a16:creationId xmlns:a16="http://schemas.microsoft.com/office/drawing/2014/main" id="{899F5E85-D97F-A530-0ED1-C5DA0890A79C}"/>
                  </a:ext>
                </a:extLst>
              </p:cNvPr>
              <p:cNvSpPr/>
              <p:nvPr/>
            </p:nvSpPr>
            <p:spPr>
              <a:xfrm>
                <a:off x="5024787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8" name="Freeform 36997">
                <a:extLst>
                  <a:ext uri="{FF2B5EF4-FFF2-40B4-BE49-F238E27FC236}">
                    <a16:creationId xmlns:a16="http://schemas.microsoft.com/office/drawing/2014/main" id="{0B98833F-377E-AF7A-2B3B-87F908A7CE59}"/>
                  </a:ext>
                </a:extLst>
              </p:cNvPr>
              <p:cNvSpPr/>
              <p:nvPr/>
            </p:nvSpPr>
            <p:spPr>
              <a:xfrm>
                <a:off x="5025382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9" name="Freeform 36998">
                <a:extLst>
                  <a:ext uri="{FF2B5EF4-FFF2-40B4-BE49-F238E27FC236}">
                    <a16:creationId xmlns:a16="http://schemas.microsoft.com/office/drawing/2014/main" id="{9A3360BE-16E2-5F87-B98D-574F11680F09}"/>
                  </a:ext>
                </a:extLst>
              </p:cNvPr>
              <p:cNvSpPr/>
              <p:nvPr/>
            </p:nvSpPr>
            <p:spPr>
              <a:xfrm>
                <a:off x="5025878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0" name="Freeform 36999">
                <a:extLst>
                  <a:ext uri="{FF2B5EF4-FFF2-40B4-BE49-F238E27FC236}">
                    <a16:creationId xmlns:a16="http://schemas.microsoft.com/office/drawing/2014/main" id="{2D3773CE-A4BF-81E9-7D80-9C1B549095AE}"/>
                  </a:ext>
                </a:extLst>
              </p:cNvPr>
              <p:cNvSpPr/>
              <p:nvPr/>
            </p:nvSpPr>
            <p:spPr>
              <a:xfrm>
                <a:off x="5026374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1" name="Freeform 37000">
                <a:extLst>
                  <a:ext uri="{FF2B5EF4-FFF2-40B4-BE49-F238E27FC236}">
                    <a16:creationId xmlns:a16="http://schemas.microsoft.com/office/drawing/2014/main" id="{AFDCD185-CC81-BC75-2BA8-3A6E08FFAA63}"/>
                  </a:ext>
                </a:extLst>
              </p:cNvPr>
              <p:cNvSpPr/>
              <p:nvPr/>
            </p:nvSpPr>
            <p:spPr>
              <a:xfrm>
                <a:off x="5026870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2" name="Freeform 37001">
                <a:extLst>
                  <a:ext uri="{FF2B5EF4-FFF2-40B4-BE49-F238E27FC236}">
                    <a16:creationId xmlns:a16="http://schemas.microsoft.com/office/drawing/2014/main" id="{582B7225-6C43-3FEC-E9EA-70D3DB726DB7}"/>
                  </a:ext>
                </a:extLst>
              </p:cNvPr>
              <p:cNvSpPr/>
              <p:nvPr/>
            </p:nvSpPr>
            <p:spPr>
              <a:xfrm>
                <a:off x="5027466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3" name="Freeform 37002">
                <a:extLst>
                  <a:ext uri="{FF2B5EF4-FFF2-40B4-BE49-F238E27FC236}">
                    <a16:creationId xmlns:a16="http://schemas.microsoft.com/office/drawing/2014/main" id="{532B0DFF-3060-6CFD-044B-EB9A0292D5B9}"/>
                  </a:ext>
                </a:extLst>
              </p:cNvPr>
              <p:cNvSpPr/>
              <p:nvPr/>
            </p:nvSpPr>
            <p:spPr>
              <a:xfrm>
                <a:off x="5027962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4" name="Freeform 37003">
                <a:extLst>
                  <a:ext uri="{FF2B5EF4-FFF2-40B4-BE49-F238E27FC236}">
                    <a16:creationId xmlns:a16="http://schemas.microsoft.com/office/drawing/2014/main" id="{6C69F008-33C2-EAC5-2E54-EA66ADA31E9B}"/>
                  </a:ext>
                </a:extLst>
              </p:cNvPr>
              <p:cNvSpPr/>
              <p:nvPr/>
            </p:nvSpPr>
            <p:spPr>
              <a:xfrm>
                <a:off x="502845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5" name="Freeform 37004">
                <a:extLst>
                  <a:ext uri="{FF2B5EF4-FFF2-40B4-BE49-F238E27FC236}">
                    <a16:creationId xmlns:a16="http://schemas.microsoft.com/office/drawing/2014/main" id="{88DA1356-09B7-46D8-7DC0-7717A644E41D}"/>
                  </a:ext>
                </a:extLst>
              </p:cNvPr>
              <p:cNvSpPr/>
              <p:nvPr/>
            </p:nvSpPr>
            <p:spPr>
              <a:xfrm>
                <a:off x="5029053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6" name="Freeform 37005">
                <a:extLst>
                  <a:ext uri="{FF2B5EF4-FFF2-40B4-BE49-F238E27FC236}">
                    <a16:creationId xmlns:a16="http://schemas.microsoft.com/office/drawing/2014/main" id="{88854C5E-5421-DB54-1C68-6320CFA5B01E}"/>
                  </a:ext>
                </a:extLst>
              </p:cNvPr>
              <p:cNvSpPr/>
              <p:nvPr/>
            </p:nvSpPr>
            <p:spPr>
              <a:xfrm>
                <a:off x="5029549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7" name="Freeform 37006">
                <a:extLst>
                  <a:ext uri="{FF2B5EF4-FFF2-40B4-BE49-F238E27FC236}">
                    <a16:creationId xmlns:a16="http://schemas.microsoft.com/office/drawing/2014/main" id="{B8313B06-5393-35CC-520D-BE8354D81E32}"/>
                  </a:ext>
                </a:extLst>
              </p:cNvPr>
              <p:cNvSpPr/>
              <p:nvPr/>
            </p:nvSpPr>
            <p:spPr>
              <a:xfrm>
                <a:off x="5030045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8" name="Freeform 37007">
                <a:extLst>
                  <a:ext uri="{FF2B5EF4-FFF2-40B4-BE49-F238E27FC236}">
                    <a16:creationId xmlns:a16="http://schemas.microsoft.com/office/drawing/2014/main" id="{8CF40DAB-A87C-89DB-1814-34D59D010A6C}"/>
                  </a:ext>
                </a:extLst>
              </p:cNvPr>
              <p:cNvSpPr/>
              <p:nvPr/>
            </p:nvSpPr>
            <p:spPr>
              <a:xfrm>
                <a:off x="5030641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9" name="Freeform 37008">
                <a:extLst>
                  <a:ext uri="{FF2B5EF4-FFF2-40B4-BE49-F238E27FC236}">
                    <a16:creationId xmlns:a16="http://schemas.microsoft.com/office/drawing/2014/main" id="{54182B3F-2D39-2806-8726-F09CF49D0537}"/>
                  </a:ext>
                </a:extLst>
              </p:cNvPr>
              <p:cNvSpPr/>
              <p:nvPr/>
            </p:nvSpPr>
            <p:spPr>
              <a:xfrm>
                <a:off x="5031137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0" name="Freeform 37009">
                <a:extLst>
                  <a:ext uri="{FF2B5EF4-FFF2-40B4-BE49-F238E27FC236}">
                    <a16:creationId xmlns:a16="http://schemas.microsoft.com/office/drawing/2014/main" id="{36660D8C-89CB-FF9B-B1AD-34DA83858156}"/>
                  </a:ext>
                </a:extLst>
              </p:cNvPr>
              <p:cNvSpPr/>
              <p:nvPr/>
            </p:nvSpPr>
            <p:spPr>
              <a:xfrm>
                <a:off x="5031633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1" name="Freeform 37010">
                <a:extLst>
                  <a:ext uri="{FF2B5EF4-FFF2-40B4-BE49-F238E27FC236}">
                    <a16:creationId xmlns:a16="http://schemas.microsoft.com/office/drawing/2014/main" id="{566F2E9E-FDE5-1239-076E-6205A925C803}"/>
                  </a:ext>
                </a:extLst>
              </p:cNvPr>
              <p:cNvSpPr/>
              <p:nvPr/>
            </p:nvSpPr>
            <p:spPr>
              <a:xfrm>
                <a:off x="5032228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2" name="Freeform 37011">
                <a:extLst>
                  <a:ext uri="{FF2B5EF4-FFF2-40B4-BE49-F238E27FC236}">
                    <a16:creationId xmlns:a16="http://schemas.microsoft.com/office/drawing/2014/main" id="{3F068268-63A4-2FD2-776B-BBDE1C3528EC}"/>
                  </a:ext>
                </a:extLst>
              </p:cNvPr>
              <p:cNvSpPr/>
              <p:nvPr/>
            </p:nvSpPr>
            <p:spPr>
              <a:xfrm>
                <a:off x="503272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3" name="Freeform 37012">
                <a:extLst>
                  <a:ext uri="{FF2B5EF4-FFF2-40B4-BE49-F238E27FC236}">
                    <a16:creationId xmlns:a16="http://schemas.microsoft.com/office/drawing/2014/main" id="{DF7C3EF4-C91D-A004-93CD-29474D9D31E5}"/>
                  </a:ext>
                </a:extLst>
              </p:cNvPr>
              <p:cNvSpPr/>
              <p:nvPr/>
            </p:nvSpPr>
            <p:spPr>
              <a:xfrm>
                <a:off x="5033220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4" name="Freeform 37013">
                <a:extLst>
                  <a:ext uri="{FF2B5EF4-FFF2-40B4-BE49-F238E27FC236}">
                    <a16:creationId xmlns:a16="http://schemas.microsoft.com/office/drawing/2014/main" id="{E863BE41-4770-E8A2-FB29-322ECA8CE4DB}"/>
                  </a:ext>
                </a:extLst>
              </p:cNvPr>
              <p:cNvSpPr/>
              <p:nvPr/>
            </p:nvSpPr>
            <p:spPr>
              <a:xfrm>
                <a:off x="5033816" y="4208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5" name="Freeform 37014">
                <a:extLst>
                  <a:ext uri="{FF2B5EF4-FFF2-40B4-BE49-F238E27FC236}">
                    <a16:creationId xmlns:a16="http://schemas.microsoft.com/office/drawing/2014/main" id="{3CD4AED2-C5AD-0FF7-CD0B-78DFAADF429F}"/>
                  </a:ext>
                </a:extLst>
              </p:cNvPr>
              <p:cNvSpPr/>
              <p:nvPr/>
            </p:nvSpPr>
            <p:spPr>
              <a:xfrm>
                <a:off x="5034312" y="4130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6" name="Freeform 37015">
                <a:extLst>
                  <a:ext uri="{FF2B5EF4-FFF2-40B4-BE49-F238E27FC236}">
                    <a16:creationId xmlns:a16="http://schemas.microsoft.com/office/drawing/2014/main" id="{C884A8B5-EBB5-28D8-EA68-E4C944837CB4}"/>
                  </a:ext>
                </a:extLst>
              </p:cNvPr>
              <p:cNvSpPr/>
              <p:nvPr/>
            </p:nvSpPr>
            <p:spPr>
              <a:xfrm>
                <a:off x="5034808" y="4074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7" name="Freeform 37016">
                <a:extLst>
                  <a:ext uri="{FF2B5EF4-FFF2-40B4-BE49-F238E27FC236}">
                    <a16:creationId xmlns:a16="http://schemas.microsoft.com/office/drawing/2014/main" id="{19D7E41C-9D87-01FA-1178-88A704EEEC29}"/>
                  </a:ext>
                </a:extLst>
              </p:cNvPr>
              <p:cNvSpPr/>
              <p:nvPr/>
            </p:nvSpPr>
            <p:spPr>
              <a:xfrm>
                <a:off x="5035403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8" name="Freeform 37017">
                <a:extLst>
                  <a:ext uri="{FF2B5EF4-FFF2-40B4-BE49-F238E27FC236}">
                    <a16:creationId xmlns:a16="http://schemas.microsoft.com/office/drawing/2014/main" id="{D38D1340-3A3F-7198-EDDD-2FDCE5C3036E}"/>
                  </a:ext>
                </a:extLst>
              </p:cNvPr>
              <p:cNvSpPr/>
              <p:nvPr/>
            </p:nvSpPr>
            <p:spPr>
              <a:xfrm>
                <a:off x="5035899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9" name="Freeform 37018">
                <a:extLst>
                  <a:ext uri="{FF2B5EF4-FFF2-40B4-BE49-F238E27FC236}">
                    <a16:creationId xmlns:a16="http://schemas.microsoft.com/office/drawing/2014/main" id="{10EE026F-4913-01A9-7058-C20D7CD41405}"/>
                  </a:ext>
                </a:extLst>
              </p:cNvPr>
              <p:cNvSpPr/>
              <p:nvPr/>
            </p:nvSpPr>
            <p:spPr>
              <a:xfrm>
                <a:off x="5036395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0" name="Freeform 37019">
                <a:extLst>
                  <a:ext uri="{FF2B5EF4-FFF2-40B4-BE49-F238E27FC236}">
                    <a16:creationId xmlns:a16="http://schemas.microsoft.com/office/drawing/2014/main" id="{122FA122-8CE5-83F8-3AC2-6365FD04C7B5}"/>
                  </a:ext>
                </a:extLst>
              </p:cNvPr>
              <p:cNvSpPr/>
              <p:nvPr/>
            </p:nvSpPr>
            <p:spPr>
              <a:xfrm>
                <a:off x="5036991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1" name="Freeform 37020">
                <a:extLst>
                  <a:ext uri="{FF2B5EF4-FFF2-40B4-BE49-F238E27FC236}">
                    <a16:creationId xmlns:a16="http://schemas.microsoft.com/office/drawing/2014/main" id="{70277C40-4EDD-27B5-2183-2E6B58F52094}"/>
                  </a:ext>
                </a:extLst>
              </p:cNvPr>
              <p:cNvSpPr/>
              <p:nvPr/>
            </p:nvSpPr>
            <p:spPr>
              <a:xfrm>
                <a:off x="5037487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2" name="Freeform 37021">
                <a:extLst>
                  <a:ext uri="{FF2B5EF4-FFF2-40B4-BE49-F238E27FC236}">
                    <a16:creationId xmlns:a16="http://schemas.microsoft.com/office/drawing/2014/main" id="{CDD5D525-DF7C-29EF-9631-83364CFD372B}"/>
                  </a:ext>
                </a:extLst>
              </p:cNvPr>
              <p:cNvSpPr/>
              <p:nvPr/>
            </p:nvSpPr>
            <p:spPr>
              <a:xfrm>
                <a:off x="5037983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3" name="Freeform 37022">
                <a:extLst>
                  <a:ext uri="{FF2B5EF4-FFF2-40B4-BE49-F238E27FC236}">
                    <a16:creationId xmlns:a16="http://schemas.microsoft.com/office/drawing/2014/main" id="{0F9252E9-05F6-CBF8-064B-964B4F72A68F}"/>
                  </a:ext>
                </a:extLst>
              </p:cNvPr>
              <p:cNvSpPr/>
              <p:nvPr/>
            </p:nvSpPr>
            <p:spPr>
              <a:xfrm>
                <a:off x="5038479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4" name="Freeform 37023">
                <a:extLst>
                  <a:ext uri="{FF2B5EF4-FFF2-40B4-BE49-F238E27FC236}">
                    <a16:creationId xmlns:a16="http://schemas.microsoft.com/office/drawing/2014/main" id="{133F412E-B53E-9ED1-E166-1D0D57A2B432}"/>
                  </a:ext>
                </a:extLst>
              </p:cNvPr>
              <p:cNvSpPr/>
              <p:nvPr/>
            </p:nvSpPr>
            <p:spPr>
              <a:xfrm>
                <a:off x="5039074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5" name="Freeform 37024">
                <a:extLst>
                  <a:ext uri="{FF2B5EF4-FFF2-40B4-BE49-F238E27FC236}">
                    <a16:creationId xmlns:a16="http://schemas.microsoft.com/office/drawing/2014/main" id="{29CE861C-032E-7D8D-54CB-19321E1F5C29}"/>
                  </a:ext>
                </a:extLst>
              </p:cNvPr>
              <p:cNvSpPr/>
              <p:nvPr/>
            </p:nvSpPr>
            <p:spPr>
              <a:xfrm>
                <a:off x="5039570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6" name="Freeform 37025">
                <a:extLst>
                  <a:ext uri="{FF2B5EF4-FFF2-40B4-BE49-F238E27FC236}">
                    <a16:creationId xmlns:a16="http://schemas.microsoft.com/office/drawing/2014/main" id="{CFC4007D-BF52-EED8-8163-64221E0BE1AC}"/>
                  </a:ext>
                </a:extLst>
              </p:cNvPr>
              <p:cNvSpPr/>
              <p:nvPr/>
            </p:nvSpPr>
            <p:spPr>
              <a:xfrm>
                <a:off x="5040066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7" name="Freeform 37026">
                <a:extLst>
                  <a:ext uri="{FF2B5EF4-FFF2-40B4-BE49-F238E27FC236}">
                    <a16:creationId xmlns:a16="http://schemas.microsoft.com/office/drawing/2014/main" id="{A2A38C9C-FFAB-EA61-CC20-F361F3DEAABC}"/>
                  </a:ext>
                </a:extLst>
              </p:cNvPr>
              <p:cNvSpPr/>
              <p:nvPr/>
            </p:nvSpPr>
            <p:spPr>
              <a:xfrm>
                <a:off x="5040662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8" name="Freeform 37027">
                <a:extLst>
                  <a:ext uri="{FF2B5EF4-FFF2-40B4-BE49-F238E27FC236}">
                    <a16:creationId xmlns:a16="http://schemas.microsoft.com/office/drawing/2014/main" id="{F457E377-04DF-9E87-84E2-6F6A66C1EBFB}"/>
                  </a:ext>
                </a:extLst>
              </p:cNvPr>
              <p:cNvSpPr/>
              <p:nvPr/>
            </p:nvSpPr>
            <p:spPr>
              <a:xfrm>
                <a:off x="5041158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9" name="Freeform 37028">
                <a:extLst>
                  <a:ext uri="{FF2B5EF4-FFF2-40B4-BE49-F238E27FC236}">
                    <a16:creationId xmlns:a16="http://schemas.microsoft.com/office/drawing/2014/main" id="{BC883FC4-7AFF-E4C7-C824-BB6D6641E1C8}"/>
                  </a:ext>
                </a:extLst>
              </p:cNvPr>
              <p:cNvSpPr/>
              <p:nvPr/>
            </p:nvSpPr>
            <p:spPr>
              <a:xfrm>
                <a:off x="5041654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0" name="Freeform 37029">
                <a:extLst>
                  <a:ext uri="{FF2B5EF4-FFF2-40B4-BE49-F238E27FC236}">
                    <a16:creationId xmlns:a16="http://schemas.microsoft.com/office/drawing/2014/main" id="{26A32A70-DD75-0CAA-5770-11BA84A96843}"/>
                  </a:ext>
                </a:extLst>
              </p:cNvPr>
              <p:cNvSpPr/>
              <p:nvPr/>
            </p:nvSpPr>
            <p:spPr>
              <a:xfrm>
                <a:off x="504224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1" name="Freeform 37030">
                <a:extLst>
                  <a:ext uri="{FF2B5EF4-FFF2-40B4-BE49-F238E27FC236}">
                    <a16:creationId xmlns:a16="http://schemas.microsoft.com/office/drawing/2014/main" id="{900478A1-4695-F1B5-04C4-37A84DAA3D76}"/>
                  </a:ext>
                </a:extLst>
              </p:cNvPr>
              <p:cNvSpPr/>
              <p:nvPr/>
            </p:nvSpPr>
            <p:spPr>
              <a:xfrm>
                <a:off x="504274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2" name="Freeform 37031">
                <a:extLst>
                  <a:ext uri="{FF2B5EF4-FFF2-40B4-BE49-F238E27FC236}">
                    <a16:creationId xmlns:a16="http://schemas.microsoft.com/office/drawing/2014/main" id="{4E03106C-C880-81CE-B26E-EC567B25FA4E}"/>
                  </a:ext>
                </a:extLst>
              </p:cNvPr>
              <p:cNvSpPr/>
              <p:nvPr/>
            </p:nvSpPr>
            <p:spPr>
              <a:xfrm>
                <a:off x="5043241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3" name="Freeform 37032">
                <a:extLst>
                  <a:ext uri="{FF2B5EF4-FFF2-40B4-BE49-F238E27FC236}">
                    <a16:creationId xmlns:a16="http://schemas.microsoft.com/office/drawing/2014/main" id="{67BC9D12-A74D-1F8D-4662-190ABC880CD6}"/>
                  </a:ext>
                </a:extLst>
              </p:cNvPr>
              <p:cNvSpPr/>
              <p:nvPr/>
            </p:nvSpPr>
            <p:spPr>
              <a:xfrm>
                <a:off x="5043837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4" name="Freeform 37033">
                <a:extLst>
                  <a:ext uri="{FF2B5EF4-FFF2-40B4-BE49-F238E27FC236}">
                    <a16:creationId xmlns:a16="http://schemas.microsoft.com/office/drawing/2014/main" id="{2B8751C5-E307-FBFF-9FC5-D1229559C863}"/>
                  </a:ext>
                </a:extLst>
              </p:cNvPr>
              <p:cNvSpPr/>
              <p:nvPr/>
            </p:nvSpPr>
            <p:spPr>
              <a:xfrm>
                <a:off x="504433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5" name="Freeform 37034">
                <a:extLst>
                  <a:ext uri="{FF2B5EF4-FFF2-40B4-BE49-F238E27FC236}">
                    <a16:creationId xmlns:a16="http://schemas.microsoft.com/office/drawing/2014/main" id="{2C6E18EE-30DC-7E61-0DA1-2B51D5690EC9}"/>
                  </a:ext>
                </a:extLst>
              </p:cNvPr>
              <p:cNvSpPr/>
              <p:nvPr/>
            </p:nvSpPr>
            <p:spPr>
              <a:xfrm>
                <a:off x="504482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6" name="Freeform 37035">
                <a:extLst>
                  <a:ext uri="{FF2B5EF4-FFF2-40B4-BE49-F238E27FC236}">
                    <a16:creationId xmlns:a16="http://schemas.microsoft.com/office/drawing/2014/main" id="{4A1462AF-04BD-87EC-9BE8-896011302E90}"/>
                  </a:ext>
                </a:extLst>
              </p:cNvPr>
              <p:cNvSpPr/>
              <p:nvPr/>
            </p:nvSpPr>
            <p:spPr>
              <a:xfrm>
                <a:off x="5045424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7" name="Freeform 37036">
                <a:extLst>
                  <a:ext uri="{FF2B5EF4-FFF2-40B4-BE49-F238E27FC236}">
                    <a16:creationId xmlns:a16="http://schemas.microsoft.com/office/drawing/2014/main" id="{E5C34DD5-602B-2F7D-528C-D4CCBCE17B31}"/>
                  </a:ext>
                </a:extLst>
              </p:cNvPr>
              <p:cNvSpPr/>
              <p:nvPr/>
            </p:nvSpPr>
            <p:spPr>
              <a:xfrm>
                <a:off x="5045920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8" name="Freeform 37037">
                <a:extLst>
                  <a:ext uri="{FF2B5EF4-FFF2-40B4-BE49-F238E27FC236}">
                    <a16:creationId xmlns:a16="http://schemas.microsoft.com/office/drawing/2014/main" id="{93B38C4E-388C-6B05-5E9F-0BEE3087C816}"/>
                  </a:ext>
                </a:extLst>
              </p:cNvPr>
              <p:cNvSpPr/>
              <p:nvPr/>
            </p:nvSpPr>
            <p:spPr>
              <a:xfrm>
                <a:off x="5046416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9" name="Freeform 37038">
                <a:extLst>
                  <a:ext uri="{FF2B5EF4-FFF2-40B4-BE49-F238E27FC236}">
                    <a16:creationId xmlns:a16="http://schemas.microsoft.com/office/drawing/2014/main" id="{D9872A25-C4AF-7733-8D0B-4CD45F95C01F}"/>
                  </a:ext>
                </a:extLst>
              </p:cNvPr>
              <p:cNvSpPr/>
              <p:nvPr/>
            </p:nvSpPr>
            <p:spPr>
              <a:xfrm>
                <a:off x="5047012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0" name="Freeform 37039">
                <a:extLst>
                  <a:ext uri="{FF2B5EF4-FFF2-40B4-BE49-F238E27FC236}">
                    <a16:creationId xmlns:a16="http://schemas.microsoft.com/office/drawing/2014/main" id="{2323D70F-A68E-E723-066F-57CD2A887585}"/>
                  </a:ext>
                </a:extLst>
              </p:cNvPr>
              <p:cNvSpPr/>
              <p:nvPr/>
            </p:nvSpPr>
            <p:spPr>
              <a:xfrm>
                <a:off x="5047508" y="4119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1" name="Freeform 37040">
                <a:extLst>
                  <a:ext uri="{FF2B5EF4-FFF2-40B4-BE49-F238E27FC236}">
                    <a16:creationId xmlns:a16="http://schemas.microsoft.com/office/drawing/2014/main" id="{ACC6CDD0-940E-7DF3-E159-7A8DCBC5BF2F}"/>
                  </a:ext>
                </a:extLst>
              </p:cNvPr>
              <p:cNvSpPr/>
              <p:nvPr/>
            </p:nvSpPr>
            <p:spPr>
              <a:xfrm>
                <a:off x="5048004" y="4180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2" name="Freeform 37041">
                <a:extLst>
                  <a:ext uri="{FF2B5EF4-FFF2-40B4-BE49-F238E27FC236}">
                    <a16:creationId xmlns:a16="http://schemas.microsoft.com/office/drawing/2014/main" id="{33ABB516-E933-EEDE-005C-94441CEBEBF6}"/>
                  </a:ext>
                </a:extLst>
              </p:cNvPr>
              <p:cNvSpPr/>
              <p:nvPr/>
            </p:nvSpPr>
            <p:spPr>
              <a:xfrm>
                <a:off x="5048599" y="4079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3" name="Freeform 37042">
                <a:extLst>
                  <a:ext uri="{FF2B5EF4-FFF2-40B4-BE49-F238E27FC236}">
                    <a16:creationId xmlns:a16="http://schemas.microsoft.com/office/drawing/2014/main" id="{436C29F9-256C-2D75-EA92-26CBB971EFCA}"/>
                  </a:ext>
                </a:extLst>
              </p:cNvPr>
              <p:cNvSpPr/>
              <p:nvPr/>
            </p:nvSpPr>
            <p:spPr>
              <a:xfrm>
                <a:off x="5049095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4" name="Freeform 37043">
                <a:extLst>
                  <a:ext uri="{FF2B5EF4-FFF2-40B4-BE49-F238E27FC236}">
                    <a16:creationId xmlns:a16="http://schemas.microsoft.com/office/drawing/2014/main" id="{3B0FAD02-D53C-2E8E-8291-07D513397966}"/>
                  </a:ext>
                </a:extLst>
              </p:cNvPr>
              <p:cNvSpPr/>
              <p:nvPr/>
            </p:nvSpPr>
            <p:spPr>
              <a:xfrm>
                <a:off x="5049591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5" name="Freeform 37044">
                <a:extLst>
                  <a:ext uri="{FF2B5EF4-FFF2-40B4-BE49-F238E27FC236}">
                    <a16:creationId xmlns:a16="http://schemas.microsoft.com/office/drawing/2014/main" id="{AEEC5BB9-DC82-1F4C-1567-9E1DBAFACC06}"/>
                  </a:ext>
                </a:extLst>
              </p:cNvPr>
              <p:cNvSpPr/>
              <p:nvPr/>
            </p:nvSpPr>
            <p:spPr>
              <a:xfrm>
                <a:off x="5050187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6" name="Freeform 37045">
                <a:extLst>
                  <a:ext uri="{FF2B5EF4-FFF2-40B4-BE49-F238E27FC236}">
                    <a16:creationId xmlns:a16="http://schemas.microsoft.com/office/drawing/2014/main" id="{56F64B07-193F-913A-E73C-A4238E0E1606}"/>
                  </a:ext>
                </a:extLst>
              </p:cNvPr>
              <p:cNvSpPr/>
              <p:nvPr/>
            </p:nvSpPr>
            <p:spPr>
              <a:xfrm>
                <a:off x="5050683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7" name="Freeform 37046">
                <a:extLst>
                  <a:ext uri="{FF2B5EF4-FFF2-40B4-BE49-F238E27FC236}">
                    <a16:creationId xmlns:a16="http://schemas.microsoft.com/office/drawing/2014/main" id="{BEE9F708-21EB-23AA-E94C-F554E4F31D54}"/>
                  </a:ext>
                </a:extLst>
              </p:cNvPr>
              <p:cNvSpPr/>
              <p:nvPr/>
            </p:nvSpPr>
            <p:spPr>
              <a:xfrm>
                <a:off x="5051179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8" name="Freeform 37047">
                <a:extLst>
                  <a:ext uri="{FF2B5EF4-FFF2-40B4-BE49-F238E27FC236}">
                    <a16:creationId xmlns:a16="http://schemas.microsoft.com/office/drawing/2014/main" id="{BDB43BD8-8178-71B4-3AF5-B2B64F09ADF0}"/>
                  </a:ext>
                </a:extLst>
              </p:cNvPr>
              <p:cNvSpPr/>
              <p:nvPr/>
            </p:nvSpPr>
            <p:spPr>
              <a:xfrm>
                <a:off x="5051675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9" name="Freeform 37048">
                <a:extLst>
                  <a:ext uri="{FF2B5EF4-FFF2-40B4-BE49-F238E27FC236}">
                    <a16:creationId xmlns:a16="http://schemas.microsoft.com/office/drawing/2014/main" id="{C282B555-A187-4F0B-8086-776707B220A2}"/>
                  </a:ext>
                </a:extLst>
              </p:cNvPr>
              <p:cNvSpPr/>
              <p:nvPr/>
            </p:nvSpPr>
            <p:spPr>
              <a:xfrm>
                <a:off x="5052270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0" name="Freeform 37049">
                <a:extLst>
                  <a:ext uri="{FF2B5EF4-FFF2-40B4-BE49-F238E27FC236}">
                    <a16:creationId xmlns:a16="http://schemas.microsoft.com/office/drawing/2014/main" id="{AFF7FE6B-4D37-5DBB-E266-212FF41B15E6}"/>
                  </a:ext>
                </a:extLst>
              </p:cNvPr>
              <p:cNvSpPr/>
              <p:nvPr/>
            </p:nvSpPr>
            <p:spPr>
              <a:xfrm>
                <a:off x="5052766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1" name="Freeform 37050">
                <a:extLst>
                  <a:ext uri="{FF2B5EF4-FFF2-40B4-BE49-F238E27FC236}">
                    <a16:creationId xmlns:a16="http://schemas.microsoft.com/office/drawing/2014/main" id="{EBDFC39F-BEEA-1774-35A1-A640C7E46BA5}"/>
                  </a:ext>
                </a:extLst>
              </p:cNvPr>
              <p:cNvSpPr/>
              <p:nvPr/>
            </p:nvSpPr>
            <p:spPr>
              <a:xfrm>
                <a:off x="5053263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2" name="Freeform 37051">
                <a:extLst>
                  <a:ext uri="{FF2B5EF4-FFF2-40B4-BE49-F238E27FC236}">
                    <a16:creationId xmlns:a16="http://schemas.microsoft.com/office/drawing/2014/main" id="{07365E49-73F4-E1F2-9FE1-B111891CECD5}"/>
                  </a:ext>
                </a:extLst>
              </p:cNvPr>
              <p:cNvSpPr/>
              <p:nvPr/>
            </p:nvSpPr>
            <p:spPr>
              <a:xfrm>
                <a:off x="505385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3" name="Freeform 37052">
                <a:extLst>
                  <a:ext uri="{FF2B5EF4-FFF2-40B4-BE49-F238E27FC236}">
                    <a16:creationId xmlns:a16="http://schemas.microsoft.com/office/drawing/2014/main" id="{2ED92271-3121-D3FB-9310-1B6963081AF5}"/>
                  </a:ext>
                </a:extLst>
              </p:cNvPr>
              <p:cNvSpPr/>
              <p:nvPr/>
            </p:nvSpPr>
            <p:spPr>
              <a:xfrm>
                <a:off x="505435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4" name="Freeform 37053">
                <a:extLst>
                  <a:ext uri="{FF2B5EF4-FFF2-40B4-BE49-F238E27FC236}">
                    <a16:creationId xmlns:a16="http://schemas.microsoft.com/office/drawing/2014/main" id="{4E622237-7C38-1FAC-072E-10935991DF8B}"/>
                  </a:ext>
                </a:extLst>
              </p:cNvPr>
              <p:cNvSpPr/>
              <p:nvPr/>
            </p:nvSpPr>
            <p:spPr>
              <a:xfrm>
                <a:off x="505485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5" name="Freeform 37054">
                <a:extLst>
                  <a:ext uri="{FF2B5EF4-FFF2-40B4-BE49-F238E27FC236}">
                    <a16:creationId xmlns:a16="http://schemas.microsoft.com/office/drawing/2014/main" id="{30425158-55D8-C3BB-4B6E-6F6CAE58DDA2}"/>
                  </a:ext>
                </a:extLst>
              </p:cNvPr>
              <p:cNvSpPr/>
              <p:nvPr/>
            </p:nvSpPr>
            <p:spPr>
              <a:xfrm>
                <a:off x="5055445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6" name="Freeform 37055">
                <a:extLst>
                  <a:ext uri="{FF2B5EF4-FFF2-40B4-BE49-F238E27FC236}">
                    <a16:creationId xmlns:a16="http://schemas.microsoft.com/office/drawing/2014/main" id="{83724A2C-7BC0-5AAD-536C-85B91115B349}"/>
                  </a:ext>
                </a:extLst>
              </p:cNvPr>
              <p:cNvSpPr/>
              <p:nvPr/>
            </p:nvSpPr>
            <p:spPr>
              <a:xfrm>
                <a:off x="505594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7" name="Freeform 37056">
                <a:extLst>
                  <a:ext uri="{FF2B5EF4-FFF2-40B4-BE49-F238E27FC236}">
                    <a16:creationId xmlns:a16="http://schemas.microsoft.com/office/drawing/2014/main" id="{3250B528-67A1-B530-F3D8-7E9B3BD97147}"/>
                  </a:ext>
                </a:extLst>
              </p:cNvPr>
              <p:cNvSpPr/>
              <p:nvPr/>
            </p:nvSpPr>
            <p:spPr>
              <a:xfrm>
                <a:off x="505643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8" name="Freeform 37057">
                <a:extLst>
                  <a:ext uri="{FF2B5EF4-FFF2-40B4-BE49-F238E27FC236}">
                    <a16:creationId xmlns:a16="http://schemas.microsoft.com/office/drawing/2014/main" id="{B8D3E996-8D5F-BE4F-0B8E-46B57B11EEFF}"/>
                  </a:ext>
                </a:extLst>
              </p:cNvPr>
              <p:cNvSpPr/>
              <p:nvPr/>
            </p:nvSpPr>
            <p:spPr>
              <a:xfrm>
                <a:off x="505703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9" name="Freeform 37058">
                <a:extLst>
                  <a:ext uri="{FF2B5EF4-FFF2-40B4-BE49-F238E27FC236}">
                    <a16:creationId xmlns:a16="http://schemas.microsoft.com/office/drawing/2014/main" id="{3FD5D54C-876B-77CC-BB92-FC682E17A369}"/>
                  </a:ext>
                </a:extLst>
              </p:cNvPr>
              <p:cNvSpPr/>
              <p:nvPr/>
            </p:nvSpPr>
            <p:spPr>
              <a:xfrm>
                <a:off x="505752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0" name="Freeform 37059">
                <a:extLst>
                  <a:ext uri="{FF2B5EF4-FFF2-40B4-BE49-F238E27FC236}">
                    <a16:creationId xmlns:a16="http://schemas.microsoft.com/office/drawing/2014/main" id="{0AA48908-B75A-3D59-89F6-01CC914749C6}"/>
                  </a:ext>
                </a:extLst>
              </p:cNvPr>
              <p:cNvSpPr/>
              <p:nvPr/>
            </p:nvSpPr>
            <p:spPr>
              <a:xfrm>
                <a:off x="505802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1" name="Freeform 37060">
                <a:extLst>
                  <a:ext uri="{FF2B5EF4-FFF2-40B4-BE49-F238E27FC236}">
                    <a16:creationId xmlns:a16="http://schemas.microsoft.com/office/drawing/2014/main" id="{A9D3E6C2-76CF-90CB-24C0-5090581764BF}"/>
                  </a:ext>
                </a:extLst>
              </p:cNvPr>
              <p:cNvSpPr/>
              <p:nvPr/>
            </p:nvSpPr>
            <p:spPr>
              <a:xfrm>
                <a:off x="5058620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2" name="Freeform 37061">
                <a:extLst>
                  <a:ext uri="{FF2B5EF4-FFF2-40B4-BE49-F238E27FC236}">
                    <a16:creationId xmlns:a16="http://schemas.microsoft.com/office/drawing/2014/main" id="{9781F3A8-7590-D86F-0B11-2E2F346A4D32}"/>
                  </a:ext>
                </a:extLst>
              </p:cNvPr>
              <p:cNvSpPr/>
              <p:nvPr/>
            </p:nvSpPr>
            <p:spPr>
              <a:xfrm>
                <a:off x="5059116" y="4032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3" name="Freeform 37062">
                <a:extLst>
                  <a:ext uri="{FF2B5EF4-FFF2-40B4-BE49-F238E27FC236}">
                    <a16:creationId xmlns:a16="http://schemas.microsoft.com/office/drawing/2014/main" id="{4B40B0BA-647F-262C-59F1-578AA4F5BFCB}"/>
                  </a:ext>
                </a:extLst>
              </p:cNvPr>
              <p:cNvSpPr/>
              <p:nvPr/>
            </p:nvSpPr>
            <p:spPr>
              <a:xfrm>
                <a:off x="5059613" y="3906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4" name="Freeform 37063">
                <a:extLst>
                  <a:ext uri="{FF2B5EF4-FFF2-40B4-BE49-F238E27FC236}">
                    <a16:creationId xmlns:a16="http://schemas.microsoft.com/office/drawing/2014/main" id="{8AC6DF89-48CA-CE77-A5CA-B1F8BAC57DD6}"/>
                  </a:ext>
                </a:extLst>
              </p:cNvPr>
              <p:cNvSpPr/>
              <p:nvPr/>
            </p:nvSpPr>
            <p:spPr>
              <a:xfrm>
                <a:off x="5060208" y="3790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5" name="Freeform 37064">
                <a:extLst>
                  <a:ext uri="{FF2B5EF4-FFF2-40B4-BE49-F238E27FC236}">
                    <a16:creationId xmlns:a16="http://schemas.microsoft.com/office/drawing/2014/main" id="{187A02B5-AA63-3751-BBF1-5BD13001534A}"/>
                  </a:ext>
                </a:extLst>
              </p:cNvPr>
              <p:cNvSpPr/>
              <p:nvPr/>
            </p:nvSpPr>
            <p:spPr>
              <a:xfrm>
                <a:off x="5060704" y="3913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6" name="Freeform 37065">
                <a:extLst>
                  <a:ext uri="{FF2B5EF4-FFF2-40B4-BE49-F238E27FC236}">
                    <a16:creationId xmlns:a16="http://schemas.microsoft.com/office/drawing/2014/main" id="{6F8AC887-5C31-7ADF-1825-1261735486CD}"/>
                  </a:ext>
                </a:extLst>
              </p:cNvPr>
              <p:cNvSpPr/>
              <p:nvPr/>
            </p:nvSpPr>
            <p:spPr>
              <a:xfrm>
                <a:off x="5061200" y="3819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7" name="Freeform 37066">
                <a:extLst>
                  <a:ext uri="{FF2B5EF4-FFF2-40B4-BE49-F238E27FC236}">
                    <a16:creationId xmlns:a16="http://schemas.microsoft.com/office/drawing/2014/main" id="{E08684C4-9CE3-E846-63A1-34BDC6785CC5}"/>
                  </a:ext>
                </a:extLst>
              </p:cNvPr>
              <p:cNvSpPr/>
              <p:nvPr/>
            </p:nvSpPr>
            <p:spPr>
              <a:xfrm>
                <a:off x="5061795" y="4116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8" name="Freeform 37067">
                <a:extLst>
                  <a:ext uri="{FF2B5EF4-FFF2-40B4-BE49-F238E27FC236}">
                    <a16:creationId xmlns:a16="http://schemas.microsoft.com/office/drawing/2014/main" id="{1ED384C3-0B0A-A693-988F-4F442AD35461}"/>
                  </a:ext>
                </a:extLst>
              </p:cNvPr>
              <p:cNvSpPr/>
              <p:nvPr/>
            </p:nvSpPr>
            <p:spPr>
              <a:xfrm>
                <a:off x="5062291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9" name="Freeform 37068">
                <a:extLst>
                  <a:ext uri="{FF2B5EF4-FFF2-40B4-BE49-F238E27FC236}">
                    <a16:creationId xmlns:a16="http://schemas.microsoft.com/office/drawing/2014/main" id="{AD7B294F-D844-A150-AB17-43C23B570316}"/>
                  </a:ext>
                </a:extLst>
              </p:cNvPr>
              <p:cNvSpPr/>
              <p:nvPr/>
            </p:nvSpPr>
            <p:spPr>
              <a:xfrm>
                <a:off x="5062788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0" name="Freeform 37069">
                <a:extLst>
                  <a:ext uri="{FF2B5EF4-FFF2-40B4-BE49-F238E27FC236}">
                    <a16:creationId xmlns:a16="http://schemas.microsoft.com/office/drawing/2014/main" id="{3C831D70-17D2-9D8F-5BE3-6097B173DF9A}"/>
                  </a:ext>
                </a:extLst>
              </p:cNvPr>
              <p:cNvSpPr/>
              <p:nvPr/>
            </p:nvSpPr>
            <p:spPr>
              <a:xfrm>
                <a:off x="5063284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1" name="Freeform 37070">
                <a:extLst>
                  <a:ext uri="{FF2B5EF4-FFF2-40B4-BE49-F238E27FC236}">
                    <a16:creationId xmlns:a16="http://schemas.microsoft.com/office/drawing/2014/main" id="{FC846EF9-25BE-6000-CBFD-FCBE0E2CDAFF}"/>
                  </a:ext>
                </a:extLst>
              </p:cNvPr>
              <p:cNvSpPr/>
              <p:nvPr/>
            </p:nvSpPr>
            <p:spPr>
              <a:xfrm>
                <a:off x="5063879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2" name="Freeform 37071">
                <a:extLst>
                  <a:ext uri="{FF2B5EF4-FFF2-40B4-BE49-F238E27FC236}">
                    <a16:creationId xmlns:a16="http://schemas.microsoft.com/office/drawing/2014/main" id="{BD193279-EB89-7214-43AD-B435331AD3E5}"/>
                  </a:ext>
                </a:extLst>
              </p:cNvPr>
              <p:cNvSpPr/>
              <p:nvPr/>
            </p:nvSpPr>
            <p:spPr>
              <a:xfrm>
                <a:off x="5064375" y="4212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3" name="Freeform 37072">
                <a:extLst>
                  <a:ext uri="{FF2B5EF4-FFF2-40B4-BE49-F238E27FC236}">
                    <a16:creationId xmlns:a16="http://schemas.microsoft.com/office/drawing/2014/main" id="{7412636E-527F-E1D5-41E3-DE9D57685899}"/>
                  </a:ext>
                </a:extLst>
              </p:cNvPr>
              <p:cNvSpPr/>
              <p:nvPr/>
            </p:nvSpPr>
            <p:spPr>
              <a:xfrm>
                <a:off x="5064871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4" name="Freeform 37073">
                <a:extLst>
                  <a:ext uri="{FF2B5EF4-FFF2-40B4-BE49-F238E27FC236}">
                    <a16:creationId xmlns:a16="http://schemas.microsoft.com/office/drawing/2014/main" id="{0A58DD4F-1B0D-37F8-9A4E-19C0C0AD801A}"/>
                  </a:ext>
                </a:extLst>
              </p:cNvPr>
              <p:cNvSpPr/>
              <p:nvPr/>
            </p:nvSpPr>
            <p:spPr>
              <a:xfrm>
                <a:off x="5065466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5" name="Freeform 37074">
                <a:extLst>
                  <a:ext uri="{FF2B5EF4-FFF2-40B4-BE49-F238E27FC236}">
                    <a16:creationId xmlns:a16="http://schemas.microsoft.com/office/drawing/2014/main" id="{DECB7189-CA30-5176-7ED0-7E3ABBF27141}"/>
                  </a:ext>
                </a:extLst>
              </p:cNvPr>
              <p:cNvSpPr/>
              <p:nvPr/>
            </p:nvSpPr>
            <p:spPr>
              <a:xfrm>
                <a:off x="5065963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6" name="Freeform 37075">
                <a:extLst>
                  <a:ext uri="{FF2B5EF4-FFF2-40B4-BE49-F238E27FC236}">
                    <a16:creationId xmlns:a16="http://schemas.microsoft.com/office/drawing/2014/main" id="{EBABCBC4-86B2-E5AE-F82B-A6EE39D1546F}"/>
                  </a:ext>
                </a:extLst>
              </p:cNvPr>
              <p:cNvSpPr/>
              <p:nvPr/>
            </p:nvSpPr>
            <p:spPr>
              <a:xfrm>
                <a:off x="5066459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7" name="Freeform 37076">
                <a:extLst>
                  <a:ext uri="{FF2B5EF4-FFF2-40B4-BE49-F238E27FC236}">
                    <a16:creationId xmlns:a16="http://schemas.microsoft.com/office/drawing/2014/main" id="{133077B5-FF54-5765-333D-D0C049094252}"/>
                  </a:ext>
                </a:extLst>
              </p:cNvPr>
              <p:cNvSpPr/>
              <p:nvPr/>
            </p:nvSpPr>
            <p:spPr>
              <a:xfrm>
                <a:off x="5067054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8" name="Freeform 37077">
                <a:extLst>
                  <a:ext uri="{FF2B5EF4-FFF2-40B4-BE49-F238E27FC236}">
                    <a16:creationId xmlns:a16="http://schemas.microsoft.com/office/drawing/2014/main" id="{0E888D4F-3354-A0F9-C708-9CF450992653}"/>
                  </a:ext>
                </a:extLst>
              </p:cNvPr>
              <p:cNvSpPr/>
              <p:nvPr/>
            </p:nvSpPr>
            <p:spPr>
              <a:xfrm>
                <a:off x="5067550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9" name="Freeform 37078">
                <a:extLst>
                  <a:ext uri="{FF2B5EF4-FFF2-40B4-BE49-F238E27FC236}">
                    <a16:creationId xmlns:a16="http://schemas.microsoft.com/office/drawing/2014/main" id="{C0715BA8-EFDD-9829-5077-317D3C3E70BF}"/>
                  </a:ext>
                </a:extLst>
              </p:cNvPr>
              <p:cNvSpPr/>
              <p:nvPr/>
            </p:nvSpPr>
            <p:spPr>
              <a:xfrm>
                <a:off x="5068046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0" name="Freeform 37079">
                <a:extLst>
                  <a:ext uri="{FF2B5EF4-FFF2-40B4-BE49-F238E27FC236}">
                    <a16:creationId xmlns:a16="http://schemas.microsoft.com/office/drawing/2014/main" id="{A13C7B6C-D146-88B3-F3AF-6584A0D1B926}"/>
                  </a:ext>
                </a:extLst>
              </p:cNvPr>
              <p:cNvSpPr/>
              <p:nvPr/>
            </p:nvSpPr>
            <p:spPr>
              <a:xfrm>
                <a:off x="5068641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1" name="Freeform 37080">
                <a:extLst>
                  <a:ext uri="{FF2B5EF4-FFF2-40B4-BE49-F238E27FC236}">
                    <a16:creationId xmlns:a16="http://schemas.microsoft.com/office/drawing/2014/main" id="{EE259E3D-BCD7-7889-DAEE-143020BD07F8}"/>
                  </a:ext>
                </a:extLst>
              </p:cNvPr>
              <p:cNvSpPr/>
              <p:nvPr/>
            </p:nvSpPr>
            <p:spPr>
              <a:xfrm>
                <a:off x="5069138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2" name="Freeform 37081">
                <a:extLst>
                  <a:ext uri="{FF2B5EF4-FFF2-40B4-BE49-F238E27FC236}">
                    <a16:creationId xmlns:a16="http://schemas.microsoft.com/office/drawing/2014/main" id="{EE53A2DC-C2C9-3FAA-C26B-297DD4BAB271}"/>
                  </a:ext>
                </a:extLst>
              </p:cNvPr>
              <p:cNvSpPr/>
              <p:nvPr/>
            </p:nvSpPr>
            <p:spPr>
              <a:xfrm>
                <a:off x="5069634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3" name="Freeform 37082">
                <a:extLst>
                  <a:ext uri="{FF2B5EF4-FFF2-40B4-BE49-F238E27FC236}">
                    <a16:creationId xmlns:a16="http://schemas.microsoft.com/office/drawing/2014/main" id="{FA9B6B38-5CA2-7762-FCB9-DB87ABF2159B}"/>
                  </a:ext>
                </a:extLst>
              </p:cNvPr>
              <p:cNvSpPr/>
              <p:nvPr/>
            </p:nvSpPr>
            <p:spPr>
              <a:xfrm>
                <a:off x="5070229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4" name="Freeform 37083">
                <a:extLst>
                  <a:ext uri="{FF2B5EF4-FFF2-40B4-BE49-F238E27FC236}">
                    <a16:creationId xmlns:a16="http://schemas.microsoft.com/office/drawing/2014/main" id="{F974E764-AA84-4FF1-BB23-D637C690C53C}"/>
                  </a:ext>
                </a:extLst>
              </p:cNvPr>
              <p:cNvSpPr/>
              <p:nvPr/>
            </p:nvSpPr>
            <p:spPr>
              <a:xfrm>
                <a:off x="5070725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5" name="Freeform 37084">
                <a:extLst>
                  <a:ext uri="{FF2B5EF4-FFF2-40B4-BE49-F238E27FC236}">
                    <a16:creationId xmlns:a16="http://schemas.microsoft.com/office/drawing/2014/main" id="{7767D4BF-EAA7-204A-82B0-E9785B0062E3}"/>
                  </a:ext>
                </a:extLst>
              </p:cNvPr>
              <p:cNvSpPr/>
              <p:nvPr/>
            </p:nvSpPr>
            <p:spPr>
              <a:xfrm>
                <a:off x="5071221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6" name="Freeform 37085">
                <a:extLst>
                  <a:ext uri="{FF2B5EF4-FFF2-40B4-BE49-F238E27FC236}">
                    <a16:creationId xmlns:a16="http://schemas.microsoft.com/office/drawing/2014/main" id="{6E934F9A-B5FC-7728-6F03-23D6BE96353C}"/>
                  </a:ext>
                </a:extLst>
              </p:cNvPr>
              <p:cNvSpPr/>
              <p:nvPr/>
            </p:nvSpPr>
            <p:spPr>
              <a:xfrm>
                <a:off x="5071816" y="3914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7" name="Freeform 37086">
                <a:extLst>
                  <a:ext uri="{FF2B5EF4-FFF2-40B4-BE49-F238E27FC236}">
                    <a16:creationId xmlns:a16="http://schemas.microsoft.com/office/drawing/2014/main" id="{7D676FA8-D93B-517F-D371-5144D9A3A5DA}"/>
                  </a:ext>
                </a:extLst>
              </p:cNvPr>
              <p:cNvSpPr/>
              <p:nvPr/>
            </p:nvSpPr>
            <p:spPr>
              <a:xfrm>
                <a:off x="5072313" y="3780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8" name="Freeform 37087">
                <a:extLst>
                  <a:ext uri="{FF2B5EF4-FFF2-40B4-BE49-F238E27FC236}">
                    <a16:creationId xmlns:a16="http://schemas.microsoft.com/office/drawing/2014/main" id="{60B2DCD2-979C-F3B2-0B26-1E5A9D7A0499}"/>
                  </a:ext>
                </a:extLst>
              </p:cNvPr>
              <p:cNvSpPr/>
              <p:nvPr/>
            </p:nvSpPr>
            <p:spPr>
              <a:xfrm>
                <a:off x="5072809" y="3718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9" name="Freeform 37088">
                <a:extLst>
                  <a:ext uri="{FF2B5EF4-FFF2-40B4-BE49-F238E27FC236}">
                    <a16:creationId xmlns:a16="http://schemas.microsoft.com/office/drawing/2014/main" id="{A13860FE-2575-A13D-68D8-7190765E7FA5}"/>
                  </a:ext>
                </a:extLst>
              </p:cNvPr>
              <p:cNvSpPr/>
              <p:nvPr/>
            </p:nvSpPr>
            <p:spPr>
              <a:xfrm>
                <a:off x="5073404" y="3784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0" name="Freeform 37089">
                <a:extLst>
                  <a:ext uri="{FF2B5EF4-FFF2-40B4-BE49-F238E27FC236}">
                    <a16:creationId xmlns:a16="http://schemas.microsoft.com/office/drawing/2014/main" id="{E48C7094-7FE6-D8D2-8777-B37F5DF25181}"/>
                  </a:ext>
                </a:extLst>
              </p:cNvPr>
              <p:cNvSpPr/>
              <p:nvPr/>
            </p:nvSpPr>
            <p:spPr>
              <a:xfrm>
                <a:off x="5073900" y="3711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1" name="Freeform 37090">
                <a:extLst>
                  <a:ext uri="{FF2B5EF4-FFF2-40B4-BE49-F238E27FC236}">
                    <a16:creationId xmlns:a16="http://schemas.microsoft.com/office/drawing/2014/main" id="{1E168226-07CF-CD76-C69E-74EDB96A911D}"/>
                  </a:ext>
                </a:extLst>
              </p:cNvPr>
              <p:cNvSpPr/>
              <p:nvPr/>
            </p:nvSpPr>
            <p:spPr>
              <a:xfrm>
                <a:off x="5074396" y="40484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2" name="Freeform 37091">
                <a:extLst>
                  <a:ext uri="{FF2B5EF4-FFF2-40B4-BE49-F238E27FC236}">
                    <a16:creationId xmlns:a16="http://schemas.microsoft.com/office/drawing/2014/main" id="{FD351D2B-72C8-9712-3E0D-BE3C5B9D7144}"/>
                  </a:ext>
                </a:extLst>
              </p:cNvPr>
              <p:cNvSpPr/>
              <p:nvPr/>
            </p:nvSpPr>
            <p:spPr>
              <a:xfrm>
                <a:off x="5074892" y="4167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3" name="Freeform 37092">
                <a:extLst>
                  <a:ext uri="{FF2B5EF4-FFF2-40B4-BE49-F238E27FC236}">
                    <a16:creationId xmlns:a16="http://schemas.microsoft.com/office/drawing/2014/main" id="{01DF65C3-EEFE-C8BB-9A61-69AB20D7084D}"/>
                  </a:ext>
                </a:extLst>
              </p:cNvPr>
              <p:cNvSpPr/>
              <p:nvPr/>
            </p:nvSpPr>
            <p:spPr>
              <a:xfrm>
                <a:off x="5075488" y="4212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4" name="Freeform 37093">
                <a:extLst>
                  <a:ext uri="{FF2B5EF4-FFF2-40B4-BE49-F238E27FC236}">
                    <a16:creationId xmlns:a16="http://schemas.microsoft.com/office/drawing/2014/main" id="{A3B498AC-3404-54D8-A548-4997885D46B3}"/>
                  </a:ext>
                </a:extLst>
              </p:cNvPr>
              <p:cNvSpPr/>
              <p:nvPr/>
            </p:nvSpPr>
            <p:spPr>
              <a:xfrm>
                <a:off x="5075984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5" name="Freeform 37094">
                <a:extLst>
                  <a:ext uri="{FF2B5EF4-FFF2-40B4-BE49-F238E27FC236}">
                    <a16:creationId xmlns:a16="http://schemas.microsoft.com/office/drawing/2014/main" id="{0E8392FB-7860-CA21-E530-3AC3C7EF7AD9}"/>
                  </a:ext>
                </a:extLst>
              </p:cNvPr>
              <p:cNvSpPr/>
              <p:nvPr/>
            </p:nvSpPr>
            <p:spPr>
              <a:xfrm>
                <a:off x="5076480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6" name="Freeform 37095">
                <a:extLst>
                  <a:ext uri="{FF2B5EF4-FFF2-40B4-BE49-F238E27FC236}">
                    <a16:creationId xmlns:a16="http://schemas.microsoft.com/office/drawing/2014/main" id="{9FCAC199-BC97-3262-D242-933F391C8E6F}"/>
                  </a:ext>
                </a:extLst>
              </p:cNvPr>
              <p:cNvSpPr/>
              <p:nvPr/>
            </p:nvSpPr>
            <p:spPr>
              <a:xfrm>
                <a:off x="5077075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7" name="Freeform 37096">
                <a:extLst>
                  <a:ext uri="{FF2B5EF4-FFF2-40B4-BE49-F238E27FC236}">
                    <a16:creationId xmlns:a16="http://schemas.microsoft.com/office/drawing/2014/main" id="{AFE48F66-3C19-8D7B-A76D-4362E7C2C677}"/>
                  </a:ext>
                </a:extLst>
              </p:cNvPr>
              <p:cNvSpPr/>
              <p:nvPr/>
            </p:nvSpPr>
            <p:spPr>
              <a:xfrm>
                <a:off x="5077571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8" name="Freeform 37097">
                <a:extLst>
                  <a:ext uri="{FF2B5EF4-FFF2-40B4-BE49-F238E27FC236}">
                    <a16:creationId xmlns:a16="http://schemas.microsoft.com/office/drawing/2014/main" id="{12551EA8-AC0B-C2F9-FD8C-8D3C4859EC2B}"/>
                  </a:ext>
                </a:extLst>
              </p:cNvPr>
              <p:cNvSpPr/>
              <p:nvPr/>
            </p:nvSpPr>
            <p:spPr>
              <a:xfrm>
                <a:off x="5078067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9" name="Freeform 37098">
                <a:extLst>
                  <a:ext uri="{FF2B5EF4-FFF2-40B4-BE49-F238E27FC236}">
                    <a16:creationId xmlns:a16="http://schemas.microsoft.com/office/drawing/2014/main" id="{9398EAB6-B4E6-81A5-DCF1-6F204A497E57}"/>
                  </a:ext>
                </a:extLst>
              </p:cNvPr>
              <p:cNvSpPr/>
              <p:nvPr/>
            </p:nvSpPr>
            <p:spPr>
              <a:xfrm>
                <a:off x="5078663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0" name="Freeform 37099">
                <a:extLst>
                  <a:ext uri="{FF2B5EF4-FFF2-40B4-BE49-F238E27FC236}">
                    <a16:creationId xmlns:a16="http://schemas.microsoft.com/office/drawing/2014/main" id="{4B782309-8241-3015-013D-9D684AAB00E1}"/>
                  </a:ext>
                </a:extLst>
              </p:cNvPr>
              <p:cNvSpPr/>
              <p:nvPr/>
            </p:nvSpPr>
            <p:spPr>
              <a:xfrm>
                <a:off x="5079159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1" name="Freeform 37100">
                <a:extLst>
                  <a:ext uri="{FF2B5EF4-FFF2-40B4-BE49-F238E27FC236}">
                    <a16:creationId xmlns:a16="http://schemas.microsoft.com/office/drawing/2014/main" id="{D567F121-A745-3D20-CF41-AB1C378FD360}"/>
                  </a:ext>
                </a:extLst>
              </p:cNvPr>
              <p:cNvSpPr/>
              <p:nvPr/>
            </p:nvSpPr>
            <p:spPr>
              <a:xfrm>
                <a:off x="5079655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2" name="Freeform 37101">
                <a:extLst>
                  <a:ext uri="{FF2B5EF4-FFF2-40B4-BE49-F238E27FC236}">
                    <a16:creationId xmlns:a16="http://schemas.microsoft.com/office/drawing/2014/main" id="{4F2A9142-703B-64E7-9234-6D7134ACA5D2}"/>
                  </a:ext>
                </a:extLst>
              </p:cNvPr>
              <p:cNvSpPr/>
              <p:nvPr/>
            </p:nvSpPr>
            <p:spPr>
              <a:xfrm>
                <a:off x="5080250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3" name="Freeform 37102">
                <a:extLst>
                  <a:ext uri="{FF2B5EF4-FFF2-40B4-BE49-F238E27FC236}">
                    <a16:creationId xmlns:a16="http://schemas.microsoft.com/office/drawing/2014/main" id="{1665B4EE-628D-36E6-8519-94368B946DFC}"/>
                  </a:ext>
                </a:extLst>
              </p:cNvPr>
              <p:cNvSpPr/>
              <p:nvPr/>
            </p:nvSpPr>
            <p:spPr>
              <a:xfrm>
                <a:off x="5080746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4" name="Freeform 37103">
                <a:extLst>
                  <a:ext uri="{FF2B5EF4-FFF2-40B4-BE49-F238E27FC236}">
                    <a16:creationId xmlns:a16="http://schemas.microsoft.com/office/drawing/2014/main" id="{619DC93E-389B-68EC-0343-CCF2804AAE5E}"/>
                  </a:ext>
                </a:extLst>
              </p:cNvPr>
              <p:cNvSpPr/>
              <p:nvPr/>
            </p:nvSpPr>
            <p:spPr>
              <a:xfrm>
                <a:off x="5081242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5" name="Freeform 37104">
                <a:extLst>
                  <a:ext uri="{FF2B5EF4-FFF2-40B4-BE49-F238E27FC236}">
                    <a16:creationId xmlns:a16="http://schemas.microsoft.com/office/drawing/2014/main" id="{E4D81133-4C9A-2937-5BB7-947EFF08D98E}"/>
                  </a:ext>
                </a:extLst>
              </p:cNvPr>
              <p:cNvSpPr/>
              <p:nvPr/>
            </p:nvSpPr>
            <p:spPr>
              <a:xfrm>
                <a:off x="5081838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6" name="Freeform 37105">
                <a:extLst>
                  <a:ext uri="{FF2B5EF4-FFF2-40B4-BE49-F238E27FC236}">
                    <a16:creationId xmlns:a16="http://schemas.microsoft.com/office/drawing/2014/main" id="{1DA7EC75-59F5-8B09-4A10-0A8278B087C6}"/>
                  </a:ext>
                </a:extLst>
              </p:cNvPr>
              <p:cNvSpPr/>
              <p:nvPr/>
            </p:nvSpPr>
            <p:spPr>
              <a:xfrm>
                <a:off x="5082334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7" name="Freeform 37106">
                <a:extLst>
                  <a:ext uri="{FF2B5EF4-FFF2-40B4-BE49-F238E27FC236}">
                    <a16:creationId xmlns:a16="http://schemas.microsoft.com/office/drawing/2014/main" id="{1A437C01-DFBE-D9DE-5E68-C899AEECF752}"/>
                  </a:ext>
                </a:extLst>
              </p:cNvPr>
              <p:cNvSpPr/>
              <p:nvPr/>
            </p:nvSpPr>
            <p:spPr>
              <a:xfrm>
                <a:off x="5082830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8" name="Freeform 37107">
                <a:extLst>
                  <a:ext uri="{FF2B5EF4-FFF2-40B4-BE49-F238E27FC236}">
                    <a16:creationId xmlns:a16="http://schemas.microsoft.com/office/drawing/2014/main" id="{41A35302-3CA4-0151-9C89-FAAE72D6952C}"/>
                  </a:ext>
                </a:extLst>
              </p:cNvPr>
              <p:cNvSpPr/>
              <p:nvPr/>
            </p:nvSpPr>
            <p:spPr>
              <a:xfrm>
                <a:off x="508342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9" name="Freeform 37108">
                <a:extLst>
                  <a:ext uri="{FF2B5EF4-FFF2-40B4-BE49-F238E27FC236}">
                    <a16:creationId xmlns:a16="http://schemas.microsoft.com/office/drawing/2014/main" id="{94331977-AC24-F6BF-0468-7702E25FC22D}"/>
                  </a:ext>
                </a:extLst>
              </p:cNvPr>
              <p:cNvSpPr/>
              <p:nvPr/>
            </p:nvSpPr>
            <p:spPr>
              <a:xfrm>
                <a:off x="5083921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0" name="Freeform 37109">
                <a:extLst>
                  <a:ext uri="{FF2B5EF4-FFF2-40B4-BE49-F238E27FC236}">
                    <a16:creationId xmlns:a16="http://schemas.microsoft.com/office/drawing/2014/main" id="{97400F78-A972-EF15-6B92-5C824480DDED}"/>
                  </a:ext>
                </a:extLst>
              </p:cNvPr>
              <p:cNvSpPr/>
              <p:nvPr/>
            </p:nvSpPr>
            <p:spPr>
              <a:xfrm>
                <a:off x="5084417" y="4062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1" name="Freeform 37110">
                <a:extLst>
                  <a:ext uri="{FF2B5EF4-FFF2-40B4-BE49-F238E27FC236}">
                    <a16:creationId xmlns:a16="http://schemas.microsoft.com/office/drawing/2014/main" id="{4F031D54-F490-74C7-26FC-F431E687004B}"/>
                  </a:ext>
                </a:extLst>
              </p:cNvPr>
              <p:cNvSpPr/>
              <p:nvPr/>
            </p:nvSpPr>
            <p:spPr>
              <a:xfrm>
                <a:off x="5085013" y="4038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2" name="Freeform 37111">
                <a:extLst>
                  <a:ext uri="{FF2B5EF4-FFF2-40B4-BE49-F238E27FC236}">
                    <a16:creationId xmlns:a16="http://schemas.microsoft.com/office/drawing/2014/main" id="{B889A3C6-E23C-7590-35C4-11FEE8A2327B}"/>
                  </a:ext>
                </a:extLst>
              </p:cNvPr>
              <p:cNvSpPr/>
              <p:nvPr/>
            </p:nvSpPr>
            <p:spPr>
              <a:xfrm>
                <a:off x="5085509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3" name="Freeform 37112">
                <a:extLst>
                  <a:ext uri="{FF2B5EF4-FFF2-40B4-BE49-F238E27FC236}">
                    <a16:creationId xmlns:a16="http://schemas.microsoft.com/office/drawing/2014/main" id="{692D0F83-AE40-968E-EC1D-978AABB0D6E2}"/>
                  </a:ext>
                </a:extLst>
              </p:cNvPr>
              <p:cNvSpPr/>
              <p:nvPr/>
            </p:nvSpPr>
            <p:spPr>
              <a:xfrm>
                <a:off x="5086005" y="4073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4" name="Freeform 37113">
                <a:extLst>
                  <a:ext uri="{FF2B5EF4-FFF2-40B4-BE49-F238E27FC236}">
                    <a16:creationId xmlns:a16="http://schemas.microsoft.com/office/drawing/2014/main" id="{2F82FC45-EA1D-FF02-736E-8CBACD6EDFFF}"/>
                  </a:ext>
                </a:extLst>
              </p:cNvPr>
              <p:cNvSpPr/>
              <p:nvPr/>
            </p:nvSpPr>
            <p:spPr>
              <a:xfrm>
                <a:off x="5086600" y="4027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5" name="Freeform 37114">
                <a:extLst>
                  <a:ext uri="{FF2B5EF4-FFF2-40B4-BE49-F238E27FC236}">
                    <a16:creationId xmlns:a16="http://schemas.microsoft.com/office/drawing/2014/main" id="{C6CF216C-717E-0592-06EF-1D5781CB0304}"/>
                  </a:ext>
                </a:extLst>
              </p:cNvPr>
              <p:cNvSpPr/>
              <p:nvPr/>
            </p:nvSpPr>
            <p:spPr>
              <a:xfrm>
                <a:off x="5087096" y="419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6" name="Freeform 37115">
                <a:extLst>
                  <a:ext uri="{FF2B5EF4-FFF2-40B4-BE49-F238E27FC236}">
                    <a16:creationId xmlns:a16="http://schemas.microsoft.com/office/drawing/2014/main" id="{F7245526-E813-8526-9518-C4640415C3A1}"/>
                  </a:ext>
                </a:extLst>
              </p:cNvPr>
              <p:cNvSpPr/>
              <p:nvPr/>
            </p:nvSpPr>
            <p:spPr>
              <a:xfrm>
                <a:off x="5087592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7" name="Freeform 37116">
                <a:extLst>
                  <a:ext uri="{FF2B5EF4-FFF2-40B4-BE49-F238E27FC236}">
                    <a16:creationId xmlns:a16="http://schemas.microsoft.com/office/drawing/2014/main" id="{5E34AB0E-2F43-2DBF-2950-218C0CD35884}"/>
                  </a:ext>
                </a:extLst>
              </p:cNvPr>
              <p:cNvSpPr/>
              <p:nvPr/>
            </p:nvSpPr>
            <p:spPr>
              <a:xfrm>
                <a:off x="5088088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8" name="Freeform 37117">
                <a:extLst>
                  <a:ext uri="{FF2B5EF4-FFF2-40B4-BE49-F238E27FC236}">
                    <a16:creationId xmlns:a16="http://schemas.microsoft.com/office/drawing/2014/main" id="{CCCA1F97-5594-9DE8-B311-0F26886309E6}"/>
                  </a:ext>
                </a:extLst>
              </p:cNvPr>
              <p:cNvSpPr/>
              <p:nvPr/>
            </p:nvSpPr>
            <p:spPr>
              <a:xfrm>
                <a:off x="5088684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9" name="Freeform 37118">
                <a:extLst>
                  <a:ext uri="{FF2B5EF4-FFF2-40B4-BE49-F238E27FC236}">
                    <a16:creationId xmlns:a16="http://schemas.microsoft.com/office/drawing/2014/main" id="{8286BD01-BF80-7D4E-541A-E9FFA2B2D11D}"/>
                  </a:ext>
                </a:extLst>
              </p:cNvPr>
              <p:cNvSpPr/>
              <p:nvPr/>
            </p:nvSpPr>
            <p:spPr>
              <a:xfrm>
                <a:off x="5089180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0" name="Freeform 37119">
                <a:extLst>
                  <a:ext uri="{FF2B5EF4-FFF2-40B4-BE49-F238E27FC236}">
                    <a16:creationId xmlns:a16="http://schemas.microsoft.com/office/drawing/2014/main" id="{A5CAA3BD-2F1A-E1D6-4BB5-D84610F7C245}"/>
                  </a:ext>
                </a:extLst>
              </p:cNvPr>
              <p:cNvSpPr/>
              <p:nvPr/>
            </p:nvSpPr>
            <p:spPr>
              <a:xfrm>
                <a:off x="5089676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1" name="Freeform 37120">
                <a:extLst>
                  <a:ext uri="{FF2B5EF4-FFF2-40B4-BE49-F238E27FC236}">
                    <a16:creationId xmlns:a16="http://schemas.microsoft.com/office/drawing/2014/main" id="{98C8D58B-7C74-8DE3-1FD5-F1F76A4BFB0F}"/>
                  </a:ext>
                </a:extLst>
              </p:cNvPr>
              <p:cNvSpPr/>
              <p:nvPr/>
            </p:nvSpPr>
            <p:spPr>
              <a:xfrm>
                <a:off x="5090271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2" name="Freeform 37121">
                <a:extLst>
                  <a:ext uri="{FF2B5EF4-FFF2-40B4-BE49-F238E27FC236}">
                    <a16:creationId xmlns:a16="http://schemas.microsoft.com/office/drawing/2014/main" id="{7137693C-53DB-58F7-C880-317C5AB4BF11}"/>
                  </a:ext>
                </a:extLst>
              </p:cNvPr>
              <p:cNvSpPr/>
              <p:nvPr/>
            </p:nvSpPr>
            <p:spPr>
              <a:xfrm>
                <a:off x="5090767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3" name="Freeform 37122">
                <a:extLst>
                  <a:ext uri="{FF2B5EF4-FFF2-40B4-BE49-F238E27FC236}">
                    <a16:creationId xmlns:a16="http://schemas.microsoft.com/office/drawing/2014/main" id="{F14248C1-8188-6A62-78AB-EB8A6FA47F69}"/>
                  </a:ext>
                </a:extLst>
              </p:cNvPr>
              <p:cNvSpPr/>
              <p:nvPr/>
            </p:nvSpPr>
            <p:spPr>
              <a:xfrm>
                <a:off x="509126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4" name="Freeform 37123">
                <a:extLst>
                  <a:ext uri="{FF2B5EF4-FFF2-40B4-BE49-F238E27FC236}">
                    <a16:creationId xmlns:a16="http://schemas.microsoft.com/office/drawing/2014/main" id="{A2F87590-A41F-4BD0-F3A6-ADB9C2FE82C6}"/>
                  </a:ext>
                </a:extLst>
              </p:cNvPr>
              <p:cNvSpPr/>
              <p:nvPr/>
            </p:nvSpPr>
            <p:spPr>
              <a:xfrm>
                <a:off x="5091859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5" name="Freeform 37124">
                <a:extLst>
                  <a:ext uri="{FF2B5EF4-FFF2-40B4-BE49-F238E27FC236}">
                    <a16:creationId xmlns:a16="http://schemas.microsoft.com/office/drawing/2014/main" id="{07B5197A-1FE4-83EF-198C-6464CCB3AB35}"/>
                  </a:ext>
                </a:extLst>
              </p:cNvPr>
              <p:cNvSpPr/>
              <p:nvPr/>
            </p:nvSpPr>
            <p:spPr>
              <a:xfrm>
                <a:off x="509235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6" name="Freeform 37125">
                <a:extLst>
                  <a:ext uri="{FF2B5EF4-FFF2-40B4-BE49-F238E27FC236}">
                    <a16:creationId xmlns:a16="http://schemas.microsoft.com/office/drawing/2014/main" id="{79A73D5E-A35A-3786-7A3A-6D5330B654E1}"/>
                  </a:ext>
                </a:extLst>
              </p:cNvPr>
              <p:cNvSpPr/>
              <p:nvPr/>
            </p:nvSpPr>
            <p:spPr>
              <a:xfrm>
                <a:off x="509285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7" name="Freeform 37126">
                <a:extLst>
                  <a:ext uri="{FF2B5EF4-FFF2-40B4-BE49-F238E27FC236}">
                    <a16:creationId xmlns:a16="http://schemas.microsoft.com/office/drawing/2014/main" id="{410B9747-227D-87F7-4545-A3998E00E7D7}"/>
                  </a:ext>
                </a:extLst>
              </p:cNvPr>
              <p:cNvSpPr/>
              <p:nvPr/>
            </p:nvSpPr>
            <p:spPr>
              <a:xfrm>
                <a:off x="509344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8" name="Freeform 37127">
                <a:extLst>
                  <a:ext uri="{FF2B5EF4-FFF2-40B4-BE49-F238E27FC236}">
                    <a16:creationId xmlns:a16="http://schemas.microsoft.com/office/drawing/2014/main" id="{80557F48-BD97-DA8F-9E3F-23EFF8E6BB38}"/>
                  </a:ext>
                </a:extLst>
              </p:cNvPr>
              <p:cNvSpPr/>
              <p:nvPr/>
            </p:nvSpPr>
            <p:spPr>
              <a:xfrm>
                <a:off x="509394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9" name="Freeform 37128">
                <a:extLst>
                  <a:ext uri="{FF2B5EF4-FFF2-40B4-BE49-F238E27FC236}">
                    <a16:creationId xmlns:a16="http://schemas.microsoft.com/office/drawing/2014/main" id="{D092455D-46C8-FADE-F5FB-A85D4BC6E9CD}"/>
                  </a:ext>
                </a:extLst>
              </p:cNvPr>
              <p:cNvSpPr/>
              <p:nvPr/>
            </p:nvSpPr>
            <p:spPr>
              <a:xfrm>
                <a:off x="509443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0" name="Freeform 37129">
                <a:extLst>
                  <a:ext uri="{FF2B5EF4-FFF2-40B4-BE49-F238E27FC236}">
                    <a16:creationId xmlns:a16="http://schemas.microsoft.com/office/drawing/2014/main" id="{9B495485-13EA-49ED-D827-C525E81AE2BD}"/>
                  </a:ext>
                </a:extLst>
              </p:cNvPr>
              <p:cNvSpPr/>
              <p:nvPr/>
            </p:nvSpPr>
            <p:spPr>
              <a:xfrm>
                <a:off x="509503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1" name="Freeform 37130">
                <a:extLst>
                  <a:ext uri="{FF2B5EF4-FFF2-40B4-BE49-F238E27FC236}">
                    <a16:creationId xmlns:a16="http://schemas.microsoft.com/office/drawing/2014/main" id="{D4E33981-689F-C293-F793-8E274C9EEE6B}"/>
                  </a:ext>
                </a:extLst>
              </p:cNvPr>
              <p:cNvSpPr/>
              <p:nvPr/>
            </p:nvSpPr>
            <p:spPr>
              <a:xfrm>
                <a:off x="509553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2" name="Freeform 37131">
                <a:extLst>
                  <a:ext uri="{FF2B5EF4-FFF2-40B4-BE49-F238E27FC236}">
                    <a16:creationId xmlns:a16="http://schemas.microsoft.com/office/drawing/2014/main" id="{7FAE3F9C-E447-5964-D385-AEFF72ED7AE5}"/>
                  </a:ext>
                </a:extLst>
              </p:cNvPr>
              <p:cNvSpPr/>
              <p:nvPr/>
            </p:nvSpPr>
            <p:spPr>
              <a:xfrm>
                <a:off x="5096026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3" name="Freeform 37132">
                <a:extLst>
                  <a:ext uri="{FF2B5EF4-FFF2-40B4-BE49-F238E27FC236}">
                    <a16:creationId xmlns:a16="http://schemas.microsoft.com/office/drawing/2014/main" id="{644ED4D7-D73A-4BC1-4A8E-1ADEFB826B55}"/>
                  </a:ext>
                </a:extLst>
              </p:cNvPr>
              <p:cNvSpPr/>
              <p:nvPr/>
            </p:nvSpPr>
            <p:spPr>
              <a:xfrm>
                <a:off x="5096621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4" name="Freeform 37133">
                <a:extLst>
                  <a:ext uri="{FF2B5EF4-FFF2-40B4-BE49-F238E27FC236}">
                    <a16:creationId xmlns:a16="http://schemas.microsoft.com/office/drawing/2014/main" id="{FBE18702-9901-03CA-5F10-5BCBE9A62843}"/>
                  </a:ext>
                </a:extLst>
              </p:cNvPr>
              <p:cNvSpPr/>
              <p:nvPr/>
            </p:nvSpPr>
            <p:spPr>
              <a:xfrm>
                <a:off x="5097117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5" name="Freeform 37134">
                <a:extLst>
                  <a:ext uri="{FF2B5EF4-FFF2-40B4-BE49-F238E27FC236}">
                    <a16:creationId xmlns:a16="http://schemas.microsoft.com/office/drawing/2014/main" id="{5BAD7DF4-69C9-31F7-E494-E6CE65B5256E}"/>
                  </a:ext>
                </a:extLst>
              </p:cNvPr>
              <p:cNvSpPr/>
              <p:nvPr/>
            </p:nvSpPr>
            <p:spPr>
              <a:xfrm>
                <a:off x="5097613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6" name="Freeform 37135">
                <a:extLst>
                  <a:ext uri="{FF2B5EF4-FFF2-40B4-BE49-F238E27FC236}">
                    <a16:creationId xmlns:a16="http://schemas.microsoft.com/office/drawing/2014/main" id="{38F775E0-F10A-9D00-8F6F-7153E6BF6EC7}"/>
                  </a:ext>
                </a:extLst>
              </p:cNvPr>
              <p:cNvSpPr/>
              <p:nvPr/>
            </p:nvSpPr>
            <p:spPr>
              <a:xfrm>
                <a:off x="5098209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7" name="Freeform 37136">
                <a:extLst>
                  <a:ext uri="{FF2B5EF4-FFF2-40B4-BE49-F238E27FC236}">
                    <a16:creationId xmlns:a16="http://schemas.microsoft.com/office/drawing/2014/main" id="{C99E9842-CDF5-0C17-7FBF-4B7066769C03}"/>
                  </a:ext>
                </a:extLst>
              </p:cNvPr>
              <p:cNvSpPr/>
              <p:nvPr/>
            </p:nvSpPr>
            <p:spPr>
              <a:xfrm>
                <a:off x="5098705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8" name="Freeform 37137">
                <a:extLst>
                  <a:ext uri="{FF2B5EF4-FFF2-40B4-BE49-F238E27FC236}">
                    <a16:creationId xmlns:a16="http://schemas.microsoft.com/office/drawing/2014/main" id="{DA48C737-FC0B-905B-A900-E309D36CAD2B}"/>
                  </a:ext>
                </a:extLst>
              </p:cNvPr>
              <p:cNvSpPr/>
              <p:nvPr/>
            </p:nvSpPr>
            <p:spPr>
              <a:xfrm>
                <a:off x="5099201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9" name="Freeform 37138">
                <a:extLst>
                  <a:ext uri="{FF2B5EF4-FFF2-40B4-BE49-F238E27FC236}">
                    <a16:creationId xmlns:a16="http://schemas.microsoft.com/office/drawing/2014/main" id="{C05543A4-4703-17CC-6A44-E11F9E597AC9}"/>
                  </a:ext>
                </a:extLst>
              </p:cNvPr>
              <p:cNvSpPr/>
              <p:nvPr/>
            </p:nvSpPr>
            <p:spPr>
              <a:xfrm>
                <a:off x="5099697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0" name="Freeform 37139">
                <a:extLst>
                  <a:ext uri="{FF2B5EF4-FFF2-40B4-BE49-F238E27FC236}">
                    <a16:creationId xmlns:a16="http://schemas.microsoft.com/office/drawing/2014/main" id="{CD98A8F5-D8EE-90E9-3780-C6A37EA78D18}"/>
                  </a:ext>
                </a:extLst>
              </p:cNvPr>
              <p:cNvSpPr/>
              <p:nvPr/>
            </p:nvSpPr>
            <p:spPr>
              <a:xfrm>
                <a:off x="5100292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1" name="Freeform 37140">
                <a:extLst>
                  <a:ext uri="{FF2B5EF4-FFF2-40B4-BE49-F238E27FC236}">
                    <a16:creationId xmlns:a16="http://schemas.microsoft.com/office/drawing/2014/main" id="{D3248122-D493-51F1-C4BD-E18597BBB2C8}"/>
                  </a:ext>
                </a:extLst>
              </p:cNvPr>
              <p:cNvSpPr/>
              <p:nvPr/>
            </p:nvSpPr>
            <p:spPr>
              <a:xfrm>
                <a:off x="5100788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2" name="Freeform 37141">
                <a:extLst>
                  <a:ext uri="{FF2B5EF4-FFF2-40B4-BE49-F238E27FC236}">
                    <a16:creationId xmlns:a16="http://schemas.microsoft.com/office/drawing/2014/main" id="{361E8556-35E9-3260-6B8B-A7A2B875D6EE}"/>
                  </a:ext>
                </a:extLst>
              </p:cNvPr>
              <p:cNvSpPr/>
              <p:nvPr/>
            </p:nvSpPr>
            <p:spPr>
              <a:xfrm>
                <a:off x="5101284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3" name="Freeform 37142">
                <a:extLst>
                  <a:ext uri="{FF2B5EF4-FFF2-40B4-BE49-F238E27FC236}">
                    <a16:creationId xmlns:a16="http://schemas.microsoft.com/office/drawing/2014/main" id="{241E4434-04B5-E8E7-09E1-EAC6AC79E255}"/>
                  </a:ext>
                </a:extLst>
              </p:cNvPr>
              <p:cNvSpPr/>
              <p:nvPr/>
            </p:nvSpPr>
            <p:spPr>
              <a:xfrm>
                <a:off x="5101880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4" name="Freeform 37143">
                <a:extLst>
                  <a:ext uri="{FF2B5EF4-FFF2-40B4-BE49-F238E27FC236}">
                    <a16:creationId xmlns:a16="http://schemas.microsoft.com/office/drawing/2014/main" id="{21B92D70-B63E-356F-63AE-4186F40C1967}"/>
                  </a:ext>
                </a:extLst>
              </p:cNvPr>
              <p:cNvSpPr/>
              <p:nvPr/>
            </p:nvSpPr>
            <p:spPr>
              <a:xfrm>
                <a:off x="5102376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5" name="Freeform 37144">
                <a:extLst>
                  <a:ext uri="{FF2B5EF4-FFF2-40B4-BE49-F238E27FC236}">
                    <a16:creationId xmlns:a16="http://schemas.microsoft.com/office/drawing/2014/main" id="{57E6CA2F-CE7C-EB1A-1982-4C5CB6DE1543}"/>
                  </a:ext>
                </a:extLst>
              </p:cNvPr>
              <p:cNvSpPr/>
              <p:nvPr/>
            </p:nvSpPr>
            <p:spPr>
              <a:xfrm>
                <a:off x="5102872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6" name="Freeform 37145">
                <a:extLst>
                  <a:ext uri="{FF2B5EF4-FFF2-40B4-BE49-F238E27FC236}">
                    <a16:creationId xmlns:a16="http://schemas.microsoft.com/office/drawing/2014/main" id="{B176A5E5-C29B-46BD-1D66-94B902266DC7}"/>
                  </a:ext>
                </a:extLst>
              </p:cNvPr>
              <p:cNvSpPr/>
              <p:nvPr/>
            </p:nvSpPr>
            <p:spPr>
              <a:xfrm>
                <a:off x="5103467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7" name="Freeform 37146">
                <a:extLst>
                  <a:ext uri="{FF2B5EF4-FFF2-40B4-BE49-F238E27FC236}">
                    <a16:creationId xmlns:a16="http://schemas.microsoft.com/office/drawing/2014/main" id="{71334CA9-D9A3-051D-27EA-46E1C337C7DB}"/>
                  </a:ext>
                </a:extLst>
              </p:cNvPr>
              <p:cNvSpPr/>
              <p:nvPr/>
            </p:nvSpPr>
            <p:spPr>
              <a:xfrm>
                <a:off x="510396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8" name="Freeform 37147">
                <a:extLst>
                  <a:ext uri="{FF2B5EF4-FFF2-40B4-BE49-F238E27FC236}">
                    <a16:creationId xmlns:a16="http://schemas.microsoft.com/office/drawing/2014/main" id="{DF6186BF-CB48-6F04-6EC6-96090DFF9DE1}"/>
                  </a:ext>
                </a:extLst>
              </p:cNvPr>
              <p:cNvSpPr/>
              <p:nvPr/>
            </p:nvSpPr>
            <p:spPr>
              <a:xfrm>
                <a:off x="5104459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9" name="Freeform 37148">
                <a:extLst>
                  <a:ext uri="{FF2B5EF4-FFF2-40B4-BE49-F238E27FC236}">
                    <a16:creationId xmlns:a16="http://schemas.microsoft.com/office/drawing/2014/main" id="{E890557F-6044-F96E-8B2A-3778AEB0D208}"/>
                  </a:ext>
                </a:extLst>
              </p:cNvPr>
              <p:cNvSpPr/>
              <p:nvPr/>
            </p:nvSpPr>
            <p:spPr>
              <a:xfrm>
                <a:off x="5105055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0" name="Freeform 37149">
                <a:extLst>
                  <a:ext uri="{FF2B5EF4-FFF2-40B4-BE49-F238E27FC236}">
                    <a16:creationId xmlns:a16="http://schemas.microsoft.com/office/drawing/2014/main" id="{6392B97A-75B8-BB4B-7ABC-3276D1BFE37F}"/>
                  </a:ext>
                </a:extLst>
              </p:cNvPr>
              <p:cNvSpPr/>
              <p:nvPr/>
            </p:nvSpPr>
            <p:spPr>
              <a:xfrm>
                <a:off x="5105551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1" name="Freeform 37150">
                <a:extLst>
                  <a:ext uri="{FF2B5EF4-FFF2-40B4-BE49-F238E27FC236}">
                    <a16:creationId xmlns:a16="http://schemas.microsoft.com/office/drawing/2014/main" id="{A3FDE5AF-BC18-5CB1-9C4A-0ABFEA85B398}"/>
                  </a:ext>
                </a:extLst>
              </p:cNvPr>
              <p:cNvSpPr/>
              <p:nvPr/>
            </p:nvSpPr>
            <p:spPr>
              <a:xfrm>
                <a:off x="510604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2" name="Freeform 37151">
                <a:extLst>
                  <a:ext uri="{FF2B5EF4-FFF2-40B4-BE49-F238E27FC236}">
                    <a16:creationId xmlns:a16="http://schemas.microsoft.com/office/drawing/2014/main" id="{B943782F-8311-3186-7912-BC5D9C91D4F9}"/>
                  </a:ext>
                </a:extLst>
              </p:cNvPr>
              <p:cNvSpPr/>
              <p:nvPr/>
            </p:nvSpPr>
            <p:spPr>
              <a:xfrm>
                <a:off x="5106642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3" name="Freeform 37152">
                <a:extLst>
                  <a:ext uri="{FF2B5EF4-FFF2-40B4-BE49-F238E27FC236}">
                    <a16:creationId xmlns:a16="http://schemas.microsoft.com/office/drawing/2014/main" id="{B371F825-B335-A9E9-1082-E40AC3ACE219}"/>
                  </a:ext>
                </a:extLst>
              </p:cNvPr>
              <p:cNvSpPr/>
              <p:nvPr/>
            </p:nvSpPr>
            <p:spPr>
              <a:xfrm>
                <a:off x="510713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4" name="Freeform 37153">
                <a:extLst>
                  <a:ext uri="{FF2B5EF4-FFF2-40B4-BE49-F238E27FC236}">
                    <a16:creationId xmlns:a16="http://schemas.microsoft.com/office/drawing/2014/main" id="{8BA0EE76-6D0B-49C3-78E0-733AF2C4653B}"/>
                  </a:ext>
                </a:extLst>
              </p:cNvPr>
              <p:cNvSpPr/>
              <p:nvPr/>
            </p:nvSpPr>
            <p:spPr>
              <a:xfrm>
                <a:off x="5107634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5" name="Freeform 37154">
                <a:extLst>
                  <a:ext uri="{FF2B5EF4-FFF2-40B4-BE49-F238E27FC236}">
                    <a16:creationId xmlns:a16="http://schemas.microsoft.com/office/drawing/2014/main" id="{DB122CBB-8B14-78A0-7A79-75814DC541C7}"/>
                  </a:ext>
                </a:extLst>
              </p:cNvPr>
              <p:cNvSpPr/>
              <p:nvPr/>
            </p:nvSpPr>
            <p:spPr>
              <a:xfrm>
                <a:off x="5108230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6" name="Freeform 37155">
                <a:extLst>
                  <a:ext uri="{FF2B5EF4-FFF2-40B4-BE49-F238E27FC236}">
                    <a16:creationId xmlns:a16="http://schemas.microsoft.com/office/drawing/2014/main" id="{B975E08D-AB9D-B46C-13C0-EF986AE5D6E5}"/>
                  </a:ext>
                </a:extLst>
              </p:cNvPr>
              <p:cNvSpPr/>
              <p:nvPr/>
            </p:nvSpPr>
            <p:spPr>
              <a:xfrm>
                <a:off x="5108726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7" name="Freeform 37156">
                <a:extLst>
                  <a:ext uri="{FF2B5EF4-FFF2-40B4-BE49-F238E27FC236}">
                    <a16:creationId xmlns:a16="http://schemas.microsoft.com/office/drawing/2014/main" id="{AB8A8718-0C67-93CA-F7C3-675515D548F0}"/>
                  </a:ext>
                </a:extLst>
              </p:cNvPr>
              <p:cNvSpPr/>
              <p:nvPr/>
            </p:nvSpPr>
            <p:spPr>
              <a:xfrm>
                <a:off x="5109222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8" name="Freeform 37157">
                <a:extLst>
                  <a:ext uri="{FF2B5EF4-FFF2-40B4-BE49-F238E27FC236}">
                    <a16:creationId xmlns:a16="http://schemas.microsoft.com/office/drawing/2014/main" id="{04EF051F-C1E3-F2B0-EAC3-CB510FB0E547}"/>
                  </a:ext>
                </a:extLst>
              </p:cNvPr>
              <p:cNvSpPr/>
              <p:nvPr/>
            </p:nvSpPr>
            <p:spPr>
              <a:xfrm>
                <a:off x="5109817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9" name="Freeform 37158">
                <a:extLst>
                  <a:ext uri="{FF2B5EF4-FFF2-40B4-BE49-F238E27FC236}">
                    <a16:creationId xmlns:a16="http://schemas.microsoft.com/office/drawing/2014/main" id="{F1CC84D4-2F2E-6065-0095-9FA6E74FA8CE}"/>
                  </a:ext>
                </a:extLst>
              </p:cNvPr>
              <p:cNvSpPr/>
              <p:nvPr/>
            </p:nvSpPr>
            <p:spPr>
              <a:xfrm>
                <a:off x="5110313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0" name="Freeform 37159">
                <a:extLst>
                  <a:ext uri="{FF2B5EF4-FFF2-40B4-BE49-F238E27FC236}">
                    <a16:creationId xmlns:a16="http://schemas.microsoft.com/office/drawing/2014/main" id="{53119693-49F6-1BD3-5A9D-4A133735F626}"/>
                  </a:ext>
                </a:extLst>
              </p:cNvPr>
              <p:cNvSpPr/>
              <p:nvPr/>
            </p:nvSpPr>
            <p:spPr>
              <a:xfrm>
                <a:off x="5110809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1" name="Freeform 37160">
                <a:extLst>
                  <a:ext uri="{FF2B5EF4-FFF2-40B4-BE49-F238E27FC236}">
                    <a16:creationId xmlns:a16="http://schemas.microsoft.com/office/drawing/2014/main" id="{FFA408E8-ADC8-0B23-0716-9485B32DDD66}"/>
                  </a:ext>
                </a:extLst>
              </p:cNvPr>
              <p:cNvSpPr/>
              <p:nvPr/>
            </p:nvSpPr>
            <p:spPr>
              <a:xfrm>
                <a:off x="5111405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2" name="Freeform 37161">
                <a:extLst>
                  <a:ext uri="{FF2B5EF4-FFF2-40B4-BE49-F238E27FC236}">
                    <a16:creationId xmlns:a16="http://schemas.microsoft.com/office/drawing/2014/main" id="{C9411168-D1D6-7693-5A8F-31B73C895311}"/>
                  </a:ext>
                </a:extLst>
              </p:cNvPr>
              <p:cNvSpPr/>
              <p:nvPr/>
            </p:nvSpPr>
            <p:spPr>
              <a:xfrm>
                <a:off x="5111901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3" name="Freeform 37162">
                <a:extLst>
                  <a:ext uri="{FF2B5EF4-FFF2-40B4-BE49-F238E27FC236}">
                    <a16:creationId xmlns:a16="http://schemas.microsoft.com/office/drawing/2014/main" id="{03B6A820-79D5-651E-6675-601C6C04361D}"/>
                  </a:ext>
                </a:extLst>
              </p:cNvPr>
              <p:cNvSpPr/>
              <p:nvPr/>
            </p:nvSpPr>
            <p:spPr>
              <a:xfrm>
                <a:off x="5112397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4" name="Freeform 37163">
                <a:extLst>
                  <a:ext uri="{FF2B5EF4-FFF2-40B4-BE49-F238E27FC236}">
                    <a16:creationId xmlns:a16="http://schemas.microsoft.com/office/drawing/2014/main" id="{84A3E00B-43EA-BCA1-74F5-96E7EA742870}"/>
                  </a:ext>
                </a:extLst>
              </p:cNvPr>
              <p:cNvSpPr/>
              <p:nvPr/>
            </p:nvSpPr>
            <p:spPr>
              <a:xfrm>
                <a:off x="5112893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5" name="Freeform 37164">
                <a:extLst>
                  <a:ext uri="{FF2B5EF4-FFF2-40B4-BE49-F238E27FC236}">
                    <a16:creationId xmlns:a16="http://schemas.microsoft.com/office/drawing/2014/main" id="{B4764671-1F53-295F-F0B1-C90FCF98981C}"/>
                  </a:ext>
                </a:extLst>
              </p:cNvPr>
              <p:cNvSpPr/>
              <p:nvPr/>
            </p:nvSpPr>
            <p:spPr>
              <a:xfrm>
                <a:off x="5113488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6" name="Freeform 37165">
                <a:extLst>
                  <a:ext uri="{FF2B5EF4-FFF2-40B4-BE49-F238E27FC236}">
                    <a16:creationId xmlns:a16="http://schemas.microsoft.com/office/drawing/2014/main" id="{9B57224C-E473-EA09-697C-9F9E73486122}"/>
                  </a:ext>
                </a:extLst>
              </p:cNvPr>
              <p:cNvSpPr/>
              <p:nvPr/>
            </p:nvSpPr>
            <p:spPr>
              <a:xfrm>
                <a:off x="5113984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7" name="Freeform 37166">
                <a:extLst>
                  <a:ext uri="{FF2B5EF4-FFF2-40B4-BE49-F238E27FC236}">
                    <a16:creationId xmlns:a16="http://schemas.microsoft.com/office/drawing/2014/main" id="{36C3EA1C-8206-059B-154F-BE4A92FB2184}"/>
                  </a:ext>
                </a:extLst>
              </p:cNvPr>
              <p:cNvSpPr/>
              <p:nvPr/>
            </p:nvSpPr>
            <p:spPr>
              <a:xfrm>
                <a:off x="5114480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8" name="Freeform 37167">
                <a:extLst>
                  <a:ext uri="{FF2B5EF4-FFF2-40B4-BE49-F238E27FC236}">
                    <a16:creationId xmlns:a16="http://schemas.microsoft.com/office/drawing/2014/main" id="{28EFC44C-4920-70CB-619A-28E1C7BA5F89}"/>
                  </a:ext>
                </a:extLst>
              </p:cNvPr>
              <p:cNvSpPr/>
              <p:nvPr/>
            </p:nvSpPr>
            <p:spPr>
              <a:xfrm>
                <a:off x="5115076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9" name="Freeform 37168">
                <a:extLst>
                  <a:ext uri="{FF2B5EF4-FFF2-40B4-BE49-F238E27FC236}">
                    <a16:creationId xmlns:a16="http://schemas.microsoft.com/office/drawing/2014/main" id="{F242B869-17A5-77BC-A3A2-E59FC7D105AB}"/>
                  </a:ext>
                </a:extLst>
              </p:cNvPr>
              <p:cNvSpPr/>
              <p:nvPr/>
            </p:nvSpPr>
            <p:spPr>
              <a:xfrm>
                <a:off x="5115572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0" name="Freeform 37169">
                <a:extLst>
                  <a:ext uri="{FF2B5EF4-FFF2-40B4-BE49-F238E27FC236}">
                    <a16:creationId xmlns:a16="http://schemas.microsoft.com/office/drawing/2014/main" id="{93270870-3D3E-BD51-75AA-372913F58A90}"/>
                  </a:ext>
                </a:extLst>
              </p:cNvPr>
              <p:cNvSpPr/>
              <p:nvPr/>
            </p:nvSpPr>
            <p:spPr>
              <a:xfrm>
                <a:off x="511606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1" name="Freeform 37170">
                <a:extLst>
                  <a:ext uri="{FF2B5EF4-FFF2-40B4-BE49-F238E27FC236}">
                    <a16:creationId xmlns:a16="http://schemas.microsoft.com/office/drawing/2014/main" id="{67E77BAB-6A91-922D-CAAE-285278D1D4AC}"/>
                  </a:ext>
                </a:extLst>
              </p:cNvPr>
              <p:cNvSpPr/>
              <p:nvPr/>
            </p:nvSpPr>
            <p:spPr>
              <a:xfrm>
                <a:off x="5116663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2" name="Freeform 37171">
                <a:extLst>
                  <a:ext uri="{FF2B5EF4-FFF2-40B4-BE49-F238E27FC236}">
                    <a16:creationId xmlns:a16="http://schemas.microsoft.com/office/drawing/2014/main" id="{620C31C1-B345-1665-FB74-7DAF2964BB4C}"/>
                  </a:ext>
                </a:extLst>
              </p:cNvPr>
              <p:cNvSpPr/>
              <p:nvPr/>
            </p:nvSpPr>
            <p:spPr>
              <a:xfrm>
                <a:off x="5117159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3" name="Freeform 37172">
                <a:extLst>
                  <a:ext uri="{FF2B5EF4-FFF2-40B4-BE49-F238E27FC236}">
                    <a16:creationId xmlns:a16="http://schemas.microsoft.com/office/drawing/2014/main" id="{752CA90A-E7D1-8EEA-6E4E-8DD2C8B86409}"/>
                  </a:ext>
                </a:extLst>
              </p:cNvPr>
              <p:cNvSpPr/>
              <p:nvPr/>
            </p:nvSpPr>
            <p:spPr>
              <a:xfrm>
                <a:off x="5117655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4" name="Freeform 37173">
                <a:extLst>
                  <a:ext uri="{FF2B5EF4-FFF2-40B4-BE49-F238E27FC236}">
                    <a16:creationId xmlns:a16="http://schemas.microsoft.com/office/drawing/2014/main" id="{539DA5AE-006F-3C79-1CD4-932A4572B1FB}"/>
                  </a:ext>
                </a:extLst>
              </p:cNvPr>
              <p:cNvSpPr/>
              <p:nvPr/>
            </p:nvSpPr>
            <p:spPr>
              <a:xfrm>
                <a:off x="511825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5" name="Freeform 37174">
                <a:extLst>
                  <a:ext uri="{FF2B5EF4-FFF2-40B4-BE49-F238E27FC236}">
                    <a16:creationId xmlns:a16="http://schemas.microsoft.com/office/drawing/2014/main" id="{6E89E980-0A87-1677-9DBA-1571B0E480A1}"/>
                  </a:ext>
                </a:extLst>
              </p:cNvPr>
              <p:cNvSpPr/>
              <p:nvPr/>
            </p:nvSpPr>
            <p:spPr>
              <a:xfrm>
                <a:off x="511874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6" name="Freeform 37175">
                <a:extLst>
                  <a:ext uri="{FF2B5EF4-FFF2-40B4-BE49-F238E27FC236}">
                    <a16:creationId xmlns:a16="http://schemas.microsoft.com/office/drawing/2014/main" id="{646D4A03-9E23-2786-1D41-459054F1C750}"/>
                  </a:ext>
                </a:extLst>
              </p:cNvPr>
              <p:cNvSpPr/>
              <p:nvPr/>
            </p:nvSpPr>
            <p:spPr>
              <a:xfrm>
                <a:off x="511924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7" name="Freeform 37176">
                <a:extLst>
                  <a:ext uri="{FF2B5EF4-FFF2-40B4-BE49-F238E27FC236}">
                    <a16:creationId xmlns:a16="http://schemas.microsoft.com/office/drawing/2014/main" id="{C3F5A17E-A36D-8467-F9E3-685B0FD84169}"/>
                  </a:ext>
                </a:extLst>
              </p:cNvPr>
              <p:cNvSpPr/>
              <p:nvPr/>
            </p:nvSpPr>
            <p:spPr>
              <a:xfrm>
                <a:off x="511983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8" name="Freeform 37177">
                <a:extLst>
                  <a:ext uri="{FF2B5EF4-FFF2-40B4-BE49-F238E27FC236}">
                    <a16:creationId xmlns:a16="http://schemas.microsoft.com/office/drawing/2014/main" id="{C2A957A2-975C-8068-D6DC-AF704366491E}"/>
                  </a:ext>
                </a:extLst>
              </p:cNvPr>
              <p:cNvSpPr/>
              <p:nvPr/>
            </p:nvSpPr>
            <p:spPr>
              <a:xfrm>
                <a:off x="512033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9" name="Freeform 37178">
                <a:extLst>
                  <a:ext uri="{FF2B5EF4-FFF2-40B4-BE49-F238E27FC236}">
                    <a16:creationId xmlns:a16="http://schemas.microsoft.com/office/drawing/2014/main" id="{DC153EC4-A228-F4FE-2F52-BEE9509FC72B}"/>
                  </a:ext>
                </a:extLst>
              </p:cNvPr>
              <p:cNvSpPr/>
              <p:nvPr/>
            </p:nvSpPr>
            <p:spPr>
              <a:xfrm>
                <a:off x="512083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0" name="Freeform 37179">
                <a:extLst>
                  <a:ext uri="{FF2B5EF4-FFF2-40B4-BE49-F238E27FC236}">
                    <a16:creationId xmlns:a16="http://schemas.microsoft.com/office/drawing/2014/main" id="{A2D23806-8599-7C3D-7BC7-F507776065B0}"/>
                  </a:ext>
                </a:extLst>
              </p:cNvPr>
              <p:cNvSpPr/>
              <p:nvPr/>
            </p:nvSpPr>
            <p:spPr>
              <a:xfrm>
                <a:off x="5121426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1" name="Freeform 37180">
                <a:extLst>
                  <a:ext uri="{FF2B5EF4-FFF2-40B4-BE49-F238E27FC236}">
                    <a16:creationId xmlns:a16="http://schemas.microsoft.com/office/drawing/2014/main" id="{6213D9EF-A78A-8610-4275-0D83261B77AD}"/>
                  </a:ext>
                </a:extLst>
              </p:cNvPr>
              <p:cNvSpPr/>
              <p:nvPr/>
            </p:nvSpPr>
            <p:spPr>
              <a:xfrm>
                <a:off x="5121922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2" name="Freeform 37181">
                <a:extLst>
                  <a:ext uri="{FF2B5EF4-FFF2-40B4-BE49-F238E27FC236}">
                    <a16:creationId xmlns:a16="http://schemas.microsoft.com/office/drawing/2014/main" id="{1C27B635-B7A5-3B85-899A-538D4C109151}"/>
                  </a:ext>
                </a:extLst>
              </p:cNvPr>
              <p:cNvSpPr/>
              <p:nvPr/>
            </p:nvSpPr>
            <p:spPr>
              <a:xfrm>
                <a:off x="5122418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3" name="Freeform 37182">
                <a:extLst>
                  <a:ext uri="{FF2B5EF4-FFF2-40B4-BE49-F238E27FC236}">
                    <a16:creationId xmlns:a16="http://schemas.microsoft.com/office/drawing/2014/main" id="{B326B620-5DEE-87C2-4A99-D359AD990576}"/>
                  </a:ext>
                </a:extLst>
              </p:cNvPr>
              <p:cNvSpPr/>
              <p:nvPr/>
            </p:nvSpPr>
            <p:spPr>
              <a:xfrm>
                <a:off x="5123013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4" name="Freeform 37183">
                <a:extLst>
                  <a:ext uri="{FF2B5EF4-FFF2-40B4-BE49-F238E27FC236}">
                    <a16:creationId xmlns:a16="http://schemas.microsoft.com/office/drawing/2014/main" id="{81C15640-78F9-6BF1-BFFC-FC719D1C629B}"/>
                  </a:ext>
                </a:extLst>
              </p:cNvPr>
              <p:cNvSpPr/>
              <p:nvPr/>
            </p:nvSpPr>
            <p:spPr>
              <a:xfrm>
                <a:off x="5123509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5" name="Freeform 37184">
                <a:extLst>
                  <a:ext uri="{FF2B5EF4-FFF2-40B4-BE49-F238E27FC236}">
                    <a16:creationId xmlns:a16="http://schemas.microsoft.com/office/drawing/2014/main" id="{F5DEEC60-2400-E6F4-1901-94E0B7816757}"/>
                  </a:ext>
                </a:extLst>
              </p:cNvPr>
              <p:cNvSpPr/>
              <p:nvPr/>
            </p:nvSpPr>
            <p:spPr>
              <a:xfrm>
                <a:off x="5124005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6" name="Freeform 37185">
                <a:extLst>
                  <a:ext uri="{FF2B5EF4-FFF2-40B4-BE49-F238E27FC236}">
                    <a16:creationId xmlns:a16="http://schemas.microsoft.com/office/drawing/2014/main" id="{818632E4-8E6F-E498-22A6-D8757BF4AE9C}"/>
                  </a:ext>
                </a:extLst>
              </p:cNvPr>
              <p:cNvSpPr/>
              <p:nvPr/>
            </p:nvSpPr>
            <p:spPr>
              <a:xfrm>
                <a:off x="5124502" y="4208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7" name="Freeform 37186">
                <a:extLst>
                  <a:ext uri="{FF2B5EF4-FFF2-40B4-BE49-F238E27FC236}">
                    <a16:creationId xmlns:a16="http://schemas.microsoft.com/office/drawing/2014/main" id="{B6ED2C3C-9189-E067-D3E2-274C8B79CD61}"/>
                  </a:ext>
                </a:extLst>
              </p:cNvPr>
              <p:cNvSpPr/>
              <p:nvPr/>
            </p:nvSpPr>
            <p:spPr>
              <a:xfrm>
                <a:off x="5125097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8" name="Freeform 37187">
                <a:extLst>
                  <a:ext uri="{FF2B5EF4-FFF2-40B4-BE49-F238E27FC236}">
                    <a16:creationId xmlns:a16="http://schemas.microsoft.com/office/drawing/2014/main" id="{49DAF3EA-F639-C95B-BBFF-C409C8A012BF}"/>
                  </a:ext>
                </a:extLst>
              </p:cNvPr>
              <p:cNvSpPr/>
              <p:nvPr/>
            </p:nvSpPr>
            <p:spPr>
              <a:xfrm>
                <a:off x="5125593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9" name="Freeform 37188">
                <a:extLst>
                  <a:ext uri="{FF2B5EF4-FFF2-40B4-BE49-F238E27FC236}">
                    <a16:creationId xmlns:a16="http://schemas.microsoft.com/office/drawing/2014/main" id="{917803C9-9C44-69B8-7CAB-F248F1980A17}"/>
                  </a:ext>
                </a:extLst>
              </p:cNvPr>
              <p:cNvSpPr/>
              <p:nvPr/>
            </p:nvSpPr>
            <p:spPr>
              <a:xfrm>
                <a:off x="5126089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0" name="Freeform 37189">
                <a:extLst>
                  <a:ext uri="{FF2B5EF4-FFF2-40B4-BE49-F238E27FC236}">
                    <a16:creationId xmlns:a16="http://schemas.microsoft.com/office/drawing/2014/main" id="{671ABB20-8757-99C0-9F5F-4FF8232745FE}"/>
                  </a:ext>
                </a:extLst>
              </p:cNvPr>
              <p:cNvSpPr/>
              <p:nvPr/>
            </p:nvSpPr>
            <p:spPr>
              <a:xfrm>
                <a:off x="5126684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1" name="Freeform 37190">
                <a:extLst>
                  <a:ext uri="{FF2B5EF4-FFF2-40B4-BE49-F238E27FC236}">
                    <a16:creationId xmlns:a16="http://schemas.microsoft.com/office/drawing/2014/main" id="{819E7FF5-CDEF-D14E-BCC5-2AEA64D7A05C}"/>
                  </a:ext>
                </a:extLst>
              </p:cNvPr>
              <p:cNvSpPr/>
              <p:nvPr/>
            </p:nvSpPr>
            <p:spPr>
              <a:xfrm>
                <a:off x="5127180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2" name="Freeform 37191">
                <a:extLst>
                  <a:ext uri="{FF2B5EF4-FFF2-40B4-BE49-F238E27FC236}">
                    <a16:creationId xmlns:a16="http://schemas.microsoft.com/office/drawing/2014/main" id="{A3A49413-E891-0992-2A42-427C5EF4433E}"/>
                  </a:ext>
                </a:extLst>
              </p:cNvPr>
              <p:cNvSpPr/>
              <p:nvPr/>
            </p:nvSpPr>
            <p:spPr>
              <a:xfrm>
                <a:off x="5127677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3" name="Freeform 37192">
                <a:extLst>
                  <a:ext uri="{FF2B5EF4-FFF2-40B4-BE49-F238E27FC236}">
                    <a16:creationId xmlns:a16="http://schemas.microsoft.com/office/drawing/2014/main" id="{0D74894A-C6FE-33A3-6B03-2BA522D71369}"/>
                  </a:ext>
                </a:extLst>
              </p:cNvPr>
              <p:cNvSpPr/>
              <p:nvPr/>
            </p:nvSpPr>
            <p:spPr>
              <a:xfrm>
                <a:off x="5128272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4" name="Freeform 37193">
                <a:extLst>
                  <a:ext uri="{FF2B5EF4-FFF2-40B4-BE49-F238E27FC236}">
                    <a16:creationId xmlns:a16="http://schemas.microsoft.com/office/drawing/2014/main" id="{5AF99F4B-FBC6-A2D9-D8EF-460AB2A7CA17}"/>
                  </a:ext>
                </a:extLst>
              </p:cNvPr>
              <p:cNvSpPr/>
              <p:nvPr/>
            </p:nvSpPr>
            <p:spPr>
              <a:xfrm>
                <a:off x="5128768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5" name="Freeform 37194">
                <a:extLst>
                  <a:ext uri="{FF2B5EF4-FFF2-40B4-BE49-F238E27FC236}">
                    <a16:creationId xmlns:a16="http://schemas.microsoft.com/office/drawing/2014/main" id="{68B22AA0-FBCA-AF8F-1322-7563F4F77935}"/>
                  </a:ext>
                </a:extLst>
              </p:cNvPr>
              <p:cNvSpPr/>
              <p:nvPr/>
            </p:nvSpPr>
            <p:spPr>
              <a:xfrm>
                <a:off x="5129264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6" name="Freeform 37195">
                <a:extLst>
                  <a:ext uri="{FF2B5EF4-FFF2-40B4-BE49-F238E27FC236}">
                    <a16:creationId xmlns:a16="http://schemas.microsoft.com/office/drawing/2014/main" id="{8364A459-7D42-B551-1353-BF89451988A5}"/>
                  </a:ext>
                </a:extLst>
              </p:cNvPr>
              <p:cNvSpPr/>
              <p:nvPr/>
            </p:nvSpPr>
            <p:spPr>
              <a:xfrm>
                <a:off x="5129859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7" name="Freeform 37196">
                <a:extLst>
                  <a:ext uri="{FF2B5EF4-FFF2-40B4-BE49-F238E27FC236}">
                    <a16:creationId xmlns:a16="http://schemas.microsoft.com/office/drawing/2014/main" id="{A6662279-BF35-56F9-CC86-BD30F16D0CC9}"/>
                  </a:ext>
                </a:extLst>
              </p:cNvPr>
              <p:cNvSpPr/>
              <p:nvPr/>
            </p:nvSpPr>
            <p:spPr>
              <a:xfrm>
                <a:off x="513035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8" name="Freeform 37197">
                <a:extLst>
                  <a:ext uri="{FF2B5EF4-FFF2-40B4-BE49-F238E27FC236}">
                    <a16:creationId xmlns:a16="http://schemas.microsoft.com/office/drawing/2014/main" id="{0873AA4B-571E-539B-5E42-279A6F633062}"/>
                  </a:ext>
                </a:extLst>
              </p:cNvPr>
              <p:cNvSpPr/>
              <p:nvPr/>
            </p:nvSpPr>
            <p:spPr>
              <a:xfrm>
                <a:off x="51308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9" name="Freeform 37198">
                <a:extLst>
                  <a:ext uri="{FF2B5EF4-FFF2-40B4-BE49-F238E27FC236}">
                    <a16:creationId xmlns:a16="http://schemas.microsoft.com/office/drawing/2014/main" id="{94F8B0E2-6E8B-6DCA-4FF8-FFA272551D34}"/>
                  </a:ext>
                </a:extLst>
              </p:cNvPr>
              <p:cNvSpPr/>
              <p:nvPr/>
            </p:nvSpPr>
            <p:spPr>
              <a:xfrm>
                <a:off x="513144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0" name="Freeform 37199">
                <a:extLst>
                  <a:ext uri="{FF2B5EF4-FFF2-40B4-BE49-F238E27FC236}">
                    <a16:creationId xmlns:a16="http://schemas.microsoft.com/office/drawing/2014/main" id="{A7D8C3A5-F46E-F8F9-C518-46E77E79E4F6}"/>
                  </a:ext>
                </a:extLst>
              </p:cNvPr>
              <p:cNvSpPr/>
              <p:nvPr/>
            </p:nvSpPr>
            <p:spPr>
              <a:xfrm>
                <a:off x="5131943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1" name="Freeform 37200">
                <a:extLst>
                  <a:ext uri="{FF2B5EF4-FFF2-40B4-BE49-F238E27FC236}">
                    <a16:creationId xmlns:a16="http://schemas.microsoft.com/office/drawing/2014/main" id="{99B5A2FF-2712-C91A-EEBA-2D27AF2C649B}"/>
                  </a:ext>
                </a:extLst>
              </p:cNvPr>
              <p:cNvSpPr/>
              <p:nvPr/>
            </p:nvSpPr>
            <p:spPr>
              <a:xfrm>
                <a:off x="5132439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2" name="Freeform 37201">
                <a:extLst>
                  <a:ext uri="{FF2B5EF4-FFF2-40B4-BE49-F238E27FC236}">
                    <a16:creationId xmlns:a16="http://schemas.microsoft.com/office/drawing/2014/main" id="{D063E219-2140-F5E1-C36C-402111BCC465}"/>
                  </a:ext>
                </a:extLst>
              </p:cNvPr>
              <p:cNvSpPr/>
              <p:nvPr/>
            </p:nvSpPr>
            <p:spPr>
              <a:xfrm>
                <a:off x="5133034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3" name="Freeform 37202">
                <a:extLst>
                  <a:ext uri="{FF2B5EF4-FFF2-40B4-BE49-F238E27FC236}">
                    <a16:creationId xmlns:a16="http://schemas.microsoft.com/office/drawing/2014/main" id="{AA64A3D4-761A-3897-4DCC-8ABFADDDD725}"/>
                  </a:ext>
                </a:extLst>
              </p:cNvPr>
              <p:cNvSpPr/>
              <p:nvPr/>
            </p:nvSpPr>
            <p:spPr>
              <a:xfrm>
                <a:off x="513353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4" name="Freeform 37203">
                <a:extLst>
                  <a:ext uri="{FF2B5EF4-FFF2-40B4-BE49-F238E27FC236}">
                    <a16:creationId xmlns:a16="http://schemas.microsoft.com/office/drawing/2014/main" id="{134B5209-6BD7-E310-F88C-242EF34F84DA}"/>
                  </a:ext>
                </a:extLst>
              </p:cNvPr>
              <p:cNvSpPr/>
              <p:nvPr/>
            </p:nvSpPr>
            <p:spPr>
              <a:xfrm>
                <a:off x="513402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5" name="Freeform 37204">
                <a:extLst>
                  <a:ext uri="{FF2B5EF4-FFF2-40B4-BE49-F238E27FC236}">
                    <a16:creationId xmlns:a16="http://schemas.microsoft.com/office/drawing/2014/main" id="{10DC2841-9886-1D62-C0E3-B7FFD9927307}"/>
                  </a:ext>
                </a:extLst>
              </p:cNvPr>
              <p:cNvSpPr/>
              <p:nvPr/>
            </p:nvSpPr>
            <p:spPr>
              <a:xfrm>
                <a:off x="5134622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6" name="Freeform 37205">
                <a:extLst>
                  <a:ext uri="{FF2B5EF4-FFF2-40B4-BE49-F238E27FC236}">
                    <a16:creationId xmlns:a16="http://schemas.microsoft.com/office/drawing/2014/main" id="{F0ABEF23-8BA6-2903-1918-677A550FADB4}"/>
                  </a:ext>
                </a:extLst>
              </p:cNvPr>
              <p:cNvSpPr/>
              <p:nvPr/>
            </p:nvSpPr>
            <p:spPr>
              <a:xfrm>
                <a:off x="5135118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7" name="Freeform 37206">
                <a:extLst>
                  <a:ext uri="{FF2B5EF4-FFF2-40B4-BE49-F238E27FC236}">
                    <a16:creationId xmlns:a16="http://schemas.microsoft.com/office/drawing/2014/main" id="{1C4EC7AD-2438-C10E-66A3-D3118FCDBB04}"/>
                  </a:ext>
                </a:extLst>
              </p:cNvPr>
              <p:cNvSpPr/>
              <p:nvPr/>
            </p:nvSpPr>
            <p:spPr>
              <a:xfrm>
                <a:off x="5135614" y="4141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8" name="Freeform 37207">
                <a:extLst>
                  <a:ext uri="{FF2B5EF4-FFF2-40B4-BE49-F238E27FC236}">
                    <a16:creationId xmlns:a16="http://schemas.microsoft.com/office/drawing/2014/main" id="{E1101CE4-4C32-689C-0DE4-39FF827D3887}"/>
                  </a:ext>
                </a:extLst>
              </p:cNvPr>
              <p:cNvSpPr/>
              <p:nvPr/>
            </p:nvSpPr>
            <p:spPr>
              <a:xfrm>
                <a:off x="5136110" y="408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9" name="Freeform 37208">
                <a:extLst>
                  <a:ext uri="{FF2B5EF4-FFF2-40B4-BE49-F238E27FC236}">
                    <a16:creationId xmlns:a16="http://schemas.microsoft.com/office/drawing/2014/main" id="{1A4B7FE3-CA12-D7A5-10FE-4082F778607D}"/>
                  </a:ext>
                </a:extLst>
              </p:cNvPr>
              <p:cNvSpPr/>
              <p:nvPr/>
            </p:nvSpPr>
            <p:spPr>
              <a:xfrm>
                <a:off x="5136705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0" name="Freeform 37209">
                <a:extLst>
                  <a:ext uri="{FF2B5EF4-FFF2-40B4-BE49-F238E27FC236}">
                    <a16:creationId xmlns:a16="http://schemas.microsoft.com/office/drawing/2014/main" id="{95B2A04A-1BC5-3331-8163-5CD3E44F4FED}"/>
                  </a:ext>
                </a:extLst>
              </p:cNvPr>
              <p:cNvSpPr/>
              <p:nvPr/>
            </p:nvSpPr>
            <p:spPr>
              <a:xfrm>
                <a:off x="5137202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1" name="Freeform 37210">
                <a:extLst>
                  <a:ext uri="{FF2B5EF4-FFF2-40B4-BE49-F238E27FC236}">
                    <a16:creationId xmlns:a16="http://schemas.microsoft.com/office/drawing/2014/main" id="{BDB77CD1-8554-40F5-3649-DB9BA4DAB8F9}"/>
                  </a:ext>
                </a:extLst>
              </p:cNvPr>
              <p:cNvSpPr/>
              <p:nvPr/>
            </p:nvSpPr>
            <p:spPr>
              <a:xfrm>
                <a:off x="5137698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2" name="Freeform 37211">
                <a:extLst>
                  <a:ext uri="{FF2B5EF4-FFF2-40B4-BE49-F238E27FC236}">
                    <a16:creationId xmlns:a16="http://schemas.microsoft.com/office/drawing/2014/main" id="{54151287-A92B-2781-18B6-2CD5C37DADD8}"/>
                  </a:ext>
                </a:extLst>
              </p:cNvPr>
              <p:cNvSpPr/>
              <p:nvPr/>
            </p:nvSpPr>
            <p:spPr>
              <a:xfrm>
                <a:off x="5138293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3" name="Freeform 37212">
                <a:extLst>
                  <a:ext uri="{FF2B5EF4-FFF2-40B4-BE49-F238E27FC236}">
                    <a16:creationId xmlns:a16="http://schemas.microsoft.com/office/drawing/2014/main" id="{0177ACFA-EA9A-ACDD-E85E-132D0E90AE60}"/>
                  </a:ext>
                </a:extLst>
              </p:cNvPr>
              <p:cNvSpPr/>
              <p:nvPr/>
            </p:nvSpPr>
            <p:spPr>
              <a:xfrm>
                <a:off x="5138789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4" name="Freeform 37213">
                <a:extLst>
                  <a:ext uri="{FF2B5EF4-FFF2-40B4-BE49-F238E27FC236}">
                    <a16:creationId xmlns:a16="http://schemas.microsoft.com/office/drawing/2014/main" id="{3DDA2FF4-B685-F77B-A9A2-5EF01347A669}"/>
                  </a:ext>
                </a:extLst>
              </p:cNvPr>
              <p:cNvSpPr/>
              <p:nvPr/>
            </p:nvSpPr>
            <p:spPr>
              <a:xfrm>
                <a:off x="5139285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5" name="Freeform 37214">
                <a:extLst>
                  <a:ext uri="{FF2B5EF4-FFF2-40B4-BE49-F238E27FC236}">
                    <a16:creationId xmlns:a16="http://schemas.microsoft.com/office/drawing/2014/main" id="{67F3E256-29FD-3F1D-4D9F-904B61F7B27E}"/>
                  </a:ext>
                </a:extLst>
              </p:cNvPr>
              <p:cNvSpPr/>
              <p:nvPr/>
            </p:nvSpPr>
            <p:spPr>
              <a:xfrm>
                <a:off x="5139880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6" name="Freeform 37215">
                <a:extLst>
                  <a:ext uri="{FF2B5EF4-FFF2-40B4-BE49-F238E27FC236}">
                    <a16:creationId xmlns:a16="http://schemas.microsoft.com/office/drawing/2014/main" id="{33A613F2-AB96-769A-69B6-CB462748D154}"/>
                  </a:ext>
                </a:extLst>
              </p:cNvPr>
              <p:cNvSpPr/>
              <p:nvPr/>
            </p:nvSpPr>
            <p:spPr>
              <a:xfrm>
                <a:off x="5140377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7" name="Freeform 37216">
                <a:extLst>
                  <a:ext uri="{FF2B5EF4-FFF2-40B4-BE49-F238E27FC236}">
                    <a16:creationId xmlns:a16="http://schemas.microsoft.com/office/drawing/2014/main" id="{DF848423-F246-EEFA-CEC3-1117B60EAB0F}"/>
                  </a:ext>
                </a:extLst>
              </p:cNvPr>
              <p:cNvSpPr/>
              <p:nvPr/>
            </p:nvSpPr>
            <p:spPr>
              <a:xfrm>
                <a:off x="5140873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8" name="Freeform 37217">
                <a:extLst>
                  <a:ext uri="{FF2B5EF4-FFF2-40B4-BE49-F238E27FC236}">
                    <a16:creationId xmlns:a16="http://schemas.microsoft.com/office/drawing/2014/main" id="{3DCD6E6F-66FB-8187-1099-66CE0B0D54AD}"/>
                  </a:ext>
                </a:extLst>
              </p:cNvPr>
              <p:cNvSpPr/>
              <p:nvPr/>
            </p:nvSpPr>
            <p:spPr>
              <a:xfrm>
                <a:off x="514146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9" name="Freeform 37218">
                <a:extLst>
                  <a:ext uri="{FF2B5EF4-FFF2-40B4-BE49-F238E27FC236}">
                    <a16:creationId xmlns:a16="http://schemas.microsoft.com/office/drawing/2014/main" id="{F03B2959-15E8-490D-7C09-66A6A18633B4}"/>
                  </a:ext>
                </a:extLst>
              </p:cNvPr>
              <p:cNvSpPr/>
              <p:nvPr/>
            </p:nvSpPr>
            <p:spPr>
              <a:xfrm>
                <a:off x="5141964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0" name="Freeform 37219">
                <a:extLst>
                  <a:ext uri="{FF2B5EF4-FFF2-40B4-BE49-F238E27FC236}">
                    <a16:creationId xmlns:a16="http://schemas.microsoft.com/office/drawing/2014/main" id="{3D84F5DF-579F-A923-9753-33DB180777C9}"/>
                  </a:ext>
                </a:extLst>
              </p:cNvPr>
              <p:cNvSpPr/>
              <p:nvPr/>
            </p:nvSpPr>
            <p:spPr>
              <a:xfrm>
                <a:off x="5142460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1" name="Freeform 37220">
                <a:extLst>
                  <a:ext uri="{FF2B5EF4-FFF2-40B4-BE49-F238E27FC236}">
                    <a16:creationId xmlns:a16="http://schemas.microsoft.com/office/drawing/2014/main" id="{4D0BA6C5-4EED-41D3-BDAF-B72177511999}"/>
                  </a:ext>
                </a:extLst>
              </p:cNvPr>
              <p:cNvSpPr/>
              <p:nvPr/>
            </p:nvSpPr>
            <p:spPr>
              <a:xfrm>
                <a:off x="514305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2" name="Freeform 37221">
                <a:extLst>
                  <a:ext uri="{FF2B5EF4-FFF2-40B4-BE49-F238E27FC236}">
                    <a16:creationId xmlns:a16="http://schemas.microsoft.com/office/drawing/2014/main" id="{0D3901E4-A43D-38B5-EB33-025B9F725DC6}"/>
                  </a:ext>
                </a:extLst>
              </p:cNvPr>
              <p:cNvSpPr/>
              <p:nvPr/>
            </p:nvSpPr>
            <p:spPr>
              <a:xfrm>
                <a:off x="51435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3" name="Freeform 37222">
                <a:extLst>
                  <a:ext uri="{FF2B5EF4-FFF2-40B4-BE49-F238E27FC236}">
                    <a16:creationId xmlns:a16="http://schemas.microsoft.com/office/drawing/2014/main" id="{34D9BCAF-397E-70F6-F8D5-4BA65FD5466D}"/>
                  </a:ext>
                </a:extLst>
              </p:cNvPr>
              <p:cNvSpPr/>
              <p:nvPr/>
            </p:nvSpPr>
            <p:spPr>
              <a:xfrm>
                <a:off x="514404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4" name="Freeform 37223">
                <a:extLst>
                  <a:ext uri="{FF2B5EF4-FFF2-40B4-BE49-F238E27FC236}">
                    <a16:creationId xmlns:a16="http://schemas.microsoft.com/office/drawing/2014/main" id="{1BA632C7-C5E1-54D9-F6A7-702671872302}"/>
                  </a:ext>
                </a:extLst>
              </p:cNvPr>
              <p:cNvSpPr/>
              <p:nvPr/>
            </p:nvSpPr>
            <p:spPr>
              <a:xfrm>
                <a:off x="514464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5" name="Freeform 37224">
                <a:extLst>
                  <a:ext uri="{FF2B5EF4-FFF2-40B4-BE49-F238E27FC236}">
                    <a16:creationId xmlns:a16="http://schemas.microsoft.com/office/drawing/2014/main" id="{BD4ABC3B-B7B7-1691-D55F-DF9CAF665FCC}"/>
                  </a:ext>
                </a:extLst>
              </p:cNvPr>
              <p:cNvSpPr/>
              <p:nvPr/>
            </p:nvSpPr>
            <p:spPr>
              <a:xfrm>
                <a:off x="514513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6" name="Freeform 37225">
                <a:extLst>
                  <a:ext uri="{FF2B5EF4-FFF2-40B4-BE49-F238E27FC236}">
                    <a16:creationId xmlns:a16="http://schemas.microsoft.com/office/drawing/2014/main" id="{A5EF056D-538B-4D9C-4AD8-3BC9174CFE29}"/>
                  </a:ext>
                </a:extLst>
              </p:cNvPr>
              <p:cNvSpPr/>
              <p:nvPr/>
            </p:nvSpPr>
            <p:spPr>
              <a:xfrm>
                <a:off x="5145635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7" name="Freeform 37226">
                <a:extLst>
                  <a:ext uri="{FF2B5EF4-FFF2-40B4-BE49-F238E27FC236}">
                    <a16:creationId xmlns:a16="http://schemas.microsoft.com/office/drawing/2014/main" id="{9E3AB45A-C2F7-AA4C-D06B-C6B3647CDE7F}"/>
                  </a:ext>
                </a:extLst>
              </p:cNvPr>
              <p:cNvSpPr/>
              <p:nvPr/>
            </p:nvSpPr>
            <p:spPr>
              <a:xfrm>
                <a:off x="514623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8" name="Freeform 37227">
                <a:extLst>
                  <a:ext uri="{FF2B5EF4-FFF2-40B4-BE49-F238E27FC236}">
                    <a16:creationId xmlns:a16="http://schemas.microsoft.com/office/drawing/2014/main" id="{555644A6-87A4-AF31-87A0-8D7E7478FAAA}"/>
                  </a:ext>
                </a:extLst>
              </p:cNvPr>
              <p:cNvSpPr/>
              <p:nvPr/>
            </p:nvSpPr>
            <p:spPr>
              <a:xfrm>
                <a:off x="514672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9" name="Freeform 37228">
                <a:extLst>
                  <a:ext uri="{FF2B5EF4-FFF2-40B4-BE49-F238E27FC236}">
                    <a16:creationId xmlns:a16="http://schemas.microsoft.com/office/drawing/2014/main" id="{ED0F634E-C6B2-BA10-F407-F11F05588FAA}"/>
                  </a:ext>
                </a:extLst>
              </p:cNvPr>
              <p:cNvSpPr/>
              <p:nvPr/>
            </p:nvSpPr>
            <p:spPr>
              <a:xfrm>
                <a:off x="5147223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0" name="Freeform 37229">
                <a:extLst>
                  <a:ext uri="{FF2B5EF4-FFF2-40B4-BE49-F238E27FC236}">
                    <a16:creationId xmlns:a16="http://schemas.microsoft.com/office/drawing/2014/main" id="{49A90DEE-962B-E90F-FE23-3E1C3F7C28D6}"/>
                  </a:ext>
                </a:extLst>
              </p:cNvPr>
              <p:cNvSpPr/>
              <p:nvPr/>
            </p:nvSpPr>
            <p:spPr>
              <a:xfrm>
                <a:off x="5147818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1" name="Freeform 37230">
                <a:extLst>
                  <a:ext uri="{FF2B5EF4-FFF2-40B4-BE49-F238E27FC236}">
                    <a16:creationId xmlns:a16="http://schemas.microsoft.com/office/drawing/2014/main" id="{F2B418CA-1573-44F0-72C7-AABDD2D7CE94}"/>
                  </a:ext>
                </a:extLst>
              </p:cNvPr>
              <p:cNvSpPr/>
              <p:nvPr/>
            </p:nvSpPr>
            <p:spPr>
              <a:xfrm>
                <a:off x="5148314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2" name="Freeform 37231">
                <a:extLst>
                  <a:ext uri="{FF2B5EF4-FFF2-40B4-BE49-F238E27FC236}">
                    <a16:creationId xmlns:a16="http://schemas.microsoft.com/office/drawing/2014/main" id="{9764B0E7-C3F5-3F91-63CD-32C128C094EA}"/>
                  </a:ext>
                </a:extLst>
              </p:cNvPr>
              <p:cNvSpPr/>
              <p:nvPr/>
            </p:nvSpPr>
            <p:spPr>
              <a:xfrm>
                <a:off x="5148810" y="4170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3" name="Freeform 37232">
                <a:extLst>
                  <a:ext uri="{FF2B5EF4-FFF2-40B4-BE49-F238E27FC236}">
                    <a16:creationId xmlns:a16="http://schemas.microsoft.com/office/drawing/2014/main" id="{BA7BE28D-9A08-9410-5848-6BCB5332AD98}"/>
                  </a:ext>
                </a:extLst>
              </p:cNvPr>
              <p:cNvSpPr/>
              <p:nvPr/>
            </p:nvSpPr>
            <p:spPr>
              <a:xfrm>
                <a:off x="5149306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4" name="Freeform 37233">
                <a:extLst>
                  <a:ext uri="{FF2B5EF4-FFF2-40B4-BE49-F238E27FC236}">
                    <a16:creationId xmlns:a16="http://schemas.microsoft.com/office/drawing/2014/main" id="{9F6908F3-13AC-A575-C82A-6E18B1CEF347}"/>
                  </a:ext>
                </a:extLst>
              </p:cNvPr>
              <p:cNvSpPr/>
              <p:nvPr/>
            </p:nvSpPr>
            <p:spPr>
              <a:xfrm>
                <a:off x="5149902" y="4193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5" name="Freeform 37234">
                <a:extLst>
                  <a:ext uri="{FF2B5EF4-FFF2-40B4-BE49-F238E27FC236}">
                    <a16:creationId xmlns:a16="http://schemas.microsoft.com/office/drawing/2014/main" id="{ABD1F2AE-C05B-E1EC-0DBA-C2A482CF4A8C}"/>
                  </a:ext>
                </a:extLst>
              </p:cNvPr>
              <p:cNvSpPr/>
              <p:nvPr/>
            </p:nvSpPr>
            <p:spPr>
              <a:xfrm>
                <a:off x="5150398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6" name="Freeform 37235">
                <a:extLst>
                  <a:ext uri="{FF2B5EF4-FFF2-40B4-BE49-F238E27FC236}">
                    <a16:creationId xmlns:a16="http://schemas.microsoft.com/office/drawing/2014/main" id="{84A0E5AB-84E7-4BB0-D150-3E2C716A2905}"/>
                  </a:ext>
                </a:extLst>
              </p:cNvPr>
              <p:cNvSpPr/>
              <p:nvPr/>
            </p:nvSpPr>
            <p:spPr>
              <a:xfrm>
                <a:off x="5150894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7" name="Freeform 37236">
                <a:extLst>
                  <a:ext uri="{FF2B5EF4-FFF2-40B4-BE49-F238E27FC236}">
                    <a16:creationId xmlns:a16="http://schemas.microsoft.com/office/drawing/2014/main" id="{E2248473-AB56-AEFC-42FE-A1C5CA1D8DC2}"/>
                  </a:ext>
                </a:extLst>
              </p:cNvPr>
              <p:cNvSpPr/>
              <p:nvPr/>
            </p:nvSpPr>
            <p:spPr>
              <a:xfrm>
                <a:off x="5151489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8" name="Freeform 37237">
                <a:extLst>
                  <a:ext uri="{FF2B5EF4-FFF2-40B4-BE49-F238E27FC236}">
                    <a16:creationId xmlns:a16="http://schemas.microsoft.com/office/drawing/2014/main" id="{67E2D56C-CA43-01CF-485A-CCCC70934F83}"/>
                  </a:ext>
                </a:extLst>
              </p:cNvPr>
              <p:cNvSpPr/>
              <p:nvPr/>
            </p:nvSpPr>
            <p:spPr>
              <a:xfrm>
                <a:off x="5151985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9" name="Freeform 37238">
                <a:extLst>
                  <a:ext uri="{FF2B5EF4-FFF2-40B4-BE49-F238E27FC236}">
                    <a16:creationId xmlns:a16="http://schemas.microsoft.com/office/drawing/2014/main" id="{3FABFFC9-C318-4236-8EE9-00CA320673CA}"/>
                  </a:ext>
                </a:extLst>
              </p:cNvPr>
              <p:cNvSpPr/>
              <p:nvPr/>
            </p:nvSpPr>
            <p:spPr>
              <a:xfrm>
                <a:off x="5152481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0" name="Freeform 37239">
                <a:extLst>
                  <a:ext uri="{FF2B5EF4-FFF2-40B4-BE49-F238E27FC236}">
                    <a16:creationId xmlns:a16="http://schemas.microsoft.com/office/drawing/2014/main" id="{D23F10FC-8BDA-21D3-E762-A0663A3BB336}"/>
                  </a:ext>
                </a:extLst>
              </p:cNvPr>
              <p:cNvSpPr/>
              <p:nvPr/>
            </p:nvSpPr>
            <p:spPr>
              <a:xfrm>
                <a:off x="5153077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1" name="Freeform 37240">
                <a:extLst>
                  <a:ext uri="{FF2B5EF4-FFF2-40B4-BE49-F238E27FC236}">
                    <a16:creationId xmlns:a16="http://schemas.microsoft.com/office/drawing/2014/main" id="{8B2C24C3-842D-46AE-57D3-4C65D3BC34A7}"/>
                  </a:ext>
                </a:extLst>
              </p:cNvPr>
              <p:cNvSpPr/>
              <p:nvPr/>
            </p:nvSpPr>
            <p:spPr>
              <a:xfrm>
                <a:off x="5153573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2" name="Freeform 37241">
                <a:extLst>
                  <a:ext uri="{FF2B5EF4-FFF2-40B4-BE49-F238E27FC236}">
                    <a16:creationId xmlns:a16="http://schemas.microsoft.com/office/drawing/2014/main" id="{A9C79AC8-01F0-40A3-E59A-9CC473B27B9F}"/>
                  </a:ext>
                </a:extLst>
              </p:cNvPr>
              <p:cNvSpPr/>
              <p:nvPr/>
            </p:nvSpPr>
            <p:spPr>
              <a:xfrm>
                <a:off x="5154069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3" name="Freeform 37242">
                <a:extLst>
                  <a:ext uri="{FF2B5EF4-FFF2-40B4-BE49-F238E27FC236}">
                    <a16:creationId xmlns:a16="http://schemas.microsoft.com/office/drawing/2014/main" id="{6AE14F49-2BBB-09B2-4DAF-DF8FE0710EFE}"/>
                  </a:ext>
                </a:extLst>
              </p:cNvPr>
              <p:cNvSpPr/>
              <p:nvPr/>
            </p:nvSpPr>
            <p:spPr>
              <a:xfrm>
                <a:off x="5154664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4" name="Freeform 37243">
                <a:extLst>
                  <a:ext uri="{FF2B5EF4-FFF2-40B4-BE49-F238E27FC236}">
                    <a16:creationId xmlns:a16="http://schemas.microsoft.com/office/drawing/2014/main" id="{A3324D2A-F8DD-2C8E-B333-6BF1A7C8EA0E}"/>
                  </a:ext>
                </a:extLst>
              </p:cNvPr>
              <p:cNvSpPr/>
              <p:nvPr/>
            </p:nvSpPr>
            <p:spPr>
              <a:xfrm>
                <a:off x="5155160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5" name="Freeform 37244">
                <a:extLst>
                  <a:ext uri="{FF2B5EF4-FFF2-40B4-BE49-F238E27FC236}">
                    <a16:creationId xmlns:a16="http://schemas.microsoft.com/office/drawing/2014/main" id="{AD14A4C9-84BD-0BB4-90FD-99DC1630EF95}"/>
                  </a:ext>
                </a:extLst>
              </p:cNvPr>
              <p:cNvSpPr/>
              <p:nvPr/>
            </p:nvSpPr>
            <p:spPr>
              <a:xfrm>
                <a:off x="5155656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6" name="Freeform 37245">
                <a:extLst>
                  <a:ext uri="{FF2B5EF4-FFF2-40B4-BE49-F238E27FC236}">
                    <a16:creationId xmlns:a16="http://schemas.microsoft.com/office/drawing/2014/main" id="{35732348-FC24-C85A-025C-23807EE1CECD}"/>
                  </a:ext>
                </a:extLst>
              </p:cNvPr>
              <p:cNvSpPr/>
              <p:nvPr/>
            </p:nvSpPr>
            <p:spPr>
              <a:xfrm>
                <a:off x="5156252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7" name="Freeform 37246">
                <a:extLst>
                  <a:ext uri="{FF2B5EF4-FFF2-40B4-BE49-F238E27FC236}">
                    <a16:creationId xmlns:a16="http://schemas.microsoft.com/office/drawing/2014/main" id="{0CFF5367-7A21-F5C3-7CC6-7298A4DD63A2}"/>
                  </a:ext>
                </a:extLst>
              </p:cNvPr>
              <p:cNvSpPr/>
              <p:nvPr/>
            </p:nvSpPr>
            <p:spPr>
              <a:xfrm>
                <a:off x="5156748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8" name="Freeform 37247">
                <a:extLst>
                  <a:ext uri="{FF2B5EF4-FFF2-40B4-BE49-F238E27FC236}">
                    <a16:creationId xmlns:a16="http://schemas.microsoft.com/office/drawing/2014/main" id="{49827620-5673-7019-02CB-7D2C67542052}"/>
                  </a:ext>
                </a:extLst>
              </p:cNvPr>
              <p:cNvSpPr/>
              <p:nvPr/>
            </p:nvSpPr>
            <p:spPr>
              <a:xfrm>
                <a:off x="515724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9" name="Freeform 37248">
                <a:extLst>
                  <a:ext uri="{FF2B5EF4-FFF2-40B4-BE49-F238E27FC236}">
                    <a16:creationId xmlns:a16="http://schemas.microsoft.com/office/drawing/2014/main" id="{12787E91-287B-1FFB-DC2C-C4CE14FB08CF}"/>
                  </a:ext>
                </a:extLst>
              </p:cNvPr>
              <p:cNvSpPr/>
              <p:nvPr/>
            </p:nvSpPr>
            <p:spPr>
              <a:xfrm>
                <a:off x="5157839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0" name="Freeform 37249">
                <a:extLst>
                  <a:ext uri="{FF2B5EF4-FFF2-40B4-BE49-F238E27FC236}">
                    <a16:creationId xmlns:a16="http://schemas.microsoft.com/office/drawing/2014/main" id="{92136AE1-BFDB-FCCC-5D5A-02A51B729A18}"/>
                  </a:ext>
                </a:extLst>
              </p:cNvPr>
              <p:cNvSpPr/>
              <p:nvPr/>
            </p:nvSpPr>
            <p:spPr>
              <a:xfrm>
                <a:off x="5158335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1" name="Freeform 37250">
                <a:extLst>
                  <a:ext uri="{FF2B5EF4-FFF2-40B4-BE49-F238E27FC236}">
                    <a16:creationId xmlns:a16="http://schemas.microsoft.com/office/drawing/2014/main" id="{9CB15D5F-E262-0232-8AFD-BD85882AF2A8}"/>
                  </a:ext>
                </a:extLst>
              </p:cNvPr>
              <p:cNvSpPr/>
              <p:nvPr/>
            </p:nvSpPr>
            <p:spPr>
              <a:xfrm>
                <a:off x="5158831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2" name="Freeform 37251">
                <a:extLst>
                  <a:ext uri="{FF2B5EF4-FFF2-40B4-BE49-F238E27FC236}">
                    <a16:creationId xmlns:a16="http://schemas.microsoft.com/office/drawing/2014/main" id="{18D214F6-14B0-21F5-1259-CEFA61EC3AEB}"/>
                  </a:ext>
                </a:extLst>
              </p:cNvPr>
              <p:cNvSpPr/>
              <p:nvPr/>
            </p:nvSpPr>
            <p:spPr>
              <a:xfrm>
                <a:off x="5159427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3" name="Freeform 37252">
                <a:extLst>
                  <a:ext uri="{FF2B5EF4-FFF2-40B4-BE49-F238E27FC236}">
                    <a16:creationId xmlns:a16="http://schemas.microsoft.com/office/drawing/2014/main" id="{DFAEBDB9-D40A-1B12-CBC7-5A34E5C71983}"/>
                  </a:ext>
                </a:extLst>
              </p:cNvPr>
              <p:cNvSpPr/>
              <p:nvPr/>
            </p:nvSpPr>
            <p:spPr>
              <a:xfrm>
                <a:off x="5159923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4" name="Freeform 37253">
                <a:extLst>
                  <a:ext uri="{FF2B5EF4-FFF2-40B4-BE49-F238E27FC236}">
                    <a16:creationId xmlns:a16="http://schemas.microsoft.com/office/drawing/2014/main" id="{FE4E590B-B2D6-10E2-0CAC-DED4539291D5}"/>
                  </a:ext>
                </a:extLst>
              </p:cNvPr>
              <p:cNvSpPr/>
              <p:nvPr/>
            </p:nvSpPr>
            <p:spPr>
              <a:xfrm>
                <a:off x="5160419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5" name="Freeform 37254">
                <a:extLst>
                  <a:ext uri="{FF2B5EF4-FFF2-40B4-BE49-F238E27FC236}">
                    <a16:creationId xmlns:a16="http://schemas.microsoft.com/office/drawing/2014/main" id="{392E380E-6982-0349-74DD-738152F1BA7A}"/>
                  </a:ext>
                </a:extLst>
              </p:cNvPr>
              <p:cNvSpPr/>
              <p:nvPr/>
            </p:nvSpPr>
            <p:spPr>
              <a:xfrm>
                <a:off x="5160915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6" name="Freeform 37255">
                <a:extLst>
                  <a:ext uri="{FF2B5EF4-FFF2-40B4-BE49-F238E27FC236}">
                    <a16:creationId xmlns:a16="http://schemas.microsoft.com/office/drawing/2014/main" id="{2B3C8442-9447-158E-8ADD-B48E5D97E735}"/>
                  </a:ext>
                </a:extLst>
              </p:cNvPr>
              <p:cNvSpPr/>
              <p:nvPr/>
            </p:nvSpPr>
            <p:spPr>
              <a:xfrm>
                <a:off x="5161510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7" name="Freeform 37256">
                <a:extLst>
                  <a:ext uri="{FF2B5EF4-FFF2-40B4-BE49-F238E27FC236}">
                    <a16:creationId xmlns:a16="http://schemas.microsoft.com/office/drawing/2014/main" id="{B875A06C-69BB-C73F-B449-52905D6246DE}"/>
                  </a:ext>
                </a:extLst>
              </p:cNvPr>
              <p:cNvSpPr/>
              <p:nvPr/>
            </p:nvSpPr>
            <p:spPr>
              <a:xfrm>
                <a:off x="5162006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8" name="Freeform 37257">
                <a:extLst>
                  <a:ext uri="{FF2B5EF4-FFF2-40B4-BE49-F238E27FC236}">
                    <a16:creationId xmlns:a16="http://schemas.microsoft.com/office/drawing/2014/main" id="{97DA6B5F-622C-6E32-4B47-A7386DC3D8B8}"/>
                  </a:ext>
                </a:extLst>
              </p:cNvPr>
              <p:cNvSpPr/>
              <p:nvPr/>
            </p:nvSpPr>
            <p:spPr>
              <a:xfrm>
                <a:off x="5162502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9" name="Freeform 37258">
                <a:extLst>
                  <a:ext uri="{FF2B5EF4-FFF2-40B4-BE49-F238E27FC236}">
                    <a16:creationId xmlns:a16="http://schemas.microsoft.com/office/drawing/2014/main" id="{E5D850D9-6AE7-67C5-AFAA-E4CE43FAF75C}"/>
                  </a:ext>
                </a:extLst>
              </p:cNvPr>
              <p:cNvSpPr/>
              <p:nvPr/>
            </p:nvSpPr>
            <p:spPr>
              <a:xfrm>
                <a:off x="5163098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0" name="Freeform 37259">
                <a:extLst>
                  <a:ext uri="{FF2B5EF4-FFF2-40B4-BE49-F238E27FC236}">
                    <a16:creationId xmlns:a16="http://schemas.microsoft.com/office/drawing/2014/main" id="{2DB330D9-1B07-9E7F-B8F9-4483FD45E8BC}"/>
                  </a:ext>
                </a:extLst>
              </p:cNvPr>
              <p:cNvSpPr/>
              <p:nvPr/>
            </p:nvSpPr>
            <p:spPr>
              <a:xfrm>
                <a:off x="5163594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1" name="Freeform 37260">
                <a:extLst>
                  <a:ext uri="{FF2B5EF4-FFF2-40B4-BE49-F238E27FC236}">
                    <a16:creationId xmlns:a16="http://schemas.microsoft.com/office/drawing/2014/main" id="{6F7E1EB1-26DC-BA9A-8288-E7EF40BE5673}"/>
                  </a:ext>
                </a:extLst>
              </p:cNvPr>
              <p:cNvSpPr/>
              <p:nvPr/>
            </p:nvSpPr>
            <p:spPr>
              <a:xfrm>
                <a:off x="5164090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2" name="Freeform 37261">
                <a:extLst>
                  <a:ext uri="{FF2B5EF4-FFF2-40B4-BE49-F238E27FC236}">
                    <a16:creationId xmlns:a16="http://schemas.microsoft.com/office/drawing/2014/main" id="{7DF0C0F1-994C-8296-5096-22B7321CD941}"/>
                  </a:ext>
                </a:extLst>
              </p:cNvPr>
              <p:cNvSpPr/>
              <p:nvPr/>
            </p:nvSpPr>
            <p:spPr>
              <a:xfrm>
                <a:off x="5164685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3" name="Freeform 37262">
                <a:extLst>
                  <a:ext uri="{FF2B5EF4-FFF2-40B4-BE49-F238E27FC236}">
                    <a16:creationId xmlns:a16="http://schemas.microsoft.com/office/drawing/2014/main" id="{94690343-F9D6-94BB-B3A7-E3F309AEA89C}"/>
                  </a:ext>
                </a:extLst>
              </p:cNvPr>
              <p:cNvSpPr/>
              <p:nvPr/>
            </p:nvSpPr>
            <p:spPr>
              <a:xfrm>
                <a:off x="5165181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4" name="Freeform 37263">
                <a:extLst>
                  <a:ext uri="{FF2B5EF4-FFF2-40B4-BE49-F238E27FC236}">
                    <a16:creationId xmlns:a16="http://schemas.microsoft.com/office/drawing/2014/main" id="{BF72CBE9-6D10-7CF3-C62B-9D68F722C3EF}"/>
                  </a:ext>
                </a:extLst>
              </p:cNvPr>
              <p:cNvSpPr/>
              <p:nvPr/>
            </p:nvSpPr>
            <p:spPr>
              <a:xfrm>
                <a:off x="5165677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5" name="Freeform 37264">
                <a:extLst>
                  <a:ext uri="{FF2B5EF4-FFF2-40B4-BE49-F238E27FC236}">
                    <a16:creationId xmlns:a16="http://schemas.microsoft.com/office/drawing/2014/main" id="{5331AD5B-29F3-5CFA-EAFF-665640AE8CDC}"/>
                  </a:ext>
                </a:extLst>
              </p:cNvPr>
              <p:cNvSpPr/>
              <p:nvPr/>
            </p:nvSpPr>
            <p:spPr>
              <a:xfrm>
                <a:off x="516627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6" name="Freeform 37265">
                <a:extLst>
                  <a:ext uri="{FF2B5EF4-FFF2-40B4-BE49-F238E27FC236}">
                    <a16:creationId xmlns:a16="http://schemas.microsoft.com/office/drawing/2014/main" id="{C349C69D-75F6-EDDF-A57D-A180BD799ADA}"/>
                  </a:ext>
                </a:extLst>
              </p:cNvPr>
              <p:cNvSpPr/>
              <p:nvPr/>
            </p:nvSpPr>
            <p:spPr>
              <a:xfrm>
                <a:off x="5166769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7" name="Freeform 37266">
                <a:extLst>
                  <a:ext uri="{FF2B5EF4-FFF2-40B4-BE49-F238E27FC236}">
                    <a16:creationId xmlns:a16="http://schemas.microsoft.com/office/drawing/2014/main" id="{0C56C885-3950-E57A-A61B-C7B618AEBA37}"/>
                  </a:ext>
                </a:extLst>
              </p:cNvPr>
              <p:cNvSpPr/>
              <p:nvPr/>
            </p:nvSpPr>
            <p:spPr>
              <a:xfrm>
                <a:off x="5167265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8" name="Freeform 37267">
                <a:extLst>
                  <a:ext uri="{FF2B5EF4-FFF2-40B4-BE49-F238E27FC236}">
                    <a16:creationId xmlns:a16="http://schemas.microsoft.com/office/drawing/2014/main" id="{7A8840BF-2646-18B3-5977-37203C364001}"/>
                  </a:ext>
                </a:extLst>
              </p:cNvPr>
              <p:cNvSpPr/>
              <p:nvPr/>
            </p:nvSpPr>
            <p:spPr>
              <a:xfrm>
                <a:off x="516786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9" name="Freeform 37268">
                <a:extLst>
                  <a:ext uri="{FF2B5EF4-FFF2-40B4-BE49-F238E27FC236}">
                    <a16:creationId xmlns:a16="http://schemas.microsoft.com/office/drawing/2014/main" id="{3591B971-385F-9167-D537-4EC0426596B4}"/>
                  </a:ext>
                </a:extLst>
              </p:cNvPr>
              <p:cNvSpPr/>
              <p:nvPr/>
            </p:nvSpPr>
            <p:spPr>
              <a:xfrm>
                <a:off x="516835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0" name="Freeform 37269">
                <a:extLst>
                  <a:ext uri="{FF2B5EF4-FFF2-40B4-BE49-F238E27FC236}">
                    <a16:creationId xmlns:a16="http://schemas.microsoft.com/office/drawing/2014/main" id="{0402BFB4-AD0D-509F-6FF4-C49E3DFEB271}"/>
                  </a:ext>
                </a:extLst>
              </p:cNvPr>
              <p:cNvSpPr/>
              <p:nvPr/>
            </p:nvSpPr>
            <p:spPr>
              <a:xfrm>
                <a:off x="51688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1" name="Freeform 37270">
                <a:extLst>
                  <a:ext uri="{FF2B5EF4-FFF2-40B4-BE49-F238E27FC236}">
                    <a16:creationId xmlns:a16="http://schemas.microsoft.com/office/drawing/2014/main" id="{8DB90837-1BD3-C2A2-BFD7-0800BBCC3F31}"/>
                  </a:ext>
                </a:extLst>
              </p:cNvPr>
              <p:cNvSpPr/>
              <p:nvPr/>
            </p:nvSpPr>
            <p:spPr>
              <a:xfrm>
                <a:off x="516944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2" name="Freeform 37271">
                <a:extLst>
                  <a:ext uri="{FF2B5EF4-FFF2-40B4-BE49-F238E27FC236}">
                    <a16:creationId xmlns:a16="http://schemas.microsoft.com/office/drawing/2014/main" id="{22323BEA-291A-CE80-F405-5AC45EEE5D88}"/>
                  </a:ext>
                </a:extLst>
              </p:cNvPr>
              <p:cNvSpPr/>
              <p:nvPr/>
            </p:nvSpPr>
            <p:spPr>
              <a:xfrm>
                <a:off x="516994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3" name="Freeform 37272">
                <a:extLst>
                  <a:ext uri="{FF2B5EF4-FFF2-40B4-BE49-F238E27FC236}">
                    <a16:creationId xmlns:a16="http://schemas.microsoft.com/office/drawing/2014/main" id="{B5C85D76-38D8-4C00-8D99-8F76799688C6}"/>
                  </a:ext>
                </a:extLst>
              </p:cNvPr>
              <p:cNvSpPr/>
              <p:nvPr/>
            </p:nvSpPr>
            <p:spPr>
              <a:xfrm>
                <a:off x="517044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4" name="Freeform 37273">
                <a:extLst>
                  <a:ext uri="{FF2B5EF4-FFF2-40B4-BE49-F238E27FC236}">
                    <a16:creationId xmlns:a16="http://schemas.microsoft.com/office/drawing/2014/main" id="{4F87547F-A6AF-C773-41AB-6E70D4DE368F}"/>
                  </a:ext>
                </a:extLst>
              </p:cNvPr>
              <p:cNvSpPr/>
              <p:nvPr/>
            </p:nvSpPr>
            <p:spPr>
              <a:xfrm>
                <a:off x="517103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5" name="Freeform 37274">
                <a:extLst>
                  <a:ext uri="{FF2B5EF4-FFF2-40B4-BE49-F238E27FC236}">
                    <a16:creationId xmlns:a16="http://schemas.microsoft.com/office/drawing/2014/main" id="{699E01E2-667F-4DAC-E666-C90C49B64B02}"/>
                  </a:ext>
                </a:extLst>
              </p:cNvPr>
              <p:cNvSpPr/>
              <p:nvPr/>
            </p:nvSpPr>
            <p:spPr>
              <a:xfrm>
                <a:off x="517153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6" name="Freeform 37275">
                <a:extLst>
                  <a:ext uri="{FF2B5EF4-FFF2-40B4-BE49-F238E27FC236}">
                    <a16:creationId xmlns:a16="http://schemas.microsoft.com/office/drawing/2014/main" id="{910C3483-C28F-39E2-FD83-02BA525270F5}"/>
                  </a:ext>
                </a:extLst>
              </p:cNvPr>
              <p:cNvSpPr/>
              <p:nvPr/>
            </p:nvSpPr>
            <p:spPr>
              <a:xfrm>
                <a:off x="517202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7" name="Freeform 37276">
                <a:extLst>
                  <a:ext uri="{FF2B5EF4-FFF2-40B4-BE49-F238E27FC236}">
                    <a16:creationId xmlns:a16="http://schemas.microsoft.com/office/drawing/2014/main" id="{93E126B4-7E55-C2B6-D207-B7DF6C709848}"/>
                  </a:ext>
                </a:extLst>
              </p:cNvPr>
              <p:cNvSpPr/>
              <p:nvPr/>
            </p:nvSpPr>
            <p:spPr>
              <a:xfrm>
                <a:off x="5172523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8" name="Freeform 37277">
                <a:extLst>
                  <a:ext uri="{FF2B5EF4-FFF2-40B4-BE49-F238E27FC236}">
                    <a16:creationId xmlns:a16="http://schemas.microsoft.com/office/drawing/2014/main" id="{E3A91C64-C081-A23F-6E6E-0444CA9EDE70}"/>
                  </a:ext>
                </a:extLst>
              </p:cNvPr>
              <p:cNvSpPr/>
              <p:nvPr/>
            </p:nvSpPr>
            <p:spPr>
              <a:xfrm>
                <a:off x="5173119" y="4156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9" name="Freeform 37278">
                <a:extLst>
                  <a:ext uri="{FF2B5EF4-FFF2-40B4-BE49-F238E27FC236}">
                    <a16:creationId xmlns:a16="http://schemas.microsoft.com/office/drawing/2014/main" id="{04921505-2240-CA3C-3992-78524F4E505B}"/>
                  </a:ext>
                </a:extLst>
              </p:cNvPr>
              <p:cNvSpPr/>
              <p:nvPr/>
            </p:nvSpPr>
            <p:spPr>
              <a:xfrm>
                <a:off x="5173615" y="4125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0" name="Freeform 37279">
                <a:extLst>
                  <a:ext uri="{FF2B5EF4-FFF2-40B4-BE49-F238E27FC236}">
                    <a16:creationId xmlns:a16="http://schemas.microsoft.com/office/drawing/2014/main" id="{D3DE3B28-6DF3-39E5-784D-A1B5B3A8C959}"/>
                  </a:ext>
                </a:extLst>
              </p:cNvPr>
              <p:cNvSpPr/>
              <p:nvPr/>
            </p:nvSpPr>
            <p:spPr>
              <a:xfrm>
                <a:off x="5174111" y="4111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1" name="Freeform 37280">
                <a:extLst>
                  <a:ext uri="{FF2B5EF4-FFF2-40B4-BE49-F238E27FC236}">
                    <a16:creationId xmlns:a16="http://schemas.microsoft.com/office/drawing/2014/main" id="{6903488D-DDB6-C3E1-9A9F-01E8BAE87B7B}"/>
                  </a:ext>
                </a:extLst>
              </p:cNvPr>
              <p:cNvSpPr/>
              <p:nvPr/>
            </p:nvSpPr>
            <p:spPr>
              <a:xfrm>
                <a:off x="5174706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2" name="Freeform 37281">
                <a:extLst>
                  <a:ext uri="{FF2B5EF4-FFF2-40B4-BE49-F238E27FC236}">
                    <a16:creationId xmlns:a16="http://schemas.microsoft.com/office/drawing/2014/main" id="{DA350F57-F1E6-7096-8884-9A1B5BE1779B}"/>
                  </a:ext>
                </a:extLst>
              </p:cNvPr>
              <p:cNvSpPr/>
              <p:nvPr/>
            </p:nvSpPr>
            <p:spPr>
              <a:xfrm>
                <a:off x="5175202" y="4117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3" name="Freeform 37282">
                <a:extLst>
                  <a:ext uri="{FF2B5EF4-FFF2-40B4-BE49-F238E27FC236}">
                    <a16:creationId xmlns:a16="http://schemas.microsoft.com/office/drawing/2014/main" id="{EB3C9CE2-62B6-780E-5511-9C44DFDFB8FE}"/>
                  </a:ext>
                </a:extLst>
              </p:cNvPr>
              <p:cNvSpPr/>
              <p:nvPr/>
            </p:nvSpPr>
            <p:spPr>
              <a:xfrm>
                <a:off x="517569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4" name="Freeform 37283">
                <a:extLst>
                  <a:ext uri="{FF2B5EF4-FFF2-40B4-BE49-F238E27FC236}">
                    <a16:creationId xmlns:a16="http://schemas.microsoft.com/office/drawing/2014/main" id="{35FD623C-2C0F-F42C-7236-D29CEF202915}"/>
                  </a:ext>
                </a:extLst>
              </p:cNvPr>
              <p:cNvSpPr/>
              <p:nvPr/>
            </p:nvSpPr>
            <p:spPr>
              <a:xfrm>
                <a:off x="517629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5" name="Freeform 37284">
                <a:extLst>
                  <a:ext uri="{FF2B5EF4-FFF2-40B4-BE49-F238E27FC236}">
                    <a16:creationId xmlns:a16="http://schemas.microsoft.com/office/drawing/2014/main" id="{35BFDE42-A6CB-795C-1606-BCCC9D24723B}"/>
                  </a:ext>
                </a:extLst>
              </p:cNvPr>
              <p:cNvSpPr/>
              <p:nvPr/>
            </p:nvSpPr>
            <p:spPr>
              <a:xfrm>
                <a:off x="5176790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6" name="Freeform 37285">
                <a:extLst>
                  <a:ext uri="{FF2B5EF4-FFF2-40B4-BE49-F238E27FC236}">
                    <a16:creationId xmlns:a16="http://schemas.microsoft.com/office/drawing/2014/main" id="{4AA0350D-0C53-1831-EE7E-C4A9A15A2F49}"/>
                  </a:ext>
                </a:extLst>
              </p:cNvPr>
              <p:cNvSpPr/>
              <p:nvPr/>
            </p:nvSpPr>
            <p:spPr>
              <a:xfrm>
                <a:off x="5177286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7" name="Freeform 37286">
                <a:extLst>
                  <a:ext uri="{FF2B5EF4-FFF2-40B4-BE49-F238E27FC236}">
                    <a16:creationId xmlns:a16="http://schemas.microsoft.com/office/drawing/2014/main" id="{84DD06C3-0296-E5E3-1810-5B141CA7E326}"/>
                  </a:ext>
                </a:extLst>
              </p:cNvPr>
              <p:cNvSpPr/>
              <p:nvPr/>
            </p:nvSpPr>
            <p:spPr>
              <a:xfrm>
                <a:off x="5177881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8" name="Freeform 37287">
                <a:extLst>
                  <a:ext uri="{FF2B5EF4-FFF2-40B4-BE49-F238E27FC236}">
                    <a16:creationId xmlns:a16="http://schemas.microsoft.com/office/drawing/2014/main" id="{4B8EDBF0-A44A-FA51-2DB0-15F5B38DD2D4}"/>
                  </a:ext>
                </a:extLst>
              </p:cNvPr>
              <p:cNvSpPr/>
              <p:nvPr/>
            </p:nvSpPr>
            <p:spPr>
              <a:xfrm>
                <a:off x="5178377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9" name="Freeform 37288">
                <a:extLst>
                  <a:ext uri="{FF2B5EF4-FFF2-40B4-BE49-F238E27FC236}">
                    <a16:creationId xmlns:a16="http://schemas.microsoft.com/office/drawing/2014/main" id="{CC36C1F0-B38B-B2DE-0280-2CBFD8B4448F}"/>
                  </a:ext>
                </a:extLst>
              </p:cNvPr>
              <p:cNvSpPr/>
              <p:nvPr/>
            </p:nvSpPr>
            <p:spPr>
              <a:xfrm>
                <a:off x="517887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0" name="Freeform 37289">
                <a:extLst>
                  <a:ext uri="{FF2B5EF4-FFF2-40B4-BE49-F238E27FC236}">
                    <a16:creationId xmlns:a16="http://schemas.microsoft.com/office/drawing/2014/main" id="{FD392540-21D0-BF6E-689E-D1770BBA4BAF}"/>
                  </a:ext>
                </a:extLst>
              </p:cNvPr>
              <p:cNvSpPr/>
              <p:nvPr/>
            </p:nvSpPr>
            <p:spPr>
              <a:xfrm>
                <a:off x="517946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1" name="Freeform 37290">
                <a:extLst>
                  <a:ext uri="{FF2B5EF4-FFF2-40B4-BE49-F238E27FC236}">
                    <a16:creationId xmlns:a16="http://schemas.microsoft.com/office/drawing/2014/main" id="{8F13FC1C-6CA7-9110-918A-AD88D860792A}"/>
                  </a:ext>
                </a:extLst>
              </p:cNvPr>
              <p:cNvSpPr/>
              <p:nvPr/>
            </p:nvSpPr>
            <p:spPr>
              <a:xfrm>
                <a:off x="517996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2" name="Freeform 37291">
                <a:extLst>
                  <a:ext uri="{FF2B5EF4-FFF2-40B4-BE49-F238E27FC236}">
                    <a16:creationId xmlns:a16="http://schemas.microsoft.com/office/drawing/2014/main" id="{84F924EB-8D52-B20C-C28F-7022DC472E40}"/>
                  </a:ext>
                </a:extLst>
              </p:cNvPr>
              <p:cNvSpPr/>
              <p:nvPr/>
            </p:nvSpPr>
            <p:spPr>
              <a:xfrm>
                <a:off x="518046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3" name="Freeform 37292">
                <a:extLst>
                  <a:ext uri="{FF2B5EF4-FFF2-40B4-BE49-F238E27FC236}">
                    <a16:creationId xmlns:a16="http://schemas.microsoft.com/office/drawing/2014/main" id="{011C658E-E8E3-20E6-1446-40B8BAB2D9B0}"/>
                  </a:ext>
                </a:extLst>
              </p:cNvPr>
              <p:cNvSpPr/>
              <p:nvPr/>
            </p:nvSpPr>
            <p:spPr>
              <a:xfrm>
                <a:off x="518105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4" name="Freeform 37293">
                <a:extLst>
                  <a:ext uri="{FF2B5EF4-FFF2-40B4-BE49-F238E27FC236}">
                    <a16:creationId xmlns:a16="http://schemas.microsoft.com/office/drawing/2014/main" id="{6E6456C5-0827-BB52-7087-6D774CB76C91}"/>
                  </a:ext>
                </a:extLst>
              </p:cNvPr>
              <p:cNvSpPr/>
              <p:nvPr/>
            </p:nvSpPr>
            <p:spPr>
              <a:xfrm>
                <a:off x="51815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5" name="Freeform 37294">
                <a:extLst>
                  <a:ext uri="{FF2B5EF4-FFF2-40B4-BE49-F238E27FC236}">
                    <a16:creationId xmlns:a16="http://schemas.microsoft.com/office/drawing/2014/main" id="{F7A50372-204A-85F7-F942-60778C1E1742}"/>
                  </a:ext>
                </a:extLst>
              </p:cNvPr>
              <p:cNvSpPr/>
              <p:nvPr/>
            </p:nvSpPr>
            <p:spPr>
              <a:xfrm>
                <a:off x="518204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6" name="Freeform 37295">
                <a:extLst>
                  <a:ext uri="{FF2B5EF4-FFF2-40B4-BE49-F238E27FC236}">
                    <a16:creationId xmlns:a16="http://schemas.microsoft.com/office/drawing/2014/main" id="{5617CEBE-DC84-55D8-694E-8049AD4DCF55}"/>
                  </a:ext>
                </a:extLst>
              </p:cNvPr>
              <p:cNvSpPr/>
              <p:nvPr/>
            </p:nvSpPr>
            <p:spPr>
              <a:xfrm>
                <a:off x="518264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7" name="Freeform 37296">
                <a:extLst>
                  <a:ext uri="{FF2B5EF4-FFF2-40B4-BE49-F238E27FC236}">
                    <a16:creationId xmlns:a16="http://schemas.microsoft.com/office/drawing/2014/main" id="{3ABFBBF8-B42F-E8EA-D990-BDF49F05BDC2}"/>
                  </a:ext>
                </a:extLst>
              </p:cNvPr>
              <p:cNvSpPr/>
              <p:nvPr/>
            </p:nvSpPr>
            <p:spPr>
              <a:xfrm>
                <a:off x="518314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8" name="Freeform 37297">
                <a:extLst>
                  <a:ext uri="{FF2B5EF4-FFF2-40B4-BE49-F238E27FC236}">
                    <a16:creationId xmlns:a16="http://schemas.microsoft.com/office/drawing/2014/main" id="{8C715C82-DFF2-4943-7553-4921F3660912}"/>
                  </a:ext>
                </a:extLst>
              </p:cNvPr>
              <p:cNvSpPr/>
              <p:nvPr/>
            </p:nvSpPr>
            <p:spPr>
              <a:xfrm>
                <a:off x="518363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9" name="Freeform 37298">
                <a:extLst>
                  <a:ext uri="{FF2B5EF4-FFF2-40B4-BE49-F238E27FC236}">
                    <a16:creationId xmlns:a16="http://schemas.microsoft.com/office/drawing/2014/main" id="{82433679-A36B-7B39-2221-A58C88C45ECE}"/>
                  </a:ext>
                </a:extLst>
              </p:cNvPr>
              <p:cNvSpPr/>
              <p:nvPr/>
            </p:nvSpPr>
            <p:spPr>
              <a:xfrm>
                <a:off x="518423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0" name="Freeform 37299">
                <a:extLst>
                  <a:ext uri="{FF2B5EF4-FFF2-40B4-BE49-F238E27FC236}">
                    <a16:creationId xmlns:a16="http://schemas.microsoft.com/office/drawing/2014/main" id="{B48348E1-CF7A-E15F-3FFB-5568037DADC6}"/>
                  </a:ext>
                </a:extLst>
              </p:cNvPr>
              <p:cNvSpPr/>
              <p:nvPr/>
            </p:nvSpPr>
            <p:spPr>
              <a:xfrm>
                <a:off x="518472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1" name="Freeform 37300">
                <a:extLst>
                  <a:ext uri="{FF2B5EF4-FFF2-40B4-BE49-F238E27FC236}">
                    <a16:creationId xmlns:a16="http://schemas.microsoft.com/office/drawing/2014/main" id="{BD19C5E7-53DF-4BC7-1225-F3AD3A357C88}"/>
                  </a:ext>
                </a:extLst>
              </p:cNvPr>
              <p:cNvSpPr/>
              <p:nvPr/>
            </p:nvSpPr>
            <p:spPr>
              <a:xfrm>
                <a:off x="5185223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2" name="Freeform 37301">
                <a:extLst>
                  <a:ext uri="{FF2B5EF4-FFF2-40B4-BE49-F238E27FC236}">
                    <a16:creationId xmlns:a16="http://schemas.microsoft.com/office/drawing/2014/main" id="{CBE6F9DB-FCE0-8906-4018-299EAE78E25A}"/>
                  </a:ext>
                </a:extLst>
              </p:cNvPr>
              <p:cNvSpPr/>
              <p:nvPr/>
            </p:nvSpPr>
            <p:spPr>
              <a:xfrm>
                <a:off x="5185720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3" name="Freeform 37302">
                <a:extLst>
                  <a:ext uri="{FF2B5EF4-FFF2-40B4-BE49-F238E27FC236}">
                    <a16:creationId xmlns:a16="http://schemas.microsoft.com/office/drawing/2014/main" id="{9285DE5F-B30B-D31B-FFA8-C0416E35396F}"/>
                  </a:ext>
                </a:extLst>
              </p:cNvPr>
              <p:cNvSpPr/>
              <p:nvPr/>
            </p:nvSpPr>
            <p:spPr>
              <a:xfrm>
                <a:off x="5186315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4" name="Freeform 37303">
                <a:extLst>
                  <a:ext uri="{FF2B5EF4-FFF2-40B4-BE49-F238E27FC236}">
                    <a16:creationId xmlns:a16="http://schemas.microsoft.com/office/drawing/2014/main" id="{7CA76338-939A-74FF-E3D8-D3C3FC26CD05}"/>
                  </a:ext>
                </a:extLst>
              </p:cNvPr>
              <p:cNvSpPr/>
              <p:nvPr/>
            </p:nvSpPr>
            <p:spPr>
              <a:xfrm>
                <a:off x="5186811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5" name="Freeform 37304">
                <a:extLst>
                  <a:ext uri="{FF2B5EF4-FFF2-40B4-BE49-F238E27FC236}">
                    <a16:creationId xmlns:a16="http://schemas.microsoft.com/office/drawing/2014/main" id="{73D8AA35-D22F-C3D0-5477-A3EFC1E6B465}"/>
                  </a:ext>
                </a:extLst>
              </p:cNvPr>
              <p:cNvSpPr/>
              <p:nvPr/>
            </p:nvSpPr>
            <p:spPr>
              <a:xfrm>
                <a:off x="5187307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6" name="Freeform 37305">
                <a:extLst>
                  <a:ext uri="{FF2B5EF4-FFF2-40B4-BE49-F238E27FC236}">
                    <a16:creationId xmlns:a16="http://schemas.microsoft.com/office/drawing/2014/main" id="{354BADAB-BA9E-0769-3ED3-6C3AEE508DFD}"/>
                  </a:ext>
                </a:extLst>
              </p:cNvPr>
              <p:cNvSpPr/>
              <p:nvPr/>
            </p:nvSpPr>
            <p:spPr>
              <a:xfrm>
                <a:off x="5187902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7" name="Freeform 37306">
                <a:extLst>
                  <a:ext uri="{FF2B5EF4-FFF2-40B4-BE49-F238E27FC236}">
                    <a16:creationId xmlns:a16="http://schemas.microsoft.com/office/drawing/2014/main" id="{8BEADFD6-B944-A7C7-08AB-60820F916820}"/>
                  </a:ext>
                </a:extLst>
              </p:cNvPr>
              <p:cNvSpPr/>
              <p:nvPr/>
            </p:nvSpPr>
            <p:spPr>
              <a:xfrm>
                <a:off x="5188398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8" name="Freeform 37307">
                <a:extLst>
                  <a:ext uri="{FF2B5EF4-FFF2-40B4-BE49-F238E27FC236}">
                    <a16:creationId xmlns:a16="http://schemas.microsoft.com/office/drawing/2014/main" id="{EE4E6739-FB09-C62E-A9BE-8BEB8DB0F1C6}"/>
                  </a:ext>
                </a:extLst>
              </p:cNvPr>
              <p:cNvSpPr/>
              <p:nvPr/>
            </p:nvSpPr>
            <p:spPr>
              <a:xfrm>
                <a:off x="5188895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9" name="Freeform 37308">
                <a:extLst>
                  <a:ext uri="{FF2B5EF4-FFF2-40B4-BE49-F238E27FC236}">
                    <a16:creationId xmlns:a16="http://schemas.microsoft.com/office/drawing/2014/main" id="{41475222-9EDB-B82F-73C6-F6532B7D5B30}"/>
                  </a:ext>
                </a:extLst>
              </p:cNvPr>
              <p:cNvSpPr/>
              <p:nvPr/>
            </p:nvSpPr>
            <p:spPr>
              <a:xfrm>
                <a:off x="5189490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0" name="Freeform 37309">
                <a:extLst>
                  <a:ext uri="{FF2B5EF4-FFF2-40B4-BE49-F238E27FC236}">
                    <a16:creationId xmlns:a16="http://schemas.microsoft.com/office/drawing/2014/main" id="{EAA2DFD8-997F-F7B9-2D31-642CAE9FDF3B}"/>
                  </a:ext>
                </a:extLst>
              </p:cNvPr>
              <p:cNvSpPr/>
              <p:nvPr/>
            </p:nvSpPr>
            <p:spPr>
              <a:xfrm>
                <a:off x="5189986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1" name="Freeform 37310">
                <a:extLst>
                  <a:ext uri="{FF2B5EF4-FFF2-40B4-BE49-F238E27FC236}">
                    <a16:creationId xmlns:a16="http://schemas.microsoft.com/office/drawing/2014/main" id="{CDF85663-6136-0063-7084-92C5EB7D0E6E}"/>
                  </a:ext>
                </a:extLst>
              </p:cNvPr>
              <p:cNvSpPr/>
              <p:nvPr/>
            </p:nvSpPr>
            <p:spPr>
              <a:xfrm>
                <a:off x="5190482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2" name="Freeform 37311">
                <a:extLst>
                  <a:ext uri="{FF2B5EF4-FFF2-40B4-BE49-F238E27FC236}">
                    <a16:creationId xmlns:a16="http://schemas.microsoft.com/office/drawing/2014/main" id="{855C0789-5749-02AC-9284-6DF400BBD9DB}"/>
                  </a:ext>
                </a:extLst>
              </p:cNvPr>
              <p:cNvSpPr/>
              <p:nvPr/>
            </p:nvSpPr>
            <p:spPr>
              <a:xfrm>
                <a:off x="5191077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3" name="Freeform 37312">
                <a:extLst>
                  <a:ext uri="{FF2B5EF4-FFF2-40B4-BE49-F238E27FC236}">
                    <a16:creationId xmlns:a16="http://schemas.microsoft.com/office/drawing/2014/main" id="{965A58CF-56C2-AC73-70A7-B23C22995831}"/>
                  </a:ext>
                </a:extLst>
              </p:cNvPr>
              <p:cNvSpPr/>
              <p:nvPr/>
            </p:nvSpPr>
            <p:spPr>
              <a:xfrm>
                <a:off x="5191573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4" name="Freeform 37313">
                <a:extLst>
                  <a:ext uri="{FF2B5EF4-FFF2-40B4-BE49-F238E27FC236}">
                    <a16:creationId xmlns:a16="http://schemas.microsoft.com/office/drawing/2014/main" id="{7748DC61-E542-C398-B8A9-506E0B64A094}"/>
                  </a:ext>
                </a:extLst>
              </p:cNvPr>
              <p:cNvSpPr/>
              <p:nvPr/>
            </p:nvSpPr>
            <p:spPr>
              <a:xfrm>
                <a:off x="5192070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5" name="Freeform 37314">
                <a:extLst>
                  <a:ext uri="{FF2B5EF4-FFF2-40B4-BE49-F238E27FC236}">
                    <a16:creationId xmlns:a16="http://schemas.microsoft.com/office/drawing/2014/main" id="{E70B3717-08B8-E6A0-1BE2-5A72BA0F2982}"/>
                  </a:ext>
                </a:extLst>
              </p:cNvPr>
              <p:cNvSpPr/>
              <p:nvPr/>
            </p:nvSpPr>
            <p:spPr>
              <a:xfrm>
                <a:off x="5192665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6" name="Freeform 37315">
                <a:extLst>
                  <a:ext uri="{FF2B5EF4-FFF2-40B4-BE49-F238E27FC236}">
                    <a16:creationId xmlns:a16="http://schemas.microsoft.com/office/drawing/2014/main" id="{6C5C773C-B45A-EE4D-149E-79D58124D080}"/>
                  </a:ext>
                </a:extLst>
              </p:cNvPr>
              <p:cNvSpPr/>
              <p:nvPr/>
            </p:nvSpPr>
            <p:spPr>
              <a:xfrm>
                <a:off x="519316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7" name="Freeform 37316">
                <a:extLst>
                  <a:ext uri="{FF2B5EF4-FFF2-40B4-BE49-F238E27FC236}">
                    <a16:creationId xmlns:a16="http://schemas.microsoft.com/office/drawing/2014/main" id="{9B6F9774-8B1D-EF56-1E6F-ACF42DF8F5BF}"/>
                  </a:ext>
                </a:extLst>
              </p:cNvPr>
              <p:cNvSpPr/>
              <p:nvPr/>
            </p:nvSpPr>
            <p:spPr>
              <a:xfrm>
                <a:off x="519365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8" name="Freeform 37317">
                <a:extLst>
                  <a:ext uri="{FF2B5EF4-FFF2-40B4-BE49-F238E27FC236}">
                    <a16:creationId xmlns:a16="http://schemas.microsoft.com/office/drawing/2014/main" id="{A9780EA2-09A9-C9A6-C031-CE4E99202D02}"/>
                  </a:ext>
                </a:extLst>
              </p:cNvPr>
              <p:cNvSpPr/>
              <p:nvPr/>
            </p:nvSpPr>
            <p:spPr>
              <a:xfrm>
                <a:off x="51942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9" name="Freeform 37318">
                <a:extLst>
                  <a:ext uri="{FF2B5EF4-FFF2-40B4-BE49-F238E27FC236}">
                    <a16:creationId xmlns:a16="http://schemas.microsoft.com/office/drawing/2014/main" id="{656B9A47-72A7-442E-9200-018A88EAF048}"/>
                  </a:ext>
                </a:extLst>
              </p:cNvPr>
              <p:cNvSpPr/>
              <p:nvPr/>
            </p:nvSpPr>
            <p:spPr>
              <a:xfrm>
                <a:off x="519474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0" name="Freeform 37319">
                <a:extLst>
                  <a:ext uri="{FF2B5EF4-FFF2-40B4-BE49-F238E27FC236}">
                    <a16:creationId xmlns:a16="http://schemas.microsoft.com/office/drawing/2014/main" id="{F6A86416-7532-E43C-03F3-FAFBB43A6E00}"/>
                  </a:ext>
                </a:extLst>
              </p:cNvPr>
              <p:cNvSpPr/>
              <p:nvPr/>
            </p:nvSpPr>
            <p:spPr>
              <a:xfrm>
                <a:off x="519524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1" name="Freeform 37320">
                <a:extLst>
                  <a:ext uri="{FF2B5EF4-FFF2-40B4-BE49-F238E27FC236}">
                    <a16:creationId xmlns:a16="http://schemas.microsoft.com/office/drawing/2014/main" id="{FE0B119D-FF8E-6016-872A-A1E107104D11}"/>
                  </a:ext>
                </a:extLst>
              </p:cNvPr>
              <p:cNvSpPr/>
              <p:nvPr/>
            </p:nvSpPr>
            <p:spPr>
              <a:xfrm>
                <a:off x="519584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2" name="Freeform 37321">
                <a:extLst>
                  <a:ext uri="{FF2B5EF4-FFF2-40B4-BE49-F238E27FC236}">
                    <a16:creationId xmlns:a16="http://schemas.microsoft.com/office/drawing/2014/main" id="{70C23806-6919-CE33-E65D-74C3F2D35404}"/>
                  </a:ext>
                </a:extLst>
              </p:cNvPr>
              <p:cNvSpPr/>
              <p:nvPr/>
            </p:nvSpPr>
            <p:spPr>
              <a:xfrm>
                <a:off x="519633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3" name="Freeform 37322">
                <a:extLst>
                  <a:ext uri="{FF2B5EF4-FFF2-40B4-BE49-F238E27FC236}">
                    <a16:creationId xmlns:a16="http://schemas.microsoft.com/office/drawing/2014/main" id="{064B5D56-D421-7702-DD18-20B7ECA4EC9D}"/>
                  </a:ext>
                </a:extLst>
              </p:cNvPr>
              <p:cNvSpPr/>
              <p:nvPr/>
            </p:nvSpPr>
            <p:spPr>
              <a:xfrm>
                <a:off x="519683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4" name="Freeform 37323">
                <a:extLst>
                  <a:ext uri="{FF2B5EF4-FFF2-40B4-BE49-F238E27FC236}">
                    <a16:creationId xmlns:a16="http://schemas.microsoft.com/office/drawing/2014/main" id="{68135702-FC78-5CC6-D51D-B0D832E619C1}"/>
                  </a:ext>
                </a:extLst>
              </p:cNvPr>
              <p:cNvSpPr/>
              <p:nvPr/>
            </p:nvSpPr>
            <p:spPr>
              <a:xfrm>
                <a:off x="519732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5" name="Freeform 37324">
                <a:extLst>
                  <a:ext uri="{FF2B5EF4-FFF2-40B4-BE49-F238E27FC236}">
                    <a16:creationId xmlns:a16="http://schemas.microsoft.com/office/drawing/2014/main" id="{BDA35EE7-5A21-A08F-99C9-DE276B5460C2}"/>
                  </a:ext>
                </a:extLst>
              </p:cNvPr>
              <p:cNvSpPr/>
              <p:nvPr/>
            </p:nvSpPr>
            <p:spPr>
              <a:xfrm>
                <a:off x="5197923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6" name="Freeform 37325">
                <a:extLst>
                  <a:ext uri="{FF2B5EF4-FFF2-40B4-BE49-F238E27FC236}">
                    <a16:creationId xmlns:a16="http://schemas.microsoft.com/office/drawing/2014/main" id="{1D3B4427-D838-B608-18D3-591B13370391}"/>
                  </a:ext>
                </a:extLst>
              </p:cNvPr>
              <p:cNvSpPr/>
              <p:nvPr/>
            </p:nvSpPr>
            <p:spPr>
              <a:xfrm>
                <a:off x="5198420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7" name="Freeform 37326">
                <a:extLst>
                  <a:ext uri="{FF2B5EF4-FFF2-40B4-BE49-F238E27FC236}">
                    <a16:creationId xmlns:a16="http://schemas.microsoft.com/office/drawing/2014/main" id="{9EFD5060-C4FD-77D6-4E23-2218D717A43D}"/>
                  </a:ext>
                </a:extLst>
              </p:cNvPr>
              <p:cNvSpPr/>
              <p:nvPr/>
            </p:nvSpPr>
            <p:spPr>
              <a:xfrm>
                <a:off x="5198916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8" name="Freeform 37327">
                <a:extLst>
                  <a:ext uri="{FF2B5EF4-FFF2-40B4-BE49-F238E27FC236}">
                    <a16:creationId xmlns:a16="http://schemas.microsoft.com/office/drawing/2014/main" id="{834EBC46-CFB9-4582-68B5-B8DAAA5AB1BF}"/>
                  </a:ext>
                </a:extLst>
              </p:cNvPr>
              <p:cNvSpPr/>
              <p:nvPr/>
            </p:nvSpPr>
            <p:spPr>
              <a:xfrm>
                <a:off x="5199511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9" name="Freeform 37328">
                <a:extLst>
                  <a:ext uri="{FF2B5EF4-FFF2-40B4-BE49-F238E27FC236}">
                    <a16:creationId xmlns:a16="http://schemas.microsoft.com/office/drawing/2014/main" id="{53B20870-B587-71AE-50A5-20AE541DCA61}"/>
                  </a:ext>
                </a:extLst>
              </p:cNvPr>
              <p:cNvSpPr/>
              <p:nvPr/>
            </p:nvSpPr>
            <p:spPr>
              <a:xfrm>
                <a:off x="5200007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0" name="Freeform 37329">
                <a:extLst>
                  <a:ext uri="{FF2B5EF4-FFF2-40B4-BE49-F238E27FC236}">
                    <a16:creationId xmlns:a16="http://schemas.microsoft.com/office/drawing/2014/main" id="{31BC7039-8CFE-87D4-CC45-DB2AEBB2EF49}"/>
                  </a:ext>
                </a:extLst>
              </p:cNvPr>
              <p:cNvSpPr/>
              <p:nvPr/>
            </p:nvSpPr>
            <p:spPr>
              <a:xfrm>
                <a:off x="5200503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1" name="Freeform 37330">
                <a:extLst>
                  <a:ext uri="{FF2B5EF4-FFF2-40B4-BE49-F238E27FC236}">
                    <a16:creationId xmlns:a16="http://schemas.microsoft.com/office/drawing/2014/main" id="{5A936A97-22C1-82F8-6499-30E4915D1A7A}"/>
                  </a:ext>
                </a:extLst>
              </p:cNvPr>
              <p:cNvSpPr/>
              <p:nvPr/>
            </p:nvSpPr>
            <p:spPr>
              <a:xfrm>
                <a:off x="5201098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2" name="Freeform 37331">
                <a:extLst>
                  <a:ext uri="{FF2B5EF4-FFF2-40B4-BE49-F238E27FC236}">
                    <a16:creationId xmlns:a16="http://schemas.microsoft.com/office/drawing/2014/main" id="{0C1002BA-6FB9-49FD-EC0B-54CFF8FAD0A2}"/>
                  </a:ext>
                </a:extLst>
              </p:cNvPr>
              <p:cNvSpPr/>
              <p:nvPr/>
            </p:nvSpPr>
            <p:spPr>
              <a:xfrm>
                <a:off x="5201595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3" name="Freeform 37332">
                <a:extLst>
                  <a:ext uri="{FF2B5EF4-FFF2-40B4-BE49-F238E27FC236}">
                    <a16:creationId xmlns:a16="http://schemas.microsoft.com/office/drawing/2014/main" id="{5444E419-EFA0-CB6B-5550-6913BC04C474}"/>
                  </a:ext>
                </a:extLst>
              </p:cNvPr>
              <p:cNvSpPr/>
              <p:nvPr/>
            </p:nvSpPr>
            <p:spPr>
              <a:xfrm>
                <a:off x="5202091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4" name="Freeform 37333">
                <a:extLst>
                  <a:ext uri="{FF2B5EF4-FFF2-40B4-BE49-F238E27FC236}">
                    <a16:creationId xmlns:a16="http://schemas.microsoft.com/office/drawing/2014/main" id="{3BBB9254-F336-6D20-BC0C-99CFE0794518}"/>
                  </a:ext>
                </a:extLst>
              </p:cNvPr>
              <p:cNvSpPr/>
              <p:nvPr/>
            </p:nvSpPr>
            <p:spPr>
              <a:xfrm>
                <a:off x="5202686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5" name="Freeform 37334">
                <a:extLst>
                  <a:ext uri="{FF2B5EF4-FFF2-40B4-BE49-F238E27FC236}">
                    <a16:creationId xmlns:a16="http://schemas.microsoft.com/office/drawing/2014/main" id="{3E17578B-D5EB-DA76-7E9C-9827E94A87B4}"/>
                  </a:ext>
                </a:extLst>
              </p:cNvPr>
              <p:cNvSpPr/>
              <p:nvPr/>
            </p:nvSpPr>
            <p:spPr>
              <a:xfrm>
                <a:off x="5203182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6" name="Freeform 37335">
                <a:extLst>
                  <a:ext uri="{FF2B5EF4-FFF2-40B4-BE49-F238E27FC236}">
                    <a16:creationId xmlns:a16="http://schemas.microsoft.com/office/drawing/2014/main" id="{10C76A98-4451-F943-0BF5-9F48E3F84034}"/>
                  </a:ext>
                </a:extLst>
              </p:cNvPr>
              <p:cNvSpPr/>
              <p:nvPr/>
            </p:nvSpPr>
            <p:spPr>
              <a:xfrm>
                <a:off x="5203678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7" name="Freeform 37336">
                <a:extLst>
                  <a:ext uri="{FF2B5EF4-FFF2-40B4-BE49-F238E27FC236}">
                    <a16:creationId xmlns:a16="http://schemas.microsoft.com/office/drawing/2014/main" id="{3B4DBB7F-5576-24EE-8715-6A8E946F607F}"/>
                  </a:ext>
                </a:extLst>
              </p:cNvPr>
              <p:cNvSpPr/>
              <p:nvPr/>
            </p:nvSpPr>
            <p:spPr>
              <a:xfrm>
                <a:off x="5204273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8" name="Freeform 37337">
                <a:extLst>
                  <a:ext uri="{FF2B5EF4-FFF2-40B4-BE49-F238E27FC236}">
                    <a16:creationId xmlns:a16="http://schemas.microsoft.com/office/drawing/2014/main" id="{A8848561-306A-5D51-EDF7-22A3197A581A}"/>
                  </a:ext>
                </a:extLst>
              </p:cNvPr>
              <p:cNvSpPr/>
              <p:nvPr/>
            </p:nvSpPr>
            <p:spPr>
              <a:xfrm>
                <a:off x="5204770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9" name="Freeform 37338">
                <a:extLst>
                  <a:ext uri="{FF2B5EF4-FFF2-40B4-BE49-F238E27FC236}">
                    <a16:creationId xmlns:a16="http://schemas.microsoft.com/office/drawing/2014/main" id="{D22B4746-50AF-D966-AF69-57996585AAEF}"/>
                  </a:ext>
                </a:extLst>
              </p:cNvPr>
              <p:cNvSpPr/>
              <p:nvPr/>
            </p:nvSpPr>
            <p:spPr>
              <a:xfrm>
                <a:off x="5205266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0" name="Freeform 37339">
                <a:extLst>
                  <a:ext uri="{FF2B5EF4-FFF2-40B4-BE49-F238E27FC236}">
                    <a16:creationId xmlns:a16="http://schemas.microsoft.com/office/drawing/2014/main" id="{6CB7E4AE-A531-D36E-2EEC-AD99FDC4CB21}"/>
                  </a:ext>
                </a:extLst>
              </p:cNvPr>
              <p:cNvSpPr/>
              <p:nvPr/>
            </p:nvSpPr>
            <p:spPr>
              <a:xfrm>
                <a:off x="5205861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1" name="Freeform 37340">
                <a:extLst>
                  <a:ext uri="{FF2B5EF4-FFF2-40B4-BE49-F238E27FC236}">
                    <a16:creationId xmlns:a16="http://schemas.microsoft.com/office/drawing/2014/main" id="{613F814E-3300-DD83-3BEB-A4452ACD5397}"/>
                  </a:ext>
                </a:extLst>
              </p:cNvPr>
              <p:cNvSpPr/>
              <p:nvPr/>
            </p:nvSpPr>
            <p:spPr>
              <a:xfrm>
                <a:off x="520635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2" name="Freeform 37341">
                <a:extLst>
                  <a:ext uri="{FF2B5EF4-FFF2-40B4-BE49-F238E27FC236}">
                    <a16:creationId xmlns:a16="http://schemas.microsoft.com/office/drawing/2014/main" id="{D0D2DD03-9418-D10F-A76D-1687F138FD7E}"/>
                  </a:ext>
                </a:extLst>
              </p:cNvPr>
              <p:cNvSpPr/>
              <p:nvPr/>
            </p:nvSpPr>
            <p:spPr>
              <a:xfrm>
                <a:off x="520685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3" name="Freeform 37342">
                <a:extLst>
                  <a:ext uri="{FF2B5EF4-FFF2-40B4-BE49-F238E27FC236}">
                    <a16:creationId xmlns:a16="http://schemas.microsoft.com/office/drawing/2014/main" id="{D10C6F18-0EF5-93DC-8015-30D9E8323556}"/>
                  </a:ext>
                </a:extLst>
              </p:cNvPr>
              <p:cNvSpPr/>
              <p:nvPr/>
            </p:nvSpPr>
            <p:spPr>
              <a:xfrm>
                <a:off x="520744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4" name="Freeform 37343">
                <a:extLst>
                  <a:ext uri="{FF2B5EF4-FFF2-40B4-BE49-F238E27FC236}">
                    <a16:creationId xmlns:a16="http://schemas.microsoft.com/office/drawing/2014/main" id="{79C8B907-7C60-5AC0-AEF5-59015AD65705}"/>
                  </a:ext>
                </a:extLst>
              </p:cNvPr>
              <p:cNvSpPr/>
              <p:nvPr/>
            </p:nvSpPr>
            <p:spPr>
              <a:xfrm>
                <a:off x="520794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5" name="Freeform 37344">
                <a:extLst>
                  <a:ext uri="{FF2B5EF4-FFF2-40B4-BE49-F238E27FC236}">
                    <a16:creationId xmlns:a16="http://schemas.microsoft.com/office/drawing/2014/main" id="{E7D6C278-2388-4002-9575-E9FF37AF52D3}"/>
                  </a:ext>
                </a:extLst>
              </p:cNvPr>
              <p:cNvSpPr/>
              <p:nvPr/>
            </p:nvSpPr>
            <p:spPr>
              <a:xfrm>
                <a:off x="52084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6" name="Freeform 37345">
                <a:extLst>
                  <a:ext uri="{FF2B5EF4-FFF2-40B4-BE49-F238E27FC236}">
                    <a16:creationId xmlns:a16="http://schemas.microsoft.com/office/drawing/2014/main" id="{F448456C-4D83-C57D-574F-A0DAD12825AD}"/>
                  </a:ext>
                </a:extLst>
              </p:cNvPr>
              <p:cNvSpPr/>
              <p:nvPr/>
            </p:nvSpPr>
            <p:spPr>
              <a:xfrm>
                <a:off x="520893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7" name="Freeform 37346">
                <a:extLst>
                  <a:ext uri="{FF2B5EF4-FFF2-40B4-BE49-F238E27FC236}">
                    <a16:creationId xmlns:a16="http://schemas.microsoft.com/office/drawing/2014/main" id="{5E73CF13-E529-9853-4917-7A80A99FBFD7}"/>
                  </a:ext>
                </a:extLst>
              </p:cNvPr>
              <p:cNvSpPr/>
              <p:nvPr/>
            </p:nvSpPr>
            <p:spPr>
              <a:xfrm>
                <a:off x="520953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8" name="Freeform 37347">
                <a:extLst>
                  <a:ext uri="{FF2B5EF4-FFF2-40B4-BE49-F238E27FC236}">
                    <a16:creationId xmlns:a16="http://schemas.microsoft.com/office/drawing/2014/main" id="{CAABFBF4-D9D9-7C90-432A-0DF01C593F78}"/>
                  </a:ext>
                </a:extLst>
              </p:cNvPr>
              <p:cNvSpPr/>
              <p:nvPr/>
            </p:nvSpPr>
            <p:spPr>
              <a:xfrm>
                <a:off x="521002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9" name="Freeform 37348">
                <a:extLst>
                  <a:ext uri="{FF2B5EF4-FFF2-40B4-BE49-F238E27FC236}">
                    <a16:creationId xmlns:a16="http://schemas.microsoft.com/office/drawing/2014/main" id="{1FC4B5C0-6DA4-DB97-924B-853ED2AEE3B9}"/>
                  </a:ext>
                </a:extLst>
              </p:cNvPr>
              <p:cNvSpPr/>
              <p:nvPr/>
            </p:nvSpPr>
            <p:spPr>
              <a:xfrm>
                <a:off x="5210524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0" name="Freeform 37349">
                <a:extLst>
                  <a:ext uri="{FF2B5EF4-FFF2-40B4-BE49-F238E27FC236}">
                    <a16:creationId xmlns:a16="http://schemas.microsoft.com/office/drawing/2014/main" id="{94A3A2FF-F621-AF36-D84C-8F1F3AA35C66}"/>
                  </a:ext>
                </a:extLst>
              </p:cNvPr>
              <p:cNvSpPr/>
              <p:nvPr/>
            </p:nvSpPr>
            <p:spPr>
              <a:xfrm>
                <a:off x="5211120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1" name="Freeform 37350">
                <a:extLst>
                  <a:ext uri="{FF2B5EF4-FFF2-40B4-BE49-F238E27FC236}">
                    <a16:creationId xmlns:a16="http://schemas.microsoft.com/office/drawing/2014/main" id="{D7932546-57E0-D007-EC29-496C6951DE6D}"/>
                  </a:ext>
                </a:extLst>
              </p:cNvPr>
              <p:cNvSpPr/>
              <p:nvPr/>
            </p:nvSpPr>
            <p:spPr>
              <a:xfrm>
                <a:off x="5211616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2" name="Freeform 37351">
                <a:extLst>
                  <a:ext uri="{FF2B5EF4-FFF2-40B4-BE49-F238E27FC236}">
                    <a16:creationId xmlns:a16="http://schemas.microsoft.com/office/drawing/2014/main" id="{EC78B512-26BD-BB07-C49D-98DB59F11DDC}"/>
                  </a:ext>
                </a:extLst>
              </p:cNvPr>
              <p:cNvSpPr/>
              <p:nvPr/>
            </p:nvSpPr>
            <p:spPr>
              <a:xfrm>
                <a:off x="5212112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3" name="Freeform 37352">
                <a:extLst>
                  <a:ext uri="{FF2B5EF4-FFF2-40B4-BE49-F238E27FC236}">
                    <a16:creationId xmlns:a16="http://schemas.microsoft.com/office/drawing/2014/main" id="{4F4982D2-06F3-938E-1E5C-E97F8847CCBD}"/>
                  </a:ext>
                </a:extLst>
              </p:cNvPr>
              <p:cNvSpPr/>
              <p:nvPr/>
            </p:nvSpPr>
            <p:spPr>
              <a:xfrm>
                <a:off x="5212707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4" name="Freeform 37353">
                <a:extLst>
                  <a:ext uri="{FF2B5EF4-FFF2-40B4-BE49-F238E27FC236}">
                    <a16:creationId xmlns:a16="http://schemas.microsoft.com/office/drawing/2014/main" id="{57BE8982-635F-1379-0B0E-6C6E1B485535}"/>
                  </a:ext>
                </a:extLst>
              </p:cNvPr>
              <p:cNvSpPr/>
              <p:nvPr/>
            </p:nvSpPr>
            <p:spPr>
              <a:xfrm>
                <a:off x="5213203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5" name="Freeform 37354">
                <a:extLst>
                  <a:ext uri="{FF2B5EF4-FFF2-40B4-BE49-F238E27FC236}">
                    <a16:creationId xmlns:a16="http://schemas.microsoft.com/office/drawing/2014/main" id="{457C5D5D-1A38-1830-2C80-923AF499DA98}"/>
                  </a:ext>
                </a:extLst>
              </p:cNvPr>
              <p:cNvSpPr/>
              <p:nvPr/>
            </p:nvSpPr>
            <p:spPr>
              <a:xfrm>
                <a:off x="5213699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6" name="Freeform 37355">
                <a:extLst>
                  <a:ext uri="{FF2B5EF4-FFF2-40B4-BE49-F238E27FC236}">
                    <a16:creationId xmlns:a16="http://schemas.microsoft.com/office/drawing/2014/main" id="{392D0B31-3B26-F300-2D14-7D3255406939}"/>
                  </a:ext>
                </a:extLst>
              </p:cNvPr>
              <p:cNvSpPr/>
              <p:nvPr/>
            </p:nvSpPr>
            <p:spPr>
              <a:xfrm>
                <a:off x="5214295" y="4216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7" name="Freeform 37356">
                <a:extLst>
                  <a:ext uri="{FF2B5EF4-FFF2-40B4-BE49-F238E27FC236}">
                    <a16:creationId xmlns:a16="http://schemas.microsoft.com/office/drawing/2014/main" id="{6664BBFF-8FF7-BAF2-228E-11D6276BEB9C}"/>
                  </a:ext>
                </a:extLst>
              </p:cNvPr>
              <p:cNvSpPr/>
              <p:nvPr/>
            </p:nvSpPr>
            <p:spPr>
              <a:xfrm>
                <a:off x="5214791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8" name="Freeform 37357">
                <a:extLst>
                  <a:ext uri="{FF2B5EF4-FFF2-40B4-BE49-F238E27FC236}">
                    <a16:creationId xmlns:a16="http://schemas.microsoft.com/office/drawing/2014/main" id="{6A0324D3-BD8A-44D4-97C9-526E55C9788E}"/>
                  </a:ext>
                </a:extLst>
              </p:cNvPr>
              <p:cNvSpPr/>
              <p:nvPr/>
            </p:nvSpPr>
            <p:spPr>
              <a:xfrm>
                <a:off x="5215287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9" name="Freeform 37358">
                <a:extLst>
                  <a:ext uri="{FF2B5EF4-FFF2-40B4-BE49-F238E27FC236}">
                    <a16:creationId xmlns:a16="http://schemas.microsoft.com/office/drawing/2014/main" id="{1B4712FE-8DC9-E486-BCBA-D16E0691208B}"/>
                  </a:ext>
                </a:extLst>
              </p:cNvPr>
              <p:cNvSpPr/>
              <p:nvPr/>
            </p:nvSpPr>
            <p:spPr>
              <a:xfrm>
                <a:off x="5215882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0" name="Freeform 37359">
                <a:extLst>
                  <a:ext uri="{FF2B5EF4-FFF2-40B4-BE49-F238E27FC236}">
                    <a16:creationId xmlns:a16="http://schemas.microsoft.com/office/drawing/2014/main" id="{98B21CAD-984E-5414-4F1E-5538DCC37ACC}"/>
                  </a:ext>
                </a:extLst>
              </p:cNvPr>
              <p:cNvSpPr/>
              <p:nvPr/>
            </p:nvSpPr>
            <p:spPr>
              <a:xfrm>
                <a:off x="5216378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1" name="Freeform 37360">
                <a:extLst>
                  <a:ext uri="{FF2B5EF4-FFF2-40B4-BE49-F238E27FC236}">
                    <a16:creationId xmlns:a16="http://schemas.microsoft.com/office/drawing/2014/main" id="{11A08DDB-13B4-F2FE-C280-E6213E2F8A06}"/>
                  </a:ext>
                </a:extLst>
              </p:cNvPr>
              <p:cNvSpPr/>
              <p:nvPr/>
            </p:nvSpPr>
            <p:spPr>
              <a:xfrm>
                <a:off x="5216874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2" name="Freeform 37361">
                <a:extLst>
                  <a:ext uri="{FF2B5EF4-FFF2-40B4-BE49-F238E27FC236}">
                    <a16:creationId xmlns:a16="http://schemas.microsoft.com/office/drawing/2014/main" id="{C5495C9B-B7AE-CF0B-B474-342920819E57}"/>
                  </a:ext>
                </a:extLst>
              </p:cNvPr>
              <p:cNvSpPr/>
              <p:nvPr/>
            </p:nvSpPr>
            <p:spPr>
              <a:xfrm>
                <a:off x="5217470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3" name="Freeform 37362">
                <a:extLst>
                  <a:ext uri="{FF2B5EF4-FFF2-40B4-BE49-F238E27FC236}">
                    <a16:creationId xmlns:a16="http://schemas.microsoft.com/office/drawing/2014/main" id="{3283C676-9A46-5409-DF5F-2AF255192344}"/>
                  </a:ext>
                </a:extLst>
              </p:cNvPr>
              <p:cNvSpPr/>
              <p:nvPr/>
            </p:nvSpPr>
            <p:spPr>
              <a:xfrm>
                <a:off x="5217966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4" name="Freeform 37363">
                <a:extLst>
                  <a:ext uri="{FF2B5EF4-FFF2-40B4-BE49-F238E27FC236}">
                    <a16:creationId xmlns:a16="http://schemas.microsoft.com/office/drawing/2014/main" id="{110F00B4-380F-32D7-2C55-D9777C3EFD99}"/>
                  </a:ext>
                </a:extLst>
              </p:cNvPr>
              <p:cNvSpPr/>
              <p:nvPr/>
            </p:nvSpPr>
            <p:spPr>
              <a:xfrm>
                <a:off x="5218462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5" name="Freeform 37364">
                <a:extLst>
                  <a:ext uri="{FF2B5EF4-FFF2-40B4-BE49-F238E27FC236}">
                    <a16:creationId xmlns:a16="http://schemas.microsoft.com/office/drawing/2014/main" id="{201DD873-7C15-89E4-74E7-FE716FAE755E}"/>
                  </a:ext>
                </a:extLst>
              </p:cNvPr>
              <p:cNvSpPr/>
              <p:nvPr/>
            </p:nvSpPr>
            <p:spPr>
              <a:xfrm>
                <a:off x="521905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6" name="Freeform 37365">
                <a:extLst>
                  <a:ext uri="{FF2B5EF4-FFF2-40B4-BE49-F238E27FC236}">
                    <a16:creationId xmlns:a16="http://schemas.microsoft.com/office/drawing/2014/main" id="{005E5264-3FEF-0EA1-5F76-182D5F626234}"/>
                  </a:ext>
                </a:extLst>
              </p:cNvPr>
              <p:cNvSpPr/>
              <p:nvPr/>
            </p:nvSpPr>
            <p:spPr>
              <a:xfrm>
                <a:off x="5219553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7" name="Freeform 37366">
                <a:extLst>
                  <a:ext uri="{FF2B5EF4-FFF2-40B4-BE49-F238E27FC236}">
                    <a16:creationId xmlns:a16="http://schemas.microsoft.com/office/drawing/2014/main" id="{B8ED2EFC-CB9F-E84C-C903-900AD55EB430}"/>
                  </a:ext>
                </a:extLst>
              </p:cNvPr>
              <p:cNvSpPr/>
              <p:nvPr/>
            </p:nvSpPr>
            <p:spPr>
              <a:xfrm>
                <a:off x="5220049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8" name="Freeform 37367">
                <a:extLst>
                  <a:ext uri="{FF2B5EF4-FFF2-40B4-BE49-F238E27FC236}">
                    <a16:creationId xmlns:a16="http://schemas.microsoft.com/office/drawing/2014/main" id="{4203DD9A-82C3-C1A9-697B-2BEEED5FD686}"/>
                  </a:ext>
                </a:extLst>
              </p:cNvPr>
              <p:cNvSpPr/>
              <p:nvPr/>
            </p:nvSpPr>
            <p:spPr>
              <a:xfrm>
                <a:off x="522064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9" name="Freeform 37368">
                <a:extLst>
                  <a:ext uri="{FF2B5EF4-FFF2-40B4-BE49-F238E27FC236}">
                    <a16:creationId xmlns:a16="http://schemas.microsoft.com/office/drawing/2014/main" id="{94FCF169-A75B-0037-E5A1-CB64DE976E9F}"/>
                  </a:ext>
                </a:extLst>
              </p:cNvPr>
              <p:cNvSpPr/>
              <p:nvPr/>
            </p:nvSpPr>
            <p:spPr>
              <a:xfrm>
                <a:off x="5221141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0" name="Freeform 37369">
                <a:extLst>
                  <a:ext uri="{FF2B5EF4-FFF2-40B4-BE49-F238E27FC236}">
                    <a16:creationId xmlns:a16="http://schemas.microsoft.com/office/drawing/2014/main" id="{95144A03-5EF7-2D37-92F6-F37DC5BE3E4D}"/>
                  </a:ext>
                </a:extLst>
              </p:cNvPr>
              <p:cNvSpPr/>
              <p:nvPr/>
            </p:nvSpPr>
            <p:spPr>
              <a:xfrm>
                <a:off x="522163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1" name="Freeform 37370">
                <a:extLst>
                  <a:ext uri="{FF2B5EF4-FFF2-40B4-BE49-F238E27FC236}">
                    <a16:creationId xmlns:a16="http://schemas.microsoft.com/office/drawing/2014/main" id="{15FEFDE3-907F-732D-92EC-99F1E290BF3D}"/>
                  </a:ext>
                </a:extLst>
              </p:cNvPr>
              <p:cNvSpPr/>
              <p:nvPr/>
            </p:nvSpPr>
            <p:spPr>
              <a:xfrm>
                <a:off x="5222133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2" name="Freeform 37371">
                <a:extLst>
                  <a:ext uri="{FF2B5EF4-FFF2-40B4-BE49-F238E27FC236}">
                    <a16:creationId xmlns:a16="http://schemas.microsoft.com/office/drawing/2014/main" id="{B06DCD54-98D2-D665-7D4F-368A03531419}"/>
                  </a:ext>
                </a:extLst>
              </p:cNvPr>
              <p:cNvSpPr/>
              <p:nvPr/>
            </p:nvSpPr>
            <p:spPr>
              <a:xfrm>
                <a:off x="5222728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3" name="Freeform 37372">
                <a:extLst>
                  <a:ext uri="{FF2B5EF4-FFF2-40B4-BE49-F238E27FC236}">
                    <a16:creationId xmlns:a16="http://schemas.microsoft.com/office/drawing/2014/main" id="{9EFFEE1A-1382-460D-5650-FEA2F7517FCE}"/>
                  </a:ext>
                </a:extLst>
              </p:cNvPr>
              <p:cNvSpPr/>
              <p:nvPr/>
            </p:nvSpPr>
            <p:spPr>
              <a:xfrm>
                <a:off x="5223224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4" name="Freeform 37373">
                <a:extLst>
                  <a:ext uri="{FF2B5EF4-FFF2-40B4-BE49-F238E27FC236}">
                    <a16:creationId xmlns:a16="http://schemas.microsoft.com/office/drawing/2014/main" id="{CD93087D-534E-13C3-EA5B-B943A975CE35}"/>
                  </a:ext>
                </a:extLst>
              </p:cNvPr>
              <p:cNvSpPr/>
              <p:nvPr/>
            </p:nvSpPr>
            <p:spPr>
              <a:xfrm>
                <a:off x="5223720" y="4180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5" name="Freeform 37374">
                <a:extLst>
                  <a:ext uri="{FF2B5EF4-FFF2-40B4-BE49-F238E27FC236}">
                    <a16:creationId xmlns:a16="http://schemas.microsoft.com/office/drawing/2014/main" id="{81C8A7BC-6F35-8605-7F61-91BA9789A7D2}"/>
                  </a:ext>
                </a:extLst>
              </p:cNvPr>
              <p:cNvSpPr/>
              <p:nvPr/>
            </p:nvSpPr>
            <p:spPr>
              <a:xfrm>
                <a:off x="5224316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6" name="Freeform 37375">
                <a:extLst>
                  <a:ext uri="{FF2B5EF4-FFF2-40B4-BE49-F238E27FC236}">
                    <a16:creationId xmlns:a16="http://schemas.microsoft.com/office/drawing/2014/main" id="{F8E13445-F433-ADEB-63AA-B39A3823BC33}"/>
                  </a:ext>
                </a:extLst>
              </p:cNvPr>
              <p:cNvSpPr/>
              <p:nvPr/>
            </p:nvSpPr>
            <p:spPr>
              <a:xfrm>
                <a:off x="5224812" y="3946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7" name="Freeform 37376">
                <a:extLst>
                  <a:ext uri="{FF2B5EF4-FFF2-40B4-BE49-F238E27FC236}">
                    <a16:creationId xmlns:a16="http://schemas.microsoft.com/office/drawing/2014/main" id="{51F7E14F-1C86-04C4-6435-9AA694625142}"/>
                  </a:ext>
                </a:extLst>
              </p:cNvPr>
              <p:cNvSpPr/>
              <p:nvPr/>
            </p:nvSpPr>
            <p:spPr>
              <a:xfrm>
                <a:off x="5225308" y="4000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8" name="Freeform 37377">
                <a:extLst>
                  <a:ext uri="{FF2B5EF4-FFF2-40B4-BE49-F238E27FC236}">
                    <a16:creationId xmlns:a16="http://schemas.microsoft.com/office/drawing/2014/main" id="{03820830-C3F5-4B03-65C3-3BB3935003C9}"/>
                  </a:ext>
                </a:extLst>
              </p:cNvPr>
              <p:cNvSpPr/>
              <p:nvPr/>
            </p:nvSpPr>
            <p:spPr>
              <a:xfrm>
                <a:off x="5225903" y="3992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9" name="Freeform 37378">
                <a:extLst>
                  <a:ext uri="{FF2B5EF4-FFF2-40B4-BE49-F238E27FC236}">
                    <a16:creationId xmlns:a16="http://schemas.microsoft.com/office/drawing/2014/main" id="{29014033-9AFB-4B69-E6FF-A20D2C78E568}"/>
                  </a:ext>
                </a:extLst>
              </p:cNvPr>
              <p:cNvSpPr/>
              <p:nvPr/>
            </p:nvSpPr>
            <p:spPr>
              <a:xfrm>
                <a:off x="5226399" y="4116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0" name="Freeform 37379">
                <a:extLst>
                  <a:ext uri="{FF2B5EF4-FFF2-40B4-BE49-F238E27FC236}">
                    <a16:creationId xmlns:a16="http://schemas.microsoft.com/office/drawing/2014/main" id="{D665FC2C-889C-9779-71DC-59E45218AEC3}"/>
                  </a:ext>
                </a:extLst>
              </p:cNvPr>
              <p:cNvSpPr/>
              <p:nvPr/>
            </p:nvSpPr>
            <p:spPr>
              <a:xfrm>
                <a:off x="5226895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1" name="Freeform 37380">
                <a:extLst>
                  <a:ext uri="{FF2B5EF4-FFF2-40B4-BE49-F238E27FC236}">
                    <a16:creationId xmlns:a16="http://schemas.microsoft.com/office/drawing/2014/main" id="{7C53D143-D1A5-8FDD-7CE5-4A64A80B93AB}"/>
                  </a:ext>
                </a:extLst>
              </p:cNvPr>
              <p:cNvSpPr/>
              <p:nvPr/>
            </p:nvSpPr>
            <p:spPr>
              <a:xfrm>
                <a:off x="5227491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2" name="Freeform 37381">
                <a:extLst>
                  <a:ext uri="{FF2B5EF4-FFF2-40B4-BE49-F238E27FC236}">
                    <a16:creationId xmlns:a16="http://schemas.microsoft.com/office/drawing/2014/main" id="{9A5E5DEA-C1A2-0A06-1E4F-14E92A28E9CA}"/>
                  </a:ext>
                </a:extLst>
              </p:cNvPr>
              <p:cNvSpPr/>
              <p:nvPr/>
            </p:nvSpPr>
            <p:spPr>
              <a:xfrm>
                <a:off x="5227987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3" name="Freeform 37382">
                <a:extLst>
                  <a:ext uri="{FF2B5EF4-FFF2-40B4-BE49-F238E27FC236}">
                    <a16:creationId xmlns:a16="http://schemas.microsoft.com/office/drawing/2014/main" id="{45E3EC5F-B6EF-7EAC-CBC8-BCF18F9CF3A8}"/>
                  </a:ext>
                </a:extLst>
              </p:cNvPr>
              <p:cNvSpPr/>
              <p:nvPr/>
            </p:nvSpPr>
            <p:spPr>
              <a:xfrm>
                <a:off x="5228483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4" name="Freeform 37383">
                <a:extLst>
                  <a:ext uri="{FF2B5EF4-FFF2-40B4-BE49-F238E27FC236}">
                    <a16:creationId xmlns:a16="http://schemas.microsoft.com/office/drawing/2014/main" id="{6E0C5805-14B7-7126-36B6-6A64090AAF38}"/>
                  </a:ext>
                </a:extLst>
              </p:cNvPr>
              <p:cNvSpPr/>
              <p:nvPr/>
            </p:nvSpPr>
            <p:spPr>
              <a:xfrm>
                <a:off x="5229078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5" name="Freeform 37384">
                <a:extLst>
                  <a:ext uri="{FF2B5EF4-FFF2-40B4-BE49-F238E27FC236}">
                    <a16:creationId xmlns:a16="http://schemas.microsoft.com/office/drawing/2014/main" id="{796C7E51-27CF-8200-2A64-B43977181642}"/>
                  </a:ext>
                </a:extLst>
              </p:cNvPr>
              <p:cNvSpPr/>
              <p:nvPr/>
            </p:nvSpPr>
            <p:spPr>
              <a:xfrm>
                <a:off x="5229574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6" name="Freeform 37385">
                <a:extLst>
                  <a:ext uri="{FF2B5EF4-FFF2-40B4-BE49-F238E27FC236}">
                    <a16:creationId xmlns:a16="http://schemas.microsoft.com/office/drawing/2014/main" id="{8C25275C-B0DE-E9DF-B47F-78C6F2B81BDB}"/>
                  </a:ext>
                </a:extLst>
              </p:cNvPr>
              <p:cNvSpPr/>
              <p:nvPr/>
            </p:nvSpPr>
            <p:spPr>
              <a:xfrm>
                <a:off x="5230070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7" name="Freeform 37386">
                <a:extLst>
                  <a:ext uri="{FF2B5EF4-FFF2-40B4-BE49-F238E27FC236}">
                    <a16:creationId xmlns:a16="http://schemas.microsoft.com/office/drawing/2014/main" id="{302287DD-C62D-5A39-85E0-AD4A6770D9D3}"/>
                  </a:ext>
                </a:extLst>
              </p:cNvPr>
              <p:cNvSpPr/>
              <p:nvPr/>
            </p:nvSpPr>
            <p:spPr>
              <a:xfrm>
                <a:off x="5230666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8" name="Freeform 37387">
                <a:extLst>
                  <a:ext uri="{FF2B5EF4-FFF2-40B4-BE49-F238E27FC236}">
                    <a16:creationId xmlns:a16="http://schemas.microsoft.com/office/drawing/2014/main" id="{4DB4615A-E79D-C41B-C2BB-EF4F1AD69373}"/>
                  </a:ext>
                </a:extLst>
              </p:cNvPr>
              <p:cNvSpPr/>
              <p:nvPr/>
            </p:nvSpPr>
            <p:spPr>
              <a:xfrm>
                <a:off x="5231162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9" name="Freeform 37388">
                <a:extLst>
                  <a:ext uri="{FF2B5EF4-FFF2-40B4-BE49-F238E27FC236}">
                    <a16:creationId xmlns:a16="http://schemas.microsoft.com/office/drawing/2014/main" id="{79DD0795-3ADF-0774-1682-57989750E7FA}"/>
                  </a:ext>
                </a:extLst>
              </p:cNvPr>
              <p:cNvSpPr/>
              <p:nvPr/>
            </p:nvSpPr>
            <p:spPr>
              <a:xfrm>
                <a:off x="523165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0" name="Freeform 37389">
                <a:extLst>
                  <a:ext uri="{FF2B5EF4-FFF2-40B4-BE49-F238E27FC236}">
                    <a16:creationId xmlns:a16="http://schemas.microsoft.com/office/drawing/2014/main" id="{A6EAD9FD-D0F6-0294-3038-36F26997DBC6}"/>
                  </a:ext>
                </a:extLst>
              </p:cNvPr>
              <p:cNvSpPr/>
              <p:nvPr/>
            </p:nvSpPr>
            <p:spPr>
              <a:xfrm>
                <a:off x="5232253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1" name="Freeform 37390">
                <a:extLst>
                  <a:ext uri="{FF2B5EF4-FFF2-40B4-BE49-F238E27FC236}">
                    <a16:creationId xmlns:a16="http://schemas.microsoft.com/office/drawing/2014/main" id="{B57EBF66-8698-70C4-5015-825EC9442CF0}"/>
                  </a:ext>
                </a:extLst>
              </p:cNvPr>
              <p:cNvSpPr/>
              <p:nvPr/>
            </p:nvSpPr>
            <p:spPr>
              <a:xfrm>
                <a:off x="5232749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2" name="Freeform 37391">
                <a:extLst>
                  <a:ext uri="{FF2B5EF4-FFF2-40B4-BE49-F238E27FC236}">
                    <a16:creationId xmlns:a16="http://schemas.microsoft.com/office/drawing/2014/main" id="{587863E4-CF6B-812C-B5BF-79777F61CDD9}"/>
                  </a:ext>
                </a:extLst>
              </p:cNvPr>
              <p:cNvSpPr/>
              <p:nvPr/>
            </p:nvSpPr>
            <p:spPr>
              <a:xfrm>
                <a:off x="5233245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3" name="Freeform 37392">
                <a:extLst>
                  <a:ext uri="{FF2B5EF4-FFF2-40B4-BE49-F238E27FC236}">
                    <a16:creationId xmlns:a16="http://schemas.microsoft.com/office/drawing/2014/main" id="{38BBF189-9646-532D-7619-3928169323E2}"/>
                  </a:ext>
                </a:extLst>
              </p:cNvPr>
              <p:cNvSpPr/>
              <p:nvPr/>
            </p:nvSpPr>
            <p:spPr>
              <a:xfrm>
                <a:off x="523374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4" name="Freeform 37393">
                <a:extLst>
                  <a:ext uri="{FF2B5EF4-FFF2-40B4-BE49-F238E27FC236}">
                    <a16:creationId xmlns:a16="http://schemas.microsoft.com/office/drawing/2014/main" id="{E1320C95-2D0B-57C6-848C-0DAD9A3B6BB8}"/>
                  </a:ext>
                </a:extLst>
              </p:cNvPr>
              <p:cNvSpPr/>
              <p:nvPr/>
            </p:nvSpPr>
            <p:spPr>
              <a:xfrm>
                <a:off x="523433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5" name="Freeform 37394">
                <a:extLst>
                  <a:ext uri="{FF2B5EF4-FFF2-40B4-BE49-F238E27FC236}">
                    <a16:creationId xmlns:a16="http://schemas.microsoft.com/office/drawing/2014/main" id="{D5A390B9-BF18-CC0E-9873-C8FE4DC4C1DC}"/>
                  </a:ext>
                </a:extLst>
              </p:cNvPr>
              <p:cNvSpPr/>
              <p:nvPr/>
            </p:nvSpPr>
            <p:spPr>
              <a:xfrm>
                <a:off x="523483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6" name="Freeform 37395">
                <a:extLst>
                  <a:ext uri="{FF2B5EF4-FFF2-40B4-BE49-F238E27FC236}">
                    <a16:creationId xmlns:a16="http://schemas.microsoft.com/office/drawing/2014/main" id="{A7CD5C40-0546-19E4-51A9-9362A5ABA866}"/>
                  </a:ext>
                </a:extLst>
              </p:cNvPr>
              <p:cNvSpPr/>
              <p:nvPr/>
            </p:nvSpPr>
            <p:spPr>
              <a:xfrm>
                <a:off x="523532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7" name="Freeform 37396">
                <a:extLst>
                  <a:ext uri="{FF2B5EF4-FFF2-40B4-BE49-F238E27FC236}">
                    <a16:creationId xmlns:a16="http://schemas.microsoft.com/office/drawing/2014/main" id="{927196B8-947D-1528-2773-B0B637BB4DD4}"/>
                  </a:ext>
                </a:extLst>
              </p:cNvPr>
              <p:cNvSpPr/>
              <p:nvPr/>
            </p:nvSpPr>
            <p:spPr>
              <a:xfrm>
                <a:off x="5235924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8" name="Freeform 37397">
                <a:extLst>
                  <a:ext uri="{FF2B5EF4-FFF2-40B4-BE49-F238E27FC236}">
                    <a16:creationId xmlns:a16="http://schemas.microsoft.com/office/drawing/2014/main" id="{ADA0638E-2A3C-3E6F-0D74-0AD88A969E3E}"/>
                  </a:ext>
                </a:extLst>
              </p:cNvPr>
              <p:cNvSpPr/>
              <p:nvPr/>
            </p:nvSpPr>
            <p:spPr>
              <a:xfrm>
                <a:off x="5236420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9" name="Freeform 37398">
                <a:extLst>
                  <a:ext uri="{FF2B5EF4-FFF2-40B4-BE49-F238E27FC236}">
                    <a16:creationId xmlns:a16="http://schemas.microsoft.com/office/drawing/2014/main" id="{2B8389BA-9D19-C832-57DB-54E450DF29A7}"/>
                  </a:ext>
                </a:extLst>
              </p:cNvPr>
              <p:cNvSpPr/>
              <p:nvPr/>
            </p:nvSpPr>
            <p:spPr>
              <a:xfrm>
                <a:off x="5236916" y="4159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0" name="Freeform 37399">
                <a:extLst>
                  <a:ext uri="{FF2B5EF4-FFF2-40B4-BE49-F238E27FC236}">
                    <a16:creationId xmlns:a16="http://schemas.microsoft.com/office/drawing/2014/main" id="{3A309113-2447-F219-4A2A-10F3D87980FE}"/>
                  </a:ext>
                </a:extLst>
              </p:cNvPr>
              <p:cNvSpPr/>
              <p:nvPr/>
            </p:nvSpPr>
            <p:spPr>
              <a:xfrm>
                <a:off x="5237512" y="4094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1" name="Freeform 37400">
                <a:extLst>
                  <a:ext uri="{FF2B5EF4-FFF2-40B4-BE49-F238E27FC236}">
                    <a16:creationId xmlns:a16="http://schemas.microsoft.com/office/drawing/2014/main" id="{0FEFB732-335D-ADE4-832D-A736D137C6BC}"/>
                  </a:ext>
                </a:extLst>
              </p:cNvPr>
              <p:cNvSpPr/>
              <p:nvPr/>
            </p:nvSpPr>
            <p:spPr>
              <a:xfrm>
                <a:off x="5238008" y="4187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2" name="Freeform 37401">
                <a:extLst>
                  <a:ext uri="{FF2B5EF4-FFF2-40B4-BE49-F238E27FC236}">
                    <a16:creationId xmlns:a16="http://schemas.microsoft.com/office/drawing/2014/main" id="{DDE2359C-86B3-EFF8-F8CE-EA4447CF2790}"/>
                  </a:ext>
                </a:extLst>
              </p:cNvPr>
              <p:cNvSpPr/>
              <p:nvPr/>
            </p:nvSpPr>
            <p:spPr>
              <a:xfrm>
                <a:off x="5238504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3" name="Freeform 37402">
                <a:extLst>
                  <a:ext uri="{FF2B5EF4-FFF2-40B4-BE49-F238E27FC236}">
                    <a16:creationId xmlns:a16="http://schemas.microsoft.com/office/drawing/2014/main" id="{906F8804-D376-E6B3-F7ED-EB844911652D}"/>
                  </a:ext>
                </a:extLst>
              </p:cNvPr>
              <p:cNvSpPr/>
              <p:nvPr/>
            </p:nvSpPr>
            <p:spPr>
              <a:xfrm>
                <a:off x="5239099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4" name="Freeform 37403">
                <a:extLst>
                  <a:ext uri="{FF2B5EF4-FFF2-40B4-BE49-F238E27FC236}">
                    <a16:creationId xmlns:a16="http://schemas.microsoft.com/office/drawing/2014/main" id="{C5DCF347-83B2-7010-449B-34F894476CEB}"/>
                  </a:ext>
                </a:extLst>
              </p:cNvPr>
              <p:cNvSpPr/>
              <p:nvPr/>
            </p:nvSpPr>
            <p:spPr>
              <a:xfrm>
                <a:off x="5239595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5" name="Freeform 37404">
                <a:extLst>
                  <a:ext uri="{FF2B5EF4-FFF2-40B4-BE49-F238E27FC236}">
                    <a16:creationId xmlns:a16="http://schemas.microsoft.com/office/drawing/2014/main" id="{9F806C30-27ED-5114-B861-03CD998B426B}"/>
                  </a:ext>
                </a:extLst>
              </p:cNvPr>
              <p:cNvSpPr/>
              <p:nvPr/>
            </p:nvSpPr>
            <p:spPr>
              <a:xfrm>
                <a:off x="5240091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6" name="Freeform 37405">
                <a:extLst>
                  <a:ext uri="{FF2B5EF4-FFF2-40B4-BE49-F238E27FC236}">
                    <a16:creationId xmlns:a16="http://schemas.microsoft.com/office/drawing/2014/main" id="{6D0DCB20-BCEB-E696-3B7B-DEFEE5F262FB}"/>
                  </a:ext>
                </a:extLst>
              </p:cNvPr>
              <p:cNvSpPr/>
              <p:nvPr/>
            </p:nvSpPr>
            <p:spPr>
              <a:xfrm>
                <a:off x="5240687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7" name="Freeform 37406">
                <a:extLst>
                  <a:ext uri="{FF2B5EF4-FFF2-40B4-BE49-F238E27FC236}">
                    <a16:creationId xmlns:a16="http://schemas.microsoft.com/office/drawing/2014/main" id="{C0EEC231-4E16-D218-D7D4-0F21707D14A6}"/>
                  </a:ext>
                </a:extLst>
              </p:cNvPr>
              <p:cNvSpPr/>
              <p:nvPr/>
            </p:nvSpPr>
            <p:spPr>
              <a:xfrm>
                <a:off x="5241183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8" name="Freeform 37407">
                <a:extLst>
                  <a:ext uri="{FF2B5EF4-FFF2-40B4-BE49-F238E27FC236}">
                    <a16:creationId xmlns:a16="http://schemas.microsoft.com/office/drawing/2014/main" id="{76B77469-1D70-3539-49F9-336C76C46893}"/>
                  </a:ext>
                </a:extLst>
              </p:cNvPr>
              <p:cNvSpPr/>
              <p:nvPr/>
            </p:nvSpPr>
            <p:spPr>
              <a:xfrm>
                <a:off x="524167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9" name="Freeform 37408">
                <a:extLst>
                  <a:ext uri="{FF2B5EF4-FFF2-40B4-BE49-F238E27FC236}">
                    <a16:creationId xmlns:a16="http://schemas.microsoft.com/office/drawing/2014/main" id="{D3249ECC-941D-F8A8-12AA-B5133E2D36E8}"/>
                  </a:ext>
                </a:extLst>
              </p:cNvPr>
              <p:cNvSpPr/>
              <p:nvPr/>
            </p:nvSpPr>
            <p:spPr>
              <a:xfrm>
                <a:off x="524227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0" name="Freeform 37409">
                <a:extLst>
                  <a:ext uri="{FF2B5EF4-FFF2-40B4-BE49-F238E27FC236}">
                    <a16:creationId xmlns:a16="http://schemas.microsoft.com/office/drawing/2014/main" id="{15EED9B7-3A9E-EE29-2CE3-64362A0E6635}"/>
                  </a:ext>
                </a:extLst>
              </p:cNvPr>
              <p:cNvSpPr/>
              <p:nvPr/>
            </p:nvSpPr>
            <p:spPr>
              <a:xfrm>
                <a:off x="5242770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1" name="Freeform 37410">
                <a:extLst>
                  <a:ext uri="{FF2B5EF4-FFF2-40B4-BE49-F238E27FC236}">
                    <a16:creationId xmlns:a16="http://schemas.microsoft.com/office/drawing/2014/main" id="{81892BA6-7F96-2A2C-1390-C1F806DEA19A}"/>
                  </a:ext>
                </a:extLst>
              </p:cNvPr>
              <p:cNvSpPr/>
              <p:nvPr/>
            </p:nvSpPr>
            <p:spPr>
              <a:xfrm>
                <a:off x="5243266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2" name="Freeform 37411">
                <a:extLst>
                  <a:ext uri="{FF2B5EF4-FFF2-40B4-BE49-F238E27FC236}">
                    <a16:creationId xmlns:a16="http://schemas.microsoft.com/office/drawing/2014/main" id="{00D05401-DDE8-7A70-A4AD-60B6CC67B9E7}"/>
                  </a:ext>
                </a:extLst>
              </p:cNvPr>
              <p:cNvSpPr/>
              <p:nvPr/>
            </p:nvSpPr>
            <p:spPr>
              <a:xfrm>
                <a:off x="524386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3" name="Freeform 37412">
                <a:extLst>
                  <a:ext uri="{FF2B5EF4-FFF2-40B4-BE49-F238E27FC236}">
                    <a16:creationId xmlns:a16="http://schemas.microsoft.com/office/drawing/2014/main" id="{EFFD8D6B-E950-AB62-9592-FFE49115297C}"/>
                  </a:ext>
                </a:extLst>
              </p:cNvPr>
              <p:cNvSpPr/>
              <p:nvPr/>
            </p:nvSpPr>
            <p:spPr>
              <a:xfrm>
                <a:off x="524435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4" name="Freeform 37413">
                <a:extLst>
                  <a:ext uri="{FF2B5EF4-FFF2-40B4-BE49-F238E27FC236}">
                    <a16:creationId xmlns:a16="http://schemas.microsoft.com/office/drawing/2014/main" id="{0C88BF00-575E-66D7-A850-0D73F17E9F5E}"/>
                  </a:ext>
                </a:extLst>
              </p:cNvPr>
              <p:cNvSpPr/>
              <p:nvPr/>
            </p:nvSpPr>
            <p:spPr>
              <a:xfrm>
                <a:off x="524485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5" name="Freeform 37414">
                <a:extLst>
                  <a:ext uri="{FF2B5EF4-FFF2-40B4-BE49-F238E27FC236}">
                    <a16:creationId xmlns:a16="http://schemas.microsoft.com/office/drawing/2014/main" id="{3CA5A8C0-AE59-3C45-3819-C5451DA541D8}"/>
                  </a:ext>
                </a:extLst>
              </p:cNvPr>
              <p:cNvSpPr/>
              <p:nvPr/>
            </p:nvSpPr>
            <p:spPr>
              <a:xfrm>
                <a:off x="524535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6" name="Freeform 37415">
                <a:extLst>
                  <a:ext uri="{FF2B5EF4-FFF2-40B4-BE49-F238E27FC236}">
                    <a16:creationId xmlns:a16="http://schemas.microsoft.com/office/drawing/2014/main" id="{E0D9E6A2-A044-C722-C596-DA7EDBC52AE6}"/>
                  </a:ext>
                </a:extLst>
              </p:cNvPr>
              <p:cNvSpPr/>
              <p:nvPr/>
            </p:nvSpPr>
            <p:spPr>
              <a:xfrm>
                <a:off x="524594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7" name="Freeform 37416">
                <a:extLst>
                  <a:ext uri="{FF2B5EF4-FFF2-40B4-BE49-F238E27FC236}">
                    <a16:creationId xmlns:a16="http://schemas.microsoft.com/office/drawing/2014/main" id="{061827BE-98AB-0530-5A95-360AE1C9E535}"/>
                  </a:ext>
                </a:extLst>
              </p:cNvPr>
              <p:cNvSpPr/>
              <p:nvPr/>
            </p:nvSpPr>
            <p:spPr>
              <a:xfrm>
                <a:off x="52464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8" name="Freeform 37417">
                <a:extLst>
                  <a:ext uri="{FF2B5EF4-FFF2-40B4-BE49-F238E27FC236}">
                    <a16:creationId xmlns:a16="http://schemas.microsoft.com/office/drawing/2014/main" id="{541A0E08-F59A-66EE-1C80-7B2E2985F835}"/>
                  </a:ext>
                </a:extLst>
              </p:cNvPr>
              <p:cNvSpPr/>
              <p:nvPr/>
            </p:nvSpPr>
            <p:spPr>
              <a:xfrm>
                <a:off x="524693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9" name="Freeform 37418">
                <a:extLst>
                  <a:ext uri="{FF2B5EF4-FFF2-40B4-BE49-F238E27FC236}">
                    <a16:creationId xmlns:a16="http://schemas.microsoft.com/office/drawing/2014/main" id="{6EB53A8B-B381-BEA3-0C33-26ACCA6DA793}"/>
                  </a:ext>
                </a:extLst>
              </p:cNvPr>
              <p:cNvSpPr/>
              <p:nvPr/>
            </p:nvSpPr>
            <p:spPr>
              <a:xfrm>
                <a:off x="524753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0" name="Freeform 37419">
                <a:extLst>
                  <a:ext uri="{FF2B5EF4-FFF2-40B4-BE49-F238E27FC236}">
                    <a16:creationId xmlns:a16="http://schemas.microsoft.com/office/drawing/2014/main" id="{9D5405CD-B488-D7EB-99E0-87F52D96AFF5}"/>
                  </a:ext>
                </a:extLst>
              </p:cNvPr>
              <p:cNvSpPr/>
              <p:nvPr/>
            </p:nvSpPr>
            <p:spPr>
              <a:xfrm>
                <a:off x="524802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1" name="Freeform 37420">
                <a:extLst>
                  <a:ext uri="{FF2B5EF4-FFF2-40B4-BE49-F238E27FC236}">
                    <a16:creationId xmlns:a16="http://schemas.microsoft.com/office/drawing/2014/main" id="{77767E8A-CEA3-28F3-6D40-B4443E893802}"/>
                  </a:ext>
                </a:extLst>
              </p:cNvPr>
              <p:cNvSpPr/>
              <p:nvPr/>
            </p:nvSpPr>
            <p:spPr>
              <a:xfrm>
                <a:off x="5248525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2" name="Freeform 37421">
                <a:extLst>
                  <a:ext uri="{FF2B5EF4-FFF2-40B4-BE49-F238E27FC236}">
                    <a16:creationId xmlns:a16="http://schemas.microsoft.com/office/drawing/2014/main" id="{5FE625D4-0D2D-7BD8-3EF1-4D7B61937507}"/>
                  </a:ext>
                </a:extLst>
              </p:cNvPr>
              <p:cNvSpPr/>
              <p:nvPr/>
            </p:nvSpPr>
            <p:spPr>
              <a:xfrm>
                <a:off x="5249120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3" name="Freeform 37422">
                <a:extLst>
                  <a:ext uri="{FF2B5EF4-FFF2-40B4-BE49-F238E27FC236}">
                    <a16:creationId xmlns:a16="http://schemas.microsoft.com/office/drawing/2014/main" id="{DD0F9C59-A111-290F-AEA8-424CB6561DB3}"/>
                  </a:ext>
                </a:extLst>
              </p:cNvPr>
              <p:cNvSpPr/>
              <p:nvPr/>
            </p:nvSpPr>
            <p:spPr>
              <a:xfrm>
                <a:off x="5249616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4" name="Freeform 37423">
                <a:extLst>
                  <a:ext uri="{FF2B5EF4-FFF2-40B4-BE49-F238E27FC236}">
                    <a16:creationId xmlns:a16="http://schemas.microsoft.com/office/drawing/2014/main" id="{29D85DDF-8DD5-BA17-743D-E03EB632C97B}"/>
                  </a:ext>
                </a:extLst>
              </p:cNvPr>
              <p:cNvSpPr/>
              <p:nvPr/>
            </p:nvSpPr>
            <p:spPr>
              <a:xfrm>
                <a:off x="5250113" y="4191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5" name="Freeform 37424">
                <a:extLst>
                  <a:ext uri="{FF2B5EF4-FFF2-40B4-BE49-F238E27FC236}">
                    <a16:creationId xmlns:a16="http://schemas.microsoft.com/office/drawing/2014/main" id="{D30FDAC5-BBDF-34C1-0BBC-765EA26E147E}"/>
                  </a:ext>
                </a:extLst>
              </p:cNvPr>
              <p:cNvSpPr/>
              <p:nvPr/>
            </p:nvSpPr>
            <p:spPr>
              <a:xfrm>
                <a:off x="5250708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6" name="Freeform 37425">
                <a:extLst>
                  <a:ext uri="{FF2B5EF4-FFF2-40B4-BE49-F238E27FC236}">
                    <a16:creationId xmlns:a16="http://schemas.microsoft.com/office/drawing/2014/main" id="{F0F917A2-4876-7DF1-B279-1553F84FA167}"/>
                  </a:ext>
                </a:extLst>
              </p:cNvPr>
              <p:cNvSpPr/>
              <p:nvPr/>
            </p:nvSpPr>
            <p:spPr>
              <a:xfrm>
                <a:off x="5251204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7" name="Freeform 37426">
                <a:extLst>
                  <a:ext uri="{FF2B5EF4-FFF2-40B4-BE49-F238E27FC236}">
                    <a16:creationId xmlns:a16="http://schemas.microsoft.com/office/drawing/2014/main" id="{D13A91B6-0A89-E764-B96C-1AF0A43D412F}"/>
                  </a:ext>
                </a:extLst>
              </p:cNvPr>
              <p:cNvSpPr/>
              <p:nvPr/>
            </p:nvSpPr>
            <p:spPr>
              <a:xfrm>
                <a:off x="5251700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8" name="Freeform 37427">
                <a:extLst>
                  <a:ext uri="{FF2B5EF4-FFF2-40B4-BE49-F238E27FC236}">
                    <a16:creationId xmlns:a16="http://schemas.microsoft.com/office/drawing/2014/main" id="{B18FC7A7-D7DB-0959-576F-DC38DFF0250F}"/>
                  </a:ext>
                </a:extLst>
              </p:cNvPr>
              <p:cNvSpPr/>
              <p:nvPr/>
            </p:nvSpPr>
            <p:spPr>
              <a:xfrm>
                <a:off x="5252295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9" name="Freeform 37428">
                <a:extLst>
                  <a:ext uri="{FF2B5EF4-FFF2-40B4-BE49-F238E27FC236}">
                    <a16:creationId xmlns:a16="http://schemas.microsoft.com/office/drawing/2014/main" id="{62CFC07A-B931-2DC5-E848-12C3FB6E1C1A}"/>
                  </a:ext>
                </a:extLst>
              </p:cNvPr>
              <p:cNvSpPr/>
              <p:nvPr/>
            </p:nvSpPr>
            <p:spPr>
              <a:xfrm>
                <a:off x="5252791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0" name="Freeform 37429">
                <a:extLst>
                  <a:ext uri="{FF2B5EF4-FFF2-40B4-BE49-F238E27FC236}">
                    <a16:creationId xmlns:a16="http://schemas.microsoft.com/office/drawing/2014/main" id="{F698B306-98CA-D7A8-C4F4-F787A28D0BE0}"/>
                  </a:ext>
                </a:extLst>
              </p:cNvPr>
              <p:cNvSpPr/>
              <p:nvPr/>
            </p:nvSpPr>
            <p:spPr>
              <a:xfrm>
                <a:off x="525328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1" name="Freeform 37430">
                <a:extLst>
                  <a:ext uri="{FF2B5EF4-FFF2-40B4-BE49-F238E27FC236}">
                    <a16:creationId xmlns:a16="http://schemas.microsoft.com/office/drawing/2014/main" id="{58E9DCFD-F7A0-342C-3AF1-432C2AE60EC2}"/>
                  </a:ext>
                </a:extLst>
              </p:cNvPr>
              <p:cNvSpPr/>
              <p:nvPr/>
            </p:nvSpPr>
            <p:spPr>
              <a:xfrm>
                <a:off x="5253883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2" name="Freeform 37431">
                <a:extLst>
                  <a:ext uri="{FF2B5EF4-FFF2-40B4-BE49-F238E27FC236}">
                    <a16:creationId xmlns:a16="http://schemas.microsoft.com/office/drawing/2014/main" id="{8AB1A0C0-FF3D-336B-A476-75B567F768FE}"/>
                  </a:ext>
                </a:extLst>
              </p:cNvPr>
              <p:cNvSpPr/>
              <p:nvPr/>
            </p:nvSpPr>
            <p:spPr>
              <a:xfrm>
                <a:off x="5254379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3" name="Freeform 37432">
                <a:extLst>
                  <a:ext uri="{FF2B5EF4-FFF2-40B4-BE49-F238E27FC236}">
                    <a16:creationId xmlns:a16="http://schemas.microsoft.com/office/drawing/2014/main" id="{64A36E46-35C2-67BD-1704-870ABD8ACBDF}"/>
                  </a:ext>
                </a:extLst>
              </p:cNvPr>
              <p:cNvSpPr/>
              <p:nvPr/>
            </p:nvSpPr>
            <p:spPr>
              <a:xfrm>
                <a:off x="5254875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4" name="Freeform 37433">
                <a:extLst>
                  <a:ext uri="{FF2B5EF4-FFF2-40B4-BE49-F238E27FC236}">
                    <a16:creationId xmlns:a16="http://schemas.microsoft.com/office/drawing/2014/main" id="{686A9003-30FC-4CC8-A6F6-0D707799BEE3}"/>
                  </a:ext>
                </a:extLst>
              </p:cNvPr>
              <p:cNvSpPr/>
              <p:nvPr/>
            </p:nvSpPr>
            <p:spPr>
              <a:xfrm>
                <a:off x="5255470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5" name="Freeform 37434">
                <a:extLst>
                  <a:ext uri="{FF2B5EF4-FFF2-40B4-BE49-F238E27FC236}">
                    <a16:creationId xmlns:a16="http://schemas.microsoft.com/office/drawing/2014/main" id="{D5144F9A-5D64-8297-D0FD-41E2F5949F6F}"/>
                  </a:ext>
                </a:extLst>
              </p:cNvPr>
              <p:cNvSpPr/>
              <p:nvPr/>
            </p:nvSpPr>
            <p:spPr>
              <a:xfrm>
                <a:off x="5255966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6" name="Freeform 37435">
                <a:extLst>
                  <a:ext uri="{FF2B5EF4-FFF2-40B4-BE49-F238E27FC236}">
                    <a16:creationId xmlns:a16="http://schemas.microsoft.com/office/drawing/2014/main" id="{C6EF848D-A532-8EF0-3D65-F83137C84280}"/>
                  </a:ext>
                </a:extLst>
              </p:cNvPr>
              <p:cNvSpPr/>
              <p:nvPr/>
            </p:nvSpPr>
            <p:spPr>
              <a:xfrm>
                <a:off x="525646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7" name="Freeform 37436">
                <a:extLst>
                  <a:ext uri="{FF2B5EF4-FFF2-40B4-BE49-F238E27FC236}">
                    <a16:creationId xmlns:a16="http://schemas.microsoft.com/office/drawing/2014/main" id="{14D0107C-B760-DBE0-DA48-9B46E86AFEE6}"/>
                  </a:ext>
                </a:extLst>
              </p:cNvPr>
              <p:cNvSpPr/>
              <p:nvPr/>
            </p:nvSpPr>
            <p:spPr>
              <a:xfrm>
                <a:off x="525705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8" name="Freeform 37437">
                <a:extLst>
                  <a:ext uri="{FF2B5EF4-FFF2-40B4-BE49-F238E27FC236}">
                    <a16:creationId xmlns:a16="http://schemas.microsoft.com/office/drawing/2014/main" id="{D50B3CD2-EDCE-F9C8-11E0-ADA63481FD8D}"/>
                  </a:ext>
                </a:extLst>
              </p:cNvPr>
              <p:cNvSpPr/>
              <p:nvPr/>
            </p:nvSpPr>
            <p:spPr>
              <a:xfrm>
                <a:off x="525755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9" name="Freeform 37438">
                <a:extLst>
                  <a:ext uri="{FF2B5EF4-FFF2-40B4-BE49-F238E27FC236}">
                    <a16:creationId xmlns:a16="http://schemas.microsoft.com/office/drawing/2014/main" id="{06C24A20-9AB2-2CB6-EE62-5F50248CF345}"/>
                  </a:ext>
                </a:extLst>
              </p:cNvPr>
              <p:cNvSpPr/>
              <p:nvPr/>
            </p:nvSpPr>
            <p:spPr>
              <a:xfrm>
                <a:off x="525805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0" name="Freeform 37439">
                <a:extLst>
                  <a:ext uri="{FF2B5EF4-FFF2-40B4-BE49-F238E27FC236}">
                    <a16:creationId xmlns:a16="http://schemas.microsoft.com/office/drawing/2014/main" id="{E392CBAE-C859-B1D5-B634-AB6BC7736BAD}"/>
                  </a:ext>
                </a:extLst>
              </p:cNvPr>
              <p:cNvSpPr/>
              <p:nvPr/>
            </p:nvSpPr>
            <p:spPr>
              <a:xfrm>
                <a:off x="525854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1" name="Freeform 37440">
                <a:extLst>
                  <a:ext uri="{FF2B5EF4-FFF2-40B4-BE49-F238E27FC236}">
                    <a16:creationId xmlns:a16="http://schemas.microsoft.com/office/drawing/2014/main" id="{6D27E032-CDF6-DBAF-F6DB-CE75474AEA30}"/>
                  </a:ext>
                </a:extLst>
              </p:cNvPr>
              <p:cNvSpPr/>
              <p:nvPr/>
            </p:nvSpPr>
            <p:spPr>
              <a:xfrm>
                <a:off x="52591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2" name="Freeform 37441">
                <a:extLst>
                  <a:ext uri="{FF2B5EF4-FFF2-40B4-BE49-F238E27FC236}">
                    <a16:creationId xmlns:a16="http://schemas.microsoft.com/office/drawing/2014/main" id="{239FF13D-4D2D-B684-C544-46443997236F}"/>
                  </a:ext>
                </a:extLst>
              </p:cNvPr>
              <p:cNvSpPr/>
              <p:nvPr/>
            </p:nvSpPr>
            <p:spPr>
              <a:xfrm>
                <a:off x="525963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3" name="Freeform 37442">
                <a:extLst>
                  <a:ext uri="{FF2B5EF4-FFF2-40B4-BE49-F238E27FC236}">
                    <a16:creationId xmlns:a16="http://schemas.microsoft.com/office/drawing/2014/main" id="{FFA686DD-68EB-869F-3D03-2A9D0B42D9C3}"/>
                  </a:ext>
                </a:extLst>
              </p:cNvPr>
              <p:cNvSpPr/>
              <p:nvPr/>
            </p:nvSpPr>
            <p:spPr>
              <a:xfrm>
                <a:off x="526013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4" name="Freeform 37443">
                <a:extLst>
                  <a:ext uri="{FF2B5EF4-FFF2-40B4-BE49-F238E27FC236}">
                    <a16:creationId xmlns:a16="http://schemas.microsoft.com/office/drawing/2014/main" id="{C2A84753-1006-EBA8-F348-93B64D081CB1}"/>
                  </a:ext>
                </a:extLst>
              </p:cNvPr>
              <p:cNvSpPr/>
              <p:nvPr/>
            </p:nvSpPr>
            <p:spPr>
              <a:xfrm>
                <a:off x="526072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5" name="Freeform 37444">
                <a:extLst>
                  <a:ext uri="{FF2B5EF4-FFF2-40B4-BE49-F238E27FC236}">
                    <a16:creationId xmlns:a16="http://schemas.microsoft.com/office/drawing/2014/main" id="{FA66DD07-7F48-B871-9708-7C0D48D77969}"/>
                  </a:ext>
                </a:extLst>
              </p:cNvPr>
              <p:cNvSpPr/>
              <p:nvPr/>
            </p:nvSpPr>
            <p:spPr>
              <a:xfrm>
                <a:off x="5261225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6" name="Freeform 37445">
                <a:extLst>
                  <a:ext uri="{FF2B5EF4-FFF2-40B4-BE49-F238E27FC236}">
                    <a16:creationId xmlns:a16="http://schemas.microsoft.com/office/drawing/2014/main" id="{E701F7C9-0293-1D4C-11AC-88C69088B414}"/>
                  </a:ext>
                </a:extLst>
              </p:cNvPr>
              <p:cNvSpPr/>
              <p:nvPr/>
            </p:nvSpPr>
            <p:spPr>
              <a:xfrm>
                <a:off x="5261721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7" name="Freeform 37446">
                <a:extLst>
                  <a:ext uri="{FF2B5EF4-FFF2-40B4-BE49-F238E27FC236}">
                    <a16:creationId xmlns:a16="http://schemas.microsoft.com/office/drawing/2014/main" id="{A36AD3FE-ADE0-632D-0C85-DC25530BEFC7}"/>
                  </a:ext>
                </a:extLst>
              </p:cNvPr>
              <p:cNvSpPr/>
              <p:nvPr/>
            </p:nvSpPr>
            <p:spPr>
              <a:xfrm>
                <a:off x="5262316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8" name="Freeform 37447">
                <a:extLst>
                  <a:ext uri="{FF2B5EF4-FFF2-40B4-BE49-F238E27FC236}">
                    <a16:creationId xmlns:a16="http://schemas.microsoft.com/office/drawing/2014/main" id="{4C942AA8-4192-81B9-A0ED-1DCDB68825F3}"/>
                  </a:ext>
                </a:extLst>
              </p:cNvPr>
              <p:cNvSpPr/>
              <p:nvPr/>
            </p:nvSpPr>
            <p:spPr>
              <a:xfrm>
                <a:off x="5262813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9" name="Freeform 37448">
                <a:extLst>
                  <a:ext uri="{FF2B5EF4-FFF2-40B4-BE49-F238E27FC236}">
                    <a16:creationId xmlns:a16="http://schemas.microsoft.com/office/drawing/2014/main" id="{3F2635FF-CC7C-7C17-D990-9A1B434F0874}"/>
                  </a:ext>
                </a:extLst>
              </p:cNvPr>
              <p:cNvSpPr/>
              <p:nvPr/>
            </p:nvSpPr>
            <p:spPr>
              <a:xfrm>
                <a:off x="5263309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0" name="Freeform 37449">
                <a:extLst>
                  <a:ext uri="{FF2B5EF4-FFF2-40B4-BE49-F238E27FC236}">
                    <a16:creationId xmlns:a16="http://schemas.microsoft.com/office/drawing/2014/main" id="{681A1DDF-C102-9E84-EF55-5505E98433FC}"/>
                  </a:ext>
                </a:extLst>
              </p:cNvPr>
              <p:cNvSpPr/>
              <p:nvPr/>
            </p:nvSpPr>
            <p:spPr>
              <a:xfrm>
                <a:off x="5263904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1" name="Freeform 37450">
                <a:extLst>
                  <a:ext uri="{FF2B5EF4-FFF2-40B4-BE49-F238E27FC236}">
                    <a16:creationId xmlns:a16="http://schemas.microsoft.com/office/drawing/2014/main" id="{209D9506-7D79-FD30-872F-E96B613D5041}"/>
                  </a:ext>
                </a:extLst>
              </p:cNvPr>
              <p:cNvSpPr/>
              <p:nvPr/>
            </p:nvSpPr>
            <p:spPr>
              <a:xfrm>
                <a:off x="5264400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2" name="Freeform 37451">
                <a:extLst>
                  <a:ext uri="{FF2B5EF4-FFF2-40B4-BE49-F238E27FC236}">
                    <a16:creationId xmlns:a16="http://schemas.microsoft.com/office/drawing/2014/main" id="{FB376ED2-FE23-FC72-01A4-F58BEE16139E}"/>
                  </a:ext>
                </a:extLst>
              </p:cNvPr>
              <p:cNvSpPr/>
              <p:nvPr/>
            </p:nvSpPr>
            <p:spPr>
              <a:xfrm>
                <a:off x="5264896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3" name="Freeform 37452">
                <a:extLst>
                  <a:ext uri="{FF2B5EF4-FFF2-40B4-BE49-F238E27FC236}">
                    <a16:creationId xmlns:a16="http://schemas.microsoft.com/office/drawing/2014/main" id="{51FFEB4E-C9F1-9D81-2CD5-1EE0F0977C36}"/>
                  </a:ext>
                </a:extLst>
              </p:cNvPr>
              <p:cNvSpPr/>
              <p:nvPr/>
            </p:nvSpPr>
            <p:spPr>
              <a:xfrm>
                <a:off x="5265491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4" name="Freeform 37453">
                <a:extLst>
                  <a:ext uri="{FF2B5EF4-FFF2-40B4-BE49-F238E27FC236}">
                    <a16:creationId xmlns:a16="http://schemas.microsoft.com/office/drawing/2014/main" id="{FBA43D22-F81F-61AB-3764-07866615BD04}"/>
                  </a:ext>
                </a:extLst>
              </p:cNvPr>
              <p:cNvSpPr/>
              <p:nvPr/>
            </p:nvSpPr>
            <p:spPr>
              <a:xfrm>
                <a:off x="5265988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5" name="Freeform 37454">
                <a:extLst>
                  <a:ext uri="{FF2B5EF4-FFF2-40B4-BE49-F238E27FC236}">
                    <a16:creationId xmlns:a16="http://schemas.microsoft.com/office/drawing/2014/main" id="{1BF3D051-7106-3557-B9E6-7E291407D5BA}"/>
                  </a:ext>
                </a:extLst>
              </p:cNvPr>
              <p:cNvSpPr/>
              <p:nvPr/>
            </p:nvSpPr>
            <p:spPr>
              <a:xfrm>
                <a:off x="5266484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6" name="Freeform 37455">
                <a:extLst>
                  <a:ext uri="{FF2B5EF4-FFF2-40B4-BE49-F238E27FC236}">
                    <a16:creationId xmlns:a16="http://schemas.microsoft.com/office/drawing/2014/main" id="{C742B7FA-5E9E-4777-3DD3-07ECD145D853}"/>
                  </a:ext>
                </a:extLst>
              </p:cNvPr>
              <p:cNvSpPr/>
              <p:nvPr/>
            </p:nvSpPr>
            <p:spPr>
              <a:xfrm>
                <a:off x="5267079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7" name="Freeform 37456">
                <a:extLst>
                  <a:ext uri="{FF2B5EF4-FFF2-40B4-BE49-F238E27FC236}">
                    <a16:creationId xmlns:a16="http://schemas.microsoft.com/office/drawing/2014/main" id="{79F1F399-D475-9335-FD48-A074420ECEAB}"/>
                  </a:ext>
                </a:extLst>
              </p:cNvPr>
              <p:cNvSpPr/>
              <p:nvPr/>
            </p:nvSpPr>
            <p:spPr>
              <a:xfrm>
                <a:off x="5267575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8" name="Freeform 37457">
                <a:extLst>
                  <a:ext uri="{FF2B5EF4-FFF2-40B4-BE49-F238E27FC236}">
                    <a16:creationId xmlns:a16="http://schemas.microsoft.com/office/drawing/2014/main" id="{A7C804BE-8CC9-FB51-FCB1-EAFE91344E27}"/>
                  </a:ext>
                </a:extLst>
              </p:cNvPr>
              <p:cNvSpPr/>
              <p:nvPr/>
            </p:nvSpPr>
            <p:spPr>
              <a:xfrm>
                <a:off x="5268071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9" name="Freeform 37458">
                <a:extLst>
                  <a:ext uri="{FF2B5EF4-FFF2-40B4-BE49-F238E27FC236}">
                    <a16:creationId xmlns:a16="http://schemas.microsoft.com/office/drawing/2014/main" id="{917C8590-2DE8-A6F0-A4A4-5FB60737B813}"/>
                  </a:ext>
                </a:extLst>
              </p:cNvPr>
              <p:cNvSpPr/>
              <p:nvPr/>
            </p:nvSpPr>
            <p:spPr>
              <a:xfrm>
                <a:off x="5268666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0" name="Freeform 37459">
                <a:extLst>
                  <a:ext uri="{FF2B5EF4-FFF2-40B4-BE49-F238E27FC236}">
                    <a16:creationId xmlns:a16="http://schemas.microsoft.com/office/drawing/2014/main" id="{3801B177-17E4-FAC5-B4D4-4C2F5ABA3334}"/>
                  </a:ext>
                </a:extLst>
              </p:cNvPr>
              <p:cNvSpPr/>
              <p:nvPr/>
            </p:nvSpPr>
            <p:spPr>
              <a:xfrm>
                <a:off x="5269163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1" name="Freeform 37460">
                <a:extLst>
                  <a:ext uri="{FF2B5EF4-FFF2-40B4-BE49-F238E27FC236}">
                    <a16:creationId xmlns:a16="http://schemas.microsoft.com/office/drawing/2014/main" id="{20A1ADF2-49DB-1932-B0B9-367C622A81EF}"/>
                  </a:ext>
                </a:extLst>
              </p:cNvPr>
              <p:cNvSpPr/>
              <p:nvPr/>
            </p:nvSpPr>
            <p:spPr>
              <a:xfrm>
                <a:off x="5269659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2" name="Freeform 37461">
                <a:extLst>
                  <a:ext uri="{FF2B5EF4-FFF2-40B4-BE49-F238E27FC236}">
                    <a16:creationId xmlns:a16="http://schemas.microsoft.com/office/drawing/2014/main" id="{EED4A406-4A5B-0D22-8484-B19ABD6884FF}"/>
                  </a:ext>
                </a:extLst>
              </p:cNvPr>
              <p:cNvSpPr/>
              <p:nvPr/>
            </p:nvSpPr>
            <p:spPr>
              <a:xfrm>
                <a:off x="527015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3" name="Freeform 37462">
                <a:extLst>
                  <a:ext uri="{FF2B5EF4-FFF2-40B4-BE49-F238E27FC236}">
                    <a16:creationId xmlns:a16="http://schemas.microsoft.com/office/drawing/2014/main" id="{5AE7BBE2-802E-5DF1-BA9E-63E222881E2A}"/>
                  </a:ext>
                </a:extLst>
              </p:cNvPr>
              <p:cNvSpPr/>
              <p:nvPr/>
            </p:nvSpPr>
            <p:spPr>
              <a:xfrm>
                <a:off x="527075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4" name="Freeform 37463">
                <a:extLst>
                  <a:ext uri="{FF2B5EF4-FFF2-40B4-BE49-F238E27FC236}">
                    <a16:creationId xmlns:a16="http://schemas.microsoft.com/office/drawing/2014/main" id="{424B3A62-8663-0B79-1A92-1A560D50D74E}"/>
                  </a:ext>
                </a:extLst>
              </p:cNvPr>
              <p:cNvSpPr/>
              <p:nvPr/>
            </p:nvSpPr>
            <p:spPr>
              <a:xfrm>
                <a:off x="527124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5" name="Freeform 37464">
                <a:extLst>
                  <a:ext uri="{FF2B5EF4-FFF2-40B4-BE49-F238E27FC236}">
                    <a16:creationId xmlns:a16="http://schemas.microsoft.com/office/drawing/2014/main" id="{B68AA510-915C-D66B-AA94-42905B152213}"/>
                  </a:ext>
                </a:extLst>
              </p:cNvPr>
              <p:cNvSpPr/>
              <p:nvPr/>
            </p:nvSpPr>
            <p:spPr>
              <a:xfrm>
                <a:off x="527174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6" name="Freeform 37465">
                <a:extLst>
                  <a:ext uri="{FF2B5EF4-FFF2-40B4-BE49-F238E27FC236}">
                    <a16:creationId xmlns:a16="http://schemas.microsoft.com/office/drawing/2014/main" id="{FE21EBC1-EAE6-612E-C109-9F5ACEC69159}"/>
                  </a:ext>
                </a:extLst>
              </p:cNvPr>
              <p:cNvSpPr/>
              <p:nvPr/>
            </p:nvSpPr>
            <p:spPr>
              <a:xfrm>
                <a:off x="527233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7" name="Freeform 37466">
                <a:extLst>
                  <a:ext uri="{FF2B5EF4-FFF2-40B4-BE49-F238E27FC236}">
                    <a16:creationId xmlns:a16="http://schemas.microsoft.com/office/drawing/2014/main" id="{764E14A2-0989-4792-67C1-90F042DDCA33}"/>
                  </a:ext>
                </a:extLst>
              </p:cNvPr>
              <p:cNvSpPr/>
              <p:nvPr/>
            </p:nvSpPr>
            <p:spPr>
              <a:xfrm>
                <a:off x="527283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8" name="Freeform 37467">
                <a:extLst>
                  <a:ext uri="{FF2B5EF4-FFF2-40B4-BE49-F238E27FC236}">
                    <a16:creationId xmlns:a16="http://schemas.microsoft.com/office/drawing/2014/main" id="{7C916EA3-2ED4-2E57-C51C-9C0213F756F3}"/>
                  </a:ext>
                </a:extLst>
              </p:cNvPr>
              <p:cNvSpPr/>
              <p:nvPr/>
            </p:nvSpPr>
            <p:spPr>
              <a:xfrm>
                <a:off x="527333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9" name="Freeform 37468">
                <a:extLst>
                  <a:ext uri="{FF2B5EF4-FFF2-40B4-BE49-F238E27FC236}">
                    <a16:creationId xmlns:a16="http://schemas.microsoft.com/office/drawing/2014/main" id="{4EA219FA-56B4-9FC2-5C66-1429AAB3D274}"/>
                  </a:ext>
                </a:extLst>
              </p:cNvPr>
              <p:cNvSpPr/>
              <p:nvPr/>
            </p:nvSpPr>
            <p:spPr>
              <a:xfrm>
                <a:off x="527392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0" name="Freeform 37469">
                <a:extLst>
                  <a:ext uri="{FF2B5EF4-FFF2-40B4-BE49-F238E27FC236}">
                    <a16:creationId xmlns:a16="http://schemas.microsoft.com/office/drawing/2014/main" id="{42D8122D-C0FB-B382-F027-BB3382FB3B0E}"/>
                  </a:ext>
                </a:extLst>
              </p:cNvPr>
              <p:cNvSpPr/>
              <p:nvPr/>
            </p:nvSpPr>
            <p:spPr>
              <a:xfrm>
                <a:off x="5274421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1" name="Freeform 37470">
                <a:extLst>
                  <a:ext uri="{FF2B5EF4-FFF2-40B4-BE49-F238E27FC236}">
                    <a16:creationId xmlns:a16="http://schemas.microsoft.com/office/drawing/2014/main" id="{6412FDD1-2534-1E0E-726A-23CB1DE8AE09}"/>
                  </a:ext>
                </a:extLst>
              </p:cNvPr>
              <p:cNvSpPr/>
              <p:nvPr/>
            </p:nvSpPr>
            <p:spPr>
              <a:xfrm>
                <a:off x="5274917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2" name="Freeform 37471">
                <a:extLst>
                  <a:ext uri="{FF2B5EF4-FFF2-40B4-BE49-F238E27FC236}">
                    <a16:creationId xmlns:a16="http://schemas.microsoft.com/office/drawing/2014/main" id="{288D60DC-CC85-9184-C696-4E61B7DAE300}"/>
                  </a:ext>
                </a:extLst>
              </p:cNvPr>
              <p:cNvSpPr/>
              <p:nvPr/>
            </p:nvSpPr>
            <p:spPr>
              <a:xfrm>
                <a:off x="5275513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3" name="Freeform 37472">
                <a:extLst>
                  <a:ext uri="{FF2B5EF4-FFF2-40B4-BE49-F238E27FC236}">
                    <a16:creationId xmlns:a16="http://schemas.microsoft.com/office/drawing/2014/main" id="{0CD7DEB8-2175-8791-E067-50E444CBEAAE}"/>
                  </a:ext>
                </a:extLst>
              </p:cNvPr>
              <p:cNvSpPr/>
              <p:nvPr/>
            </p:nvSpPr>
            <p:spPr>
              <a:xfrm>
                <a:off x="5276009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4" name="Freeform 37473">
                <a:extLst>
                  <a:ext uri="{FF2B5EF4-FFF2-40B4-BE49-F238E27FC236}">
                    <a16:creationId xmlns:a16="http://schemas.microsoft.com/office/drawing/2014/main" id="{2CC0EDBF-6844-0011-61EC-F9E95894D98F}"/>
                  </a:ext>
                </a:extLst>
              </p:cNvPr>
              <p:cNvSpPr/>
              <p:nvPr/>
            </p:nvSpPr>
            <p:spPr>
              <a:xfrm>
                <a:off x="5276505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5" name="Freeform 37474">
                <a:extLst>
                  <a:ext uri="{FF2B5EF4-FFF2-40B4-BE49-F238E27FC236}">
                    <a16:creationId xmlns:a16="http://schemas.microsoft.com/office/drawing/2014/main" id="{465AD9A8-C8C4-B1D1-DE8D-9EC15272EAE1}"/>
                  </a:ext>
                </a:extLst>
              </p:cNvPr>
              <p:cNvSpPr/>
              <p:nvPr/>
            </p:nvSpPr>
            <p:spPr>
              <a:xfrm>
                <a:off x="5277100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6" name="Freeform 37475">
                <a:extLst>
                  <a:ext uri="{FF2B5EF4-FFF2-40B4-BE49-F238E27FC236}">
                    <a16:creationId xmlns:a16="http://schemas.microsoft.com/office/drawing/2014/main" id="{BA6FBAC3-1EC8-8E79-88C9-5DB2E106FF1E}"/>
                  </a:ext>
                </a:extLst>
              </p:cNvPr>
              <p:cNvSpPr/>
              <p:nvPr/>
            </p:nvSpPr>
            <p:spPr>
              <a:xfrm>
                <a:off x="5277596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7" name="Freeform 37476">
                <a:extLst>
                  <a:ext uri="{FF2B5EF4-FFF2-40B4-BE49-F238E27FC236}">
                    <a16:creationId xmlns:a16="http://schemas.microsoft.com/office/drawing/2014/main" id="{B76E6095-5327-347C-A50A-C9068E46FFC7}"/>
                  </a:ext>
                </a:extLst>
              </p:cNvPr>
              <p:cNvSpPr/>
              <p:nvPr/>
            </p:nvSpPr>
            <p:spPr>
              <a:xfrm>
                <a:off x="5278092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8" name="Freeform 37477">
                <a:extLst>
                  <a:ext uri="{FF2B5EF4-FFF2-40B4-BE49-F238E27FC236}">
                    <a16:creationId xmlns:a16="http://schemas.microsoft.com/office/drawing/2014/main" id="{482C72E4-E7A5-C2B9-A9E3-A3FED65DB27A}"/>
                  </a:ext>
                </a:extLst>
              </p:cNvPr>
              <p:cNvSpPr/>
              <p:nvPr/>
            </p:nvSpPr>
            <p:spPr>
              <a:xfrm>
                <a:off x="5278688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9" name="Freeform 37478">
                <a:extLst>
                  <a:ext uri="{FF2B5EF4-FFF2-40B4-BE49-F238E27FC236}">
                    <a16:creationId xmlns:a16="http://schemas.microsoft.com/office/drawing/2014/main" id="{C9C1018B-056C-EC46-4B3A-A9992F4D46E6}"/>
                  </a:ext>
                </a:extLst>
              </p:cNvPr>
              <p:cNvSpPr/>
              <p:nvPr/>
            </p:nvSpPr>
            <p:spPr>
              <a:xfrm>
                <a:off x="5279184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0" name="Freeform 37479">
                <a:extLst>
                  <a:ext uri="{FF2B5EF4-FFF2-40B4-BE49-F238E27FC236}">
                    <a16:creationId xmlns:a16="http://schemas.microsoft.com/office/drawing/2014/main" id="{3C4BEA0B-D073-5373-D6C9-D13565685B2C}"/>
                  </a:ext>
                </a:extLst>
              </p:cNvPr>
              <p:cNvSpPr/>
              <p:nvPr/>
            </p:nvSpPr>
            <p:spPr>
              <a:xfrm>
                <a:off x="5279680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1" name="Freeform 37480">
                <a:extLst>
                  <a:ext uri="{FF2B5EF4-FFF2-40B4-BE49-F238E27FC236}">
                    <a16:creationId xmlns:a16="http://schemas.microsoft.com/office/drawing/2014/main" id="{955461FC-3F8A-B664-3DF5-147C6781C4B1}"/>
                  </a:ext>
                </a:extLst>
              </p:cNvPr>
              <p:cNvSpPr/>
              <p:nvPr/>
            </p:nvSpPr>
            <p:spPr>
              <a:xfrm>
                <a:off x="5280275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2" name="Freeform 37481">
                <a:extLst>
                  <a:ext uri="{FF2B5EF4-FFF2-40B4-BE49-F238E27FC236}">
                    <a16:creationId xmlns:a16="http://schemas.microsoft.com/office/drawing/2014/main" id="{3137AC95-6F3A-22F1-3DC4-9AEB096A0BD6}"/>
                  </a:ext>
                </a:extLst>
              </p:cNvPr>
              <p:cNvSpPr/>
              <p:nvPr/>
            </p:nvSpPr>
            <p:spPr>
              <a:xfrm>
                <a:off x="5280771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3" name="Freeform 37482">
                <a:extLst>
                  <a:ext uri="{FF2B5EF4-FFF2-40B4-BE49-F238E27FC236}">
                    <a16:creationId xmlns:a16="http://schemas.microsoft.com/office/drawing/2014/main" id="{6871103F-919C-870D-794A-F0B4A6434E13}"/>
                  </a:ext>
                </a:extLst>
              </p:cNvPr>
              <p:cNvSpPr/>
              <p:nvPr/>
            </p:nvSpPr>
            <p:spPr>
              <a:xfrm>
                <a:off x="5281267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4" name="Freeform 37483">
                <a:extLst>
                  <a:ext uri="{FF2B5EF4-FFF2-40B4-BE49-F238E27FC236}">
                    <a16:creationId xmlns:a16="http://schemas.microsoft.com/office/drawing/2014/main" id="{D3D0FCDB-619A-ACC3-1757-257C55DAAC63}"/>
                  </a:ext>
                </a:extLst>
              </p:cNvPr>
              <p:cNvSpPr/>
              <p:nvPr/>
            </p:nvSpPr>
            <p:spPr>
              <a:xfrm>
                <a:off x="5281763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5" name="Freeform 37484">
                <a:extLst>
                  <a:ext uri="{FF2B5EF4-FFF2-40B4-BE49-F238E27FC236}">
                    <a16:creationId xmlns:a16="http://schemas.microsoft.com/office/drawing/2014/main" id="{32D9464A-8394-65B5-3C3B-71174D32F1AF}"/>
                  </a:ext>
                </a:extLst>
              </p:cNvPr>
              <p:cNvSpPr/>
              <p:nvPr/>
            </p:nvSpPr>
            <p:spPr>
              <a:xfrm>
                <a:off x="5282359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6" name="Freeform 37485">
                <a:extLst>
                  <a:ext uri="{FF2B5EF4-FFF2-40B4-BE49-F238E27FC236}">
                    <a16:creationId xmlns:a16="http://schemas.microsoft.com/office/drawing/2014/main" id="{C2DB4A22-452E-55D1-8C99-A77593B0AA22}"/>
                  </a:ext>
                </a:extLst>
              </p:cNvPr>
              <p:cNvSpPr/>
              <p:nvPr/>
            </p:nvSpPr>
            <p:spPr>
              <a:xfrm>
                <a:off x="528285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7" name="Freeform 37486">
                <a:extLst>
                  <a:ext uri="{FF2B5EF4-FFF2-40B4-BE49-F238E27FC236}">
                    <a16:creationId xmlns:a16="http://schemas.microsoft.com/office/drawing/2014/main" id="{FE62F73F-1539-69D7-72FD-2F3D503A846E}"/>
                  </a:ext>
                </a:extLst>
              </p:cNvPr>
              <p:cNvSpPr/>
              <p:nvPr/>
            </p:nvSpPr>
            <p:spPr>
              <a:xfrm>
                <a:off x="528335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8" name="Freeform 37487">
                <a:extLst>
                  <a:ext uri="{FF2B5EF4-FFF2-40B4-BE49-F238E27FC236}">
                    <a16:creationId xmlns:a16="http://schemas.microsoft.com/office/drawing/2014/main" id="{5AC46170-98DD-133F-D5F4-E00C4DAB5432}"/>
                  </a:ext>
                </a:extLst>
              </p:cNvPr>
              <p:cNvSpPr/>
              <p:nvPr/>
            </p:nvSpPr>
            <p:spPr>
              <a:xfrm>
                <a:off x="528394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9" name="Freeform 37488">
                <a:extLst>
                  <a:ext uri="{FF2B5EF4-FFF2-40B4-BE49-F238E27FC236}">
                    <a16:creationId xmlns:a16="http://schemas.microsoft.com/office/drawing/2014/main" id="{132602F7-C7E4-8E49-0BAD-1A70F0BC2FBB}"/>
                  </a:ext>
                </a:extLst>
              </p:cNvPr>
              <p:cNvSpPr/>
              <p:nvPr/>
            </p:nvSpPr>
            <p:spPr>
              <a:xfrm>
                <a:off x="528444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0" name="Freeform 37489">
                <a:extLst>
                  <a:ext uri="{FF2B5EF4-FFF2-40B4-BE49-F238E27FC236}">
                    <a16:creationId xmlns:a16="http://schemas.microsoft.com/office/drawing/2014/main" id="{DB21BFE8-37FD-E6E3-B7C3-B310CAB0FB08}"/>
                  </a:ext>
                </a:extLst>
              </p:cNvPr>
              <p:cNvSpPr/>
              <p:nvPr/>
            </p:nvSpPr>
            <p:spPr>
              <a:xfrm>
                <a:off x="528493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1" name="Freeform 37490">
                <a:extLst>
                  <a:ext uri="{FF2B5EF4-FFF2-40B4-BE49-F238E27FC236}">
                    <a16:creationId xmlns:a16="http://schemas.microsoft.com/office/drawing/2014/main" id="{FE61FCE0-D0C3-0EEC-D999-787D23B77388}"/>
                  </a:ext>
                </a:extLst>
              </p:cNvPr>
              <p:cNvSpPr/>
              <p:nvPr/>
            </p:nvSpPr>
            <p:spPr>
              <a:xfrm>
                <a:off x="528553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2" name="Freeform 37491">
                <a:extLst>
                  <a:ext uri="{FF2B5EF4-FFF2-40B4-BE49-F238E27FC236}">
                    <a16:creationId xmlns:a16="http://schemas.microsoft.com/office/drawing/2014/main" id="{32D42815-1AD2-E9D2-1DB3-86B622AA1AE5}"/>
                  </a:ext>
                </a:extLst>
              </p:cNvPr>
              <p:cNvSpPr/>
              <p:nvPr/>
            </p:nvSpPr>
            <p:spPr>
              <a:xfrm>
                <a:off x="528603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3" name="Freeform 37492">
                <a:extLst>
                  <a:ext uri="{FF2B5EF4-FFF2-40B4-BE49-F238E27FC236}">
                    <a16:creationId xmlns:a16="http://schemas.microsoft.com/office/drawing/2014/main" id="{684DBEAD-61A2-D3CD-5492-57FBC968F69D}"/>
                  </a:ext>
                </a:extLst>
              </p:cNvPr>
              <p:cNvSpPr/>
              <p:nvPr/>
            </p:nvSpPr>
            <p:spPr>
              <a:xfrm>
                <a:off x="5286526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4" name="Freeform 37493">
                <a:extLst>
                  <a:ext uri="{FF2B5EF4-FFF2-40B4-BE49-F238E27FC236}">
                    <a16:creationId xmlns:a16="http://schemas.microsoft.com/office/drawing/2014/main" id="{1475742A-946E-E70C-C889-D97C083BAA97}"/>
                  </a:ext>
                </a:extLst>
              </p:cNvPr>
              <p:cNvSpPr/>
              <p:nvPr/>
            </p:nvSpPr>
            <p:spPr>
              <a:xfrm>
                <a:off x="5287121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5" name="Freeform 37494">
                <a:extLst>
                  <a:ext uri="{FF2B5EF4-FFF2-40B4-BE49-F238E27FC236}">
                    <a16:creationId xmlns:a16="http://schemas.microsoft.com/office/drawing/2014/main" id="{509A71BA-3206-F130-27EA-5692D2CD9289}"/>
                  </a:ext>
                </a:extLst>
              </p:cNvPr>
              <p:cNvSpPr/>
              <p:nvPr/>
            </p:nvSpPr>
            <p:spPr>
              <a:xfrm>
                <a:off x="5287617" y="4187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6" name="Freeform 37495">
                <a:extLst>
                  <a:ext uri="{FF2B5EF4-FFF2-40B4-BE49-F238E27FC236}">
                    <a16:creationId xmlns:a16="http://schemas.microsoft.com/office/drawing/2014/main" id="{ABED958E-2C14-21F0-63D3-5EB711DDC25F}"/>
                  </a:ext>
                </a:extLst>
              </p:cNvPr>
              <p:cNvSpPr/>
              <p:nvPr/>
            </p:nvSpPr>
            <p:spPr>
              <a:xfrm>
                <a:off x="5288113" y="4128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7" name="Freeform 37496">
                <a:extLst>
                  <a:ext uri="{FF2B5EF4-FFF2-40B4-BE49-F238E27FC236}">
                    <a16:creationId xmlns:a16="http://schemas.microsoft.com/office/drawing/2014/main" id="{0F931596-B519-56F0-5E18-5621569933C4}"/>
                  </a:ext>
                </a:extLst>
              </p:cNvPr>
              <p:cNvSpPr/>
              <p:nvPr/>
            </p:nvSpPr>
            <p:spPr>
              <a:xfrm>
                <a:off x="5288709" y="4167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8" name="Freeform 37497">
                <a:extLst>
                  <a:ext uri="{FF2B5EF4-FFF2-40B4-BE49-F238E27FC236}">
                    <a16:creationId xmlns:a16="http://schemas.microsoft.com/office/drawing/2014/main" id="{310955BF-C79B-27EB-F3F5-E0D4888B5FB7}"/>
                  </a:ext>
                </a:extLst>
              </p:cNvPr>
              <p:cNvSpPr/>
              <p:nvPr/>
            </p:nvSpPr>
            <p:spPr>
              <a:xfrm>
                <a:off x="5289205" y="4132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9" name="Freeform 37498">
                <a:extLst>
                  <a:ext uri="{FF2B5EF4-FFF2-40B4-BE49-F238E27FC236}">
                    <a16:creationId xmlns:a16="http://schemas.microsoft.com/office/drawing/2014/main" id="{E43172EA-8C15-1C72-5744-CD8F309946BC}"/>
                  </a:ext>
                </a:extLst>
              </p:cNvPr>
              <p:cNvSpPr/>
              <p:nvPr/>
            </p:nvSpPr>
            <p:spPr>
              <a:xfrm>
                <a:off x="5289701" y="4205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0" name="Freeform 37499">
                <a:extLst>
                  <a:ext uri="{FF2B5EF4-FFF2-40B4-BE49-F238E27FC236}">
                    <a16:creationId xmlns:a16="http://schemas.microsoft.com/office/drawing/2014/main" id="{23CF86A5-148B-E373-6C4B-6A74B0398D94}"/>
                  </a:ext>
                </a:extLst>
              </p:cNvPr>
              <p:cNvSpPr/>
              <p:nvPr/>
            </p:nvSpPr>
            <p:spPr>
              <a:xfrm>
                <a:off x="5290296" y="4201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1" name="Freeform 37500">
                <a:extLst>
                  <a:ext uri="{FF2B5EF4-FFF2-40B4-BE49-F238E27FC236}">
                    <a16:creationId xmlns:a16="http://schemas.microsoft.com/office/drawing/2014/main" id="{775E9346-4590-4725-821E-CAF962AF7053}"/>
                  </a:ext>
                </a:extLst>
              </p:cNvPr>
              <p:cNvSpPr/>
              <p:nvPr/>
            </p:nvSpPr>
            <p:spPr>
              <a:xfrm>
                <a:off x="5290792" y="4198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2" name="Freeform 37501">
                <a:extLst>
                  <a:ext uri="{FF2B5EF4-FFF2-40B4-BE49-F238E27FC236}">
                    <a16:creationId xmlns:a16="http://schemas.microsoft.com/office/drawing/2014/main" id="{58D3F49D-8618-930E-8B45-CB44F2C979AC}"/>
                  </a:ext>
                </a:extLst>
              </p:cNvPr>
              <p:cNvSpPr/>
              <p:nvPr/>
            </p:nvSpPr>
            <p:spPr>
              <a:xfrm>
                <a:off x="5291288" y="4192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3" name="Freeform 37502">
                <a:extLst>
                  <a:ext uri="{FF2B5EF4-FFF2-40B4-BE49-F238E27FC236}">
                    <a16:creationId xmlns:a16="http://schemas.microsoft.com/office/drawing/2014/main" id="{492EBD00-DC1F-0AF9-5D2A-90FE5B16B41F}"/>
                  </a:ext>
                </a:extLst>
              </p:cNvPr>
              <p:cNvSpPr/>
              <p:nvPr/>
            </p:nvSpPr>
            <p:spPr>
              <a:xfrm>
                <a:off x="5291884" y="4189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4" name="Freeform 37503">
                <a:extLst>
                  <a:ext uri="{FF2B5EF4-FFF2-40B4-BE49-F238E27FC236}">
                    <a16:creationId xmlns:a16="http://schemas.microsoft.com/office/drawing/2014/main" id="{1032527E-F59A-F9E8-F928-5E93239CE589}"/>
                  </a:ext>
                </a:extLst>
              </p:cNvPr>
              <p:cNvSpPr/>
              <p:nvPr/>
            </p:nvSpPr>
            <p:spPr>
              <a:xfrm>
                <a:off x="5292380" y="418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5" name="Freeform 37504">
                <a:extLst>
                  <a:ext uri="{FF2B5EF4-FFF2-40B4-BE49-F238E27FC236}">
                    <a16:creationId xmlns:a16="http://schemas.microsoft.com/office/drawing/2014/main" id="{B69CF1B9-EF89-E2EC-CF9C-FF56EBC53EB4}"/>
                  </a:ext>
                </a:extLst>
              </p:cNvPr>
              <p:cNvSpPr/>
              <p:nvPr/>
            </p:nvSpPr>
            <p:spPr>
              <a:xfrm>
                <a:off x="5292876" y="4185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6" name="Freeform 37505">
                <a:extLst>
                  <a:ext uri="{FF2B5EF4-FFF2-40B4-BE49-F238E27FC236}">
                    <a16:creationId xmlns:a16="http://schemas.microsoft.com/office/drawing/2014/main" id="{64A40606-8236-C54C-5312-D6A90B959CA1}"/>
                  </a:ext>
                </a:extLst>
              </p:cNvPr>
              <p:cNvSpPr/>
              <p:nvPr/>
            </p:nvSpPr>
            <p:spPr>
              <a:xfrm>
                <a:off x="5293471" y="4191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7" name="Freeform 37506">
                <a:extLst>
                  <a:ext uri="{FF2B5EF4-FFF2-40B4-BE49-F238E27FC236}">
                    <a16:creationId xmlns:a16="http://schemas.microsoft.com/office/drawing/2014/main" id="{F1D238DE-0D6E-7C91-ECA7-0ACEB59609B8}"/>
                  </a:ext>
                </a:extLst>
              </p:cNvPr>
              <p:cNvSpPr/>
              <p:nvPr/>
            </p:nvSpPr>
            <p:spPr>
              <a:xfrm>
                <a:off x="5293967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8" name="Freeform 37507">
                <a:extLst>
                  <a:ext uri="{FF2B5EF4-FFF2-40B4-BE49-F238E27FC236}">
                    <a16:creationId xmlns:a16="http://schemas.microsoft.com/office/drawing/2014/main" id="{34413EDF-8F74-FA88-C0EA-521F924A8133}"/>
                  </a:ext>
                </a:extLst>
              </p:cNvPr>
              <p:cNvSpPr/>
              <p:nvPr/>
            </p:nvSpPr>
            <p:spPr>
              <a:xfrm>
                <a:off x="5294463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9" name="Freeform 37508">
                <a:extLst>
                  <a:ext uri="{FF2B5EF4-FFF2-40B4-BE49-F238E27FC236}">
                    <a16:creationId xmlns:a16="http://schemas.microsoft.com/office/drawing/2014/main" id="{F83702E2-25BD-C46C-37C7-7091016BE3BC}"/>
                  </a:ext>
                </a:extLst>
              </p:cNvPr>
              <p:cNvSpPr/>
              <p:nvPr/>
            </p:nvSpPr>
            <p:spPr>
              <a:xfrm>
                <a:off x="5294959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0" name="Freeform 37509">
                <a:extLst>
                  <a:ext uri="{FF2B5EF4-FFF2-40B4-BE49-F238E27FC236}">
                    <a16:creationId xmlns:a16="http://schemas.microsoft.com/office/drawing/2014/main" id="{9102FDEC-65B9-52D0-A31F-BBA78135A59C}"/>
                  </a:ext>
                </a:extLst>
              </p:cNvPr>
              <p:cNvSpPr/>
              <p:nvPr/>
            </p:nvSpPr>
            <p:spPr>
              <a:xfrm>
                <a:off x="5295555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1" name="Freeform 37510">
                <a:extLst>
                  <a:ext uri="{FF2B5EF4-FFF2-40B4-BE49-F238E27FC236}">
                    <a16:creationId xmlns:a16="http://schemas.microsoft.com/office/drawing/2014/main" id="{2033F93B-2182-40DA-BE75-3DAE4956A6C8}"/>
                  </a:ext>
                </a:extLst>
              </p:cNvPr>
              <p:cNvSpPr/>
              <p:nvPr/>
            </p:nvSpPr>
            <p:spPr>
              <a:xfrm>
                <a:off x="5296051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2" name="Freeform 37511">
                <a:extLst>
                  <a:ext uri="{FF2B5EF4-FFF2-40B4-BE49-F238E27FC236}">
                    <a16:creationId xmlns:a16="http://schemas.microsoft.com/office/drawing/2014/main" id="{97782FB2-A91B-F4D3-541F-0F18F4F41E08}"/>
                  </a:ext>
                </a:extLst>
              </p:cNvPr>
              <p:cNvSpPr/>
              <p:nvPr/>
            </p:nvSpPr>
            <p:spPr>
              <a:xfrm>
                <a:off x="5296547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3" name="Freeform 37512">
                <a:extLst>
                  <a:ext uri="{FF2B5EF4-FFF2-40B4-BE49-F238E27FC236}">
                    <a16:creationId xmlns:a16="http://schemas.microsoft.com/office/drawing/2014/main" id="{9CF09582-62B0-F441-D285-A16FC9B6A265}"/>
                  </a:ext>
                </a:extLst>
              </p:cNvPr>
              <p:cNvSpPr/>
              <p:nvPr/>
            </p:nvSpPr>
            <p:spPr>
              <a:xfrm>
                <a:off x="5297142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4" name="Freeform 37513">
                <a:extLst>
                  <a:ext uri="{FF2B5EF4-FFF2-40B4-BE49-F238E27FC236}">
                    <a16:creationId xmlns:a16="http://schemas.microsoft.com/office/drawing/2014/main" id="{2C8230A2-5965-F6BE-9220-C0B5EDF15A87}"/>
                  </a:ext>
                </a:extLst>
              </p:cNvPr>
              <p:cNvSpPr/>
              <p:nvPr/>
            </p:nvSpPr>
            <p:spPr>
              <a:xfrm>
                <a:off x="529763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5" name="Freeform 37514">
                <a:extLst>
                  <a:ext uri="{FF2B5EF4-FFF2-40B4-BE49-F238E27FC236}">
                    <a16:creationId xmlns:a16="http://schemas.microsoft.com/office/drawing/2014/main" id="{B93F8C43-F38F-435B-5629-E0A6BAAEDA38}"/>
                  </a:ext>
                </a:extLst>
              </p:cNvPr>
              <p:cNvSpPr/>
              <p:nvPr/>
            </p:nvSpPr>
            <p:spPr>
              <a:xfrm>
                <a:off x="529813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6" name="Freeform 37515">
                <a:extLst>
                  <a:ext uri="{FF2B5EF4-FFF2-40B4-BE49-F238E27FC236}">
                    <a16:creationId xmlns:a16="http://schemas.microsoft.com/office/drawing/2014/main" id="{DBB4F970-21ED-345D-BB7A-FD9AE5CD0CCC}"/>
                  </a:ext>
                </a:extLst>
              </p:cNvPr>
              <p:cNvSpPr/>
              <p:nvPr/>
            </p:nvSpPr>
            <p:spPr>
              <a:xfrm>
                <a:off x="5298730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7" name="Freeform 37516">
                <a:extLst>
                  <a:ext uri="{FF2B5EF4-FFF2-40B4-BE49-F238E27FC236}">
                    <a16:creationId xmlns:a16="http://schemas.microsoft.com/office/drawing/2014/main" id="{9579CF50-84AF-C3AD-39F1-3148C9839E7F}"/>
                  </a:ext>
                </a:extLst>
              </p:cNvPr>
              <p:cNvSpPr/>
              <p:nvPr/>
            </p:nvSpPr>
            <p:spPr>
              <a:xfrm>
                <a:off x="5299226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8" name="Freeform 37517">
                <a:extLst>
                  <a:ext uri="{FF2B5EF4-FFF2-40B4-BE49-F238E27FC236}">
                    <a16:creationId xmlns:a16="http://schemas.microsoft.com/office/drawing/2014/main" id="{E25EF9F3-D4FC-1B79-0FD4-81668DFB726F}"/>
                  </a:ext>
                </a:extLst>
              </p:cNvPr>
              <p:cNvSpPr/>
              <p:nvPr/>
            </p:nvSpPr>
            <p:spPr>
              <a:xfrm>
                <a:off x="5299722" y="4018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9" name="Freeform 37518">
                <a:extLst>
                  <a:ext uri="{FF2B5EF4-FFF2-40B4-BE49-F238E27FC236}">
                    <a16:creationId xmlns:a16="http://schemas.microsoft.com/office/drawing/2014/main" id="{5A86C204-3856-26B3-1CB4-4963D7040886}"/>
                  </a:ext>
                </a:extLst>
              </p:cNvPr>
              <p:cNvSpPr/>
              <p:nvPr/>
            </p:nvSpPr>
            <p:spPr>
              <a:xfrm>
                <a:off x="5300317" y="3920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0" name="Freeform 37519">
                <a:extLst>
                  <a:ext uri="{FF2B5EF4-FFF2-40B4-BE49-F238E27FC236}">
                    <a16:creationId xmlns:a16="http://schemas.microsoft.com/office/drawing/2014/main" id="{0737249A-7FDE-E501-80E4-7CC3D33087BC}"/>
                  </a:ext>
                </a:extLst>
              </p:cNvPr>
              <p:cNvSpPr/>
              <p:nvPr/>
            </p:nvSpPr>
            <p:spPr>
              <a:xfrm>
                <a:off x="5300813" y="3910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1" name="Freeform 37520">
                <a:extLst>
                  <a:ext uri="{FF2B5EF4-FFF2-40B4-BE49-F238E27FC236}">
                    <a16:creationId xmlns:a16="http://schemas.microsoft.com/office/drawing/2014/main" id="{EA7792EA-913C-A970-B001-B35CD0F5DF15}"/>
                  </a:ext>
                </a:extLst>
              </p:cNvPr>
              <p:cNvSpPr/>
              <p:nvPr/>
            </p:nvSpPr>
            <p:spPr>
              <a:xfrm>
                <a:off x="5301309" y="3969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2" name="Freeform 37521">
                <a:extLst>
                  <a:ext uri="{FF2B5EF4-FFF2-40B4-BE49-F238E27FC236}">
                    <a16:creationId xmlns:a16="http://schemas.microsoft.com/office/drawing/2014/main" id="{12556529-895A-66CB-AF6E-BCDA07A106A9}"/>
                  </a:ext>
                </a:extLst>
              </p:cNvPr>
              <p:cNvSpPr/>
              <p:nvPr/>
            </p:nvSpPr>
            <p:spPr>
              <a:xfrm>
                <a:off x="5301905" y="3999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3" name="Freeform 37522">
                <a:extLst>
                  <a:ext uri="{FF2B5EF4-FFF2-40B4-BE49-F238E27FC236}">
                    <a16:creationId xmlns:a16="http://schemas.microsoft.com/office/drawing/2014/main" id="{7A1520BC-6811-5AB6-0BA4-1AB056D081B4}"/>
                  </a:ext>
                </a:extLst>
              </p:cNvPr>
              <p:cNvSpPr/>
              <p:nvPr/>
            </p:nvSpPr>
            <p:spPr>
              <a:xfrm>
                <a:off x="5302401" y="4135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4" name="Freeform 37523">
                <a:extLst>
                  <a:ext uri="{FF2B5EF4-FFF2-40B4-BE49-F238E27FC236}">
                    <a16:creationId xmlns:a16="http://schemas.microsoft.com/office/drawing/2014/main" id="{360EE219-24BD-07D6-D103-B699B0388EA3}"/>
                  </a:ext>
                </a:extLst>
              </p:cNvPr>
              <p:cNvSpPr/>
              <p:nvPr/>
            </p:nvSpPr>
            <p:spPr>
              <a:xfrm>
                <a:off x="5302897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5" name="Freeform 37524">
                <a:extLst>
                  <a:ext uri="{FF2B5EF4-FFF2-40B4-BE49-F238E27FC236}">
                    <a16:creationId xmlns:a16="http://schemas.microsoft.com/office/drawing/2014/main" id="{F655B1E3-323E-C8DF-8AC8-F296F13D6BFA}"/>
                  </a:ext>
                </a:extLst>
              </p:cNvPr>
              <p:cNvSpPr/>
              <p:nvPr/>
            </p:nvSpPr>
            <p:spPr>
              <a:xfrm>
                <a:off x="5303492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6" name="Freeform 37525">
                <a:extLst>
                  <a:ext uri="{FF2B5EF4-FFF2-40B4-BE49-F238E27FC236}">
                    <a16:creationId xmlns:a16="http://schemas.microsoft.com/office/drawing/2014/main" id="{029E76D2-30E7-56C0-964B-708724FF23F2}"/>
                  </a:ext>
                </a:extLst>
              </p:cNvPr>
              <p:cNvSpPr/>
              <p:nvPr/>
            </p:nvSpPr>
            <p:spPr>
              <a:xfrm>
                <a:off x="5303988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7" name="Freeform 37526">
                <a:extLst>
                  <a:ext uri="{FF2B5EF4-FFF2-40B4-BE49-F238E27FC236}">
                    <a16:creationId xmlns:a16="http://schemas.microsoft.com/office/drawing/2014/main" id="{10113DDF-C37B-844F-90BA-7CEBBBA22F3A}"/>
                  </a:ext>
                </a:extLst>
              </p:cNvPr>
              <p:cNvSpPr/>
              <p:nvPr/>
            </p:nvSpPr>
            <p:spPr>
              <a:xfrm>
                <a:off x="5304484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8" name="Freeform 37527">
                <a:extLst>
                  <a:ext uri="{FF2B5EF4-FFF2-40B4-BE49-F238E27FC236}">
                    <a16:creationId xmlns:a16="http://schemas.microsoft.com/office/drawing/2014/main" id="{F4D1A965-1FD3-C1B7-C788-1036038270F9}"/>
                  </a:ext>
                </a:extLst>
              </p:cNvPr>
              <p:cNvSpPr/>
              <p:nvPr/>
            </p:nvSpPr>
            <p:spPr>
              <a:xfrm>
                <a:off x="5305080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9" name="Freeform 37528">
                <a:extLst>
                  <a:ext uri="{FF2B5EF4-FFF2-40B4-BE49-F238E27FC236}">
                    <a16:creationId xmlns:a16="http://schemas.microsoft.com/office/drawing/2014/main" id="{4152DEB4-E139-7B10-3329-70AB447C52E3}"/>
                  </a:ext>
                </a:extLst>
              </p:cNvPr>
              <p:cNvSpPr/>
              <p:nvPr/>
            </p:nvSpPr>
            <p:spPr>
              <a:xfrm>
                <a:off x="5305576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0" name="Freeform 37529">
                <a:extLst>
                  <a:ext uri="{FF2B5EF4-FFF2-40B4-BE49-F238E27FC236}">
                    <a16:creationId xmlns:a16="http://schemas.microsoft.com/office/drawing/2014/main" id="{A19B661E-46DF-12B7-E1D5-FFE9227B059B}"/>
                  </a:ext>
                </a:extLst>
              </p:cNvPr>
              <p:cNvSpPr/>
              <p:nvPr/>
            </p:nvSpPr>
            <p:spPr>
              <a:xfrm>
                <a:off x="5306072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1" name="Freeform 37530">
                <a:extLst>
                  <a:ext uri="{FF2B5EF4-FFF2-40B4-BE49-F238E27FC236}">
                    <a16:creationId xmlns:a16="http://schemas.microsoft.com/office/drawing/2014/main" id="{71262DF9-7472-A0AB-4011-E8D59DD46F12}"/>
                  </a:ext>
                </a:extLst>
              </p:cNvPr>
              <p:cNvSpPr/>
              <p:nvPr/>
            </p:nvSpPr>
            <p:spPr>
              <a:xfrm>
                <a:off x="5306568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2" name="Freeform 37531">
                <a:extLst>
                  <a:ext uri="{FF2B5EF4-FFF2-40B4-BE49-F238E27FC236}">
                    <a16:creationId xmlns:a16="http://schemas.microsoft.com/office/drawing/2014/main" id="{C3B5A9ED-9F2C-4E2B-DBE4-893C9B05BBF3}"/>
                  </a:ext>
                </a:extLst>
              </p:cNvPr>
              <p:cNvSpPr/>
              <p:nvPr/>
            </p:nvSpPr>
            <p:spPr>
              <a:xfrm>
                <a:off x="530716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3" name="Freeform 37532">
                <a:extLst>
                  <a:ext uri="{FF2B5EF4-FFF2-40B4-BE49-F238E27FC236}">
                    <a16:creationId xmlns:a16="http://schemas.microsoft.com/office/drawing/2014/main" id="{4F512629-4142-73E3-39B2-02888A2C135B}"/>
                  </a:ext>
                </a:extLst>
              </p:cNvPr>
              <p:cNvSpPr/>
              <p:nvPr/>
            </p:nvSpPr>
            <p:spPr>
              <a:xfrm>
                <a:off x="530765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4" name="Freeform 37533">
                <a:extLst>
                  <a:ext uri="{FF2B5EF4-FFF2-40B4-BE49-F238E27FC236}">
                    <a16:creationId xmlns:a16="http://schemas.microsoft.com/office/drawing/2014/main" id="{0CFF24B8-1993-AE86-8B4F-74DAD8F8233C}"/>
                  </a:ext>
                </a:extLst>
              </p:cNvPr>
              <p:cNvSpPr/>
              <p:nvPr/>
            </p:nvSpPr>
            <p:spPr>
              <a:xfrm>
                <a:off x="5308155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5" name="Freeform 37534">
                <a:extLst>
                  <a:ext uri="{FF2B5EF4-FFF2-40B4-BE49-F238E27FC236}">
                    <a16:creationId xmlns:a16="http://schemas.microsoft.com/office/drawing/2014/main" id="{F0951C01-1DC8-A7BC-E6B7-F8C00DE310F3}"/>
                  </a:ext>
                </a:extLst>
              </p:cNvPr>
              <p:cNvSpPr/>
              <p:nvPr/>
            </p:nvSpPr>
            <p:spPr>
              <a:xfrm>
                <a:off x="5308751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6" name="Freeform 37535">
                <a:extLst>
                  <a:ext uri="{FF2B5EF4-FFF2-40B4-BE49-F238E27FC236}">
                    <a16:creationId xmlns:a16="http://schemas.microsoft.com/office/drawing/2014/main" id="{64A50D28-64E2-44D6-67B3-A0AE590A5E70}"/>
                  </a:ext>
                </a:extLst>
              </p:cNvPr>
              <p:cNvSpPr/>
              <p:nvPr/>
            </p:nvSpPr>
            <p:spPr>
              <a:xfrm>
                <a:off x="5309247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7" name="Freeform 37536">
                <a:extLst>
                  <a:ext uri="{FF2B5EF4-FFF2-40B4-BE49-F238E27FC236}">
                    <a16:creationId xmlns:a16="http://schemas.microsoft.com/office/drawing/2014/main" id="{BF15A8F8-FC24-4346-0E11-4C074234D030}"/>
                  </a:ext>
                </a:extLst>
              </p:cNvPr>
              <p:cNvSpPr/>
              <p:nvPr/>
            </p:nvSpPr>
            <p:spPr>
              <a:xfrm>
                <a:off x="530974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8" name="Freeform 37537">
                <a:extLst>
                  <a:ext uri="{FF2B5EF4-FFF2-40B4-BE49-F238E27FC236}">
                    <a16:creationId xmlns:a16="http://schemas.microsoft.com/office/drawing/2014/main" id="{F6C319D1-5133-D4AF-FCE0-B67C34E7A864}"/>
                  </a:ext>
                </a:extLst>
              </p:cNvPr>
              <p:cNvSpPr/>
              <p:nvPr/>
            </p:nvSpPr>
            <p:spPr>
              <a:xfrm>
                <a:off x="531033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9" name="Freeform 37538">
                <a:extLst>
                  <a:ext uri="{FF2B5EF4-FFF2-40B4-BE49-F238E27FC236}">
                    <a16:creationId xmlns:a16="http://schemas.microsoft.com/office/drawing/2014/main" id="{87C32476-A321-3944-4C50-354AEAB99495}"/>
                  </a:ext>
                </a:extLst>
              </p:cNvPr>
              <p:cNvSpPr/>
              <p:nvPr/>
            </p:nvSpPr>
            <p:spPr>
              <a:xfrm>
                <a:off x="5310834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0" name="Freeform 37539">
                <a:extLst>
                  <a:ext uri="{FF2B5EF4-FFF2-40B4-BE49-F238E27FC236}">
                    <a16:creationId xmlns:a16="http://schemas.microsoft.com/office/drawing/2014/main" id="{B5B961A0-E1F8-10C3-9A4A-E3158E4826F4}"/>
                  </a:ext>
                </a:extLst>
              </p:cNvPr>
              <p:cNvSpPr/>
              <p:nvPr/>
            </p:nvSpPr>
            <p:spPr>
              <a:xfrm>
                <a:off x="5311330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1" name="Freeform 37540">
                <a:extLst>
                  <a:ext uri="{FF2B5EF4-FFF2-40B4-BE49-F238E27FC236}">
                    <a16:creationId xmlns:a16="http://schemas.microsoft.com/office/drawing/2014/main" id="{97918F11-A455-3851-5F9B-58446648F7B2}"/>
                  </a:ext>
                </a:extLst>
              </p:cNvPr>
              <p:cNvSpPr/>
              <p:nvPr/>
            </p:nvSpPr>
            <p:spPr>
              <a:xfrm>
                <a:off x="5311926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2" name="Freeform 37541">
                <a:extLst>
                  <a:ext uri="{FF2B5EF4-FFF2-40B4-BE49-F238E27FC236}">
                    <a16:creationId xmlns:a16="http://schemas.microsoft.com/office/drawing/2014/main" id="{21E4B1BD-7FFD-A35C-7018-A7B8BA4F06AB}"/>
                  </a:ext>
                </a:extLst>
              </p:cNvPr>
              <p:cNvSpPr/>
              <p:nvPr/>
            </p:nvSpPr>
            <p:spPr>
              <a:xfrm>
                <a:off x="5312422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3" name="Freeform 37542">
                <a:extLst>
                  <a:ext uri="{FF2B5EF4-FFF2-40B4-BE49-F238E27FC236}">
                    <a16:creationId xmlns:a16="http://schemas.microsoft.com/office/drawing/2014/main" id="{14ED77E4-127B-A20B-6A2F-8D773D99B96B}"/>
                  </a:ext>
                </a:extLst>
              </p:cNvPr>
              <p:cNvSpPr/>
              <p:nvPr/>
            </p:nvSpPr>
            <p:spPr>
              <a:xfrm>
                <a:off x="5312918" y="4092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4" name="Freeform 37543">
                <a:extLst>
                  <a:ext uri="{FF2B5EF4-FFF2-40B4-BE49-F238E27FC236}">
                    <a16:creationId xmlns:a16="http://schemas.microsoft.com/office/drawing/2014/main" id="{16B030C6-3FE7-8053-2789-4062DD3F4630}"/>
                  </a:ext>
                </a:extLst>
              </p:cNvPr>
              <p:cNvSpPr/>
              <p:nvPr/>
            </p:nvSpPr>
            <p:spPr>
              <a:xfrm>
                <a:off x="5313513" y="4040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5" name="Freeform 37544">
                <a:extLst>
                  <a:ext uri="{FF2B5EF4-FFF2-40B4-BE49-F238E27FC236}">
                    <a16:creationId xmlns:a16="http://schemas.microsoft.com/office/drawing/2014/main" id="{86ACD1F1-B93E-B581-D90F-13B2A0BFB17C}"/>
                  </a:ext>
                </a:extLst>
              </p:cNvPr>
              <p:cNvSpPr/>
              <p:nvPr/>
            </p:nvSpPr>
            <p:spPr>
              <a:xfrm>
                <a:off x="5314009" y="4114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6" name="Freeform 37545">
                <a:extLst>
                  <a:ext uri="{FF2B5EF4-FFF2-40B4-BE49-F238E27FC236}">
                    <a16:creationId xmlns:a16="http://schemas.microsoft.com/office/drawing/2014/main" id="{F98DACDE-FA64-46DF-D522-D7154F689BC3}"/>
                  </a:ext>
                </a:extLst>
              </p:cNvPr>
              <p:cNvSpPr/>
              <p:nvPr/>
            </p:nvSpPr>
            <p:spPr>
              <a:xfrm>
                <a:off x="5314505" y="4105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7" name="Freeform 37546">
                <a:extLst>
                  <a:ext uri="{FF2B5EF4-FFF2-40B4-BE49-F238E27FC236}">
                    <a16:creationId xmlns:a16="http://schemas.microsoft.com/office/drawing/2014/main" id="{772615C4-D080-C660-0629-47687E21D708}"/>
                  </a:ext>
                </a:extLst>
              </p:cNvPr>
              <p:cNvSpPr/>
              <p:nvPr/>
            </p:nvSpPr>
            <p:spPr>
              <a:xfrm>
                <a:off x="5315101" y="4178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8" name="Freeform 37547">
                <a:extLst>
                  <a:ext uri="{FF2B5EF4-FFF2-40B4-BE49-F238E27FC236}">
                    <a16:creationId xmlns:a16="http://schemas.microsoft.com/office/drawing/2014/main" id="{D830AFAF-9D08-1AE9-1EC7-26736C3965BE}"/>
                  </a:ext>
                </a:extLst>
              </p:cNvPr>
              <p:cNvSpPr/>
              <p:nvPr/>
            </p:nvSpPr>
            <p:spPr>
              <a:xfrm>
                <a:off x="5315597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9" name="Freeform 37548">
                <a:extLst>
                  <a:ext uri="{FF2B5EF4-FFF2-40B4-BE49-F238E27FC236}">
                    <a16:creationId xmlns:a16="http://schemas.microsoft.com/office/drawing/2014/main" id="{56F5DA17-7C34-D313-8565-D9C5563B7FA6}"/>
                  </a:ext>
                </a:extLst>
              </p:cNvPr>
              <p:cNvSpPr/>
              <p:nvPr/>
            </p:nvSpPr>
            <p:spPr>
              <a:xfrm>
                <a:off x="531609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0" name="Freeform 37549">
                <a:extLst>
                  <a:ext uri="{FF2B5EF4-FFF2-40B4-BE49-F238E27FC236}">
                    <a16:creationId xmlns:a16="http://schemas.microsoft.com/office/drawing/2014/main" id="{BA27FEB5-6B77-FF94-646E-C2624AE191CE}"/>
                  </a:ext>
                </a:extLst>
              </p:cNvPr>
              <p:cNvSpPr/>
              <p:nvPr/>
            </p:nvSpPr>
            <p:spPr>
              <a:xfrm>
                <a:off x="531668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1" name="Freeform 37550">
                <a:extLst>
                  <a:ext uri="{FF2B5EF4-FFF2-40B4-BE49-F238E27FC236}">
                    <a16:creationId xmlns:a16="http://schemas.microsoft.com/office/drawing/2014/main" id="{80969D1E-BA2D-B864-E0EC-D8FB6AEB7271}"/>
                  </a:ext>
                </a:extLst>
              </p:cNvPr>
              <p:cNvSpPr/>
              <p:nvPr/>
            </p:nvSpPr>
            <p:spPr>
              <a:xfrm>
                <a:off x="5317184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2" name="Freeform 37551">
                <a:extLst>
                  <a:ext uri="{FF2B5EF4-FFF2-40B4-BE49-F238E27FC236}">
                    <a16:creationId xmlns:a16="http://schemas.microsoft.com/office/drawing/2014/main" id="{7AC56E41-878F-36F1-E3E9-DEFD566EA3D1}"/>
                  </a:ext>
                </a:extLst>
              </p:cNvPr>
              <p:cNvSpPr/>
              <p:nvPr/>
            </p:nvSpPr>
            <p:spPr>
              <a:xfrm>
                <a:off x="5317680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3" name="Freeform 37552">
                <a:extLst>
                  <a:ext uri="{FF2B5EF4-FFF2-40B4-BE49-F238E27FC236}">
                    <a16:creationId xmlns:a16="http://schemas.microsoft.com/office/drawing/2014/main" id="{20D7CBB3-BFD5-FC4F-5DAB-52A2A7E6DFFE}"/>
                  </a:ext>
                </a:extLst>
              </p:cNvPr>
              <p:cNvSpPr/>
              <p:nvPr/>
            </p:nvSpPr>
            <p:spPr>
              <a:xfrm>
                <a:off x="5318276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4" name="Freeform 37553">
                <a:extLst>
                  <a:ext uri="{FF2B5EF4-FFF2-40B4-BE49-F238E27FC236}">
                    <a16:creationId xmlns:a16="http://schemas.microsoft.com/office/drawing/2014/main" id="{279FD738-86D8-C513-B009-E2D333619C97}"/>
                  </a:ext>
                </a:extLst>
              </p:cNvPr>
              <p:cNvSpPr/>
              <p:nvPr/>
            </p:nvSpPr>
            <p:spPr>
              <a:xfrm>
                <a:off x="5318772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5" name="Freeform 37554">
                <a:extLst>
                  <a:ext uri="{FF2B5EF4-FFF2-40B4-BE49-F238E27FC236}">
                    <a16:creationId xmlns:a16="http://schemas.microsoft.com/office/drawing/2014/main" id="{6B1F71CD-5B48-3D7E-0292-75BAC305654E}"/>
                  </a:ext>
                </a:extLst>
              </p:cNvPr>
              <p:cNvSpPr/>
              <p:nvPr/>
            </p:nvSpPr>
            <p:spPr>
              <a:xfrm>
                <a:off x="5319268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6" name="Freeform 37555">
                <a:extLst>
                  <a:ext uri="{FF2B5EF4-FFF2-40B4-BE49-F238E27FC236}">
                    <a16:creationId xmlns:a16="http://schemas.microsoft.com/office/drawing/2014/main" id="{7C064541-EDCB-696D-EDFB-A8BE11844BB4}"/>
                  </a:ext>
                </a:extLst>
              </p:cNvPr>
              <p:cNvSpPr/>
              <p:nvPr/>
            </p:nvSpPr>
            <p:spPr>
              <a:xfrm>
                <a:off x="5319764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7" name="Freeform 37556">
                <a:extLst>
                  <a:ext uri="{FF2B5EF4-FFF2-40B4-BE49-F238E27FC236}">
                    <a16:creationId xmlns:a16="http://schemas.microsoft.com/office/drawing/2014/main" id="{1633C7B0-1875-D4D7-6201-9DEFDEDDDF42}"/>
                  </a:ext>
                </a:extLst>
              </p:cNvPr>
              <p:cNvSpPr/>
              <p:nvPr/>
            </p:nvSpPr>
            <p:spPr>
              <a:xfrm>
                <a:off x="5320359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8" name="Freeform 37557">
                <a:extLst>
                  <a:ext uri="{FF2B5EF4-FFF2-40B4-BE49-F238E27FC236}">
                    <a16:creationId xmlns:a16="http://schemas.microsoft.com/office/drawing/2014/main" id="{1FCFD0FE-A781-C479-EA13-772129DC428D}"/>
                  </a:ext>
                </a:extLst>
              </p:cNvPr>
              <p:cNvSpPr/>
              <p:nvPr/>
            </p:nvSpPr>
            <p:spPr>
              <a:xfrm>
                <a:off x="532085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9" name="Freeform 37558">
                <a:extLst>
                  <a:ext uri="{FF2B5EF4-FFF2-40B4-BE49-F238E27FC236}">
                    <a16:creationId xmlns:a16="http://schemas.microsoft.com/office/drawing/2014/main" id="{5BF29486-1109-20DF-5D88-C11225022169}"/>
                  </a:ext>
                </a:extLst>
              </p:cNvPr>
              <p:cNvSpPr/>
              <p:nvPr/>
            </p:nvSpPr>
            <p:spPr>
              <a:xfrm>
                <a:off x="5321352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0" name="Freeform 37559">
                <a:extLst>
                  <a:ext uri="{FF2B5EF4-FFF2-40B4-BE49-F238E27FC236}">
                    <a16:creationId xmlns:a16="http://schemas.microsoft.com/office/drawing/2014/main" id="{D0D81EEC-9872-5F3F-3414-5F147417DA5D}"/>
                  </a:ext>
                </a:extLst>
              </p:cNvPr>
              <p:cNvSpPr/>
              <p:nvPr/>
            </p:nvSpPr>
            <p:spPr>
              <a:xfrm>
                <a:off x="532194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1" name="Freeform 37560">
                <a:extLst>
                  <a:ext uri="{FF2B5EF4-FFF2-40B4-BE49-F238E27FC236}">
                    <a16:creationId xmlns:a16="http://schemas.microsoft.com/office/drawing/2014/main" id="{458981E0-30C4-2997-5344-5C92010FDF69}"/>
                  </a:ext>
                </a:extLst>
              </p:cNvPr>
              <p:cNvSpPr/>
              <p:nvPr/>
            </p:nvSpPr>
            <p:spPr>
              <a:xfrm>
                <a:off x="532244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2" name="Freeform 37561">
                <a:extLst>
                  <a:ext uri="{FF2B5EF4-FFF2-40B4-BE49-F238E27FC236}">
                    <a16:creationId xmlns:a16="http://schemas.microsoft.com/office/drawing/2014/main" id="{2B196F41-E834-C89E-DE35-2120FBBDAA60}"/>
                  </a:ext>
                </a:extLst>
              </p:cNvPr>
              <p:cNvSpPr/>
              <p:nvPr/>
            </p:nvSpPr>
            <p:spPr>
              <a:xfrm>
                <a:off x="532293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3" name="Freeform 37562">
                <a:extLst>
                  <a:ext uri="{FF2B5EF4-FFF2-40B4-BE49-F238E27FC236}">
                    <a16:creationId xmlns:a16="http://schemas.microsoft.com/office/drawing/2014/main" id="{FA01456C-71E1-6429-BC5E-F2D91F61357C}"/>
                  </a:ext>
                </a:extLst>
              </p:cNvPr>
              <p:cNvSpPr/>
              <p:nvPr/>
            </p:nvSpPr>
            <p:spPr>
              <a:xfrm>
                <a:off x="532353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4" name="Freeform 37563">
                <a:extLst>
                  <a:ext uri="{FF2B5EF4-FFF2-40B4-BE49-F238E27FC236}">
                    <a16:creationId xmlns:a16="http://schemas.microsoft.com/office/drawing/2014/main" id="{F7F52810-B924-129F-FE26-79F9006712A3}"/>
                  </a:ext>
                </a:extLst>
              </p:cNvPr>
              <p:cNvSpPr/>
              <p:nvPr/>
            </p:nvSpPr>
            <p:spPr>
              <a:xfrm>
                <a:off x="532403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5" name="Freeform 37564">
                <a:extLst>
                  <a:ext uri="{FF2B5EF4-FFF2-40B4-BE49-F238E27FC236}">
                    <a16:creationId xmlns:a16="http://schemas.microsoft.com/office/drawing/2014/main" id="{380B4E04-FFA6-0342-6681-D0F40721BA67}"/>
                  </a:ext>
                </a:extLst>
              </p:cNvPr>
              <p:cNvSpPr/>
              <p:nvPr/>
            </p:nvSpPr>
            <p:spPr>
              <a:xfrm>
                <a:off x="5324527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6" name="Freeform 37565">
                <a:extLst>
                  <a:ext uri="{FF2B5EF4-FFF2-40B4-BE49-F238E27FC236}">
                    <a16:creationId xmlns:a16="http://schemas.microsoft.com/office/drawing/2014/main" id="{89DD7D7A-20AB-908D-414C-0465BA65EBDD}"/>
                  </a:ext>
                </a:extLst>
              </p:cNvPr>
              <p:cNvSpPr/>
              <p:nvPr/>
            </p:nvSpPr>
            <p:spPr>
              <a:xfrm>
                <a:off x="5325122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7" name="Freeform 37566">
                <a:extLst>
                  <a:ext uri="{FF2B5EF4-FFF2-40B4-BE49-F238E27FC236}">
                    <a16:creationId xmlns:a16="http://schemas.microsoft.com/office/drawing/2014/main" id="{CAFB8503-588B-7A46-AB44-0540FA635923}"/>
                  </a:ext>
                </a:extLst>
              </p:cNvPr>
              <p:cNvSpPr/>
              <p:nvPr/>
            </p:nvSpPr>
            <p:spPr>
              <a:xfrm>
                <a:off x="5325618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8" name="Freeform 37567">
                <a:extLst>
                  <a:ext uri="{FF2B5EF4-FFF2-40B4-BE49-F238E27FC236}">
                    <a16:creationId xmlns:a16="http://schemas.microsoft.com/office/drawing/2014/main" id="{26864B34-1EA7-9D7B-5C8B-126C72C01832}"/>
                  </a:ext>
                </a:extLst>
              </p:cNvPr>
              <p:cNvSpPr/>
              <p:nvPr/>
            </p:nvSpPr>
            <p:spPr>
              <a:xfrm>
                <a:off x="5326114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9" name="Freeform 37568">
                <a:extLst>
                  <a:ext uri="{FF2B5EF4-FFF2-40B4-BE49-F238E27FC236}">
                    <a16:creationId xmlns:a16="http://schemas.microsoft.com/office/drawing/2014/main" id="{C3F4710C-00F9-8D42-C97E-E5E841D793DA}"/>
                  </a:ext>
                </a:extLst>
              </p:cNvPr>
              <p:cNvSpPr/>
              <p:nvPr/>
            </p:nvSpPr>
            <p:spPr>
              <a:xfrm>
                <a:off x="5326709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0" name="Freeform 37569">
                <a:extLst>
                  <a:ext uri="{FF2B5EF4-FFF2-40B4-BE49-F238E27FC236}">
                    <a16:creationId xmlns:a16="http://schemas.microsoft.com/office/drawing/2014/main" id="{45CF52E2-B1E6-EB7D-3F17-1CB9990C2FA2}"/>
                  </a:ext>
                </a:extLst>
              </p:cNvPr>
              <p:cNvSpPr/>
              <p:nvPr/>
            </p:nvSpPr>
            <p:spPr>
              <a:xfrm>
                <a:off x="5327205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1" name="Freeform 37570">
                <a:extLst>
                  <a:ext uri="{FF2B5EF4-FFF2-40B4-BE49-F238E27FC236}">
                    <a16:creationId xmlns:a16="http://schemas.microsoft.com/office/drawing/2014/main" id="{000A5E28-F3BF-799C-DE08-32F7560F3F3C}"/>
                  </a:ext>
                </a:extLst>
              </p:cNvPr>
              <p:cNvSpPr/>
              <p:nvPr/>
            </p:nvSpPr>
            <p:spPr>
              <a:xfrm>
                <a:off x="5327702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2" name="Freeform 37571">
                <a:extLst>
                  <a:ext uri="{FF2B5EF4-FFF2-40B4-BE49-F238E27FC236}">
                    <a16:creationId xmlns:a16="http://schemas.microsoft.com/office/drawing/2014/main" id="{7A4A10BD-B23A-2BD8-8184-26487799B787}"/>
                  </a:ext>
                </a:extLst>
              </p:cNvPr>
              <p:cNvSpPr/>
              <p:nvPr/>
            </p:nvSpPr>
            <p:spPr>
              <a:xfrm>
                <a:off x="5328297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3" name="Freeform 37572">
                <a:extLst>
                  <a:ext uri="{FF2B5EF4-FFF2-40B4-BE49-F238E27FC236}">
                    <a16:creationId xmlns:a16="http://schemas.microsoft.com/office/drawing/2014/main" id="{7E3D032B-1A76-01E5-D523-35962160FE45}"/>
                  </a:ext>
                </a:extLst>
              </p:cNvPr>
              <p:cNvSpPr/>
              <p:nvPr/>
            </p:nvSpPr>
            <p:spPr>
              <a:xfrm>
                <a:off x="5328793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4" name="Freeform 37573">
                <a:extLst>
                  <a:ext uri="{FF2B5EF4-FFF2-40B4-BE49-F238E27FC236}">
                    <a16:creationId xmlns:a16="http://schemas.microsoft.com/office/drawing/2014/main" id="{B3A6DE4C-F9EF-CFC4-6141-AE8B0F2824F0}"/>
                  </a:ext>
                </a:extLst>
              </p:cNvPr>
              <p:cNvSpPr/>
              <p:nvPr/>
            </p:nvSpPr>
            <p:spPr>
              <a:xfrm>
                <a:off x="5329289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5" name="Freeform 37574">
                <a:extLst>
                  <a:ext uri="{FF2B5EF4-FFF2-40B4-BE49-F238E27FC236}">
                    <a16:creationId xmlns:a16="http://schemas.microsoft.com/office/drawing/2014/main" id="{DDA9DBCD-F461-A29F-5BCA-4680218B3142}"/>
                  </a:ext>
                </a:extLst>
              </p:cNvPr>
              <p:cNvSpPr/>
              <p:nvPr/>
            </p:nvSpPr>
            <p:spPr>
              <a:xfrm>
                <a:off x="5329884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6" name="Freeform 37575">
                <a:extLst>
                  <a:ext uri="{FF2B5EF4-FFF2-40B4-BE49-F238E27FC236}">
                    <a16:creationId xmlns:a16="http://schemas.microsoft.com/office/drawing/2014/main" id="{15AD36EE-9B25-8D90-6F6A-F4A6C6A3011A}"/>
                  </a:ext>
                </a:extLst>
              </p:cNvPr>
              <p:cNvSpPr/>
              <p:nvPr/>
            </p:nvSpPr>
            <p:spPr>
              <a:xfrm>
                <a:off x="5330380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7" name="Freeform 37576">
                <a:extLst>
                  <a:ext uri="{FF2B5EF4-FFF2-40B4-BE49-F238E27FC236}">
                    <a16:creationId xmlns:a16="http://schemas.microsoft.com/office/drawing/2014/main" id="{C115D069-664C-558B-7EF2-03F2C7F8F997}"/>
                  </a:ext>
                </a:extLst>
              </p:cNvPr>
              <p:cNvSpPr/>
              <p:nvPr/>
            </p:nvSpPr>
            <p:spPr>
              <a:xfrm>
                <a:off x="5330877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8" name="Freeform 37577">
                <a:extLst>
                  <a:ext uri="{FF2B5EF4-FFF2-40B4-BE49-F238E27FC236}">
                    <a16:creationId xmlns:a16="http://schemas.microsoft.com/office/drawing/2014/main" id="{9DFA4A95-646F-BCC7-D147-8B1880CD03E2}"/>
                  </a:ext>
                </a:extLst>
              </p:cNvPr>
              <p:cNvSpPr/>
              <p:nvPr/>
            </p:nvSpPr>
            <p:spPr>
              <a:xfrm>
                <a:off x="533137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9" name="Freeform 37578">
                <a:extLst>
                  <a:ext uri="{FF2B5EF4-FFF2-40B4-BE49-F238E27FC236}">
                    <a16:creationId xmlns:a16="http://schemas.microsoft.com/office/drawing/2014/main" id="{7F2416E3-5E8B-35B2-F313-326CBF4877F8}"/>
                  </a:ext>
                </a:extLst>
              </p:cNvPr>
              <p:cNvSpPr/>
              <p:nvPr/>
            </p:nvSpPr>
            <p:spPr>
              <a:xfrm>
                <a:off x="533196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0" name="Freeform 37579">
                <a:extLst>
                  <a:ext uri="{FF2B5EF4-FFF2-40B4-BE49-F238E27FC236}">
                    <a16:creationId xmlns:a16="http://schemas.microsoft.com/office/drawing/2014/main" id="{0E3DFCBC-B9F4-CE72-27A6-9669CF645A94}"/>
                  </a:ext>
                </a:extLst>
              </p:cNvPr>
              <p:cNvSpPr/>
              <p:nvPr/>
            </p:nvSpPr>
            <p:spPr>
              <a:xfrm>
                <a:off x="5332464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1" name="Freeform 37580">
                <a:extLst>
                  <a:ext uri="{FF2B5EF4-FFF2-40B4-BE49-F238E27FC236}">
                    <a16:creationId xmlns:a16="http://schemas.microsoft.com/office/drawing/2014/main" id="{4055C558-2C42-DAB2-3AB3-752A9FEB5525}"/>
                  </a:ext>
                </a:extLst>
              </p:cNvPr>
              <p:cNvSpPr/>
              <p:nvPr/>
            </p:nvSpPr>
            <p:spPr>
              <a:xfrm>
                <a:off x="533296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2" name="Freeform 37581">
                <a:extLst>
                  <a:ext uri="{FF2B5EF4-FFF2-40B4-BE49-F238E27FC236}">
                    <a16:creationId xmlns:a16="http://schemas.microsoft.com/office/drawing/2014/main" id="{69E753D4-C6D0-838F-E929-C2CDAD22ED11}"/>
                  </a:ext>
                </a:extLst>
              </p:cNvPr>
              <p:cNvSpPr/>
              <p:nvPr/>
            </p:nvSpPr>
            <p:spPr>
              <a:xfrm>
                <a:off x="533355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3" name="Freeform 37582">
                <a:extLst>
                  <a:ext uri="{FF2B5EF4-FFF2-40B4-BE49-F238E27FC236}">
                    <a16:creationId xmlns:a16="http://schemas.microsoft.com/office/drawing/2014/main" id="{4CD5AE44-540C-4620-D9C2-8603BB74C333}"/>
                  </a:ext>
                </a:extLst>
              </p:cNvPr>
              <p:cNvSpPr/>
              <p:nvPr/>
            </p:nvSpPr>
            <p:spPr>
              <a:xfrm>
                <a:off x="53340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4" name="Freeform 37583">
                <a:extLst>
                  <a:ext uri="{FF2B5EF4-FFF2-40B4-BE49-F238E27FC236}">
                    <a16:creationId xmlns:a16="http://schemas.microsoft.com/office/drawing/2014/main" id="{4B5655D1-3333-7BE6-8293-5418D5489A2F}"/>
                  </a:ext>
                </a:extLst>
              </p:cNvPr>
              <p:cNvSpPr/>
              <p:nvPr/>
            </p:nvSpPr>
            <p:spPr>
              <a:xfrm>
                <a:off x="533454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5" name="Freeform 37584">
                <a:extLst>
                  <a:ext uri="{FF2B5EF4-FFF2-40B4-BE49-F238E27FC236}">
                    <a16:creationId xmlns:a16="http://schemas.microsoft.com/office/drawing/2014/main" id="{E0195C29-0A93-33EE-A7E6-D6E173A91A54}"/>
                  </a:ext>
                </a:extLst>
              </p:cNvPr>
              <p:cNvSpPr/>
              <p:nvPr/>
            </p:nvSpPr>
            <p:spPr>
              <a:xfrm>
                <a:off x="5335143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6" name="Freeform 37585">
                <a:extLst>
                  <a:ext uri="{FF2B5EF4-FFF2-40B4-BE49-F238E27FC236}">
                    <a16:creationId xmlns:a16="http://schemas.microsoft.com/office/drawing/2014/main" id="{275D5412-97F2-B59F-DD1E-02BCECDDD08C}"/>
                  </a:ext>
                </a:extLst>
              </p:cNvPr>
              <p:cNvSpPr/>
              <p:nvPr/>
            </p:nvSpPr>
            <p:spPr>
              <a:xfrm>
                <a:off x="533563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7" name="Freeform 37586">
                <a:extLst>
                  <a:ext uri="{FF2B5EF4-FFF2-40B4-BE49-F238E27FC236}">
                    <a16:creationId xmlns:a16="http://schemas.microsoft.com/office/drawing/2014/main" id="{82C0DFE8-E926-3492-E33E-ED7A9CDB41C3}"/>
                  </a:ext>
                </a:extLst>
              </p:cNvPr>
              <p:cNvSpPr/>
              <p:nvPr/>
            </p:nvSpPr>
            <p:spPr>
              <a:xfrm>
                <a:off x="533613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8" name="Freeform 37587">
                <a:extLst>
                  <a:ext uri="{FF2B5EF4-FFF2-40B4-BE49-F238E27FC236}">
                    <a16:creationId xmlns:a16="http://schemas.microsoft.com/office/drawing/2014/main" id="{51989F5B-ACEE-B80F-513B-5AF9D36998EA}"/>
                  </a:ext>
                </a:extLst>
              </p:cNvPr>
              <p:cNvSpPr/>
              <p:nvPr/>
            </p:nvSpPr>
            <p:spPr>
              <a:xfrm>
                <a:off x="533673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9" name="Freeform 37588">
                <a:extLst>
                  <a:ext uri="{FF2B5EF4-FFF2-40B4-BE49-F238E27FC236}">
                    <a16:creationId xmlns:a16="http://schemas.microsoft.com/office/drawing/2014/main" id="{3BB67C22-E790-8963-2632-3E8FC511BD00}"/>
                  </a:ext>
                </a:extLst>
              </p:cNvPr>
              <p:cNvSpPr/>
              <p:nvPr/>
            </p:nvSpPr>
            <p:spPr>
              <a:xfrm>
                <a:off x="5337227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0" name="Freeform 37589">
                <a:extLst>
                  <a:ext uri="{FF2B5EF4-FFF2-40B4-BE49-F238E27FC236}">
                    <a16:creationId xmlns:a16="http://schemas.microsoft.com/office/drawing/2014/main" id="{85212B24-E5B1-70F0-B02A-22E00CE97E55}"/>
                  </a:ext>
                </a:extLst>
              </p:cNvPr>
              <p:cNvSpPr/>
              <p:nvPr/>
            </p:nvSpPr>
            <p:spPr>
              <a:xfrm>
                <a:off x="5337723" y="4200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1" name="Freeform 37590">
                <a:extLst>
                  <a:ext uri="{FF2B5EF4-FFF2-40B4-BE49-F238E27FC236}">
                    <a16:creationId xmlns:a16="http://schemas.microsoft.com/office/drawing/2014/main" id="{E868F9C8-8259-354F-781C-F080E0617A5D}"/>
                  </a:ext>
                </a:extLst>
              </p:cNvPr>
              <p:cNvSpPr/>
              <p:nvPr/>
            </p:nvSpPr>
            <p:spPr>
              <a:xfrm>
                <a:off x="5338318" y="4201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2" name="Freeform 37591">
                <a:extLst>
                  <a:ext uri="{FF2B5EF4-FFF2-40B4-BE49-F238E27FC236}">
                    <a16:creationId xmlns:a16="http://schemas.microsoft.com/office/drawing/2014/main" id="{DB887B6D-BF2F-0FCE-590F-2548DF2F4172}"/>
                  </a:ext>
                </a:extLst>
              </p:cNvPr>
              <p:cNvSpPr/>
              <p:nvPr/>
            </p:nvSpPr>
            <p:spPr>
              <a:xfrm>
                <a:off x="5338814" y="420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3" name="Freeform 37592">
                <a:extLst>
                  <a:ext uri="{FF2B5EF4-FFF2-40B4-BE49-F238E27FC236}">
                    <a16:creationId xmlns:a16="http://schemas.microsoft.com/office/drawing/2014/main" id="{F24C074A-708B-0B37-6DE7-76A98E38C4A7}"/>
                  </a:ext>
                </a:extLst>
              </p:cNvPr>
              <p:cNvSpPr/>
              <p:nvPr/>
            </p:nvSpPr>
            <p:spPr>
              <a:xfrm>
                <a:off x="5339310" y="420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4" name="Freeform 37593">
                <a:extLst>
                  <a:ext uri="{FF2B5EF4-FFF2-40B4-BE49-F238E27FC236}">
                    <a16:creationId xmlns:a16="http://schemas.microsoft.com/office/drawing/2014/main" id="{29AFA2B9-86EA-8B28-8702-5269B4C41AB4}"/>
                  </a:ext>
                </a:extLst>
              </p:cNvPr>
              <p:cNvSpPr/>
              <p:nvPr/>
            </p:nvSpPr>
            <p:spPr>
              <a:xfrm>
                <a:off x="5339905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5" name="Freeform 37594">
                <a:extLst>
                  <a:ext uri="{FF2B5EF4-FFF2-40B4-BE49-F238E27FC236}">
                    <a16:creationId xmlns:a16="http://schemas.microsoft.com/office/drawing/2014/main" id="{55A704F6-28C5-9EF8-714E-D90C8474584F}"/>
                  </a:ext>
                </a:extLst>
              </p:cNvPr>
              <p:cNvSpPr/>
              <p:nvPr/>
            </p:nvSpPr>
            <p:spPr>
              <a:xfrm>
                <a:off x="5340402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6" name="Freeform 37595">
                <a:extLst>
                  <a:ext uri="{FF2B5EF4-FFF2-40B4-BE49-F238E27FC236}">
                    <a16:creationId xmlns:a16="http://schemas.microsoft.com/office/drawing/2014/main" id="{BB2791BF-4D0E-EAE0-B345-B10313BB3307}"/>
                  </a:ext>
                </a:extLst>
              </p:cNvPr>
              <p:cNvSpPr/>
              <p:nvPr/>
            </p:nvSpPr>
            <p:spPr>
              <a:xfrm>
                <a:off x="5340898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7" name="Freeform 37596">
                <a:extLst>
                  <a:ext uri="{FF2B5EF4-FFF2-40B4-BE49-F238E27FC236}">
                    <a16:creationId xmlns:a16="http://schemas.microsoft.com/office/drawing/2014/main" id="{4E3CA364-E364-27D2-0E80-348E9EE2B817}"/>
                  </a:ext>
                </a:extLst>
              </p:cNvPr>
              <p:cNvSpPr/>
              <p:nvPr/>
            </p:nvSpPr>
            <p:spPr>
              <a:xfrm>
                <a:off x="5341493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8" name="Freeform 37597">
                <a:extLst>
                  <a:ext uri="{FF2B5EF4-FFF2-40B4-BE49-F238E27FC236}">
                    <a16:creationId xmlns:a16="http://schemas.microsoft.com/office/drawing/2014/main" id="{7EBB81DE-B31E-BE76-D236-C63EAC33A8B7}"/>
                  </a:ext>
                </a:extLst>
              </p:cNvPr>
              <p:cNvSpPr/>
              <p:nvPr/>
            </p:nvSpPr>
            <p:spPr>
              <a:xfrm>
                <a:off x="5341989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9" name="Freeform 37598">
                <a:extLst>
                  <a:ext uri="{FF2B5EF4-FFF2-40B4-BE49-F238E27FC236}">
                    <a16:creationId xmlns:a16="http://schemas.microsoft.com/office/drawing/2014/main" id="{050670A7-94E9-B935-5090-4BA3C09B24DD}"/>
                  </a:ext>
                </a:extLst>
              </p:cNvPr>
              <p:cNvSpPr/>
              <p:nvPr/>
            </p:nvSpPr>
            <p:spPr>
              <a:xfrm>
                <a:off x="5342485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0" name="Freeform 37599">
                <a:extLst>
                  <a:ext uri="{FF2B5EF4-FFF2-40B4-BE49-F238E27FC236}">
                    <a16:creationId xmlns:a16="http://schemas.microsoft.com/office/drawing/2014/main" id="{4E2FF455-CA5B-056C-611C-85C2E307D570}"/>
                  </a:ext>
                </a:extLst>
              </p:cNvPr>
              <p:cNvSpPr/>
              <p:nvPr/>
            </p:nvSpPr>
            <p:spPr>
              <a:xfrm>
                <a:off x="5342981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1" name="Freeform 37600">
                <a:extLst>
                  <a:ext uri="{FF2B5EF4-FFF2-40B4-BE49-F238E27FC236}">
                    <a16:creationId xmlns:a16="http://schemas.microsoft.com/office/drawing/2014/main" id="{5CE5BDA2-417D-6241-6FE5-4798B75BE064}"/>
                  </a:ext>
                </a:extLst>
              </p:cNvPr>
              <p:cNvSpPr/>
              <p:nvPr/>
            </p:nvSpPr>
            <p:spPr>
              <a:xfrm>
                <a:off x="5343577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2" name="Freeform 37601">
                <a:extLst>
                  <a:ext uri="{FF2B5EF4-FFF2-40B4-BE49-F238E27FC236}">
                    <a16:creationId xmlns:a16="http://schemas.microsoft.com/office/drawing/2014/main" id="{B71F3CBE-4600-DF53-C4F8-12C1F866EF5F}"/>
                  </a:ext>
                </a:extLst>
              </p:cNvPr>
              <p:cNvSpPr/>
              <p:nvPr/>
            </p:nvSpPr>
            <p:spPr>
              <a:xfrm>
                <a:off x="5344073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3" name="Freeform 37602">
                <a:extLst>
                  <a:ext uri="{FF2B5EF4-FFF2-40B4-BE49-F238E27FC236}">
                    <a16:creationId xmlns:a16="http://schemas.microsoft.com/office/drawing/2014/main" id="{633ADE8E-7EB6-C3E0-1002-3FB8DB7FB1E0}"/>
                  </a:ext>
                </a:extLst>
              </p:cNvPr>
              <p:cNvSpPr/>
              <p:nvPr/>
            </p:nvSpPr>
            <p:spPr>
              <a:xfrm>
                <a:off x="5344569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4" name="Freeform 37603">
                <a:extLst>
                  <a:ext uri="{FF2B5EF4-FFF2-40B4-BE49-F238E27FC236}">
                    <a16:creationId xmlns:a16="http://schemas.microsoft.com/office/drawing/2014/main" id="{C886D8CC-A162-B688-581E-AB0742E05B97}"/>
                  </a:ext>
                </a:extLst>
              </p:cNvPr>
              <p:cNvSpPr/>
              <p:nvPr/>
            </p:nvSpPr>
            <p:spPr>
              <a:xfrm>
                <a:off x="5345164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5" name="Freeform 37604">
                <a:extLst>
                  <a:ext uri="{FF2B5EF4-FFF2-40B4-BE49-F238E27FC236}">
                    <a16:creationId xmlns:a16="http://schemas.microsoft.com/office/drawing/2014/main" id="{0C5A1B8B-1114-0F1D-74AF-589B17D369CA}"/>
                  </a:ext>
                </a:extLst>
              </p:cNvPr>
              <p:cNvSpPr/>
              <p:nvPr/>
            </p:nvSpPr>
            <p:spPr>
              <a:xfrm>
                <a:off x="5345660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6" name="Freeform 37605">
                <a:extLst>
                  <a:ext uri="{FF2B5EF4-FFF2-40B4-BE49-F238E27FC236}">
                    <a16:creationId xmlns:a16="http://schemas.microsoft.com/office/drawing/2014/main" id="{04FA0B26-A193-FCE6-29D6-868306691DBA}"/>
                  </a:ext>
                </a:extLst>
              </p:cNvPr>
              <p:cNvSpPr/>
              <p:nvPr/>
            </p:nvSpPr>
            <p:spPr>
              <a:xfrm>
                <a:off x="5346156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7" name="Freeform 37606">
                <a:extLst>
                  <a:ext uri="{FF2B5EF4-FFF2-40B4-BE49-F238E27FC236}">
                    <a16:creationId xmlns:a16="http://schemas.microsoft.com/office/drawing/2014/main" id="{404F8A61-E9E8-E512-0EBB-C480FB9A7654}"/>
                  </a:ext>
                </a:extLst>
              </p:cNvPr>
              <p:cNvSpPr/>
              <p:nvPr/>
            </p:nvSpPr>
            <p:spPr>
              <a:xfrm>
                <a:off x="5346752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8" name="Freeform 37607">
                <a:extLst>
                  <a:ext uri="{FF2B5EF4-FFF2-40B4-BE49-F238E27FC236}">
                    <a16:creationId xmlns:a16="http://schemas.microsoft.com/office/drawing/2014/main" id="{15BC66A5-1E66-D0DE-650F-A3632E328979}"/>
                  </a:ext>
                </a:extLst>
              </p:cNvPr>
              <p:cNvSpPr/>
              <p:nvPr/>
            </p:nvSpPr>
            <p:spPr>
              <a:xfrm>
                <a:off x="5347248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9" name="Freeform 37608">
                <a:extLst>
                  <a:ext uri="{FF2B5EF4-FFF2-40B4-BE49-F238E27FC236}">
                    <a16:creationId xmlns:a16="http://schemas.microsoft.com/office/drawing/2014/main" id="{1DBECCBD-ECFF-ED4C-315F-3319AF6C11C2}"/>
                  </a:ext>
                </a:extLst>
              </p:cNvPr>
              <p:cNvSpPr/>
              <p:nvPr/>
            </p:nvSpPr>
            <p:spPr>
              <a:xfrm>
                <a:off x="5347744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0" name="Freeform 37609">
                <a:extLst>
                  <a:ext uri="{FF2B5EF4-FFF2-40B4-BE49-F238E27FC236}">
                    <a16:creationId xmlns:a16="http://schemas.microsoft.com/office/drawing/2014/main" id="{058120BA-14E2-27D8-7E54-799FC0BFB4CF}"/>
                  </a:ext>
                </a:extLst>
              </p:cNvPr>
              <p:cNvSpPr/>
              <p:nvPr/>
            </p:nvSpPr>
            <p:spPr>
              <a:xfrm>
                <a:off x="5348339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1" name="Freeform 37610">
                <a:extLst>
                  <a:ext uri="{FF2B5EF4-FFF2-40B4-BE49-F238E27FC236}">
                    <a16:creationId xmlns:a16="http://schemas.microsoft.com/office/drawing/2014/main" id="{7B3C7836-0971-9DED-555C-D47FDE9260BD}"/>
                  </a:ext>
                </a:extLst>
              </p:cNvPr>
              <p:cNvSpPr/>
              <p:nvPr/>
            </p:nvSpPr>
            <p:spPr>
              <a:xfrm>
                <a:off x="5348835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2" name="Freeform 37611">
                <a:extLst>
                  <a:ext uri="{FF2B5EF4-FFF2-40B4-BE49-F238E27FC236}">
                    <a16:creationId xmlns:a16="http://schemas.microsoft.com/office/drawing/2014/main" id="{2DED81C4-1E1D-B631-EEEC-D32057F94D27}"/>
                  </a:ext>
                </a:extLst>
              </p:cNvPr>
              <p:cNvSpPr/>
              <p:nvPr/>
            </p:nvSpPr>
            <p:spPr>
              <a:xfrm>
                <a:off x="5349331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3" name="Freeform 37612">
                <a:extLst>
                  <a:ext uri="{FF2B5EF4-FFF2-40B4-BE49-F238E27FC236}">
                    <a16:creationId xmlns:a16="http://schemas.microsoft.com/office/drawing/2014/main" id="{3D738FBC-37FB-3778-DF31-FBA91A193278}"/>
                  </a:ext>
                </a:extLst>
              </p:cNvPr>
              <p:cNvSpPr/>
              <p:nvPr/>
            </p:nvSpPr>
            <p:spPr>
              <a:xfrm>
                <a:off x="5349927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4" name="Freeform 37613">
                <a:extLst>
                  <a:ext uri="{FF2B5EF4-FFF2-40B4-BE49-F238E27FC236}">
                    <a16:creationId xmlns:a16="http://schemas.microsoft.com/office/drawing/2014/main" id="{57A45BB5-B171-952F-BFBD-8F5B0EFA088D}"/>
                  </a:ext>
                </a:extLst>
              </p:cNvPr>
              <p:cNvSpPr/>
              <p:nvPr/>
            </p:nvSpPr>
            <p:spPr>
              <a:xfrm>
                <a:off x="5350423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5" name="Freeform 37614">
                <a:extLst>
                  <a:ext uri="{FF2B5EF4-FFF2-40B4-BE49-F238E27FC236}">
                    <a16:creationId xmlns:a16="http://schemas.microsoft.com/office/drawing/2014/main" id="{73DE749B-48CE-6966-D6DC-AE17D3A3F419}"/>
                  </a:ext>
                </a:extLst>
              </p:cNvPr>
              <p:cNvSpPr/>
              <p:nvPr/>
            </p:nvSpPr>
            <p:spPr>
              <a:xfrm>
                <a:off x="5350919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6" name="Freeform 37615">
                <a:extLst>
                  <a:ext uri="{FF2B5EF4-FFF2-40B4-BE49-F238E27FC236}">
                    <a16:creationId xmlns:a16="http://schemas.microsoft.com/office/drawing/2014/main" id="{244606FB-ABC3-2283-5934-C111C84CBFAF}"/>
                  </a:ext>
                </a:extLst>
              </p:cNvPr>
              <p:cNvSpPr/>
              <p:nvPr/>
            </p:nvSpPr>
            <p:spPr>
              <a:xfrm>
                <a:off x="5351514" y="4184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7" name="Freeform 37616">
                <a:extLst>
                  <a:ext uri="{FF2B5EF4-FFF2-40B4-BE49-F238E27FC236}">
                    <a16:creationId xmlns:a16="http://schemas.microsoft.com/office/drawing/2014/main" id="{A1CFC540-39DA-BF07-9565-A16405566215}"/>
                  </a:ext>
                </a:extLst>
              </p:cNvPr>
              <p:cNvSpPr/>
              <p:nvPr/>
            </p:nvSpPr>
            <p:spPr>
              <a:xfrm>
                <a:off x="5352010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8" name="Freeform 37617">
                <a:extLst>
                  <a:ext uri="{FF2B5EF4-FFF2-40B4-BE49-F238E27FC236}">
                    <a16:creationId xmlns:a16="http://schemas.microsoft.com/office/drawing/2014/main" id="{227B4DB5-D006-82AE-AE6C-7F729CC99357}"/>
                  </a:ext>
                </a:extLst>
              </p:cNvPr>
              <p:cNvSpPr/>
              <p:nvPr/>
            </p:nvSpPr>
            <p:spPr>
              <a:xfrm>
                <a:off x="5352506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9" name="Freeform 37618">
                <a:extLst>
                  <a:ext uri="{FF2B5EF4-FFF2-40B4-BE49-F238E27FC236}">
                    <a16:creationId xmlns:a16="http://schemas.microsoft.com/office/drawing/2014/main" id="{0C2B8495-84D3-0952-495D-FEF4AECAD44E}"/>
                  </a:ext>
                </a:extLst>
              </p:cNvPr>
              <p:cNvSpPr/>
              <p:nvPr/>
            </p:nvSpPr>
            <p:spPr>
              <a:xfrm>
                <a:off x="5353102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0" name="Freeform 37619">
                <a:extLst>
                  <a:ext uri="{FF2B5EF4-FFF2-40B4-BE49-F238E27FC236}">
                    <a16:creationId xmlns:a16="http://schemas.microsoft.com/office/drawing/2014/main" id="{87CF6227-E3E9-7A92-D936-9B9981A340FD}"/>
                  </a:ext>
                </a:extLst>
              </p:cNvPr>
              <p:cNvSpPr/>
              <p:nvPr/>
            </p:nvSpPr>
            <p:spPr>
              <a:xfrm>
                <a:off x="5353598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1" name="Freeform 37620">
                <a:extLst>
                  <a:ext uri="{FF2B5EF4-FFF2-40B4-BE49-F238E27FC236}">
                    <a16:creationId xmlns:a16="http://schemas.microsoft.com/office/drawing/2014/main" id="{4FD9D777-16A1-30B8-6EC8-D50E56CE0469}"/>
                  </a:ext>
                </a:extLst>
              </p:cNvPr>
              <p:cNvSpPr/>
              <p:nvPr/>
            </p:nvSpPr>
            <p:spPr>
              <a:xfrm>
                <a:off x="5354094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2" name="Freeform 37621">
                <a:extLst>
                  <a:ext uri="{FF2B5EF4-FFF2-40B4-BE49-F238E27FC236}">
                    <a16:creationId xmlns:a16="http://schemas.microsoft.com/office/drawing/2014/main" id="{DC876550-8EC4-EC5E-6C2A-FB5AC318D771}"/>
                  </a:ext>
                </a:extLst>
              </p:cNvPr>
              <p:cNvSpPr/>
              <p:nvPr/>
            </p:nvSpPr>
            <p:spPr>
              <a:xfrm>
                <a:off x="5354689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3" name="Freeform 37622">
                <a:extLst>
                  <a:ext uri="{FF2B5EF4-FFF2-40B4-BE49-F238E27FC236}">
                    <a16:creationId xmlns:a16="http://schemas.microsoft.com/office/drawing/2014/main" id="{51336761-3DDB-868A-812F-CEA681BFE780}"/>
                  </a:ext>
                </a:extLst>
              </p:cNvPr>
              <p:cNvSpPr/>
              <p:nvPr/>
            </p:nvSpPr>
            <p:spPr>
              <a:xfrm>
                <a:off x="5355185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4" name="Freeform 37623">
                <a:extLst>
                  <a:ext uri="{FF2B5EF4-FFF2-40B4-BE49-F238E27FC236}">
                    <a16:creationId xmlns:a16="http://schemas.microsoft.com/office/drawing/2014/main" id="{304B40B5-DCD6-60A0-5EDB-801A11ACA553}"/>
                  </a:ext>
                </a:extLst>
              </p:cNvPr>
              <p:cNvSpPr/>
              <p:nvPr/>
            </p:nvSpPr>
            <p:spPr>
              <a:xfrm>
                <a:off x="5355681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5" name="Freeform 37624">
                <a:extLst>
                  <a:ext uri="{FF2B5EF4-FFF2-40B4-BE49-F238E27FC236}">
                    <a16:creationId xmlns:a16="http://schemas.microsoft.com/office/drawing/2014/main" id="{D4D3A355-7E9C-D9FB-6613-352CFB9B4FC5}"/>
                  </a:ext>
                </a:extLst>
              </p:cNvPr>
              <p:cNvSpPr/>
              <p:nvPr/>
            </p:nvSpPr>
            <p:spPr>
              <a:xfrm>
                <a:off x="5356177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6" name="Freeform 37625">
                <a:extLst>
                  <a:ext uri="{FF2B5EF4-FFF2-40B4-BE49-F238E27FC236}">
                    <a16:creationId xmlns:a16="http://schemas.microsoft.com/office/drawing/2014/main" id="{1A97E1FC-1226-30FC-F8F1-FDE06294DCF5}"/>
                  </a:ext>
                </a:extLst>
              </p:cNvPr>
              <p:cNvSpPr/>
              <p:nvPr/>
            </p:nvSpPr>
            <p:spPr>
              <a:xfrm>
                <a:off x="5356773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7" name="Freeform 37626">
                <a:extLst>
                  <a:ext uri="{FF2B5EF4-FFF2-40B4-BE49-F238E27FC236}">
                    <a16:creationId xmlns:a16="http://schemas.microsoft.com/office/drawing/2014/main" id="{FE5A6FF1-1595-9213-91ED-EDBAA815F61B}"/>
                  </a:ext>
                </a:extLst>
              </p:cNvPr>
              <p:cNvSpPr/>
              <p:nvPr/>
            </p:nvSpPr>
            <p:spPr>
              <a:xfrm>
                <a:off x="5357269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8" name="Freeform 37627">
                <a:extLst>
                  <a:ext uri="{FF2B5EF4-FFF2-40B4-BE49-F238E27FC236}">
                    <a16:creationId xmlns:a16="http://schemas.microsoft.com/office/drawing/2014/main" id="{ED7E12D4-C934-8F22-9C87-208DC4135C62}"/>
                  </a:ext>
                </a:extLst>
              </p:cNvPr>
              <p:cNvSpPr/>
              <p:nvPr/>
            </p:nvSpPr>
            <p:spPr>
              <a:xfrm>
                <a:off x="535776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9" name="Freeform 37628">
                <a:extLst>
                  <a:ext uri="{FF2B5EF4-FFF2-40B4-BE49-F238E27FC236}">
                    <a16:creationId xmlns:a16="http://schemas.microsoft.com/office/drawing/2014/main" id="{59260517-EB5F-31C4-0B95-263D9F2237A5}"/>
                  </a:ext>
                </a:extLst>
              </p:cNvPr>
              <p:cNvSpPr/>
              <p:nvPr/>
            </p:nvSpPr>
            <p:spPr>
              <a:xfrm>
                <a:off x="535836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0" name="Freeform 37629">
                <a:extLst>
                  <a:ext uri="{FF2B5EF4-FFF2-40B4-BE49-F238E27FC236}">
                    <a16:creationId xmlns:a16="http://schemas.microsoft.com/office/drawing/2014/main" id="{E152DC48-FD5D-D639-A9BD-6E6C8A1011FA}"/>
                  </a:ext>
                </a:extLst>
              </p:cNvPr>
              <p:cNvSpPr/>
              <p:nvPr/>
            </p:nvSpPr>
            <p:spPr>
              <a:xfrm>
                <a:off x="5358856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1" name="Freeform 37630">
                <a:extLst>
                  <a:ext uri="{FF2B5EF4-FFF2-40B4-BE49-F238E27FC236}">
                    <a16:creationId xmlns:a16="http://schemas.microsoft.com/office/drawing/2014/main" id="{DA3E271E-68D2-37AB-0660-B6AD7354C6EC}"/>
                  </a:ext>
                </a:extLst>
              </p:cNvPr>
              <p:cNvSpPr/>
              <p:nvPr/>
            </p:nvSpPr>
            <p:spPr>
              <a:xfrm>
                <a:off x="53593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2" name="Freeform 37631">
                <a:extLst>
                  <a:ext uri="{FF2B5EF4-FFF2-40B4-BE49-F238E27FC236}">
                    <a16:creationId xmlns:a16="http://schemas.microsoft.com/office/drawing/2014/main" id="{76E0655F-E870-B362-2475-06906258AC7E}"/>
                  </a:ext>
                </a:extLst>
              </p:cNvPr>
              <p:cNvSpPr/>
              <p:nvPr/>
            </p:nvSpPr>
            <p:spPr>
              <a:xfrm>
                <a:off x="535994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3" name="Freeform 37632">
                <a:extLst>
                  <a:ext uri="{FF2B5EF4-FFF2-40B4-BE49-F238E27FC236}">
                    <a16:creationId xmlns:a16="http://schemas.microsoft.com/office/drawing/2014/main" id="{C0A0002A-C0C3-3C55-630C-261E7550BBC7}"/>
                  </a:ext>
                </a:extLst>
              </p:cNvPr>
              <p:cNvSpPr/>
              <p:nvPr/>
            </p:nvSpPr>
            <p:spPr>
              <a:xfrm>
                <a:off x="5360444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4" name="Freeform 37633">
                <a:extLst>
                  <a:ext uri="{FF2B5EF4-FFF2-40B4-BE49-F238E27FC236}">
                    <a16:creationId xmlns:a16="http://schemas.microsoft.com/office/drawing/2014/main" id="{2B43DEBF-613E-7D43-5FB8-0120CEC14BE5}"/>
                  </a:ext>
                </a:extLst>
              </p:cNvPr>
              <p:cNvSpPr/>
              <p:nvPr/>
            </p:nvSpPr>
            <p:spPr>
              <a:xfrm>
                <a:off x="536094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5" name="Freeform 37634">
                <a:extLst>
                  <a:ext uri="{FF2B5EF4-FFF2-40B4-BE49-F238E27FC236}">
                    <a16:creationId xmlns:a16="http://schemas.microsoft.com/office/drawing/2014/main" id="{0E0741F5-C79C-7FD9-387B-A54F0745B2FA}"/>
                  </a:ext>
                </a:extLst>
              </p:cNvPr>
              <p:cNvSpPr/>
              <p:nvPr/>
            </p:nvSpPr>
            <p:spPr>
              <a:xfrm>
                <a:off x="536153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6" name="Freeform 37635">
                <a:extLst>
                  <a:ext uri="{FF2B5EF4-FFF2-40B4-BE49-F238E27FC236}">
                    <a16:creationId xmlns:a16="http://schemas.microsoft.com/office/drawing/2014/main" id="{9843F01D-6C02-817E-35FB-01104B92D6AF}"/>
                  </a:ext>
                </a:extLst>
              </p:cNvPr>
              <p:cNvSpPr/>
              <p:nvPr/>
            </p:nvSpPr>
            <p:spPr>
              <a:xfrm>
                <a:off x="5362031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7" name="Freeform 37636">
                <a:extLst>
                  <a:ext uri="{FF2B5EF4-FFF2-40B4-BE49-F238E27FC236}">
                    <a16:creationId xmlns:a16="http://schemas.microsoft.com/office/drawing/2014/main" id="{12FC2CE8-7837-BC14-EEFD-0E6EDED203F7}"/>
                  </a:ext>
                </a:extLst>
              </p:cNvPr>
              <p:cNvSpPr/>
              <p:nvPr/>
            </p:nvSpPr>
            <p:spPr>
              <a:xfrm>
                <a:off x="5362527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8" name="Freeform 37637">
                <a:extLst>
                  <a:ext uri="{FF2B5EF4-FFF2-40B4-BE49-F238E27FC236}">
                    <a16:creationId xmlns:a16="http://schemas.microsoft.com/office/drawing/2014/main" id="{C3195356-E2B0-9390-4B29-5044FA575197}"/>
                  </a:ext>
                </a:extLst>
              </p:cNvPr>
              <p:cNvSpPr/>
              <p:nvPr/>
            </p:nvSpPr>
            <p:spPr>
              <a:xfrm>
                <a:off x="5363123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9" name="Freeform 37638">
                <a:extLst>
                  <a:ext uri="{FF2B5EF4-FFF2-40B4-BE49-F238E27FC236}">
                    <a16:creationId xmlns:a16="http://schemas.microsoft.com/office/drawing/2014/main" id="{8B11D79C-A5FC-F196-C606-22453FC02113}"/>
                  </a:ext>
                </a:extLst>
              </p:cNvPr>
              <p:cNvSpPr/>
              <p:nvPr/>
            </p:nvSpPr>
            <p:spPr>
              <a:xfrm>
                <a:off x="5363619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0" name="Freeform 37639">
                <a:extLst>
                  <a:ext uri="{FF2B5EF4-FFF2-40B4-BE49-F238E27FC236}">
                    <a16:creationId xmlns:a16="http://schemas.microsoft.com/office/drawing/2014/main" id="{9715046C-91F6-1290-549D-58E4E499CABD}"/>
                  </a:ext>
                </a:extLst>
              </p:cNvPr>
              <p:cNvSpPr/>
              <p:nvPr/>
            </p:nvSpPr>
            <p:spPr>
              <a:xfrm>
                <a:off x="5364115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1" name="Freeform 37640">
                <a:extLst>
                  <a:ext uri="{FF2B5EF4-FFF2-40B4-BE49-F238E27FC236}">
                    <a16:creationId xmlns:a16="http://schemas.microsoft.com/office/drawing/2014/main" id="{B03089BA-0C09-65B2-8770-E2FBB5B4F7E8}"/>
                  </a:ext>
                </a:extLst>
              </p:cNvPr>
              <p:cNvSpPr/>
              <p:nvPr/>
            </p:nvSpPr>
            <p:spPr>
              <a:xfrm>
                <a:off x="5364710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2" name="Freeform 37641">
                <a:extLst>
                  <a:ext uri="{FF2B5EF4-FFF2-40B4-BE49-F238E27FC236}">
                    <a16:creationId xmlns:a16="http://schemas.microsoft.com/office/drawing/2014/main" id="{C2385C7C-AB2A-6606-4527-B7912B116C1D}"/>
                  </a:ext>
                </a:extLst>
              </p:cNvPr>
              <p:cNvSpPr/>
              <p:nvPr/>
            </p:nvSpPr>
            <p:spPr>
              <a:xfrm>
                <a:off x="5365206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3" name="Freeform 37642">
                <a:extLst>
                  <a:ext uri="{FF2B5EF4-FFF2-40B4-BE49-F238E27FC236}">
                    <a16:creationId xmlns:a16="http://schemas.microsoft.com/office/drawing/2014/main" id="{08DC355D-B79C-7F3A-42BF-F3DC130D3070}"/>
                  </a:ext>
                </a:extLst>
              </p:cNvPr>
              <p:cNvSpPr/>
              <p:nvPr/>
            </p:nvSpPr>
            <p:spPr>
              <a:xfrm>
                <a:off x="5365702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4" name="Freeform 37643">
                <a:extLst>
                  <a:ext uri="{FF2B5EF4-FFF2-40B4-BE49-F238E27FC236}">
                    <a16:creationId xmlns:a16="http://schemas.microsoft.com/office/drawing/2014/main" id="{49B44A6D-30B7-0A03-CB28-1B930EB3F437}"/>
                  </a:ext>
                </a:extLst>
              </p:cNvPr>
              <p:cNvSpPr/>
              <p:nvPr/>
            </p:nvSpPr>
            <p:spPr>
              <a:xfrm>
                <a:off x="536629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5" name="Freeform 37644">
                <a:extLst>
                  <a:ext uri="{FF2B5EF4-FFF2-40B4-BE49-F238E27FC236}">
                    <a16:creationId xmlns:a16="http://schemas.microsoft.com/office/drawing/2014/main" id="{A36978B2-A02C-F313-824E-E4F6A17E1C77}"/>
                  </a:ext>
                </a:extLst>
              </p:cNvPr>
              <p:cNvSpPr/>
              <p:nvPr/>
            </p:nvSpPr>
            <p:spPr>
              <a:xfrm>
                <a:off x="5366794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6" name="Freeform 37645">
                <a:extLst>
                  <a:ext uri="{FF2B5EF4-FFF2-40B4-BE49-F238E27FC236}">
                    <a16:creationId xmlns:a16="http://schemas.microsoft.com/office/drawing/2014/main" id="{7BF52D1C-08A0-2C25-31C5-218DC01FF7AD}"/>
                  </a:ext>
                </a:extLst>
              </p:cNvPr>
              <p:cNvSpPr/>
              <p:nvPr/>
            </p:nvSpPr>
            <p:spPr>
              <a:xfrm>
                <a:off x="5367290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7" name="Freeform 37646">
                <a:extLst>
                  <a:ext uri="{FF2B5EF4-FFF2-40B4-BE49-F238E27FC236}">
                    <a16:creationId xmlns:a16="http://schemas.microsoft.com/office/drawing/2014/main" id="{0F7231E5-A89E-9C0B-1159-E1573B627C83}"/>
                  </a:ext>
                </a:extLst>
              </p:cNvPr>
              <p:cNvSpPr/>
              <p:nvPr/>
            </p:nvSpPr>
            <p:spPr>
              <a:xfrm>
                <a:off x="5367786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8" name="Freeform 37647">
                <a:extLst>
                  <a:ext uri="{FF2B5EF4-FFF2-40B4-BE49-F238E27FC236}">
                    <a16:creationId xmlns:a16="http://schemas.microsoft.com/office/drawing/2014/main" id="{E283465B-2564-8149-A684-636B07842985}"/>
                  </a:ext>
                </a:extLst>
              </p:cNvPr>
              <p:cNvSpPr/>
              <p:nvPr/>
            </p:nvSpPr>
            <p:spPr>
              <a:xfrm>
                <a:off x="5368381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9" name="Freeform 37648">
                <a:extLst>
                  <a:ext uri="{FF2B5EF4-FFF2-40B4-BE49-F238E27FC236}">
                    <a16:creationId xmlns:a16="http://schemas.microsoft.com/office/drawing/2014/main" id="{4C92DC91-7781-A02C-A4F2-21E57354A9AD}"/>
                  </a:ext>
                </a:extLst>
              </p:cNvPr>
              <p:cNvSpPr/>
              <p:nvPr/>
            </p:nvSpPr>
            <p:spPr>
              <a:xfrm>
                <a:off x="5368877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0" name="Freeform 37649">
                <a:extLst>
                  <a:ext uri="{FF2B5EF4-FFF2-40B4-BE49-F238E27FC236}">
                    <a16:creationId xmlns:a16="http://schemas.microsoft.com/office/drawing/2014/main" id="{AA1D54C5-F9C1-F382-9503-1573E3EA0A2D}"/>
                  </a:ext>
                </a:extLst>
              </p:cNvPr>
              <p:cNvSpPr/>
              <p:nvPr/>
            </p:nvSpPr>
            <p:spPr>
              <a:xfrm>
                <a:off x="5369373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1" name="Freeform 37650">
                <a:extLst>
                  <a:ext uri="{FF2B5EF4-FFF2-40B4-BE49-F238E27FC236}">
                    <a16:creationId xmlns:a16="http://schemas.microsoft.com/office/drawing/2014/main" id="{AA80267F-9E29-B91D-1839-43C938E2EDDA}"/>
                  </a:ext>
                </a:extLst>
              </p:cNvPr>
              <p:cNvSpPr/>
              <p:nvPr/>
            </p:nvSpPr>
            <p:spPr>
              <a:xfrm>
                <a:off x="536996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2" name="Freeform 37651">
                <a:extLst>
                  <a:ext uri="{FF2B5EF4-FFF2-40B4-BE49-F238E27FC236}">
                    <a16:creationId xmlns:a16="http://schemas.microsoft.com/office/drawing/2014/main" id="{EE18E5B2-DF95-36C2-BDA5-9049AB9062DF}"/>
                  </a:ext>
                </a:extLst>
              </p:cNvPr>
              <p:cNvSpPr/>
              <p:nvPr/>
            </p:nvSpPr>
            <p:spPr>
              <a:xfrm>
                <a:off x="537046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3" name="Freeform 37652">
                <a:extLst>
                  <a:ext uri="{FF2B5EF4-FFF2-40B4-BE49-F238E27FC236}">
                    <a16:creationId xmlns:a16="http://schemas.microsoft.com/office/drawing/2014/main" id="{3220E31E-BC0E-0257-3DCB-42FEF2E3C190}"/>
                  </a:ext>
                </a:extLst>
              </p:cNvPr>
              <p:cNvSpPr/>
              <p:nvPr/>
            </p:nvSpPr>
            <p:spPr>
              <a:xfrm>
                <a:off x="537096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4" name="Freeform 37653">
                <a:extLst>
                  <a:ext uri="{FF2B5EF4-FFF2-40B4-BE49-F238E27FC236}">
                    <a16:creationId xmlns:a16="http://schemas.microsoft.com/office/drawing/2014/main" id="{B731E8ED-3893-3548-A681-E1DDADD385E8}"/>
                  </a:ext>
                </a:extLst>
              </p:cNvPr>
              <p:cNvSpPr/>
              <p:nvPr/>
            </p:nvSpPr>
            <p:spPr>
              <a:xfrm>
                <a:off x="537155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5" name="Freeform 37654">
                <a:extLst>
                  <a:ext uri="{FF2B5EF4-FFF2-40B4-BE49-F238E27FC236}">
                    <a16:creationId xmlns:a16="http://schemas.microsoft.com/office/drawing/2014/main" id="{3A0EDB51-A12E-2E6A-10CD-86DB95123B74}"/>
                  </a:ext>
                </a:extLst>
              </p:cNvPr>
              <p:cNvSpPr/>
              <p:nvPr/>
            </p:nvSpPr>
            <p:spPr>
              <a:xfrm>
                <a:off x="537205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6" name="Freeform 37655">
                <a:extLst>
                  <a:ext uri="{FF2B5EF4-FFF2-40B4-BE49-F238E27FC236}">
                    <a16:creationId xmlns:a16="http://schemas.microsoft.com/office/drawing/2014/main" id="{6481C942-A364-A7AA-9F05-DA99B11C59D0}"/>
                  </a:ext>
                </a:extLst>
              </p:cNvPr>
              <p:cNvSpPr/>
              <p:nvPr/>
            </p:nvSpPr>
            <p:spPr>
              <a:xfrm>
                <a:off x="537254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7" name="Freeform 37656">
                <a:extLst>
                  <a:ext uri="{FF2B5EF4-FFF2-40B4-BE49-F238E27FC236}">
                    <a16:creationId xmlns:a16="http://schemas.microsoft.com/office/drawing/2014/main" id="{3F1DF64B-AB63-ADE3-1700-EBAE1EA7C53A}"/>
                  </a:ext>
                </a:extLst>
              </p:cNvPr>
              <p:cNvSpPr/>
              <p:nvPr/>
            </p:nvSpPr>
            <p:spPr>
              <a:xfrm>
                <a:off x="537314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8" name="Freeform 37657">
                <a:extLst>
                  <a:ext uri="{FF2B5EF4-FFF2-40B4-BE49-F238E27FC236}">
                    <a16:creationId xmlns:a16="http://schemas.microsoft.com/office/drawing/2014/main" id="{2922F986-78AB-AB7D-28B9-1C3311322075}"/>
                  </a:ext>
                </a:extLst>
              </p:cNvPr>
              <p:cNvSpPr/>
              <p:nvPr/>
            </p:nvSpPr>
            <p:spPr>
              <a:xfrm>
                <a:off x="537364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9" name="Freeform 37658">
                <a:extLst>
                  <a:ext uri="{FF2B5EF4-FFF2-40B4-BE49-F238E27FC236}">
                    <a16:creationId xmlns:a16="http://schemas.microsoft.com/office/drawing/2014/main" id="{98C41788-91FE-ED04-C913-5D10A7027661}"/>
                  </a:ext>
                </a:extLst>
              </p:cNvPr>
              <p:cNvSpPr/>
              <p:nvPr/>
            </p:nvSpPr>
            <p:spPr>
              <a:xfrm>
                <a:off x="537413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0" name="Freeform 37659">
                <a:extLst>
                  <a:ext uri="{FF2B5EF4-FFF2-40B4-BE49-F238E27FC236}">
                    <a16:creationId xmlns:a16="http://schemas.microsoft.com/office/drawing/2014/main" id="{36A902D1-692A-28E0-8BB1-11D2578A4112}"/>
                  </a:ext>
                </a:extLst>
              </p:cNvPr>
              <p:cNvSpPr/>
              <p:nvPr/>
            </p:nvSpPr>
            <p:spPr>
              <a:xfrm>
                <a:off x="537473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1" name="Freeform 37660">
                <a:extLst>
                  <a:ext uri="{FF2B5EF4-FFF2-40B4-BE49-F238E27FC236}">
                    <a16:creationId xmlns:a16="http://schemas.microsoft.com/office/drawing/2014/main" id="{AEAA4519-1FA5-ED87-B4CF-FE2EF3DB1849}"/>
                  </a:ext>
                </a:extLst>
              </p:cNvPr>
              <p:cNvSpPr/>
              <p:nvPr/>
            </p:nvSpPr>
            <p:spPr>
              <a:xfrm>
                <a:off x="5375227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2" name="Freeform 37661">
                <a:extLst>
                  <a:ext uri="{FF2B5EF4-FFF2-40B4-BE49-F238E27FC236}">
                    <a16:creationId xmlns:a16="http://schemas.microsoft.com/office/drawing/2014/main" id="{9E64858E-EEC1-F7DB-4C3E-0C7AF1B26D7D}"/>
                  </a:ext>
                </a:extLst>
              </p:cNvPr>
              <p:cNvSpPr/>
              <p:nvPr/>
            </p:nvSpPr>
            <p:spPr>
              <a:xfrm>
                <a:off x="537572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3" name="Freeform 37662">
                <a:extLst>
                  <a:ext uri="{FF2B5EF4-FFF2-40B4-BE49-F238E27FC236}">
                    <a16:creationId xmlns:a16="http://schemas.microsoft.com/office/drawing/2014/main" id="{EF8F81A0-6CB2-0B4B-E424-4A083E11F61B}"/>
                  </a:ext>
                </a:extLst>
              </p:cNvPr>
              <p:cNvSpPr/>
              <p:nvPr/>
            </p:nvSpPr>
            <p:spPr>
              <a:xfrm>
                <a:off x="5376319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4" name="Freeform 37663">
                <a:extLst>
                  <a:ext uri="{FF2B5EF4-FFF2-40B4-BE49-F238E27FC236}">
                    <a16:creationId xmlns:a16="http://schemas.microsoft.com/office/drawing/2014/main" id="{24AC12AD-9021-4F68-E023-35119C9FAF52}"/>
                  </a:ext>
                </a:extLst>
              </p:cNvPr>
              <p:cNvSpPr/>
              <p:nvPr/>
            </p:nvSpPr>
            <p:spPr>
              <a:xfrm>
                <a:off x="5376815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5" name="Freeform 37664">
                <a:extLst>
                  <a:ext uri="{FF2B5EF4-FFF2-40B4-BE49-F238E27FC236}">
                    <a16:creationId xmlns:a16="http://schemas.microsoft.com/office/drawing/2014/main" id="{3EAAFD55-161B-1C5E-49BC-65D67BEB1B6B}"/>
                  </a:ext>
                </a:extLst>
              </p:cNvPr>
              <p:cNvSpPr/>
              <p:nvPr/>
            </p:nvSpPr>
            <p:spPr>
              <a:xfrm>
                <a:off x="5377311" y="4196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6" name="Freeform 37665">
                <a:extLst>
                  <a:ext uri="{FF2B5EF4-FFF2-40B4-BE49-F238E27FC236}">
                    <a16:creationId xmlns:a16="http://schemas.microsoft.com/office/drawing/2014/main" id="{80D998E2-568F-8AF1-512C-C1019972A95E}"/>
                  </a:ext>
                </a:extLst>
              </p:cNvPr>
              <p:cNvSpPr/>
              <p:nvPr/>
            </p:nvSpPr>
            <p:spPr>
              <a:xfrm>
                <a:off x="5377906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7" name="Freeform 37666">
                <a:extLst>
                  <a:ext uri="{FF2B5EF4-FFF2-40B4-BE49-F238E27FC236}">
                    <a16:creationId xmlns:a16="http://schemas.microsoft.com/office/drawing/2014/main" id="{64A35AC6-DA1A-3F9E-7CCE-5946643E52A2}"/>
                  </a:ext>
                </a:extLst>
              </p:cNvPr>
              <p:cNvSpPr/>
              <p:nvPr/>
            </p:nvSpPr>
            <p:spPr>
              <a:xfrm>
                <a:off x="5378402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8" name="Freeform 37667">
                <a:extLst>
                  <a:ext uri="{FF2B5EF4-FFF2-40B4-BE49-F238E27FC236}">
                    <a16:creationId xmlns:a16="http://schemas.microsoft.com/office/drawing/2014/main" id="{E013A2B6-C4AF-D57C-112D-4C73808B28C4}"/>
                  </a:ext>
                </a:extLst>
              </p:cNvPr>
              <p:cNvSpPr/>
              <p:nvPr/>
            </p:nvSpPr>
            <p:spPr>
              <a:xfrm>
                <a:off x="537889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9" name="Freeform 37668">
                <a:extLst>
                  <a:ext uri="{FF2B5EF4-FFF2-40B4-BE49-F238E27FC236}">
                    <a16:creationId xmlns:a16="http://schemas.microsoft.com/office/drawing/2014/main" id="{D5B0A692-A729-9241-2F45-94597DC6C50C}"/>
                  </a:ext>
                </a:extLst>
              </p:cNvPr>
              <p:cNvSpPr/>
              <p:nvPr/>
            </p:nvSpPr>
            <p:spPr>
              <a:xfrm>
                <a:off x="5379395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0" name="Freeform 37669">
                <a:extLst>
                  <a:ext uri="{FF2B5EF4-FFF2-40B4-BE49-F238E27FC236}">
                    <a16:creationId xmlns:a16="http://schemas.microsoft.com/office/drawing/2014/main" id="{7DA11580-0F3D-3055-165E-DCFC66F8C3EB}"/>
                  </a:ext>
                </a:extLst>
              </p:cNvPr>
              <p:cNvSpPr/>
              <p:nvPr/>
            </p:nvSpPr>
            <p:spPr>
              <a:xfrm>
                <a:off x="5379990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1" name="Freeform 37670">
                <a:extLst>
                  <a:ext uri="{FF2B5EF4-FFF2-40B4-BE49-F238E27FC236}">
                    <a16:creationId xmlns:a16="http://schemas.microsoft.com/office/drawing/2014/main" id="{C6E47C0D-269B-B58B-9DE2-2850F424E82A}"/>
                  </a:ext>
                </a:extLst>
              </p:cNvPr>
              <p:cNvSpPr/>
              <p:nvPr/>
            </p:nvSpPr>
            <p:spPr>
              <a:xfrm>
                <a:off x="5380486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2" name="Freeform 37671">
                <a:extLst>
                  <a:ext uri="{FF2B5EF4-FFF2-40B4-BE49-F238E27FC236}">
                    <a16:creationId xmlns:a16="http://schemas.microsoft.com/office/drawing/2014/main" id="{15037E4D-FD3E-0B1F-B945-F0ED526CD75F}"/>
                  </a:ext>
                </a:extLst>
              </p:cNvPr>
              <p:cNvSpPr/>
              <p:nvPr/>
            </p:nvSpPr>
            <p:spPr>
              <a:xfrm>
                <a:off x="5380982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3" name="Freeform 37672">
                <a:extLst>
                  <a:ext uri="{FF2B5EF4-FFF2-40B4-BE49-F238E27FC236}">
                    <a16:creationId xmlns:a16="http://schemas.microsoft.com/office/drawing/2014/main" id="{D2B8CC70-56D4-4741-2F7F-BF2A93FD8A88}"/>
                  </a:ext>
                </a:extLst>
              </p:cNvPr>
              <p:cNvSpPr/>
              <p:nvPr/>
            </p:nvSpPr>
            <p:spPr>
              <a:xfrm>
                <a:off x="5381577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4" name="Freeform 37673">
                <a:extLst>
                  <a:ext uri="{FF2B5EF4-FFF2-40B4-BE49-F238E27FC236}">
                    <a16:creationId xmlns:a16="http://schemas.microsoft.com/office/drawing/2014/main" id="{857D55CD-DED7-A2C0-3D98-6D429E24F7AB}"/>
                  </a:ext>
                </a:extLst>
              </p:cNvPr>
              <p:cNvSpPr/>
              <p:nvPr/>
            </p:nvSpPr>
            <p:spPr>
              <a:xfrm>
                <a:off x="538207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5" name="Freeform 37674">
                <a:extLst>
                  <a:ext uri="{FF2B5EF4-FFF2-40B4-BE49-F238E27FC236}">
                    <a16:creationId xmlns:a16="http://schemas.microsoft.com/office/drawing/2014/main" id="{8713BF90-11C0-95CB-1FC7-B712AA1A031F}"/>
                  </a:ext>
                </a:extLst>
              </p:cNvPr>
              <p:cNvSpPr/>
              <p:nvPr/>
            </p:nvSpPr>
            <p:spPr>
              <a:xfrm>
                <a:off x="538257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6" name="Freeform 37675">
                <a:extLst>
                  <a:ext uri="{FF2B5EF4-FFF2-40B4-BE49-F238E27FC236}">
                    <a16:creationId xmlns:a16="http://schemas.microsoft.com/office/drawing/2014/main" id="{2D506D49-C9FC-C0E1-E877-9A1A74781F3B}"/>
                  </a:ext>
                </a:extLst>
              </p:cNvPr>
              <p:cNvSpPr/>
              <p:nvPr/>
            </p:nvSpPr>
            <p:spPr>
              <a:xfrm>
                <a:off x="5383165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7" name="Freeform 37676">
                <a:extLst>
                  <a:ext uri="{FF2B5EF4-FFF2-40B4-BE49-F238E27FC236}">
                    <a16:creationId xmlns:a16="http://schemas.microsoft.com/office/drawing/2014/main" id="{E96824CA-6B6A-E6B5-2AB8-2D768D45EBB5}"/>
                  </a:ext>
                </a:extLst>
              </p:cNvPr>
              <p:cNvSpPr/>
              <p:nvPr/>
            </p:nvSpPr>
            <p:spPr>
              <a:xfrm>
                <a:off x="538366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8" name="Freeform 37677">
                <a:extLst>
                  <a:ext uri="{FF2B5EF4-FFF2-40B4-BE49-F238E27FC236}">
                    <a16:creationId xmlns:a16="http://schemas.microsoft.com/office/drawing/2014/main" id="{04CB04F3-2374-23D4-2741-07E536C1643C}"/>
                  </a:ext>
                </a:extLst>
              </p:cNvPr>
              <p:cNvSpPr/>
              <p:nvPr/>
            </p:nvSpPr>
            <p:spPr>
              <a:xfrm>
                <a:off x="538415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9" name="Freeform 37678">
                <a:extLst>
                  <a:ext uri="{FF2B5EF4-FFF2-40B4-BE49-F238E27FC236}">
                    <a16:creationId xmlns:a16="http://schemas.microsoft.com/office/drawing/2014/main" id="{DD391899-C20A-F5C1-B4AA-E9534DD26710}"/>
                  </a:ext>
                </a:extLst>
              </p:cNvPr>
              <p:cNvSpPr/>
              <p:nvPr/>
            </p:nvSpPr>
            <p:spPr>
              <a:xfrm>
                <a:off x="538475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0" name="Freeform 37679">
                <a:extLst>
                  <a:ext uri="{FF2B5EF4-FFF2-40B4-BE49-F238E27FC236}">
                    <a16:creationId xmlns:a16="http://schemas.microsoft.com/office/drawing/2014/main" id="{1BF04208-7758-4C10-108E-824E8AEE8466}"/>
                  </a:ext>
                </a:extLst>
              </p:cNvPr>
              <p:cNvSpPr/>
              <p:nvPr/>
            </p:nvSpPr>
            <p:spPr>
              <a:xfrm>
                <a:off x="538524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1" name="Freeform 37680">
                <a:extLst>
                  <a:ext uri="{FF2B5EF4-FFF2-40B4-BE49-F238E27FC236}">
                    <a16:creationId xmlns:a16="http://schemas.microsoft.com/office/drawing/2014/main" id="{CC0C23BA-96FD-5114-9433-B4EF4FDB15A4}"/>
                  </a:ext>
                </a:extLst>
              </p:cNvPr>
              <p:cNvSpPr/>
              <p:nvPr/>
            </p:nvSpPr>
            <p:spPr>
              <a:xfrm>
                <a:off x="538574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2" name="Freeform 37681">
                <a:extLst>
                  <a:ext uri="{FF2B5EF4-FFF2-40B4-BE49-F238E27FC236}">
                    <a16:creationId xmlns:a16="http://schemas.microsoft.com/office/drawing/2014/main" id="{E659E5F3-FDD8-445E-A273-998DB8B190C3}"/>
                  </a:ext>
                </a:extLst>
              </p:cNvPr>
              <p:cNvSpPr/>
              <p:nvPr/>
            </p:nvSpPr>
            <p:spPr>
              <a:xfrm>
                <a:off x="538634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3" name="Freeform 37682">
                <a:extLst>
                  <a:ext uri="{FF2B5EF4-FFF2-40B4-BE49-F238E27FC236}">
                    <a16:creationId xmlns:a16="http://schemas.microsoft.com/office/drawing/2014/main" id="{FDD65A48-E408-0D61-9979-EFDD0681D69C}"/>
                  </a:ext>
                </a:extLst>
              </p:cNvPr>
              <p:cNvSpPr/>
              <p:nvPr/>
            </p:nvSpPr>
            <p:spPr>
              <a:xfrm>
                <a:off x="538683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4" name="Freeform 37683">
                <a:extLst>
                  <a:ext uri="{FF2B5EF4-FFF2-40B4-BE49-F238E27FC236}">
                    <a16:creationId xmlns:a16="http://schemas.microsoft.com/office/drawing/2014/main" id="{9595291B-A6F6-C022-6086-7A71660A0B28}"/>
                  </a:ext>
                </a:extLst>
              </p:cNvPr>
              <p:cNvSpPr/>
              <p:nvPr/>
            </p:nvSpPr>
            <p:spPr>
              <a:xfrm>
                <a:off x="538733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5" name="Freeform 37684">
                <a:extLst>
                  <a:ext uri="{FF2B5EF4-FFF2-40B4-BE49-F238E27FC236}">
                    <a16:creationId xmlns:a16="http://schemas.microsoft.com/office/drawing/2014/main" id="{F6A39AB9-262F-81D5-0E5B-5C509CE742B1}"/>
                  </a:ext>
                </a:extLst>
              </p:cNvPr>
              <p:cNvSpPr/>
              <p:nvPr/>
            </p:nvSpPr>
            <p:spPr>
              <a:xfrm>
                <a:off x="5387927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6" name="Freeform 37685">
                <a:extLst>
                  <a:ext uri="{FF2B5EF4-FFF2-40B4-BE49-F238E27FC236}">
                    <a16:creationId xmlns:a16="http://schemas.microsoft.com/office/drawing/2014/main" id="{59B90AA4-728B-0B90-301D-D48D61C99C9B}"/>
                  </a:ext>
                </a:extLst>
              </p:cNvPr>
              <p:cNvSpPr/>
              <p:nvPr/>
            </p:nvSpPr>
            <p:spPr>
              <a:xfrm>
                <a:off x="5388423" y="4099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7" name="Freeform 37686">
                <a:extLst>
                  <a:ext uri="{FF2B5EF4-FFF2-40B4-BE49-F238E27FC236}">
                    <a16:creationId xmlns:a16="http://schemas.microsoft.com/office/drawing/2014/main" id="{7680B9E5-DA62-CB0B-CCA8-E136BF70B956}"/>
                  </a:ext>
                </a:extLst>
              </p:cNvPr>
              <p:cNvSpPr/>
              <p:nvPr/>
            </p:nvSpPr>
            <p:spPr>
              <a:xfrm>
                <a:off x="5388920" y="3975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8" name="Freeform 37687">
                <a:extLst>
                  <a:ext uri="{FF2B5EF4-FFF2-40B4-BE49-F238E27FC236}">
                    <a16:creationId xmlns:a16="http://schemas.microsoft.com/office/drawing/2014/main" id="{F5F1E1EF-2061-3F9C-25B9-69111662C45D}"/>
                  </a:ext>
                </a:extLst>
              </p:cNvPr>
              <p:cNvSpPr/>
              <p:nvPr/>
            </p:nvSpPr>
            <p:spPr>
              <a:xfrm>
                <a:off x="5389515" y="3985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9" name="Freeform 37688">
                <a:extLst>
                  <a:ext uri="{FF2B5EF4-FFF2-40B4-BE49-F238E27FC236}">
                    <a16:creationId xmlns:a16="http://schemas.microsoft.com/office/drawing/2014/main" id="{4FD58188-8756-72A2-7D12-31404299AD13}"/>
                  </a:ext>
                </a:extLst>
              </p:cNvPr>
              <p:cNvSpPr/>
              <p:nvPr/>
            </p:nvSpPr>
            <p:spPr>
              <a:xfrm>
                <a:off x="5390011" y="4016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0" name="Freeform 37689">
                <a:extLst>
                  <a:ext uri="{FF2B5EF4-FFF2-40B4-BE49-F238E27FC236}">
                    <a16:creationId xmlns:a16="http://schemas.microsoft.com/office/drawing/2014/main" id="{5CF1F7E5-6CD6-7103-A387-142D80287651}"/>
                  </a:ext>
                </a:extLst>
              </p:cNvPr>
              <p:cNvSpPr/>
              <p:nvPr/>
            </p:nvSpPr>
            <p:spPr>
              <a:xfrm>
                <a:off x="5390507" y="3887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1" name="Freeform 37690">
                <a:extLst>
                  <a:ext uri="{FF2B5EF4-FFF2-40B4-BE49-F238E27FC236}">
                    <a16:creationId xmlns:a16="http://schemas.microsoft.com/office/drawing/2014/main" id="{53ECA96E-8FA3-15C1-D50E-85879EB91FA6}"/>
                  </a:ext>
                </a:extLst>
              </p:cNvPr>
              <p:cNvSpPr/>
              <p:nvPr/>
            </p:nvSpPr>
            <p:spPr>
              <a:xfrm>
                <a:off x="5391102" y="4089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2" name="Freeform 37691">
                <a:extLst>
                  <a:ext uri="{FF2B5EF4-FFF2-40B4-BE49-F238E27FC236}">
                    <a16:creationId xmlns:a16="http://schemas.microsoft.com/office/drawing/2014/main" id="{840BED20-D696-68D1-78A4-63FD270146ED}"/>
                  </a:ext>
                </a:extLst>
              </p:cNvPr>
              <p:cNvSpPr/>
              <p:nvPr/>
            </p:nvSpPr>
            <p:spPr>
              <a:xfrm>
                <a:off x="5391598" y="4193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3" name="Freeform 37692">
                <a:extLst>
                  <a:ext uri="{FF2B5EF4-FFF2-40B4-BE49-F238E27FC236}">
                    <a16:creationId xmlns:a16="http://schemas.microsoft.com/office/drawing/2014/main" id="{A6DF5F49-606B-9B62-36A1-0A19E2BC27AE}"/>
                  </a:ext>
                </a:extLst>
              </p:cNvPr>
              <p:cNvSpPr/>
              <p:nvPr/>
            </p:nvSpPr>
            <p:spPr>
              <a:xfrm>
                <a:off x="5392095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4" name="Freeform 37693">
                <a:extLst>
                  <a:ext uri="{FF2B5EF4-FFF2-40B4-BE49-F238E27FC236}">
                    <a16:creationId xmlns:a16="http://schemas.microsoft.com/office/drawing/2014/main" id="{DD61A290-AB3D-ED07-E244-5E93E0A617C0}"/>
                  </a:ext>
                </a:extLst>
              </p:cNvPr>
              <p:cNvSpPr/>
              <p:nvPr/>
            </p:nvSpPr>
            <p:spPr>
              <a:xfrm>
                <a:off x="5392591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5" name="Freeform 37694">
                <a:extLst>
                  <a:ext uri="{FF2B5EF4-FFF2-40B4-BE49-F238E27FC236}">
                    <a16:creationId xmlns:a16="http://schemas.microsoft.com/office/drawing/2014/main" id="{6FD89907-5FB6-855D-EAD3-9A9239152DD4}"/>
                  </a:ext>
                </a:extLst>
              </p:cNvPr>
              <p:cNvSpPr/>
              <p:nvPr/>
            </p:nvSpPr>
            <p:spPr>
              <a:xfrm>
                <a:off x="5393186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6" name="Freeform 37695">
                <a:extLst>
                  <a:ext uri="{FF2B5EF4-FFF2-40B4-BE49-F238E27FC236}">
                    <a16:creationId xmlns:a16="http://schemas.microsoft.com/office/drawing/2014/main" id="{534A5900-2DA7-151A-B672-06DAC85E6760}"/>
                  </a:ext>
                </a:extLst>
              </p:cNvPr>
              <p:cNvSpPr/>
              <p:nvPr/>
            </p:nvSpPr>
            <p:spPr>
              <a:xfrm>
                <a:off x="5393682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7" name="Freeform 37696">
                <a:extLst>
                  <a:ext uri="{FF2B5EF4-FFF2-40B4-BE49-F238E27FC236}">
                    <a16:creationId xmlns:a16="http://schemas.microsoft.com/office/drawing/2014/main" id="{960CD585-E435-3833-2471-D2F9CAA2F282}"/>
                  </a:ext>
                </a:extLst>
              </p:cNvPr>
              <p:cNvSpPr/>
              <p:nvPr/>
            </p:nvSpPr>
            <p:spPr>
              <a:xfrm>
                <a:off x="5394178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8" name="Freeform 37697">
                <a:extLst>
                  <a:ext uri="{FF2B5EF4-FFF2-40B4-BE49-F238E27FC236}">
                    <a16:creationId xmlns:a16="http://schemas.microsoft.com/office/drawing/2014/main" id="{8A0CA9D1-BF51-9D0B-8E9A-33B5D3C30B40}"/>
                  </a:ext>
                </a:extLst>
              </p:cNvPr>
              <p:cNvSpPr/>
              <p:nvPr/>
            </p:nvSpPr>
            <p:spPr>
              <a:xfrm>
                <a:off x="5394773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9" name="Freeform 37698">
                <a:extLst>
                  <a:ext uri="{FF2B5EF4-FFF2-40B4-BE49-F238E27FC236}">
                    <a16:creationId xmlns:a16="http://schemas.microsoft.com/office/drawing/2014/main" id="{19E17038-FE13-FD6F-BA56-5781556B17F1}"/>
                  </a:ext>
                </a:extLst>
              </p:cNvPr>
              <p:cNvSpPr/>
              <p:nvPr/>
            </p:nvSpPr>
            <p:spPr>
              <a:xfrm>
                <a:off x="5395270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0" name="Freeform 37699">
                <a:extLst>
                  <a:ext uri="{FF2B5EF4-FFF2-40B4-BE49-F238E27FC236}">
                    <a16:creationId xmlns:a16="http://schemas.microsoft.com/office/drawing/2014/main" id="{A7C42E4B-1FA5-6902-249C-454B4FE7D547}"/>
                  </a:ext>
                </a:extLst>
              </p:cNvPr>
              <p:cNvSpPr/>
              <p:nvPr/>
            </p:nvSpPr>
            <p:spPr>
              <a:xfrm>
                <a:off x="5395766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1" name="Freeform 37700">
                <a:extLst>
                  <a:ext uri="{FF2B5EF4-FFF2-40B4-BE49-F238E27FC236}">
                    <a16:creationId xmlns:a16="http://schemas.microsoft.com/office/drawing/2014/main" id="{DF41E38A-43C9-0331-E19D-2D5A97F9F6E0}"/>
                  </a:ext>
                </a:extLst>
              </p:cNvPr>
              <p:cNvSpPr/>
              <p:nvPr/>
            </p:nvSpPr>
            <p:spPr>
              <a:xfrm>
                <a:off x="5396361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2" name="Freeform 37701">
                <a:extLst>
                  <a:ext uri="{FF2B5EF4-FFF2-40B4-BE49-F238E27FC236}">
                    <a16:creationId xmlns:a16="http://schemas.microsoft.com/office/drawing/2014/main" id="{1485F1D8-C8A4-E9D7-44AF-209E7DB174D9}"/>
                  </a:ext>
                </a:extLst>
              </p:cNvPr>
              <p:cNvSpPr/>
              <p:nvPr/>
            </p:nvSpPr>
            <p:spPr>
              <a:xfrm>
                <a:off x="5396857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3" name="Freeform 37702">
                <a:extLst>
                  <a:ext uri="{FF2B5EF4-FFF2-40B4-BE49-F238E27FC236}">
                    <a16:creationId xmlns:a16="http://schemas.microsoft.com/office/drawing/2014/main" id="{2501FC7D-38B2-88E5-1247-78436BE884A2}"/>
                  </a:ext>
                </a:extLst>
              </p:cNvPr>
              <p:cNvSpPr/>
              <p:nvPr/>
            </p:nvSpPr>
            <p:spPr>
              <a:xfrm>
                <a:off x="5397353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4" name="Freeform 37703">
                <a:extLst>
                  <a:ext uri="{FF2B5EF4-FFF2-40B4-BE49-F238E27FC236}">
                    <a16:creationId xmlns:a16="http://schemas.microsoft.com/office/drawing/2014/main" id="{FC62E5E2-C32A-4187-AB55-5ABD39F25D5D}"/>
                  </a:ext>
                </a:extLst>
              </p:cNvPr>
              <p:cNvSpPr/>
              <p:nvPr/>
            </p:nvSpPr>
            <p:spPr>
              <a:xfrm>
                <a:off x="5397948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5" name="Freeform 37704">
                <a:extLst>
                  <a:ext uri="{FF2B5EF4-FFF2-40B4-BE49-F238E27FC236}">
                    <a16:creationId xmlns:a16="http://schemas.microsoft.com/office/drawing/2014/main" id="{D46F247A-76D5-7C55-A563-5E3FA4060C4D}"/>
                  </a:ext>
                </a:extLst>
              </p:cNvPr>
              <p:cNvSpPr/>
              <p:nvPr/>
            </p:nvSpPr>
            <p:spPr>
              <a:xfrm>
                <a:off x="5398445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6" name="Freeform 37705">
                <a:extLst>
                  <a:ext uri="{FF2B5EF4-FFF2-40B4-BE49-F238E27FC236}">
                    <a16:creationId xmlns:a16="http://schemas.microsoft.com/office/drawing/2014/main" id="{69A2CE41-693D-0D36-4F9F-6EABC9B5B302}"/>
                  </a:ext>
                </a:extLst>
              </p:cNvPr>
              <p:cNvSpPr/>
              <p:nvPr/>
            </p:nvSpPr>
            <p:spPr>
              <a:xfrm>
                <a:off x="5398941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7" name="Freeform 37706">
                <a:extLst>
                  <a:ext uri="{FF2B5EF4-FFF2-40B4-BE49-F238E27FC236}">
                    <a16:creationId xmlns:a16="http://schemas.microsoft.com/office/drawing/2014/main" id="{69C2FDF6-6B67-0BEA-CFB0-50232B5E235B}"/>
                  </a:ext>
                </a:extLst>
              </p:cNvPr>
              <p:cNvSpPr/>
              <p:nvPr/>
            </p:nvSpPr>
            <p:spPr>
              <a:xfrm>
                <a:off x="5399536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8" name="Freeform 37707">
                <a:extLst>
                  <a:ext uri="{FF2B5EF4-FFF2-40B4-BE49-F238E27FC236}">
                    <a16:creationId xmlns:a16="http://schemas.microsoft.com/office/drawing/2014/main" id="{8DBCF58E-C8FA-7FAE-FDA1-B0DA49ACEBC1}"/>
                  </a:ext>
                </a:extLst>
              </p:cNvPr>
              <p:cNvSpPr/>
              <p:nvPr/>
            </p:nvSpPr>
            <p:spPr>
              <a:xfrm>
                <a:off x="5400032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09" name="Freeform 37708">
                <a:extLst>
                  <a:ext uri="{FF2B5EF4-FFF2-40B4-BE49-F238E27FC236}">
                    <a16:creationId xmlns:a16="http://schemas.microsoft.com/office/drawing/2014/main" id="{33F6806D-C16F-4DF6-6EE9-2D854410A41B}"/>
                  </a:ext>
                </a:extLst>
              </p:cNvPr>
              <p:cNvSpPr/>
              <p:nvPr/>
            </p:nvSpPr>
            <p:spPr>
              <a:xfrm>
                <a:off x="5400528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0" name="Freeform 37709">
                <a:extLst>
                  <a:ext uri="{FF2B5EF4-FFF2-40B4-BE49-F238E27FC236}">
                    <a16:creationId xmlns:a16="http://schemas.microsoft.com/office/drawing/2014/main" id="{9EE81FCB-0B31-A6A2-0587-E78C0D914955}"/>
                  </a:ext>
                </a:extLst>
              </p:cNvPr>
              <p:cNvSpPr/>
              <p:nvPr/>
            </p:nvSpPr>
            <p:spPr>
              <a:xfrm>
                <a:off x="5401123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1" name="Freeform 37710">
                <a:extLst>
                  <a:ext uri="{FF2B5EF4-FFF2-40B4-BE49-F238E27FC236}">
                    <a16:creationId xmlns:a16="http://schemas.microsoft.com/office/drawing/2014/main" id="{163F22BB-25B7-A064-75EE-70C4052D48CE}"/>
                  </a:ext>
                </a:extLst>
              </p:cNvPr>
              <p:cNvSpPr/>
              <p:nvPr/>
            </p:nvSpPr>
            <p:spPr>
              <a:xfrm>
                <a:off x="5401620" y="402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2" name="Freeform 37711">
                <a:extLst>
                  <a:ext uri="{FF2B5EF4-FFF2-40B4-BE49-F238E27FC236}">
                    <a16:creationId xmlns:a16="http://schemas.microsoft.com/office/drawing/2014/main" id="{A3D1F88D-AB50-4CD8-1B19-98CF4806C2B5}"/>
                  </a:ext>
                </a:extLst>
              </p:cNvPr>
              <p:cNvSpPr/>
              <p:nvPr/>
            </p:nvSpPr>
            <p:spPr>
              <a:xfrm>
                <a:off x="5402116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3" name="Freeform 37712">
                <a:extLst>
                  <a:ext uri="{FF2B5EF4-FFF2-40B4-BE49-F238E27FC236}">
                    <a16:creationId xmlns:a16="http://schemas.microsoft.com/office/drawing/2014/main" id="{0CFDC5F8-BB98-6533-A1EA-F98AF48EF59A}"/>
                  </a:ext>
                </a:extLst>
              </p:cNvPr>
              <p:cNvSpPr/>
              <p:nvPr/>
            </p:nvSpPr>
            <p:spPr>
              <a:xfrm>
                <a:off x="5402711" y="4041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4" name="Freeform 37713">
                <a:extLst>
                  <a:ext uri="{FF2B5EF4-FFF2-40B4-BE49-F238E27FC236}">
                    <a16:creationId xmlns:a16="http://schemas.microsoft.com/office/drawing/2014/main" id="{5EA46A43-EE03-D71E-4C67-7437BAC55A12}"/>
                  </a:ext>
                </a:extLst>
              </p:cNvPr>
              <p:cNvSpPr/>
              <p:nvPr/>
            </p:nvSpPr>
            <p:spPr>
              <a:xfrm>
                <a:off x="5403207" y="4101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5" name="Freeform 37714">
                <a:extLst>
                  <a:ext uri="{FF2B5EF4-FFF2-40B4-BE49-F238E27FC236}">
                    <a16:creationId xmlns:a16="http://schemas.microsoft.com/office/drawing/2014/main" id="{AF439D00-3E0B-F969-98F9-A61C071480D7}"/>
                  </a:ext>
                </a:extLst>
              </p:cNvPr>
              <p:cNvSpPr/>
              <p:nvPr/>
            </p:nvSpPr>
            <p:spPr>
              <a:xfrm>
                <a:off x="5403703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6" name="Freeform 37715">
                <a:extLst>
                  <a:ext uri="{FF2B5EF4-FFF2-40B4-BE49-F238E27FC236}">
                    <a16:creationId xmlns:a16="http://schemas.microsoft.com/office/drawing/2014/main" id="{34034217-63DC-BFEC-254A-92D27CE24F5D}"/>
                  </a:ext>
                </a:extLst>
              </p:cNvPr>
              <p:cNvSpPr/>
              <p:nvPr/>
            </p:nvSpPr>
            <p:spPr>
              <a:xfrm>
                <a:off x="5404199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7" name="Freeform 37716">
                <a:extLst>
                  <a:ext uri="{FF2B5EF4-FFF2-40B4-BE49-F238E27FC236}">
                    <a16:creationId xmlns:a16="http://schemas.microsoft.com/office/drawing/2014/main" id="{A5D69CE7-E09C-61A6-4479-90F8210DA7D0}"/>
                  </a:ext>
                </a:extLst>
              </p:cNvPr>
              <p:cNvSpPr/>
              <p:nvPr/>
            </p:nvSpPr>
            <p:spPr>
              <a:xfrm>
                <a:off x="5404795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8" name="Freeform 37717">
                <a:extLst>
                  <a:ext uri="{FF2B5EF4-FFF2-40B4-BE49-F238E27FC236}">
                    <a16:creationId xmlns:a16="http://schemas.microsoft.com/office/drawing/2014/main" id="{F338F787-736F-A0B7-9986-FB18975CA78E}"/>
                  </a:ext>
                </a:extLst>
              </p:cNvPr>
              <p:cNvSpPr/>
              <p:nvPr/>
            </p:nvSpPr>
            <p:spPr>
              <a:xfrm>
                <a:off x="5405291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19" name="Freeform 37718">
                <a:extLst>
                  <a:ext uri="{FF2B5EF4-FFF2-40B4-BE49-F238E27FC236}">
                    <a16:creationId xmlns:a16="http://schemas.microsoft.com/office/drawing/2014/main" id="{F55BD889-9A8C-C51A-235D-053AAC4B94D1}"/>
                  </a:ext>
                </a:extLst>
              </p:cNvPr>
              <p:cNvSpPr/>
              <p:nvPr/>
            </p:nvSpPr>
            <p:spPr>
              <a:xfrm>
                <a:off x="5405787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0" name="Freeform 37719">
                <a:extLst>
                  <a:ext uri="{FF2B5EF4-FFF2-40B4-BE49-F238E27FC236}">
                    <a16:creationId xmlns:a16="http://schemas.microsoft.com/office/drawing/2014/main" id="{1EF26F23-DCC8-DB1F-3147-E4EE0982F528}"/>
                  </a:ext>
                </a:extLst>
              </p:cNvPr>
              <p:cNvSpPr/>
              <p:nvPr/>
            </p:nvSpPr>
            <p:spPr>
              <a:xfrm>
                <a:off x="5406382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1" name="Freeform 37720">
                <a:extLst>
                  <a:ext uri="{FF2B5EF4-FFF2-40B4-BE49-F238E27FC236}">
                    <a16:creationId xmlns:a16="http://schemas.microsoft.com/office/drawing/2014/main" id="{24753D23-B603-7BF9-C607-1D36B6971D99}"/>
                  </a:ext>
                </a:extLst>
              </p:cNvPr>
              <p:cNvSpPr/>
              <p:nvPr/>
            </p:nvSpPr>
            <p:spPr>
              <a:xfrm>
                <a:off x="5406878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2" name="Freeform 37721">
                <a:extLst>
                  <a:ext uri="{FF2B5EF4-FFF2-40B4-BE49-F238E27FC236}">
                    <a16:creationId xmlns:a16="http://schemas.microsoft.com/office/drawing/2014/main" id="{C013BD21-9684-F161-9DF1-58D3B82A8411}"/>
                  </a:ext>
                </a:extLst>
              </p:cNvPr>
              <p:cNvSpPr/>
              <p:nvPr/>
            </p:nvSpPr>
            <p:spPr>
              <a:xfrm>
                <a:off x="5407374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3" name="Freeform 37722">
                <a:extLst>
                  <a:ext uri="{FF2B5EF4-FFF2-40B4-BE49-F238E27FC236}">
                    <a16:creationId xmlns:a16="http://schemas.microsoft.com/office/drawing/2014/main" id="{7C82ABB1-42B0-69AB-96BD-470CAF97DD80}"/>
                  </a:ext>
                </a:extLst>
              </p:cNvPr>
              <p:cNvSpPr/>
              <p:nvPr/>
            </p:nvSpPr>
            <p:spPr>
              <a:xfrm>
                <a:off x="5407970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4" name="Freeform 37723">
                <a:extLst>
                  <a:ext uri="{FF2B5EF4-FFF2-40B4-BE49-F238E27FC236}">
                    <a16:creationId xmlns:a16="http://schemas.microsoft.com/office/drawing/2014/main" id="{7FD323BE-E6C2-F939-709F-E47B84940E70}"/>
                  </a:ext>
                </a:extLst>
              </p:cNvPr>
              <p:cNvSpPr/>
              <p:nvPr/>
            </p:nvSpPr>
            <p:spPr>
              <a:xfrm>
                <a:off x="5408466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5" name="Freeform 37724">
                <a:extLst>
                  <a:ext uri="{FF2B5EF4-FFF2-40B4-BE49-F238E27FC236}">
                    <a16:creationId xmlns:a16="http://schemas.microsoft.com/office/drawing/2014/main" id="{171DDF26-8BFD-1AE5-5C62-8279B6C48059}"/>
                  </a:ext>
                </a:extLst>
              </p:cNvPr>
              <p:cNvSpPr/>
              <p:nvPr/>
            </p:nvSpPr>
            <p:spPr>
              <a:xfrm>
                <a:off x="5408962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6" name="Freeform 37725">
                <a:extLst>
                  <a:ext uri="{FF2B5EF4-FFF2-40B4-BE49-F238E27FC236}">
                    <a16:creationId xmlns:a16="http://schemas.microsoft.com/office/drawing/2014/main" id="{66E84D6E-2814-9154-ED9A-F8740F6E2937}"/>
                  </a:ext>
                </a:extLst>
              </p:cNvPr>
              <p:cNvSpPr/>
              <p:nvPr/>
            </p:nvSpPr>
            <p:spPr>
              <a:xfrm>
                <a:off x="5409557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7" name="Freeform 37726">
                <a:extLst>
                  <a:ext uri="{FF2B5EF4-FFF2-40B4-BE49-F238E27FC236}">
                    <a16:creationId xmlns:a16="http://schemas.microsoft.com/office/drawing/2014/main" id="{EDB613BC-6BE2-7384-3040-04D73B19CA4B}"/>
                  </a:ext>
                </a:extLst>
              </p:cNvPr>
              <p:cNvSpPr/>
              <p:nvPr/>
            </p:nvSpPr>
            <p:spPr>
              <a:xfrm>
                <a:off x="541005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8" name="Freeform 37727">
                <a:extLst>
                  <a:ext uri="{FF2B5EF4-FFF2-40B4-BE49-F238E27FC236}">
                    <a16:creationId xmlns:a16="http://schemas.microsoft.com/office/drawing/2014/main" id="{D0AB373E-E5F4-80C3-BB10-E5849F990A1A}"/>
                  </a:ext>
                </a:extLst>
              </p:cNvPr>
              <p:cNvSpPr/>
              <p:nvPr/>
            </p:nvSpPr>
            <p:spPr>
              <a:xfrm>
                <a:off x="5410549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9" name="Freeform 37728">
                <a:extLst>
                  <a:ext uri="{FF2B5EF4-FFF2-40B4-BE49-F238E27FC236}">
                    <a16:creationId xmlns:a16="http://schemas.microsoft.com/office/drawing/2014/main" id="{0B3170C9-B23F-95E5-B146-99C41CFF0436}"/>
                  </a:ext>
                </a:extLst>
              </p:cNvPr>
              <p:cNvSpPr/>
              <p:nvPr/>
            </p:nvSpPr>
            <p:spPr>
              <a:xfrm>
                <a:off x="541114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0" name="Freeform 37729">
                <a:extLst>
                  <a:ext uri="{FF2B5EF4-FFF2-40B4-BE49-F238E27FC236}">
                    <a16:creationId xmlns:a16="http://schemas.microsoft.com/office/drawing/2014/main" id="{2343A57F-0D90-9750-3225-D377CCFB59FD}"/>
                  </a:ext>
                </a:extLst>
              </p:cNvPr>
              <p:cNvSpPr/>
              <p:nvPr/>
            </p:nvSpPr>
            <p:spPr>
              <a:xfrm>
                <a:off x="5411641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1" name="Freeform 37730">
                <a:extLst>
                  <a:ext uri="{FF2B5EF4-FFF2-40B4-BE49-F238E27FC236}">
                    <a16:creationId xmlns:a16="http://schemas.microsoft.com/office/drawing/2014/main" id="{E3201D16-855B-4F99-0007-2947F98B1703}"/>
                  </a:ext>
                </a:extLst>
              </p:cNvPr>
              <p:cNvSpPr/>
              <p:nvPr/>
            </p:nvSpPr>
            <p:spPr>
              <a:xfrm>
                <a:off x="5412137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2" name="Freeform 37731">
                <a:extLst>
                  <a:ext uri="{FF2B5EF4-FFF2-40B4-BE49-F238E27FC236}">
                    <a16:creationId xmlns:a16="http://schemas.microsoft.com/office/drawing/2014/main" id="{88A12A42-56A4-150E-CB9B-F79519281CFB}"/>
                  </a:ext>
                </a:extLst>
              </p:cNvPr>
              <p:cNvSpPr/>
              <p:nvPr/>
            </p:nvSpPr>
            <p:spPr>
              <a:xfrm>
                <a:off x="5412732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3" name="Freeform 37732">
                <a:extLst>
                  <a:ext uri="{FF2B5EF4-FFF2-40B4-BE49-F238E27FC236}">
                    <a16:creationId xmlns:a16="http://schemas.microsoft.com/office/drawing/2014/main" id="{955F887F-9887-8D20-D917-0CFC81314CDB}"/>
                  </a:ext>
                </a:extLst>
              </p:cNvPr>
              <p:cNvSpPr/>
              <p:nvPr/>
            </p:nvSpPr>
            <p:spPr>
              <a:xfrm>
                <a:off x="5413228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4" name="Freeform 37733">
                <a:extLst>
                  <a:ext uri="{FF2B5EF4-FFF2-40B4-BE49-F238E27FC236}">
                    <a16:creationId xmlns:a16="http://schemas.microsoft.com/office/drawing/2014/main" id="{1B9551BD-6DB8-7796-5D02-A75A918D455B}"/>
                  </a:ext>
                </a:extLst>
              </p:cNvPr>
              <p:cNvSpPr/>
              <p:nvPr/>
            </p:nvSpPr>
            <p:spPr>
              <a:xfrm>
                <a:off x="5413724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5" name="Freeform 37734">
                <a:extLst>
                  <a:ext uri="{FF2B5EF4-FFF2-40B4-BE49-F238E27FC236}">
                    <a16:creationId xmlns:a16="http://schemas.microsoft.com/office/drawing/2014/main" id="{BED1CB10-1921-1A2A-2880-FA81C6048FE2}"/>
                  </a:ext>
                </a:extLst>
              </p:cNvPr>
              <p:cNvSpPr/>
              <p:nvPr/>
            </p:nvSpPr>
            <p:spPr>
              <a:xfrm>
                <a:off x="5414320" y="4161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6" name="Freeform 37735">
                <a:extLst>
                  <a:ext uri="{FF2B5EF4-FFF2-40B4-BE49-F238E27FC236}">
                    <a16:creationId xmlns:a16="http://schemas.microsoft.com/office/drawing/2014/main" id="{954884CE-1047-76E6-3659-9D87DB4FBA40}"/>
                  </a:ext>
                </a:extLst>
              </p:cNvPr>
              <p:cNvSpPr/>
              <p:nvPr/>
            </p:nvSpPr>
            <p:spPr>
              <a:xfrm>
                <a:off x="5414816" y="4145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7" name="Freeform 37736">
                <a:extLst>
                  <a:ext uri="{FF2B5EF4-FFF2-40B4-BE49-F238E27FC236}">
                    <a16:creationId xmlns:a16="http://schemas.microsoft.com/office/drawing/2014/main" id="{332B4BEA-3337-36BB-58BA-8240A38EFD64}"/>
                  </a:ext>
                </a:extLst>
              </p:cNvPr>
              <p:cNvSpPr/>
              <p:nvPr/>
            </p:nvSpPr>
            <p:spPr>
              <a:xfrm>
                <a:off x="5415312" y="4192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8" name="Freeform 37737">
                <a:extLst>
                  <a:ext uri="{FF2B5EF4-FFF2-40B4-BE49-F238E27FC236}">
                    <a16:creationId xmlns:a16="http://schemas.microsoft.com/office/drawing/2014/main" id="{FBD1EB8A-8105-FDE0-FE5A-C92E4B51FC96}"/>
                  </a:ext>
                </a:extLst>
              </p:cNvPr>
              <p:cNvSpPr/>
              <p:nvPr/>
            </p:nvSpPr>
            <p:spPr>
              <a:xfrm>
                <a:off x="5415808" y="4159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9" name="Freeform 37738">
                <a:extLst>
                  <a:ext uri="{FF2B5EF4-FFF2-40B4-BE49-F238E27FC236}">
                    <a16:creationId xmlns:a16="http://schemas.microsoft.com/office/drawing/2014/main" id="{1AF38060-0E2D-6E20-9A61-7EF920E21639}"/>
                  </a:ext>
                </a:extLst>
              </p:cNvPr>
              <p:cNvSpPr/>
              <p:nvPr/>
            </p:nvSpPr>
            <p:spPr>
              <a:xfrm>
                <a:off x="5416403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0" name="Freeform 37739">
                <a:extLst>
                  <a:ext uri="{FF2B5EF4-FFF2-40B4-BE49-F238E27FC236}">
                    <a16:creationId xmlns:a16="http://schemas.microsoft.com/office/drawing/2014/main" id="{8CCA81C2-12B7-5FE1-D87F-5C3349BEC4B1}"/>
                  </a:ext>
                </a:extLst>
              </p:cNvPr>
              <p:cNvSpPr/>
              <p:nvPr/>
            </p:nvSpPr>
            <p:spPr>
              <a:xfrm>
                <a:off x="5416899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1" name="Freeform 37740">
                <a:extLst>
                  <a:ext uri="{FF2B5EF4-FFF2-40B4-BE49-F238E27FC236}">
                    <a16:creationId xmlns:a16="http://schemas.microsoft.com/office/drawing/2014/main" id="{1597B144-B7B3-4107-05C4-E50A006B884D}"/>
                  </a:ext>
                </a:extLst>
              </p:cNvPr>
              <p:cNvSpPr/>
              <p:nvPr/>
            </p:nvSpPr>
            <p:spPr>
              <a:xfrm>
                <a:off x="5417395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2" name="Freeform 37741">
                <a:extLst>
                  <a:ext uri="{FF2B5EF4-FFF2-40B4-BE49-F238E27FC236}">
                    <a16:creationId xmlns:a16="http://schemas.microsoft.com/office/drawing/2014/main" id="{AE466C7C-206C-BEBE-ECD2-94CCF81D4935}"/>
                  </a:ext>
                </a:extLst>
              </p:cNvPr>
              <p:cNvSpPr/>
              <p:nvPr/>
            </p:nvSpPr>
            <p:spPr>
              <a:xfrm>
                <a:off x="5417991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3" name="Freeform 37742">
                <a:extLst>
                  <a:ext uri="{FF2B5EF4-FFF2-40B4-BE49-F238E27FC236}">
                    <a16:creationId xmlns:a16="http://schemas.microsoft.com/office/drawing/2014/main" id="{CF8A36EE-619F-51AD-191C-A7CABEA23811}"/>
                  </a:ext>
                </a:extLst>
              </p:cNvPr>
              <p:cNvSpPr/>
              <p:nvPr/>
            </p:nvSpPr>
            <p:spPr>
              <a:xfrm>
                <a:off x="5418487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4" name="Freeform 37743">
                <a:extLst>
                  <a:ext uri="{FF2B5EF4-FFF2-40B4-BE49-F238E27FC236}">
                    <a16:creationId xmlns:a16="http://schemas.microsoft.com/office/drawing/2014/main" id="{0B33FC2B-5310-B168-F85D-F52E327C9A41}"/>
                  </a:ext>
                </a:extLst>
              </p:cNvPr>
              <p:cNvSpPr/>
              <p:nvPr/>
            </p:nvSpPr>
            <p:spPr>
              <a:xfrm>
                <a:off x="5418983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5" name="Freeform 37744">
                <a:extLst>
                  <a:ext uri="{FF2B5EF4-FFF2-40B4-BE49-F238E27FC236}">
                    <a16:creationId xmlns:a16="http://schemas.microsoft.com/office/drawing/2014/main" id="{F3B90B3C-0F07-3E3B-B616-D4C6AB27B5D4}"/>
                  </a:ext>
                </a:extLst>
              </p:cNvPr>
              <p:cNvSpPr/>
              <p:nvPr/>
            </p:nvSpPr>
            <p:spPr>
              <a:xfrm>
                <a:off x="5419578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6" name="Freeform 37745">
                <a:extLst>
                  <a:ext uri="{FF2B5EF4-FFF2-40B4-BE49-F238E27FC236}">
                    <a16:creationId xmlns:a16="http://schemas.microsoft.com/office/drawing/2014/main" id="{0A6CE89E-95C3-CB5A-A84E-5C7BE1911389}"/>
                  </a:ext>
                </a:extLst>
              </p:cNvPr>
              <p:cNvSpPr/>
              <p:nvPr/>
            </p:nvSpPr>
            <p:spPr>
              <a:xfrm>
                <a:off x="5420074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7" name="Freeform 37746">
                <a:extLst>
                  <a:ext uri="{FF2B5EF4-FFF2-40B4-BE49-F238E27FC236}">
                    <a16:creationId xmlns:a16="http://schemas.microsoft.com/office/drawing/2014/main" id="{3DFCE646-93C8-0A0A-5BD6-D45FAAD0ADFB}"/>
                  </a:ext>
                </a:extLst>
              </p:cNvPr>
              <p:cNvSpPr/>
              <p:nvPr/>
            </p:nvSpPr>
            <p:spPr>
              <a:xfrm>
                <a:off x="5420570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8" name="Freeform 37747">
                <a:extLst>
                  <a:ext uri="{FF2B5EF4-FFF2-40B4-BE49-F238E27FC236}">
                    <a16:creationId xmlns:a16="http://schemas.microsoft.com/office/drawing/2014/main" id="{0083CF4E-527F-2AAA-7DC0-0C8CB4047B44}"/>
                  </a:ext>
                </a:extLst>
              </p:cNvPr>
              <p:cNvSpPr/>
              <p:nvPr/>
            </p:nvSpPr>
            <p:spPr>
              <a:xfrm>
                <a:off x="5421166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9" name="Freeform 37748">
                <a:extLst>
                  <a:ext uri="{FF2B5EF4-FFF2-40B4-BE49-F238E27FC236}">
                    <a16:creationId xmlns:a16="http://schemas.microsoft.com/office/drawing/2014/main" id="{154BF4CE-599B-6994-05F8-3911155F6C38}"/>
                  </a:ext>
                </a:extLst>
              </p:cNvPr>
              <p:cNvSpPr/>
              <p:nvPr/>
            </p:nvSpPr>
            <p:spPr>
              <a:xfrm>
                <a:off x="5421662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0" name="Freeform 37749">
                <a:extLst>
                  <a:ext uri="{FF2B5EF4-FFF2-40B4-BE49-F238E27FC236}">
                    <a16:creationId xmlns:a16="http://schemas.microsoft.com/office/drawing/2014/main" id="{A4185793-4E65-1DAC-7292-97856304A936}"/>
                  </a:ext>
                </a:extLst>
              </p:cNvPr>
              <p:cNvSpPr/>
              <p:nvPr/>
            </p:nvSpPr>
            <p:spPr>
              <a:xfrm>
                <a:off x="542215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1" name="Freeform 37750">
                <a:extLst>
                  <a:ext uri="{FF2B5EF4-FFF2-40B4-BE49-F238E27FC236}">
                    <a16:creationId xmlns:a16="http://schemas.microsoft.com/office/drawing/2014/main" id="{B94E8909-16A5-C2C1-31A7-512B20ED1C12}"/>
                  </a:ext>
                </a:extLst>
              </p:cNvPr>
              <p:cNvSpPr/>
              <p:nvPr/>
            </p:nvSpPr>
            <p:spPr>
              <a:xfrm>
                <a:off x="5422753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2" name="Freeform 37751">
                <a:extLst>
                  <a:ext uri="{FF2B5EF4-FFF2-40B4-BE49-F238E27FC236}">
                    <a16:creationId xmlns:a16="http://schemas.microsoft.com/office/drawing/2014/main" id="{9FF9CFFC-7C01-AD62-AAF9-1848D19681AB}"/>
                  </a:ext>
                </a:extLst>
              </p:cNvPr>
              <p:cNvSpPr/>
              <p:nvPr/>
            </p:nvSpPr>
            <p:spPr>
              <a:xfrm>
                <a:off x="5423249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3" name="Freeform 37752">
                <a:extLst>
                  <a:ext uri="{FF2B5EF4-FFF2-40B4-BE49-F238E27FC236}">
                    <a16:creationId xmlns:a16="http://schemas.microsoft.com/office/drawing/2014/main" id="{ED588C63-8717-20B6-BD48-C6C37C801F9D}"/>
                  </a:ext>
                </a:extLst>
              </p:cNvPr>
              <p:cNvSpPr/>
              <p:nvPr/>
            </p:nvSpPr>
            <p:spPr>
              <a:xfrm>
                <a:off x="5423745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4" name="Freeform 37753">
                <a:extLst>
                  <a:ext uri="{FF2B5EF4-FFF2-40B4-BE49-F238E27FC236}">
                    <a16:creationId xmlns:a16="http://schemas.microsoft.com/office/drawing/2014/main" id="{967708D9-1DCD-BA6C-6524-800009292775}"/>
                  </a:ext>
                </a:extLst>
              </p:cNvPr>
              <p:cNvSpPr/>
              <p:nvPr/>
            </p:nvSpPr>
            <p:spPr>
              <a:xfrm>
                <a:off x="5424341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5" name="Freeform 37754">
                <a:extLst>
                  <a:ext uri="{FF2B5EF4-FFF2-40B4-BE49-F238E27FC236}">
                    <a16:creationId xmlns:a16="http://schemas.microsoft.com/office/drawing/2014/main" id="{E21563F7-F178-B6F6-E2EA-065381A15BAA}"/>
                  </a:ext>
                </a:extLst>
              </p:cNvPr>
              <p:cNvSpPr/>
              <p:nvPr/>
            </p:nvSpPr>
            <p:spPr>
              <a:xfrm>
                <a:off x="5424837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6" name="Freeform 37755">
                <a:extLst>
                  <a:ext uri="{FF2B5EF4-FFF2-40B4-BE49-F238E27FC236}">
                    <a16:creationId xmlns:a16="http://schemas.microsoft.com/office/drawing/2014/main" id="{4C15E8CD-0901-01EB-BCAA-6846FB1D1855}"/>
                  </a:ext>
                </a:extLst>
              </p:cNvPr>
              <p:cNvSpPr/>
              <p:nvPr/>
            </p:nvSpPr>
            <p:spPr>
              <a:xfrm>
                <a:off x="542533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7" name="Freeform 37756">
                <a:extLst>
                  <a:ext uri="{FF2B5EF4-FFF2-40B4-BE49-F238E27FC236}">
                    <a16:creationId xmlns:a16="http://schemas.microsoft.com/office/drawing/2014/main" id="{C6BB14BE-1316-2E08-C20D-09BA6B26ABAE}"/>
                  </a:ext>
                </a:extLst>
              </p:cNvPr>
              <p:cNvSpPr/>
              <p:nvPr/>
            </p:nvSpPr>
            <p:spPr>
              <a:xfrm>
                <a:off x="5425928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8" name="Freeform 37757">
                <a:extLst>
                  <a:ext uri="{FF2B5EF4-FFF2-40B4-BE49-F238E27FC236}">
                    <a16:creationId xmlns:a16="http://schemas.microsoft.com/office/drawing/2014/main" id="{EF781304-8ED4-C5DE-3392-4565AE58B421}"/>
                  </a:ext>
                </a:extLst>
              </p:cNvPr>
              <p:cNvSpPr/>
              <p:nvPr/>
            </p:nvSpPr>
            <p:spPr>
              <a:xfrm>
                <a:off x="5426424" y="4187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9" name="Freeform 37758">
                <a:extLst>
                  <a:ext uri="{FF2B5EF4-FFF2-40B4-BE49-F238E27FC236}">
                    <a16:creationId xmlns:a16="http://schemas.microsoft.com/office/drawing/2014/main" id="{C3AB24BF-3E09-2CD9-D072-9F7961AC6E7A}"/>
                  </a:ext>
                </a:extLst>
              </p:cNvPr>
              <p:cNvSpPr/>
              <p:nvPr/>
            </p:nvSpPr>
            <p:spPr>
              <a:xfrm>
                <a:off x="5426920" y="3940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0" name="Freeform 37759">
                <a:extLst>
                  <a:ext uri="{FF2B5EF4-FFF2-40B4-BE49-F238E27FC236}">
                    <a16:creationId xmlns:a16="http://schemas.microsoft.com/office/drawing/2014/main" id="{58EAE13B-CC77-A6CB-8371-CB402B322723}"/>
                  </a:ext>
                </a:extLst>
              </p:cNvPr>
              <p:cNvSpPr/>
              <p:nvPr/>
            </p:nvSpPr>
            <p:spPr>
              <a:xfrm>
                <a:off x="5427516" y="3864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1" name="Freeform 37760">
                <a:extLst>
                  <a:ext uri="{FF2B5EF4-FFF2-40B4-BE49-F238E27FC236}">
                    <a16:creationId xmlns:a16="http://schemas.microsoft.com/office/drawing/2014/main" id="{491C6A33-CE4C-88CA-5AA0-98B38237789B}"/>
                  </a:ext>
                </a:extLst>
              </p:cNvPr>
              <p:cNvSpPr/>
              <p:nvPr/>
            </p:nvSpPr>
            <p:spPr>
              <a:xfrm>
                <a:off x="5428012" y="3970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2" name="Freeform 37761">
                <a:extLst>
                  <a:ext uri="{FF2B5EF4-FFF2-40B4-BE49-F238E27FC236}">
                    <a16:creationId xmlns:a16="http://schemas.microsoft.com/office/drawing/2014/main" id="{312912AB-7775-7067-919A-B2A0529CDD9E}"/>
                  </a:ext>
                </a:extLst>
              </p:cNvPr>
              <p:cNvSpPr/>
              <p:nvPr/>
            </p:nvSpPr>
            <p:spPr>
              <a:xfrm>
                <a:off x="5428508" y="3959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3" name="Freeform 37762">
                <a:extLst>
                  <a:ext uri="{FF2B5EF4-FFF2-40B4-BE49-F238E27FC236}">
                    <a16:creationId xmlns:a16="http://schemas.microsoft.com/office/drawing/2014/main" id="{A1EAA288-2E46-0980-6EB8-00F47598C923}"/>
                  </a:ext>
                </a:extLst>
              </p:cNvPr>
              <p:cNvSpPr/>
              <p:nvPr/>
            </p:nvSpPr>
            <p:spPr>
              <a:xfrm>
                <a:off x="5429004" y="4031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4" name="Freeform 37763">
                <a:extLst>
                  <a:ext uri="{FF2B5EF4-FFF2-40B4-BE49-F238E27FC236}">
                    <a16:creationId xmlns:a16="http://schemas.microsoft.com/office/drawing/2014/main" id="{1E256454-4E9F-E9B2-7A62-1A1296ED9943}"/>
                  </a:ext>
                </a:extLst>
              </p:cNvPr>
              <p:cNvSpPr/>
              <p:nvPr/>
            </p:nvSpPr>
            <p:spPr>
              <a:xfrm>
                <a:off x="5429599" y="4174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5" name="Freeform 37764">
                <a:extLst>
                  <a:ext uri="{FF2B5EF4-FFF2-40B4-BE49-F238E27FC236}">
                    <a16:creationId xmlns:a16="http://schemas.microsoft.com/office/drawing/2014/main" id="{4ADC36B2-79BE-B522-EF40-B821B21B1E74}"/>
                  </a:ext>
                </a:extLst>
              </p:cNvPr>
              <p:cNvSpPr/>
              <p:nvPr/>
            </p:nvSpPr>
            <p:spPr>
              <a:xfrm>
                <a:off x="5430095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6" name="Freeform 37765">
                <a:extLst>
                  <a:ext uri="{FF2B5EF4-FFF2-40B4-BE49-F238E27FC236}">
                    <a16:creationId xmlns:a16="http://schemas.microsoft.com/office/drawing/2014/main" id="{2B5F3410-160E-BAE2-560C-A1F95B11E89A}"/>
                  </a:ext>
                </a:extLst>
              </p:cNvPr>
              <p:cNvSpPr/>
              <p:nvPr/>
            </p:nvSpPr>
            <p:spPr>
              <a:xfrm>
                <a:off x="5430591" y="4207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7" name="Freeform 37766">
                <a:extLst>
                  <a:ext uri="{FF2B5EF4-FFF2-40B4-BE49-F238E27FC236}">
                    <a16:creationId xmlns:a16="http://schemas.microsoft.com/office/drawing/2014/main" id="{E6B1A4AB-A114-0803-A1C5-F9615B16A526}"/>
                  </a:ext>
                </a:extLst>
              </p:cNvPr>
              <p:cNvSpPr/>
              <p:nvPr/>
            </p:nvSpPr>
            <p:spPr>
              <a:xfrm>
                <a:off x="5431187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8" name="Freeform 37767">
                <a:extLst>
                  <a:ext uri="{FF2B5EF4-FFF2-40B4-BE49-F238E27FC236}">
                    <a16:creationId xmlns:a16="http://schemas.microsoft.com/office/drawing/2014/main" id="{358155C7-6208-0C1F-FB02-E58926AD9F24}"/>
                  </a:ext>
                </a:extLst>
              </p:cNvPr>
              <p:cNvSpPr/>
              <p:nvPr/>
            </p:nvSpPr>
            <p:spPr>
              <a:xfrm>
                <a:off x="5431683" y="4201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9" name="Freeform 37768">
                <a:extLst>
                  <a:ext uri="{FF2B5EF4-FFF2-40B4-BE49-F238E27FC236}">
                    <a16:creationId xmlns:a16="http://schemas.microsoft.com/office/drawing/2014/main" id="{43B4A6DA-E40E-EE94-BED1-0C411C05E9F6}"/>
                  </a:ext>
                </a:extLst>
              </p:cNvPr>
              <p:cNvSpPr/>
              <p:nvPr/>
            </p:nvSpPr>
            <p:spPr>
              <a:xfrm>
                <a:off x="5432179" y="42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0" name="Freeform 37769">
                <a:extLst>
                  <a:ext uri="{FF2B5EF4-FFF2-40B4-BE49-F238E27FC236}">
                    <a16:creationId xmlns:a16="http://schemas.microsoft.com/office/drawing/2014/main" id="{9822BB4B-3B16-7AE6-3999-B49C73970986}"/>
                  </a:ext>
                </a:extLst>
              </p:cNvPr>
              <p:cNvSpPr/>
              <p:nvPr/>
            </p:nvSpPr>
            <p:spPr>
              <a:xfrm>
                <a:off x="5432774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1" name="Freeform 37770">
                <a:extLst>
                  <a:ext uri="{FF2B5EF4-FFF2-40B4-BE49-F238E27FC236}">
                    <a16:creationId xmlns:a16="http://schemas.microsoft.com/office/drawing/2014/main" id="{E96582CC-E716-147B-0CA5-F31900413428}"/>
                  </a:ext>
                </a:extLst>
              </p:cNvPr>
              <p:cNvSpPr/>
              <p:nvPr/>
            </p:nvSpPr>
            <p:spPr>
              <a:xfrm>
                <a:off x="5433270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2" name="Freeform 37771">
                <a:extLst>
                  <a:ext uri="{FF2B5EF4-FFF2-40B4-BE49-F238E27FC236}">
                    <a16:creationId xmlns:a16="http://schemas.microsoft.com/office/drawing/2014/main" id="{5EFB1655-9DBA-24E7-1971-3B9284D82DB5}"/>
                  </a:ext>
                </a:extLst>
              </p:cNvPr>
              <p:cNvSpPr/>
              <p:nvPr/>
            </p:nvSpPr>
            <p:spPr>
              <a:xfrm>
                <a:off x="5433766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3" name="Freeform 37772">
                <a:extLst>
                  <a:ext uri="{FF2B5EF4-FFF2-40B4-BE49-F238E27FC236}">
                    <a16:creationId xmlns:a16="http://schemas.microsoft.com/office/drawing/2014/main" id="{DC1EF5B6-4EF0-985A-074D-FD0E33797C6C}"/>
                  </a:ext>
                </a:extLst>
              </p:cNvPr>
              <p:cNvSpPr/>
              <p:nvPr/>
            </p:nvSpPr>
            <p:spPr>
              <a:xfrm>
                <a:off x="5434362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4" name="Freeform 37773">
                <a:extLst>
                  <a:ext uri="{FF2B5EF4-FFF2-40B4-BE49-F238E27FC236}">
                    <a16:creationId xmlns:a16="http://schemas.microsoft.com/office/drawing/2014/main" id="{6F183A15-7818-236D-ECE7-3A99C44C72F9}"/>
                  </a:ext>
                </a:extLst>
              </p:cNvPr>
              <p:cNvSpPr/>
              <p:nvPr/>
            </p:nvSpPr>
            <p:spPr>
              <a:xfrm>
                <a:off x="5434858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5" name="Freeform 37774">
                <a:extLst>
                  <a:ext uri="{FF2B5EF4-FFF2-40B4-BE49-F238E27FC236}">
                    <a16:creationId xmlns:a16="http://schemas.microsoft.com/office/drawing/2014/main" id="{5AB0760B-2705-0CEB-0792-6634A88ED112}"/>
                  </a:ext>
                </a:extLst>
              </p:cNvPr>
              <p:cNvSpPr/>
              <p:nvPr/>
            </p:nvSpPr>
            <p:spPr>
              <a:xfrm>
                <a:off x="5435354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6" name="Freeform 37775">
                <a:extLst>
                  <a:ext uri="{FF2B5EF4-FFF2-40B4-BE49-F238E27FC236}">
                    <a16:creationId xmlns:a16="http://schemas.microsoft.com/office/drawing/2014/main" id="{3DAFF19C-B6FD-1805-2441-68CA6F3C2292}"/>
                  </a:ext>
                </a:extLst>
              </p:cNvPr>
              <p:cNvSpPr/>
              <p:nvPr/>
            </p:nvSpPr>
            <p:spPr>
              <a:xfrm>
                <a:off x="5435949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7" name="Freeform 37776">
                <a:extLst>
                  <a:ext uri="{FF2B5EF4-FFF2-40B4-BE49-F238E27FC236}">
                    <a16:creationId xmlns:a16="http://schemas.microsoft.com/office/drawing/2014/main" id="{34B91BF9-CA7A-5070-BA6D-1E68BB3A98A0}"/>
                  </a:ext>
                </a:extLst>
              </p:cNvPr>
              <p:cNvSpPr/>
              <p:nvPr/>
            </p:nvSpPr>
            <p:spPr>
              <a:xfrm>
                <a:off x="5436445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8" name="Freeform 37777">
                <a:extLst>
                  <a:ext uri="{FF2B5EF4-FFF2-40B4-BE49-F238E27FC236}">
                    <a16:creationId xmlns:a16="http://schemas.microsoft.com/office/drawing/2014/main" id="{BC5BD7D2-1250-6925-B0B0-18316EE3F6FD}"/>
                  </a:ext>
                </a:extLst>
              </p:cNvPr>
              <p:cNvSpPr/>
              <p:nvPr/>
            </p:nvSpPr>
            <p:spPr>
              <a:xfrm>
                <a:off x="5436941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9" name="Freeform 37778">
                <a:extLst>
                  <a:ext uri="{FF2B5EF4-FFF2-40B4-BE49-F238E27FC236}">
                    <a16:creationId xmlns:a16="http://schemas.microsoft.com/office/drawing/2014/main" id="{483A14B2-7EE7-E659-ACF4-898B76EADB11}"/>
                  </a:ext>
                </a:extLst>
              </p:cNvPr>
              <p:cNvSpPr/>
              <p:nvPr/>
            </p:nvSpPr>
            <p:spPr>
              <a:xfrm>
                <a:off x="5437537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0" name="Freeform 37779">
                <a:extLst>
                  <a:ext uri="{FF2B5EF4-FFF2-40B4-BE49-F238E27FC236}">
                    <a16:creationId xmlns:a16="http://schemas.microsoft.com/office/drawing/2014/main" id="{9B2A687B-4B6B-B601-2FF4-50B28035CC90}"/>
                  </a:ext>
                </a:extLst>
              </p:cNvPr>
              <p:cNvSpPr/>
              <p:nvPr/>
            </p:nvSpPr>
            <p:spPr>
              <a:xfrm>
                <a:off x="5438033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1" name="Freeform 37780">
                <a:extLst>
                  <a:ext uri="{FF2B5EF4-FFF2-40B4-BE49-F238E27FC236}">
                    <a16:creationId xmlns:a16="http://schemas.microsoft.com/office/drawing/2014/main" id="{9F76CB8E-1C04-E611-7CDB-FAE4860458DF}"/>
                  </a:ext>
                </a:extLst>
              </p:cNvPr>
              <p:cNvSpPr/>
              <p:nvPr/>
            </p:nvSpPr>
            <p:spPr>
              <a:xfrm>
                <a:off x="5438529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2" name="Freeform 37781">
                <a:extLst>
                  <a:ext uri="{FF2B5EF4-FFF2-40B4-BE49-F238E27FC236}">
                    <a16:creationId xmlns:a16="http://schemas.microsoft.com/office/drawing/2014/main" id="{9CBF2956-AB65-1D6F-3F0E-E84B2DA88439}"/>
                  </a:ext>
                </a:extLst>
              </p:cNvPr>
              <p:cNvSpPr/>
              <p:nvPr/>
            </p:nvSpPr>
            <p:spPr>
              <a:xfrm>
                <a:off x="5439124" y="4057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3" name="Freeform 37782">
                <a:extLst>
                  <a:ext uri="{FF2B5EF4-FFF2-40B4-BE49-F238E27FC236}">
                    <a16:creationId xmlns:a16="http://schemas.microsoft.com/office/drawing/2014/main" id="{DBCBF5C2-D3DE-E839-0FF4-ED5B49B6BAFF}"/>
                  </a:ext>
                </a:extLst>
              </p:cNvPr>
              <p:cNvSpPr/>
              <p:nvPr/>
            </p:nvSpPr>
            <p:spPr>
              <a:xfrm>
                <a:off x="5439620" y="3779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4" name="Freeform 37783">
                <a:extLst>
                  <a:ext uri="{FF2B5EF4-FFF2-40B4-BE49-F238E27FC236}">
                    <a16:creationId xmlns:a16="http://schemas.microsoft.com/office/drawing/2014/main" id="{B9AED886-084D-7258-7EA8-43E029599EFB}"/>
                  </a:ext>
                </a:extLst>
              </p:cNvPr>
              <p:cNvSpPr/>
              <p:nvPr/>
            </p:nvSpPr>
            <p:spPr>
              <a:xfrm>
                <a:off x="5440116" y="3829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5" name="Freeform 37784">
                <a:extLst>
                  <a:ext uri="{FF2B5EF4-FFF2-40B4-BE49-F238E27FC236}">
                    <a16:creationId xmlns:a16="http://schemas.microsoft.com/office/drawing/2014/main" id="{56522706-A9A3-0E6E-C15A-3DEEBE74FE51}"/>
                  </a:ext>
                </a:extLst>
              </p:cNvPr>
              <p:cNvSpPr/>
              <p:nvPr/>
            </p:nvSpPr>
            <p:spPr>
              <a:xfrm>
                <a:off x="5440613" y="3967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6" name="Freeform 37785">
                <a:extLst>
                  <a:ext uri="{FF2B5EF4-FFF2-40B4-BE49-F238E27FC236}">
                    <a16:creationId xmlns:a16="http://schemas.microsoft.com/office/drawing/2014/main" id="{1A327D7C-D1DF-DD8D-790D-F0F48ED0B6D3}"/>
                  </a:ext>
                </a:extLst>
              </p:cNvPr>
              <p:cNvSpPr/>
              <p:nvPr/>
            </p:nvSpPr>
            <p:spPr>
              <a:xfrm>
                <a:off x="5441208" y="3768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7" name="Freeform 37786">
                <a:extLst>
                  <a:ext uri="{FF2B5EF4-FFF2-40B4-BE49-F238E27FC236}">
                    <a16:creationId xmlns:a16="http://schemas.microsoft.com/office/drawing/2014/main" id="{8604D903-2BA7-C8C8-CF1A-2884FDD5E789}"/>
                  </a:ext>
                </a:extLst>
              </p:cNvPr>
              <p:cNvSpPr/>
              <p:nvPr/>
            </p:nvSpPr>
            <p:spPr>
              <a:xfrm>
                <a:off x="5441704" y="398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8" name="Freeform 37787">
                <a:extLst>
                  <a:ext uri="{FF2B5EF4-FFF2-40B4-BE49-F238E27FC236}">
                    <a16:creationId xmlns:a16="http://schemas.microsoft.com/office/drawing/2014/main" id="{D0D93783-22C0-0CB0-2FF0-FA8FDF924D2D}"/>
                  </a:ext>
                </a:extLst>
              </p:cNvPr>
              <p:cNvSpPr/>
              <p:nvPr/>
            </p:nvSpPr>
            <p:spPr>
              <a:xfrm>
                <a:off x="5442200" y="4072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9" name="Freeform 37788">
                <a:extLst>
                  <a:ext uri="{FF2B5EF4-FFF2-40B4-BE49-F238E27FC236}">
                    <a16:creationId xmlns:a16="http://schemas.microsoft.com/office/drawing/2014/main" id="{7B6B2592-2218-AA73-AF4E-66DE2ECF9325}"/>
                  </a:ext>
                </a:extLst>
              </p:cNvPr>
              <p:cNvSpPr/>
              <p:nvPr/>
            </p:nvSpPr>
            <p:spPr>
              <a:xfrm>
                <a:off x="5442795" y="4144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0" name="Freeform 37789">
                <a:extLst>
                  <a:ext uri="{FF2B5EF4-FFF2-40B4-BE49-F238E27FC236}">
                    <a16:creationId xmlns:a16="http://schemas.microsoft.com/office/drawing/2014/main" id="{195D81F6-E99D-1576-1EA3-B3E20FDAAC22}"/>
                  </a:ext>
                </a:extLst>
              </p:cNvPr>
              <p:cNvSpPr/>
              <p:nvPr/>
            </p:nvSpPr>
            <p:spPr>
              <a:xfrm>
                <a:off x="5443291" y="4159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1" name="Freeform 37790">
                <a:extLst>
                  <a:ext uri="{FF2B5EF4-FFF2-40B4-BE49-F238E27FC236}">
                    <a16:creationId xmlns:a16="http://schemas.microsoft.com/office/drawing/2014/main" id="{4B985905-90AE-C7CF-2F4B-E9454257777B}"/>
                  </a:ext>
                </a:extLst>
              </p:cNvPr>
              <p:cNvSpPr/>
              <p:nvPr/>
            </p:nvSpPr>
            <p:spPr>
              <a:xfrm>
                <a:off x="5443788" y="4181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2" name="Freeform 37791">
                <a:extLst>
                  <a:ext uri="{FF2B5EF4-FFF2-40B4-BE49-F238E27FC236}">
                    <a16:creationId xmlns:a16="http://schemas.microsoft.com/office/drawing/2014/main" id="{26C292C9-A01B-5DBF-691F-B5E1C61C4B4F}"/>
                  </a:ext>
                </a:extLst>
              </p:cNvPr>
              <p:cNvSpPr/>
              <p:nvPr/>
            </p:nvSpPr>
            <p:spPr>
              <a:xfrm>
                <a:off x="5444383" y="4185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3" name="Freeform 37792">
                <a:extLst>
                  <a:ext uri="{FF2B5EF4-FFF2-40B4-BE49-F238E27FC236}">
                    <a16:creationId xmlns:a16="http://schemas.microsoft.com/office/drawing/2014/main" id="{4CE8C7F1-9A70-5DE7-0F77-AA329ABE99FF}"/>
                  </a:ext>
                </a:extLst>
              </p:cNvPr>
              <p:cNvSpPr/>
              <p:nvPr/>
            </p:nvSpPr>
            <p:spPr>
              <a:xfrm>
                <a:off x="5444879" y="4178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4" name="Freeform 37793">
                <a:extLst>
                  <a:ext uri="{FF2B5EF4-FFF2-40B4-BE49-F238E27FC236}">
                    <a16:creationId xmlns:a16="http://schemas.microsoft.com/office/drawing/2014/main" id="{EF7E4600-45C6-6E20-AE5B-6296492645E3}"/>
                  </a:ext>
                </a:extLst>
              </p:cNvPr>
              <p:cNvSpPr/>
              <p:nvPr/>
            </p:nvSpPr>
            <p:spPr>
              <a:xfrm>
                <a:off x="5445375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5" name="Freeform 37794">
                <a:extLst>
                  <a:ext uri="{FF2B5EF4-FFF2-40B4-BE49-F238E27FC236}">
                    <a16:creationId xmlns:a16="http://schemas.microsoft.com/office/drawing/2014/main" id="{0AB04BED-2882-0A12-D9AD-BC6CD777ACD4}"/>
                  </a:ext>
                </a:extLst>
              </p:cNvPr>
              <p:cNvSpPr/>
              <p:nvPr/>
            </p:nvSpPr>
            <p:spPr>
              <a:xfrm>
                <a:off x="5445970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6" name="Freeform 37795">
                <a:extLst>
                  <a:ext uri="{FF2B5EF4-FFF2-40B4-BE49-F238E27FC236}">
                    <a16:creationId xmlns:a16="http://schemas.microsoft.com/office/drawing/2014/main" id="{80956FE9-0AB5-A475-C3F6-D49B9F9C3710}"/>
                  </a:ext>
                </a:extLst>
              </p:cNvPr>
              <p:cNvSpPr/>
              <p:nvPr/>
            </p:nvSpPr>
            <p:spPr>
              <a:xfrm>
                <a:off x="5446466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7" name="Freeform 37796">
                <a:extLst>
                  <a:ext uri="{FF2B5EF4-FFF2-40B4-BE49-F238E27FC236}">
                    <a16:creationId xmlns:a16="http://schemas.microsoft.com/office/drawing/2014/main" id="{DBF9A720-5C49-0D25-E3F8-6A91F72D5D4E}"/>
                  </a:ext>
                </a:extLst>
              </p:cNvPr>
              <p:cNvSpPr/>
              <p:nvPr/>
            </p:nvSpPr>
            <p:spPr>
              <a:xfrm>
                <a:off x="5446963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8" name="Freeform 37797">
                <a:extLst>
                  <a:ext uri="{FF2B5EF4-FFF2-40B4-BE49-F238E27FC236}">
                    <a16:creationId xmlns:a16="http://schemas.microsoft.com/office/drawing/2014/main" id="{83FC92FE-4B3C-DB9B-CB94-37BF1A6DF948}"/>
                  </a:ext>
                </a:extLst>
              </p:cNvPr>
              <p:cNvSpPr/>
              <p:nvPr/>
            </p:nvSpPr>
            <p:spPr>
              <a:xfrm>
                <a:off x="5447558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9" name="Freeform 37798">
                <a:extLst>
                  <a:ext uri="{FF2B5EF4-FFF2-40B4-BE49-F238E27FC236}">
                    <a16:creationId xmlns:a16="http://schemas.microsoft.com/office/drawing/2014/main" id="{E8CF971E-72B2-63F3-A31A-07DC76F19B13}"/>
                  </a:ext>
                </a:extLst>
              </p:cNvPr>
              <p:cNvSpPr/>
              <p:nvPr/>
            </p:nvSpPr>
            <p:spPr>
              <a:xfrm>
                <a:off x="5448054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0" name="Freeform 37799">
                <a:extLst>
                  <a:ext uri="{FF2B5EF4-FFF2-40B4-BE49-F238E27FC236}">
                    <a16:creationId xmlns:a16="http://schemas.microsoft.com/office/drawing/2014/main" id="{099B9886-4C10-3368-4552-522A4296C7B2}"/>
                  </a:ext>
                </a:extLst>
              </p:cNvPr>
              <p:cNvSpPr/>
              <p:nvPr/>
            </p:nvSpPr>
            <p:spPr>
              <a:xfrm>
                <a:off x="5448550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1" name="Freeform 37800">
                <a:extLst>
                  <a:ext uri="{FF2B5EF4-FFF2-40B4-BE49-F238E27FC236}">
                    <a16:creationId xmlns:a16="http://schemas.microsoft.com/office/drawing/2014/main" id="{80475299-17D5-F689-DDD4-217972AD32E2}"/>
                  </a:ext>
                </a:extLst>
              </p:cNvPr>
              <p:cNvSpPr/>
              <p:nvPr/>
            </p:nvSpPr>
            <p:spPr>
              <a:xfrm>
                <a:off x="5449145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2" name="Freeform 37801">
                <a:extLst>
                  <a:ext uri="{FF2B5EF4-FFF2-40B4-BE49-F238E27FC236}">
                    <a16:creationId xmlns:a16="http://schemas.microsoft.com/office/drawing/2014/main" id="{C50AC160-BAFB-3EAC-3998-60D2D95BA793}"/>
                  </a:ext>
                </a:extLst>
              </p:cNvPr>
              <p:cNvSpPr/>
              <p:nvPr/>
            </p:nvSpPr>
            <p:spPr>
              <a:xfrm>
                <a:off x="5449641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3" name="Freeform 37802">
                <a:extLst>
                  <a:ext uri="{FF2B5EF4-FFF2-40B4-BE49-F238E27FC236}">
                    <a16:creationId xmlns:a16="http://schemas.microsoft.com/office/drawing/2014/main" id="{7FAA4D47-8BC3-EB2A-B543-592089B098CF}"/>
                  </a:ext>
                </a:extLst>
              </p:cNvPr>
              <p:cNvSpPr/>
              <p:nvPr/>
            </p:nvSpPr>
            <p:spPr>
              <a:xfrm>
                <a:off x="5450138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4" name="Freeform 37803">
                <a:extLst>
                  <a:ext uri="{FF2B5EF4-FFF2-40B4-BE49-F238E27FC236}">
                    <a16:creationId xmlns:a16="http://schemas.microsoft.com/office/drawing/2014/main" id="{40740AD2-F35B-4EDC-4552-059D42B367A3}"/>
                  </a:ext>
                </a:extLst>
              </p:cNvPr>
              <p:cNvSpPr/>
              <p:nvPr/>
            </p:nvSpPr>
            <p:spPr>
              <a:xfrm>
                <a:off x="5450733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5" name="Freeform 37804">
                <a:extLst>
                  <a:ext uri="{FF2B5EF4-FFF2-40B4-BE49-F238E27FC236}">
                    <a16:creationId xmlns:a16="http://schemas.microsoft.com/office/drawing/2014/main" id="{A5F19603-AEC2-D3DB-646D-DF3E1F487373}"/>
                  </a:ext>
                </a:extLst>
              </p:cNvPr>
              <p:cNvSpPr/>
              <p:nvPr/>
            </p:nvSpPr>
            <p:spPr>
              <a:xfrm>
                <a:off x="5451229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6" name="Freeform 37805">
                <a:extLst>
                  <a:ext uri="{FF2B5EF4-FFF2-40B4-BE49-F238E27FC236}">
                    <a16:creationId xmlns:a16="http://schemas.microsoft.com/office/drawing/2014/main" id="{F86D648E-7097-77B1-E010-3E7F413415DF}"/>
                  </a:ext>
                </a:extLst>
              </p:cNvPr>
              <p:cNvSpPr/>
              <p:nvPr/>
            </p:nvSpPr>
            <p:spPr>
              <a:xfrm>
                <a:off x="5451725" y="4036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7" name="Freeform 37806">
                <a:extLst>
                  <a:ext uri="{FF2B5EF4-FFF2-40B4-BE49-F238E27FC236}">
                    <a16:creationId xmlns:a16="http://schemas.microsoft.com/office/drawing/2014/main" id="{BF7C0E96-C992-342E-1F9A-82EA1186F027}"/>
                  </a:ext>
                </a:extLst>
              </p:cNvPr>
              <p:cNvSpPr/>
              <p:nvPr/>
            </p:nvSpPr>
            <p:spPr>
              <a:xfrm>
                <a:off x="5452221" y="3706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8" name="Freeform 37807">
                <a:extLst>
                  <a:ext uri="{FF2B5EF4-FFF2-40B4-BE49-F238E27FC236}">
                    <a16:creationId xmlns:a16="http://schemas.microsoft.com/office/drawing/2014/main" id="{C7C24503-4501-E74F-58C8-47F57CCA1948}"/>
                  </a:ext>
                </a:extLst>
              </p:cNvPr>
              <p:cNvSpPr/>
              <p:nvPr/>
            </p:nvSpPr>
            <p:spPr>
              <a:xfrm>
                <a:off x="5452816" y="3811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9" name="Freeform 37808">
                <a:extLst>
                  <a:ext uri="{FF2B5EF4-FFF2-40B4-BE49-F238E27FC236}">
                    <a16:creationId xmlns:a16="http://schemas.microsoft.com/office/drawing/2014/main" id="{424999BD-2187-B69A-F495-B50B10AE1DE5}"/>
                  </a:ext>
                </a:extLst>
              </p:cNvPr>
              <p:cNvSpPr/>
              <p:nvPr/>
            </p:nvSpPr>
            <p:spPr>
              <a:xfrm>
                <a:off x="5453313" y="3854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0" name="Freeform 37809">
                <a:extLst>
                  <a:ext uri="{FF2B5EF4-FFF2-40B4-BE49-F238E27FC236}">
                    <a16:creationId xmlns:a16="http://schemas.microsoft.com/office/drawing/2014/main" id="{81B88643-DDF8-B984-BC48-BE0E9CA960E8}"/>
                  </a:ext>
                </a:extLst>
              </p:cNvPr>
              <p:cNvSpPr/>
              <p:nvPr/>
            </p:nvSpPr>
            <p:spPr>
              <a:xfrm>
                <a:off x="5453809" y="3682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1" name="Freeform 37810">
                <a:extLst>
                  <a:ext uri="{FF2B5EF4-FFF2-40B4-BE49-F238E27FC236}">
                    <a16:creationId xmlns:a16="http://schemas.microsoft.com/office/drawing/2014/main" id="{51EEAAFA-43C3-4124-210B-CD7F8B3C976B}"/>
                  </a:ext>
                </a:extLst>
              </p:cNvPr>
              <p:cNvSpPr/>
              <p:nvPr/>
            </p:nvSpPr>
            <p:spPr>
              <a:xfrm>
                <a:off x="5454404" y="39508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2" name="Freeform 37811">
                <a:extLst>
                  <a:ext uri="{FF2B5EF4-FFF2-40B4-BE49-F238E27FC236}">
                    <a16:creationId xmlns:a16="http://schemas.microsoft.com/office/drawing/2014/main" id="{EF06D788-0F92-68BD-7E1D-7B92DFA8B4E1}"/>
                  </a:ext>
                </a:extLst>
              </p:cNvPr>
              <p:cNvSpPr/>
              <p:nvPr/>
            </p:nvSpPr>
            <p:spPr>
              <a:xfrm>
                <a:off x="5454900" y="4045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3" name="Freeform 37812">
                <a:extLst>
                  <a:ext uri="{FF2B5EF4-FFF2-40B4-BE49-F238E27FC236}">
                    <a16:creationId xmlns:a16="http://schemas.microsoft.com/office/drawing/2014/main" id="{1FC7A279-A0DE-8BB0-5C07-95DB398EBA81}"/>
                  </a:ext>
                </a:extLst>
              </p:cNvPr>
              <p:cNvSpPr/>
              <p:nvPr/>
            </p:nvSpPr>
            <p:spPr>
              <a:xfrm>
                <a:off x="5455396" y="4101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4" name="Freeform 37813">
                <a:extLst>
                  <a:ext uri="{FF2B5EF4-FFF2-40B4-BE49-F238E27FC236}">
                    <a16:creationId xmlns:a16="http://schemas.microsoft.com/office/drawing/2014/main" id="{C7C016EC-6C14-36B6-8F34-71E906379068}"/>
                  </a:ext>
                </a:extLst>
              </p:cNvPr>
              <p:cNvSpPr/>
              <p:nvPr/>
            </p:nvSpPr>
            <p:spPr>
              <a:xfrm>
                <a:off x="5455991" y="4098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5" name="Freeform 37814">
                <a:extLst>
                  <a:ext uri="{FF2B5EF4-FFF2-40B4-BE49-F238E27FC236}">
                    <a16:creationId xmlns:a16="http://schemas.microsoft.com/office/drawing/2014/main" id="{850BBC60-A282-3443-358D-CD68A9ED51BC}"/>
                  </a:ext>
                </a:extLst>
              </p:cNvPr>
              <p:cNvSpPr/>
              <p:nvPr/>
            </p:nvSpPr>
            <p:spPr>
              <a:xfrm>
                <a:off x="5456488" y="4077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6" name="Freeform 37815">
                <a:extLst>
                  <a:ext uri="{FF2B5EF4-FFF2-40B4-BE49-F238E27FC236}">
                    <a16:creationId xmlns:a16="http://schemas.microsoft.com/office/drawing/2014/main" id="{35F4039F-DDA9-7A52-AE0C-FC1C6E7CEF97}"/>
                  </a:ext>
                </a:extLst>
              </p:cNvPr>
              <p:cNvSpPr/>
              <p:nvPr/>
            </p:nvSpPr>
            <p:spPr>
              <a:xfrm>
                <a:off x="5456984" y="4059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7" name="Freeform 37816">
                <a:extLst>
                  <a:ext uri="{FF2B5EF4-FFF2-40B4-BE49-F238E27FC236}">
                    <a16:creationId xmlns:a16="http://schemas.microsoft.com/office/drawing/2014/main" id="{E0674C26-8C6D-025C-243B-2AE828F81A70}"/>
                  </a:ext>
                </a:extLst>
              </p:cNvPr>
              <p:cNvSpPr/>
              <p:nvPr/>
            </p:nvSpPr>
            <p:spPr>
              <a:xfrm>
                <a:off x="5457579" y="4065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8" name="Freeform 37817">
                <a:extLst>
                  <a:ext uri="{FF2B5EF4-FFF2-40B4-BE49-F238E27FC236}">
                    <a16:creationId xmlns:a16="http://schemas.microsoft.com/office/drawing/2014/main" id="{FE24E22D-03A7-1431-C974-14E41111E0BC}"/>
                  </a:ext>
                </a:extLst>
              </p:cNvPr>
              <p:cNvSpPr/>
              <p:nvPr/>
            </p:nvSpPr>
            <p:spPr>
              <a:xfrm>
                <a:off x="5458075" y="4193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9" name="Freeform 37818">
                <a:extLst>
                  <a:ext uri="{FF2B5EF4-FFF2-40B4-BE49-F238E27FC236}">
                    <a16:creationId xmlns:a16="http://schemas.microsoft.com/office/drawing/2014/main" id="{797F5AAD-7952-E558-2394-C3C350C5068A}"/>
                  </a:ext>
                </a:extLst>
              </p:cNvPr>
              <p:cNvSpPr/>
              <p:nvPr/>
            </p:nvSpPr>
            <p:spPr>
              <a:xfrm>
                <a:off x="5458571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0" name="Freeform 37819">
                <a:extLst>
                  <a:ext uri="{FF2B5EF4-FFF2-40B4-BE49-F238E27FC236}">
                    <a16:creationId xmlns:a16="http://schemas.microsoft.com/office/drawing/2014/main" id="{031D36D8-2919-F0A3-7992-C843B751F7EF}"/>
                  </a:ext>
                </a:extLst>
              </p:cNvPr>
              <p:cNvSpPr/>
              <p:nvPr/>
            </p:nvSpPr>
            <p:spPr>
              <a:xfrm>
                <a:off x="5459166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1" name="Freeform 37820">
                <a:extLst>
                  <a:ext uri="{FF2B5EF4-FFF2-40B4-BE49-F238E27FC236}">
                    <a16:creationId xmlns:a16="http://schemas.microsoft.com/office/drawing/2014/main" id="{BF451994-8A7B-F08A-893C-4834BA64192F}"/>
                  </a:ext>
                </a:extLst>
              </p:cNvPr>
              <p:cNvSpPr/>
              <p:nvPr/>
            </p:nvSpPr>
            <p:spPr>
              <a:xfrm>
                <a:off x="5459663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2" name="Freeform 37821">
                <a:extLst>
                  <a:ext uri="{FF2B5EF4-FFF2-40B4-BE49-F238E27FC236}">
                    <a16:creationId xmlns:a16="http://schemas.microsoft.com/office/drawing/2014/main" id="{2593B83C-3229-E2A5-68CF-A3986701028D}"/>
                  </a:ext>
                </a:extLst>
              </p:cNvPr>
              <p:cNvSpPr/>
              <p:nvPr/>
            </p:nvSpPr>
            <p:spPr>
              <a:xfrm>
                <a:off x="5460159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3" name="Freeform 37822">
                <a:extLst>
                  <a:ext uri="{FF2B5EF4-FFF2-40B4-BE49-F238E27FC236}">
                    <a16:creationId xmlns:a16="http://schemas.microsoft.com/office/drawing/2014/main" id="{305703D6-1A6A-B653-565A-B927E80443E9}"/>
                  </a:ext>
                </a:extLst>
              </p:cNvPr>
              <p:cNvSpPr/>
              <p:nvPr/>
            </p:nvSpPr>
            <p:spPr>
              <a:xfrm>
                <a:off x="5460754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4" name="Freeform 37823">
                <a:extLst>
                  <a:ext uri="{FF2B5EF4-FFF2-40B4-BE49-F238E27FC236}">
                    <a16:creationId xmlns:a16="http://schemas.microsoft.com/office/drawing/2014/main" id="{8C89E588-4550-E066-7982-3F8689E68B0F}"/>
                  </a:ext>
                </a:extLst>
              </p:cNvPr>
              <p:cNvSpPr/>
              <p:nvPr/>
            </p:nvSpPr>
            <p:spPr>
              <a:xfrm>
                <a:off x="5461250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5" name="Freeform 37824">
                <a:extLst>
                  <a:ext uri="{FF2B5EF4-FFF2-40B4-BE49-F238E27FC236}">
                    <a16:creationId xmlns:a16="http://schemas.microsoft.com/office/drawing/2014/main" id="{9E07C24C-49BD-6B9D-2C51-39E30C74806D}"/>
                  </a:ext>
                </a:extLst>
              </p:cNvPr>
              <p:cNvSpPr/>
              <p:nvPr/>
            </p:nvSpPr>
            <p:spPr>
              <a:xfrm>
                <a:off x="5461746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6" name="Freeform 37825">
                <a:extLst>
                  <a:ext uri="{FF2B5EF4-FFF2-40B4-BE49-F238E27FC236}">
                    <a16:creationId xmlns:a16="http://schemas.microsoft.com/office/drawing/2014/main" id="{3E6FB355-47B0-8D03-7339-6F5B6DE36485}"/>
                  </a:ext>
                </a:extLst>
              </p:cNvPr>
              <p:cNvSpPr/>
              <p:nvPr/>
            </p:nvSpPr>
            <p:spPr>
              <a:xfrm>
                <a:off x="5462341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7" name="Freeform 37826">
                <a:extLst>
                  <a:ext uri="{FF2B5EF4-FFF2-40B4-BE49-F238E27FC236}">
                    <a16:creationId xmlns:a16="http://schemas.microsoft.com/office/drawing/2014/main" id="{D755BF6F-A4BA-26D6-A8C4-854865BD08B6}"/>
                  </a:ext>
                </a:extLst>
              </p:cNvPr>
              <p:cNvSpPr/>
              <p:nvPr/>
            </p:nvSpPr>
            <p:spPr>
              <a:xfrm>
                <a:off x="5462838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8" name="Freeform 37827">
                <a:extLst>
                  <a:ext uri="{FF2B5EF4-FFF2-40B4-BE49-F238E27FC236}">
                    <a16:creationId xmlns:a16="http://schemas.microsoft.com/office/drawing/2014/main" id="{152F8812-9299-CAA3-27A5-23B3BB4DFCF1}"/>
                  </a:ext>
                </a:extLst>
              </p:cNvPr>
              <p:cNvSpPr/>
              <p:nvPr/>
            </p:nvSpPr>
            <p:spPr>
              <a:xfrm>
                <a:off x="5463334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9" name="Freeform 37828">
                <a:extLst>
                  <a:ext uri="{FF2B5EF4-FFF2-40B4-BE49-F238E27FC236}">
                    <a16:creationId xmlns:a16="http://schemas.microsoft.com/office/drawing/2014/main" id="{B6986D0D-93FC-B7E4-32D1-6994AFFCAC6B}"/>
                  </a:ext>
                </a:extLst>
              </p:cNvPr>
              <p:cNvSpPr/>
              <p:nvPr/>
            </p:nvSpPr>
            <p:spPr>
              <a:xfrm>
                <a:off x="5463929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0" name="Freeform 37829">
                <a:extLst>
                  <a:ext uri="{FF2B5EF4-FFF2-40B4-BE49-F238E27FC236}">
                    <a16:creationId xmlns:a16="http://schemas.microsoft.com/office/drawing/2014/main" id="{64868BEA-10B4-2E16-F998-F87F6E7592D7}"/>
                  </a:ext>
                </a:extLst>
              </p:cNvPr>
              <p:cNvSpPr/>
              <p:nvPr/>
            </p:nvSpPr>
            <p:spPr>
              <a:xfrm>
                <a:off x="5464425" y="4079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1" name="Freeform 37830">
                <a:extLst>
                  <a:ext uri="{FF2B5EF4-FFF2-40B4-BE49-F238E27FC236}">
                    <a16:creationId xmlns:a16="http://schemas.microsoft.com/office/drawing/2014/main" id="{788AD455-B63E-5F31-D46D-CADED90FB9B6}"/>
                  </a:ext>
                </a:extLst>
              </p:cNvPr>
              <p:cNvSpPr/>
              <p:nvPr/>
            </p:nvSpPr>
            <p:spPr>
              <a:xfrm>
                <a:off x="5464921" y="3737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2" name="Freeform 37831">
                <a:extLst>
                  <a:ext uri="{FF2B5EF4-FFF2-40B4-BE49-F238E27FC236}">
                    <a16:creationId xmlns:a16="http://schemas.microsoft.com/office/drawing/2014/main" id="{181115DE-F502-B388-8989-6D3BDDAF0CBD}"/>
                  </a:ext>
                </a:extLst>
              </p:cNvPr>
              <p:cNvSpPr/>
              <p:nvPr/>
            </p:nvSpPr>
            <p:spPr>
              <a:xfrm>
                <a:off x="5465417" y="3793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3" name="Freeform 37832">
                <a:extLst>
                  <a:ext uri="{FF2B5EF4-FFF2-40B4-BE49-F238E27FC236}">
                    <a16:creationId xmlns:a16="http://schemas.microsoft.com/office/drawing/2014/main" id="{B61685F8-AC9F-F0ED-FE8C-E7000C73C2AE}"/>
                  </a:ext>
                </a:extLst>
              </p:cNvPr>
              <p:cNvSpPr/>
              <p:nvPr/>
            </p:nvSpPr>
            <p:spPr>
              <a:xfrm>
                <a:off x="5466013" y="385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4" name="Freeform 37833">
                <a:extLst>
                  <a:ext uri="{FF2B5EF4-FFF2-40B4-BE49-F238E27FC236}">
                    <a16:creationId xmlns:a16="http://schemas.microsoft.com/office/drawing/2014/main" id="{B4C7CBF2-5E86-3636-05D4-428557CE12CF}"/>
                  </a:ext>
                </a:extLst>
              </p:cNvPr>
              <p:cNvSpPr/>
              <p:nvPr/>
            </p:nvSpPr>
            <p:spPr>
              <a:xfrm>
                <a:off x="5466509" y="3786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5" name="Freeform 37834">
                <a:extLst>
                  <a:ext uri="{FF2B5EF4-FFF2-40B4-BE49-F238E27FC236}">
                    <a16:creationId xmlns:a16="http://schemas.microsoft.com/office/drawing/2014/main" id="{F6BB3DCB-1E7F-4A15-F923-5AA0279B4A46}"/>
                  </a:ext>
                </a:extLst>
              </p:cNvPr>
              <p:cNvSpPr/>
              <p:nvPr/>
            </p:nvSpPr>
            <p:spPr>
              <a:xfrm>
                <a:off x="5467005" y="398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6" name="Freeform 37835">
                <a:extLst>
                  <a:ext uri="{FF2B5EF4-FFF2-40B4-BE49-F238E27FC236}">
                    <a16:creationId xmlns:a16="http://schemas.microsoft.com/office/drawing/2014/main" id="{E673FF02-1ECB-D536-6EC5-B271E80E32EC}"/>
                  </a:ext>
                </a:extLst>
              </p:cNvPr>
              <p:cNvSpPr/>
              <p:nvPr/>
            </p:nvSpPr>
            <p:spPr>
              <a:xfrm>
                <a:off x="5467600" y="4035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7" name="Freeform 37836">
                <a:extLst>
                  <a:ext uri="{FF2B5EF4-FFF2-40B4-BE49-F238E27FC236}">
                    <a16:creationId xmlns:a16="http://schemas.microsoft.com/office/drawing/2014/main" id="{45F3FBC9-7D02-1AD0-6ABC-F1ADE1EA1580}"/>
                  </a:ext>
                </a:extLst>
              </p:cNvPr>
              <p:cNvSpPr/>
              <p:nvPr/>
            </p:nvSpPr>
            <p:spPr>
              <a:xfrm>
                <a:off x="5468096" y="4045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8" name="Freeform 37837">
                <a:extLst>
                  <a:ext uri="{FF2B5EF4-FFF2-40B4-BE49-F238E27FC236}">
                    <a16:creationId xmlns:a16="http://schemas.microsoft.com/office/drawing/2014/main" id="{F7C8147E-093F-449D-A006-617473C201B9}"/>
                  </a:ext>
                </a:extLst>
              </p:cNvPr>
              <p:cNvSpPr/>
              <p:nvPr/>
            </p:nvSpPr>
            <p:spPr>
              <a:xfrm>
                <a:off x="5468592" y="4024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9" name="Freeform 37838">
                <a:extLst>
                  <a:ext uri="{FF2B5EF4-FFF2-40B4-BE49-F238E27FC236}">
                    <a16:creationId xmlns:a16="http://schemas.microsoft.com/office/drawing/2014/main" id="{E91E7276-D9D9-D495-91C6-801AA5A8A60D}"/>
                  </a:ext>
                </a:extLst>
              </p:cNvPr>
              <p:cNvSpPr/>
              <p:nvPr/>
            </p:nvSpPr>
            <p:spPr>
              <a:xfrm>
                <a:off x="5469188" y="4016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0" name="Freeform 37839">
                <a:extLst>
                  <a:ext uri="{FF2B5EF4-FFF2-40B4-BE49-F238E27FC236}">
                    <a16:creationId xmlns:a16="http://schemas.microsoft.com/office/drawing/2014/main" id="{242C0F6D-D1AB-22A7-714F-51C2ED95374C}"/>
                  </a:ext>
                </a:extLst>
              </p:cNvPr>
              <p:cNvSpPr/>
              <p:nvPr/>
            </p:nvSpPr>
            <p:spPr>
              <a:xfrm>
                <a:off x="5469684" y="403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1" name="Freeform 37840">
                <a:extLst>
                  <a:ext uri="{FF2B5EF4-FFF2-40B4-BE49-F238E27FC236}">
                    <a16:creationId xmlns:a16="http://schemas.microsoft.com/office/drawing/2014/main" id="{DCB91DED-EF36-C0CD-AE58-CBF990908B8E}"/>
                  </a:ext>
                </a:extLst>
              </p:cNvPr>
              <p:cNvSpPr/>
              <p:nvPr/>
            </p:nvSpPr>
            <p:spPr>
              <a:xfrm>
                <a:off x="5470180" y="4025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2" name="Freeform 37841">
                <a:extLst>
                  <a:ext uri="{FF2B5EF4-FFF2-40B4-BE49-F238E27FC236}">
                    <a16:creationId xmlns:a16="http://schemas.microsoft.com/office/drawing/2014/main" id="{A1519047-D02C-CE1F-8EB0-2B4EFBBBF546}"/>
                  </a:ext>
                </a:extLst>
              </p:cNvPr>
              <p:cNvSpPr/>
              <p:nvPr/>
            </p:nvSpPr>
            <p:spPr>
              <a:xfrm>
                <a:off x="5470775" y="4177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3" name="Freeform 37842">
                <a:extLst>
                  <a:ext uri="{FF2B5EF4-FFF2-40B4-BE49-F238E27FC236}">
                    <a16:creationId xmlns:a16="http://schemas.microsoft.com/office/drawing/2014/main" id="{B1D72815-7DFC-3FCD-6F34-81C7E90349A1}"/>
                  </a:ext>
                </a:extLst>
              </p:cNvPr>
              <p:cNvSpPr/>
              <p:nvPr/>
            </p:nvSpPr>
            <p:spPr>
              <a:xfrm>
                <a:off x="5471271" y="4194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4" name="Freeform 37843">
                <a:extLst>
                  <a:ext uri="{FF2B5EF4-FFF2-40B4-BE49-F238E27FC236}">
                    <a16:creationId xmlns:a16="http://schemas.microsoft.com/office/drawing/2014/main" id="{7BF92773-3E55-4439-69BB-6AE671AC17BE}"/>
                  </a:ext>
                </a:extLst>
              </p:cNvPr>
              <p:cNvSpPr/>
              <p:nvPr/>
            </p:nvSpPr>
            <p:spPr>
              <a:xfrm>
                <a:off x="5471767" y="4197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5" name="Freeform 37844">
                <a:extLst>
                  <a:ext uri="{FF2B5EF4-FFF2-40B4-BE49-F238E27FC236}">
                    <a16:creationId xmlns:a16="http://schemas.microsoft.com/office/drawing/2014/main" id="{D54F2952-E31D-E07B-E098-93EFD511401C}"/>
                  </a:ext>
                </a:extLst>
              </p:cNvPr>
              <p:cNvSpPr/>
              <p:nvPr/>
            </p:nvSpPr>
            <p:spPr>
              <a:xfrm>
                <a:off x="5472363" y="4201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6" name="Freeform 37845">
                <a:extLst>
                  <a:ext uri="{FF2B5EF4-FFF2-40B4-BE49-F238E27FC236}">
                    <a16:creationId xmlns:a16="http://schemas.microsoft.com/office/drawing/2014/main" id="{3FFC55FB-2E88-7E02-E803-B8F4BEB09830}"/>
                  </a:ext>
                </a:extLst>
              </p:cNvPr>
              <p:cNvSpPr/>
              <p:nvPr/>
            </p:nvSpPr>
            <p:spPr>
              <a:xfrm>
                <a:off x="5472859" y="4203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7" name="Freeform 37846">
                <a:extLst>
                  <a:ext uri="{FF2B5EF4-FFF2-40B4-BE49-F238E27FC236}">
                    <a16:creationId xmlns:a16="http://schemas.microsoft.com/office/drawing/2014/main" id="{24366BFE-845D-F952-D22D-B91152716E8C}"/>
                  </a:ext>
                </a:extLst>
              </p:cNvPr>
              <p:cNvSpPr/>
              <p:nvPr/>
            </p:nvSpPr>
            <p:spPr>
              <a:xfrm>
                <a:off x="5473355" y="4205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8" name="Freeform 37847">
                <a:extLst>
                  <a:ext uri="{FF2B5EF4-FFF2-40B4-BE49-F238E27FC236}">
                    <a16:creationId xmlns:a16="http://schemas.microsoft.com/office/drawing/2014/main" id="{64B9558A-4908-EAA4-FB9A-7224EC42445C}"/>
                  </a:ext>
                </a:extLst>
              </p:cNvPr>
              <p:cNvSpPr/>
              <p:nvPr/>
            </p:nvSpPr>
            <p:spPr>
              <a:xfrm>
                <a:off x="5473950" y="4207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9" name="Freeform 37848">
                <a:extLst>
                  <a:ext uri="{FF2B5EF4-FFF2-40B4-BE49-F238E27FC236}">
                    <a16:creationId xmlns:a16="http://schemas.microsoft.com/office/drawing/2014/main" id="{FE29163D-9FF5-18BE-1659-7E01D3E860CC}"/>
                  </a:ext>
                </a:extLst>
              </p:cNvPr>
              <p:cNvSpPr/>
              <p:nvPr/>
            </p:nvSpPr>
            <p:spPr>
              <a:xfrm>
                <a:off x="5474446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0" name="Freeform 37849">
                <a:extLst>
                  <a:ext uri="{FF2B5EF4-FFF2-40B4-BE49-F238E27FC236}">
                    <a16:creationId xmlns:a16="http://schemas.microsoft.com/office/drawing/2014/main" id="{67CC538E-6205-5FD0-95A0-A6BFD097CC39}"/>
                  </a:ext>
                </a:extLst>
              </p:cNvPr>
              <p:cNvSpPr/>
              <p:nvPr/>
            </p:nvSpPr>
            <p:spPr>
              <a:xfrm>
                <a:off x="5474942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1" name="Freeform 37850">
                <a:extLst>
                  <a:ext uri="{FF2B5EF4-FFF2-40B4-BE49-F238E27FC236}">
                    <a16:creationId xmlns:a16="http://schemas.microsoft.com/office/drawing/2014/main" id="{A72E237D-D3EF-A45C-7B84-438E420945F4}"/>
                  </a:ext>
                </a:extLst>
              </p:cNvPr>
              <p:cNvSpPr/>
              <p:nvPr/>
            </p:nvSpPr>
            <p:spPr>
              <a:xfrm>
                <a:off x="5475538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2" name="Freeform 37851">
                <a:extLst>
                  <a:ext uri="{FF2B5EF4-FFF2-40B4-BE49-F238E27FC236}">
                    <a16:creationId xmlns:a16="http://schemas.microsoft.com/office/drawing/2014/main" id="{C6A8A643-1A61-09BB-7753-194766F79189}"/>
                  </a:ext>
                </a:extLst>
              </p:cNvPr>
              <p:cNvSpPr/>
              <p:nvPr/>
            </p:nvSpPr>
            <p:spPr>
              <a:xfrm>
                <a:off x="5476034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3" name="Freeform 37852">
                <a:extLst>
                  <a:ext uri="{FF2B5EF4-FFF2-40B4-BE49-F238E27FC236}">
                    <a16:creationId xmlns:a16="http://schemas.microsoft.com/office/drawing/2014/main" id="{02D3B447-6A42-DB64-12FF-89BC1BD911DD}"/>
                  </a:ext>
                </a:extLst>
              </p:cNvPr>
              <p:cNvSpPr/>
              <p:nvPr/>
            </p:nvSpPr>
            <p:spPr>
              <a:xfrm>
                <a:off x="5476530" y="4184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4" name="Freeform 37853">
                <a:extLst>
                  <a:ext uri="{FF2B5EF4-FFF2-40B4-BE49-F238E27FC236}">
                    <a16:creationId xmlns:a16="http://schemas.microsoft.com/office/drawing/2014/main" id="{9C91B6A4-9641-6212-634E-9AE65EF8D56C}"/>
                  </a:ext>
                </a:extLst>
              </p:cNvPr>
              <p:cNvSpPr/>
              <p:nvPr/>
            </p:nvSpPr>
            <p:spPr>
              <a:xfrm>
                <a:off x="5477026" y="4042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5" name="Freeform 37854">
                <a:extLst>
                  <a:ext uri="{FF2B5EF4-FFF2-40B4-BE49-F238E27FC236}">
                    <a16:creationId xmlns:a16="http://schemas.microsoft.com/office/drawing/2014/main" id="{94976331-AF92-5E57-6845-59E72C14A57F}"/>
                  </a:ext>
                </a:extLst>
              </p:cNvPr>
              <p:cNvSpPr/>
              <p:nvPr/>
            </p:nvSpPr>
            <p:spPr>
              <a:xfrm>
                <a:off x="5477621" y="3843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6" name="Freeform 37855">
                <a:extLst>
                  <a:ext uri="{FF2B5EF4-FFF2-40B4-BE49-F238E27FC236}">
                    <a16:creationId xmlns:a16="http://schemas.microsoft.com/office/drawing/2014/main" id="{9A42CC51-A885-92A0-9DA3-5C5BEA2A6098}"/>
                  </a:ext>
                </a:extLst>
              </p:cNvPr>
              <p:cNvSpPr/>
              <p:nvPr/>
            </p:nvSpPr>
            <p:spPr>
              <a:xfrm>
                <a:off x="5478117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7" name="Freeform 37856">
                <a:extLst>
                  <a:ext uri="{FF2B5EF4-FFF2-40B4-BE49-F238E27FC236}">
                    <a16:creationId xmlns:a16="http://schemas.microsoft.com/office/drawing/2014/main" id="{9251D4CB-8F71-DD88-93D4-FC6CE3D7CE10}"/>
                  </a:ext>
                </a:extLst>
              </p:cNvPr>
              <p:cNvSpPr/>
              <p:nvPr/>
            </p:nvSpPr>
            <p:spPr>
              <a:xfrm>
                <a:off x="5478613" y="3930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8" name="Freeform 37857">
                <a:extLst>
                  <a:ext uri="{FF2B5EF4-FFF2-40B4-BE49-F238E27FC236}">
                    <a16:creationId xmlns:a16="http://schemas.microsoft.com/office/drawing/2014/main" id="{E789E2D6-481A-5286-5F64-36FE074AFF3E}"/>
                  </a:ext>
                </a:extLst>
              </p:cNvPr>
              <p:cNvSpPr/>
              <p:nvPr/>
            </p:nvSpPr>
            <p:spPr>
              <a:xfrm>
                <a:off x="5479209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9" name="Freeform 37858">
                <a:extLst>
                  <a:ext uri="{FF2B5EF4-FFF2-40B4-BE49-F238E27FC236}">
                    <a16:creationId xmlns:a16="http://schemas.microsoft.com/office/drawing/2014/main" id="{FE8A1EAC-CA8A-3413-8E35-5D3DD5B3C362}"/>
                  </a:ext>
                </a:extLst>
              </p:cNvPr>
              <p:cNvSpPr/>
              <p:nvPr/>
            </p:nvSpPr>
            <p:spPr>
              <a:xfrm>
                <a:off x="5479705" y="4049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0" name="Freeform 37859">
                <a:extLst>
                  <a:ext uri="{FF2B5EF4-FFF2-40B4-BE49-F238E27FC236}">
                    <a16:creationId xmlns:a16="http://schemas.microsoft.com/office/drawing/2014/main" id="{017B23AE-2E72-0250-5006-08FB0424E028}"/>
                  </a:ext>
                </a:extLst>
              </p:cNvPr>
              <p:cNvSpPr/>
              <p:nvPr/>
            </p:nvSpPr>
            <p:spPr>
              <a:xfrm>
                <a:off x="5480201" y="4092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1" name="Freeform 37860">
                <a:extLst>
                  <a:ext uri="{FF2B5EF4-FFF2-40B4-BE49-F238E27FC236}">
                    <a16:creationId xmlns:a16="http://schemas.microsoft.com/office/drawing/2014/main" id="{ABD11DC4-83C1-8FBA-C880-2A4152F2B563}"/>
                  </a:ext>
                </a:extLst>
              </p:cNvPr>
              <p:cNvSpPr/>
              <p:nvPr/>
            </p:nvSpPr>
            <p:spPr>
              <a:xfrm>
                <a:off x="5480796" y="4159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2" name="Freeform 37861">
                <a:extLst>
                  <a:ext uri="{FF2B5EF4-FFF2-40B4-BE49-F238E27FC236}">
                    <a16:creationId xmlns:a16="http://schemas.microsoft.com/office/drawing/2014/main" id="{97E55531-9100-D7A3-E86D-FE95B4023C91}"/>
                  </a:ext>
                </a:extLst>
              </p:cNvPr>
              <p:cNvSpPr/>
              <p:nvPr/>
            </p:nvSpPr>
            <p:spPr>
              <a:xfrm>
                <a:off x="5481292" y="4130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3" name="Freeform 37862">
                <a:extLst>
                  <a:ext uri="{FF2B5EF4-FFF2-40B4-BE49-F238E27FC236}">
                    <a16:creationId xmlns:a16="http://schemas.microsoft.com/office/drawing/2014/main" id="{8AF6ECBF-7F00-BA24-41F9-01517FC666EB}"/>
                  </a:ext>
                </a:extLst>
              </p:cNvPr>
              <p:cNvSpPr/>
              <p:nvPr/>
            </p:nvSpPr>
            <p:spPr>
              <a:xfrm>
                <a:off x="5481788" y="41382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4" name="Freeform 37863">
                <a:extLst>
                  <a:ext uri="{FF2B5EF4-FFF2-40B4-BE49-F238E27FC236}">
                    <a16:creationId xmlns:a16="http://schemas.microsoft.com/office/drawing/2014/main" id="{CD687CF2-B71D-31C4-8C3F-57A952274687}"/>
                  </a:ext>
                </a:extLst>
              </p:cNvPr>
              <p:cNvSpPr/>
              <p:nvPr/>
            </p:nvSpPr>
            <p:spPr>
              <a:xfrm>
                <a:off x="5482384" y="4117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5" name="Freeform 37864">
                <a:extLst>
                  <a:ext uri="{FF2B5EF4-FFF2-40B4-BE49-F238E27FC236}">
                    <a16:creationId xmlns:a16="http://schemas.microsoft.com/office/drawing/2014/main" id="{9C0FC035-8689-B2ED-E715-21CA58DA84DE}"/>
                  </a:ext>
                </a:extLst>
              </p:cNvPr>
              <p:cNvSpPr/>
              <p:nvPr/>
            </p:nvSpPr>
            <p:spPr>
              <a:xfrm>
                <a:off x="5482880" y="4118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6" name="Freeform 37865">
                <a:extLst>
                  <a:ext uri="{FF2B5EF4-FFF2-40B4-BE49-F238E27FC236}">
                    <a16:creationId xmlns:a16="http://schemas.microsoft.com/office/drawing/2014/main" id="{B040751F-546B-CBDC-3332-32CE82B90ACC}"/>
                  </a:ext>
                </a:extLst>
              </p:cNvPr>
              <p:cNvSpPr/>
              <p:nvPr/>
            </p:nvSpPr>
            <p:spPr>
              <a:xfrm>
                <a:off x="5483376" y="4174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7" name="Freeform 37866">
                <a:extLst>
                  <a:ext uri="{FF2B5EF4-FFF2-40B4-BE49-F238E27FC236}">
                    <a16:creationId xmlns:a16="http://schemas.microsoft.com/office/drawing/2014/main" id="{E939BCF0-93A7-46F0-74E7-5D8EE0FEF1AC}"/>
                  </a:ext>
                </a:extLst>
              </p:cNvPr>
              <p:cNvSpPr/>
              <p:nvPr/>
            </p:nvSpPr>
            <p:spPr>
              <a:xfrm>
                <a:off x="5483971" y="4204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8" name="Freeform 37867">
                <a:extLst>
                  <a:ext uri="{FF2B5EF4-FFF2-40B4-BE49-F238E27FC236}">
                    <a16:creationId xmlns:a16="http://schemas.microsoft.com/office/drawing/2014/main" id="{A166741E-A0ED-C4C9-E2ED-EBCCB0C09919}"/>
                  </a:ext>
                </a:extLst>
              </p:cNvPr>
              <p:cNvSpPr/>
              <p:nvPr/>
            </p:nvSpPr>
            <p:spPr>
              <a:xfrm>
                <a:off x="5484467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9" name="Freeform 37868">
                <a:extLst>
                  <a:ext uri="{FF2B5EF4-FFF2-40B4-BE49-F238E27FC236}">
                    <a16:creationId xmlns:a16="http://schemas.microsoft.com/office/drawing/2014/main" id="{48E36ECC-0B12-AC91-4374-7D6B663C7A52}"/>
                  </a:ext>
                </a:extLst>
              </p:cNvPr>
              <p:cNvSpPr/>
              <p:nvPr/>
            </p:nvSpPr>
            <p:spPr>
              <a:xfrm>
                <a:off x="5484963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0" name="Freeform 37869">
                <a:extLst>
                  <a:ext uri="{FF2B5EF4-FFF2-40B4-BE49-F238E27FC236}">
                    <a16:creationId xmlns:a16="http://schemas.microsoft.com/office/drawing/2014/main" id="{2EE9EE64-E30D-4265-EA7D-70ACA311D374}"/>
                  </a:ext>
                </a:extLst>
              </p:cNvPr>
              <p:cNvSpPr/>
              <p:nvPr/>
            </p:nvSpPr>
            <p:spPr>
              <a:xfrm>
                <a:off x="5485559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1" name="Freeform 37870">
                <a:extLst>
                  <a:ext uri="{FF2B5EF4-FFF2-40B4-BE49-F238E27FC236}">
                    <a16:creationId xmlns:a16="http://schemas.microsoft.com/office/drawing/2014/main" id="{07D51E43-3104-423C-BD73-BD026679E9B7}"/>
                  </a:ext>
                </a:extLst>
              </p:cNvPr>
              <p:cNvSpPr/>
              <p:nvPr/>
            </p:nvSpPr>
            <p:spPr>
              <a:xfrm>
                <a:off x="5486055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2" name="Freeform 37871">
                <a:extLst>
                  <a:ext uri="{FF2B5EF4-FFF2-40B4-BE49-F238E27FC236}">
                    <a16:creationId xmlns:a16="http://schemas.microsoft.com/office/drawing/2014/main" id="{5FA617EA-7EB6-AF4B-01BF-8DD9EC7B145A}"/>
                  </a:ext>
                </a:extLst>
              </p:cNvPr>
              <p:cNvSpPr/>
              <p:nvPr/>
            </p:nvSpPr>
            <p:spPr>
              <a:xfrm>
                <a:off x="5486551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3" name="Freeform 37872">
                <a:extLst>
                  <a:ext uri="{FF2B5EF4-FFF2-40B4-BE49-F238E27FC236}">
                    <a16:creationId xmlns:a16="http://schemas.microsoft.com/office/drawing/2014/main" id="{251CB64B-468C-4BB8-5BCF-38422280BA1A}"/>
                  </a:ext>
                </a:extLst>
              </p:cNvPr>
              <p:cNvSpPr/>
              <p:nvPr/>
            </p:nvSpPr>
            <p:spPr>
              <a:xfrm>
                <a:off x="5487146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4" name="Freeform 37873">
                <a:extLst>
                  <a:ext uri="{FF2B5EF4-FFF2-40B4-BE49-F238E27FC236}">
                    <a16:creationId xmlns:a16="http://schemas.microsoft.com/office/drawing/2014/main" id="{1C00FAB4-CA48-7439-0060-24B4F0549B8F}"/>
                  </a:ext>
                </a:extLst>
              </p:cNvPr>
              <p:cNvSpPr/>
              <p:nvPr/>
            </p:nvSpPr>
            <p:spPr>
              <a:xfrm>
                <a:off x="5487642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5" name="Freeform 37874">
                <a:extLst>
                  <a:ext uri="{FF2B5EF4-FFF2-40B4-BE49-F238E27FC236}">
                    <a16:creationId xmlns:a16="http://schemas.microsoft.com/office/drawing/2014/main" id="{EF6D8283-2103-FFAE-ECB6-F1FD3D84A06D}"/>
                  </a:ext>
                </a:extLst>
              </p:cNvPr>
              <p:cNvSpPr/>
              <p:nvPr/>
            </p:nvSpPr>
            <p:spPr>
              <a:xfrm>
                <a:off x="5488138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6" name="Freeform 37875">
                <a:extLst>
                  <a:ext uri="{FF2B5EF4-FFF2-40B4-BE49-F238E27FC236}">
                    <a16:creationId xmlns:a16="http://schemas.microsoft.com/office/drawing/2014/main" id="{173A1283-F3A8-EEB7-F4F8-93ED2C02AC91}"/>
                  </a:ext>
                </a:extLst>
              </p:cNvPr>
              <p:cNvSpPr/>
              <p:nvPr/>
            </p:nvSpPr>
            <p:spPr>
              <a:xfrm>
                <a:off x="5488734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7" name="Freeform 37876">
                <a:extLst>
                  <a:ext uri="{FF2B5EF4-FFF2-40B4-BE49-F238E27FC236}">
                    <a16:creationId xmlns:a16="http://schemas.microsoft.com/office/drawing/2014/main" id="{3605F193-8338-C68F-B938-80706F15F8A9}"/>
                  </a:ext>
                </a:extLst>
              </p:cNvPr>
              <p:cNvSpPr/>
              <p:nvPr/>
            </p:nvSpPr>
            <p:spPr>
              <a:xfrm>
                <a:off x="5489230" y="4061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8" name="Freeform 37877">
                <a:extLst>
                  <a:ext uri="{FF2B5EF4-FFF2-40B4-BE49-F238E27FC236}">
                    <a16:creationId xmlns:a16="http://schemas.microsoft.com/office/drawing/2014/main" id="{DC092EAD-CD26-A5D5-2FE3-C476921F58AF}"/>
                  </a:ext>
                </a:extLst>
              </p:cNvPr>
              <p:cNvSpPr/>
              <p:nvPr/>
            </p:nvSpPr>
            <p:spPr>
              <a:xfrm>
                <a:off x="5489726" y="4061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9" name="Freeform 37878">
                <a:extLst>
                  <a:ext uri="{FF2B5EF4-FFF2-40B4-BE49-F238E27FC236}">
                    <a16:creationId xmlns:a16="http://schemas.microsoft.com/office/drawing/2014/main" id="{4BFCF908-7F80-350E-C141-00EC178C8E34}"/>
                  </a:ext>
                </a:extLst>
              </p:cNvPr>
              <p:cNvSpPr/>
              <p:nvPr/>
            </p:nvSpPr>
            <p:spPr>
              <a:xfrm>
                <a:off x="5490222" y="39599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0" name="Freeform 37879">
                <a:extLst>
                  <a:ext uri="{FF2B5EF4-FFF2-40B4-BE49-F238E27FC236}">
                    <a16:creationId xmlns:a16="http://schemas.microsoft.com/office/drawing/2014/main" id="{7C65B087-EA05-A1A1-0AD0-DFF485EC18AD}"/>
                  </a:ext>
                </a:extLst>
              </p:cNvPr>
              <p:cNvSpPr/>
              <p:nvPr/>
            </p:nvSpPr>
            <p:spPr>
              <a:xfrm>
                <a:off x="5490817" y="3991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1" name="Freeform 37880">
                <a:extLst>
                  <a:ext uri="{FF2B5EF4-FFF2-40B4-BE49-F238E27FC236}">
                    <a16:creationId xmlns:a16="http://schemas.microsoft.com/office/drawing/2014/main" id="{5D5DF835-8B34-0DC3-F4A7-91972E1F0304}"/>
                  </a:ext>
                </a:extLst>
              </p:cNvPr>
              <p:cNvSpPr/>
              <p:nvPr/>
            </p:nvSpPr>
            <p:spPr>
              <a:xfrm>
                <a:off x="5491313" y="3963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2" name="Freeform 37881">
                <a:extLst>
                  <a:ext uri="{FF2B5EF4-FFF2-40B4-BE49-F238E27FC236}">
                    <a16:creationId xmlns:a16="http://schemas.microsoft.com/office/drawing/2014/main" id="{7F5D2B49-B3F5-2FEA-82B2-1635873014E6}"/>
                  </a:ext>
                </a:extLst>
              </p:cNvPr>
              <p:cNvSpPr/>
              <p:nvPr/>
            </p:nvSpPr>
            <p:spPr>
              <a:xfrm>
                <a:off x="5491809" y="3933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3" name="Freeform 37882">
                <a:extLst>
                  <a:ext uri="{FF2B5EF4-FFF2-40B4-BE49-F238E27FC236}">
                    <a16:creationId xmlns:a16="http://schemas.microsoft.com/office/drawing/2014/main" id="{03E5BC56-137F-A8DD-2562-211EDE09D36F}"/>
                  </a:ext>
                </a:extLst>
              </p:cNvPr>
              <p:cNvSpPr/>
              <p:nvPr/>
            </p:nvSpPr>
            <p:spPr>
              <a:xfrm>
                <a:off x="5492405" y="3916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4" name="Freeform 37883">
                <a:extLst>
                  <a:ext uri="{FF2B5EF4-FFF2-40B4-BE49-F238E27FC236}">
                    <a16:creationId xmlns:a16="http://schemas.microsoft.com/office/drawing/2014/main" id="{9709BE7C-E206-E0E9-D396-E47D231300DA}"/>
                  </a:ext>
                </a:extLst>
              </p:cNvPr>
              <p:cNvSpPr/>
              <p:nvPr/>
            </p:nvSpPr>
            <p:spPr>
              <a:xfrm>
                <a:off x="5492901" y="3874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5" name="Freeform 37884">
                <a:extLst>
                  <a:ext uri="{FF2B5EF4-FFF2-40B4-BE49-F238E27FC236}">
                    <a16:creationId xmlns:a16="http://schemas.microsoft.com/office/drawing/2014/main" id="{E9349B26-9CE7-EEE9-3556-1A880EF1A013}"/>
                  </a:ext>
                </a:extLst>
              </p:cNvPr>
              <p:cNvSpPr/>
              <p:nvPr/>
            </p:nvSpPr>
            <p:spPr>
              <a:xfrm>
                <a:off x="5493397" y="3834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6" name="Freeform 37885">
                <a:extLst>
                  <a:ext uri="{FF2B5EF4-FFF2-40B4-BE49-F238E27FC236}">
                    <a16:creationId xmlns:a16="http://schemas.microsoft.com/office/drawing/2014/main" id="{979668CA-528B-C7DA-7D7B-F562C5242FA7}"/>
                  </a:ext>
                </a:extLst>
              </p:cNvPr>
              <p:cNvSpPr/>
              <p:nvPr/>
            </p:nvSpPr>
            <p:spPr>
              <a:xfrm>
                <a:off x="5493992" y="3819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7" name="Freeform 37886">
                <a:extLst>
                  <a:ext uri="{FF2B5EF4-FFF2-40B4-BE49-F238E27FC236}">
                    <a16:creationId xmlns:a16="http://schemas.microsoft.com/office/drawing/2014/main" id="{1F30754A-7ABF-A093-2E9B-9E170CBE4C2B}"/>
                  </a:ext>
                </a:extLst>
              </p:cNvPr>
              <p:cNvSpPr/>
              <p:nvPr/>
            </p:nvSpPr>
            <p:spPr>
              <a:xfrm>
                <a:off x="5494488" y="3818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8" name="Freeform 37887">
                <a:extLst>
                  <a:ext uri="{FF2B5EF4-FFF2-40B4-BE49-F238E27FC236}">
                    <a16:creationId xmlns:a16="http://schemas.microsoft.com/office/drawing/2014/main" id="{8AF6E121-15DE-6ED9-8007-1C95C44A4F1B}"/>
                  </a:ext>
                </a:extLst>
              </p:cNvPr>
              <p:cNvSpPr/>
              <p:nvPr/>
            </p:nvSpPr>
            <p:spPr>
              <a:xfrm>
                <a:off x="5494984" y="3856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9" name="Freeform 37888">
                <a:extLst>
                  <a:ext uri="{FF2B5EF4-FFF2-40B4-BE49-F238E27FC236}">
                    <a16:creationId xmlns:a16="http://schemas.microsoft.com/office/drawing/2014/main" id="{CBE71514-FF2F-D411-913E-DF7E6123BD1B}"/>
                  </a:ext>
                </a:extLst>
              </p:cNvPr>
              <p:cNvSpPr/>
              <p:nvPr/>
            </p:nvSpPr>
            <p:spPr>
              <a:xfrm>
                <a:off x="5495580" y="3813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0" name="Freeform 37889">
                <a:extLst>
                  <a:ext uri="{FF2B5EF4-FFF2-40B4-BE49-F238E27FC236}">
                    <a16:creationId xmlns:a16="http://schemas.microsoft.com/office/drawing/2014/main" id="{C8A96367-63F2-4B6A-957B-6224F9D105EC}"/>
                  </a:ext>
                </a:extLst>
              </p:cNvPr>
              <p:cNvSpPr/>
              <p:nvPr/>
            </p:nvSpPr>
            <p:spPr>
              <a:xfrm>
                <a:off x="5496076" y="3833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1" name="Freeform 37890">
                <a:extLst>
                  <a:ext uri="{FF2B5EF4-FFF2-40B4-BE49-F238E27FC236}">
                    <a16:creationId xmlns:a16="http://schemas.microsoft.com/office/drawing/2014/main" id="{39098140-DF5B-7BB5-09C5-7BCEEBC284AB}"/>
                  </a:ext>
                </a:extLst>
              </p:cNvPr>
              <p:cNvSpPr/>
              <p:nvPr/>
            </p:nvSpPr>
            <p:spPr>
              <a:xfrm>
                <a:off x="5496572" y="3960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2" name="Freeform 37891">
                <a:extLst>
                  <a:ext uri="{FF2B5EF4-FFF2-40B4-BE49-F238E27FC236}">
                    <a16:creationId xmlns:a16="http://schemas.microsoft.com/office/drawing/2014/main" id="{C14BDADE-3B2E-C5C8-DBED-AD3B6DA10668}"/>
                  </a:ext>
                </a:extLst>
              </p:cNvPr>
              <p:cNvSpPr/>
              <p:nvPr/>
            </p:nvSpPr>
            <p:spPr>
              <a:xfrm>
                <a:off x="5497167" y="398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3" name="Freeform 37892">
                <a:extLst>
                  <a:ext uri="{FF2B5EF4-FFF2-40B4-BE49-F238E27FC236}">
                    <a16:creationId xmlns:a16="http://schemas.microsoft.com/office/drawing/2014/main" id="{F5B95649-B20C-B051-49F8-5A11129F9E4F}"/>
                  </a:ext>
                </a:extLst>
              </p:cNvPr>
              <p:cNvSpPr/>
              <p:nvPr/>
            </p:nvSpPr>
            <p:spPr>
              <a:xfrm>
                <a:off x="5497663" y="40288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4" name="Freeform 37893">
                <a:extLst>
                  <a:ext uri="{FF2B5EF4-FFF2-40B4-BE49-F238E27FC236}">
                    <a16:creationId xmlns:a16="http://schemas.microsoft.com/office/drawing/2014/main" id="{DFA4F4DE-F643-6642-C5B2-559DECD33AE5}"/>
                  </a:ext>
                </a:extLst>
              </p:cNvPr>
              <p:cNvSpPr/>
              <p:nvPr/>
            </p:nvSpPr>
            <p:spPr>
              <a:xfrm>
                <a:off x="5498159" y="40443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5" name="Freeform 37894">
                <a:extLst>
                  <a:ext uri="{FF2B5EF4-FFF2-40B4-BE49-F238E27FC236}">
                    <a16:creationId xmlns:a16="http://schemas.microsoft.com/office/drawing/2014/main" id="{A62E9D7C-8043-B565-D06D-D4B5929C2AB0}"/>
                  </a:ext>
                </a:extLst>
              </p:cNvPr>
              <p:cNvSpPr/>
              <p:nvPr/>
            </p:nvSpPr>
            <p:spPr>
              <a:xfrm>
                <a:off x="5498755" y="4058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6" name="Freeform 37895">
                <a:extLst>
                  <a:ext uri="{FF2B5EF4-FFF2-40B4-BE49-F238E27FC236}">
                    <a16:creationId xmlns:a16="http://schemas.microsoft.com/office/drawing/2014/main" id="{AE03F401-5588-968C-841C-80D15E217AB0}"/>
                  </a:ext>
                </a:extLst>
              </p:cNvPr>
              <p:cNvSpPr/>
              <p:nvPr/>
            </p:nvSpPr>
            <p:spPr>
              <a:xfrm>
                <a:off x="5499251" y="4043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7" name="Freeform 37896">
                <a:extLst>
                  <a:ext uri="{FF2B5EF4-FFF2-40B4-BE49-F238E27FC236}">
                    <a16:creationId xmlns:a16="http://schemas.microsoft.com/office/drawing/2014/main" id="{5BCB6440-8AD5-A6CE-2C48-EE0CB0B58A2C}"/>
                  </a:ext>
                </a:extLst>
              </p:cNvPr>
              <p:cNvSpPr/>
              <p:nvPr/>
            </p:nvSpPr>
            <p:spPr>
              <a:xfrm>
                <a:off x="5499747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8" name="Freeform 37897">
                <a:extLst>
                  <a:ext uri="{FF2B5EF4-FFF2-40B4-BE49-F238E27FC236}">
                    <a16:creationId xmlns:a16="http://schemas.microsoft.com/office/drawing/2014/main" id="{AC439459-E5B0-3929-977B-FB1EC295722B}"/>
                  </a:ext>
                </a:extLst>
              </p:cNvPr>
              <p:cNvSpPr/>
              <p:nvPr/>
            </p:nvSpPr>
            <p:spPr>
              <a:xfrm>
                <a:off x="5500342" y="4030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9" name="Freeform 37898">
                <a:extLst>
                  <a:ext uri="{FF2B5EF4-FFF2-40B4-BE49-F238E27FC236}">
                    <a16:creationId xmlns:a16="http://schemas.microsoft.com/office/drawing/2014/main" id="{7663901F-1C5C-B001-D482-554CE5A91DAA}"/>
                  </a:ext>
                </a:extLst>
              </p:cNvPr>
              <p:cNvSpPr/>
              <p:nvPr/>
            </p:nvSpPr>
            <p:spPr>
              <a:xfrm>
                <a:off x="5500838" y="4012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0" name="Freeform 37899">
                <a:extLst>
                  <a:ext uri="{FF2B5EF4-FFF2-40B4-BE49-F238E27FC236}">
                    <a16:creationId xmlns:a16="http://schemas.microsoft.com/office/drawing/2014/main" id="{43A91137-7766-BD5C-4CB8-2A8487248FB6}"/>
                  </a:ext>
                </a:extLst>
              </p:cNvPr>
              <p:cNvSpPr/>
              <p:nvPr/>
            </p:nvSpPr>
            <p:spPr>
              <a:xfrm>
                <a:off x="5501334" y="3970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1" name="Freeform 37900">
                <a:extLst>
                  <a:ext uri="{FF2B5EF4-FFF2-40B4-BE49-F238E27FC236}">
                    <a16:creationId xmlns:a16="http://schemas.microsoft.com/office/drawing/2014/main" id="{94817282-E0F7-4512-8934-615BE13E3B56}"/>
                  </a:ext>
                </a:extLst>
              </p:cNvPr>
              <p:cNvSpPr/>
              <p:nvPr/>
            </p:nvSpPr>
            <p:spPr>
              <a:xfrm>
                <a:off x="5501830" y="3965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2" name="Freeform 37901">
                <a:extLst>
                  <a:ext uri="{FF2B5EF4-FFF2-40B4-BE49-F238E27FC236}">
                    <a16:creationId xmlns:a16="http://schemas.microsoft.com/office/drawing/2014/main" id="{7101CC85-A8B9-BE95-9B8D-4E89E0BE6EC9}"/>
                  </a:ext>
                </a:extLst>
              </p:cNvPr>
              <p:cNvSpPr/>
              <p:nvPr/>
            </p:nvSpPr>
            <p:spPr>
              <a:xfrm>
                <a:off x="5502426" y="3959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3" name="Freeform 37902">
                <a:extLst>
                  <a:ext uri="{FF2B5EF4-FFF2-40B4-BE49-F238E27FC236}">
                    <a16:creationId xmlns:a16="http://schemas.microsoft.com/office/drawing/2014/main" id="{20068E5C-16F2-7092-F777-C3A15E15B63D}"/>
                  </a:ext>
                </a:extLst>
              </p:cNvPr>
              <p:cNvSpPr/>
              <p:nvPr/>
            </p:nvSpPr>
            <p:spPr>
              <a:xfrm>
                <a:off x="5502922" y="3876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4" name="Freeform 37903">
                <a:extLst>
                  <a:ext uri="{FF2B5EF4-FFF2-40B4-BE49-F238E27FC236}">
                    <a16:creationId xmlns:a16="http://schemas.microsoft.com/office/drawing/2014/main" id="{D8A494B0-E50E-21E0-50BB-E973F821F9C2}"/>
                  </a:ext>
                </a:extLst>
              </p:cNvPr>
              <p:cNvSpPr/>
              <p:nvPr/>
            </p:nvSpPr>
            <p:spPr>
              <a:xfrm>
                <a:off x="5503418" y="3946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5" name="Freeform 37904">
                <a:extLst>
                  <a:ext uri="{FF2B5EF4-FFF2-40B4-BE49-F238E27FC236}">
                    <a16:creationId xmlns:a16="http://schemas.microsoft.com/office/drawing/2014/main" id="{DD987DC4-0228-692F-4CD1-87D233E95003}"/>
                  </a:ext>
                </a:extLst>
              </p:cNvPr>
              <p:cNvSpPr/>
              <p:nvPr/>
            </p:nvSpPr>
            <p:spPr>
              <a:xfrm>
                <a:off x="5504013" y="40520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6" name="Freeform 37905">
                <a:extLst>
                  <a:ext uri="{FF2B5EF4-FFF2-40B4-BE49-F238E27FC236}">
                    <a16:creationId xmlns:a16="http://schemas.microsoft.com/office/drawing/2014/main" id="{2853C450-633C-C7AF-0B7C-B595539166C9}"/>
                  </a:ext>
                </a:extLst>
              </p:cNvPr>
              <p:cNvSpPr/>
              <p:nvPr/>
            </p:nvSpPr>
            <p:spPr>
              <a:xfrm>
                <a:off x="5504509" y="401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7" name="Freeform 37906">
                <a:extLst>
                  <a:ext uri="{FF2B5EF4-FFF2-40B4-BE49-F238E27FC236}">
                    <a16:creationId xmlns:a16="http://schemas.microsoft.com/office/drawing/2014/main" id="{F70DEDA6-C2DA-5E97-3F01-51CB153FA1EB}"/>
                  </a:ext>
                </a:extLst>
              </p:cNvPr>
              <p:cNvSpPr/>
              <p:nvPr/>
            </p:nvSpPr>
            <p:spPr>
              <a:xfrm>
                <a:off x="5505005" y="4025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8" name="Freeform 37907">
                <a:extLst>
                  <a:ext uri="{FF2B5EF4-FFF2-40B4-BE49-F238E27FC236}">
                    <a16:creationId xmlns:a16="http://schemas.microsoft.com/office/drawing/2014/main" id="{126EDA1F-6BA4-9579-525D-D105E4972F40}"/>
                  </a:ext>
                </a:extLst>
              </p:cNvPr>
              <p:cNvSpPr/>
              <p:nvPr/>
            </p:nvSpPr>
            <p:spPr>
              <a:xfrm>
                <a:off x="5505601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9" name="Freeform 37908">
                <a:extLst>
                  <a:ext uri="{FF2B5EF4-FFF2-40B4-BE49-F238E27FC236}">
                    <a16:creationId xmlns:a16="http://schemas.microsoft.com/office/drawing/2014/main" id="{E707A61E-84E2-C900-6014-6C03E4C9E040}"/>
                  </a:ext>
                </a:extLst>
              </p:cNvPr>
              <p:cNvSpPr/>
              <p:nvPr/>
            </p:nvSpPr>
            <p:spPr>
              <a:xfrm>
                <a:off x="5506097" y="3994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0" name="Freeform 37909">
                <a:extLst>
                  <a:ext uri="{FF2B5EF4-FFF2-40B4-BE49-F238E27FC236}">
                    <a16:creationId xmlns:a16="http://schemas.microsoft.com/office/drawing/2014/main" id="{890FA7E4-CA4A-CB4E-42B0-57BABF08B27D}"/>
                  </a:ext>
                </a:extLst>
              </p:cNvPr>
              <p:cNvSpPr/>
              <p:nvPr/>
            </p:nvSpPr>
            <p:spPr>
              <a:xfrm>
                <a:off x="5506593" y="4018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1" name="Freeform 37910">
                <a:extLst>
                  <a:ext uri="{FF2B5EF4-FFF2-40B4-BE49-F238E27FC236}">
                    <a16:creationId xmlns:a16="http://schemas.microsoft.com/office/drawing/2014/main" id="{5536FCC1-A54D-3D93-5F73-3D89FA90062D}"/>
                  </a:ext>
                </a:extLst>
              </p:cNvPr>
              <p:cNvSpPr/>
              <p:nvPr/>
            </p:nvSpPr>
            <p:spPr>
              <a:xfrm>
                <a:off x="5507188" y="400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2" name="Freeform 37911">
                <a:extLst>
                  <a:ext uri="{FF2B5EF4-FFF2-40B4-BE49-F238E27FC236}">
                    <a16:creationId xmlns:a16="http://schemas.microsoft.com/office/drawing/2014/main" id="{37B97305-DE03-EB3A-D9AF-CB1EC093D455}"/>
                  </a:ext>
                </a:extLst>
              </p:cNvPr>
              <p:cNvSpPr/>
              <p:nvPr/>
            </p:nvSpPr>
            <p:spPr>
              <a:xfrm>
                <a:off x="5507684" y="399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3" name="Freeform 37912">
                <a:extLst>
                  <a:ext uri="{FF2B5EF4-FFF2-40B4-BE49-F238E27FC236}">
                    <a16:creationId xmlns:a16="http://schemas.microsoft.com/office/drawing/2014/main" id="{83D6E330-DB86-913A-7E7B-E9107852683A}"/>
                  </a:ext>
                </a:extLst>
              </p:cNvPr>
              <p:cNvSpPr/>
              <p:nvPr/>
            </p:nvSpPr>
            <p:spPr>
              <a:xfrm>
                <a:off x="5508180" y="4019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4" name="Freeform 37913">
                <a:extLst>
                  <a:ext uri="{FF2B5EF4-FFF2-40B4-BE49-F238E27FC236}">
                    <a16:creationId xmlns:a16="http://schemas.microsoft.com/office/drawing/2014/main" id="{4EC8B374-9F5F-7242-B6D4-6E606C75763B}"/>
                  </a:ext>
                </a:extLst>
              </p:cNvPr>
              <p:cNvSpPr/>
              <p:nvPr/>
            </p:nvSpPr>
            <p:spPr>
              <a:xfrm>
                <a:off x="5508776" y="4181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5" name="Freeform 37914">
                <a:extLst>
                  <a:ext uri="{FF2B5EF4-FFF2-40B4-BE49-F238E27FC236}">
                    <a16:creationId xmlns:a16="http://schemas.microsoft.com/office/drawing/2014/main" id="{917CCB3E-D691-50C1-EE4B-3752CC901763}"/>
                  </a:ext>
                </a:extLst>
              </p:cNvPr>
              <p:cNvSpPr/>
              <p:nvPr/>
            </p:nvSpPr>
            <p:spPr>
              <a:xfrm>
                <a:off x="5509272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6" name="Freeform 37915">
                <a:extLst>
                  <a:ext uri="{FF2B5EF4-FFF2-40B4-BE49-F238E27FC236}">
                    <a16:creationId xmlns:a16="http://schemas.microsoft.com/office/drawing/2014/main" id="{2F018085-0DC2-700B-0706-8059DE3829D0}"/>
                  </a:ext>
                </a:extLst>
              </p:cNvPr>
              <p:cNvSpPr/>
              <p:nvPr/>
            </p:nvSpPr>
            <p:spPr>
              <a:xfrm>
                <a:off x="550976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7" name="Freeform 37916">
                <a:extLst>
                  <a:ext uri="{FF2B5EF4-FFF2-40B4-BE49-F238E27FC236}">
                    <a16:creationId xmlns:a16="http://schemas.microsoft.com/office/drawing/2014/main" id="{DEB62EF7-192F-12CA-AA1A-57EACB9D0B55}"/>
                  </a:ext>
                </a:extLst>
              </p:cNvPr>
              <p:cNvSpPr/>
              <p:nvPr/>
            </p:nvSpPr>
            <p:spPr>
              <a:xfrm>
                <a:off x="5510363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8" name="Freeform 37917">
                <a:extLst>
                  <a:ext uri="{FF2B5EF4-FFF2-40B4-BE49-F238E27FC236}">
                    <a16:creationId xmlns:a16="http://schemas.microsoft.com/office/drawing/2014/main" id="{C997CDC8-654E-8EA1-BEAC-F90D49ECF2ED}"/>
                  </a:ext>
                </a:extLst>
              </p:cNvPr>
              <p:cNvSpPr/>
              <p:nvPr/>
            </p:nvSpPr>
            <p:spPr>
              <a:xfrm>
                <a:off x="5510859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9" name="Freeform 37918">
                <a:extLst>
                  <a:ext uri="{FF2B5EF4-FFF2-40B4-BE49-F238E27FC236}">
                    <a16:creationId xmlns:a16="http://schemas.microsoft.com/office/drawing/2014/main" id="{10E7332C-FA0F-E075-7CFF-5859BF424101}"/>
                  </a:ext>
                </a:extLst>
              </p:cNvPr>
              <p:cNvSpPr/>
              <p:nvPr/>
            </p:nvSpPr>
            <p:spPr>
              <a:xfrm>
                <a:off x="5511355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0" name="Freeform 37919">
                <a:extLst>
                  <a:ext uri="{FF2B5EF4-FFF2-40B4-BE49-F238E27FC236}">
                    <a16:creationId xmlns:a16="http://schemas.microsoft.com/office/drawing/2014/main" id="{82B32DC6-6067-8844-F29A-A215C144BBC3}"/>
                  </a:ext>
                </a:extLst>
              </p:cNvPr>
              <p:cNvSpPr/>
              <p:nvPr/>
            </p:nvSpPr>
            <p:spPr>
              <a:xfrm>
                <a:off x="5511951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1" name="Freeform 37920">
                <a:extLst>
                  <a:ext uri="{FF2B5EF4-FFF2-40B4-BE49-F238E27FC236}">
                    <a16:creationId xmlns:a16="http://schemas.microsoft.com/office/drawing/2014/main" id="{317C952A-0E0C-034B-A94A-2A4736AC348B}"/>
                  </a:ext>
                </a:extLst>
              </p:cNvPr>
              <p:cNvSpPr/>
              <p:nvPr/>
            </p:nvSpPr>
            <p:spPr>
              <a:xfrm>
                <a:off x="5512447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2" name="Freeform 37921">
                <a:extLst>
                  <a:ext uri="{FF2B5EF4-FFF2-40B4-BE49-F238E27FC236}">
                    <a16:creationId xmlns:a16="http://schemas.microsoft.com/office/drawing/2014/main" id="{1D7C3157-8307-A141-29BC-9810A9D421F9}"/>
                  </a:ext>
                </a:extLst>
              </p:cNvPr>
              <p:cNvSpPr/>
              <p:nvPr/>
            </p:nvSpPr>
            <p:spPr>
              <a:xfrm>
                <a:off x="5512943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3" name="Freeform 37922">
                <a:extLst>
                  <a:ext uri="{FF2B5EF4-FFF2-40B4-BE49-F238E27FC236}">
                    <a16:creationId xmlns:a16="http://schemas.microsoft.com/office/drawing/2014/main" id="{1EEDD1AA-5D04-C6F2-D341-90B7F745FA9F}"/>
                  </a:ext>
                </a:extLst>
              </p:cNvPr>
              <p:cNvSpPr/>
              <p:nvPr/>
            </p:nvSpPr>
            <p:spPr>
              <a:xfrm>
                <a:off x="5513439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4" name="Freeform 37923">
                <a:extLst>
                  <a:ext uri="{FF2B5EF4-FFF2-40B4-BE49-F238E27FC236}">
                    <a16:creationId xmlns:a16="http://schemas.microsoft.com/office/drawing/2014/main" id="{21FB6B37-CC82-6C60-3000-96CDAFA4D72F}"/>
                  </a:ext>
                </a:extLst>
              </p:cNvPr>
              <p:cNvSpPr/>
              <p:nvPr/>
            </p:nvSpPr>
            <p:spPr>
              <a:xfrm>
                <a:off x="5514034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5" name="Freeform 37924">
                <a:extLst>
                  <a:ext uri="{FF2B5EF4-FFF2-40B4-BE49-F238E27FC236}">
                    <a16:creationId xmlns:a16="http://schemas.microsoft.com/office/drawing/2014/main" id="{742F18A8-4423-D64C-1C07-90CEDB5945C8}"/>
                  </a:ext>
                </a:extLst>
              </p:cNvPr>
              <p:cNvSpPr/>
              <p:nvPr/>
            </p:nvSpPr>
            <p:spPr>
              <a:xfrm>
                <a:off x="5514530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6" name="Freeform 37925">
                <a:extLst>
                  <a:ext uri="{FF2B5EF4-FFF2-40B4-BE49-F238E27FC236}">
                    <a16:creationId xmlns:a16="http://schemas.microsoft.com/office/drawing/2014/main" id="{913717D5-681E-9ABE-030E-922F07452387}"/>
                  </a:ext>
                </a:extLst>
              </p:cNvPr>
              <p:cNvSpPr/>
              <p:nvPr/>
            </p:nvSpPr>
            <p:spPr>
              <a:xfrm>
                <a:off x="5515027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7" name="Freeform 37926">
                <a:extLst>
                  <a:ext uri="{FF2B5EF4-FFF2-40B4-BE49-F238E27FC236}">
                    <a16:creationId xmlns:a16="http://schemas.microsoft.com/office/drawing/2014/main" id="{9B657148-9237-963C-0215-405E32B0233A}"/>
                  </a:ext>
                </a:extLst>
              </p:cNvPr>
              <p:cNvSpPr/>
              <p:nvPr/>
            </p:nvSpPr>
            <p:spPr>
              <a:xfrm>
                <a:off x="5515622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8" name="Freeform 37927">
                <a:extLst>
                  <a:ext uri="{FF2B5EF4-FFF2-40B4-BE49-F238E27FC236}">
                    <a16:creationId xmlns:a16="http://schemas.microsoft.com/office/drawing/2014/main" id="{62596CFF-5CA7-5861-19EB-CB0C07EDDFB3}"/>
                  </a:ext>
                </a:extLst>
              </p:cNvPr>
              <p:cNvSpPr/>
              <p:nvPr/>
            </p:nvSpPr>
            <p:spPr>
              <a:xfrm>
                <a:off x="5516118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9" name="Freeform 37928">
                <a:extLst>
                  <a:ext uri="{FF2B5EF4-FFF2-40B4-BE49-F238E27FC236}">
                    <a16:creationId xmlns:a16="http://schemas.microsoft.com/office/drawing/2014/main" id="{8776D048-9B2C-9C95-3B06-F8D810FC7024}"/>
                  </a:ext>
                </a:extLst>
              </p:cNvPr>
              <p:cNvSpPr/>
              <p:nvPr/>
            </p:nvSpPr>
            <p:spPr>
              <a:xfrm>
                <a:off x="5516614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0" name="Freeform 37929">
                <a:extLst>
                  <a:ext uri="{FF2B5EF4-FFF2-40B4-BE49-F238E27FC236}">
                    <a16:creationId xmlns:a16="http://schemas.microsoft.com/office/drawing/2014/main" id="{3AFCC0B2-613F-1817-E0FB-0ED03AD7BB22}"/>
                  </a:ext>
                </a:extLst>
              </p:cNvPr>
              <p:cNvSpPr/>
              <p:nvPr/>
            </p:nvSpPr>
            <p:spPr>
              <a:xfrm>
                <a:off x="5517209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1" name="Freeform 37930">
                <a:extLst>
                  <a:ext uri="{FF2B5EF4-FFF2-40B4-BE49-F238E27FC236}">
                    <a16:creationId xmlns:a16="http://schemas.microsoft.com/office/drawing/2014/main" id="{51A666F8-EDED-E0A4-3207-5300A2B4E94C}"/>
                  </a:ext>
                </a:extLst>
              </p:cNvPr>
              <p:cNvSpPr/>
              <p:nvPr/>
            </p:nvSpPr>
            <p:spPr>
              <a:xfrm>
                <a:off x="5517705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2" name="Freeform 37931">
                <a:extLst>
                  <a:ext uri="{FF2B5EF4-FFF2-40B4-BE49-F238E27FC236}">
                    <a16:creationId xmlns:a16="http://schemas.microsoft.com/office/drawing/2014/main" id="{DF210961-B72C-E7EC-9FC1-956ABA596FEF}"/>
                  </a:ext>
                </a:extLst>
              </p:cNvPr>
              <p:cNvSpPr/>
              <p:nvPr/>
            </p:nvSpPr>
            <p:spPr>
              <a:xfrm>
                <a:off x="5518202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3" name="Freeform 37932">
                <a:extLst>
                  <a:ext uri="{FF2B5EF4-FFF2-40B4-BE49-F238E27FC236}">
                    <a16:creationId xmlns:a16="http://schemas.microsoft.com/office/drawing/2014/main" id="{FD17FDAA-F01A-199C-4C8F-877C5A04F2CF}"/>
                  </a:ext>
                </a:extLst>
              </p:cNvPr>
              <p:cNvSpPr/>
              <p:nvPr/>
            </p:nvSpPr>
            <p:spPr>
              <a:xfrm>
                <a:off x="5518797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4" name="Freeform 37933">
                <a:extLst>
                  <a:ext uri="{FF2B5EF4-FFF2-40B4-BE49-F238E27FC236}">
                    <a16:creationId xmlns:a16="http://schemas.microsoft.com/office/drawing/2014/main" id="{B89FF2E4-43D0-37A2-4343-4590CB973868}"/>
                  </a:ext>
                </a:extLst>
              </p:cNvPr>
              <p:cNvSpPr/>
              <p:nvPr/>
            </p:nvSpPr>
            <p:spPr>
              <a:xfrm>
                <a:off x="5519293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5" name="Freeform 37934">
                <a:extLst>
                  <a:ext uri="{FF2B5EF4-FFF2-40B4-BE49-F238E27FC236}">
                    <a16:creationId xmlns:a16="http://schemas.microsoft.com/office/drawing/2014/main" id="{F6124327-E2BC-A9FA-2062-57A812019546}"/>
                  </a:ext>
                </a:extLst>
              </p:cNvPr>
              <p:cNvSpPr/>
              <p:nvPr/>
            </p:nvSpPr>
            <p:spPr>
              <a:xfrm>
                <a:off x="5519789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6" name="Freeform 37935">
                <a:extLst>
                  <a:ext uri="{FF2B5EF4-FFF2-40B4-BE49-F238E27FC236}">
                    <a16:creationId xmlns:a16="http://schemas.microsoft.com/office/drawing/2014/main" id="{C6DED066-663F-D103-A5AB-4C921A0B668D}"/>
                  </a:ext>
                </a:extLst>
              </p:cNvPr>
              <p:cNvSpPr/>
              <p:nvPr/>
            </p:nvSpPr>
            <p:spPr>
              <a:xfrm>
                <a:off x="5520384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7" name="Freeform 37936">
                <a:extLst>
                  <a:ext uri="{FF2B5EF4-FFF2-40B4-BE49-F238E27FC236}">
                    <a16:creationId xmlns:a16="http://schemas.microsoft.com/office/drawing/2014/main" id="{1ECF8D4D-6E59-2746-F3DF-3AAAE7FB51A3}"/>
                  </a:ext>
                </a:extLst>
              </p:cNvPr>
              <p:cNvSpPr/>
              <p:nvPr/>
            </p:nvSpPr>
            <p:spPr>
              <a:xfrm>
                <a:off x="5520880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8" name="Freeform 37937">
                <a:extLst>
                  <a:ext uri="{FF2B5EF4-FFF2-40B4-BE49-F238E27FC236}">
                    <a16:creationId xmlns:a16="http://schemas.microsoft.com/office/drawing/2014/main" id="{27055726-384D-4353-73B9-DD5AC3FF15E3}"/>
                  </a:ext>
                </a:extLst>
              </p:cNvPr>
              <p:cNvSpPr/>
              <p:nvPr/>
            </p:nvSpPr>
            <p:spPr>
              <a:xfrm>
                <a:off x="5521377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9" name="Freeform 37938">
                <a:extLst>
                  <a:ext uri="{FF2B5EF4-FFF2-40B4-BE49-F238E27FC236}">
                    <a16:creationId xmlns:a16="http://schemas.microsoft.com/office/drawing/2014/main" id="{CEA3CE47-D2A6-362A-ED96-347217BAF2E2}"/>
                  </a:ext>
                </a:extLst>
              </p:cNvPr>
              <p:cNvSpPr/>
              <p:nvPr/>
            </p:nvSpPr>
            <p:spPr>
              <a:xfrm>
                <a:off x="5521972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0" name="Freeform 37939">
                <a:extLst>
                  <a:ext uri="{FF2B5EF4-FFF2-40B4-BE49-F238E27FC236}">
                    <a16:creationId xmlns:a16="http://schemas.microsoft.com/office/drawing/2014/main" id="{22ABF1CB-46B3-2109-8CAC-9607896E3029}"/>
                  </a:ext>
                </a:extLst>
              </p:cNvPr>
              <p:cNvSpPr/>
              <p:nvPr/>
            </p:nvSpPr>
            <p:spPr>
              <a:xfrm>
                <a:off x="5522468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1" name="Freeform 37940">
                <a:extLst>
                  <a:ext uri="{FF2B5EF4-FFF2-40B4-BE49-F238E27FC236}">
                    <a16:creationId xmlns:a16="http://schemas.microsoft.com/office/drawing/2014/main" id="{7828F6D2-8131-854B-CB91-20C105F669DC}"/>
                  </a:ext>
                </a:extLst>
              </p:cNvPr>
              <p:cNvSpPr/>
              <p:nvPr/>
            </p:nvSpPr>
            <p:spPr>
              <a:xfrm>
                <a:off x="552296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2" name="Freeform 37941">
                <a:extLst>
                  <a:ext uri="{FF2B5EF4-FFF2-40B4-BE49-F238E27FC236}">
                    <a16:creationId xmlns:a16="http://schemas.microsoft.com/office/drawing/2014/main" id="{A5FBED2B-5477-1CEB-92A6-CC4C08D700EC}"/>
                  </a:ext>
                </a:extLst>
              </p:cNvPr>
              <p:cNvSpPr/>
              <p:nvPr/>
            </p:nvSpPr>
            <p:spPr>
              <a:xfrm>
                <a:off x="552355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3" name="Freeform 37942">
                <a:extLst>
                  <a:ext uri="{FF2B5EF4-FFF2-40B4-BE49-F238E27FC236}">
                    <a16:creationId xmlns:a16="http://schemas.microsoft.com/office/drawing/2014/main" id="{84380254-384D-BAD1-9CC5-93A5CD7B1272}"/>
                  </a:ext>
                </a:extLst>
              </p:cNvPr>
              <p:cNvSpPr/>
              <p:nvPr/>
            </p:nvSpPr>
            <p:spPr>
              <a:xfrm>
                <a:off x="552405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4" name="Freeform 37943">
                <a:extLst>
                  <a:ext uri="{FF2B5EF4-FFF2-40B4-BE49-F238E27FC236}">
                    <a16:creationId xmlns:a16="http://schemas.microsoft.com/office/drawing/2014/main" id="{5A31C590-537D-55B3-5386-24C6C1EDE161}"/>
                  </a:ext>
                </a:extLst>
              </p:cNvPr>
              <p:cNvSpPr/>
              <p:nvPr/>
            </p:nvSpPr>
            <p:spPr>
              <a:xfrm>
                <a:off x="552455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5" name="Freeform 37944">
                <a:extLst>
                  <a:ext uri="{FF2B5EF4-FFF2-40B4-BE49-F238E27FC236}">
                    <a16:creationId xmlns:a16="http://schemas.microsoft.com/office/drawing/2014/main" id="{F6F08FEB-8E5F-9CE6-1457-0D7BE31E6920}"/>
                  </a:ext>
                </a:extLst>
              </p:cNvPr>
              <p:cNvSpPr/>
              <p:nvPr/>
            </p:nvSpPr>
            <p:spPr>
              <a:xfrm>
                <a:off x="552514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6" name="Freeform 37945">
                <a:extLst>
                  <a:ext uri="{FF2B5EF4-FFF2-40B4-BE49-F238E27FC236}">
                    <a16:creationId xmlns:a16="http://schemas.microsoft.com/office/drawing/2014/main" id="{0B14ABA0-0CB5-A196-742E-0F3658C0CC36}"/>
                  </a:ext>
                </a:extLst>
              </p:cNvPr>
              <p:cNvSpPr/>
              <p:nvPr/>
            </p:nvSpPr>
            <p:spPr>
              <a:xfrm>
                <a:off x="552564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7" name="Freeform 37946">
                <a:extLst>
                  <a:ext uri="{FF2B5EF4-FFF2-40B4-BE49-F238E27FC236}">
                    <a16:creationId xmlns:a16="http://schemas.microsoft.com/office/drawing/2014/main" id="{C50DA1CD-8496-0B60-713E-87590AF6AD42}"/>
                  </a:ext>
                </a:extLst>
              </p:cNvPr>
              <p:cNvSpPr/>
              <p:nvPr/>
            </p:nvSpPr>
            <p:spPr>
              <a:xfrm>
                <a:off x="552613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8" name="Freeform 37947">
                <a:extLst>
                  <a:ext uri="{FF2B5EF4-FFF2-40B4-BE49-F238E27FC236}">
                    <a16:creationId xmlns:a16="http://schemas.microsoft.com/office/drawing/2014/main" id="{A4B98301-3767-5975-FD2E-40627CDED3F0}"/>
                  </a:ext>
                </a:extLst>
              </p:cNvPr>
              <p:cNvSpPr/>
              <p:nvPr/>
            </p:nvSpPr>
            <p:spPr>
              <a:xfrm>
                <a:off x="5526635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9" name="Freeform 37948">
                <a:extLst>
                  <a:ext uri="{FF2B5EF4-FFF2-40B4-BE49-F238E27FC236}">
                    <a16:creationId xmlns:a16="http://schemas.microsoft.com/office/drawing/2014/main" id="{F30D43D5-BC7C-9356-62C9-6038CF1EDFD4}"/>
                  </a:ext>
                </a:extLst>
              </p:cNvPr>
              <p:cNvSpPr/>
              <p:nvPr/>
            </p:nvSpPr>
            <p:spPr>
              <a:xfrm>
                <a:off x="552723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0" name="Freeform 37949">
                <a:extLst>
                  <a:ext uri="{FF2B5EF4-FFF2-40B4-BE49-F238E27FC236}">
                    <a16:creationId xmlns:a16="http://schemas.microsoft.com/office/drawing/2014/main" id="{725EBA66-22E8-83A2-D230-FA9AF7E3F594}"/>
                  </a:ext>
                </a:extLst>
              </p:cNvPr>
              <p:cNvSpPr/>
              <p:nvPr/>
            </p:nvSpPr>
            <p:spPr>
              <a:xfrm>
                <a:off x="5527727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1" name="Freeform 37950">
                <a:extLst>
                  <a:ext uri="{FF2B5EF4-FFF2-40B4-BE49-F238E27FC236}">
                    <a16:creationId xmlns:a16="http://schemas.microsoft.com/office/drawing/2014/main" id="{B48F276F-F79F-136F-C067-E64111D6CA4B}"/>
                  </a:ext>
                </a:extLst>
              </p:cNvPr>
              <p:cNvSpPr/>
              <p:nvPr/>
            </p:nvSpPr>
            <p:spPr>
              <a:xfrm>
                <a:off x="5528223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2" name="Freeform 37951">
                <a:extLst>
                  <a:ext uri="{FF2B5EF4-FFF2-40B4-BE49-F238E27FC236}">
                    <a16:creationId xmlns:a16="http://schemas.microsoft.com/office/drawing/2014/main" id="{B09836BA-ED9D-04F5-3F71-7F6ACF15E088}"/>
                  </a:ext>
                </a:extLst>
              </p:cNvPr>
              <p:cNvSpPr/>
              <p:nvPr/>
            </p:nvSpPr>
            <p:spPr>
              <a:xfrm>
                <a:off x="5528818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3" name="Freeform 37952">
                <a:extLst>
                  <a:ext uri="{FF2B5EF4-FFF2-40B4-BE49-F238E27FC236}">
                    <a16:creationId xmlns:a16="http://schemas.microsoft.com/office/drawing/2014/main" id="{F76CA777-FD64-C5D2-2A45-2459C226286C}"/>
                  </a:ext>
                </a:extLst>
              </p:cNvPr>
              <p:cNvSpPr/>
              <p:nvPr/>
            </p:nvSpPr>
            <p:spPr>
              <a:xfrm>
                <a:off x="5529314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4" name="Freeform 37953">
                <a:extLst>
                  <a:ext uri="{FF2B5EF4-FFF2-40B4-BE49-F238E27FC236}">
                    <a16:creationId xmlns:a16="http://schemas.microsoft.com/office/drawing/2014/main" id="{FA270BB9-F32C-A077-0FDB-52A8A5EA6E62}"/>
                  </a:ext>
                </a:extLst>
              </p:cNvPr>
              <p:cNvSpPr/>
              <p:nvPr/>
            </p:nvSpPr>
            <p:spPr>
              <a:xfrm>
                <a:off x="5529810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5" name="Freeform 37954">
                <a:extLst>
                  <a:ext uri="{FF2B5EF4-FFF2-40B4-BE49-F238E27FC236}">
                    <a16:creationId xmlns:a16="http://schemas.microsoft.com/office/drawing/2014/main" id="{8584701F-AB2B-A93E-2630-A1CA29BDA1B0}"/>
                  </a:ext>
                </a:extLst>
              </p:cNvPr>
              <p:cNvSpPr/>
              <p:nvPr/>
            </p:nvSpPr>
            <p:spPr>
              <a:xfrm>
                <a:off x="5530405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6" name="Freeform 37955">
                <a:extLst>
                  <a:ext uri="{FF2B5EF4-FFF2-40B4-BE49-F238E27FC236}">
                    <a16:creationId xmlns:a16="http://schemas.microsoft.com/office/drawing/2014/main" id="{57748B64-C001-734A-0CA3-A023E3AD0CCE}"/>
                  </a:ext>
                </a:extLst>
              </p:cNvPr>
              <p:cNvSpPr/>
              <p:nvPr/>
            </p:nvSpPr>
            <p:spPr>
              <a:xfrm>
                <a:off x="5530902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7" name="Freeform 37956">
                <a:extLst>
                  <a:ext uri="{FF2B5EF4-FFF2-40B4-BE49-F238E27FC236}">
                    <a16:creationId xmlns:a16="http://schemas.microsoft.com/office/drawing/2014/main" id="{C7FF7245-7DF4-263B-B69F-5425307D6659}"/>
                  </a:ext>
                </a:extLst>
              </p:cNvPr>
              <p:cNvSpPr/>
              <p:nvPr/>
            </p:nvSpPr>
            <p:spPr>
              <a:xfrm>
                <a:off x="5531398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8" name="Freeform 37957">
                <a:extLst>
                  <a:ext uri="{FF2B5EF4-FFF2-40B4-BE49-F238E27FC236}">
                    <a16:creationId xmlns:a16="http://schemas.microsoft.com/office/drawing/2014/main" id="{D02A1F6F-DAE6-7962-406B-FE9582DB1F6D}"/>
                  </a:ext>
                </a:extLst>
              </p:cNvPr>
              <p:cNvSpPr/>
              <p:nvPr/>
            </p:nvSpPr>
            <p:spPr>
              <a:xfrm>
                <a:off x="5531993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9" name="Freeform 37958">
                <a:extLst>
                  <a:ext uri="{FF2B5EF4-FFF2-40B4-BE49-F238E27FC236}">
                    <a16:creationId xmlns:a16="http://schemas.microsoft.com/office/drawing/2014/main" id="{25869C91-A1CD-357A-39BD-B522AAB0E98F}"/>
                  </a:ext>
                </a:extLst>
              </p:cNvPr>
              <p:cNvSpPr/>
              <p:nvPr/>
            </p:nvSpPr>
            <p:spPr>
              <a:xfrm>
                <a:off x="5532489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0" name="Freeform 37959">
                <a:extLst>
                  <a:ext uri="{FF2B5EF4-FFF2-40B4-BE49-F238E27FC236}">
                    <a16:creationId xmlns:a16="http://schemas.microsoft.com/office/drawing/2014/main" id="{18B3041C-C2CB-E919-62CD-4F9930B1E0A5}"/>
                  </a:ext>
                </a:extLst>
              </p:cNvPr>
              <p:cNvSpPr/>
              <p:nvPr/>
            </p:nvSpPr>
            <p:spPr>
              <a:xfrm>
                <a:off x="5532985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1" name="Freeform 37960">
                <a:extLst>
                  <a:ext uri="{FF2B5EF4-FFF2-40B4-BE49-F238E27FC236}">
                    <a16:creationId xmlns:a16="http://schemas.microsoft.com/office/drawing/2014/main" id="{FFF47011-6C34-90C3-F463-4B9A9CC738A0}"/>
                  </a:ext>
                </a:extLst>
              </p:cNvPr>
              <p:cNvSpPr/>
              <p:nvPr/>
            </p:nvSpPr>
            <p:spPr>
              <a:xfrm>
                <a:off x="5533580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2" name="Freeform 37961">
                <a:extLst>
                  <a:ext uri="{FF2B5EF4-FFF2-40B4-BE49-F238E27FC236}">
                    <a16:creationId xmlns:a16="http://schemas.microsoft.com/office/drawing/2014/main" id="{8AF29915-8BE2-106A-4056-EC4B8B3BCBF5}"/>
                  </a:ext>
                </a:extLst>
              </p:cNvPr>
              <p:cNvSpPr/>
              <p:nvPr/>
            </p:nvSpPr>
            <p:spPr>
              <a:xfrm>
                <a:off x="5534077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3" name="Freeform 37962">
                <a:extLst>
                  <a:ext uri="{FF2B5EF4-FFF2-40B4-BE49-F238E27FC236}">
                    <a16:creationId xmlns:a16="http://schemas.microsoft.com/office/drawing/2014/main" id="{C4F89FD7-6266-0D1F-6AC9-D94006DA0B1B}"/>
                  </a:ext>
                </a:extLst>
              </p:cNvPr>
              <p:cNvSpPr/>
              <p:nvPr/>
            </p:nvSpPr>
            <p:spPr>
              <a:xfrm>
                <a:off x="5534573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4" name="Freeform 37963">
                <a:extLst>
                  <a:ext uri="{FF2B5EF4-FFF2-40B4-BE49-F238E27FC236}">
                    <a16:creationId xmlns:a16="http://schemas.microsoft.com/office/drawing/2014/main" id="{6F3F1F03-0562-5A24-D960-9730567C9196}"/>
                  </a:ext>
                </a:extLst>
              </p:cNvPr>
              <p:cNvSpPr/>
              <p:nvPr/>
            </p:nvSpPr>
            <p:spPr>
              <a:xfrm>
                <a:off x="553516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5" name="Freeform 37964">
                <a:extLst>
                  <a:ext uri="{FF2B5EF4-FFF2-40B4-BE49-F238E27FC236}">
                    <a16:creationId xmlns:a16="http://schemas.microsoft.com/office/drawing/2014/main" id="{524B7C26-A092-C579-386C-68DDB2A10BA4}"/>
                  </a:ext>
                </a:extLst>
              </p:cNvPr>
              <p:cNvSpPr/>
              <p:nvPr/>
            </p:nvSpPr>
            <p:spPr>
              <a:xfrm>
                <a:off x="5535664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6" name="Freeform 37965">
                <a:extLst>
                  <a:ext uri="{FF2B5EF4-FFF2-40B4-BE49-F238E27FC236}">
                    <a16:creationId xmlns:a16="http://schemas.microsoft.com/office/drawing/2014/main" id="{D2F71F53-D792-5939-9CEE-FD9E3D20BB5A}"/>
                  </a:ext>
                </a:extLst>
              </p:cNvPr>
              <p:cNvSpPr/>
              <p:nvPr/>
            </p:nvSpPr>
            <p:spPr>
              <a:xfrm>
                <a:off x="553616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7" name="Freeform 37966">
                <a:extLst>
                  <a:ext uri="{FF2B5EF4-FFF2-40B4-BE49-F238E27FC236}">
                    <a16:creationId xmlns:a16="http://schemas.microsoft.com/office/drawing/2014/main" id="{B6AFCB7C-C749-2D4D-5BE7-7CED7049FF10}"/>
                  </a:ext>
                </a:extLst>
              </p:cNvPr>
              <p:cNvSpPr/>
              <p:nvPr/>
            </p:nvSpPr>
            <p:spPr>
              <a:xfrm>
                <a:off x="553675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8" name="Freeform 37967">
                <a:extLst>
                  <a:ext uri="{FF2B5EF4-FFF2-40B4-BE49-F238E27FC236}">
                    <a16:creationId xmlns:a16="http://schemas.microsoft.com/office/drawing/2014/main" id="{EDBA2665-8063-8D39-C568-4F2E88456887}"/>
                  </a:ext>
                </a:extLst>
              </p:cNvPr>
              <p:cNvSpPr/>
              <p:nvPr/>
            </p:nvSpPr>
            <p:spPr>
              <a:xfrm>
                <a:off x="5537252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9" name="Freeform 37968">
                <a:extLst>
                  <a:ext uri="{FF2B5EF4-FFF2-40B4-BE49-F238E27FC236}">
                    <a16:creationId xmlns:a16="http://schemas.microsoft.com/office/drawing/2014/main" id="{A39AB82D-AE75-13C6-C23A-A6A0D3B109DB}"/>
                  </a:ext>
                </a:extLst>
              </p:cNvPr>
              <p:cNvSpPr/>
              <p:nvPr/>
            </p:nvSpPr>
            <p:spPr>
              <a:xfrm>
                <a:off x="553774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0" name="Freeform 37969">
                <a:extLst>
                  <a:ext uri="{FF2B5EF4-FFF2-40B4-BE49-F238E27FC236}">
                    <a16:creationId xmlns:a16="http://schemas.microsoft.com/office/drawing/2014/main" id="{37B8A9FA-8926-686C-8FD3-8FE4EDFA7624}"/>
                  </a:ext>
                </a:extLst>
              </p:cNvPr>
              <p:cNvSpPr/>
              <p:nvPr/>
            </p:nvSpPr>
            <p:spPr>
              <a:xfrm>
                <a:off x="5538244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1" name="Freeform 37970">
                <a:extLst>
                  <a:ext uri="{FF2B5EF4-FFF2-40B4-BE49-F238E27FC236}">
                    <a16:creationId xmlns:a16="http://schemas.microsoft.com/office/drawing/2014/main" id="{C1C26B8A-1021-1295-001D-8FCDF34E2E75}"/>
                  </a:ext>
                </a:extLst>
              </p:cNvPr>
              <p:cNvSpPr/>
              <p:nvPr/>
            </p:nvSpPr>
            <p:spPr>
              <a:xfrm>
                <a:off x="553883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2" name="Freeform 37971">
                <a:extLst>
                  <a:ext uri="{FF2B5EF4-FFF2-40B4-BE49-F238E27FC236}">
                    <a16:creationId xmlns:a16="http://schemas.microsoft.com/office/drawing/2014/main" id="{55CAA908-720D-B4E8-8ADD-4DC19EDE00CD}"/>
                  </a:ext>
                </a:extLst>
              </p:cNvPr>
              <p:cNvSpPr/>
              <p:nvPr/>
            </p:nvSpPr>
            <p:spPr>
              <a:xfrm>
                <a:off x="553933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3" name="Freeform 37972">
                <a:extLst>
                  <a:ext uri="{FF2B5EF4-FFF2-40B4-BE49-F238E27FC236}">
                    <a16:creationId xmlns:a16="http://schemas.microsoft.com/office/drawing/2014/main" id="{0CF5BED6-4429-D01B-1CAD-2285A76EE9F8}"/>
                  </a:ext>
                </a:extLst>
              </p:cNvPr>
              <p:cNvSpPr/>
              <p:nvPr/>
            </p:nvSpPr>
            <p:spPr>
              <a:xfrm>
                <a:off x="5539831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4" name="Freeform 37973">
                <a:extLst>
                  <a:ext uri="{FF2B5EF4-FFF2-40B4-BE49-F238E27FC236}">
                    <a16:creationId xmlns:a16="http://schemas.microsoft.com/office/drawing/2014/main" id="{BEC59353-0385-3EF1-72E4-D97F8333CA34}"/>
                  </a:ext>
                </a:extLst>
              </p:cNvPr>
              <p:cNvSpPr/>
              <p:nvPr/>
            </p:nvSpPr>
            <p:spPr>
              <a:xfrm>
                <a:off x="5540427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5" name="Freeform 37974">
                <a:extLst>
                  <a:ext uri="{FF2B5EF4-FFF2-40B4-BE49-F238E27FC236}">
                    <a16:creationId xmlns:a16="http://schemas.microsoft.com/office/drawing/2014/main" id="{82B2EF19-7836-2346-25AE-721C3F9FF2BF}"/>
                  </a:ext>
                </a:extLst>
              </p:cNvPr>
              <p:cNvSpPr/>
              <p:nvPr/>
            </p:nvSpPr>
            <p:spPr>
              <a:xfrm>
                <a:off x="5540923" y="4054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6" name="Freeform 37975">
                <a:extLst>
                  <a:ext uri="{FF2B5EF4-FFF2-40B4-BE49-F238E27FC236}">
                    <a16:creationId xmlns:a16="http://schemas.microsoft.com/office/drawing/2014/main" id="{18921CFF-1BC5-6335-17F4-E80BB428AB36}"/>
                  </a:ext>
                </a:extLst>
              </p:cNvPr>
              <p:cNvSpPr/>
              <p:nvPr/>
            </p:nvSpPr>
            <p:spPr>
              <a:xfrm>
                <a:off x="5541419" y="4064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7" name="Freeform 37976">
                <a:extLst>
                  <a:ext uri="{FF2B5EF4-FFF2-40B4-BE49-F238E27FC236}">
                    <a16:creationId xmlns:a16="http://schemas.microsoft.com/office/drawing/2014/main" id="{7A439904-D9EA-66AE-9E22-591B1E34C00A}"/>
                  </a:ext>
                </a:extLst>
              </p:cNvPr>
              <p:cNvSpPr/>
              <p:nvPr/>
            </p:nvSpPr>
            <p:spPr>
              <a:xfrm>
                <a:off x="5542014" y="4084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8" name="Freeform 37977">
                <a:extLst>
                  <a:ext uri="{FF2B5EF4-FFF2-40B4-BE49-F238E27FC236}">
                    <a16:creationId xmlns:a16="http://schemas.microsoft.com/office/drawing/2014/main" id="{14423371-AC3E-839D-1FD8-7BCE45428203}"/>
                  </a:ext>
                </a:extLst>
              </p:cNvPr>
              <p:cNvSpPr/>
              <p:nvPr/>
            </p:nvSpPr>
            <p:spPr>
              <a:xfrm>
                <a:off x="5542510" y="4150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9" name="Freeform 37978">
                <a:extLst>
                  <a:ext uri="{FF2B5EF4-FFF2-40B4-BE49-F238E27FC236}">
                    <a16:creationId xmlns:a16="http://schemas.microsoft.com/office/drawing/2014/main" id="{6F287D96-B14A-6DAE-C529-F1AA52831DBA}"/>
                  </a:ext>
                </a:extLst>
              </p:cNvPr>
              <p:cNvSpPr/>
              <p:nvPr/>
            </p:nvSpPr>
            <p:spPr>
              <a:xfrm>
                <a:off x="5543006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0" name="Freeform 37979">
                <a:extLst>
                  <a:ext uri="{FF2B5EF4-FFF2-40B4-BE49-F238E27FC236}">
                    <a16:creationId xmlns:a16="http://schemas.microsoft.com/office/drawing/2014/main" id="{AA523967-DE79-F5A2-C9F5-202454221B1B}"/>
                  </a:ext>
                </a:extLst>
              </p:cNvPr>
              <p:cNvSpPr/>
              <p:nvPr/>
            </p:nvSpPr>
            <p:spPr>
              <a:xfrm>
                <a:off x="5543602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1" name="Freeform 37980">
                <a:extLst>
                  <a:ext uri="{FF2B5EF4-FFF2-40B4-BE49-F238E27FC236}">
                    <a16:creationId xmlns:a16="http://schemas.microsoft.com/office/drawing/2014/main" id="{FFECEB95-9E96-D17D-B045-1C65B432C58E}"/>
                  </a:ext>
                </a:extLst>
              </p:cNvPr>
              <p:cNvSpPr/>
              <p:nvPr/>
            </p:nvSpPr>
            <p:spPr>
              <a:xfrm>
                <a:off x="554409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2" name="Freeform 37981">
                <a:extLst>
                  <a:ext uri="{FF2B5EF4-FFF2-40B4-BE49-F238E27FC236}">
                    <a16:creationId xmlns:a16="http://schemas.microsoft.com/office/drawing/2014/main" id="{0AE37F13-F584-8FE8-F20E-4F2551D6D85E}"/>
                  </a:ext>
                </a:extLst>
              </p:cNvPr>
              <p:cNvSpPr/>
              <p:nvPr/>
            </p:nvSpPr>
            <p:spPr>
              <a:xfrm>
                <a:off x="5544594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3" name="Freeform 37982">
                <a:extLst>
                  <a:ext uri="{FF2B5EF4-FFF2-40B4-BE49-F238E27FC236}">
                    <a16:creationId xmlns:a16="http://schemas.microsoft.com/office/drawing/2014/main" id="{815B0393-6B5F-A8B0-2134-AB4F6196618F}"/>
                  </a:ext>
                </a:extLst>
              </p:cNvPr>
              <p:cNvSpPr/>
              <p:nvPr/>
            </p:nvSpPr>
            <p:spPr>
              <a:xfrm>
                <a:off x="5545189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4" name="Freeform 37983">
                <a:extLst>
                  <a:ext uri="{FF2B5EF4-FFF2-40B4-BE49-F238E27FC236}">
                    <a16:creationId xmlns:a16="http://schemas.microsoft.com/office/drawing/2014/main" id="{E6DD2291-22AD-098C-B9E7-9E68517CA7A1}"/>
                  </a:ext>
                </a:extLst>
              </p:cNvPr>
              <p:cNvSpPr/>
              <p:nvPr/>
            </p:nvSpPr>
            <p:spPr>
              <a:xfrm>
                <a:off x="5545685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5" name="Freeform 37984">
                <a:extLst>
                  <a:ext uri="{FF2B5EF4-FFF2-40B4-BE49-F238E27FC236}">
                    <a16:creationId xmlns:a16="http://schemas.microsoft.com/office/drawing/2014/main" id="{3CE5CFF4-F3C5-23F7-A674-94D60FEFD225}"/>
                  </a:ext>
                </a:extLst>
              </p:cNvPr>
              <p:cNvSpPr/>
              <p:nvPr/>
            </p:nvSpPr>
            <p:spPr>
              <a:xfrm>
                <a:off x="5546181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6" name="Freeform 37985">
                <a:extLst>
                  <a:ext uri="{FF2B5EF4-FFF2-40B4-BE49-F238E27FC236}">
                    <a16:creationId xmlns:a16="http://schemas.microsoft.com/office/drawing/2014/main" id="{46E974AF-F37C-9414-84E8-A9F17FC4CBB7}"/>
                  </a:ext>
                </a:extLst>
              </p:cNvPr>
              <p:cNvSpPr/>
              <p:nvPr/>
            </p:nvSpPr>
            <p:spPr>
              <a:xfrm>
                <a:off x="5546777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7" name="Freeform 37986">
                <a:extLst>
                  <a:ext uri="{FF2B5EF4-FFF2-40B4-BE49-F238E27FC236}">
                    <a16:creationId xmlns:a16="http://schemas.microsoft.com/office/drawing/2014/main" id="{8A07BEAE-B71C-4EA1-55AB-8CCA85A8637E}"/>
                  </a:ext>
                </a:extLst>
              </p:cNvPr>
              <p:cNvSpPr/>
              <p:nvPr/>
            </p:nvSpPr>
            <p:spPr>
              <a:xfrm>
                <a:off x="554727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8" name="Freeform 37987">
                <a:extLst>
                  <a:ext uri="{FF2B5EF4-FFF2-40B4-BE49-F238E27FC236}">
                    <a16:creationId xmlns:a16="http://schemas.microsoft.com/office/drawing/2014/main" id="{8A272FEE-3C0A-E829-400B-31F040396030}"/>
                  </a:ext>
                </a:extLst>
              </p:cNvPr>
              <p:cNvSpPr/>
              <p:nvPr/>
            </p:nvSpPr>
            <p:spPr>
              <a:xfrm>
                <a:off x="554776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9" name="Freeform 37988">
                <a:extLst>
                  <a:ext uri="{FF2B5EF4-FFF2-40B4-BE49-F238E27FC236}">
                    <a16:creationId xmlns:a16="http://schemas.microsoft.com/office/drawing/2014/main" id="{E278ACDE-9DA9-0205-A06B-99266C19E274}"/>
                  </a:ext>
                </a:extLst>
              </p:cNvPr>
              <p:cNvSpPr/>
              <p:nvPr/>
            </p:nvSpPr>
            <p:spPr>
              <a:xfrm>
                <a:off x="554836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0" name="Freeform 37989">
                <a:extLst>
                  <a:ext uri="{FF2B5EF4-FFF2-40B4-BE49-F238E27FC236}">
                    <a16:creationId xmlns:a16="http://schemas.microsoft.com/office/drawing/2014/main" id="{FA2FF356-7551-71D2-B5FB-CBC1FB903BD0}"/>
                  </a:ext>
                </a:extLst>
              </p:cNvPr>
              <p:cNvSpPr/>
              <p:nvPr/>
            </p:nvSpPr>
            <p:spPr>
              <a:xfrm>
                <a:off x="554886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1" name="Freeform 37990">
                <a:extLst>
                  <a:ext uri="{FF2B5EF4-FFF2-40B4-BE49-F238E27FC236}">
                    <a16:creationId xmlns:a16="http://schemas.microsoft.com/office/drawing/2014/main" id="{29A23006-4B8B-5EDD-B945-9FFF990CF6F0}"/>
                  </a:ext>
                </a:extLst>
              </p:cNvPr>
              <p:cNvSpPr/>
              <p:nvPr/>
            </p:nvSpPr>
            <p:spPr>
              <a:xfrm>
                <a:off x="554935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2" name="Freeform 37991">
                <a:extLst>
                  <a:ext uri="{FF2B5EF4-FFF2-40B4-BE49-F238E27FC236}">
                    <a16:creationId xmlns:a16="http://schemas.microsoft.com/office/drawing/2014/main" id="{BFA6968A-9DA5-4978-B3D9-46A5C0EDDFA6}"/>
                  </a:ext>
                </a:extLst>
              </p:cNvPr>
              <p:cNvSpPr/>
              <p:nvPr/>
            </p:nvSpPr>
            <p:spPr>
              <a:xfrm>
                <a:off x="5549852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3" name="Freeform 37992">
                <a:extLst>
                  <a:ext uri="{FF2B5EF4-FFF2-40B4-BE49-F238E27FC236}">
                    <a16:creationId xmlns:a16="http://schemas.microsoft.com/office/drawing/2014/main" id="{792C13DF-D30B-BC6C-5CCD-3AA54106CC5A}"/>
                  </a:ext>
                </a:extLst>
              </p:cNvPr>
              <p:cNvSpPr/>
              <p:nvPr/>
            </p:nvSpPr>
            <p:spPr>
              <a:xfrm>
                <a:off x="555044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4" name="Freeform 37993">
                <a:extLst>
                  <a:ext uri="{FF2B5EF4-FFF2-40B4-BE49-F238E27FC236}">
                    <a16:creationId xmlns:a16="http://schemas.microsoft.com/office/drawing/2014/main" id="{F4969493-6931-6EEF-B80F-E596E5EAF11D}"/>
                  </a:ext>
                </a:extLst>
              </p:cNvPr>
              <p:cNvSpPr/>
              <p:nvPr/>
            </p:nvSpPr>
            <p:spPr>
              <a:xfrm>
                <a:off x="5550944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5" name="Freeform 37994">
                <a:extLst>
                  <a:ext uri="{FF2B5EF4-FFF2-40B4-BE49-F238E27FC236}">
                    <a16:creationId xmlns:a16="http://schemas.microsoft.com/office/drawing/2014/main" id="{282D30CD-DC79-9B80-11E6-0DEDD07C71E7}"/>
                  </a:ext>
                </a:extLst>
              </p:cNvPr>
              <p:cNvSpPr/>
              <p:nvPr/>
            </p:nvSpPr>
            <p:spPr>
              <a:xfrm>
                <a:off x="555144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6" name="Freeform 37995">
                <a:extLst>
                  <a:ext uri="{FF2B5EF4-FFF2-40B4-BE49-F238E27FC236}">
                    <a16:creationId xmlns:a16="http://schemas.microsoft.com/office/drawing/2014/main" id="{3A385439-9410-E153-4218-62715245699E}"/>
                  </a:ext>
                </a:extLst>
              </p:cNvPr>
              <p:cNvSpPr/>
              <p:nvPr/>
            </p:nvSpPr>
            <p:spPr>
              <a:xfrm>
                <a:off x="5552035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7" name="Freeform 37996">
                <a:extLst>
                  <a:ext uri="{FF2B5EF4-FFF2-40B4-BE49-F238E27FC236}">
                    <a16:creationId xmlns:a16="http://schemas.microsoft.com/office/drawing/2014/main" id="{3CFCF250-FEA2-638B-52F0-19D233119B82}"/>
                  </a:ext>
                </a:extLst>
              </p:cNvPr>
              <p:cNvSpPr/>
              <p:nvPr/>
            </p:nvSpPr>
            <p:spPr>
              <a:xfrm>
                <a:off x="5552531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8" name="Freeform 37997">
                <a:extLst>
                  <a:ext uri="{FF2B5EF4-FFF2-40B4-BE49-F238E27FC236}">
                    <a16:creationId xmlns:a16="http://schemas.microsoft.com/office/drawing/2014/main" id="{AE0F285C-6DDE-E142-7D9F-40C5639CACC4}"/>
                  </a:ext>
                </a:extLst>
              </p:cNvPr>
              <p:cNvSpPr/>
              <p:nvPr/>
            </p:nvSpPr>
            <p:spPr>
              <a:xfrm>
                <a:off x="5553027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9" name="Freeform 37998">
                <a:extLst>
                  <a:ext uri="{FF2B5EF4-FFF2-40B4-BE49-F238E27FC236}">
                    <a16:creationId xmlns:a16="http://schemas.microsoft.com/office/drawing/2014/main" id="{65AAAECF-5F35-D956-CFBE-2E5E31F4A80D}"/>
                  </a:ext>
                </a:extLst>
              </p:cNvPr>
              <p:cNvSpPr/>
              <p:nvPr/>
            </p:nvSpPr>
            <p:spPr>
              <a:xfrm>
                <a:off x="5553623" y="3999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0" name="Freeform 37999">
                <a:extLst>
                  <a:ext uri="{FF2B5EF4-FFF2-40B4-BE49-F238E27FC236}">
                    <a16:creationId xmlns:a16="http://schemas.microsoft.com/office/drawing/2014/main" id="{72CE911C-EC64-05FC-58C6-4C70F6B12B8F}"/>
                  </a:ext>
                </a:extLst>
              </p:cNvPr>
              <p:cNvSpPr/>
              <p:nvPr/>
            </p:nvSpPr>
            <p:spPr>
              <a:xfrm>
                <a:off x="5554119" y="3988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1" name="Freeform 38000">
                <a:extLst>
                  <a:ext uri="{FF2B5EF4-FFF2-40B4-BE49-F238E27FC236}">
                    <a16:creationId xmlns:a16="http://schemas.microsoft.com/office/drawing/2014/main" id="{65A4F049-D567-D1A8-A9D6-5DB7062587AD}"/>
                  </a:ext>
                </a:extLst>
              </p:cNvPr>
              <p:cNvSpPr/>
              <p:nvPr/>
            </p:nvSpPr>
            <p:spPr>
              <a:xfrm>
                <a:off x="5554615" y="4031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2" name="Freeform 38001">
                <a:extLst>
                  <a:ext uri="{FF2B5EF4-FFF2-40B4-BE49-F238E27FC236}">
                    <a16:creationId xmlns:a16="http://schemas.microsoft.com/office/drawing/2014/main" id="{EB3DC71F-C50D-FFD7-5A3D-F27948CABC4E}"/>
                  </a:ext>
                </a:extLst>
              </p:cNvPr>
              <p:cNvSpPr/>
              <p:nvPr/>
            </p:nvSpPr>
            <p:spPr>
              <a:xfrm>
                <a:off x="5555210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3" name="Freeform 38002">
                <a:extLst>
                  <a:ext uri="{FF2B5EF4-FFF2-40B4-BE49-F238E27FC236}">
                    <a16:creationId xmlns:a16="http://schemas.microsoft.com/office/drawing/2014/main" id="{3D0154E5-926E-F692-B63D-C808C8BB1E00}"/>
                  </a:ext>
                </a:extLst>
              </p:cNvPr>
              <p:cNvSpPr/>
              <p:nvPr/>
            </p:nvSpPr>
            <p:spPr>
              <a:xfrm>
                <a:off x="5555706" y="4147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4" name="Freeform 38003">
                <a:extLst>
                  <a:ext uri="{FF2B5EF4-FFF2-40B4-BE49-F238E27FC236}">
                    <a16:creationId xmlns:a16="http://schemas.microsoft.com/office/drawing/2014/main" id="{B98D353D-9FE8-1BBE-1174-DE00D340FC28}"/>
                  </a:ext>
                </a:extLst>
              </p:cNvPr>
              <p:cNvSpPr/>
              <p:nvPr/>
            </p:nvSpPr>
            <p:spPr>
              <a:xfrm>
                <a:off x="5556202" y="4199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5" name="Freeform 38004">
                <a:extLst>
                  <a:ext uri="{FF2B5EF4-FFF2-40B4-BE49-F238E27FC236}">
                    <a16:creationId xmlns:a16="http://schemas.microsoft.com/office/drawing/2014/main" id="{5FD75937-D11C-5896-B246-429F641B17A7}"/>
                  </a:ext>
                </a:extLst>
              </p:cNvPr>
              <p:cNvSpPr/>
              <p:nvPr/>
            </p:nvSpPr>
            <p:spPr>
              <a:xfrm>
                <a:off x="5556798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6" name="Freeform 38005">
                <a:extLst>
                  <a:ext uri="{FF2B5EF4-FFF2-40B4-BE49-F238E27FC236}">
                    <a16:creationId xmlns:a16="http://schemas.microsoft.com/office/drawing/2014/main" id="{C66B47D2-FF98-D5B1-5437-2445F6A3961E}"/>
                  </a:ext>
                </a:extLst>
              </p:cNvPr>
              <p:cNvSpPr/>
              <p:nvPr/>
            </p:nvSpPr>
            <p:spPr>
              <a:xfrm>
                <a:off x="5557294" y="4200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7" name="Freeform 38006">
                <a:extLst>
                  <a:ext uri="{FF2B5EF4-FFF2-40B4-BE49-F238E27FC236}">
                    <a16:creationId xmlns:a16="http://schemas.microsoft.com/office/drawing/2014/main" id="{58F2292E-E54D-0DFF-228E-581BC776335D}"/>
                  </a:ext>
                </a:extLst>
              </p:cNvPr>
              <p:cNvSpPr/>
              <p:nvPr/>
            </p:nvSpPr>
            <p:spPr>
              <a:xfrm>
                <a:off x="5557790" y="4198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8" name="Freeform 38007">
                <a:extLst>
                  <a:ext uri="{FF2B5EF4-FFF2-40B4-BE49-F238E27FC236}">
                    <a16:creationId xmlns:a16="http://schemas.microsoft.com/office/drawing/2014/main" id="{A0D5D8A1-1AB3-99DC-8056-79004BAB3E8F}"/>
                  </a:ext>
                </a:extLst>
              </p:cNvPr>
              <p:cNvSpPr/>
              <p:nvPr/>
            </p:nvSpPr>
            <p:spPr>
              <a:xfrm>
                <a:off x="5558385" y="4196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9" name="Freeform 38008">
                <a:extLst>
                  <a:ext uri="{FF2B5EF4-FFF2-40B4-BE49-F238E27FC236}">
                    <a16:creationId xmlns:a16="http://schemas.microsoft.com/office/drawing/2014/main" id="{60BF8914-56AA-3F35-A34D-A66E063A11D8}"/>
                  </a:ext>
                </a:extLst>
              </p:cNvPr>
              <p:cNvSpPr/>
              <p:nvPr/>
            </p:nvSpPr>
            <p:spPr>
              <a:xfrm>
                <a:off x="5558881" y="4205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0" name="Freeform 38009">
                <a:extLst>
                  <a:ext uri="{FF2B5EF4-FFF2-40B4-BE49-F238E27FC236}">
                    <a16:creationId xmlns:a16="http://schemas.microsoft.com/office/drawing/2014/main" id="{3F761AF2-AFAF-1975-429F-25AE202FF8D0}"/>
                  </a:ext>
                </a:extLst>
              </p:cNvPr>
              <p:cNvSpPr/>
              <p:nvPr/>
            </p:nvSpPr>
            <p:spPr>
              <a:xfrm>
                <a:off x="5559377" y="4208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1" name="Freeform 38010">
                <a:extLst>
                  <a:ext uri="{FF2B5EF4-FFF2-40B4-BE49-F238E27FC236}">
                    <a16:creationId xmlns:a16="http://schemas.microsoft.com/office/drawing/2014/main" id="{852DC911-513B-89FA-1055-94BF5990671D}"/>
                  </a:ext>
                </a:extLst>
              </p:cNvPr>
              <p:cNvSpPr/>
              <p:nvPr/>
            </p:nvSpPr>
            <p:spPr>
              <a:xfrm>
                <a:off x="5559973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2" name="Freeform 38011">
                <a:extLst>
                  <a:ext uri="{FF2B5EF4-FFF2-40B4-BE49-F238E27FC236}">
                    <a16:creationId xmlns:a16="http://schemas.microsoft.com/office/drawing/2014/main" id="{5A51B5EB-3820-A95D-D542-2C35CBDD4686}"/>
                  </a:ext>
                </a:extLst>
              </p:cNvPr>
              <p:cNvSpPr/>
              <p:nvPr/>
            </p:nvSpPr>
            <p:spPr>
              <a:xfrm>
                <a:off x="5560469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3" name="Freeform 38012">
                <a:extLst>
                  <a:ext uri="{FF2B5EF4-FFF2-40B4-BE49-F238E27FC236}">
                    <a16:creationId xmlns:a16="http://schemas.microsoft.com/office/drawing/2014/main" id="{DC5C2296-4BF4-0570-A298-4F8B4FAD4E22}"/>
                  </a:ext>
                </a:extLst>
              </p:cNvPr>
              <p:cNvSpPr/>
              <p:nvPr/>
            </p:nvSpPr>
            <p:spPr>
              <a:xfrm>
                <a:off x="5560965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4" name="Freeform 38013">
                <a:extLst>
                  <a:ext uri="{FF2B5EF4-FFF2-40B4-BE49-F238E27FC236}">
                    <a16:creationId xmlns:a16="http://schemas.microsoft.com/office/drawing/2014/main" id="{E41CC2A6-1DF3-F812-5B1E-7BF27CFDC1B1}"/>
                  </a:ext>
                </a:extLst>
              </p:cNvPr>
              <p:cNvSpPr/>
              <p:nvPr/>
            </p:nvSpPr>
            <p:spPr>
              <a:xfrm>
                <a:off x="5561560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5" name="Freeform 38014">
                <a:extLst>
                  <a:ext uri="{FF2B5EF4-FFF2-40B4-BE49-F238E27FC236}">
                    <a16:creationId xmlns:a16="http://schemas.microsoft.com/office/drawing/2014/main" id="{5E179DF6-7BF7-E085-661E-0DA08EC909AC}"/>
                  </a:ext>
                </a:extLst>
              </p:cNvPr>
              <p:cNvSpPr/>
              <p:nvPr/>
            </p:nvSpPr>
            <p:spPr>
              <a:xfrm>
                <a:off x="5562056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6" name="Freeform 38015">
                <a:extLst>
                  <a:ext uri="{FF2B5EF4-FFF2-40B4-BE49-F238E27FC236}">
                    <a16:creationId xmlns:a16="http://schemas.microsoft.com/office/drawing/2014/main" id="{C3339404-EAFA-FBDD-330D-4FDEFFE7C009}"/>
                  </a:ext>
                </a:extLst>
              </p:cNvPr>
              <p:cNvSpPr/>
              <p:nvPr/>
            </p:nvSpPr>
            <p:spPr>
              <a:xfrm>
                <a:off x="5562552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7" name="Freeform 38016">
                <a:extLst>
                  <a:ext uri="{FF2B5EF4-FFF2-40B4-BE49-F238E27FC236}">
                    <a16:creationId xmlns:a16="http://schemas.microsoft.com/office/drawing/2014/main" id="{5FF75DE7-E825-5C22-4432-CADD68B82692}"/>
                  </a:ext>
                </a:extLst>
              </p:cNvPr>
              <p:cNvSpPr/>
              <p:nvPr/>
            </p:nvSpPr>
            <p:spPr>
              <a:xfrm>
                <a:off x="5563048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8" name="Freeform 38017">
                <a:extLst>
                  <a:ext uri="{FF2B5EF4-FFF2-40B4-BE49-F238E27FC236}">
                    <a16:creationId xmlns:a16="http://schemas.microsoft.com/office/drawing/2014/main" id="{2A4BAABA-F59E-E9C1-C772-0B054DE6F72C}"/>
                  </a:ext>
                </a:extLst>
              </p:cNvPr>
              <p:cNvSpPr/>
              <p:nvPr/>
            </p:nvSpPr>
            <p:spPr>
              <a:xfrm>
                <a:off x="5563644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9" name="Freeform 38018">
                <a:extLst>
                  <a:ext uri="{FF2B5EF4-FFF2-40B4-BE49-F238E27FC236}">
                    <a16:creationId xmlns:a16="http://schemas.microsoft.com/office/drawing/2014/main" id="{B1FE50DC-07E0-3708-E112-DA80094FE09C}"/>
                  </a:ext>
                </a:extLst>
              </p:cNvPr>
              <p:cNvSpPr/>
              <p:nvPr/>
            </p:nvSpPr>
            <p:spPr>
              <a:xfrm>
                <a:off x="5564140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0" name="Freeform 38019">
                <a:extLst>
                  <a:ext uri="{FF2B5EF4-FFF2-40B4-BE49-F238E27FC236}">
                    <a16:creationId xmlns:a16="http://schemas.microsoft.com/office/drawing/2014/main" id="{649B1D3E-7386-3690-DF98-A6554CB4D636}"/>
                  </a:ext>
                </a:extLst>
              </p:cNvPr>
              <p:cNvSpPr/>
              <p:nvPr/>
            </p:nvSpPr>
            <p:spPr>
              <a:xfrm>
                <a:off x="5564636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1" name="Freeform 38020">
                <a:extLst>
                  <a:ext uri="{FF2B5EF4-FFF2-40B4-BE49-F238E27FC236}">
                    <a16:creationId xmlns:a16="http://schemas.microsoft.com/office/drawing/2014/main" id="{356C6D54-E08E-E9AE-0339-D42F65F67FD4}"/>
                  </a:ext>
                </a:extLst>
              </p:cNvPr>
              <p:cNvSpPr/>
              <p:nvPr/>
            </p:nvSpPr>
            <p:spPr>
              <a:xfrm>
                <a:off x="5565231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2" name="Freeform 38021">
                <a:extLst>
                  <a:ext uri="{FF2B5EF4-FFF2-40B4-BE49-F238E27FC236}">
                    <a16:creationId xmlns:a16="http://schemas.microsoft.com/office/drawing/2014/main" id="{E8FCA5AE-BF73-F54A-76AF-9B72C410950A}"/>
                  </a:ext>
                </a:extLst>
              </p:cNvPr>
              <p:cNvSpPr/>
              <p:nvPr/>
            </p:nvSpPr>
            <p:spPr>
              <a:xfrm>
                <a:off x="5565727" y="4208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3" name="Freeform 38022">
                <a:extLst>
                  <a:ext uri="{FF2B5EF4-FFF2-40B4-BE49-F238E27FC236}">
                    <a16:creationId xmlns:a16="http://schemas.microsoft.com/office/drawing/2014/main" id="{00CC1626-DAE3-2E30-7B79-46E2E75F4A98}"/>
                  </a:ext>
                </a:extLst>
              </p:cNvPr>
              <p:cNvSpPr/>
              <p:nvPr/>
            </p:nvSpPr>
            <p:spPr>
              <a:xfrm>
                <a:off x="5566223" y="4054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4" name="Freeform 38023">
                <a:extLst>
                  <a:ext uri="{FF2B5EF4-FFF2-40B4-BE49-F238E27FC236}">
                    <a16:creationId xmlns:a16="http://schemas.microsoft.com/office/drawing/2014/main" id="{C3666150-1FF3-1620-15B2-3D1B63DC8FD8}"/>
                  </a:ext>
                </a:extLst>
              </p:cNvPr>
              <p:cNvSpPr/>
              <p:nvPr/>
            </p:nvSpPr>
            <p:spPr>
              <a:xfrm>
                <a:off x="5566819" y="4066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5" name="Freeform 38024">
                <a:extLst>
                  <a:ext uri="{FF2B5EF4-FFF2-40B4-BE49-F238E27FC236}">
                    <a16:creationId xmlns:a16="http://schemas.microsoft.com/office/drawing/2014/main" id="{D5597E6F-3D0F-C73B-A9A6-6A56478FA537}"/>
                  </a:ext>
                </a:extLst>
              </p:cNvPr>
              <p:cNvSpPr/>
              <p:nvPr/>
            </p:nvSpPr>
            <p:spPr>
              <a:xfrm>
                <a:off x="5567315" y="4137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6" name="Freeform 38025">
                <a:extLst>
                  <a:ext uri="{FF2B5EF4-FFF2-40B4-BE49-F238E27FC236}">
                    <a16:creationId xmlns:a16="http://schemas.microsoft.com/office/drawing/2014/main" id="{3AA4F0CA-08EB-EA90-7487-B44600A0FD04}"/>
                  </a:ext>
                </a:extLst>
              </p:cNvPr>
              <p:cNvSpPr/>
              <p:nvPr/>
            </p:nvSpPr>
            <p:spPr>
              <a:xfrm>
                <a:off x="5567811" y="4086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7" name="Freeform 38026">
                <a:extLst>
                  <a:ext uri="{FF2B5EF4-FFF2-40B4-BE49-F238E27FC236}">
                    <a16:creationId xmlns:a16="http://schemas.microsoft.com/office/drawing/2014/main" id="{5FA2AA87-F298-0106-E285-C869522ABC80}"/>
                  </a:ext>
                </a:extLst>
              </p:cNvPr>
              <p:cNvSpPr/>
              <p:nvPr/>
            </p:nvSpPr>
            <p:spPr>
              <a:xfrm>
                <a:off x="5568406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8" name="Freeform 38027">
                <a:extLst>
                  <a:ext uri="{FF2B5EF4-FFF2-40B4-BE49-F238E27FC236}">
                    <a16:creationId xmlns:a16="http://schemas.microsoft.com/office/drawing/2014/main" id="{4178BD9E-B944-87CA-8880-35EF475DE62F}"/>
                  </a:ext>
                </a:extLst>
              </p:cNvPr>
              <p:cNvSpPr/>
              <p:nvPr/>
            </p:nvSpPr>
            <p:spPr>
              <a:xfrm>
                <a:off x="5568902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9" name="Freeform 38028">
                <a:extLst>
                  <a:ext uri="{FF2B5EF4-FFF2-40B4-BE49-F238E27FC236}">
                    <a16:creationId xmlns:a16="http://schemas.microsoft.com/office/drawing/2014/main" id="{0D5C0724-DE43-B12A-015F-743D2ACB571A}"/>
                  </a:ext>
                </a:extLst>
              </p:cNvPr>
              <p:cNvSpPr/>
              <p:nvPr/>
            </p:nvSpPr>
            <p:spPr>
              <a:xfrm>
                <a:off x="5569398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0" name="Freeform 38029">
                <a:extLst>
                  <a:ext uri="{FF2B5EF4-FFF2-40B4-BE49-F238E27FC236}">
                    <a16:creationId xmlns:a16="http://schemas.microsoft.com/office/drawing/2014/main" id="{0ADC3AB1-1E32-A5B2-A0A4-EF256C82706F}"/>
                  </a:ext>
                </a:extLst>
              </p:cNvPr>
              <p:cNvSpPr/>
              <p:nvPr/>
            </p:nvSpPr>
            <p:spPr>
              <a:xfrm>
                <a:off x="5569994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1" name="Freeform 38030">
                <a:extLst>
                  <a:ext uri="{FF2B5EF4-FFF2-40B4-BE49-F238E27FC236}">
                    <a16:creationId xmlns:a16="http://schemas.microsoft.com/office/drawing/2014/main" id="{8C00AB6D-C3E1-3978-33B7-4D2995DEA938}"/>
                  </a:ext>
                </a:extLst>
              </p:cNvPr>
              <p:cNvSpPr/>
              <p:nvPr/>
            </p:nvSpPr>
            <p:spPr>
              <a:xfrm>
                <a:off x="5570490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2" name="Freeform 38031">
                <a:extLst>
                  <a:ext uri="{FF2B5EF4-FFF2-40B4-BE49-F238E27FC236}">
                    <a16:creationId xmlns:a16="http://schemas.microsoft.com/office/drawing/2014/main" id="{B6D24FCF-80C1-6FD2-1C02-029D36E6D07C}"/>
                  </a:ext>
                </a:extLst>
              </p:cNvPr>
              <p:cNvSpPr/>
              <p:nvPr/>
            </p:nvSpPr>
            <p:spPr>
              <a:xfrm>
                <a:off x="5570986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3" name="Freeform 38032">
                <a:extLst>
                  <a:ext uri="{FF2B5EF4-FFF2-40B4-BE49-F238E27FC236}">
                    <a16:creationId xmlns:a16="http://schemas.microsoft.com/office/drawing/2014/main" id="{DF71D06A-A43B-8444-616C-81FE1F97033B}"/>
                  </a:ext>
                </a:extLst>
              </p:cNvPr>
              <p:cNvSpPr/>
              <p:nvPr/>
            </p:nvSpPr>
            <p:spPr>
              <a:xfrm>
                <a:off x="5571581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4" name="Freeform 38033">
                <a:extLst>
                  <a:ext uri="{FF2B5EF4-FFF2-40B4-BE49-F238E27FC236}">
                    <a16:creationId xmlns:a16="http://schemas.microsoft.com/office/drawing/2014/main" id="{C0B8A8EC-7723-B90A-80A1-EB609B70EB5E}"/>
                  </a:ext>
                </a:extLst>
              </p:cNvPr>
              <p:cNvSpPr/>
              <p:nvPr/>
            </p:nvSpPr>
            <p:spPr>
              <a:xfrm>
                <a:off x="5572077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5" name="Freeform 38034">
                <a:extLst>
                  <a:ext uri="{FF2B5EF4-FFF2-40B4-BE49-F238E27FC236}">
                    <a16:creationId xmlns:a16="http://schemas.microsoft.com/office/drawing/2014/main" id="{2F49973B-C22E-AE17-A3BF-DF484815F0A0}"/>
                  </a:ext>
                </a:extLst>
              </p:cNvPr>
              <p:cNvSpPr/>
              <p:nvPr/>
            </p:nvSpPr>
            <p:spPr>
              <a:xfrm>
                <a:off x="5572573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6" name="Freeform 38035">
                <a:extLst>
                  <a:ext uri="{FF2B5EF4-FFF2-40B4-BE49-F238E27FC236}">
                    <a16:creationId xmlns:a16="http://schemas.microsoft.com/office/drawing/2014/main" id="{6DAF1D7E-258A-F03B-8502-0B5820800A7F}"/>
                  </a:ext>
                </a:extLst>
              </p:cNvPr>
              <p:cNvSpPr/>
              <p:nvPr/>
            </p:nvSpPr>
            <p:spPr>
              <a:xfrm>
                <a:off x="5573169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7" name="Freeform 38036">
                <a:extLst>
                  <a:ext uri="{FF2B5EF4-FFF2-40B4-BE49-F238E27FC236}">
                    <a16:creationId xmlns:a16="http://schemas.microsoft.com/office/drawing/2014/main" id="{71A1A3F8-4AE5-E0EA-9DC5-1CEF109E74B2}"/>
                  </a:ext>
                </a:extLst>
              </p:cNvPr>
              <p:cNvSpPr/>
              <p:nvPr/>
            </p:nvSpPr>
            <p:spPr>
              <a:xfrm>
                <a:off x="5573665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8" name="Freeform 38037">
                <a:extLst>
                  <a:ext uri="{FF2B5EF4-FFF2-40B4-BE49-F238E27FC236}">
                    <a16:creationId xmlns:a16="http://schemas.microsoft.com/office/drawing/2014/main" id="{F03F3F32-FA69-9250-7143-E177EE17E1BC}"/>
                  </a:ext>
                </a:extLst>
              </p:cNvPr>
              <p:cNvSpPr/>
              <p:nvPr/>
            </p:nvSpPr>
            <p:spPr>
              <a:xfrm>
                <a:off x="5574161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9" name="Freeform 38038">
                <a:extLst>
                  <a:ext uri="{FF2B5EF4-FFF2-40B4-BE49-F238E27FC236}">
                    <a16:creationId xmlns:a16="http://schemas.microsoft.com/office/drawing/2014/main" id="{E38C4D33-2B51-70CF-83EF-D8EB18EC04CA}"/>
                  </a:ext>
                </a:extLst>
              </p:cNvPr>
              <p:cNvSpPr/>
              <p:nvPr/>
            </p:nvSpPr>
            <p:spPr>
              <a:xfrm>
                <a:off x="5574657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0" name="Freeform 38039">
                <a:extLst>
                  <a:ext uri="{FF2B5EF4-FFF2-40B4-BE49-F238E27FC236}">
                    <a16:creationId xmlns:a16="http://schemas.microsoft.com/office/drawing/2014/main" id="{AA30725A-4824-6ADD-3807-FC9BA7B9FACC}"/>
                  </a:ext>
                </a:extLst>
              </p:cNvPr>
              <p:cNvSpPr/>
              <p:nvPr/>
            </p:nvSpPr>
            <p:spPr>
              <a:xfrm>
                <a:off x="5575252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1" name="Freeform 38040">
                <a:extLst>
                  <a:ext uri="{FF2B5EF4-FFF2-40B4-BE49-F238E27FC236}">
                    <a16:creationId xmlns:a16="http://schemas.microsoft.com/office/drawing/2014/main" id="{86B64A51-C34B-4989-E249-9550D23F3DA2}"/>
                  </a:ext>
                </a:extLst>
              </p:cNvPr>
              <p:cNvSpPr/>
              <p:nvPr/>
            </p:nvSpPr>
            <p:spPr>
              <a:xfrm>
                <a:off x="5575748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2" name="Freeform 38041">
                <a:extLst>
                  <a:ext uri="{FF2B5EF4-FFF2-40B4-BE49-F238E27FC236}">
                    <a16:creationId xmlns:a16="http://schemas.microsoft.com/office/drawing/2014/main" id="{9248AA12-4AE2-5688-508A-877C87109DB5}"/>
                  </a:ext>
                </a:extLst>
              </p:cNvPr>
              <p:cNvSpPr/>
              <p:nvPr/>
            </p:nvSpPr>
            <p:spPr>
              <a:xfrm>
                <a:off x="5576245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3" name="Freeform 38042">
                <a:extLst>
                  <a:ext uri="{FF2B5EF4-FFF2-40B4-BE49-F238E27FC236}">
                    <a16:creationId xmlns:a16="http://schemas.microsoft.com/office/drawing/2014/main" id="{E97EFEAF-9D1C-D640-32E5-0F956A118E96}"/>
                  </a:ext>
                </a:extLst>
              </p:cNvPr>
              <p:cNvSpPr/>
              <p:nvPr/>
            </p:nvSpPr>
            <p:spPr>
              <a:xfrm>
                <a:off x="5576840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4" name="Freeform 38043">
                <a:extLst>
                  <a:ext uri="{FF2B5EF4-FFF2-40B4-BE49-F238E27FC236}">
                    <a16:creationId xmlns:a16="http://schemas.microsoft.com/office/drawing/2014/main" id="{07A3E113-ABF5-0FFC-AEE1-4F7AB5E19BE2}"/>
                  </a:ext>
                </a:extLst>
              </p:cNvPr>
              <p:cNvSpPr/>
              <p:nvPr/>
            </p:nvSpPr>
            <p:spPr>
              <a:xfrm>
                <a:off x="5577336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5" name="Freeform 38044">
                <a:extLst>
                  <a:ext uri="{FF2B5EF4-FFF2-40B4-BE49-F238E27FC236}">
                    <a16:creationId xmlns:a16="http://schemas.microsoft.com/office/drawing/2014/main" id="{C312B639-7AF7-1B5A-AC78-F9FAA392D0D9}"/>
                  </a:ext>
                </a:extLst>
              </p:cNvPr>
              <p:cNvSpPr/>
              <p:nvPr/>
            </p:nvSpPr>
            <p:spPr>
              <a:xfrm>
                <a:off x="5577832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6" name="Freeform 38045">
                <a:extLst>
                  <a:ext uri="{FF2B5EF4-FFF2-40B4-BE49-F238E27FC236}">
                    <a16:creationId xmlns:a16="http://schemas.microsoft.com/office/drawing/2014/main" id="{CF2B3F46-E668-8F2B-5A44-74C7B51F8084}"/>
                  </a:ext>
                </a:extLst>
              </p:cNvPr>
              <p:cNvSpPr/>
              <p:nvPr/>
            </p:nvSpPr>
            <p:spPr>
              <a:xfrm>
                <a:off x="5578427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7" name="Freeform 38046">
                <a:extLst>
                  <a:ext uri="{FF2B5EF4-FFF2-40B4-BE49-F238E27FC236}">
                    <a16:creationId xmlns:a16="http://schemas.microsoft.com/office/drawing/2014/main" id="{B3C8998F-7ECB-650D-1214-81D821BFEA21}"/>
                  </a:ext>
                </a:extLst>
              </p:cNvPr>
              <p:cNvSpPr/>
              <p:nvPr/>
            </p:nvSpPr>
            <p:spPr>
              <a:xfrm>
                <a:off x="5578923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8" name="Freeform 38047">
                <a:extLst>
                  <a:ext uri="{FF2B5EF4-FFF2-40B4-BE49-F238E27FC236}">
                    <a16:creationId xmlns:a16="http://schemas.microsoft.com/office/drawing/2014/main" id="{D3A5E8CB-EB0F-7107-9213-086416AB7F76}"/>
                  </a:ext>
                </a:extLst>
              </p:cNvPr>
              <p:cNvSpPr/>
              <p:nvPr/>
            </p:nvSpPr>
            <p:spPr>
              <a:xfrm>
                <a:off x="5579420" y="4183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9" name="Freeform 38048">
                <a:extLst>
                  <a:ext uri="{FF2B5EF4-FFF2-40B4-BE49-F238E27FC236}">
                    <a16:creationId xmlns:a16="http://schemas.microsoft.com/office/drawing/2014/main" id="{F33B1BA9-59E6-A5D8-EA25-B0B10F18312A}"/>
                  </a:ext>
                </a:extLst>
              </p:cNvPr>
              <p:cNvSpPr/>
              <p:nvPr/>
            </p:nvSpPr>
            <p:spPr>
              <a:xfrm>
                <a:off x="5580015" y="4183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0" name="Freeform 38049">
                <a:extLst>
                  <a:ext uri="{FF2B5EF4-FFF2-40B4-BE49-F238E27FC236}">
                    <a16:creationId xmlns:a16="http://schemas.microsoft.com/office/drawing/2014/main" id="{295B6483-B146-855C-02AE-00F9BD9AB258}"/>
                  </a:ext>
                </a:extLst>
              </p:cNvPr>
              <p:cNvSpPr/>
              <p:nvPr/>
            </p:nvSpPr>
            <p:spPr>
              <a:xfrm>
                <a:off x="5580511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1" name="Freeform 38050">
                <a:extLst>
                  <a:ext uri="{FF2B5EF4-FFF2-40B4-BE49-F238E27FC236}">
                    <a16:creationId xmlns:a16="http://schemas.microsoft.com/office/drawing/2014/main" id="{AF70324F-61EC-F761-C03D-60D7BA660D89}"/>
                  </a:ext>
                </a:extLst>
              </p:cNvPr>
              <p:cNvSpPr/>
              <p:nvPr/>
            </p:nvSpPr>
            <p:spPr>
              <a:xfrm>
                <a:off x="5581007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2" name="Freeform 38051">
                <a:extLst>
                  <a:ext uri="{FF2B5EF4-FFF2-40B4-BE49-F238E27FC236}">
                    <a16:creationId xmlns:a16="http://schemas.microsoft.com/office/drawing/2014/main" id="{6C625AE6-3C1F-03AC-6E2C-A6F6AD2470CA}"/>
                  </a:ext>
                </a:extLst>
              </p:cNvPr>
              <p:cNvSpPr/>
              <p:nvPr/>
            </p:nvSpPr>
            <p:spPr>
              <a:xfrm>
                <a:off x="5581602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3" name="Freeform 38052">
                <a:extLst>
                  <a:ext uri="{FF2B5EF4-FFF2-40B4-BE49-F238E27FC236}">
                    <a16:creationId xmlns:a16="http://schemas.microsoft.com/office/drawing/2014/main" id="{7E739717-DA92-2D4A-3DFF-47593C01C29F}"/>
                  </a:ext>
                </a:extLst>
              </p:cNvPr>
              <p:cNvSpPr/>
              <p:nvPr/>
            </p:nvSpPr>
            <p:spPr>
              <a:xfrm>
                <a:off x="5582098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4" name="Freeform 38053">
                <a:extLst>
                  <a:ext uri="{FF2B5EF4-FFF2-40B4-BE49-F238E27FC236}">
                    <a16:creationId xmlns:a16="http://schemas.microsoft.com/office/drawing/2014/main" id="{97B83DCA-5B77-AD88-F4A3-FE305CBBEC6B}"/>
                  </a:ext>
                </a:extLst>
              </p:cNvPr>
              <p:cNvSpPr/>
              <p:nvPr/>
            </p:nvSpPr>
            <p:spPr>
              <a:xfrm>
                <a:off x="5582595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5" name="Freeform 38054">
                <a:extLst>
                  <a:ext uri="{FF2B5EF4-FFF2-40B4-BE49-F238E27FC236}">
                    <a16:creationId xmlns:a16="http://schemas.microsoft.com/office/drawing/2014/main" id="{F3951FEE-2D02-F1A4-0E7D-1F197CA55756}"/>
                  </a:ext>
                </a:extLst>
              </p:cNvPr>
              <p:cNvSpPr/>
              <p:nvPr/>
            </p:nvSpPr>
            <p:spPr>
              <a:xfrm>
                <a:off x="5583190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6" name="Freeform 38055">
                <a:extLst>
                  <a:ext uri="{FF2B5EF4-FFF2-40B4-BE49-F238E27FC236}">
                    <a16:creationId xmlns:a16="http://schemas.microsoft.com/office/drawing/2014/main" id="{84093071-7C15-4D8D-88AE-C923B04AE1C0}"/>
                  </a:ext>
                </a:extLst>
              </p:cNvPr>
              <p:cNvSpPr/>
              <p:nvPr/>
            </p:nvSpPr>
            <p:spPr>
              <a:xfrm>
                <a:off x="5583686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7" name="Freeform 38056">
                <a:extLst>
                  <a:ext uri="{FF2B5EF4-FFF2-40B4-BE49-F238E27FC236}">
                    <a16:creationId xmlns:a16="http://schemas.microsoft.com/office/drawing/2014/main" id="{C26C11F1-D983-83BA-BDA3-9BA8C6CB068F}"/>
                  </a:ext>
                </a:extLst>
              </p:cNvPr>
              <p:cNvSpPr/>
              <p:nvPr/>
            </p:nvSpPr>
            <p:spPr>
              <a:xfrm>
                <a:off x="5584182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8" name="Freeform 38057">
                <a:extLst>
                  <a:ext uri="{FF2B5EF4-FFF2-40B4-BE49-F238E27FC236}">
                    <a16:creationId xmlns:a16="http://schemas.microsoft.com/office/drawing/2014/main" id="{551A4401-3853-FF04-34A8-ACD608102012}"/>
                  </a:ext>
                </a:extLst>
              </p:cNvPr>
              <p:cNvSpPr/>
              <p:nvPr/>
            </p:nvSpPr>
            <p:spPr>
              <a:xfrm>
                <a:off x="5584777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9" name="Freeform 38058">
                <a:extLst>
                  <a:ext uri="{FF2B5EF4-FFF2-40B4-BE49-F238E27FC236}">
                    <a16:creationId xmlns:a16="http://schemas.microsoft.com/office/drawing/2014/main" id="{200E5643-6BC8-2CFA-B946-D1CE17FD0931}"/>
                  </a:ext>
                </a:extLst>
              </p:cNvPr>
              <p:cNvSpPr/>
              <p:nvPr/>
            </p:nvSpPr>
            <p:spPr>
              <a:xfrm>
                <a:off x="5585273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0" name="Freeform 38059">
                <a:extLst>
                  <a:ext uri="{FF2B5EF4-FFF2-40B4-BE49-F238E27FC236}">
                    <a16:creationId xmlns:a16="http://schemas.microsoft.com/office/drawing/2014/main" id="{DB598776-6A7F-6BFE-BE4D-F501A744CC97}"/>
                  </a:ext>
                </a:extLst>
              </p:cNvPr>
              <p:cNvSpPr/>
              <p:nvPr/>
            </p:nvSpPr>
            <p:spPr>
              <a:xfrm>
                <a:off x="5585770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1" name="Freeform 38060">
                <a:extLst>
                  <a:ext uri="{FF2B5EF4-FFF2-40B4-BE49-F238E27FC236}">
                    <a16:creationId xmlns:a16="http://schemas.microsoft.com/office/drawing/2014/main" id="{D61EF1EE-B950-534B-C239-708C6C6178C7}"/>
                  </a:ext>
                </a:extLst>
              </p:cNvPr>
              <p:cNvSpPr/>
              <p:nvPr/>
            </p:nvSpPr>
            <p:spPr>
              <a:xfrm>
                <a:off x="5586266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2" name="Freeform 38061">
                <a:extLst>
                  <a:ext uri="{FF2B5EF4-FFF2-40B4-BE49-F238E27FC236}">
                    <a16:creationId xmlns:a16="http://schemas.microsoft.com/office/drawing/2014/main" id="{F79B630E-B1CF-6A20-4B6A-475F00FC390D}"/>
                  </a:ext>
                </a:extLst>
              </p:cNvPr>
              <p:cNvSpPr/>
              <p:nvPr/>
            </p:nvSpPr>
            <p:spPr>
              <a:xfrm>
                <a:off x="5586861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3" name="Freeform 38062">
                <a:extLst>
                  <a:ext uri="{FF2B5EF4-FFF2-40B4-BE49-F238E27FC236}">
                    <a16:creationId xmlns:a16="http://schemas.microsoft.com/office/drawing/2014/main" id="{C7B3A0D0-6E8C-B857-8941-A80E28B7DF14}"/>
                  </a:ext>
                </a:extLst>
              </p:cNvPr>
              <p:cNvSpPr/>
              <p:nvPr/>
            </p:nvSpPr>
            <p:spPr>
              <a:xfrm>
                <a:off x="5587357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4" name="Freeform 38063">
                <a:extLst>
                  <a:ext uri="{FF2B5EF4-FFF2-40B4-BE49-F238E27FC236}">
                    <a16:creationId xmlns:a16="http://schemas.microsoft.com/office/drawing/2014/main" id="{44677FD9-60C1-1621-8122-009073FF6446}"/>
                  </a:ext>
                </a:extLst>
              </p:cNvPr>
              <p:cNvSpPr/>
              <p:nvPr/>
            </p:nvSpPr>
            <p:spPr>
              <a:xfrm>
                <a:off x="5587853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5" name="Freeform 38064">
                <a:extLst>
                  <a:ext uri="{FF2B5EF4-FFF2-40B4-BE49-F238E27FC236}">
                    <a16:creationId xmlns:a16="http://schemas.microsoft.com/office/drawing/2014/main" id="{C31E9E14-9223-8726-9505-6FFD9CC17485}"/>
                  </a:ext>
                </a:extLst>
              </p:cNvPr>
              <p:cNvSpPr/>
              <p:nvPr/>
            </p:nvSpPr>
            <p:spPr>
              <a:xfrm>
                <a:off x="5588448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6" name="Freeform 38065">
                <a:extLst>
                  <a:ext uri="{FF2B5EF4-FFF2-40B4-BE49-F238E27FC236}">
                    <a16:creationId xmlns:a16="http://schemas.microsoft.com/office/drawing/2014/main" id="{7B15090B-9389-519C-6BA4-62984C4E826D}"/>
                  </a:ext>
                </a:extLst>
              </p:cNvPr>
              <p:cNvSpPr/>
              <p:nvPr/>
            </p:nvSpPr>
            <p:spPr>
              <a:xfrm>
                <a:off x="5588945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7" name="Freeform 38066">
                <a:extLst>
                  <a:ext uri="{FF2B5EF4-FFF2-40B4-BE49-F238E27FC236}">
                    <a16:creationId xmlns:a16="http://schemas.microsoft.com/office/drawing/2014/main" id="{913E11FC-2D5C-199A-6A82-A8770DFE1931}"/>
                  </a:ext>
                </a:extLst>
              </p:cNvPr>
              <p:cNvSpPr/>
              <p:nvPr/>
            </p:nvSpPr>
            <p:spPr>
              <a:xfrm>
                <a:off x="5589441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8" name="Freeform 38067">
                <a:extLst>
                  <a:ext uri="{FF2B5EF4-FFF2-40B4-BE49-F238E27FC236}">
                    <a16:creationId xmlns:a16="http://schemas.microsoft.com/office/drawing/2014/main" id="{BAB42DB6-6F57-49C2-CB1D-85260FB474F5}"/>
                  </a:ext>
                </a:extLst>
              </p:cNvPr>
              <p:cNvSpPr/>
              <p:nvPr/>
            </p:nvSpPr>
            <p:spPr>
              <a:xfrm>
                <a:off x="5590036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9" name="Freeform 38068">
                <a:extLst>
                  <a:ext uri="{FF2B5EF4-FFF2-40B4-BE49-F238E27FC236}">
                    <a16:creationId xmlns:a16="http://schemas.microsoft.com/office/drawing/2014/main" id="{1D3DEE9F-0370-E04D-1C80-A4D98C816D65}"/>
                  </a:ext>
                </a:extLst>
              </p:cNvPr>
              <p:cNvSpPr/>
              <p:nvPr/>
            </p:nvSpPr>
            <p:spPr>
              <a:xfrm>
                <a:off x="5590532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0" name="Freeform 38069">
                <a:extLst>
                  <a:ext uri="{FF2B5EF4-FFF2-40B4-BE49-F238E27FC236}">
                    <a16:creationId xmlns:a16="http://schemas.microsoft.com/office/drawing/2014/main" id="{9CEEAD28-2450-21B7-0E31-0035A6E14E69}"/>
                  </a:ext>
                </a:extLst>
              </p:cNvPr>
              <p:cNvSpPr/>
              <p:nvPr/>
            </p:nvSpPr>
            <p:spPr>
              <a:xfrm>
                <a:off x="5591028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1" name="Freeform 38070">
                <a:extLst>
                  <a:ext uri="{FF2B5EF4-FFF2-40B4-BE49-F238E27FC236}">
                    <a16:creationId xmlns:a16="http://schemas.microsoft.com/office/drawing/2014/main" id="{DB340690-C67B-1285-F407-3F1789B4FED8}"/>
                  </a:ext>
                </a:extLst>
              </p:cNvPr>
              <p:cNvSpPr/>
              <p:nvPr/>
            </p:nvSpPr>
            <p:spPr>
              <a:xfrm>
                <a:off x="5591623" y="403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2" name="Freeform 38071">
                <a:extLst>
                  <a:ext uri="{FF2B5EF4-FFF2-40B4-BE49-F238E27FC236}">
                    <a16:creationId xmlns:a16="http://schemas.microsoft.com/office/drawing/2014/main" id="{ADD60752-11B9-0AFD-333D-6C7B4D05E660}"/>
                  </a:ext>
                </a:extLst>
              </p:cNvPr>
              <p:cNvSpPr/>
              <p:nvPr/>
            </p:nvSpPr>
            <p:spPr>
              <a:xfrm>
                <a:off x="5592120" y="4012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3" name="Freeform 38072">
                <a:extLst>
                  <a:ext uri="{FF2B5EF4-FFF2-40B4-BE49-F238E27FC236}">
                    <a16:creationId xmlns:a16="http://schemas.microsoft.com/office/drawing/2014/main" id="{38C184BE-2450-F2D1-A02C-BE7CC460C6B1}"/>
                  </a:ext>
                </a:extLst>
              </p:cNvPr>
              <p:cNvSpPr/>
              <p:nvPr/>
            </p:nvSpPr>
            <p:spPr>
              <a:xfrm>
                <a:off x="5592616" y="4055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4" name="Freeform 38073">
                <a:extLst>
                  <a:ext uri="{FF2B5EF4-FFF2-40B4-BE49-F238E27FC236}">
                    <a16:creationId xmlns:a16="http://schemas.microsoft.com/office/drawing/2014/main" id="{674F7A00-BCC9-E920-C7DC-09CBA189F2EC}"/>
                  </a:ext>
                </a:extLst>
              </p:cNvPr>
              <p:cNvSpPr/>
              <p:nvPr/>
            </p:nvSpPr>
            <p:spPr>
              <a:xfrm>
                <a:off x="5593211" y="4116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5" name="Freeform 38074">
                <a:extLst>
                  <a:ext uri="{FF2B5EF4-FFF2-40B4-BE49-F238E27FC236}">
                    <a16:creationId xmlns:a16="http://schemas.microsoft.com/office/drawing/2014/main" id="{F434A8EA-26BD-6E4F-F940-98EF45B7E991}"/>
                  </a:ext>
                </a:extLst>
              </p:cNvPr>
              <p:cNvSpPr/>
              <p:nvPr/>
            </p:nvSpPr>
            <p:spPr>
              <a:xfrm>
                <a:off x="5593707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6" name="Freeform 38075">
                <a:extLst>
                  <a:ext uri="{FF2B5EF4-FFF2-40B4-BE49-F238E27FC236}">
                    <a16:creationId xmlns:a16="http://schemas.microsoft.com/office/drawing/2014/main" id="{6A530CA1-474E-7CC3-9243-9CBE0A9CF034}"/>
                  </a:ext>
                </a:extLst>
              </p:cNvPr>
              <p:cNvSpPr/>
              <p:nvPr/>
            </p:nvSpPr>
            <p:spPr>
              <a:xfrm>
                <a:off x="5594203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7" name="Freeform 38076">
                <a:extLst>
                  <a:ext uri="{FF2B5EF4-FFF2-40B4-BE49-F238E27FC236}">
                    <a16:creationId xmlns:a16="http://schemas.microsoft.com/office/drawing/2014/main" id="{276898B9-4C6F-EF2D-6D41-E37AC8133284}"/>
                  </a:ext>
                </a:extLst>
              </p:cNvPr>
              <p:cNvSpPr/>
              <p:nvPr/>
            </p:nvSpPr>
            <p:spPr>
              <a:xfrm>
                <a:off x="5594798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8" name="Freeform 38077">
                <a:extLst>
                  <a:ext uri="{FF2B5EF4-FFF2-40B4-BE49-F238E27FC236}">
                    <a16:creationId xmlns:a16="http://schemas.microsoft.com/office/drawing/2014/main" id="{13A1899B-F369-C82A-E39D-96298C9B935D}"/>
                  </a:ext>
                </a:extLst>
              </p:cNvPr>
              <p:cNvSpPr/>
              <p:nvPr/>
            </p:nvSpPr>
            <p:spPr>
              <a:xfrm>
                <a:off x="5595295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9" name="Freeform 38078">
                <a:extLst>
                  <a:ext uri="{FF2B5EF4-FFF2-40B4-BE49-F238E27FC236}">
                    <a16:creationId xmlns:a16="http://schemas.microsoft.com/office/drawing/2014/main" id="{54258A20-F82A-B8DC-9F95-27A084C2D517}"/>
                  </a:ext>
                </a:extLst>
              </p:cNvPr>
              <p:cNvSpPr/>
              <p:nvPr/>
            </p:nvSpPr>
            <p:spPr>
              <a:xfrm>
                <a:off x="5595791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0" name="Freeform 38079">
                <a:extLst>
                  <a:ext uri="{FF2B5EF4-FFF2-40B4-BE49-F238E27FC236}">
                    <a16:creationId xmlns:a16="http://schemas.microsoft.com/office/drawing/2014/main" id="{1B90A096-6AC8-B744-72DB-3477E6FEAF0D}"/>
                  </a:ext>
                </a:extLst>
              </p:cNvPr>
              <p:cNvSpPr/>
              <p:nvPr/>
            </p:nvSpPr>
            <p:spPr>
              <a:xfrm>
                <a:off x="5596386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1" name="Freeform 38080">
                <a:extLst>
                  <a:ext uri="{FF2B5EF4-FFF2-40B4-BE49-F238E27FC236}">
                    <a16:creationId xmlns:a16="http://schemas.microsoft.com/office/drawing/2014/main" id="{51880D7E-B5FD-EB79-F067-5F7535E2BF3F}"/>
                  </a:ext>
                </a:extLst>
              </p:cNvPr>
              <p:cNvSpPr/>
              <p:nvPr/>
            </p:nvSpPr>
            <p:spPr>
              <a:xfrm>
                <a:off x="5596882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2" name="Freeform 38081">
                <a:extLst>
                  <a:ext uri="{FF2B5EF4-FFF2-40B4-BE49-F238E27FC236}">
                    <a16:creationId xmlns:a16="http://schemas.microsoft.com/office/drawing/2014/main" id="{AFD01448-0454-22FC-A1E1-43CB54BBCCA1}"/>
                  </a:ext>
                </a:extLst>
              </p:cNvPr>
              <p:cNvSpPr/>
              <p:nvPr/>
            </p:nvSpPr>
            <p:spPr>
              <a:xfrm>
                <a:off x="559737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3" name="Freeform 38082">
                <a:extLst>
                  <a:ext uri="{FF2B5EF4-FFF2-40B4-BE49-F238E27FC236}">
                    <a16:creationId xmlns:a16="http://schemas.microsoft.com/office/drawing/2014/main" id="{00821CF2-6196-CCB5-D2EF-4623F4EFC607}"/>
                  </a:ext>
                </a:extLst>
              </p:cNvPr>
              <p:cNvSpPr/>
              <p:nvPr/>
            </p:nvSpPr>
            <p:spPr>
              <a:xfrm>
                <a:off x="5597973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4" name="Freeform 38083">
                <a:extLst>
                  <a:ext uri="{FF2B5EF4-FFF2-40B4-BE49-F238E27FC236}">
                    <a16:creationId xmlns:a16="http://schemas.microsoft.com/office/drawing/2014/main" id="{ABFFA579-155F-7C8A-8CF8-8BC6CBCB7257}"/>
                  </a:ext>
                </a:extLst>
              </p:cNvPr>
              <p:cNvSpPr/>
              <p:nvPr/>
            </p:nvSpPr>
            <p:spPr>
              <a:xfrm>
                <a:off x="559847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5" name="Freeform 38084">
                <a:extLst>
                  <a:ext uri="{FF2B5EF4-FFF2-40B4-BE49-F238E27FC236}">
                    <a16:creationId xmlns:a16="http://schemas.microsoft.com/office/drawing/2014/main" id="{6E658081-2064-420E-2481-011C60F06736}"/>
                  </a:ext>
                </a:extLst>
              </p:cNvPr>
              <p:cNvSpPr/>
              <p:nvPr/>
            </p:nvSpPr>
            <p:spPr>
              <a:xfrm>
                <a:off x="5598966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6" name="Freeform 38085">
                <a:extLst>
                  <a:ext uri="{FF2B5EF4-FFF2-40B4-BE49-F238E27FC236}">
                    <a16:creationId xmlns:a16="http://schemas.microsoft.com/office/drawing/2014/main" id="{D04E3570-9A52-2100-3279-B70C83AA1448}"/>
                  </a:ext>
                </a:extLst>
              </p:cNvPr>
              <p:cNvSpPr/>
              <p:nvPr/>
            </p:nvSpPr>
            <p:spPr>
              <a:xfrm>
                <a:off x="559946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7" name="Freeform 38086">
                <a:extLst>
                  <a:ext uri="{FF2B5EF4-FFF2-40B4-BE49-F238E27FC236}">
                    <a16:creationId xmlns:a16="http://schemas.microsoft.com/office/drawing/2014/main" id="{0AA100E4-9ED5-BC1F-C089-D8A90FCD24B7}"/>
                  </a:ext>
                </a:extLst>
              </p:cNvPr>
              <p:cNvSpPr/>
              <p:nvPr/>
            </p:nvSpPr>
            <p:spPr>
              <a:xfrm>
                <a:off x="5600057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8" name="Freeform 38087">
                <a:extLst>
                  <a:ext uri="{FF2B5EF4-FFF2-40B4-BE49-F238E27FC236}">
                    <a16:creationId xmlns:a16="http://schemas.microsoft.com/office/drawing/2014/main" id="{F4374725-B592-720E-C301-039202C6EF57}"/>
                  </a:ext>
                </a:extLst>
              </p:cNvPr>
              <p:cNvSpPr/>
              <p:nvPr/>
            </p:nvSpPr>
            <p:spPr>
              <a:xfrm>
                <a:off x="5600553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9" name="Freeform 38088">
                <a:extLst>
                  <a:ext uri="{FF2B5EF4-FFF2-40B4-BE49-F238E27FC236}">
                    <a16:creationId xmlns:a16="http://schemas.microsoft.com/office/drawing/2014/main" id="{F1D56454-741B-18E9-0F22-28AA10143E47}"/>
                  </a:ext>
                </a:extLst>
              </p:cNvPr>
              <p:cNvSpPr/>
              <p:nvPr/>
            </p:nvSpPr>
            <p:spPr>
              <a:xfrm>
                <a:off x="560104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0" name="Freeform 38089">
                <a:extLst>
                  <a:ext uri="{FF2B5EF4-FFF2-40B4-BE49-F238E27FC236}">
                    <a16:creationId xmlns:a16="http://schemas.microsoft.com/office/drawing/2014/main" id="{EE8D04BD-F042-7952-CB07-3642DB5E5EBA}"/>
                  </a:ext>
                </a:extLst>
              </p:cNvPr>
              <p:cNvSpPr/>
              <p:nvPr/>
            </p:nvSpPr>
            <p:spPr>
              <a:xfrm>
                <a:off x="560164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1" name="Freeform 38090">
                <a:extLst>
                  <a:ext uri="{FF2B5EF4-FFF2-40B4-BE49-F238E27FC236}">
                    <a16:creationId xmlns:a16="http://schemas.microsoft.com/office/drawing/2014/main" id="{156D6E71-E03F-1004-D8A1-2A1C527C7BA3}"/>
                  </a:ext>
                </a:extLst>
              </p:cNvPr>
              <p:cNvSpPr/>
              <p:nvPr/>
            </p:nvSpPr>
            <p:spPr>
              <a:xfrm>
                <a:off x="56021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2" name="Freeform 38091">
                <a:extLst>
                  <a:ext uri="{FF2B5EF4-FFF2-40B4-BE49-F238E27FC236}">
                    <a16:creationId xmlns:a16="http://schemas.microsoft.com/office/drawing/2014/main" id="{497ABA70-5787-09A5-3E7A-31EFC1B8E186}"/>
                  </a:ext>
                </a:extLst>
              </p:cNvPr>
              <p:cNvSpPr/>
              <p:nvPr/>
            </p:nvSpPr>
            <p:spPr>
              <a:xfrm>
                <a:off x="560263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3" name="Freeform 38092">
                <a:extLst>
                  <a:ext uri="{FF2B5EF4-FFF2-40B4-BE49-F238E27FC236}">
                    <a16:creationId xmlns:a16="http://schemas.microsoft.com/office/drawing/2014/main" id="{AA65F015-E76C-E2EA-88F4-9292AF3085E1}"/>
                  </a:ext>
                </a:extLst>
              </p:cNvPr>
              <p:cNvSpPr/>
              <p:nvPr/>
            </p:nvSpPr>
            <p:spPr>
              <a:xfrm>
                <a:off x="560323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4" name="Freeform 38093">
                <a:extLst>
                  <a:ext uri="{FF2B5EF4-FFF2-40B4-BE49-F238E27FC236}">
                    <a16:creationId xmlns:a16="http://schemas.microsoft.com/office/drawing/2014/main" id="{5E846146-97E8-4EBB-5DFA-5FC7417B058B}"/>
                  </a:ext>
                </a:extLst>
              </p:cNvPr>
              <p:cNvSpPr/>
              <p:nvPr/>
            </p:nvSpPr>
            <p:spPr>
              <a:xfrm>
                <a:off x="5603728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5" name="Freeform 38094">
                <a:extLst>
                  <a:ext uri="{FF2B5EF4-FFF2-40B4-BE49-F238E27FC236}">
                    <a16:creationId xmlns:a16="http://schemas.microsoft.com/office/drawing/2014/main" id="{0E404D57-26AC-370E-6AEE-7A2B361C186D}"/>
                  </a:ext>
                </a:extLst>
              </p:cNvPr>
              <p:cNvSpPr/>
              <p:nvPr/>
            </p:nvSpPr>
            <p:spPr>
              <a:xfrm>
                <a:off x="5604224" y="3996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6" name="Freeform 38095">
                <a:extLst>
                  <a:ext uri="{FF2B5EF4-FFF2-40B4-BE49-F238E27FC236}">
                    <a16:creationId xmlns:a16="http://schemas.microsoft.com/office/drawing/2014/main" id="{89307B08-4855-23FE-783C-2E5D85EB7994}"/>
                  </a:ext>
                </a:extLst>
              </p:cNvPr>
              <p:cNvSpPr/>
              <p:nvPr/>
            </p:nvSpPr>
            <p:spPr>
              <a:xfrm>
                <a:off x="5604820" y="3996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7" name="Freeform 38096">
                <a:extLst>
                  <a:ext uri="{FF2B5EF4-FFF2-40B4-BE49-F238E27FC236}">
                    <a16:creationId xmlns:a16="http://schemas.microsoft.com/office/drawing/2014/main" id="{98F5DF77-EFA3-6DC3-C3BB-140D4BADC815}"/>
                  </a:ext>
                </a:extLst>
              </p:cNvPr>
              <p:cNvSpPr/>
              <p:nvPr/>
            </p:nvSpPr>
            <p:spPr>
              <a:xfrm>
                <a:off x="5605316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8" name="Freeform 38097">
                <a:extLst>
                  <a:ext uri="{FF2B5EF4-FFF2-40B4-BE49-F238E27FC236}">
                    <a16:creationId xmlns:a16="http://schemas.microsoft.com/office/drawing/2014/main" id="{437CED2E-1F95-FF4E-1E43-5F19D16949AE}"/>
                  </a:ext>
                </a:extLst>
              </p:cNvPr>
              <p:cNvSpPr/>
              <p:nvPr/>
            </p:nvSpPr>
            <p:spPr>
              <a:xfrm>
                <a:off x="5605812" y="4118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9" name="Freeform 38098">
                <a:extLst>
                  <a:ext uri="{FF2B5EF4-FFF2-40B4-BE49-F238E27FC236}">
                    <a16:creationId xmlns:a16="http://schemas.microsoft.com/office/drawing/2014/main" id="{342BFAFF-0523-41CA-A278-58A55A92F300}"/>
                  </a:ext>
                </a:extLst>
              </p:cNvPr>
              <p:cNvSpPr/>
              <p:nvPr/>
            </p:nvSpPr>
            <p:spPr>
              <a:xfrm>
                <a:off x="5606407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0" name="Freeform 38099">
                <a:extLst>
                  <a:ext uri="{FF2B5EF4-FFF2-40B4-BE49-F238E27FC236}">
                    <a16:creationId xmlns:a16="http://schemas.microsoft.com/office/drawing/2014/main" id="{3EB3F060-C526-73A2-0F2E-F20904BE12A6}"/>
                  </a:ext>
                </a:extLst>
              </p:cNvPr>
              <p:cNvSpPr/>
              <p:nvPr/>
            </p:nvSpPr>
            <p:spPr>
              <a:xfrm>
                <a:off x="5606903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1" name="Freeform 38100">
                <a:extLst>
                  <a:ext uri="{FF2B5EF4-FFF2-40B4-BE49-F238E27FC236}">
                    <a16:creationId xmlns:a16="http://schemas.microsoft.com/office/drawing/2014/main" id="{F559DB8A-CD18-A670-7DE0-33091E0DE503}"/>
                  </a:ext>
                </a:extLst>
              </p:cNvPr>
              <p:cNvSpPr/>
              <p:nvPr/>
            </p:nvSpPr>
            <p:spPr>
              <a:xfrm>
                <a:off x="5607399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2" name="Freeform 38101">
                <a:extLst>
                  <a:ext uri="{FF2B5EF4-FFF2-40B4-BE49-F238E27FC236}">
                    <a16:creationId xmlns:a16="http://schemas.microsoft.com/office/drawing/2014/main" id="{FE95DC5A-F6A6-86DA-0B28-61DE7389DE30}"/>
                  </a:ext>
                </a:extLst>
              </p:cNvPr>
              <p:cNvSpPr/>
              <p:nvPr/>
            </p:nvSpPr>
            <p:spPr>
              <a:xfrm>
                <a:off x="5607995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3" name="Freeform 38102">
                <a:extLst>
                  <a:ext uri="{FF2B5EF4-FFF2-40B4-BE49-F238E27FC236}">
                    <a16:creationId xmlns:a16="http://schemas.microsoft.com/office/drawing/2014/main" id="{78527976-A95B-5BD1-ECDC-662AA8C1116D}"/>
                  </a:ext>
                </a:extLst>
              </p:cNvPr>
              <p:cNvSpPr/>
              <p:nvPr/>
            </p:nvSpPr>
            <p:spPr>
              <a:xfrm>
                <a:off x="5608491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4" name="Freeform 38103">
                <a:extLst>
                  <a:ext uri="{FF2B5EF4-FFF2-40B4-BE49-F238E27FC236}">
                    <a16:creationId xmlns:a16="http://schemas.microsoft.com/office/drawing/2014/main" id="{6EB6BDCA-22AC-AA75-777A-76145031116F}"/>
                  </a:ext>
                </a:extLst>
              </p:cNvPr>
              <p:cNvSpPr/>
              <p:nvPr/>
            </p:nvSpPr>
            <p:spPr>
              <a:xfrm>
                <a:off x="5608987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5" name="Freeform 38104">
                <a:extLst>
                  <a:ext uri="{FF2B5EF4-FFF2-40B4-BE49-F238E27FC236}">
                    <a16:creationId xmlns:a16="http://schemas.microsoft.com/office/drawing/2014/main" id="{D626E683-1C62-6FD0-E6C5-EBD40654586A}"/>
                  </a:ext>
                </a:extLst>
              </p:cNvPr>
              <p:cNvSpPr/>
              <p:nvPr/>
            </p:nvSpPr>
            <p:spPr>
              <a:xfrm>
                <a:off x="5609582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6" name="Freeform 38105">
                <a:extLst>
                  <a:ext uri="{FF2B5EF4-FFF2-40B4-BE49-F238E27FC236}">
                    <a16:creationId xmlns:a16="http://schemas.microsoft.com/office/drawing/2014/main" id="{55EA301E-F150-6F9A-7DE5-8A4F4638AF7D}"/>
                  </a:ext>
                </a:extLst>
              </p:cNvPr>
              <p:cNvSpPr/>
              <p:nvPr/>
            </p:nvSpPr>
            <p:spPr>
              <a:xfrm>
                <a:off x="561007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7" name="Freeform 38106">
                <a:extLst>
                  <a:ext uri="{FF2B5EF4-FFF2-40B4-BE49-F238E27FC236}">
                    <a16:creationId xmlns:a16="http://schemas.microsoft.com/office/drawing/2014/main" id="{82EA8F83-CA4F-A4DE-514D-3601B3A32AFF}"/>
                  </a:ext>
                </a:extLst>
              </p:cNvPr>
              <p:cNvSpPr/>
              <p:nvPr/>
            </p:nvSpPr>
            <p:spPr>
              <a:xfrm>
                <a:off x="561057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8" name="Freeform 38107">
                <a:extLst>
                  <a:ext uri="{FF2B5EF4-FFF2-40B4-BE49-F238E27FC236}">
                    <a16:creationId xmlns:a16="http://schemas.microsoft.com/office/drawing/2014/main" id="{615FCC9B-E6F5-0EC7-953F-ABA6AF0DF576}"/>
                  </a:ext>
                </a:extLst>
              </p:cNvPr>
              <p:cNvSpPr/>
              <p:nvPr/>
            </p:nvSpPr>
            <p:spPr>
              <a:xfrm>
                <a:off x="561107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9" name="Freeform 38108">
                <a:extLst>
                  <a:ext uri="{FF2B5EF4-FFF2-40B4-BE49-F238E27FC236}">
                    <a16:creationId xmlns:a16="http://schemas.microsoft.com/office/drawing/2014/main" id="{67AA4941-99A6-889E-AEDB-3A14897C66DF}"/>
                  </a:ext>
                </a:extLst>
              </p:cNvPr>
              <p:cNvSpPr/>
              <p:nvPr/>
            </p:nvSpPr>
            <p:spPr>
              <a:xfrm>
                <a:off x="561166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0" name="Freeform 38109">
                <a:extLst>
                  <a:ext uri="{FF2B5EF4-FFF2-40B4-BE49-F238E27FC236}">
                    <a16:creationId xmlns:a16="http://schemas.microsoft.com/office/drawing/2014/main" id="{71AA9F23-02F5-94AF-0461-D467268595B2}"/>
                  </a:ext>
                </a:extLst>
              </p:cNvPr>
              <p:cNvSpPr/>
              <p:nvPr/>
            </p:nvSpPr>
            <p:spPr>
              <a:xfrm>
                <a:off x="561216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1" name="Freeform 38110">
                <a:extLst>
                  <a:ext uri="{FF2B5EF4-FFF2-40B4-BE49-F238E27FC236}">
                    <a16:creationId xmlns:a16="http://schemas.microsoft.com/office/drawing/2014/main" id="{6F6424BB-48E0-3DCB-3537-62A28D6B965A}"/>
                  </a:ext>
                </a:extLst>
              </p:cNvPr>
              <p:cNvSpPr/>
              <p:nvPr/>
            </p:nvSpPr>
            <p:spPr>
              <a:xfrm>
                <a:off x="561265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2" name="Freeform 38111">
                <a:extLst>
                  <a:ext uri="{FF2B5EF4-FFF2-40B4-BE49-F238E27FC236}">
                    <a16:creationId xmlns:a16="http://schemas.microsoft.com/office/drawing/2014/main" id="{B395515E-6ECC-D8E1-0C17-7232D7C69B91}"/>
                  </a:ext>
                </a:extLst>
              </p:cNvPr>
              <p:cNvSpPr/>
              <p:nvPr/>
            </p:nvSpPr>
            <p:spPr>
              <a:xfrm>
                <a:off x="561325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3" name="Freeform 38112">
                <a:extLst>
                  <a:ext uri="{FF2B5EF4-FFF2-40B4-BE49-F238E27FC236}">
                    <a16:creationId xmlns:a16="http://schemas.microsoft.com/office/drawing/2014/main" id="{0130F030-867A-CE62-5D0A-AE300D325BE0}"/>
                  </a:ext>
                </a:extLst>
              </p:cNvPr>
              <p:cNvSpPr/>
              <p:nvPr/>
            </p:nvSpPr>
            <p:spPr>
              <a:xfrm>
                <a:off x="561374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4" name="Freeform 38113">
                <a:extLst>
                  <a:ext uri="{FF2B5EF4-FFF2-40B4-BE49-F238E27FC236}">
                    <a16:creationId xmlns:a16="http://schemas.microsoft.com/office/drawing/2014/main" id="{8907CAFF-6AA3-F0E2-4D14-EB78155BC289}"/>
                  </a:ext>
                </a:extLst>
              </p:cNvPr>
              <p:cNvSpPr/>
              <p:nvPr/>
            </p:nvSpPr>
            <p:spPr>
              <a:xfrm>
                <a:off x="561424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5" name="Freeform 38114">
                <a:extLst>
                  <a:ext uri="{FF2B5EF4-FFF2-40B4-BE49-F238E27FC236}">
                    <a16:creationId xmlns:a16="http://schemas.microsoft.com/office/drawing/2014/main" id="{530E37E6-3CD2-713C-89C3-DA036281B631}"/>
                  </a:ext>
                </a:extLst>
              </p:cNvPr>
              <p:cNvSpPr/>
              <p:nvPr/>
            </p:nvSpPr>
            <p:spPr>
              <a:xfrm>
                <a:off x="561484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6" name="Freeform 38115">
                <a:extLst>
                  <a:ext uri="{FF2B5EF4-FFF2-40B4-BE49-F238E27FC236}">
                    <a16:creationId xmlns:a16="http://schemas.microsoft.com/office/drawing/2014/main" id="{69E55583-2727-6805-CFAF-48B5AAE4F124}"/>
                  </a:ext>
                </a:extLst>
              </p:cNvPr>
              <p:cNvSpPr/>
              <p:nvPr/>
            </p:nvSpPr>
            <p:spPr>
              <a:xfrm>
                <a:off x="5615337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7" name="Freeform 38116">
                <a:extLst>
                  <a:ext uri="{FF2B5EF4-FFF2-40B4-BE49-F238E27FC236}">
                    <a16:creationId xmlns:a16="http://schemas.microsoft.com/office/drawing/2014/main" id="{FFEC5A76-DFB5-0E31-D8EA-415416A3F158}"/>
                  </a:ext>
                </a:extLst>
              </p:cNvPr>
              <p:cNvSpPr/>
              <p:nvPr/>
            </p:nvSpPr>
            <p:spPr>
              <a:xfrm>
                <a:off x="561583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8" name="Freeform 38117">
                <a:extLst>
                  <a:ext uri="{FF2B5EF4-FFF2-40B4-BE49-F238E27FC236}">
                    <a16:creationId xmlns:a16="http://schemas.microsoft.com/office/drawing/2014/main" id="{C4BF6D7E-F7DE-8622-4B51-FEC264124F8C}"/>
                  </a:ext>
                </a:extLst>
              </p:cNvPr>
              <p:cNvSpPr/>
              <p:nvPr/>
            </p:nvSpPr>
            <p:spPr>
              <a:xfrm>
                <a:off x="561642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9" name="Freeform 38118">
                <a:extLst>
                  <a:ext uri="{FF2B5EF4-FFF2-40B4-BE49-F238E27FC236}">
                    <a16:creationId xmlns:a16="http://schemas.microsoft.com/office/drawing/2014/main" id="{690BCE3F-72CF-DF22-E678-21F647082095}"/>
                  </a:ext>
                </a:extLst>
              </p:cNvPr>
              <p:cNvSpPr/>
              <p:nvPr/>
            </p:nvSpPr>
            <p:spPr>
              <a:xfrm>
                <a:off x="5616924" y="4112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0" name="Freeform 38119">
                <a:extLst>
                  <a:ext uri="{FF2B5EF4-FFF2-40B4-BE49-F238E27FC236}">
                    <a16:creationId xmlns:a16="http://schemas.microsoft.com/office/drawing/2014/main" id="{A38441F4-3673-5685-994F-5BE803B225BD}"/>
                  </a:ext>
                </a:extLst>
              </p:cNvPr>
              <p:cNvSpPr/>
              <p:nvPr/>
            </p:nvSpPr>
            <p:spPr>
              <a:xfrm>
                <a:off x="5617420" y="4145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1" name="Freeform 38120">
                <a:extLst>
                  <a:ext uri="{FF2B5EF4-FFF2-40B4-BE49-F238E27FC236}">
                    <a16:creationId xmlns:a16="http://schemas.microsoft.com/office/drawing/2014/main" id="{B125C7B9-0FD5-A1C2-7D58-FC2DEA189410}"/>
                  </a:ext>
                </a:extLst>
              </p:cNvPr>
              <p:cNvSpPr/>
              <p:nvPr/>
            </p:nvSpPr>
            <p:spPr>
              <a:xfrm>
                <a:off x="5618016" y="4185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2" name="Freeform 38121">
                <a:extLst>
                  <a:ext uri="{FF2B5EF4-FFF2-40B4-BE49-F238E27FC236}">
                    <a16:creationId xmlns:a16="http://schemas.microsoft.com/office/drawing/2014/main" id="{0CF78228-1FEA-14CC-36C4-8CEDF7722BEB}"/>
                  </a:ext>
                </a:extLst>
              </p:cNvPr>
              <p:cNvSpPr/>
              <p:nvPr/>
            </p:nvSpPr>
            <p:spPr>
              <a:xfrm>
                <a:off x="5618512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3" name="Freeform 38122">
                <a:extLst>
                  <a:ext uri="{FF2B5EF4-FFF2-40B4-BE49-F238E27FC236}">
                    <a16:creationId xmlns:a16="http://schemas.microsoft.com/office/drawing/2014/main" id="{5803460B-D38E-DF03-C9DC-F7DCC019A1B2}"/>
                  </a:ext>
                </a:extLst>
              </p:cNvPr>
              <p:cNvSpPr/>
              <p:nvPr/>
            </p:nvSpPr>
            <p:spPr>
              <a:xfrm>
                <a:off x="5619008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4" name="Freeform 38123">
                <a:extLst>
                  <a:ext uri="{FF2B5EF4-FFF2-40B4-BE49-F238E27FC236}">
                    <a16:creationId xmlns:a16="http://schemas.microsoft.com/office/drawing/2014/main" id="{717EC67A-1A57-D8F6-B4AB-28D38DA4DE6B}"/>
                  </a:ext>
                </a:extLst>
              </p:cNvPr>
              <p:cNvSpPr/>
              <p:nvPr/>
            </p:nvSpPr>
            <p:spPr>
              <a:xfrm>
                <a:off x="5619603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5" name="Freeform 38124">
                <a:extLst>
                  <a:ext uri="{FF2B5EF4-FFF2-40B4-BE49-F238E27FC236}">
                    <a16:creationId xmlns:a16="http://schemas.microsoft.com/office/drawing/2014/main" id="{9168D9D4-A365-C212-149D-20283707FF3E}"/>
                  </a:ext>
                </a:extLst>
              </p:cNvPr>
              <p:cNvSpPr/>
              <p:nvPr/>
            </p:nvSpPr>
            <p:spPr>
              <a:xfrm>
                <a:off x="5620099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6" name="Freeform 38125">
                <a:extLst>
                  <a:ext uri="{FF2B5EF4-FFF2-40B4-BE49-F238E27FC236}">
                    <a16:creationId xmlns:a16="http://schemas.microsoft.com/office/drawing/2014/main" id="{2828161D-45DA-29C5-1621-F7E18F86B372}"/>
                  </a:ext>
                </a:extLst>
              </p:cNvPr>
              <p:cNvSpPr/>
              <p:nvPr/>
            </p:nvSpPr>
            <p:spPr>
              <a:xfrm>
                <a:off x="5620595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7" name="Freeform 38126">
                <a:extLst>
                  <a:ext uri="{FF2B5EF4-FFF2-40B4-BE49-F238E27FC236}">
                    <a16:creationId xmlns:a16="http://schemas.microsoft.com/office/drawing/2014/main" id="{468CBB38-B7A6-E002-CF12-A4A196146324}"/>
                  </a:ext>
                </a:extLst>
              </p:cNvPr>
              <p:cNvSpPr/>
              <p:nvPr/>
            </p:nvSpPr>
            <p:spPr>
              <a:xfrm>
                <a:off x="5621191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8" name="Freeform 38127">
                <a:extLst>
                  <a:ext uri="{FF2B5EF4-FFF2-40B4-BE49-F238E27FC236}">
                    <a16:creationId xmlns:a16="http://schemas.microsoft.com/office/drawing/2014/main" id="{0D3E9F11-188D-7275-2CEF-C2BF4F06E2EE}"/>
                  </a:ext>
                </a:extLst>
              </p:cNvPr>
              <p:cNvSpPr/>
              <p:nvPr/>
            </p:nvSpPr>
            <p:spPr>
              <a:xfrm>
                <a:off x="5621687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9" name="Freeform 38128">
                <a:extLst>
                  <a:ext uri="{FF2B5EF4-FFF2-40B4-BE49-F238E27FC236}">
                    <a16:creationId xmlns:a16="http://schemas.microsoft.com/office/drawing/2014/main" id="{57D4AD6E-5131-F323-8DA5-7153027892B0}"/>
                  </a:ext>
                </a:extLst>
              </p:cNvPr>
              <p:cNvSpPr/>
              <p:nvPr/>
            </p:nvSpPr>
            <p:spPr>
              <a:xfrm>
                <a:off x="5622183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0" name="Freeform 38129">
                <a:extLst>
                  <a:ext uri="{FF2B5EF4-FFF2-40B4-BE49-F238E27FC236}">
                    <a16:creationId xmlns:a16="http://schemas.microsoft.com/office/drawing/2014/main" id="{95DD8D2F-75E5-4F16-7E34-2611C2E90780}"/>
                  </a:ext>
                </a:extLst>
              </p:cNvPr>
              <p:cNvSpPr/>
              <p:nvPr/>
            </p:nvSpPr>
            <p:spPr>
              <a:xfrm>
                <a:off x="5622679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1" name="Freeform 38130">
                <a:extLst>
                  <a:ext uri="{FF2B5EF4-FFF2-40B4-BE49-F238E27FC236}">
                    <a16:creationId xmlns:a16="http://schemas.microsoft.com/office/drawing/2014/main" id="{FA93FC6F-DAC2-4DDD-CF2F-75706973E780}"/>
                  </a:ext>
                </a:extLst>
              </p:cNvPr>
              <p:cNvSpPr/>
              <p:nvPr/>
            </p:nvSpPr>
            <p:spPr>
              <a:xfrm>
                <a:off x="562327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2" name="Freeform 38131">
                <a:extLst>
                  <a:ext uri="{FF2B5EF4-FFF2-40B4-BE49-F238E27FC236}">
                    <a16:creationId xmlns:a16="http://schemas.microsoft.com/office/drawing/2014/main" id="{5353CD18-C38A-7BD4-3C5E-FA6084820F87}"/>
                  </a:ext>
                </a:extLst>
              </p:cNvPr>
              <p:cNvSpPr/>
              <p:nvPr/>
            </p:nvSpPr>
            <p:spPr>
              <a:xfrm>
                <a:off x="562377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3" name="Freeform 38132">
                <a:extLst>
                  <a:ext uri="{FF2B5EF4-FFF2-40B4-BE49-F238E27FC236}">
                    <a16:creationId xmlns:a16="http://schemas.microsoft.com/office/drawing/2014/main" id="{A2225003-150F-FD7A-740E-8F8FDFFC3744}"/>
                  </a:ext>
                </a:extLst>
              </p:cNvPr>
              <p:cNvSpPr/>
              <p:nvPr/>
            </p:nvSpPr>
            <p:spPr>
              <a:xfrm>
                <a:off x="562426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4" name="Freeform 38133">
                <a:extLst>
                  <a:ext uri="{FF2B5EF4-FFF2-40B4-BE49-F238E27FC236}">
                    <a16:creationId xmlns:a16="http://schemas.microsoft.com/office/drawing/2014/main" id="{2700BE2A-9B6E-5F45-B029-D108AFD075E8}"/>
                  </a:ext>
                </a:extLst>
              </p:cNvPr>
              <p:cNvSpPr/>
              <p:nvPr/>
            </p:nvSpPr>
            <p:spPr>
              <a:xfrm>
                <a:off x="562486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5" name="Freeform 38134">
                <a:extLst>
                  <a:ext uri="{FF2B5EF4-FFF2-40B4-BE49-F238E27FC236}">
                    <a16:creationId xmlns:a16="http://schemas.microsoft.com/office/drawing/2014/main" id="{5A287B3E-DE47-612B-6C7A-A7FADCE3E122}"/>
                  </a:ext>
                </a:extLst>
              </p:cNvPr>
              <p:cNvSpPr/>
              <p:nvPr/>
            </p:nvSpPr>
            <p:spPr>
              <a:xfrm>
                <a:off x="562535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6" name="Freeform 38135">
                <a:extLst>
                  <a:ext uri="{FF2B5EF4-FFF2-40B4-BE49-F238E27FC236}">
                    <a16:creationId xmlns:a16="http://schemas.microsoft.com/office/drawing/2014/main" id="{66F8BBD1-BFFA-C528-2B16-1F8CD2C9EB20}"/>
                  </a:ext>
                </a:extLst>
              </p:cNvPr>
              <p:cNvSpPr/>
              <p:nvPr/>
            </p:nvSpPr>
            <p:spPr>
              <a:xfrm>
                <a:off x="562585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7" name="Freeform 38136">
                <a:extLst>
                  <a:ext uri="{FF2B5EF4-FFF2-40B4-BE49-F238E27FC236}">
                    <a16:creationId xmlns:a16="http://schemas.microsoft.com/office/drawing/2014/main" id="{7AD3F29D-7276-56BC-E436-0ABD1339E4A1}"/>
                  </a:ext>
                </a:extLst>
              </p:cNvPr>
              <p:cNvSpPr/>
              <p:nvPr/>
            </p:nvSpPr>
            <p:spPr>
              <a:xfrm>
                <a:off x="562644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8" name="Freeform 38137">
                <a:extLst>
                  <a:ext uri="{FF2B5EF4-FFF2-40B4-BE49-F238E27FC236}">
                    <a16:creationId xmlns:a16="http://schemas.microsoft.com/office/drawing/2014/main" id="{36D4E6A3-3404-3B9B-0814-CC46E1EBFCE6}"/>
                  </a:ext>
                </a:extLst>
              </p:cNvPr>
              <p:cNvSpPr/>
              <p:nvPr/>
            </p:nvSpPr>
            <p:spPr>
              <a:xfrm>
                <a:off x="562694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9" name="Freeform 38138">
                <a:extLst>
                  <a:ext uri="{FF2B5EF4-FFF2-40B4-BE49-F238E27FC236}">
                    <a16:creationId xmlns:a16="http://schemas.microsoft.com/office/drawing/2014/main" id="{26F410E8-58E2-1263-84E8-D750E86BF553}"/>
                  </a:ext>
                </a:extLst>
              </p:cNvPr>
              <p:cNvSpPr/>
              <p:nvPr/>
            </p:nvSpPr>
            <p:spPr>
              <a:xfrm>
                <a:off x="56274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0" name="Freeform 38139">
                <a:extLst>
                  <a:ext uri="{FF2B5EF4-FFF2-40B4-BE49-F238E27FC236}">
                    <a16:creationId xmlns:a16="http://schemas.microsoft.com/office/drawing/2014/main" id="{C73C6862-2EE0-A17B-6C06-5F3496613526}"/>
                  </a:ext>
                </a:extLst>
              </p:cNvPr>
              <p:cNvSpPr/>
              <p:nvPr/>
            </p:nvSpPr>
            <p:spPr>
              <a:xfrm>
                <a:off x="562803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1" name="Freeform 38140">
                <a:extLst>
                  <a:ext uri="{FF2B5EF4-FFF2-40B4-BE49-F238E27FC236}">
                    <a16:creationId xmlns:a16="http://schemas.microsoft.com/office/drawing/2014/main" id="{02352C3A-BF14-F292-D945-F5807892EB90}"/>
                  </a:ext>
                </a:extLst>
              </p:cNvPr>
              <p:cNvSpPr/>
              <p:nvPr/>
            </p:nvSpPr>
            <p:spPr>
              <a:xfrm>
                <a:off x="562853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2" name="Freeform 38141">
                <a:extLst>
                  <a:ext uri="{FF2B5EF4-FFF2-40B4-BE49-F238E27FC236}">
                    <a16:creationId xmlns:a16="http://schemas.microsoft.com/office/drawing/2014/main" id="{28F6DFF2-32B0-FC1B-F743-656500CCB0D0}"/>
                  </a:ext>
                </a:extLst>
              </p:cNvPr>
              <p:cNvSpPr/>
              <p:nvPr/>
            </p:nvSpPr>
            <p:spPr>
              <a:xfrm>
                <a:off x="5629029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3" name="Freeform 38142">
                <a:extLst>
                  <a:ext uri="{FF2B5EF4-FFF2-40B4-BE49-F238E27FC236}">
                    <a16:creationId xmlns:a16="http://schemas.microsoft.com/office/drawing/2014/main" id="{D7B94937-2674-7229-BECD-5D15C9280F1B}"/>
                  </a:ext>
                </a:extLst>
              </p:cNvPr>
              <p:cNvSpPr/>
              <p:nvPr/>
            </p:nvSpPr>
            <p:spPr>
              <a:xfrm>
                <a:off x="5629624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4" name="Freeform 38143">
                <a:extLst>
                  <a:ext uri="{FF2B5EF4-FFF2-40B4-BE49-F238E27FC236}">
                    <a16:creationId xmlns:a16="http://schemas.microsoft.com/office/drawing/2014/main" id="{BFD5E0A9-F864-CF35-AD5E-F2718629D391}"/>
                  </a:ext>
                </a:extLst>
              </p:cNvPr>
              <p:cNvSpPr/>
              <p:nvPr/>
            </p:nvSpPr>
            <p:spPr>
              <a:xfrm>
                <a:off x="5630120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5" name="Freeform 38144">
                <a:extLst>
                  <a:ext uri="{FF2B5EF4-FFF2-40B4-BE49-F238E27FC236}">
                    <a16:creationId xmlns:a16="http://schemas.microsoft.com/office/drawing/2014/main" id="{443ABADA-6DE7-18CB-8A96-575D294C00E0}"/>
                  </a:ext>
                </a:extLst>
              </p:cNvPr>
              <p:cNvSpPr/>
              <p:nvPr/>
            </p:nvSpPr>
            <p:spPr>
              <a:xfrm>
                <a:off x="5630616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6" name="Freeform 38145">
                <a:extLst>
                  <a:ext uri="{FF2B5EF4-FFF2-40B4-BE49-F238E27FC236}">
                    <a16:creationId xmlns:a16="http://schemas.microsoft.com/office/drawing/2014/main" id="{AE358011-06CD-D80D-8B42-04FC0D09BBF6}"/>
                  </a:ext>
                </a:extLst>
              </p:cNvPr>
              <p:cNvSpPr/>
              <p:nvPr/>
            </p:nvSpPr>
            <p:spPr>
              <a:xfrm>
                <a:off x="5631212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7" name="Freeform 38146">
                <a:extLst>
                  <a:ext uri="{FF2B5EF4-FFF2-40B4-BE49-F238E27FC236}">
                    <a16:creationId xmlns:a16="http://schemas.microsoft.com/office/drawing/2014/main" id="{51ED9E2E-9652-730D-6391-ED11F2486798}"/>
                  </a:ext>
                </a:extLst>
              </p:cNvPr>
              <p:cNvSpPr/>
              <p:nvPr/>
            </p:nvSpPr>
            <p:spPr>
              <a:xfrm>
                <a:off x="5631708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8" name="Freeform 38147">
                <a:extLst>
                  <a:ext uri="{FF2B5EF4-FFF2-40B4-BE49-F238E27FC236}">
                    <a16:creationId xmlns:a16="http://schemas.microsoft.com/office/drawing/2014/main" id="{9D29F00E-C484-C7B8-E5DF-3F8E81F8CF36}"/>
                  </a:ext>
                </a:extLst>
              </p:cNvPr>
              <p:cNvSpPr/>
              <p:nvPr/>
            </p:nvSpPr>
            <p:spPr>
              <a:xfrm>
                <a:off x="5632204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9" name="Freeform 38148">
                <a:extLst>
                  <a:ext uri="{FF2B5EF4-FFF2-40B4-BE49-F238E27FC236}">
                    <a16:creationId xmlns:a16="http://schemas.microsoft.com/office/drawing/2014/main" id="{1327F46C-7479-E836-C94E-DBD44ABFD602}"/>
                  </a:ext>
                </a:extLst>
              </p:cNvPr>
              <p:cNvSpPr/>
              <p:nvPr/>
            </p:nvSpPr>
            <p:spPr>
              <a:xfrm>
                <a:off x="5632799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0" name="Freeform 38149">
                <a:extLst>
                  <a:ext uri="{FF2B5EF4-FFF2-40B4-BE49-F238E27FC236}">
                    <a16:creationId xmlns:a16="http://schemas.microsoft.com/office/drawing/2014/main" id="{DDDF5421-3C2F-F1AA-22ED-51BB0E8CE78C}"/>
                  </a:ext>
                </a:extLst>
              </p:cNvPr>
              <p:cNvSpPr/>
              <p:nvPr/>
            </p:nvSpPr>
            <p:spPr>
              <a:xfrm>
                <a:off x="5633295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1" name="Freeform 38150">
                <a:extLst>
                  <a:ext uri="{FF2B5EF4-FFF2-40B4-BE49-F238E27FC236}">
                    <a16:creationId xmlns:a16="http://schemas.microsoft.com/office/drawing/2014/main" id="{9AF10412-61FF-0A76-0E46-AB683EFC4108}"/>
                  </a:ext>
                </a:extLst>
              </p:cNvPr>
              <p:cNvSpPr/>
              <p:nvPr/>
            </p:nvSpPr>
            <p:spPr>
              <a:xfrm>
                <a:off x="5633791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2" name="Freeform 38151">
                <a:extLst>
                  <a:ext uri="{FF2B5EF4-FFF2-40B4-BE49-F238E27FC236}">
                    <a16:creationId xmlns:a16="http://schemas.microsoft.com/office/drawing/2014/main" id="{02E0D421-0B76-E536-1DC4-8DE4CFEA5F91}"/>
                  </a:ext>
                </a:extLst>
              </p:cNvPr>
              <p:cNvSpPr/>
              <p:nvPr/>
            </p:nvSpPr>
            <p:spPr>
              <a:xfrm>
                <a:off x="5634387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3" name="Freeform 38152">
                <a:extLst>
                  <a:ext uri="{FF2B5EF4-FFF2-40B4-BE49-F238E27FC236}">
                    <a16:creationId xmlns:a16="http://schemas.microsoft.com/office/drawing/2014/main" id="{F4BF40BD-0D42-1F8B-A662-EA62A4060BEE}"/>
                  </a:ext>
                </a:extLst>
              </p:cNvPr>
              <p:cNvSpPr/>
              <p:nvPr/>
            </p:nvSpPr>
            <p:spPr>
              <a:xfrm>
                <a:off x="5634883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4" name="Freeform 38153">
                <a:extLst>
                  <a:ext uri="{FF2B5EF4-FFF2-40B4-BE49-F238E27FC236}">
                    <a16:creationId xmlns:a16="http://schemas.microsoft.com/office/drawing/2014/main" id="{75EFE697-00DD-B5D8-6658-E7B1B8175B7A}"/>
                  </a:ext>
                </a:extLst>
              </p:cNvPr>
              <p:cNvSpPr/>
              <p:nvPr/>
            </p:nvSpPr>
            <p:spPr>
              <a:xfrm>
                <a:off x="5635379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5" name="Freeform 38154">
                <a:extLst>
                  <a:ext uri="{FF2B5EF4-FFF2-40B4-BE49-F238E27FC236}">
                    <a16:creationId xmlns:a16="http://schemas.microsoft.com/office/drawing/2014/main" id="{C4BB775E-0F53-D012-DC97-18BD3E366FAA}"/>
                  </a:ext>
                </a:extLst>
              </p:cNvPr>
              <p:cNvSpPr/>
              <p:nvPr/>
            </p:nvSpPr>
            <p:spPr>
              <a:xfrm>
                <a:off x="5635875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6" name="Freeform 38155">
                <a:extLst>
                  <a:ext uri="{FF2B5EF4-FFF2-40B4-BE49-F238E27FC236}">
                    <a16:creationId xmlns:a16="http://schemas.microsoft.com/office/drawing/2014/main" id="{F4977B20-C611-8FF9-4125-34FA1FB00E79}"/>
                  </a:ext>
                </a:extLst>
              </p:cNvPr>
              <p:cNvSpPr/>
              <p:nvPr/>
            </p:nvSpPr>
            <p:spPr>
              <a:xfrm>
                <a:off x="563647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7" name="Freeform 38156">
                <a:extLst>
                  <a:ext uri="{FF2B5EF4-FFF2-40B4-BE49-F238E27FC236}">
                    <a16:creationId xmlns:a16="http://schemas.microsoft.com/office/drawing/2014/main" id="{C3436EDA-21FC-A9C0-2D40-DB41F5DDC7B8}"/>
                  </a:ext>
                </a:extLst>
              </p:cNvPr>
              <p:cNvSpPr/>
              <p:nvPr/>
            </p:nvSpPr>
            <p:spPr>
              <a:xfrm>
                <a:off x="563696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8" name="Freeform 38157">
                <a:extLst>
                  <a:ext uri="{FF2B5EF4-FFF2-40B4-BE49-F238E27FC236}">
                    <a16:creationId xmlns:a16="http://schemas.microsoft.com/office/drawing/2014/main" id="{E030E497-2F83-2F59-6E15-5084DF05C7D9}"/>
                  </a:ext>
                </a:extLst>
              </p:cNvPr>
              <p:cNvSpPr/>
              <p:nvPr/>
            </p:nvSpPr>
            <p:spPr>
              <a:xfrm>
                <a:off x="563746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9" name="Freeform 38158">
                <a:extLst>
                  <a:ext uri="{FF2B5EF4-FFF2-40B4-BE49-F238E27FC236}">
                    <a16:creationId xmlns:a16="http://schemas.microsoft.com/office/drawing/2014/main" id="{BAE1189B-4ACA-72F1-FE4F-3D307EE0778F}"/>
                  </a:ext>
                </a:extLst>
              </p:cNvPr>
              <p:cNvSpPr/>
              <p:nvPr/>
            </p:nvSpPr>
            <p:spPr>
              <a:xfrm>
                <a:off x="563805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0" name="Freeform 38159">
                <a:extLst>
                  <a:ext uri="{FF2B5EF4-FFF2-40B4-BE49-F238E27FC236}">
                    <a16:creationId xmlns:a16="http://schemas.microsoft.com/office/drawing/2014/main" id="{5E81B1FC-EB1E-ACEB-7B42-814FCACB9471}"/>
                  </a:ext>
                </a:extLst>
              </p:cNvPr>
              <p:cNvSpPr/>
              <p:nvPr/>
            </p:nvSpPr>
            <p:spPr>
              <a:xfrm>
                <a:off x="563855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1" name="Freeform 38160">
                <a:extLst>
                  <a:ext uri="{FF2B5EF4-FFF2-40B4-BE49-F238E27FC236}">
                    <a16:creationId xmlns:a16="http://schemas.microsoft.com/office/drawing/2014/main" id="{75EACCAE-55E8-0ED7-CECF-A0BF611E0C0B}"/>
                  </a:ext>
                </a:extLst>
              </p:cNvPr>
              <p:cNvSpPr/>
              <p:nvPr/>
            </p:nvSpPr>
            <p:spPr>
              <a:xfrm>
                <a:off x="563905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2" name="Freeform 38161">
                <a:extLst>
                  <a:ext uri="{FF2B5EF4-FFF2-40B4-BE49-F238E27FC236}">
                    <a16:creationId xmlns:a16="http://schemas.microsoft.com/office/drawing/2014/main" id="{26C5EC80-B781-AAC9-6773-8F8E60E019C7}"/>
                  </a:ext>
                </a:extLst>
              </p:cNvPr>
              <p:cNvSpPr/>
              <p:nvPr/>
            </p:nvSpPr>
            <p:spPr>
              <a:xfrm>
                <a:off x="563964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3" name="Freeform 38162">
                <a:extLst>
                  <a:ext uri="{FF2B5EF4-FFF2-40B4-BE49-F238E27FC236}">
                    <a16:creationId xmlns:a16="http://schemas.microsoft.com/office/drawing/2014/main" id="{FD70D4AE-267A-4E81-31DE-F41C9503CD86}"/>
                  </a:ext>
                </a:extLst>
              </p:cNvPr>
              <p:cNvSpPr/>
              <p:nvPr/>
            </p:nvSpPr>
            <p:spPr>
              <a:xfrm>
                <a:off x="56401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4" name="Freeform 38163">
                <a:extLst>
                  <a:ext uri="{FF2B5EF4-FFF2-40B4-BE49-F238E27FC236}">
                    <a16:creationId xmlns:a16="http://schemas.microsoft.com/office/drawing/2014/main" id="{AD9C5DA5-173D-FAF7-35E9-5242B648869C}"/>
                  </a:ext>
                </a:extLst>
              </p:cNvPr>
              <p:cNvSpPr/>
              <p:nvPr/>
            </p:nvSpPr>
            <p:spPr>
              <a:xfrm>
                <a:off x="564063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5" name="Freeform 38164">
                <a:extLst>
                  <a:ext uri="{FF2B5EF4-FFF2-40B4-BE49-F238E27FC236}">
                    <a16:creationId xmlns:a16="http://schemas.microsoft.com/office/drawing/2014/main" id="{7D329E6D-666C-6E24-15CB-280F9ABC4EEF}"/>
                  </a:ext>
                </a:extLst>
              </p:cNvPr>
              <p:cNvSpPr/>
              <p:nvPr/>
            </p:nvSpPr>
            <p:spPr>
              <a:xfrm>
                <a:off x="564123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6" name="Freeform 38165">
                <a:extLst>
                  <a:ext uri="{FF2B5EF4-FFF2-40B4-BE49-F238E27FC236}">
                    <a16:creationId xmlns:a16="http://schemas.microsoft.com/office/drawing/2014/main" id="{BED886FC-DA61-0EBC-DFD7-FCA95AB3E696}"/>
                  </a:ext>
                </a:extLst>
              </p:cNvPr>
              <p:cNvSpPr/>
              <p:nvPr/>
            </p:nvSpPr>
            <p:spPr>
              <a:xfrm>
                <a:off x="5641729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7" name="Freeform 38166">
                <a:extLst>
                  <a:ext uri="{FF2B5EF4-FFF2-40B4-BE49-F238E27FC236}">
                    <a16:creationId xmlns:a16="http://schemas.microsoft.com/office/drawing/2014/main" id="{1F8286DD-3E20-044A-1F38-C86CB54FFE3E}"/>
                  </a:ext>
                </a:extLst>
              </p:cNvPr>
              <p:cNvSpPr/>
              <p:nvPr/>
            </p:nvSpPr>
            <p:spPr>
              <a:xfrm>
                <a:off x="5642225" y="4146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8" name="Freeform 38167">
                <a:extLst>
                  <a:ext uri="{FF2B5EF4-FFF2-40B4-BE49-F238E27FC236}">
                    <a16:creationId xmlns:a16="http://schemas.microsoft.com/office/drawing/2014/main" id="{0A1D039C-A407-FA1B-8734-61957BF2D255}"/>
                  </a:ext>
                </a:extLst>
              </p:cNvPr>
              <p:cNvSpPr/>
              <p:nvPr/>
            </p:nvSpPr>
            <p:spPr>
              <a:xfrm>
                <a:off x="5642820" y="4168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9" name="Freeform 38168">
                <a:extLst>
                  <a:ext uri="{FF2B5EF4-FFF2-40B4-BE49-F238E27FC236}">
                    <a16:creationId xmlns:a16="http://schemas.microsoft.com/office/drawing/2014/main" id="{3DA3E209-C90D-121E-66E7-5B2084283E75}"/>
                  </a:ext>
                </a:extLst>
              </p:cNvPr>
              <p:cNvSpPr/>
              <p:nvPr/>
            </p:nvSpPr>
            <p:spPr>
              <a:xfrm>
                <a:off x="5643316" y="4189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0" name="Freeform 38169">
                <a:extLst>
                  <a:ext uri="{FF2B5EF4-FFF2-40B4-BE49-F238E27FC236}">
                    <a16:creationId xmlns:a16="http://schemas.microsoft.com/office/drawing/2014/main" id="{CF947437-1B7E-9A37-4D26-D513F3A7B81E}"/>
                  </a:ext>
                </a:extLst>
              </p:cNvPr>
              <p:cNvSpPr/>
              <p:nvPr/>
            </p:nvSpPr>
            <p:spPr>
              <a:xfrm>
                <a:off x="5643813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1" name="Freeform 38170">
                <a:extLst>
                  <a:ext uri="{FF2B5EF4-FFF2-40B4-BE49-F238E27FC236}">
                    <a16:creationId xmlns:a16="http://schemas.microsoft.com/office/drawing/2014/main" id="{D2954222-E195-FB25-9AFD-44FD4A2328F7}"/>
                  </a:ext>
                </a:extLst>
              </p:cNvPr>
              <p:cNvSpPr/>
              <p:nvPr/>
            </p:nvSpPr>
            <p:spPr>
              <a:xfrm>
                <a:off x="5644408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2" name="Freeform 38171">
                <a:extLst>
                  <a:ext uri="{FF2B5EF4-FFF2-40B4-BE49-F238E27FC236}">
                    <a16:creationId xmlns:a16="http://schemas.microsoft.com/office/drawing/2014/main" id="{22CBD64A-5601-446C-C21F-571233348B5F}"/>
                  </a:ext>
                </a:extLst>
              </p:cNvPr>
              <p:cNvSpPr/>
              <p:nvPr/>
            </p:nvSpPr>
            <p:spPr>
              <a:xfrm>
                <a:off x="5644904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3" name="Freeform 38172">
                <a:extLst>
                  <a:ext uri="{FF2B5EF4-FFF2-40B4-BE49-F238E27FC236}">
                    <a16:creationId xmlns:a16="http://schemas.microsoft.com/office/drawing/2014/main" id="{072C11A3-001F-5B3A-FB00-66588367C5AA}"/>
                  </a:ext>
                </a:extLst>
              </p:cNvPr>
              <p:cNvSpPr/>
              <p:nvPr/>
            </p:nvSpPr>
            <p:spPr>
              <a:xfrm>
                <a:off x="5645400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4" name="Freeform 38173">
                <a:extLst>
                  <a:ext uri="{FF2B5EF4-FFF2-40B4-BE49-F238E27FC236}">
                    <a16:creationId xmlns:a16="http://schemas.microsoft.com/office/drawing/2014/main" id="{7A20EE3E-BE51-E70A-AF84-8D2AF48E924B}"/>
                  </a:ext>
                </a:extLst>
              </p:cNvPr>
              <p:cNvSpPr/>
              <p:nvPr/>
            </p:nvSpPr>
            <p:spPr>
              <a:xfrm>
                <a:off x="5645995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5" name="Freeform 38174">
                <a:extLst>
                  <a:ext uri="{FF2B5EF4-FFF2-40B4-BE49-F238E27FC236}">
                    <a16:creationId xmlns:a16="http://schemas.microsoft.com/office/drawing/2014/main" id="{DF00D1C4-EC58-B757-B713-13ADC1431441}"/>
                  </a:ext>
                </a:extLst>
              </p:cNvPr>
              <p:cNvSpPr/>
              <p:nvPr/>
            </p:nvSpPr>
            <p:spPr>
              <a:xfrm>
                <a:off x="5646491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6" name="Freeform 38175">
                <a:extLst>
                  <a:ext uri="{FF2B5EF4-FFF2-40B4-BE49-F238E27FC236}">
                    <a16:creationId xmlns:a16="http://schemas.microsoft.com/office/drawing/2014/main" id="{2616B95A-2D56-B197-90C3-BB89FFAC2162}"/>
                  </a:ext>
                </a:extLst>
              </p:cNvPr>
              <p:cNvSpPr/>
              <p:nvPr/>
            </p:nvSpPr>
            <p:spPr>
              <a:xfrm>
                <a:off x="5646988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7" name="Freeform 38176">
                <a:extLst>
                  <a:ext uri="{FF2B5EF4-FFF2-40B4-BE49-F238E27FC236}">
                    <a16:creationId xmlns:a16="http://schemas.microsoft.com/office/drawing/2014/main" id="{9EA6C6AA-5B08-ECAD-3578-8B062FF718A7}"/>
                  </a:ext>
                </a:extLst>
              </p:cNvPr>
              <p:cNvSpPr/>
              <p:nvPr/>
            </p:nvSpPr>
            <p:spPr>
              <a:xfrm>
                <a:off x="5647484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8" name="Freeform 38177">
                <a:extLst>
                  <a:ext uri="{FF2B5EF4-FFF2-40B4-BE49-F238E27FC236}">
                    <a16:creationId xmlns:a16="http://schemas.microsoft.com/office/drawing/2014/main" id="{6BB32E60-BF54-B784-4C7D-128E765755A1}"/>
                  </a:ext>
                </a:extLst>
              </p:cNvPr>
              <p:cNvSpPr/>
              <p:nvPr/>
            </p:nvSpPr>
            <p:spPr>
              <a:xfrm>
                <a:off x="5648079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9" name="Freeform 38178">
                <a:extLst>
                  <a:ext uri="{FF2B5EF4-FFF2-40B4-BE49-F238E27FC236}">
                    <a16:creationId xmlns:a16="http://schemas.microsoft.com/office/drawing/2014/main" id="{31324298-A12E-0F51-7E27-DC077E6AAB4C}"/>
                  </a:ext>
                </a:extLst>
              </p:cNvPr>
              <p:cNvSpPr/>
              <p:nvPr/>
            </p:nvSpPr>
            <p:spPr>
              <a:xfrm>
                <a:off x="5648575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0" name="Freeform 38179">
                <a:extLst>
                  <a:ext uri="{FF2B5EF4-FFF2-40B4-BE49-F238E27FC236}">
                    <a16:creationId xmlns:a16="http://schemas.microsoft.com/office/drawing/2014/main" id="{B47D1728-3E41-146B-DCED-9186EE2435F2}"/>
                  </a:ext>
                </a:extLst>
              </p:cNvPr>
              <p:cNvSpPr/>
              <p:nvPr/>
            </p:nvSpPr>
            <p:spPr>
              <a:xfrm>
                <a:off x="5649071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1" name="Freeform 38180">
                <a:extLst>
                  <a:ext uri="{FF2B5EF4-FFF2-40B4-BE49-F238E27FC236}">
                    <a16:creationId xmlns:a16="http://schemas.microsoft.com/office/drawing/2014/main" id="{AD7DDC43-B318-D262-5624-3EC061E70749}"/>
                  </a:ext>
                </a:extLst>
              </p:cNvPr>
              <p:cNvSpPr/>
              <p:nvPr/>
            </p:nvSpPr>
            <p:spPr>
              <a:xfrm>
                <a:off x="5649666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2" name="Freeform 38181">
                <a:extLst>
                  <a:ext uri="{FF2B5EF4-FFF2-40B4-BE49-F238E27FC236}">
                    <a16:creationId xmlns:a16="http://schemas.microsoft.com/office/drawing/2014/main" id="{FA8AE471-2E9F-7AEC-C39D-CEFD60B312CB}"/>
                  </a:ext>
                </a:extLst>
              </p:cNvPr>
              <p:cNvSpPr/>
              <p:nvPr/>
            </p:nvSpPr>
            <p:spPr>
              <a:xfrm>
                <a:off x="5650163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3" name="Freeform 38182">
                <a:extLst>
                  <a:ext uri="{FF2B5EF4-FFF2-40B4-BE49-F238E27FC236}">
                    <a16:creationId xmlns:a16="http://schemas.microsoft.com/office/drawing/2014/main" id="{8A752C84-A5F5-6198-95D7-75601EB74512}"/>
                  </a:ext>
                </a:extLst>
              </p:cNvPr>
              <p:cNvSpPr/>
              <p:nvPr/>
            </p:nvSpPr>
            <p:spPr>
              <a:xfrm>
                <a:off x="5650659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4" name="Freeform 38183">
                <a:extLst>
                  <a:ext uri="{FF2B5EF4-FFF2-40B4-BE49-F238E27FC236}">
                    <a16:creationId xmlns:a16="http://schemas.microsoft.com/office/drawing/2014/main" id="{85670443-6EAC-9F2F-DE95-DBF823210D11}"/>
                  </a:ext>
                </a:extLst>
              </p:cNvPr>
              <p:cNvSpPr/>
              <p:nvPr/>
            </p:nvSpPr>
            <p:spPr>
              <a:xfrm>
                <a:off x="5651254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5" name="Freeform 38184">
                <a:extLst>
                  <a:ext uri="{FF2B5EF4-FFF2-40B4-BE49-F238E27FC236}">
                    <a16:creationId xmlns:a16="http://schemas.microsoft.com/office/drawing/2014/main" id="{361D39B5-D858-1C58-76B2-CF203DEFDF3A}"/>
                  </a:ext>
                </a:extLst>
              </p:cNvPr>
              <p:cNvSpPr/>
              <p:nvPr/>
            </p:nvSpPr>
            <p:spPr>
              <a:xfrm>
                <a:off x="5651750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6" name="Freeform 38185">
                <a:extLst>
                  <a:ext uri="{FF2B5EF4-FFF2-40B4-BE49-F238E27FC236}">
                    <a16:creationId xmlns:a16="http://schemas.microsoft.com/office/drawing/2014/main" id="{64FC92B7-7C67-443A-FE3E-C437C9E9A742}"/>
                  </a:ext>
                </a:extLst>
              </p:cNvPr>
              <p:cNvSpPr/>
              <p:nvPr/>
            </p:nvSpPr>
            <p:spPr>
              <a:xfrm>
                <a:off x="5652246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7" name="Freeform 38186">
                <a:extLst>
                  <a:ext uri="{FF2B5EF4-FFF2-40B4-BE49-F238E27FC236}">
                    <a16:creationId xmlns:a16="http://schemas.microsoft.com/office/drawing/2014/main" id="{0E0671C4-9920-F834-755A-96CAAB7F88F3}"/>
                  </a:ext>
                </a:extLst>
              </p:cNvPr>
              <p:cNvSpPr/>
              <p:nvPr/>
            </p:nvSpPr>
            <p:spPr>
              <a:xfrm>
                <a:off x="5652841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8" name="Freeform 38187">
                <a:extLst>
                  <a:ext uri="{FF2B5EF4-FFF2-40B4-BE49-F238E27FC236}">
                    <a16:creationId xmlns:a16="http://schemas.microsoft.com/office/drawing/2014/main" id="{96CABE52-F267-CF45-9DBB-B016E4E5C33B}"/>
                  </a:ext>
                </a:extLst>
              </p:cNvPr>
              <p:cNvSpPr/>
              <p:nvPr/>
            </p:nvSpPr>
            <p:spPr>
              <a:xfrm>
                <a:off x="5653338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9" name="Freeform 38188">
                <a:extLst>
                  <a:ext uri="{FF2B5EF4-FFF2-40B4-BE49-F238E27FC236}">
                    <a16:creationId xmlns:a16="http://schemas.microsoft.com/office/drawing/2014/main" id="{4C7D92C5-CE0D-C705-71D4-39CB68EDD5C4}"/>
                  </a:ext>
                </a:extLst>
              </p:cNvPr>
              <p:cNvSpPr/>
              <p:nvPr/>
            </p:nvSpPr>
            <p:spPr>
              <a:xfrm>
                <a:off x="5653834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0" name="Freeform 38189">
                <a:extLst>
                  <a:ext uri="{FF2B5EF4-FFF2-40B4-BE49-F238E27FC236}">
                    <a16:creationId xmlns:a16="http://schemas.microsoft.com/office/drawing/2014/main" id="{825A7853-CCE1-34A5-9E9B-D60EC6D9AC1B}"/>
                  </a:ext>
                </a:extLst>
              </p:cNvPr>
              <p:cNvSpPr/>
              <p:nvPr/>
            </p:nvSpPr>
            <p:spPr>
              <a:xfrm>
                <a:off x="5654429" y="42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1" name="Freeform 38190">
                <a:extLst>
                  <a:ext uri="{FF2B5EF4-FFF2-40B4-BE49-F238E27FC236}">
                    <a16:creationId xmlns:a16="http://schemas.microsoft.com/office/drawing/2014/main" id="{BF39BD2F-0720-ADAC-5A94-C0395165A67C}"/>
                  </a:ext>
                </a:extLst>
              </p:cNvPr>
              <p:cNvSpPr/>
              <p:nvPr/>
            </p:nvSpPr>
            <p:spPr>
              <a:xfrm>
                <a:off x="5654925" y="3789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2" name="Freeform 38191">
                <a:extLst>
                  <a:ext uri="{FF2B5EF4-FFF2-40B4-BE49-F238E27FC236}">
                    <a16:creationId xmlns:a16="http://schemas.microsoft.com/office/drawing/2014/main" id="{D803244A-3BCF-71FE-8576-1835D01BF9EC}"/>
                  </a:ext>
                </a:extLst>
              </p:cNvPr>
              <p:cNvSpPr/>
              <p:nvPr/>
            </p:nvSpPr>
            <p:spPr>
              <a:xfrm>
                <a:off x="5655421" y="3777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3" name="Freeform 38192">
                <a:extLst>
                  <a:ext uri="{FF2B5EF4-FFF2-40B4-BE49-F238E27FC236}">
                    <a16:creationId xmlns:a16="http://schemas.microsoft.com/office/drawing/2014/main" id="{A5D2CC56-6284-064A-2921-F7440C48618D}"/>
                  </a:ext>
                </a:extLst>
              </p:cNvPr>
              <p:cNvSpPr/>
              <p:nvPr/>
            </p:nvSpPr>
            <p:spPr>
              <a:xfrm>
                <a:off x="5656016" y="3832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4" name="Freeform 38193">
                <a:extLst>
                  <a:ext uri="{FF2B5EF4-FFF2-40B4-BE49-F238E27FC236}">
                    <a16:creationId xmlns:a16="http://schemas.microsoft.com/office/drawing/2014/main" id="{78123832-B1F1-5620-BE30-15C5FBA4C1B8}"/>
                  </a:ext>
                </a:extLst>
              </p:cNvPr>
              <p:cNvSpPr/>
              <p:nvPr/>
            </p:nvSpPr>
            <p:spPr>
              <a:xfrm>
                <a:off x="5656513" y="3852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5" name="Freeform 38194">
                <a:extLst>
                  <a:ext uri="{FF2B5EF4-FFF2-40B4-BE49-F238E27FC236}">
                    <a16:creationId xmlns:a16="http://schemas.microsoft.com/office/drawing/2014/main" id="{03080C57-0765-13A3-D372-D091B5416BBF}"/>
                  </a:ext>
                </a:extLst>
              </p:cNvPr>
              <p:cNvSpPr/>
              <p:nvPr/>
            </p:nvSpPr>
            <p:spPr>
              <a:xfrm>
                <a:off x="5657009" y="402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6" name="Freeform 38195">
                <a:extLst>
                  <a:ext uri="{FF2B5EF4-FFF2-40B4-BE49-F238E27FC236}">
                    <a16:creationId xmlns:a16="http://schemas.microsoft.com/office/drawing/2014/main" id="{8125CFE8-FB6A-4DA9-61FC-346F22375D19}"/>
                  </a:ext>
                </a:extLst>
              </p:cNvPr>
              <p:cNvSpPr/>
              <p:nvPr/>
            </p:nvSpPr>
            <p:spPr>
              <a:xfrm>
                <a:off x="5657604" y="4127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7" name="Freeform 38196">
                <a:extLst>
                  <a:ext uri="{FF2B5EF4-FFF2-40B4-BE49-F238E27FC236}">
                    <a16:creationId xmlns:a16="http://schemas.microsoft.com/office/drawing/2014/main" id="{AE04EDB0-D4AD-8E3D-BE77-3EF560D91972}"/>
                  </a:ext>
                </a:extLst>
              </p:cNvPr>
              <p:cNvSpPr/>
              <p:nvPr/>
            </p:nvSpPr>
            <p:spPr>
              <a:xfrm>
                <a:off x="5658100" y="4183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8" name="Freeform 38197">
                <a:extLst>
                  <a:ext uri="{FF2B5EF4-FFF2-40B4-BE49-F238E27FC236}">
                    <a16:creationId xmlns:a16="http://schemas.microsoft.com/office/drawing/2014/main" id="{606E5109-AC4C-092F-DF09-E2E540F5A372}"/>
                  </a:ext>
                </a:extLst>
              </p:cNvPr>
              <p:cNvSpPr/>
              <p:nvPr/>
            </p:nvSpPr>
            <p:spPr>
              <a:xfrm>
                <a:off x="5658596" y="4191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9" name="Freeform 38198">
                <a:extLst>
                  <a:ext uri="{FF2B5EF4-FFF2-40B4-BE49-F238E27FC236}">
                    <a16:creationId xmlns:a16="http://schemas.microsoft.com/office/drawing/2014/main" id="{98579DE6-2BB8-A79B-2D9B-0BBA9E6F6D57}"/>
                  </a:ext>
                </a:extLst>
              </p:cNvPr>
              <p:cNvSpPr/>
              <p:nvPr/>
            </p:nvSpPr>
            <p:spPr>
              <a:xfrm>
                <a:off x="5659092" y="419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0" name="Freeform 38199">
                <a:extLst>
                  <a:ext uri="{FF2B5EF4-FFF2-40B4-BE49-F238E27FC236}">
                    <a16:creationId xmlns:a16="http://schemas.microsoft.com/office/drawing/2014/main" id="{99881BA1-74A4-BE3B-28D2-714FF361A5DD}"/>
                  </a:ext>
                </a:extLst>
              </p:cNvPr>
              <p:cNvSpPr/>
              <p:nvPr/>
            </p:nvSpPr>
            <p:spPr>
              <a:xfrm>
                <a:off x="5659688" y="4200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1" name="Freeform 38200">
                <a:extLst>
                  <a:ext uri="{FF2B5EF4-FFF2-40B4-BE49-F238E27FC236}">
                    <a16:creationId xmlns:a16="http://schemas.microsoft.com/office/drawing/2014/main" id="{59BE48DE-588A-29D3-9FA4-7ACBBEC13097}"/>
                  </a:ext>
                </a:extLst>
              </p:cNvPr>
              <p:cNvSpPr/>
              <p:nvPr/>
            </p:nvSpPr>
            <p:spPr>
              <a:xfrm>
                <a:off x="5660184" y="4164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2" name="Freeform 38201">
                <a:extLst>
                  <a:ext uri="{FF2B5EF4-FFF2-40B4-BE49-F238E27FC236}">
                    <a16:creationId xmlns:a16="http://schemas.microsoft.com/office/drawing/2014/main" id="{4CBC1A00-25CE-7A40-4C0C-542650846801}"/>
                  </a:ext>
                </a:extLst>
              </p:cNvPr>
              <p:cNvSpPr/>
              <p:nvPr/>
            </p:nvSpPr>
            <p:spPr>
              <a:xfrm>
                <a:off x="5660680" y="4212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3" name="Freeform 38202">
                <a:extLst>
                  <a:ext uri="{FF2B5EF4-FFF2-40B4-BE49-F238E27FC236}">
                    <a16:creationId xmlns:a16="http://schemas.microsoft.com/office/drawing/2014/main" id="{8A5115E6-FFAC-31C9-F17F-7B0549BBD938}"/>
                  </a:ext>
                </a:extLst>
              </p:cNvPr>
              <p:cNvSpPr/>
              <p:nvPr/>
            </p:nvSpPr>
            <p:spPr>
              <a:xfrm>
                <a:off x="5661275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4" name="Freeform 38203">
                <a:extLst>
                  <a:ext uri="{FF2B5EF4-FFF2-40B4-BE49-F238E27FC236}">
                    <a16:creationId xmlns:a16="http://schemas.microsoft.com/office/drawing/2014/main" id="{0ECD01AD-C442-9BC6-B42E-872A83E82FB7}"/>
                  </a:ext>
                </a:extLst>
              </p:cNvPr>
              <p:cNvSpPr/>
              <p:nvPr/>
            </p:nvSpPr>
            <p:spPr>
              <a:xfrm>
                <a:off x="5661771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5" name="Freeform 38204">
                <a:extLst>
                  <a:ext uri="{FF2B5EF4-FFF2-40B4-BE49-F238E27FC236}">
                    <a16:creationId xmlns:a16="http://schemas.microsoft.com/office/drawing/2014/main" id="{BF76E6CA-5E50-C3DC-D05B-3B57B63B39B0}"/>
                  </a:ext>
                </a:extLst>
              </p:cNvPr>
              <p:cNvSpPr/>
              <p:nvPr/>
            </p:nvSpPr>
            <p:spPr>
              <a:xfrm>
                <a:off x="5662267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6" name="Freeform 38205">
                <a:extLst>
                  <a:ext uri="{FF2B5EF4-FFF2-40B4-BE49-F238E27FC236}">
                    <a16:creationId xmlns:a16="http://schemas.microsoft.com/office/drawing/2014/main" id="{1A70B0A6-BD2C-19D5-59FF-A87EAC055806}"/>
                  </a:ext>
                </a:extLst>
              </p:cNvPr>
              <p:cNvSpPr/>
              <p:nvPr/>
            </p:nvSpPr>
            <p:spPr>
              <a:xfrm>
                <a:off x="5662863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7" name="Freeform 38206">
                <a:extLst>
                  <a:ext uri="{FF2B5EF4-FFF2-40B4-BE49-F238E27FC236}">
                    <a16:creationId xmlns:a16="http://schemas.microsoft.com/office/drawing/2014/main" id="{B4F88755-6FEB-555E-1945-A43B924ACB34}"/>
                  </a:ext>
                </a:extLst>
              </p:cNvPr>
              <p:cNvSpPr/>
              <p:nvPr/>
            </p:nvSpPr>
            <p:spPr>
              <a:xfrm>
                <a:off x="5663359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8" name="Freeform 38207">
                <a:extLst>
                  <a:ext uri="{FF2B5EF4-FFF2-40B4-BE49-F238E27FC236}">
                    <a16:creationId xmlns:a16="http://schemas.microsoft.com/office/drawing/2014/main" id="{D5B8CF7D-3600-6A6C-1EF3-A8405CABC8FA}"/>
                  </a:ext>
                </a:extLst>
              </p:cNvPr>
              <p:cNvSpPr/>
              <p:nvPr/>
            </p:nvSpPr>
            <p:spPr>
              <a:xfrm>
                <a:off x="5663855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9" name="Freeform 38208">
                <a:extLst>
                  <a:ext uri="{FF2B5EF4-FFF2-40B4-BE49-F238E27FC236}">
                    <a16:creationId xmlns:a16="http://schemas.microsoft.com/office/drawing/2014/main" id="{5A45FE27-71F1-BF1C-E2A1-BEB30759B9A9}"/>
                  </a:ext>
                </a:extLst>
              </p:cNvPr>
              <p:cNvSpPr/>
              <p:nvPr/>
            </p:nvSpPr>
            <p:spPr>
              <a:xfrm>
                <a:off x="5664450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0" name="Freeform 38209">
                <a:extLst>
                  <a:ext uri="{FF2B5EF4-FFF2-40B4-BE49-F238E27FC236}">
                    <a16:creationId xmlns:a16="http://schemas.microsoft.com/office/drawing/2014/main" id="{07B08EF4-7064-2D7D-BC63-A2E459986401}"/>
                  </a:ext>
                </a:extLst>
              </p:cNvPr>
              <p:cNvSpPr/>
              <p:nvPr/>
            </p:nvSpPr>
            <p:spPr>
              <a:xfrm>
                <a:off x="5664946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1" name="Freeform 38210">
                <a:extLst>
                  <a:ext uri="{FF2B5EF4-FFF2-40B4-BE49-F238E27FC236}">
                    <a16:creationId xmlns:a16="http://schemas.microsoft.com/office/drawing/2014/main" id="{5088C327-5E19-9223-43B0-0265CD8A4DDE}"/>
                  </a:ext>
                </a:extLst>
              </p:cNvPr>
              <p:cNvSpPr/>
              <p:nvPr/>
            </p:nvSpPr>
            <p:spPr>
              <a:xfrm>
                <a:off x="5665442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2" name="Freeform 38211">
                <a:extLst>
                  <a:ext uri="{FF2B5EF4-FFF2-40B4-BE49-F238E27FC236}">
                    <a16:creationId xmlns:a16="http://schemas.microsoft.com/office/drawing/2014/main" id="{AC704C30-1ED5-BDF3-166B-A0C06C064C31}"/>
                  </a:ext>
                </a:extLst>
              </p:cNvPr>
              <p:cNvSpPr/>
              <p:nvPr/>
            </p:nvSpPr>
            <p:spPr>
              <a:xfrm>
                <a:off x="5666038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3" name="Freeform 38212">
                <a:extLst>
                  <a:ext uri="{FF2B5EF4-FFF2-40B4-BE49-F238E27FC236}">
                    <a16:creationId xmlns:a16="http://schemas.microsoft.com/office/drawing/2014/main" id="{0EDD0DDA-D40E-30C6-FDCC-BED09C7E3988}"/>
                  </a:ext>
                </a:extLst>
              </p:cNvPr>
              <p:cNvSpPr/>
              <p:nvPr/>
            </p:nvSpPr>
            <p:spPr>
              <a:xfrm>
                <a:off x="5666534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4" name="Freeform 38213">
                <a:extLst>
                  <a:ext uri="{FF2B5EF4-FFF2-40B4-BE49-F238E27FC236}">
                    <a16:creationId xmlns:a16="http://schemas.microsoft.com/office/drawing/2014/main" id="{37282CEB-0CD6-7CDC-6B44-E50BCDDB2DAA}"/>
                  </a:ext>
                </a:extLst>
              </p:cNvPr>
              <p:cNvSpPr/>
              <p:nvPr/>
            </p:nvSpPr>
            <p:spPr>
              <a:xfrm>
                <a:off x="5667030" y="4101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5" name="Freeform 38214">
                <a:extLst>
                  <a:ext uri="{FF2B5EF4-FFF2-40B4-BE49-F238E27FC236}">
                    <a16:creationId xmlns:a16="http://schemas.microsoft.com/office/drawing/2014/main" id="{EC8FD68E-7E5F-1A79-1F6E-CFEBDA7657A1}"/>
                  </a:ext>
                </a:extLst>
              </p:cNvPr>
              <p:cNvSpPr/>
              <p:nvPr/>
            </p:nvSpPr>
            <p:spPr>
              <a:xfrm>
                <a:off x="5667625" y="3663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6" name="Freeform 38215">
                <a:extLst>
                  <a:ext uri="{FF2B5EF4-FFF2-40B4-BE49-F238E27FC236}">
                    <a16:creationId xmlns:a16="http://schemas.microsoft.com/office/drawing/2014/main" id="{04185D28-0505-A241-ABD0-7BC4E8030DC9}"/>
                  </a:ext>
                </a:extLst>
              </p:cNvPr>
              <p:cNvSpPr/>
              <p:nvPr/>
            </p:nvSpPr>
            <p:spPr>
              <a:xfrm>
                <a:off x="5668121" y="3696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7" name="Freeform 38216">
                <a:extLst>
                  <a:ext uri="{FF2B5EF4-FFF2-40B4-BE49-F238E27FC236}">
                    <a16:creationId xmlns:a16="http://schemas.microsoft.com/office/drawing/2014/main" id="{D46B41F0-411B-2A84-4F48-413F22ADBD1B}"/>
                  </a:ext>
                </a:extLst>
              </p:cNvPr>
              <p:cNvSpPr/>
              <p:nvPr/>
            </p:nvSpPr>
            <p:spPr>
              <a:xfrm>
                <a:off x="5668617" y="3784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8" name="Freeform 38217">
                <a:extLst>
                  <a:ext uri="{FF2B5EF4-FFF2-40B4-BE49-F238E27FC236}">
                    <a16:creationId xmlns:a16="http://schemas.microsoft.com/office/drawing/2014/main" id="{C7F7A7ED-FD9D-347E-99F1-DFD43643DBFC}"/>
                  </a:ext>
                </a:extLst>
              </p:cNvPr>
              <p:cNvSpPr/>
              <p:nvPr/>
            </p:nvSpPr>
            <p:spPr>
              <a:xfrm>
                <a:off x="5669213" y="3675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9" name="Freeform 38218">
                <a:extLst>
                  <a:ext uri="{FF2B5EF4-FFF2-40B4-BE49-F238E27FC236}">
                    <a16:creationId xmlns:a16="http://schemas.microsoft.com/office/drawing/2014/main" id="{0A5CFFFA-B9A4-C6C7-77A8-88E4AFEF502C}"/>
                  </a:ext>
                </a:extLst>
              </p:cNvPr>
              <p:cNvSpPr/>
              <p:nvPr/>
            </p:nvSpPr>
            <p:spPr>
              <a:xfrm>
                <a:off x="5669709" y="3861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0" name="Freeform 38219">
                <a:extLst>
                  <a:ext uri="{FF2B5EF4-FFF2-40B4-BE49-F238E27FC236}">
                    <a16:creationId xmlns:a16="http://schemas.microsoft.com/office/drawing/2014/main" id="{E837B05C-78E7-8CCB-11D8-A65B7696F9B4}"/>
                  </a:ext>
                </a:extLst>
              </p:cNvPr>
              <p:cNvSpPr/>
              <p:nvPr/>
            </p:nvSpPr>
            <p:spPr>
              <a:xfrm>
                <a:off x="5670205" y="3979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1" name="Freeform 38220">
                <a:extLst>
                  <a:ext uri="{FF2B5EF4-FFF2-40B4-BE49-F238E27FC236}">
                    <a16:creationId xmlns:a16="http://schemas.microsoft.com/office/drawing/2014/main" id="{486C548A-BC4B-E308-6339-A0C3EF0F23C2}"/>
                  </a:ext>
                </a:extLst>
              </p:cNvPr>
              <p:cNvSpPr/>
              <p:nvPr/>
            </p:nvSpPr>
            <p:spPr>
              <a:xfrm>
                <a:off x="5670800" y="4079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2" name="Freeform 38221">
                <a:extLst>
                  <a:ext uri="{FF2B5EF4-FFF2-40B4-BE49-F238E27FC236}">
                    <a16:creationId xmlns:a16="http://schemas.microsoft.com/office/drawing/2014/main" id="{AC7DDD47-597C-DB02-4472-C2414330E764}"/>
                  </a:ext>
                </a:extLst>
              </p:cNvPr>
              <p:cNvSpPr/>
              <p:nvPr/>
            </p:nvSpPr>
            <p:spPr>
              <a:xfrm>
                <a:off x="5671296" y="4109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3" name="Freeform 38222">
                <a:extLst>
                  <a:ext uri="{FF2B5EF4-FFF2-40B4-BE49-F238E27FC236}">
                    <a16:creationId xmlns:a16="http://schemas.microsoft.com/office/drawing/2014/main" id="{EA9412AE-D4A2-96DA-56EC-EF5E04CC64E3}"/>
                  </a:ext>
                </a:extLst>
              </p:cNvPr>
              <p:cNvSpPr/>
              <p:nvPr/>
            </p:nvSpPr>
            <p:spPr>
              <a:xfrm>
                <a:off x="5671792" y="4104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4" name="Freeform 38223">
                <a:extLst>
                  <a:ext uri="{FF2B5EF4-FFF2-40B4-BE49-F238E27FC236}">
                    <a16:creationId xmlns:a16="http://schemas.microsoft.com/office/drawing/2014/main" id="{A325B6FD-7F13-05C0-9665-2063649B0F2C}"/>
                  </a:ext>
                </a:extLst>
              </p:cNvPr>
              <p:cNvSpPr/>
              <p:nvPr/>
            </p:nvSpPr>
            <p:spPr>
              <a:xfrm>
                <a:off x="5672288" y="4111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5" name="Freeform 38224">
                <a:extLst>
                  <a:ext uri="{FF2B5EF4-FFF2-40B4-BE49-F238E27FC236}">
                    <a16:creationId xmlns:a16="http://schemas.microsoft.com/office/drawing/2014/main" id="{B6490D3E-7F4C-BF2B-75DD-FE97DDB306AC}"/>
                  </a:ext>
                </a:extLst>
              </p:cNvPr>
              <p:cNvSpPr/>
              <p:nvPr/>
            </p:nvSpPr>
            <p:spPr>
              <a:xfrm>
                <a:off x="5672884" y="4130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6" name="Freeform 38225">
                <a:extLst>
                  <a:ext uri="{FF2B5EF4-FFF2-40B4-BE49-F238E27FC236}">
                    <a16:creationId xmlns:a16="http://schemas.microsoft.com/office/drawing/2014/main" id="{C01B25B3-0804-90B5-4014-0AF879408713}"/>
                  </a:ext>
                </a:extLst>
              </p:cNvPr>
              <p:cNvSpPr/>
              <p:nvPr/>
            </p:nvSpPr>
            <p:spPr>
              <a:xfrm>
                <a:off x="5673380" y="4208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7" name="Freeform 38226">
                <a:extLst>
                  <a:ext uri="{FF2B5EF4-FFF2-40B4-BE49-F238E27FC236}">
                    <a16:creationId xmlns:a16="http://schemas.microsoft.com/office/drawing/2014/main" id="{9317B947-2A68-9F11-FB90-960368CD5F45}"/>
                  </a:ext>
                </a:extLst>
              </p:cNvPr>
              <p:cNvSpPr/>
              <p:nvPr/>
            </p:nvSpPr>
            <p:spPr>
              <a:xfrm>
                <a:off x="5673876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8" name="Freeform 38227">
                <a:extLst>
                  <a:ext uri="{FF2B5EF4-FFF2-40B4-BE49-F238E27FC236}">
                    <a16:creationId xmlns:a16="http://schemas.microsoft.com/office/drawing/2014/main" id="{8351EC94-4C4F-1FD5-3D06-570ED9A4B3FE}"/>
                  </a:ext>
                </a:extLst>
              </p:cNvPr>
              <p:cNvSpPr/>
              <p:nvPr/>
            </p:nvSpPr>
            <p:spPr>
              <a:xfrm>
                <a:off x="5674471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9" name="Freeform 38228">
                <a:extLst>
                  <a:ext uri="{FF2B5EF4-FFF2-40B4-BE49-F238E27FC236}">
                    <a16:creationId xmlns:a16="http://schemas.microsoft.com/office/drawing/2014/main" id="{93CD841F-5EB7-C902-84CD-266ACD93AF03}"/>
                  </a:ext>
                </a:extLst>
              </p:cNvPr>
              <p:cNvSpPr/>
              <p:nvPr/>
            </p:nvSpPr>
            <p:spPr>
              <a:xfrm>
                <a:off x="5674967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0" name="Freeform 38229">
                <a:extLst>
                  <a:ext uri="{FF2B5EF4-FFF2-40B4-BE49-F238E27FC236}">
                    <a16:creationId xmlns:a16="http://schemas.microsoft.com/office/drawing/2014/main" id="{11DE37D3-612C-3B16-DF84-0E20C7F75A22}"/>
                  </a:ext>
                </a:extLst>
              </p:cNvPr>
              <p:cNvSpPr/>
              <p:nvPr/>
            </p:nvSpPr>
            <p:spPr>
              <a:xfrm>
                <a:off x="5675463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1" name="Freeform 38230">
                <a:extLst>
                  <a:ext uri="{FF2B5EF4-FFF2-40B4-BE49-F238E27FC236}">
                    <a16:creationId xmlns:a16="http://schemas.microsoft.com/office/drawing/2014/main" id="{7381E605-8B25-5AF5-A5B2-F6DE43B019AB}"/>
                  </a:ext>
                </a:extLst>
              </p:cNvPr>
              <p:cNvSpPr/>
              <p:nvPr/>
            </p:nvSpPr>
            <p:spPr>
              <a:xfrm>
                <a:off x="5676059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2" name="Freeform 38231">
                <a:extLst>
                  <a:ext uri="{FF2B5EF4-FFF2-40B4-BE49-F238E27FC236}">
                    <a16:creationId xmlns:a16="http://schemas.microsoft.com/office/drawing/2014/main" id="{AD942454-0D9B-396E-1BB2-4F01BD8BD69B}"/>
                  </a:ext>
                </a:extLst>
              </p:cNvPr>
              <p:cNvSpPr/>
              <p:nvPr/>
            </p:nvSpPr>
            <p:spPr>
              <a:xfrm>
                <a:off x="5676555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3" name="Freeform 38232">
                <a:extLst>
                  <a:ext uri="{FF2B5EF4-FFF2-40B4-BE49-F238E27FC236}">
                    <a16:creationId xmlns:a16="http://schemas.microsoft.com/office/drawing/2014/main" id="{286D6D0E-38E0-0EE5-A4D6-B5EF9203B42B}"/>
                  </a:ext>
                </a:extLst>
              </p:cNvPr>
              <p:cNvSpPr/>
              <p:nvPr/>
            </p:nvSpPr>
            <p:spPr>
              <a:xfrm>
                <a:off x="5677051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4" name="Freeform 38233">
                <a:extLst>
                  <a:ext uri="{FF2B5EF4-FFF2-40B4-BE49-F238E27FC236}">
                    <a16:creationId xmlns:a16="http://schemas.microsoft.com/office/drawing/2014/main" id="{0E0D9B16-A554-25C9-A227-84366AE09CE2}"/>
                  </a:ext>
                </a:extLst>
              </p:cNvPr>
              <p:cNvSpPr/>
              <p:nvPr/>
            </p:nvSpPr>
            <p:spPr>
              <a:xfrm>
                <a:off x="5677646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5" name="Freeform 38234">
                <a:extLst>
                  <a:ext uri="{FF2B5EF4-FFF2-40B4-BE49-F238E27FC236}">
                    <a16:creationId xmlns:a16="http://schemas.microsoft.com/office/drawing/2014/main" id="{A9FDAE44-8DA7-5BAA-98A1-BFC0736D0D50}"/>
                  </a:ext>
                </a:extLst>
              </p:cNvPr>
              <p:cNvSpPr/>
              <p:nvPr/>
            </p:nvSpPr>
            <p:spPr>
              <a:xfrm>
                <a:off x="5678142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6" name="Freeform 38235">
                <a:extLst>
                  <a:ext uri="{FF2B5EF4-FFF2-40B4-BE49-F238E27FC236}">
                    <a16:creationId xmlns:a16="http://schemas.microsoft.com/office/drawing/2014/main" id="{7D6A9C13-533C-E4FD-CBE2-644801AF5A67}"/>
                  </a:ext>
                </a:extLst>
              </p:cNvPr>
              <p:cNvSpPr/>
              <p:nvPr/>
            </p:nvSpPr>
            <p:spPr>
              <a:xfrm>
                <a:off x="5678638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7" name="Freeform 38236">
                <a:extLst>
                  <a:ext uri="{FF2B5EF4-FFF2-40B4-BE49-F238E27FC236}">
                    <a16:creationId xmlns:a16="http://schemas.microsoft.com/office/drawing/2014/main" id="{75DD3015-F5BF-F0FC-985E-1E4E43D0AE49}"/>
                  </a:ext>
                </a:extLst>
              </p:cNvPr>
              <p:cNvSpPr/>
              <p:nvPr/>
            </p:nvSpPr>
            <p:spPr>
              <a:xfrm>
                <a:off x="5679234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8" name="Freeform 38237">
                <a:extLst>
                  <a:ext uri="{FF2B5EF4-FFF2-40B4-BE49-F238E27FC236}">
                    <a16:creationId xmlns:a16="http://schemas.microsoft.com/office/drawing/2014/main" id="{CA84242B-EEDC-6644-929E-70DB3BB3F90F}"/>
                  </a:ext>
                </a:extLst>
              </p:cNvPr>
              <p:cNvSpPr/>
              <p:nvPr/>
            </p:nvSpPr>
            <p:spPr>
              <a:xfrm>
                <a:off x="5679730" y="4190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9" name="Freeform 38238">
                <a:extLst>
                  <a:ext uri="{FF2B5EF4-FFF2-40B4-BE49-F238E27FC236}">
                    <a16:creationId xmlns:a16="http://schemas.microsoft.com/office/drawing/2014/main" id="{F909035C-7C1D-8E74-0750-004F10B2C551}"/>
                  </a:ext>
                </a:extLst>
              </p:cNvPr>
              <p:cNvSpPr/>
              <p:nvPr/>
            </p:nvSpPr>
            <p:spPr>
              <a:xfrm>
                <a:off x="5680226" y="3688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0" name="Freeform 38239">
                <a:extLst>
                  <a:ext uri="{FF2B5EF4-FFF2-40B4-BE49-F238E27FC236}">
                    <a16:creationId xmlns:a16="http://schemas.microsoft.com/office/drawing/2014/main" id="{77D941ED-A709-06C5-C1C3-017E7BD75507}"/>
                  </a:ext>
                </a:extLst>
              </p:cNvPr>
              <p:cNvSpPr/>
              <p:nvPr/>
            </p:nvSpPr>
            <p:spPr>
              <a:xfrm>
                <a:off x="5680821" y="3791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1" name="Freeform 38240">
                <a:extLst>
                  <a:ext uri="{FF2B5EF4-FFF2-40B4-BE49-F238E27FC236}">
                    <a16:creationId xmlns:a16="http://schemas.microsoft.com/office/drawing/2014/main" id="{106E29DD-E6FB-7FC5-D97C-15C6B1DDBCFC}"/>
                  </a:ext>
                </a:extLst>
              </p:cNvPr>
              <p:cNvSpPr/>
              <p:nvPr/>
            </p:nvSpPr>
            <p:spPr>
              <a:xfrm>
                <a:off x="5681317" y="3907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2" name="Freeform 38241">
                <a:extLst>
                  <a:ext uri="{FF2B5EF4-FFF2-40B4-BE49-F238E27FC236}">
                    <a16:creationId xmlns:a16="http://schemas.microsoft.com/office/drawing/2014/main" id="{2BD94E30-AF66-F515-4875-5380F3F7661B}"/>
                  </a:ext>
                </a:extLst>
              </p:cNvPr>
              <p:cNvSpPr/>
              <p:nvPr/>
            </p:nvSpPr>
            <p:spPr>
              <a:xfrm>
                <a:off x="5681813" y="3846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3" name="Freeform 38242">
                <a:extLst>
                  <a:ext uri="{FF2B5EF4-FFF2-40B4-BE49-F238E27FC236}">
                    <a16:creationId xmlns:a16="http://schemas.microsoft.com/office/drawing/2014/main" id="{E914852E-0A22-04FA-74D3-25D02D3C625A}"/>
                  </a:ext>
                </a:extLst>
              </p:cNvPr>
              <p:cNvSpPr/>
              <p:nvPr/>
            </p:nvSpPr>
            <p:spPr>
              <a:xfrm>
                <a:off x="5682409" y="4093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4" name="Freeform 38243">
                <a:extLst>
                  <a:ext uri="{FF2B5EF4-FFF2-40B4-BE49-F238E27FC236}">
                    <a16:creationId xmlns:a16="http://schemas.microsoft.com/office/drawing/2014/main" id="{0057079B-E104-6D41-BFBF-97EAE4185071}"/>
                  </a:ext>
                </a:extLst>
              </p:cNvPr>
              <p:cNvSpPr/>
              <p:nvPr/>
            </p:nvSpPr>
            <p:spPr>
              <a:xfrm>
                <a:off x="5682905" y="4144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5" name="Freeform 38244">
                <a:extLst>
                  <a:ext uri="{FF2B5EF4-FFF2-40B4-BE49-F238E27FC236}">
                    <a16:creationId xmlns:a16="http://schemas.microsoft.com/office/drawing/2014/main" id="{D3253B28-325F-319E-77CE-6A803C5DDCF5}"/>
                  </a:ext>
                </a:extLst>
              </p:cNvPr>
              <p:cNvSpPr/>
              <p:nvPr/>
            </p:nvSpPr>
            <p:spPr>
              <a:xfrm>
                <a:off x="5683401" y="4194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6" name="Freeform 38245">
                <a:extLst>
                  <a:ext uri="{FF2B5EF4-FFF2-40B4-BE49-F238E27FC236}">
                    <a16:creationId xmlns:a16="http://schemas.microsoft.com/office/drawing/2014/main" id="{2BF560F2-211E-79A4-102B-8094448ED3B3}"/>
                  </a:ext>
                </a:extLst>
              </p:cNvPr>
              <p:cNvSpPr/>
              <p:nvPr/>
            </p:nvSpPr>
            <p:spPr>
              <a:xfrm>
                <a:off x="5683897" y="418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7" name="Freeform 38246">
                <a:extLst>
                  <a:ext uri="{FF2B5EF4-FFF2-40B4-BE49-F238E27FC236}">
                    <a16:creationId xmlns:a16="http://schemas.microsoft.com/office/drawing/2014/main" id="{CF093006-0D94-6F3D-F889-BC922951A3CD}"/>
                  </a:ext>
                </a:extLst>
              </p:cNvPr>
              <p:cNvSpPr/>
              <p:nvPr/>
            </p:nvSpPr>
            <p:spPr>
              <a:xfrm>
                <a:off x="5684492" y="4175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8" name="Freeform 38247">
                <a:extLst>
                  <a:ext uri="{FF2B5EF4-FFF2-40B4-BE49-F238E27FC236}">
                    <a16:creationId xmlns:a16="http://schemas.microsoft.com/office/drawing/2014/main" id="{F5DE9899-BE11-692F-523A-24391B7A78DF}"/>
                  </a:ext>
                </a:extLst>
              </p:cNvPr>
              <p:cNvSpPr/>
              <p:nvPr/>
            </p:nvSpPr>
            <p:spPr>
              <a:xfrm>
                <a:off x="5684988" y="4183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9" name="Freeform 38248">
                <a:extLst>
                  <a:ext uri="{FF2B5EF4-FFF2-40B4-BE49-F238E27FC236}">
                    <a16:creationId xmlns:a16="http://schemas.microsoft.com/office/drawing/2014/main" id="{11A913BB-0DD9-2AF3-EF96-4A87254F2519}"/>
                  </a:ext>
                </a:extLst>
              </p:cNvPr>
              <p:cNvSpPr/>
              <p:nvPr/>
            </p:nvSpPr>
            <p:spPr>
              <a:xfrm>
                <a:off x="5685484" y="4177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0" name="Freeform 38249">
                <a:extLst>
                  <a:ext uri="{FF2B5EF4-FFF2-40B4-BE49-F238E27FC236}">
                    <a16:creationId xmlns:a16="http://schemas.microsoft.com/office/drawing/2014/main" id="{DCFD4F6B-55B9-49EC-F10D-44DA12A8391E}"/>
                  </a:ext>
                </a:extLst>
              </p:cNvPr>
              <p:cNvSpPr/>
              <p:nvPr/>
            </p:nvSpPr>
            <p:spPr>
              <a:xfrm>
                <a:off x="5686080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1" name="Freeform 38250">
                <a:extLst>
                  <a:ext uri="{FF2B5EF4-FFF2-40B4-BE49-F238E27FC236}">
                    <a16:creationId xmlns:a16="http://schemas.microsoft.com/office/drawing/2014/main" id="{F1871B57-2F00-5381-2461-913FCE0B2A65}"/>
                  </a:ext>
                </a:extLst>
              </p:cNvPr>
              <p:cNvSpPr/>
              <p:nvPr/>
            </p:nvSpPr>
            <p:spPr>
              <a:xfrm>
                <a:off x="5686576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2" name="Freeform 38251">
                <a:extLst>
                  <a:ext uri="{FF2B5EF4-FFF2-40B4-BE49-F238E27FC236}">
                    <a16:creationId xmlns:a16="http://schemas.microsoft.com/office/drawing/2014/main" id="{9DC1B53B-22A1-D366-21BF-BC3C44D848AD}"/>
                  </a:ext>
                </a:extLst>
              </p:cNvPr>
              <p:cNvSpPr/>
              <p:nvPr/>
            </p:nvSpPr>
            <p:spPr>
              <a:xfrm>
                <a:off x="5687072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3" name="Freeform 38252">
                <a:extLst>
                  <a:ext uri="{FF2B5EF4-FFF2-40B4-BE49-F238E27FC236}">
                    <a16:creationId xmlns:a16="http://schemas.microsoft.com/office/drawing/2014/main" id="{FC314B85-3F6A-2BA1-1954-5E6529269E1C}"/>
                  </a:ext>
                </a:extLst>
              </p:cNvPr>
              <p:cNvSpPr/>
              <p:nvPr/>
            </p:nvSpPr>
            <p:spPr>
              <a:xfrm>
                <a:off x="5687667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4" name="Freeform 38253">
                <a:extLst>
                  <a:ext uri="{FF2B5EF4-FFF2-40B4-BE49-F238E27FC236}">
                    <a16:creationId xmlns:a16="http://schemas.microsoft.com/office/drawing/2014/main" id="{B619F4F7-B026-A091-68FB-1B558FF6BDF6}"/>
                  </a:ext>
                </a:extLst>
              </p:cNvPr>
              <p:cNvSpPr/>
              <p:nvPr/>
            </p:nvSpPr>
            <p:spPr>
              <a:xfrm>
                <a:off x="568816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5" name="Freeform 38254">
                <a:extLst>
                  <a:ext uri="{FF2B5EF4-FFF2-40B4-BE49-F238E27FC236}">
                    <a16:creationId xmlns:a16="http://schemas.microsoft.com/office/drawing/2014/main" id="{0E3D8D4E-FAA2-E50B-788E-B32DB1152FFD}"/>
                  </a:ext>
                </a:extLst>
              </p:cNvPr>
              <p:cNvSpPr/>
              <p:nvPr/>
            </p:nvSpPr>
            <p:spPr>
              <a:xfrm>
                <a:off x="5688659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6" name="Freeform 38255">
                <a:extLst>
                  <a:ext uri="{FF2B5EF4-FFF2-40B4-BE49-F238E27FC236}">
                    <a16:creationId xmlns:a16="http://schemas.microsoft.com/office/drawing/2014/main" id="{B230BD6C-6C45-7503-EFF4-AD712FDA66B3}"/>
                  </a:ext>
                </a:extLst>
              </p:cNvPr>
              <p:cNvSpPr/>
              <p:nvPr/>
            </p:nvSpPr>
            <p:spPr>
              <a:xfrm>
                <a:off x="5689255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7" name="Freeform 38256">
                <a:extLst>
                  <a:ext uri="{FF2B5EF4-FFF2-40B4-BE49-F238E27FC236}">
                    <a16:creationId xmlns:a16="http://schemas.microsoft.com/office/drawing/2014/main" id="{97B1F340-9DEC-79DE-8986-F8E87E5E707C}"/>
                  </a:ext>
                </a:extLst>
              </p:cNvPr>
              <p:cNvSpPr/>
              <p:nvPr/>
            </p:nvSpPr>
            <p:spPr>
              <a:xfrm>
                <a:off x="5689751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8" name="Freeform 38257">
                <a:extLst>
                  <a:ext uri="{FF2B5EF4-FFF2-40B4-BE49-F238E27FC236}">
                    <a16:creationId xmlns:a16="http://schemas.microsoft.com/office/drawing/2014/main" id="{3197145D-73A6-7BF0-7F75-832BC3BDBCC0}"/>
                  </a:ext>
                </a:extLst>
              </p:cNvPr>
              <p:cNvSpPr/>
              <p:nvPr/>
            </p:nvSpPr>
            <p:spPr>
              <a:xfrm>
                <a:off x="5690247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9" name="Freeform 38258">
                <a:extLst>
                  <a:ext uri="{FF2B5EF4-FFF2-40B4-BE49-F238E27FC236}">
                    <a16:creationId xmlns:a16="http://schemas.microsoft.com/office/drawing/2014/main" id="{0B6DC65A-D0CD-F077-19EF-802EC6A89CDC}"/>
                  </a:ext>
                </a:extLst>
              </p:cNvPr>
              <p:cNvSpPr/>
              <p:nvPr/>
            </p:nvSpPr>
            <p:spPr>
              <a:xfrm>
                <a:off x="5690842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0" name="Freeform 38259">
                <a:extLst>
                  <a:ext uri="{FF2B5EF4-FFF2-40B4-BE49-F238E27FC236}">
                    <a16:creationId xmlns:a16="http://schemas.microsoft.com/office/drawing/2014/main" id="{4E589C9A-AB24-5131-6F36-4258638F893C}"/>
                  </a:ext>
                </a:extLst>
              </p:cNvPr>
              <p:cNvSpPr/>
              <p:nvPr/>
            </p:nvSpPr>
            <p:spPr>
              <a:xfrm>
                <a:off x="569133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1" name="Freeform 38260">
                <a:extLst>
                  <a:ext uri="{FF2B5EF4-FFF2-40B4-BE49-F238E27FC236}">
                    <a16:creationId xmlns:a16="http://schemas.microsoft.com/office/drawing/2014/main" id="{03AE5D93-22D6-845D-76EE-14A4309D9C7F}"/>
                  </a:ext>
                </a:extLst>
              </p:cNvPr>
              <p:cNvSpPr/>
              <p:nvPr/>
            </p:nvSpPr>
            <p:spPr>
              <a:xfrm>
                <a:off x="5691834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2" name="Freeform 38261">
                <a:extLst>
                  <a:ext uri="{FF2B5EF4-FFF2-40B4-BE49-F238E27FC236}">
                    <a16:creationId xmlns:a16="http://schemas.microsoft.com/office/drawing/2014/main" id="{26A466F7-6A58-CED6-C8B8-14E55BE60758}"/>
                  </a:ext>
                </a:extLst>
              </p:cNvPr>
              <p:cNvSpPr/>
              <p:nvPr/>
            </p:nvSpPr>
            <p:spPr>
              <a:xfrm>
                <a:off x="5692430" y="4184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3" name="Freeform 38262">
                <a:extLst>
                  <a:ext uri="{FF2B5EF4-FFF2-40B4-BE49-F238E27FC236}">
                    <a16:creationId xmlns:a16="http://schemas.microsoft.com/office/drawing/2014/main" id="{AD5E2288-B3A8-CE4F-AA9F-44E29818F33A}"/>
                  </a:ext>
                </a:extLst>
              </p:cNvPr>
              <p:cNvSpPr/>
              <p:nvPr/>
            </p:nvSpPr>
            <p:spPr>
              <a:xfrm>
                <a:off x="5692926" y="3980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4" name="Freeform 38263">
                <a:extLst>
                  <a:ext uri="{FF2B5EF4-FFF2-40B4-BE49-F238E27FC236}">
                    <a16:creationId xmlns:a16="http://schemas.microsoft.com/office/drawing/2014/main" id="{F3928B5B-F328-5C23-1F4B-42B5BB420470}"/>
                  </a:ext>
                </a:extLst>
              </p:cNvPr>
              <p:cNvSpPr/>
              <p:nvPr/>
            </p:nvSpPr>
            <p:spPr>
              <a:xfrm>
                <a:off x="5693422" y="3955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5" name="Freeform 38264">
                <a:extLst>
                  <a:ext uri="{FF2B5EF4-FFF2-40B4-BE49-F238E27FC236}">
                    <a16:creationId xmlns:a16="http://schemas.microsoft.com/office/drawing/2014/main" id="{766D142F-28FF-5F5B-E697-D9572E604001}"/>
                  </a:ext>
                </a:extLst>
              </p:cNvPr>
              <p:cNvSpPr/>
              <p:nvPr/>
            </p:nvSpPr>
            <p:spPr>
              <a:xfrm>
                <a:off x="5694017" y="3964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6" name="Freeform 38265">
                <a:extLst>
                  <a:ext uri="{FF2B5EF4-FFF2-40B4-BE49-F238E27FC236}">
                    <a16:creationId xmlns:a16="http://schemas.microsoft.com/office/drawing/2014/main" id="{3D76B495-A944-BDDE-B35E-CCEABD7EFFFB}"/>
                  </a:ext>
                </a:extLst>
              </p:cNvPr>
              <p:cNvSpPr/>
              <p:nvPr/>
            </p:nvSpPr>
            <p:spPr>
              <a:xfrm>
                <a:off x="5694513" y="4130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7" name="Freeform 38266">
                <a:extLst>
                  <a:ext uri="{FF2B5EF4-FFF2-40B4-BE49-F238E27FC236}">
                    <a16:creationId xmlns:a16="http://schemas.microsoft.com/office/drawing/2014/main" id="{0533B4D0-4A64-8D3F-F79E-43D134EB8964}"/>
                  </a:ext>
                </a:extLst>
              </p:cNvPr>
              <p:cNvSpPr/>
              <p:nvPr/>
            </p:nvSpPr>
            <p:spPr>
              <a:xfrm>
                <a:off x="5695009" y="4152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8" name="Freeform 38267">
                <a:extLst>
                  <a:ext uri="{FF2B5EF4-FFF2-40B4-BE49-F238E27FC236}">
                    <a16:creationId xmlns:a16="http://schemas.microsoft.com/office/drawing/2014/main" id="{8C27EDEA-E3DD-77E2-C261-AEC43C42C1D8}"/>
                  </a:ext>
                </a:extLst>
              </p:cNvPr>
              <p:cNvSpPr/>
              <p:nvPr/>
            </p:nvSpPr>
            <p:spPr>
              <a:xfrm>
                <a:off x="5695605" y="4150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9" name="Freeform 38268">
                <a:extLst>
                  <a:ext uri="{FF2B5EF4-FFF2-40B4-BE49-F238E27FC236}">
                    <a16:creationId xmlns:a16="http://schemas.microsoft.com/office/drawing/2014/main" id="{65475D17-54F9-A26E-CE71-EB8DA1A00028}"/>
                  </a:ext>
                </a:extLst>
              </p:cNvPr>
              <p:cNvSpPr/>
              <p:nvPr/>
            </p:nvSpPr>
            <p:spPr>
              <a:xfrm>
                <a:off x="5696101" y="4161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0" name="Freeform 38269">
                <a:extLst>
                  <a:ext uri="{FF2B5EF4-FFF2-40B4-BE49-F238E27FC236}">
                    <a16:creationId xmlns:a16="http://schemas.microsoft.com/office/drawing/2014/main" id="{A4BD0663-B7B4-E87C-B23E-E2ED5650D7DE}"/>
                  </a:ext>
                </a:extLst>
              </p:cNvPr>
              <p:cNvSpPr/>
              <p:nvPr/>
            </p:nvSpPr>
            <p:spPr>
              <a:xfrm>
                <a:off x="5696597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1" name="Freeform 38270">
                <a:extLst>
                  <a:ext uri="{FF2B5EF4-FFF2-40B4-BE49-F238E27FC236}">
                    <a16:creationId xmlns:a16="http://schemas.microsoft.com/office/drawing/2014/main" id="{51CD1AB1-CE8D-A4F2-6BAB-AC7973CF0837}"/>
                  </a:ext>
                </a:extLst>
              </p:cNvPr>
              <p:cNvSpPr/>
              <p:nvPr/>
            </p:nvSpPr>
            <p:spPr>
              <a:xfrm>
                <a:off x="5697093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2" name="Freeform 38271">
                <a:extLst>
                  <a:ext uri="{FF2B5EF4-FFF2-40B4-BE49-F238E27FC236}">
                    <a16:creationId xmlns:a16="http://schemas.microsoft.com/office/drawing/2014/main" id="{727E6E41-F5DC-81E9-7868-445CFFC3D71B}"/>
                  </a:ext>
                </a:extLst>
              </p:cNvPr>
              <p:cNvSpPr/>
              <p:nvPr/>
            </p:nvSpPr>
            <p:spPr>
              <a:xfrm>
                <a:off x="5697688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3" name="Freeform 38272">
                <a:extLst>
                  <a:ext uri="{FF2B5EF4-FFF2-40B4-BE49-F238E27FC236}">
                    <a16:creationId xmlns:a16="http://schemas.microsoft.com/office/drawing/2014/main" id="{D5A9D59B-F00A-57ED-E2F3-59E84C758474}"/>
                  </a:ext>
                </a:extLst>
              </p:cNvPr>
              <p:cNvSpPr/>
              <p:nvPr/>
            </p:nvSpPr>
            <p:spPr>
              <a:xfrm>
                <a:off x="5698184" y="4194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4" name="Freeform 38273">
                <a:extLst>
                  <a:ext uri="{FF2B5EF4-FFF2-40B4-BE49-F238E27FC236}">
                    <a16:creationId xmlns:a16="http://schemas.microsoft.com/office/drawing/2014/main" id="{92742A1F-F346-CC09-A64A-E9C428796A9D}"/>
                  </a:ext>
                </a:extLst>
              </p:cNvPr>
              <p:cNvSpPr/>
              <p:nvPr/>
            </p:nvSpPr>
            <p:spPr>
              <a:xfrm>
                <a:off x="5698680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5" name="Freeform 38274">
                <a:extLst>
                  <a:ext uri="{FF2B5EF4-FFF2-40B4-BE49-F238E27FC236}">
                    <a16:creationId xmlns:a16="http://schemas.microsoft.com/office/drawing/2014/main" id="{57E982F9-1762-07B3-71A5-028D814424B0}"/>
                  </a:ext>
                </a:extLst>
              </p:cNvPr>
              <p:cNvSpPr/>
              <p:nvPr/>
            </p:nvSpPr>
            <p:spPr>
              <a:xfrm>
                <a:off x="5699276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6" name="Freeform 38275">
                <a:extLst>
                  <a:ext uri="{FF2B5EF4-FFF2-40B4-BE49-F238E27FC236}">
                    <a16:creationId xmlns:a16="http://schemas.microsoft.com/office/drawing/2014/main" id="{E864A76B-D5D1-3335-EAC5-CBF505A7CB48}"/>
                  </a:ext>
                </a:extLst>
              </p:cNvPr>
              <p:cNvSpPr/>
              <p:nvPr/>
            </p:nvSpPr>
            <p:spPr>
              <a:xfrm>
                <a:off x="5699772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7" name="Freeform 38276">
                <a:extLst>
                  <a:ext uri="{FF2B5EF4-FFF2-40B4-BE49-F238E27FC236}">
                    <a16:creationId xmlns:a16="http://schemas.microsoft.com/office/drawing/2014/main" id="{A28BFA24-061A-2B6C-0E76-D984BD8AC8B8}"/>
                  </a:ext>
                </a:extLst>
              </p:cNvPr>
              <p:cNvSpPr/>
              <p:nvPr/>
            </p:nvSpPr>
            <p:spPr>
              <a:xfrm>
                <a:off x="5700268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8" name="Freeform 38277">
                <a:extLst>
                  <a:ext uri="{FF2B5EF4-FFF2-40B4-BE49-F238E27FC236}">
                    <a16:creationId xmlns:a16="http://schemas.microsoft.com/office/drawing/2014/main" id="{741899D5-73A1-DDE6-BB2E-D30512015451}"/>
                  </a:ext>
                </a:extLst>
              </p:cNvPr>
              <p:cNvSpPr/>
              <p:nvPr/>
            </p:nvSpPr>
            <p:spPr>
              <a:xfrm>
                <a:off x="5700863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9" name="Freeform 38278">
                <a:extLst>
                  <a:ext uri="{FF2B5EF4-FFF2-40B4-BE49-F238E27FC236}">
                    <a16:creationId xmlns:a16="http://schemas.microsoft.com/office/drawing/2014/main" id="{2A94E63B-28E8-BCE6-2BCF-2340624BB602}"/>
                  </a:ext>
                </a:extLst>
              </p:cNvPr>
              <p:cNvSpPr/>
              <p:nvPr/>
            </p:nvSpPr>
            <p:spPr>
              <a:xfrm>
                <a:off x="5701359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0" name="Freeform 38279">
                <a:extLst>
                  <a:ext uri="{FF2B5EF4-FFF2-40B4-BE49-F238E27FC236}">
                    <a16:creationId xmlns:a16="http://schemas.microsoft.com/office/drawing/2014/main" id="{AE157805-AA35-09F7-DAE0-F30DC9FE8C48}"/>
                  </a:ext>
                </a:extLst>
              </p:cNvPr>
              <p:cNvSpPr/>
              <p:nvPr/>
            </p:nvSpPr>
            <p:spPr>
              <a:xfrm>
                <a:off x="5701855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1" name="Freeform 38280">
                <a:extLst>
                  <a:ext uri="{FF2B5EF4-FFF2-40B4-BE49-F238E27FC236}">
                    <a16:creationId xmlns:a16="http://schemas.microsoft.com/office/drawing/2014/main" id="{6714194A-82C0-0387-8751-803FA5A33492}"/>
                  </a:ext>
                </a:extLst>
              </p:cNvPr>
              <p:cNvSpPr/>
              <p:nvPr/>
            </p:nvSpPr>
            <p:spPr>
              <a:xfrm>
                <a:off x="5702451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2" name="Freeform 38281">
                <a:extLst>
                  <a:ext uri="{FF2B5EF4-FFF2-40B4-BE49-F238E27FC236}">
                    <a16:creationId xmlns:a16="http://schemas.microsoft.com/office/drawing/2014/main" id="{A2D69DBF-C89E-2119-EC31-5709044832B9}"/>
                  </a:ext>
                </a:extLst>
              </p:cNvPr>
              <p:cNvSpPr/>
              <p:nvPr/>
            </p:nvSpPr>
            <p:spPr>
              <a:xfrm>
                <a:off x="5702947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3" name="Freeform 38282">
                <a:extLst>
                  <a:ext uri="{FF2B5EF4-FFF2-40B4-BE49-F238E27FC236}">
                    <a16:creationId xmlns:a16="http://schemas.microsoft.com/office/drawing/2014/main" id="{DBB0DD4E-5917-B57C-144F-AB7C29422627}"/>
                  </a:ext>
                </a:extLst>
              </p:cNvPr>
              <p:cNvSpPr/>
              <p:nvPr/>
            </p:nvSpPr>
            <p:spPr>
              <a:xfrm>
                <a:off x="5703443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4" name="Freeform 38283">
                <a:extLst>
                  <a:ext uri="{FF2B5EF4-FFF2-40B4-BE49-F238E27FC236}">
                    <a16:creationId xmlns:a16="http://schemas.microsoft.com/office/drawing/2014/main" id="{E147A0FF-9CB1-2A8B-C5A6-18E5C9166475}"/>
                  </a:ext>
                </a:extLst>
              </p:cNvPr>
              <p:cNvSpPr/>
              <p:nvPr/>
            </p:nvSpPr>
            <p:spPr>
              <a:xfrm>
                <a:off x="570403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5" name="Freeform 38284">
                <a:extLst>
                  <a:ext uri="{FF2B5EF4-FFF2-40B4-BE49-F238E27FC236}">
                    <a16:creationId xmlns:a16="http://schemas.microsoft.com/office/drawing/2014/main" id="{DF8F6175-8B7D-53F3-32FF-E86F7D07E2FD}"/>
                  </a:ext>
                </a:extLst>
              </p:cNvPr>
              <p:cNvSpPr/>
              <p:nvPr/>
            </p:nvSpPr>
            <p:spPr>
              <a:xfrm>
                <a:off x="5704534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6" name="Freeform 38285">
                <a:extLst>
                  <a:ext uri="{FF2B5EF4-FFF2-40B4-BE49-F238E27FC236}">
                    <a16:creationId xmlns:a16="http://schemas.microsoft.com/office/drawing/2014/main" id="{D9A73132-668D-FA87-5DBD-A571598A06D7}"/>
                  </a:ext>
                </a:extLst>
              </p:cNvPr>
              <p:cNvSpPr/>
              <p:nvPr/>
            </p:nvSpPr>
            <p:spPr>
              <a:xfrm>
                <a:off x="5705030" y="4120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7" name="Freeform 38286">
                <a:extLst>
                  <a:ext uri="{FF2B5EF4-FFF2-40B4-BE49-F238E27FC236}">
                    <a16:creationId xmlns:a16="http://schemas.microsoft.com/office/drawing/2014/main" id="{5192050C-6454-1E06-324F-2F61F61C11B5}"/>
                  </a:ext>
                </a:extLst>
              </p:cNvPr>
              <p:cNvSpPr/>
              <p:nvPr/>
            </p:nvSpPr>
            <p:spPr>
              <a:xfrm>
                <a:off x="5705626" y="3790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8" name="Freeform 38287">
                <a:extLst>
                  <a:ext uri="{FF2B5EF4-FFF2-40B4-BE49-F238E27FC236}">
                    <a16:creationId xmlns:a16="http://schemas.microsoft.com/office/drawing/2014/main" id="{069242A5-78F0-F7DD-4564-58808BC97F13}"/>
                  </a:ext>
                </a:extLst>
              </p:cNvPr>
              <p:cNvSpPr/>
              <p:nvPr/>
            </p:nvSpPr>
            <p:spPr>
              <a:xfrm>
                <a:off x="5706122" y="3825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9" name="Freeform 38288">
                <a:extLst>
                  <a:ext uri="{FF2B5EF4-FFF2-40B4-BE49-F238E27FC236}">
                    <a16:creationId xmlns:a16="http://schemas.microsoft.com/office/drawing/2014/main" id="{4E41CA5D-8BCE-7D64-6D88-BEB54BF792C5}"/>
                  </a:ext>
                </a:extLst>
              </p:cNvPr>
              <p:cNvSpPr/>
              <p:nvPr/>
            </p:nvSpPr>
            <p:spPr>
              <a:xfrm>
                <a:off x="5706618" y="384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0" name="Freeform 38289">
                <a:extLst>
                  <a:ext uri="{FF2B5EF4-FFF2-40B4-BE49-F238E27FC236}">
                    <a16:creationId xmlns:a16="http://schemas.microsoft.com/office/drawing/2014/main" id="{7A5AA163-EE7E-A016-A7BC-2860D5F4113C}"/>
                  </a:ext>
                </a:extLst>
              </p:cNvPr>
              <p:cNvSpPr/>
              <p:nvPr/>
            </p:nvSpPr>
            <p:spPr>
              <a:xfrm>
                <a:off x="5707213" y="3927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1" name="Freeform 38290">
                <a:extLst>
                  <a:ext uri="{FF2B5EF4-FFF2-40B4-BE49-F238E27FC236}">
                    <a16:creationId xmlns:a16="http://schemas.microsoft.com/office/drawing/2014/main" id="{7AB0C37B-8E94-5512-69C7-EDFA7854204F}"/>
                  </a:ext>
                </a:extLst>
              </p:cNvPr>
              <p:cNvSpPr/>
              <p:nvPr/>
            </p:nvSpPr>
            <p:spPr>
              <a:xfrm>
                <a:off x="5707709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2" name="Freeform 38291">
                <a:extLst>
                  <a:ext uri="{FF2B5EF4-FFF2-40B4-BE49-F238E27FC236}">
                    <a16:creationId xmlns:a16="http://schemas.microsoft.com/office/drawing/2014/main" id="{5237D58F-0E92-E159-5AF8-F52801D48039}"/>
                  </a:ext>
                </a:extLst>
              </p:cNvPr>
              <p:cNvSpPr/>
              <p:nvPr/>
            </p:nvSpPr>
            <p:spPr>
              <a:xfrm>
                <a:off x="5708205" y="4092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3" name="Freeform 38292">
                <a:extLst>
                  <a:ext uri="{FF2B5EF4-FFF2-40B4-BE49-F238E27FC236}">
                    <a16:creationId xmlns:a16="http://schemas.microsoft.com/office/drawing/2014/main" id="{F446E967-5BC0-CB21-E147-FCC489EC1C68}"/>
                  </a:ext>
                </a:extLst>
              </p:cNvPr>
              <p:cNvSpPr/>
              <p:nvPr/>
            </p:nvSpPr>
            <p:spPr>
              <a:xfrm>
                <a:off x="5708702" y="4144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4" name="Freeform 38293">
                <a:extLst>
                  <a:ext uri="{FF2B5EF4-FFF2-40B4-BE49-F238E27FC236}">
                    <a16:creationId xmlns:a16="http://schemas.microsoft.com/office/drawing/2014/main" id="{1C85446F-D9B1-D5B4-44AC-C997E163BB98}"/>
                  </a:ext>
                </a:extLst>
              </p:cNvPr>
              <p:cNvSpPr/>
              <p:nvPr/>
            </p:nvSpPr>
            <p:spPr>
              <a:xfrm>
                <a:off x="5709297" y="4142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5" name="Freeform 38294">
                <a:extLst>
                  <a:ext uri="{FF2B5EF4-FFF2-40B4-BE49-F238E27FC236}">
                    <a16:creationId xmlns:a16="http://schemas.microsoft.com/office/drawing/2014/main" id="{1261E790-F5E2-EFBE-3C43-AAAB23756B9E}"/>
                  </a:ext>
                </a:extLst>
              </p:cNvPr>
              <p:cNvSpPr/>
              <p:nvPr/>
            </p:nvSpPr>
            <p:spPr>
              <a:xfrm>
                <a:off x="5709793" y="4134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6" name="Freeform 38295">
                <a:extLst>
                  <a:ext uri="{FF2B5EF4-FFF2-40B4-BE49-F238E27FC236}">
                    <a16:creationId xmlns:a16="http://schemas.microsoft.com/office/drawing/2014/main" id="{1D3E296E-24D0-BA3A-5764-BDCE0BB43577}"/>
                  </a:ext>
                </a:extLst>
              </p:cNvPr>
              <p:cNvSpPr/>
              <p:nvPr/>
            </p:nvSpPr>
            <p:spPr>
              <a:xfrm>
                <a:off x="5710289" y="41341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7" name="Freeform 38296">
                <a:extLst>
                  <a:ext uri="{FF2B5EF4-FFF2-40B4-BE49-F238E27FC236}">
                    <a16:creationId xmlns:a16="http://schemas.microsoft.com/office/drawing/2014/main" id="{C9C3D55C-59EA-7F63-3281-61E9B447FAD5}"/>
                  </a:ext>
                </a:extLst>
              </p:cNvPr>
              <p:cNvSpPr/>
              <p:nvPr/>
            </p:nvSpPr>
            <p:spPr>
              <a:xfrm>
                <a:off x="5710884" y="4117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8" name="Freeform 38297">
                <a:extLst>
                  <a:ext uri="{FF2B5EF4-FFF2-40B4-BE49-F238E27FC236}">
                    <a16:creationId xmlns:a16="http://schemas.microsoft.com/office/drawing/2014/main" id="{6F8FDA18-315B-D4D6-C342-40F793B39E3B}"/>
                  </a:ext>
                </a:extLst>
              </p:cNvPr>
              <p:cNvSpPr/>
              <p:nvPr/>
            </p:nvSpPr>
            <p:spPr>
              <a:xfrm>
                <a:off x="5711380" y="4196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9" name="Freeform 38298">
                <a:extLst>
                  <a:ext uri="{FF2B5EF4-FFF2-40B4-BE49-F238E27FC236}">
                    <a16:creationId xmlns:a16="http://schemas.microsoft.com/office/drawing/2014/main" id="{D99ADE9D-2573-9BFC-EF29-AA2C29D1DDE0}"/>
                  </a:ext>
                </a:extLst>
              </p:cNvPr>
              <p:cNvSpPr/>
              <p:nvPr/>
            </p:nvSpPr>
            <p:spPr>
              <a:xfrm>
                <a:off x="5711877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0" name="Freeform 38299">
                <a:extLst>
                  <a:ext uri="{FF2B5EF4-FFF2-40B4-BE49-F238E27FC236}">
                    <a16:creationId xmlns:a16="http://schemas.microsoft.com/office/drawing/2014/main" id="{3D95C36D-7910-CD7C-993D-A2C5A729E14D}"/>
                  </a:ext>
                </a:extLst>
              </p:cNvPr>
              <p:cNvSpPr/>
              <p:nvPr/>
            </p:nvSpPr>
            <p:spPr>
              <a:xfrm>
                <a:off x="5712472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1" name="Freeform 38300">
                <a:extLst>
                  <a:ext uri="{FF2B5EF4-FFF2-40B4-BE49-F238E27FC236}">
                    <a16:creationId xmlns:a16="http://schemas.microsoft.com/office/drawing/2014/main" id="{58CB442F-EC8F-808C-D4CD-D6058ED59083}"/>
                  </a:ext>
                </a:extLst>
              </p:cNvPr>
              <p:cNvSpPr/>
              <p:nvPr/>
            </p:nvSpPr>
            <p:spPr>
              <a:xfrm>
                <a:off x="5712968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2" name="Freeform 38301">
                <a:extLst>
                  <a:ext uri="{FF2B5EF4-FFF2-40B4-BE49-F238E27FC236}">
                    <a16:creationId xmlns:a16="http://schemas.microsoft.com/office/drawing/2014/main" id="{2815BDE4-A010-66DD-E396-B9208C984D46}"/>
                  </a:ext>
                </a:extLst>
              </p:cNvPr>
              <p:cNvSpPr/>
              <p:nvPr/>
            </p:nvSpPr>
            <p:spPr>
              <a:xfrm>
                <a:off x="5713464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3" name="Freeform 38302">
                <a:extLst>
                  <a:ext uri="{FF2B5EF4-FFF2-40B4-BE49-F238E27FC236}">
                    <a16:creationId xmlns:a16="http://schemas.microsoft.com/office/drawing/2014/main" id="{2D1D84C1-F786-BD93-B148-AFA395EEB52A}"/>
                  </a:ext>
                </a:extLst>
              </p:cNvPr>
              <p:cNvSpPr/>
              <p:nvPr/>
            </p:nvSpPr>
            <p:spPr>
              <a:xfrm>
                <a:off x="5714059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4" name="Freeform 38303">
                <a:extLst>
                  <a:ext uri="{FF2B5EF4-FFF2-40B4-BE49-F238E27FC236}">
                    <a16:creationId xmlns:a16="http://schemas.microsoft.com/office/drawing/2014/main" id="{EE95E0EC-A717-6090-9C89-9563D696EFEA}"/>
                  </a:ext>
                </a:extLst>
              </p:cNvPr>
              <p:cNvSpPr/>
              <p:nvPr/>
            </p:nvSpPr>
            <p:spPr>
              <a:xfrm>
                <a:off x="5714555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5" name="Freeform 38304">
                <a:extLst>
                  <a:ext uri="{FF2B5EF4-FFF2-40B4-BE49-F238E27FC236}">
                    <a16:creationId xmlns:a16="http://schemas.microsoft.com/office/drawing/2014/main" id="{A3B6CF17-7E2D-8FBD-875F-8E4AECBD6213}"/>
                  </a:ext>
                </a:extLst>
              </p:cNvPr>
              <p:cNvSpPr/>
              <p:nvPr/>
            </p:nvSpPr>
            <p:spPr>
              <a:xfrm>
                <a:off x="5715052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6" name="Freeform 38305">
                <a:extLst>
                  <a:ext uri="{FF2B5EF4-FFF2-40B4-BE49-F238E27FC236}">
                    <a16:creationId xmlns:a16="http://schemas.microsoft.com/office/drawing/2014/main" id="{693034E3-A41D-1EB0-3F3D-D409A28F690E}"/>
                  </a:ext>
                </a:extLst>
              </p:cNvPr>
              <p:cNvSpPr/>
              <p:nvPr/>
            </p:nvSpPr>
            <p:spPr>
              <a:xfrm>
                <a:off x="5715647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7" name="Freeform 38306">
                <a:extLst>
                  <a:ext uri="{FF2B5EF4-FFF2-40B4-BE49-F238E27FC236}">
                    <a16:creationId xmlns:a16="http://schemas.microsoft.com/office/drawing/2014/main" id="{125846ED-94AE-B7D5-BAA7-329B55460D29}"/>
                  </a:ext>
                </a:extLst>
              </p:cNvPr>
              <p:cNvSpPr/>
              <p:nvPr/>
            </p:nvSpPr>
            <p:spPr>
              <a:xfrm>
                <a:off x="5716143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8" name="Freeform 38307">
                <a:extLst>
                  <a:ext uri="{FF2B5EF4-FFF2-40B4-BE49-F238E27FC236}">
                    <a16:creationId xmlns:a16="http://schemas.microsoft.com/office/drawing/2014/main" id="{8A43A8A2-7A5B-4681-0DBC-5EF8FA53BFB8}"/>
                  </a:ext>
                </a:extLst>
              </p:cNvPr>
              <p:cNvSpPr/>
              <p:nvPr/>
            </p:nvSpPr>
            <p:spPr>
              <a:xfrm>
                <a:off x="5716639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9" name="Freeform 38308">
                <a:extLst>
                  <a:ext uri="{FF2B5EF4-FFF2-40B4-BE49-F238E27FC236}">
                    <a16:creationId xmlns:a16="http://schemas.microsoft.com/office/drawing/2014/main" id="{1A57F814-66F6-8E3B-0538-B4D05B55B7BE}"/>
                  </a:ext>
                </a:extLst>
              </p:cNvPr>
              <p:cNvSpPr/>
              <p:nvPr/>
            </p:nvSpPr>
            <p:spPr>
              <a:xfrm>
                <a:off x="5717234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0" name="Freeform 38309">
                <a:extLst>
                  <a:ext uri="{FF2B5EF4-FFF2-40B4-BE49-F238E27FC236}">
                    <a16:creationId xmlns:a16="http://schemas.microsoft.com/office/drawing/2014/main" id="{98ECCC0E-804C-0FEA-B51F-F686511BE7BF}"/>
                  </a:ext>
                </a:extLst>
              </p:cNvPr>
              <p:cNvSpPr/>
              <p:nvPr/>
            </p:nvSpPr>
            <p:spPr>
              <a:xfrm>
                <a:off x="5717730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1" name="Freeform 38310">
                <a:extLst>
                  <a:ext uri="{FF2B5EF4-FFF2-40B4-BE49-F238E27FC236}">
                    <a16:creationId xmlns:a16="http://schemas.microsoft.com/office/drawing/2014/main" id="{FB06F175-9678-D860-9F2D-3F64F0076BEC}"/>
                  </a:ext>
                </a:extLst>
              </p:cNvPr>
              <p:cNvSpPr/>
              <p:nvPr/>
            </p:nvSpPr>
            <p:spPr>
              <a:xfrm>
                <a:off x="5718227" y="3834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2" name="Freeform 38311">
                <a:extLst>
                  <a:ext uri="{FF2B5EF4-FFF2-40B4-BE49-F238E27FC236}">
                    <a16:creationId xmlns:a16="http://schemas.microsoft.com/office/drawing/2014/main" id="{06944171-D594-C0CE-0061-7D7175C63ED4}"/>
                  </a:ext>
                </a:extLst>
              </p:cNvPr>
              <p:cNvSpPr/>
              <p:nvPr/>
            </p:nvSpPr>
            <p:spPr>
              <a:xfrm>
                <a:off x="5718822" y="38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3" name="Freeform 38312">
                <a:extLst>
                  <a:ext uri="{FF2B5EF4-FFF2-40B4-BE49-F238E27FC236}">
                    <a16:creationId xmlns:a16="http://schemas.microsoft.com/office/drawing/2014/main" id="{BD0AEE20-A9C9-C71D-6B2D-CDD8903D6AC3}"/>
                  </a:ext>
                </a:extLst>
              </p:cNvPr>
              <p:cNvSpPr/>
              <p:nvPr/>
            </p:nvSpPr>
            <p:spPr>
              <a:xfrm>
                <a:off x="5719318" y="3882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4" name="Freeform 38313">
                <a:extLst>
                  <a:ext uri="{FF2B5EF4-FFF2-40B4-BE49-F238E27FC236}">
                    <a16:creationId xmlns:a16="http://schemas.microsoft.com/office/drawing/2014/main" id="{F606CD88-51C7-328E-E67A-29B7AC21EC52}"/>
                  </a:ext>
                </a:extLst>
              </p:cNvPr>
              <p:cNvSpPr/>
              <p:nvPr/>
            </p:nvSpPr>
            <p:spPr>
              <a:xfrm>
                <a:off x="5719814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5" name="Freeform 38314">
                <a:extLst>
                  <a:ext uri="{FF2B5EF4-FFF2-40B4-BE49-F238E27FC236}">
                    <a16:creationId xmlns:a16="http://schemas.microsoft.com/office/drawing/2014/main" id="{E765C97A-F9A0-3F6C-AA67-EF61DE3E9BD8}"/>
                  </a:ext>
                </a:extLst>
              </p:cNvPr>
              <p:cNvSpPr/>
              <p:nvPr/>
            </p:nvSpPr>
            <p:spPr>
              <a:xfrm>
                <a:off x="5720310" y="4027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6" name="Freeform 38315">
                <a:extLst>
                  <a:ext uri="{FF2B5EF4-FFF2-40B4-BE49-F238E27FC236}">
                    <a16:creationId xmlns:a16="http://schemas.microsoft.com/office/drawing/2014/main" id="{EF6FF0AA-201D-BE8C-F43B-6CF2656DA28C}"/>
                  </a:ext>
                </a:extLst>
              </p:cNvPr>
              <p:cNvSpPr/>
              <p:nvPr/>
            </p:nvSpPr>
            <p:spPr>
              <a:xfrm>
                <a:off x="5720905" y="4080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7" name="Freeform 38316">
                <a:extLst>
                  <a:ext uri="{FF2B5EF4-FFF2-40B4-BE49-F238E27FC236}">
                    <a16:creationId xmlns:a16="http://schemas.microsoft.com/office/drawing/2014/main" id="{CB590768-8777-CF70-9133-F60BEFC36888}"/>
                  </a:ext>
                </a:extLst>
              </p:cNvPr>
              <p:cNvSpPr/>
              <p:nvPr/>
            </p:nvSpPr>
            <p:spPr>
              <a:xfrm>
                <a:off x="5721402" y="4132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8" name="Freeform 38317">
                <a:extLst>
                  <a:ext uri="{FF2B5EF4-FFF2-40B4-BE49-F238E27FC236}">
                    <a16:creationId xmlns:a16="http://schemas.microsoft.com/office/drawing/2014/main" id="{54F69EFB-BC61-D125-F2CC-E6576E25FC13}"/>
                  </a:ext>
                </a:extLst>
              </p:cNvPr>
              <p:cNvSpPr/>
              <p:nvPr/>
            </p:nvSpPr>
            <p:spPr>
              <a:xfrm>
                <a:off x="5721898" y="4129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9" name="Freeform 38318">
                <a:extLst>
                  <a:ext uri="{FF2B5EF4-FFF2-40B4-BE49-F238E27FC236}">
                    <a16:creationId xmlns:a16="http://schemas.microsoft.com/office/drawing/2014/main" id="{76E42062-B48B-693D-4EDB-0B60FD5E8268}"/>
                  </a:ext>
                </a:extLst>
              </p:cNvPr>
              <p:cNvSpPr/>
              <p:nvPr/>
            </p:nvSpPr>
            <p:spPr>
              <a:xfrm>
                <a:off x="5722493" y="4119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0" name="Freeform 38319">
                <a:extLst>
                  <a:ext uri="{FF2B5EF4-FFF2-40B4-BE49-F238E27FC236}">
                    <a16:creationId xmlns:a16="http://schemas.microsoft.com/office/drawing/2014/main" id="{EAA16F3E-41AF-1DC4-4654-D9AF184A0231}"/>
                  </a:ext>
                </a:extLst>
              </p:cNvPr>
              <p:cNvSpPr/>
              <p:nvPr/>
            </p:nvSpPr>
            <p:spPr>
              <a:xfrm>
                <a:off x="5722989" y="4109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1" name="Freeform 38320">
                <a:extLst>
                  <a:ext uri="{FF2B5EF4-FFF2-40B4-BE49-F238E27FC236}">
                    <a16:creationId xmlns:a16="http://schemas.microsoft.com/office/drawing/2014/main" id="{355FD559-91B6-0A95-C016-515CF590A929}"/>
                  </a:ext>
                </a:extLst>
              </p:cNvPr>
              <p:cNvSpPr/>
              <p:nvPr/>
            </p:nvSpPr>
            <p:spPr>
              <a:xfrm>
                <a:off x="5723485" y="4116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2" name="Freeform 38321">
                <a:extLst>
                  <a:ext uri="{FF2B5EF4-FFF2-40B4-BE49-F238E27FC236}">
                    <a16:creationId xmlns:a16="http://schemas.microsoft.com/office/drawing/2014/main" id="{D4A8D439-5165-02C7-78D3-D7220DCFF524}"/>
                  </a:ext>
                </a:extLst>
              </p:cNvPr>
              <p:cNvSpPr/>
              <p:nvPr/>
            </p:nvSpPr>
            <p:spPr>
              <a:xfrm>
                <a:off x="5724080" y="4199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3" name="Freeform 38322">
                <a:extLst>
                  <a:ext uri="{FF2B5EF4-FFF2-40B4-BE49-F238E27FC236}">
                    <a16:creationId xmlns:a16="http://schemas.microsoft.com/office/drawing/2014/main" id="{E5FF834A-9741-D2C4-B6DB-061696EFDA02}"/>
                  </a:ext>
                </a:extLst>
              </p:cNvPr>
              <p:cNvSpPr/>
              <p:nvPr/>
            </p:nvSpPr>
            <p:spPr>
              <a:xfrm>
                <a:off x="5724577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4" name="Freeform 38323">
                <a:extLst>
                  <a:ext uri="{FF2B5EF4-FFF2-40B4-BE49-F238E27FC236}">
                    <a16:creationId xmlns:a16="http://schemas.microsoft.com/office/drawing/2014/main" id="{4D07E89E-A6DB-C040-45AE-2581F4011FEC}"/>
                  </a:ext>
                </a:extLst>
              </p:cNvPr>
              <p:cNvSpPr/>
              <p:nvPr/>
            </p:nvSpPr>
            <p:spPr>
              <a:xfrm>
                <a:off x="5725073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5" name="Freeform 38324">
                <a:extLst>
                  <a:ext uri="{FF2B5EF4-FFF2-40B4-BE49-F238E27FC236}">
                    <a16:creationId xmlns:a16="http://schemas.microsoft.com/office/drawing/2014/main" id="{05ABCCA8-9A6B-3712-47B7-79A29DC53027}"/>
                  </a:ext>
                </a:extLst>
              </p:cNvPr>
              <p:cNvSpPr/>
              <p:nvPr/>
            </p:nvSpPr>
            <p:spPr>
              <a:xfrm>
                <a:off x="5725668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6" name="Freeform 38325">
                <a:extLst>
                  <a:ext uri="{FF2B5EF4-FFF2-40B4-BE49-F238E27FC236}">
                    <a16:creationId xmlns:a16="http://schemas.microsoft.com/office/drawing/2014/main" id="{A97A460F-5954-8F4C-541B-8172A9D596D9}"/>
                  </a:ext>
                </a:extLst>
              </p:cNvPr>
              <p:cNvSpPr/>
              <p:nvPr/>
            </p:nvSpPr>
            <p:spPr>
              <a:xfrm>
                <a:off x="5726164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7" name="Freeform 38326">
                <a:extLst>
                  <a:ext uri="{FF2B5EF4-FFF2-40B4-BE49-F238E27FC236}">
                    <a16:creationId xmlns:a16="http://schemas.microsoft.com/office/drawing/2014/main" id="{7AD3FB38-28B7-424D-FC6B-E918ACDAA434}"/>
                  </a:ext>
                </a:extLst>
              </p:cNvPr>
              <p:cNvSpPr/>
              <p:nvPr/>
            </p:nvSpPr>
            <p:spPr>
              <a:xfrm>
                <a:off x="5726660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8" name="Freeform 38327">
                <a:extLst>
                  <a:ext uri="{FF2B5EF4-FFF2-40B4-BE49-F238E27FC236}">
                    <a16:creationId xmlns:a16="http://schemas.microsoft.com/office/drawing/2014/main" id="{466F0907-64B2-BF81-1B24-3EE45EB11133}"/>
                  </a:ext>
                </a:extLst>
              </p:cNvPr>
              <p:cNvSpPr/>
              <p:nvPr/>
            </p:nvSpPr>
            <p:spPr>
              <a:xfrm>
                <a:off x="5727255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9" name="Freeform 38328">
                <a:extLst>
                  <a:ext uri="{FF2B5EF4-FFF2-40B4-BE49-F238E27FC236}">
                    <a16:creationId xmlns:a16="http://schemas.microsoft.com/office/drawing/2014/main" id="{C4413322-CFFD-96D6-D7F8-B6F3034582D0}"/>
                  </a:ext>
                </a:extLst>
              </p:cNvPr>
              <p:cNvSpPr/>
              <p:nvPr/>
            </p:nvSpPr>
            <p:spPr>
              <a:xfrm>
                <a:off x="5727752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0" name="Freeform 38329">
                <a:extLst>
                  <a:ext uri="{FF2B5EF4-FFF2-40B4-BE49-F238E27FC236}">
                    <a16:creationId xmlns:a16="http://schemas.microsoft.com/office/drawing/2014/main" id="{A743E4E2-386B-A735-07E9-0D35DED4E434}"/>
                  </a:ext>
                </a:extLst>
              </p:cNvPr>
              <p:cNvSpPr/>
              <p:nvPr/>
            </p:nvSpPr>
            <p:spPr>
              <a:xfrm>
                <a:off x="5728248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1" name="Freeform 38330">
                <a:extLst>
                  <a:ext uri="{FF2B5EF4-FFF2-40B4-BE49-F238E27FC236}">
                    <a16:creationId xmlns:a16="http://schemas.microsoft.com/office/drawing/2014/main" id="{1BC93A33-14CC-660A-0802-0CFE4CE9C050}"/>
                  </a:ext>
                </a:extLst>
              </p:cNvPr>
              <p:cNvSpPr/>
              <p:nvPr/>
            </p:nvSpPr>
            <p:spPr>
              <a:xfrm>
                <a:off x="572884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2" name="Freeform 38331">
                <a:extLst>
                  <a:ext uri="{FF2B5EF4-FFF2-40B4-BE49-F238E27FC236}">
                    <a16:creationId xmlns:a16="http://schemas.microsoft.com/office/drawing/2014/main" id="{7F779E14-ED77-2608-D061-30ADA63EDA4B}"/>
                  </a:ext>
                </a:extLst>
              </p:cNvPr>
              <p:cNvSpPr/>
              <p:nvPr/>
            </p:nvSpPr>
            <p:spPr>
              <a:xfrm>
                <a:off x="572933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3" name="Freeform 38332">
                <a:extLst>
                  <a:ext uri="{FF2B5EF4-FFF2-40B4-BE49-F238E27FC236}">
                    <a16:creationId xmlns:a16="http://schemas.microsoft.com/office/drawing/2014/main" id="{71136E96-D5C1-6BDB-97E7-57973FA86A00}"/>
                  </a:ext>
                </a:extLst>
              </p:cNvPr>
              <p:cNvSpPr/>
              <p:nvPr/>
            </p:nvSpPr>
            <p:spPr>
              <a:xfrm>
                <a:off x="5729835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4" name="Freeform 38333">
                <a:extLst>
                  <a:ext uri="{FF2B5EF4-FFF2-40B4-BE49-F238E27FC236}">
                    <a16:creationId xmlns:a16="http://schemas.microsoft.com/office/drawing/2014/main" id="{EA97D57F-ACE9-5A2F-DA80-3EABA7C17CFC}"/>
                  </a:ext>
                </a:extLst>
              </p:cNvPr>
              <p:cNvSpPr/>
              <p:nvPr/>
            </p:nvSpPr>
            <p:spPr>
              <a:xfrm>
                <a:off x="5730430" y="40520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5" name="Freeform 38334">
                <a:extLst>
                  <a:ext uri="{FF2B5EF4-FFF2-40B4-BE49-F238E27FC236}">
                    <a16:creationId xmlns:a16="http://schemas.microsoft.com/office/drawing/2014/main" id="{FCC0DCC9-E005-4774-4C81-7FEF04DFC803}"/>
                  </a:ext>
                </a:extLst>
              </p:cNvPr>
              <p:cNvSpPr/>
              <p:nvPr/>
            </p:nvSpPr>
            <p:spPr>
              <a:xfrm>
                <a:off x="5730927" y="3657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6" name="Freeform 38335">
                <a:extLst>
                  <a:ext uri="{FF2B5EF4-FFF2-40B4-BE49-F238E27FC236}">
                    <a16:creationId xmlns:a16="http://schemas.microsoft.com/office/drawing/2014/main" id="{579059AD-6437-312E-EDB7-81C6B37D7E2B}"/>
                  </a:ext>
                </a:extLst>
              </p:cNvPr>
              <p:cNvSpPr/>
              <p:nvPr/>
            </p:nvSpPr>
            <p:spPr>
              <a:xfrm>
                <a:off x="5731423" y="3746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7" name="Freeform 38336">
                <a:extLst>
                  <a:ext uri="{FF2B5EF4-FFF2-40B4-BE49-F238E27FC236}">
                    <a16:creationId xmlns:a16="http://schemas.microsoft.com/office/drawing/2014/main" id="{0A5765A0-C7AE-EDA9-9378-4F76FC9DE482}"/>
                  </a:ext>
                </a:extLst>
              </p:cNvPr>
              <p:cNvSpPr/>
              <p:nvPr/>
            </p:nvSpPr>
            <p:spPr>
              <a:xfrm>
                <a:off x="5732018" y="3772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8" name="Freeform 38337">
                <a:extLst>
                  <a:ext uri="{FF2B5EF4-FFF2-40B4-BE49-F238E27FC236}">
                    <a16:creationId xmlns:a16="http://schemas.microsoft.com/office/drawing/2014/main" id="{D986494B-7A26-BCD1-915B-220F836995F2}"/>
                  </a:ext>
                </a:extLst>
              </p:cNvPr>
              <p:cNvSpPr/>
              <p:nvPr/>
            </p:nvSpPr>
            <p:spPr>
              <a:xfrm>
                <a:off x="5732514" y="3823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9" name="Freeform 38338">
                <a:extLst>
                  <a:ext uri="{FF2B5EF4-FFF2-40B4-BE49-F238E27FC236}">
                    <a16:creationId xmlns:a16="http://schemas.microsoft.com/office/drawing/2014/main" id="{B3F05AD7-1D55-E020-1BF2-0C16F3588C74}"/>
                  </a:ext>
                </a:extLst>
              </p:cNvPr>
              <p:cNvSpPr/>
              <p:nvPr/>
            </p:nvSpPr>
            <p:spPr>
              <a:xfrm>
                <a:off x="5733010" y="3913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0" name="Freeform 38339">
                <a:extLst>
                  <a:ext uri="{FF2B5EF4-FFF2-40B4-BE49-F238E27FC236}">
                    <a16:creationId xmlns:a16="http://schemas.microsoft.com/office/drawing/2014/main" id="{9769170F-5838-7E41-343F-C0E1893F4EE4}"/>
                  </a:ext>
                </a:extLst>
              </p:cNvPr>
              <p:cNvSpPr/>
              <p:nvPr/>
            </p:nvSpPr>
            <p:spPr>
              <a:xfrm>
                <a:off x="5733506" y="4019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1" name="Freeform 38340">
                <a:extLst>
                  <a:ext uri="{FF2B5EF4-FFF2-40B4-BE49-F238E27FC236}">
                    <a16:creationId xmlns:a16="http://schemas.microsoft.com/office/drawing/2014/main" id="{CF684411-6EB7-4996-6E16-BA9AB95FAC74}"/>
                  </a:ext>
                </a:extLst>
              </p:cNvPr>
              <p:cNvSpPr/>
              <p:nvPr/>
            </p:nvSpPr>
            <p:spPr>
              <a:xfrm>
                <a:off x="5734102" y="4119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2" name="Freeform 38341">
                <a:extLst>
                  <a:ext uri="{FF2B5EF4-FFF2-40B4-BE49-F238E27FC236}">
                    <a16:creationId xmlns:a16="http://schemas.microsoft.com/office/drawing/2014/main" id="{03F23282-D994-8324-64C6-ACB025A515DF}"/>
                  </a:ext>
                </a:extLst>
              </p:cNvPr>
              <p:cNvSpPr/>
              <p:nvPr/>
            </p:nvSpPr>
            <p:spPr>
              <a:xfrm>
                <a:off x="5734598" y="4070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3" name="Freeform 38342">
                <a:extLst>
                  <a:ext uri="{FF2B5EF4-FFF2-40B4-BE49-F238E27FC236}">
                    <a16:creationId xmlns:a16="http://schemas.microsoft.com/office/drawing/2014/main" id="{C1EAE892-9FA2-4F61-9737-9F25BD375432}"/>
                  </a:ext>
                </a:extLst>
              </p:cNvPr>
              <p:cNvSpPr/>
              <p:nvPr/>
            </p:nvSpPr>
            <p:spPr>
              <a:xfrm>
                <a:off x="5735094" y="4066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4" name="Freeform 38343">
                <a:extLst>
                  <a:ext uri="{FF2B5EF4-FFF2-40B4-BE49-F238E27FC236}">
                    <a16:creationId xmlns:a16="http://schemas.microsoft.com/office/drawing/2014/main" id="{B8965BF3-ED5C-653E-A038-DB53996B6D11}"/>
                  </a:ext>
                </a:extLst>
              </p:cNvPr>
              <p:cNvSpPr/>
              <p:nvPr/>
            </p:nvSpPr>
            <p:spPr>
              <a:xfrm>
                <a:off x="5735689" y="4080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5" name="Freeform 38344">
                <a:extLst>
                  <a:ext uri="{FF2B5EF4-FFF2-40B4-BE49-F238E27FC236}">
                    <a16:creationId xmlns:a16="http://schemas.microsoft.com/office/drawing/2014/main" id="{14C3A227-A5FD-0CC8-5F6A-480E776648C1}"/>
                  </a:ext>
                </a:extLst>
              </p:cNvPr>
              <p:cNvSpPr/>
              <p:nvPr/>
            </p:nvSpPr>
            <p:spPr>
              <a:xfrm>
                <a:off x="5736185" y="4009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6" name="Freeform 38345">
                <a:extLst>
                  <a:ext uri="{FF2B5EF4-FFF2-40B4-BE49-F238E27FC236}">
                    <a16:creationId xmlns:a16="http://schemas.microsoft.com/office/drawing/2014/main" id="{0D230614-12EF-11A0-333D-5E3E679ECCDF}"/>
                  </a:ext>
                </a:extLst>
              </p:cNvPr>
              <p:cNvSpPr/>
              <p:nvPr/>
            </p:nvSpPr>
            <p:spPr>
              <a:xfrm>
                <a:off x="5736681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7" name="Freeform 38346">
                <a:extLst>
                  <a:ext uri="{FF2B5EF4-FFF2-40B4-BE49-F238E27FC236}">
                    <a16:creationId xmlns:a16="http://schemas.microsoft.com/office/drawing/2014/main" id="{FEB880F7-2221-12A7-792E-99932E7317E1}"/>
                  </a:ext>
                </a:extLst>
              </p:cNvPr>
              <p:cNvSpPr/>
              <p:nvPr/>
            </p:nvSpPr>
            <p:spPr>
              <a:xfrm>
                <a:off x="5737277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8" name="Freeform 38347">
                <a:extLst>
                  <a:ext uri="{FF2B5EF4-FFF2-40B4-BE49-F238E27FC236}">
                    <a16:creationId xmlns:a16="http://schemas.microsoft.com/office/drawing/2014/main" id="{736F4968-603C-68FC-FE12-3AE96B297A4F}"/>
                  </a:ext>
                </a:extLst>
              </p:cNvPr>
              <p:cNvSpPr/>
              <p:nvPr/>
            </p:nvSpPr>
            <p:spPr>
              <a:xfrm>
                <a:off x="5737773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9" name="Freeform 38348">
                <a:extLst>
                  <a:ext uri="{FF2B5EF4-FFF2-40B4-BE49-F238E27FC236}">
                    <a16:creationId xmlns:a16="http://schemas.microsoft.com/office/drawing/2014/main" id="{F1C55927-492F-F9CB-B72C-83A3E0E21056}"/>
                  </a:ext>
                </a:extLst>
              </p:cNvPr>
              <p:cNvSpPr/>
              <p:nvPr/>
            </p:nvSpPr>
            <p:spPr>
              <a:xfrm>
                <a:off x="5738269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0" name="Freeform 38349">
                <a:extLst>
                  <a:ext uri="{FF2B5EF4-FFF2-40B4-BE49-F238E27FC236}">
                    <a16:creationId xmlns:a16="http://schemas.microsoft.com/office/drawing/2014/main" id="{611A9FA9-EBB4-B40C-2AF8-2F44186B3E86}"/>
                  </a:ext>
                </a:extLst>
              </p:cNvPr>
              <p:cNvSpPr/>
              <p:nvPr/>
            </p:nvSpPr>
            <p:spPr>
              <a:xfrm>
                <a:off x="5738864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1" name="Freeform 38350">
                <a:extLst>
                  <a:ext uri="{FF2B5EF4-FFF2-40B4-BE49-F238E27FC236}">
                    <a16:creationId xmlns:a16="http://schemas.microsoft.com/office/drawing/2014/main" id="{6D0D2ABD-9814-6AF1-8D4F-EB1DA65434C8}"/>
                  </a:ext>
                </a:extLst>
              </p:cNvPr>
              <p:cNvSpPr/>
              <p:nvPr/>
            </p:nvSpPr>
            <p:spPr>
              <a:xfrm>
                <a:off x="5739360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2" name="Freeform 38351">
                <a:extLst>
                  <a:ext uri="{FF2B5EF4-FFF2-40B4-BE49-F238E27FC236}">
                    <a16:creationId xmlns:a16="http://schemas.microsoft.com/office/drawing/2014/main" id="{71ABEE06-6DA5-572A-1425-8D2E2824E7A3}"/>
                  </a:ext>
                </a:extLst>
              </p:cNvPr>
              <p:cNvSpPr/>
              <p:nvPr/>
            </p:nvSpPr>
            <p:spPr>
              <a:xfrm>
                <a:off x="5739856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3" name="Freeform 38352">
                <a:extLst>
                  <a:ext uri="{FF2B5EF4-FFF2-40B4-BE49-F238E27FC236}">
                    <a16:creationId xmlns:a16="http://schemas.microsoft.com/office/drawing/2014/main" id="{97D08DB3-E598-18B3-9EB6-8CB77EAFFE10}"/>
                  </a:ext>
                </a:extLst>
              </p:cNvPr>
              <p:cNvSpPr/>
              <p:nvPr/>
            </p:nvSpPr>
            <p:spPr>
              <a:xfrm>
                <a:off x="5740452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4" name="Freeform 38353">
                <a:extLst>
                  <a:ext uri="{FF2B5EF4-FFF2-40B4-BE49-F238E27FC236}">
                    <a16:creationId xmlns:a16="http://schemas.microsoft.com/office/drawing/2014/main" id="{A888D15C-3F76-9067-3D28-C8F71D2A4165}"/>
                  </a:ext>
                </a:extLst>
              </p:cNvPr>
              <p:cNvSpPr/>
              <p:nvPr/>
            </p:nvSpPr>
            <p:spPr>
              <a:xfrm>
                <a:off x="5740948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5" name="Freeform 38354">
                <a:extLst>
                  <a:ext uri="{FF2B5EF4-FFF2-40B4-BE49-F238E27FC236}">
                    <a16:creationId xmlns:a16="http://schemas.microsoft.com/office/drawing/2014/main" id="{7283D4AC-AD8D-F889-CE82-D6E6EE1FA65B}"/>
                  </a:ext>
                </a:extLst>
              </p:cNvPr>
              <p:cNvSpPr/>
              <p:nvPr/>
            </p:nvSpPr>
            <p:spPr>
              <a:xfrm>
                <a:off x="5741444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6" name="Freeform 38355">
                <a:extLst>
                  <a:ext uri="{FF2B5EF4-FFF2-40B4-BE49-F238E27FC236}">
                    <a16:creationId xmlns:a16="http://schemas.microsoft.com/office/drawing/2014/main" id="{CF7E95F4-AEE3-17F5-D959-BF7B9C6D8E76}"/>
                  </a:ext>
                </a:extLst>
              </p:cNvPr>
              <p:cNvSpPr/>
              <p:nvPr/>
            </p:nvSpPr>
            <p:spPr>
              <a:xfrm>
                <a:off x="5742039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7" name="Freeform 38356">
                <a:extLst>
                  <a:ext uri="{FF2B5EF4-FFF2-40B4-BE49-F238E27FC236}">
                    <a16:creationId xmlns:a16="http://schemas.microsoft.com/office/drawing/2014/main" id="{1862A7C0-ED4C-F55D-9DEC-4D6700DC6CA0}"/>
                  </a:ext>
                </a:extLst>
              </p:cNvPr>
              <p:cNvSpPr/>
              <p:nvPr/>
            </p:nvSpPr>
            <p:spPr>
              <a:xfrm>
                <a:off x="5742535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8" name="Freeform 38357">
                <a:extLst>
                  <a:ext uri="{FF2B5EF4-FFF2-40B4-BE49-F238E27FC236}">
                    <a16:creationId xmlns:a16="http://schemas.microsoft.com/office/drawing/2014/main" id="{49B055DC-03DA-301C-7D20-AABD5D25AD34}"/>
                  </a:ext>
                </a:extLst>
              </p:cNvPr>
              <p:cNvSpPr/>
              <p:nvPr/>
            </p:nvSpPr>
            <p:spPr>
              <a:xfrm>
                <a:off x="5743031" y="40088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9" name="Freeform 38358">
                <a:extLst>
                  <a:ext uri="{FF2B5EF4-FFF2-40B4-BE49-F238E27FC236}">
                    <a16:creationId xmlns:a16="http://schemas.microsoft.com/office/drawing/2014/main" id="{B18AC784-7B70-8D6C-CF8C-57E512B28461}"/>
                  </a:ext>
                </a:extLst>
              </p:cNvPr>
              <p:cNvSpPr/>
              <p:nvPr/>
            </p:nvSpPr>
            <p:spPr>
              <a:xfrm>
                <a:off x="5743627" y="3424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0" name="Freeform 38359">
                <a:extLst>
                  <a:ext uri="{FF2B5EF4-FFF2-40B4-BE49-F238E27FC236}">
                    <a16:creationId xmlns:a16="http://schemas.microsoft.com/office/drawing/2014/main" id="{AA2864F5-4939-D21B-BE63-EAA13D93D866}"/>
                  </a:ext>
                </a:extLst>
              </p:cNvPr>
              <p:cNvSpPr/>
              <p:nvPr/>
            </p:nvSpPr>
            <p:spPr>
              <a:xfrm>
                <a:off x="5744123" y="3532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1" name="Freeform 38360">
                <a:extLst>
                  <a:ext uri="{FF2B5EF4-FFF2-40B4-BE49-F238E27FC236}">
                    <a16:creationId xmlns:a16="http://schemas.microsoft.com/office/drawing/2014/main" id="{0F440814-C439-B600-2C49-84C317A68EE7}"/>
                  </a:ext>
                </a:extLst>
              </p:cNvPr>
              <p:cNvSpPr/>
              <p:nvPr/>
            </p:nvSpPr>
            <p:spPr>
              <a:xfrm>
                <a:off x="5744619" y="3685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2" name="Freeform 38361">
                <a:extLst>
                  <a:ext uri="{FF2B5EF4-FFF2-40B4-BE49-F238E27FC236}">
                    <a16:creationId xmlns:a16="http://schemas.microsoft.com/office/drawing/2014/main" id="{3FE2ADEC-4481-A00F-FE06-8103BDEB49BD}"/>
                  </a:ext>
                </a:extLst>
              </p:cNvPr>
              <p:cNvSpPr/>
              <p:nvPr/>
            </p:nvSpPr>
            <p:spPr>
              <a:xfrm>
                <a:off x="5745115" y="3520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3" name="Freeform 38362">
                <a:extLst>
                  <a:ext uri="{FF2B5EF4-FFF2-40B4-BE49-F238E27FC236}">
                    <a16:creationId xmlns:a16="http://schemas.microsoft.com/office/drawing/2014/main" id="{26905FFF-F807-6BC5-6457-2BCAAF741A7A}"/>
                  </a:ext>
                </a:extLst>
              </p:cNvPr>
              <p:cNvSpPr/>
              <p:nvPr/>
            </p:nvSpPr>
            <p:spPr>
              <a:xfrm>
                <a:off x="5745710" y="3819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4" name="Freeform 38363">
                <a:extLst>
                  <a:ext uri="{FF2B5EF4-FFF2-40B4-BE49-F238E27FC236}">
                    <a16:creationId xmlns:a16="http://schemas.microsoft.com/office/drawing/2014/main" id="{3AD780A2-D42C-D431-63F9-6597DC2ED168}"/>
                  </a:ext>
                </a:extLst>
              </p:cNvPr>
              <p:cNvSpPr/>
              <p:nvPr/>
            </p:nvSpPr>
            <p:spPr>
              <a:xfrm>
                <a:off x="5746206" y="3995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5" name="Freeform 38364">
                <a:extLst>
                  <a:ext uri="{FF2B5EF4-FFF2-40B4-BE49-F238E27FC236}">
                    <a16:creationId xmlns:a16="http://schemas.microsoft.com/office/drawing/2014/main" id="{B2A638D7-AB5C-D3B3-C9E6-36ECD08B4395}"/>
                  </a:ext>
                </a:extLst>
              </p:cNvPr>
              <p:cNvSpPr/>
              <p:nvPr/>
            </p:nvSpPr>
            <p:spPr>
              <a:xfrm>
                <a:off x="5746702" y="4089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6" name="Freeform 38365">
                <a:extLst>
                  <a:ext uri="{FF2B5EF4-FFF2-40B4-BE49-F238E27FC236}">
                    <a16:creationId xmlns:a16="http://schemas.microsoft.com/office/drawing/2014/main" id="{D97F8A65-84C0-AE45-1038-DBE83EF97127}"/>
                  </a:ext>
                </a:extLst>
              </p:cNvPr>
              <p:cNvSpPr/>
              <p:nvPr/>
            </p:nvSpPr>
            <p:spPr>
              <a:xfrm>
                <a:off x="5747298" y="4153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7" name="Freeform 38366">
                <a:extLst>
                  <a:ext uri="{FF2B5EF4-FFF2-40B4-BE49-F238E27FC236}">
                    <a16:creationId xmlns:a16="http://schemas.microsoft.com/office/drawing/2014/main" id="{084F0D79-D0E9-0B5D-E384-327212F1B1BC}"/>
                  </a:ext>
                </a:extLst>
              </p:cNvPr>
              <p:cNvSpPr/>
              <p:nvPr/>
            </p:nvSpPr>
            <p:spPr>
              <a:xfrm>
                <a:off x="5747794" y="4150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8" name="Freeform 38367">
                <a:extLst>
                  <a:ext uri="{FF2B5EF4-FFF2-40B4-BE49-F238E27FC236}">
                    <a16:creationId xmlns:a16="http://schemas.microsoft.com/office/drawing/2014/main" id="{D727C1F1-DE4B-E345-6896-1B8B38788BA9}"/>
                  </a:ext>
                </a:extLst>
              </p:cNvPr>
              <p:cNvSpPr/>
              <p:nvPr/>
            </p:nvSpPr>
            <p:spPr>
              <a:xfrm>
                <a:off x="5748290" y="4143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9" name="Freeform 38368">
                <a:extLst>
                  <a:ext uri="{FF2B5EF4-FFF2-40B4-BE49-F238E27FC236}">
                    <a16:creationId xmlns:a16="http://schemas.microsoft.com/office/drawing/2014/main" id="{8561FE60-FF89-6AAE-8E65-5CA9D06509F8}"/>
                  </a:ext>
                </a:extLst>
              </p:cNvPr>
              <p:cNvSpPr/>
              <p:nvPr/>
            </p:nvSpPr>
            <p:spPr>
              <a:xfrm>
                <a:off x="5748885" y="4147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0" name="Freeform 38369">
                <a:extLst>
                  <a:ext uri="{FF2B5EF4-FFF2-40B4-BE49-F238E27FC236}">
                    <a16:creationId xmlns:a16="http://schemas.microsoft.com/office/drawing/2014/main" id="{6B988284-5538-4CE4-DE9B-8A61D49B5F79}"/>
                  </a:ext>
                </a:extLst>
              </p:cNvPr>
              <p:cNvSpPr/>
              <p:nvPr/>
            </p:nvSpPr>
            <p:spPr>
              <a:xfrm>
                <a:off x="5749381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1" name="Freeform 38370">
                <a:extLst>
                  <a:ext uri="{FF2B5EF4-FFF2-40B4-BE49-F238E27FC236}">
                    <a16:creationId xmlns:a16="http://schemas.microsoft.com/office/drawing/2014/main" id="{F9AAC8A3-7E8C-D72F-0C98-988D29DC6B2D}"/>
                  </a:ext>
                </a:extLst>
              </p:cNvPr>
              <p:cNvSpPr/>
              <p:nvPr/>
            </p:nvSpPr>
            <p:spPr>
              <a:xfrm>
                <a:off x="5749877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2" name="Freeform 38371">
                <a:extLst>
                  <a:ext uri="{FF2B5EF4-FFF2-40B4-BE49-F238E27FC236}">
                    <a16:creationId xmlns:a16="http://schemas.microsoft.com/office/drawing/2014/main" id="{368C15B0-6DD8-FD02-A49D-33C4581A9847}"/>
                  </a:ext>
                </a:extLst>
              </p:cNvPr>
              <p:cNvSpPr/>
              <p:nvPr/>
            </p:nvSpPr>
            <p:spPr>
              <a:xfrm>
                <a:off x="5750473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3" name="Freeform 38372">
                <a:extLst>
                  <a:ext uri="{FF2B5EF4-FFF2-40B4-BE49-F238E27FC236}">
                    <a16:creationId xmlns:a16="http://schemas.microsoft.com/office/drawing/2014/main" id="{A6A34B08-D552-B7E1-3D3B-1317B770491B}"/>
                  </a:ext>
                </a:extLst>
              </p:cNvPr>
              <p:cNvSpPr/>
              <p:nvPr/>
            </p:nvSpPr>
            <p:spPr>
              <a:xfrm>
                <a:off x="5750969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4" name="Freeform 38373">
                <a:extLst>
                  <a:ext uri="{FF2B5EF4-FFF2-40B4-BE49-F238E27FC236}">
                    <a16:creationId xmlns:a16="http://schemas.microsoft.com/office/drawing/2014/main" id="{35E6D073-A20D-0DC3-FE85-87C48C7C3943}"/>
                  </a:ext>
                </a:extLst>
              </p:cNvPr>
              <p:cNvSpPr/>
              <p:nvPr/>
            </p:nvSpPr>
            <p:spPr>
              <a:xfrm>
                <a:off x="5751465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5" name="Freeform 38374">
                <a:extLst>
                  <a:ext uri="{FF2B5EF4-FFF2-40B4-BE49-F238E27FC236}">
                    <a16:creationId xmlns:a16="http://schemas.microsoft.com/office/drawing/2014/main" id="{34481569-66EF-555A-DD6B-E9913785503B}"/>
                  </a:ext>
                </a:extLst>
              </p:cNvPr>
              <p:cNvSpPr/>
              <p:nvPr/>
            </p:nvSpPr>
            <p:spPr>
              <a:xfrm>
                <a:off x="5752060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6" name="Freeform 38375">
                <a:extLst>
                  <a:ext uri="{FF2B5EF4-FFF2-40B4-BE49-F238E27FC236}">
                    <a16:creationId xmlns:a16="http://schemas.microsoft.com/office/drawing/2014/main" id="{DAFE6884-7FAD-689D-EC87-B33C247E3F97}"/>
                  </a:ext>
                </a:extLst>
              </p:cNvPr>
              <p:cNvSpPr/>
              <p:nvPr/>
            </p:nvSpPr>
            <p:spPr>
              <a:xfrm>
                <a:off x="5752556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7" name="Freeform 38376">
                <a:extLst>
                  <a:ext uri="{FF2B5EF4-FFF2-40B4-BE49-F238E27FC236}">
                    <a16:creationId xmlns:a16="http://schemas.microsoft.com/office/drawing/2014/main" id="{AA43248C-5C51-8C50-C428-10630CB7BA8A}"/>
                  </a:ext>
                </a:extLst>
              </p:cNvPr>
              <p:cNvSpPr/>
              <p:nvPr/>
            </p:nvSpPr>
            <p:spPr>
              <a:xfrm>
                <a:off x="5753052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8" name="Freeform 38377">
                <a:extLst>
                  <a:ext uri="{FF2B5EF4-FFF2-40B4-BE49-F238E27FC236}">
                    <a16:creationId xmlns:a16="http://schemas.microsoft.com/office/drawing/2014/main" id="{0F207074-1FB1-89B3-07B5-C66668A7D963}"/>
                  </a:ext>
                </a:extLst>
              </p:cNvPr>
              <p:cNvSpPr/>
              <p:nvPr/>
            </p:nvSpPr>
            <p:spPr>
              <a:xfrm>
                <a:off x="575364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9" name="Freeform 38378">
                <a:extLst>
                  <a:ext uri="{FF2B5EF4-FFF2-40B4-BE49-F238E27FC236}">
                    <a16:creationId xmlns:a16="http://schemas.microsoft.com/office/drawing/2014/main" id="{7BE82276-174E-A29A-2D10-E71FD8BCD6CE}"/>
                  </a:ext>
                </a:extLst>
              </p:cNvPr>
              <p:cNvSpPr/>
              <p:nvPr/>
            </p:nvSpPr>
            <p:spPr>
              <a:xfrm>
                <a:off x="5754144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0" name="Freeform 38379">
                <a:extLst>
                  <a:ext uri="{FF2B5EF4-FFF2-40B4-BE49-F238E27FC236}">
                    <a16:creationId xmlns:a16="http://schemas.microsoft.com/office/drawing/2014/main" id="{D8DD6519-69A4-7542-F6C1-927297231D14}"/>
                  </a:ext>
                </a:extLst>
              </p:cNvPr>
              <p:cNvSpPr/>
              <p:nvPr/>
            </p:nvSpPr>
            <p:spPr>
              <a:xfrm>
                <a:off x="5754640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1" name="Freeform 38380">
                <a:extLst>
                  <a:ext uri="{FF2B5EF4-FFF2-40B4-BE49-F238E27FC236}">
                    <a16:creationId xmlns:a16="http://schemas.microsoft.com/office/drawing/2014/main" id="{7A1B8890-7B18-981D-F53E-2B250F66EA65}"/>
                  </a:ext>
                </a:extLst>
              </p:cNvPr>
              <p:cNvSpPr/>
              <p:nvPr/>
            </p:nvSpPr>
            <p:spPr>
              <a:xfrm>
                <a:off x="5755235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2" name="Freeform 38381">
                <a:extLst>
                  <a:ext uri="{FF2B5EF4-FFF2-40B4-BE49-F238E27FC236}">
                    <a16:creationId xmlns:a16="http://schemas.microsoft.com/office/drawing/2014/main" id="{465771EB-6E3C-8361-FE78-E546959507CB}"/>
                  </a:ext>
                </a:extLst>
              </p:cNvPr>
              <p:cNvSpPr/>
              <p:nvPr/>
            </p:nvSpPr>
            <p:spPr>
              <a:xfrm>
                <a:off x="5755731" y="4124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3" name="Freeform 38382">
                <a:extLst>
                  <a:ext uri="{FF2B5EF4-FFF2-40B4-BE49-F238E27FC236}">
                    <a16:creationId xmlns:a16="http://schemas.microsoft.com/office/drawing/2014/main" id="{D2BEBFEC-7C7F-0D5F-822B-89A868F09E50}"/>
                  </a:ext>
                </a:extLst>
              </p:cNvPr>
              <p:cNvSpPr/>
              <p:nvPr/>
            </p:nvSpPr>
            <p:spPr>
              <a:xfrm>
                <a:off x="5756227" y="3715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4" name="Freeform 38383">
                <a:extLst>
                  <a:ext uri="{FF2B5EF4-FFF2-40B4-BE49-F238E27FC236}">
                    <a16:creationId xmlns:a16="http://schemas.microsoft.com/office/drawing/2014/main" id="{8AA852EF-7BFC-9322-B447-2F2F781FD32F}"/>
                  </a:ext>
                </a:extLst>
              </p:cNvPr>
              <p:cNvSpPr/>
              <p:nvPr/>
            </p:nvSpPr>
            <p:spPr>
              <a:xfrm>
                <a:off x="5756723" y="3801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5" name="Freeform 38384">
                <a:extLst>
                  <a:ext uri="{FF2B5EF4-FFF2-40B4-BE49-F238E27FC236}">
                    <a16:creationId xmlns:a16="http://schemas.microsoft.com/office/drawing/2014/main" id="{D285F538-4452-03A3-1301-9C55C9FA11CD}"/>
                  </a:ext>
                </a:extLst>
              </p:cNvPr>
              <p:cNvSpPr/>
              <p:nvPr/>
            </p:nvSpPr>
            <p:spPr>
              <a:xfrm>
                <a:off x="5757319" y="383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6" name="Freeform 38385">
                <a:extLst>
                  <a:ext uri="{FF2B5EF4-FFF2-40B4-BE49-F238E27FC236}">
                    <a16:creationId xmlns:a16="http://schemas.microsoft.com/office/drawing/2014/main" id="{FC82124F-D9A7-D2F3-F072-2D4A31090C9D}"/>
                  </a:ext>
                </a:extLst>
              </p:cNvPr>
              <p:cNvSpPr/>
              <p:nvPr/>
            </p:nvSpPr>
            <p:spPr>
              <a:xfrm>
                <a:off x="5757815" y="380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7" name="Freeform 38386">
                <a:extLst>
                  <a:ext uri="{FF2B5EF4-FFF2-40B4-BE49-F238E27FC236}">
                    <a16:creationId xmlns:a16="http://schemas.microsoft.com/office/drawing/2014/main" id="{98A7680A-789F-431A-DA8F-34B493F2F10A}"/>
                  </a:ext>
                </a:extLst>
              </p:cNvPr>
              <p:cNvSpPr/>
              <p:nvPr/>
            </p:nvSpPr>
            <p:spPr>
              <a:xfrm>
                <a:off x="5758311" y="3965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8" name="Freeform 38387">
                <a:extLst>
                  <a:ext uri="{FF2B5EF4-FFF2-40B4-BE49-F238E27FC236}">
                    <a16:creationId xmlns:a16="http://schemas.microsoft.com/office/drawing/2014/main" id="{9C47EEC7-AB50-684B-710B-133AD4BBE252}"/>
                  </a:ext>
                </a:extLst>
              </p:cNvPr>
              <p:cNvSpPr/>
              <p:nvPr/>
            </p:nvSpPr>
            <p:spPr>
              <a:xfrm>
                <a:off x="5758906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9" name="Freeform 38388">
                <a:extLst>
                  <a:ext uri="{FF2B5EF4-FFF2-40B4-BE49-F238E27FC236}">
                    <a16:creationId xmlns:a16="http://schemas.microsoft.com/office/drawing/2014/main" id="{E4819A0F-FD76-3EDF-B204-66839ADE3B1D}"/>
                  </a:ext>
                </a:extLst>
              </p:cNvPr>
              <p:cNvSpPr/>
              <p:nvPr/>
            </p:nvSpPr>
            <p:spPr>
              <a:xfrm>
                <a:off x="5759402" y="4088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0" name="Freeform 38389">
                <a:extLst>
                  <a:ext uri="{FF2B5EF4-FFF2-40B4-BE49-F238E27FC236}">
                    <a16:creationId xmlns:a16="http://schemas.microsoft.com/office/drawing/2014/main" id="{C8E24EF7-B0A2-B604-17F8-825261619643}"/>
                  </a:ext>
                </a:extLst>
              </p:cNvPr>
              <p:cNvSpPr/>
              <p:nvPr/>
            </p:nvSpPr>
            <p:spPr>
              <a:xfrm>
                <a:off x="5759898" y="4104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1" name="Freeform 38390">
                <a:extLst>
                  <a:ext uri="{FF2B5EF4-FFF2-40B4-BE49-F238E27FC236}">
                    <a16:creationId xmlns:a16="http://schemas.microsoft.com/office/drawing/2014/main" id="{EF73674E-5828-8BEB-1582-D5F967D0F4E2}"/>
                  </a:ext>
                </a:extLst>
              </p:cNvPr>
              <p:cNvSpPr/>
              <p:nvPr/>
            </p:nvSpPr>
            <p:spPr>
              <a:xfrm>
                <a:off x="5760494" y="4121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2" name="Freeform 38391">
                <a:extLst>
                  <a:ext uri="{FF2B5EF4-FFF2-40B4-BE49-F238E27FC236}">
                    <a16:creationId xmlns:a16="http://schemas.microsoft.com/office/drawing/2014/main" id="{E8DB1B4B-A12F-D292-488D-3DFC88EEC9D3}"/>
                  </a:ext>
                </a:extLst>
              </p:cNvPr>
              <p:cNvSpPr/>
              <p:nvPr/>
            </p:nvSpPr>
            <p:spPr>
              <a:xfrm>
                <a:off x="5760990" y="4095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3" name="Freeform 38392">
                <a:extLst>
                  <a:ext uri="{FF2B5EF4-FFF2-40B4-BE49-F238E27FC236}">
                    <a16:creationId xmlns:a16="http://schemas.microsoft.com/office/drawing/2014/main" id="{BD3BABAB-A2C8-F994-76B3-E966857CFC9E}"/>
                  </a:ext>
                </a:extLst>
              </p:cNvPr>
              <p:cNvSpPr/>
              <p:nvPr/>
            </p:nvSpPr>
            <p:spPr>
              <a:xfrm>
                <a:off x="5761486" y="4076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4" name="Freeform 38393">
                <a:extLst>
                  <a:ext uri="{FF2B5EF4-FFF2-40B4-BE49-F238E27FC236}">
                    <a16:creationId xmlns:a16="http://schemas.microsoft.com/office/drawing/2014/main" id="{8AD879AE-4512-3857-C87E-1B37FA424534}"/>
                  </a:ext>
                </a:extLst>
              </p:cNvPr>
              <p:cNvSpPr/>
              <p:nvPr/>
            </p:nvSpPr>
            <p:spPr>
              <a:xfrm>
                <a:off x="5762081" y="418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5" name="Freeform 38394">
                <a:extLst>
                  <a:ext uri="{FF2B5EF4-FFF2-40B4-BE49-F238E27FC236}">
                    <a16:creationId xmlns:a16="http://schemas.microsoft.com/office/drawing/2014/main" id="{4756D455-6497-3294-AFF9-40B86B2DDCFF}"/>
                  </a:ext>
                </a:extLst>
              </p:cNvPr>
              <p:cNvSpPr/>
              <p:nvPr/>
            </p:nvSpPr>
            <p:spPr>
              <a:xfrm>
                <a:off x="5762577" y="4203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6" name="Freeform 38395">
                <a:extLst>
                  <a:ext uri="{FF2B5EF4-FFF2-40B4-BE49-F238E27FC236}">
                    <a16:creationId xmlns:a16="http://schemas.microsoft.com/office/drawing/2014/main" id="{81D25856-8323-5AC6-CC3B-F45874AA2828}"/>
                  </a:ext>
                </a:extLst>
              </p:cNvPr>
              <p:cNvSpPr/>
              <p:nvPr/>
            </p:nvSpPr>
            <p:spPr>
              <a:xfrm>
                <a:off x="5763073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7" name="Freeform 38396">
                <a:extLst>
                  <a:ext uri="{FF2B5EF4-FFF2-40B4-BE49-F238E27FC236}">
                    <a16:creationId xmlns:a16="http://schemas.microsoft.com/office/drawing/2014/main" id="{A68BFBD2-217F-6858-F4DE-17DF7B122C63}"/>
                  </a:ext>
                </a:extLst>
              </p:cNvPr>
              <p:cNvSpPr/>
              <p:nvPr/>
            </p:nvSpPr>
            <p:spPr>
              <a:xfrm>
                <a:off x="5763669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8" name="Freeform 38397">
                <a:extLst>
                  <a:ext uri="{FF2B5EF4-FFF2-40B4-BE49-F238E27FC236}">
                    <a16:creationId xmlns:a16="http://schemas.microsoft.com/office/drawing/2014/main" id="{6934114C-1BB5-BA80-42B4-6E0A0642EC95}"/>
                  </a:ext>
                </a:extLst>
              </p:cNvPr>
              <p:cNvSpPr/>
              <p:nvPr/>
            </p:nvSpPr>
            <p:spPr>
              <a:xfrm>
                <a:off x="5764165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9" name="Freeform 38398">
                <a:extLst>
                  <a:ext uri="{FF2B5EF4-FFF2-40B4-BE49-F238E27FC236}">
                    <a16:creationId xmlns:a16="http://schemas.microsoft.com/office/drawing/2014/main" id="{7A266326-D2E4-BEF0-62C9-C9E30C384DAA}"/>
                  </a:ext>
                </a:extLst>
              </p:cNvPr>
              <p:cNvSpPr/>
              <p:nvPr/>
            </p:nvSpPr>
            <p:spPr>
              <a:xfrm>
                <a:off x="5764661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0" name="Freeform 38399">
                <a:extLst>
                  <a:ext uri="{FF2B5EF4-FFF2-40B4-BE49-F238E27FC236}">
                    <a16:creationId xmlns:a16="http://schemas.microsoft.com/office/drawing/2014/main" id="{DC805AD8-53D5-B672-F06C-DEF9F06B2488}"/>
                  </a:ext>
                </a:extLst>
              </p:cNvPr>
              <p:cNvSpPr/>
              <p:nvPr/>
            </p:nvSpPr>
            <p:spPr>
              <a:xfrm>
                <a:off x="5765256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1" name="Freeform 38400">
                <a:extLst>
                  <a:ext uri="{FF2B5EF4-FFF2-40B4-BE49-F238E27FC236}">
                    <a16:creationId xmlns:a16="http://schemas.microsoft.com/office/drawing/2014/main" id="{8C4E5B9D-F945-7D56-D057-EF1CE43D0F64}"/>
                  </a:ext>
                </a:extLst>
              </p:cNvPr>
              <p:cNvSpPr/>
              <p:nvPr/>
            </p:nvSpPr>
            <p:spPr>
              <a:xfrm>
                <a:off x="5765752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2" name="Freeform 38401">
                <a:extLst>
                  <a:ext uri="{FF2B5EF4-FFF2-40B4-BE49-F238E27FC236}">
                    <a16:creationId xmlns:a16="http://schemas.microsoft.com/office/drawing/2014/main" id="{5B1AE842-9F2B-66BC-6FDA-17B6CA0B1515}"/>
                  </a:ext>
                </a:extLst>
              </p:cNvPr>
              <p:cNvSpPr/>
              <p:nvPr/>
            </p:nvSpPr>
            <p:spPr>
              <a:xfrm>
                <a:off x="5766248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3" name="Freeform 38402">
                <a:extLst>
                  <a:ext uri="{FF2B5EF4-FFF2-40B4-BE49-F238E27FC236}">
                    <a16:creationId xmlns:a16="http://schemas.microsoft.com/office/drawing/2014/main" id="{F2F5CC96-15A6-A034-577F-0DF5AFB59C30}"/>
                  </a:ext>
                </a:extLst>
              </p:cNvPr>
              <p:cNvSpPr/>
              <p:nvPr/>
            </p:nvSpPr>
            <p:spPr>
              <a:xfrm>
                <a:off x="5766844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4" name="Freeform 38403">
                <a:extLst>
                  <a:ext uri="{FF2B5EF4-FFF2-40B4-BE49-F238E27FC236}">
                    <a16:creationId xmlns:a16="http://schemas.microsoft.com/office/drawing/2014/main" id="{B1E398AD-C9D7-518A-D4BD-08AC03CD513A}"/>
                  </a:ext>
                </a:extLst>
              </p:cNvPr>
              <p:cNvSpPr/>
              <p:nvPr/>
            </p:nvSpPr>
            <p:spPr>
              <a:xfrm>
                <a:off x="5767340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5" name="Freeform 38404">
                <a:extLst>
                  <a:ext uri="{FF2B5EF4-FFF2-40B4-BE49-F238E27FC236}">
                    <a16:creationId xmlns:a16="http://schemas.microsoft.com/office/drawing/2014/main" id="{4340B545-1E90-FB26-6876-86EA3F72C8B5}"/>
                  </a:ext>
                </a:extLst>
              </p:cNvPr>
              <p:cNvSpPr/>
              <p:nvPr/>
            </p:nvSpPr>
            <p:spPr>
              <a:xfrm>
                <a:off x="5767836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6" name="Freeform 38405">
                <a:extLst>
                  <a:ext uri="{FF2B5EF4-FFF2-40B4-BE49-F238E27FC236}">
                    <a16:creationId xmlns:a16="http://schemas.microsoft.com/office/drawing/2014/main" id="{6016321A-36C8-F9B2-D893-391410F4BDC9}"/>
                  </a:ext>
                </a:extLst>
              </p:cNvPr>
              <p:cNvSpPr/>
              <p:nvPr/>
            </p:nvSpPr>
            <p:spPr>
              <a:xfrm>
                <a:off x="5768431" y="4101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7" name="Freeform 38406">
                <a:extLst>
                  <a:ext uri="{FF2B5EF4-FFF2-40B4-BE49-F238E27FC236}">
                    <a16:creationId xmlns:a16="http://schemas.microsoft.com/office/drawing/2014/main" id="{D4710A5D-C3D4-A3E6-8290-FF2D8C4A3603}"/>
                  </a:ext>
                </a:extLst>
              </p:cNvPr>
              <p:cNvSpPr/>
              <p:nvPr/>
            </p:nvSpPr>
            <p:spPr>
              <a:xfrm>
                <a:off x="5768927" y="3808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8" name="Freeform 38407">
                <a:extLst>
                  <a:ext uri="{FF2B5EF4-FFF2-40B4-BE49-F238E27FC236}">
                    <a16:creationId xmlns:a16="http://schemas.microsoft.com/office/drawing/2014/main" id="{A40BC6AF-A5B0-30AE-E623-105A414B0CAA}"/>
                  </a:ext>
                </a:extLst>
              </p:cNvPr>
              <p:cNvSpPr/>
              <p:nvPr/>
            </p:nvSpPr>
            <p:spPr>
              <a:xfrm>
                <a:off x="5769423" y="3880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9" name="Freeform 38408">
                <a:extLst>
                  <a:ext uri="{FF2B5EF4-FFF2-40B4-BE49-F238E27FC236}">
                    <a16:creationId xmlns:a16="http://schemas.microsoft.com/office/drawing/2014/main" id="{D74AC1DF-A54D-9FDC-D46A-E7DF5409EB45}"/>
                  </a:ext>
                </a:extLst>
              </p:cNvPr>
              <p:cNvSpPr/>
              <p:nvPr/>
            </p:nvSpPr>
            <p:spPr>
              <a:xfrm>
                <a:off x="5769920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0" name="Freeform 38409">
                <a:extLst>
                  <a:ext uri="{FF2B5EF4-FFF2-40B4-BE49-F238E27FC236}">
                    <a16:creationId xmlns:a16="http://schemas.microsoft.com/office/drawing/2014/main" id="{BAD7409A-32CA-FE62-3542-31B174D760A2}"/>
                  </a:ext>
                </a:extLst>
              </p:cNvPr>
              <p:cNvSpPr/>
              <p:nvPr/>
            </p:nvSpPr>
            <p:spPr>
              <a:xfrm>
                <a:off x="5770515" y="3927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1" name="Freeform 38410">
                <a:extLst>
                  <a:ext uri="{FF2B5EF4-FFF2-40B4-BE49-F238E27FC236}">
                    <a16:creationId xmlns:a16="http://schemas.microsoft.com/office/drawing/2014/main" id="{0CAF9429-FACD-ED8A-B9E4-722386B4EBDD}"/>
                  </a:ext>
                </a:extLst>
              </p:cNvPr>
              <p:cNvSpPr/>
              <p:nvPr/>
            </p:nvSpPr>
            <p:spPr>
              <a:xfrm>
                <a:off x="5771011" y="4088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2" name="Freeform 38411">
                <a:extLst>
                  <a:ext uri="{FF2B5EF4-FFF2-40B4-BE49-F238E27FC236}">
                    <a16:creationId xmlns:a16="http://schemas.microsoft.com/office/drawing/2014/main" id="{6E1466E8-D878-7243-54FA-24BEBF8E3596}"/>
                  </a:ext>
                </a:extLst>
              </p:cNvPr>
              <p:cNvSpPr/>
              <p:nvPr/>
            </p:nvSpPr>
            <p:spPr>
              <a:xfrm>
                <a:off x="5771507" y="4087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3" name="Freeform 38412">
                <a:extLst>
                  <a:ext uri="{FF2B5EF4-FFF2-40B4-BE49-F238E27FC236}">
                    <a16:creationId xmlns:a16="http://schemas.microsoft.com/office/drawing/2014/main" id="{3FE0184C-40E9-8531-4DC8-45BD9D6B7550}"/>
                  </a:ext>
                </a:extLst>
              </p:cNvPr>
              <p:cNvSpPr/>
              <p:nvPr/>
            </p:nvSpPr>
            <p:spPr>
              <a:xfrm>
                <a:off x="5772102" y="4084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4" name="Freeform 38413">
                <a:extLst>
                  <a:ext uri="{FF2B5EF4-FFF2-40B4-BE49-F238E27FC236}">
                    <a16:creationId xmlns:a16="http://schemas.microsoft.com/office/drawing/2014/main" id="{E1966260-3CDE-0E46-48E7-A44964681807}"/>
                  </a:ext>
                </a:extLst>
              </p:cNvPr>
              <p:cNvSpPr/>
              <p:nvPr/>
            </p:nvSpPr>
            <p:spPr>
              <a:xfrm>
                <a:off x="5772598" y="4091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5" name="Freeform 38414">
                <a:extLst>
                  <a:ext uri="{FF2B5EF4-FFF2-40B4-BE49-F238E27FC236}">
                    <a16:creationId xmlns:a16="http://schemas.microsoft.com/office/drawing/2014/main" id="{F54CC08B-4852-6186-A3E9-7E14F2D19655}"/>
                  </a:ext>
                </a:extLst>
              </p:cNvPr>
              <p:cNvSpPr/>
              <p:nvPr/>
            </p:nvSpPr>
            <p:spPr>
              <a:xfrm>
                <a:off x="5773095" y="4069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6" name="Freeform 38415">
                <a:extLst>
                  <a:ext uri="{FF2B5EF4-FFF2-40B4-BE49-F238E27FC236}">
                    <a16:creationId xmlns:a16="http://schemas.microsoft.com/office/drawing/2014/main" id="{352A5603-30B4-E032-99A2-C0913B382A26}"/>
                  </a:ext>
                </a:extLst>
              </p:cNvPr>
              <p:cNvSpPr/>
              <p:nvPr/>
            </p:nvSpPr>
            <p:spPr>
              <a:xfrm>
                <a:off x="5773690" y="4054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7" name="Freeform 38416">
                <a:extLst>
                  <a:ext uri="{FF2B5EF4-FFF2-40B4-BE49-F238E27FC236}">
                    <a16:creationId xmlns:a16="http://schemas.microsoft.com/office/drawing/2014/main" id="{5DC1E471-2870-167D-72DE-336F227ADEBA}"/>
                  </a:ext>
                </a:extLst>
              </p:cNvPr>
              <p:cNvSpPr/>
              <p:nvPr/>
            </p:nvSpPr>
            <p:spPr>
              <a:xfrm>
                <a:off x="5774186" y="4086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8" name="Freeform 38417">
                <a:extLst>
                  <a:ext uri="{FF2B5EF4-FFF2-40B4-BE49-F238E27FC236}">
                    <a16:creationId xmlns:a16="http://schemas.microsoft.com/office/drawing/2014/main" id="{FE1AC868-28A3-8007-2990-A913CAD9A0D7}"/>
                  </a:ext>
                </a:extLst>
              </p:cNvPr>
              <p:cNvSpPr/>
              <p:nvPr/>
            </p:nvSpPr>
            <p:spPr>
              <a:xfrm>
                <a:off x="5774682" y="4181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9" name="Freeform 38418">
                <a:extLst>
                  <a:ext uri="{FF2B5EF4-FFF2-40B4-BE49-F238E27FC236}">
                    <a16:creationId xmlns:a16="http://schemas.microsoft.com/office/drawing/2014/main" id="{6B2E8B81-5A63-F51D-0BA8-07D5321DE070}"/>
                  </a:ext>
                </a:extLst>
              </p:cNvPr>
              <p:cNvSpPr/>
              <p:nvPr/>
            </p:nvSpPr>
            <p:spPr>
              <a:xfrm>
                <a:off x="5775277" y="4195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0" name="Freeform 38419">
                <a:extLst>
                  <a:ext uri="{FF2B5EF4-FFF2-40B4-BE49-F238E27FC236}">
                    <a16:creationId xmlns:a16="http://schemas.microsoft.com/office/drawing/2014/main" id="{4CC10C5B-B9DD-9424-03A1-7CC65245D97A}"/>
                  </a:ext>
                </a:extLst>
              </p:cNvPr>
              <p:cNvSpPr/>
              <p:nvPr/>
            </p:nvSpPr>
            <p:spPr>
              <a:xfrm>
                <a:off x="5775773" y="4203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1" name="Freeform 38420">
                <a:extLst>
                  <a:ext uri="{FF2B5EF4-FFF2-40B4-BE49-F238E27FC236}">
                    <a16:creationId xmlns:a16="http://schemas.microsoft.com/office/drawing/2014/main" id="{B05757B6-49C4-872A-1216-73545C8D3736}"/>
                  </a:ext>
                </a:extLst>
              </p:cNvPr>
              <p:cNvSpPr/>
              <p:nvPr/>
            </p:nvSpPr>
            <p:spPr>
              <a:xfrm>
                <a:off x="5776270" y="4206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2" name="Freeform 38421">
                <a:extLst>
                  <a:ext uri="{FF2B5EF4-FFF2-40B4-BE49-F238E27FC236}">
                    <a16:creationId xmlns:a16="http://schemas.microsoft.com/office/drawing/2014/main" id="{6000594C-FCF1-B0C7-C0DB-3E80AC059164}"/>
                  </a:ext>
                </a:extLst>
              </p:cNvPr>
              <p:cNvSpPr/>
              <p:nvPr/>
            </p:nvSpPr>
            <p:spPr>
              <a:xfrm>
                <a:off x="5776865" y="4208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3" name="Freeform 38422">
                <a:extLst>
                  <a:ext uri="{FF2B5EF4-FFF2-40B4-BE49-F238E27FC236}">
                    <a16:creationId xmlns:a16="http://schemas.microsoft.com/office/drawing/2014/main" id="{72F4CB5B-075E-8898-6B7E-B82881AA7940}"/>
                  </a:ext>
                </a:extLst>
              </p:cNvPr>
              <p:cNvSpPr/>
              <p:nvPr/>
            </p:nvSpPr>
            <p:spPr>
              <a:xfrm>
                <a:off x="5777361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4" name="Freeform 38423">
                <a:extLst>
                  <a:ext uri="{FF2B5EF4-FFF2-40B4-BE49-F238E27FC236}">
                    <a16:creationId xmlns:a16="http://schemas.microsoft.com/office/drawing/2014/main" id="{3B16DB12-C587-E0B4-AD58-31FCBA287623}"/>
                  </a:ext>
                </a:extLst>
              </p:cNvPr>
              <p:cNvSpPr/>
              <p:nvPr/>
            </p:nvSpPr>
            <p:spPr>
              <a:xfrm>
                <a:off x="5777857" y="4212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5" name="Freeform 38424">
                <a:extLst>
                  <a:ext uri="{FF2B5EF4-FFF2-40B4-BE49-F238E27FC236}">
                    <a16:creationId xmlns:a16="http://schemas.microsoft.com/office/drawing/2014/main" id="{DCCA1D86-5E11-85C2-6138-D08C8E47191F}"/>
                  </a:ext>
                </a:extLst>
              </p:cNvPr>
              <p:cNvSpPr/>
              <p:nvPr/>
            </p:nvSpPr>
            <p:spPr>
              <a:xfrm>
                <a:off x="5778452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6" name="Freeform 38425">
                <a:extLst>
                  <a:ext uri="{FF2B5EF4-FFF2-40B4-BE49-F238E27FC236}">
                    <a16:creationId xmlns:a16="http://schemas.microsoft.com/office/drawing/2014/main" id="{B3CABFBF-D5C2-4CD1-273A-D349F03FE6CF}"/>
                  </a:ext>
                </a:extLst>
              </p:cNvPr>
              <p:cNvSpPr/>
              <p:nvPr/>
            </p:nvSpPr>
            <p:spPr>
              <a:xfrm>
                <a:off x="5778948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7" name="Freeform 38426">
                <a:extLst>
                  <a:ext uri="{FF2B5EF4-FFF2-40B4-BE49-F238E27FC236}">
                    <a16:creationId xmlns:a16="http://schemas.microsoft.com/office/drawing/2014/main" id="{DA394554-23FC-5EAC-822D-B9FDE7EF87C4}"/>
                  </a:ext>
                </a:extLst>
              </p:cNvPr>
              <p:cNvSpPr/>
              <p:nvPr/>
            </p:nvSpPr>
            <p:spPr>
              <a:xfrm>
                <a:off x="5779445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8" name="Freeform 38427">
                <a:extLst>
                  <a:ext uri="{FF2B5EF4-FFF2-40B4-BE49-F238E27FC236}">
                    <a16:creationId xmlns:a16="http://schemas.microsoft.com/office/drawing/2014/main" id="{79818C9D-BE6D-0DA3-7CC5-A82B62C3A129}"/>
                  </a:ext>
                </a:extLst>
              </p:cNvPr>
              <p:cNvSpPr/>
              <p:nvPr/>
            </p:nvSpPr>
            <p:spPr>
              <a:xfrm>
                <a:off x="5780040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9" name="Freeform 38428">
                <a:extLst>
                  <a:ext uri="{FF2B5EF4-FFF2-40B4-BE49-F238E27FC236}">
                    <a16:creationId xmlns:a16="http://schemas.microsoft.com/office/drawing/2014/main" id="{10DFD74D-F039-8121-51B1-B7967A1E7DEE}"/>
                  </a:ext>
                </a:extLst>
              </p:cNvPr>
              <p:cNvSpPr/>
              <p:nvPr/>
            </p:nvSpPr>
            <p:spPr>
              <a:xfrm>
                <a:off x="5780536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0" name="Freeform 38429">
                <a:extLst>
                  <a:ext uri="{FF2B5EF4-FFF2-40B4-BE49-F238E27FC236}">
                    <a16:creationId xmlns:a16="http://schemas.microsoft.com/office/drawing/2014/main" id="{A7847202-46E1-3DF6-84A5-1FD18A06B1A3}"/>
                  </a:ext>
                </a:extLst>
              </p:cNvPr>
              <p:cNvSpPr/>
              <p:nvPr/>
            </p:nvSpPr>
            <p:spPr>
              <a:xfrm>
                <a:off x="5781032" y="4158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1" name="Freeform 38430">
                <a:extLst>
                  <a:ext uri="{FF2B5EF4-FFF2-40B4-BE49-F238E27FC236}">
                    <a16:creationId xmlns:a16="http://schemas.microsoft.com/office/drawing/2014/main" id="{47762417-832C-2110-78E3-ECB8EA8176AF}"/>
                  </a:ext>
                </a:extLst>
              </p:cNvPr>
              <p:cNvSpPr/>
              <p:nvPr/>
            </p:nvSpPr>
            <p:spPr>
              <a:xfrm>
                <a:off x="5781528" y="3959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2" name="Freeform 38431">
                <a:extLst>
                  <a:ext uri="{FF2B5EF4-FFF2-40B4-BE49-F238E27FC236}">
                    <a16:creationId xmlns:a16="http://schemas.microsoft.com/office/drawing/2014/main" id="{464D72BA-B86B-EAAC-7F74-C9D3F6A407E2}"/>
                  </a:ext>
                </a:extLst>
              </p:cNvPr>
              <p:cNvSpPr/>
              <p:nvPr/>
            </p:nvSpPr>
            <p:spPr>
              <a:xfrm>
                <a:off x="5782123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3" name="Freeform 38432">
                <a:extLst>
                  <a:ext uri="{FF2B5EF4-FFF2-40B4-BE49-F238E27FC236}">
                    <a16:creationId xmlns:a16="http://schemas.microsoft.com/office/drawing/2014/main" id="{7EE96847-9A05-2A2E-12B6-75B042A1146D}"/>
                  </a:ext>
                </a:extLst>
              </p:cNvPr>
              <p:cNvSpPr/>
              <p:nvPr/>
            </p:nvSpPr>
            <p:spPr>
              <a:xfrm>
                <a:off x="5782620" y="4039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4" name="Freeform 38433">
                <a:extLst>
                  <a:ext uri="{FF2B5EF4-FFF2-40B4-BE49-F238E27FC236}">
                    <a16:creationId xmlns:a16="http://schemas.microsoft.com/office/drawing/2014/main" id="{AF464E69-0B33-98D0-8DCA-387940178ED6}"/>
                  </a:ext>
                </a:extLst>
              </p:cNvPr>
              <p:cNvSpPr/>
              <p:nvPr/>
            </p:nvSpPr>
            <p:spPr>
              <a:xfrm>
                <a:off x="5783116" y="4132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5" name="Freeform 38434">
                <a:extLst>
                  <a:ext uri="{FF2B5EF4-FFF2-40B4-BE49-F238E27FC236}">
                    <a16:creationId xmlns:a16="http://schemas.microsoft.com/office/drawing/2014/main" id="{C7EDE0D9-A692-9ACA-330B-0278E4874620}"/>
                  </a:ext>
                </a:extLst>
              </p:cNvPr>
              <p:cNvSpPr/>
              <p:nvPr/>
            </p:nvSpPr>
            <p:spPr>
              <a:xfrm>
                <a:off x="5783711" y="4119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6" name="Freeform 38435">
                <a:extLst>
                  <a:ext uri="{FF2B5EF4-FFF2-40B4-BE49-F238E27FC236}">
                    <a16:creationId xmlns:a16="http://schemas.microsoft.com/office/drawing/2014/main" id="{99399BE7-6F1C-83E2-1BB3-E6C7E103E4F8}"/>
                  </a:ext>
                </a:extLst>
              </p:cNvPr>
              <p:cNvSpPr/>
              <p:nvPr/>
            </p:nvSpPr>
            <p:spPr>
              <a:xfrm>
                <a:off x="5784207" y="4151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7" name="Freeform 38436">
                <a:extLst>
                  <a:ext uri="{FF2B5EF4-FFF2-40B4-BE49-F238E27FC236}">
                    <a16:creationId xmlns:a16="http://schemas.microsoft.com/office/drawing/2014/main" id="{7D79C215-ED89-DA43-7F91-8C3AEB100DA4}"/>
                  </a:ext>
                </a:extLst>
              </p:cNvPr>
              <p:cNvSpPr/>
              <p:nvPr/>
            </p:nvSpPr>
            <p:spPr>
              <a:xfrm>
                <a:off x="5784703" y="420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8" name="Freeform 38437">
                <a:extLst>
                  <a:ext uri="{FF2B5EF4-FFF2-40B4-BE49-F238E27FC236}">
                    <a16:creationId xmlns:a16="http://schemas.microsoft.com/office/drawing/2014/main" id="{436DC976-4CE6-68B7-154E-E654A697A978}"/>
                  </a:ext>
                </a:extLst>
              </p:cNvPr>
              <p:cNvSpPr/>
              <p:nvPr/>
            </p:nvSpPr>
            <p:spPr>
              <a:xfrm>
                <a:off x="5785298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9" name="Freeform 38438">
                <a:extLst>
                  <a:ext uri="{FF2B5EF4-FFF2-40B4-BE49-F238E27FC236}">
                    <a16:creationId xmlns:a16="http://schemas.microsoft.com/office/drawing/2014/main" id="{279E4EAE-F684-FAFC-F3B6-E879AA2ED845}"/>
                  </a:ext>
                </a:extLst>
              </p:cNvPr>
              <p:cNvSpPr/>
              <p:nvPr/>
            </p:nvSpPr>
            <p:spPr>
              <a:xfrm>
                <a:off x="5785795" y="4205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0" name="Freeform 38439">
                <a:extLst>
                  <a:ext uri="{FF2B5EF4-FFF2-40B4-BE49-F238E27FC236}">
                    <a16:creationId xmlns:a16="http://schemas.microsoft.com/office/drawing/2014/main" id="{B89C89D1-253D-8AE4-1958-9C0E3AE8DD8A}"/>
                  </a:ext>
                </a:extLst>
              </p:cNvPr>
              <p:cNvSpPr/>
              <p:nvPr/>
            </p:nvSpPr>
            <p:spPr>
              <a:xfrm>
                <a:off x="5786291" y="4199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1" name="Freeform 38440">
                <a:extLst>
                  <a:ext uri="{FF2B5EF4-FFF2-40B4-BE49-F238E27FC236}">
                    <a16:creationId xmlns:a16="http://schemas.microsoft.com/office/drawing/2014/main" id="{443162DB-BB98-AF1E-E0A5-898F89AFBDFC}"/>
                  </a:ext>
                </a:extLst>
              </p:cNvPr>
              <p:cNvSpPr/>
              <p:nvPr/>
            </p:nvSpPr>
            <p:spPr>
              <a:xfrm>
                <a:off x="5786886" y="4194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2" name="Freeform 38441">
                <a:extLst>
                  <a:ext uri="{FF2B5EF4-FFF2-40B4-BE49-F238E27FC236}">
                    <a16:creationId xmlns:a16="http://schemas.microsoft.com/office/drawing/2014/main" id="{C3A27A2E-8CDB-4244-A2BD-5CED8D13BCC5}"/>
                  </a:ext>
                </a:extLst>
              </p:cNvPr>
              <p:cNvSpPr/>
              <p:nvPr/>
            </p:nvSpPr>
            <p:spPr>
              <a:xfrm>
                <a:off x="5787382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3" name="Freeform 38442">
                <a:extLst>
                  <a:ext uri="{FF2B5EF4-FFF2-40B4-BE49-F238E27FC236}">
                    <a16:creationId xmlns:a16="http://schemas.microsoft.com/office/drawing/2014/main" id="{C7526276-3AAC-B436-4563-68F71806AECF}"/>
                  </a:ext>
                </a:extLst>
              </p:cNvPr>
              <p:cNvSpPr/>
              <p:nvPr/>
            </p:nvSpPr>
            <p:spPr>
              <a:xfrm>
                <a:off x="5787878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4" name="Freeform 38443">
                <a:extLst>
                  <a:ext uri="{FF2B5EF4-FFF2-40B4-BE49-F238E27FC236}">
                    <a16:creationId xmlns:a16="http://schemas.microsoft.com/office/drawing/2014/main" id="{3FED08AE-FF39-8446-2F4F-3F73B76CF827}"/>
                  </a:ext>
                </a:extLst>
              </p:cNvPr>
              <p:cNvSpPr/>
              <p:nvPr/>
            </p:nvSpPr>
            <p:spPr>
              <a:xfrm>
                <a:off x="5788473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5" name="Freeform 38444">
                <a:extLst>
                  <a:ext uri="{FF2B5EF4-FFF2-40B4-BE49-F238E27FC236}">
                    <a16:creationId xmlns:a16="http://schemas.microsoft.com/office/drawing/2014/main" id="{86ACBC6C-22B1-8534-B673-7D98C777BD13}"/>
                  </a:ext>
                </a:extLst>
              </p:cNvPr>
              <p:cNvSpPr/>
              <p:nvPr/>
            </p:nvSpPr>
            <p:spPr>
              <a:xfrm>
                <a:off x="5788970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6" name="Freeform 38445">
                <a:extLst>
                  <a:ext uri="{FF2B5EF4-FFF2-40B4-BE49-F238E27FC236}">
                    <a16:creationId xmlns:a16="http://schemas.microsoft.com/office/drawing/2014/main" id="{0C290456-9418-88E4-1B5B-E055ECF075D1}"/>
                  </a:ext>
                </a:extLst>
              </p:cNvPr>
              <p:cNvSpPr/>
              <p:nvPr/>
            </p:nvSpPr>
            <p:spPr>
              <a:xfrm>
                <a:off x="5789466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7" name="Freeform 38446">
                <a:extLst>
                  <a:ext uri="{FF2B5EF4-FFF2-40B4-BE49-F238E27FC236}">
                    <a16:creationId xmlns:a16="http://schemas.microsoft.com/office/drawing/2014/main" id="{A22AB2DE-0ED6-BD79-1188-2D7333B3B7E3}"/>
                  </a:ext>
                </a:extLst>
              </p:cNvPr>
              <p:cNvSpPr/>
              <p:nvPr/>
            </p:nvSpPr>
            <p:spPr>
              <a:xfrm>
                <a:off x="5790061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8" name="Freeform 38447">
                <a:extLst>
                  <a:ext uri="{FF2B5EF4-FFF2-40B4-BE49-F238E27FC236}">
                    <a16:creationId xmlns:a16="http://schemas.microsoft.com/office/drawing/2014/main" id="{958B955C-AF14-2E6D-A1A0-F01455E3B745}"/>
                  </a:ext>
                </a:extLst>
              </p:cNvPr>
              <p:cNvSpPr/>
              <p:nvPr/>
            </p:nvSpPr>
            <p:spPr>
              <a:xfrm>
                <a:off x="5790557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9" name="Freeform 38448">
                <a:extLst>
                  <a:ext uri="{FF2B5EF4-FFF2-40B4-BE49-F238E27FC236}">
                    <a16:creationId xmlns:a16="http://schemas.microsoft.com/office/drawing/2014/main" id="{3778F21A-C7EA-FB8E-0969-139471F3AEE0}"/>
                  </a:ext>
                </a:extLst>
              </p:cNvPr>
              <p:cNvSpPr/>
              <p:nvPr/>
            </p:nvSpPr>
            <p:spPr>
              <a:xfrm>
                <a:off x="5791053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0" name="Freeform 38449">
                <a:extLst>
                  <a:ext uri="{FF2B5EF4-FFF2-40B4-BE49-F238E27FC236}">
                    <a16:creationId xmlns:a16="http://schemas.microsoft.com/office/drawing/2014/main" id="{E2DC81EC-08A4-9A10-44BE-AD9D8D56B420}"/>
                  </a:ext>
                </a:extLst>
              </p:cNvPr>
              <p:cNvSpPr/>
              <p:nvPr/>
            </p:nvSpPr>
            <p:spPr>
              <a:xfrm>
                <a:off x="579164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1" name="Freeform 38450">
                <a:extLst>
                  <a:ext uri="{FF2B5EF4-FFF2-40B4-BE49-F238E27FC236}">
                    <a16:creationId xmlns:a16="http://schemas.microsoft.com/office/drawing/2014/main" id="{01FC2398-2FE9-A9C0-FCAB-968B26D22070}"/>
                  </a:ext>
                </a:extLst>
              </p:cNvPr>
              <p:cNvSpPr/>
              <p:nvPr/>
            </p:nvSpPr>
            <p:spPr>
              <a:xfrm>
                <a:off x="5792145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2" name="Freeform 38451">
                <a:extLst>
                  <a:ext uri="{FF2B5EF4-FFF2-40B4-BE49-F238E27FC236}">
                    <a16:creationId xmlns:a16="http://schemas.microsoft.com/office/drawing/2014/main" id="{6A11F352-DB6A-048E-C1E7-44C7FD3CABAE}"/>
                  </a:ext>
                </a:extLst>
              </p:cNvPr>
              <p:cNvSpPr/>
              <p:nvPr/>
            </p:nvSpPr>
            <p:spPr>
              <a:xfrm>
                <a:off x="5792641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3" name="Freeform 38452">
                <a:extLst>
                  <a:ext uri="{FF2B5EF4-FFF2-40B4-BE49-F238E27FC236}">
                    <a16:creationId xmlns:a16="http://schemas.microsoft.com/office/drawing/2014/main" id="{4847BA86-5E4C-1A75-39A0-0D97BA777A05}"/>
                  </a:ext>
                </a:extLst>
              </p:cNvPr>
              <p:cNvSpPr/>
              <p:nvPr/>
            </p:nvSpPr>
            <p:spPr>
              <a:xfrm>
                <a:off x="5793137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4" name="Freeform 38453">
                <a:extLst>
                  <a:ext uri="{FF2B5EF4-FFF2-40B4-BE49-F238E27FC236}">
                    <a16:creationId xmlns:a16="http://schemas.microsoft.com/office/drawing/2014/main" id="{85D07675-B4D0-8D21-CEDC-85C2CB71C2AB}"/>
                  </a:ext>
                </a:extLst>
              </p:cNvPr>
              <p:cNvSpPr/>
              <p:nvPr/>
            </p:nvSpPr>
            <p:spPr>
              <a:xfrm>
                <a:off x="5793732" y="4199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5" name="Freeform 38454">
                <a:extLst>
                  <a:ext uri="{FF2B5EF4-FFF2-40B4-BE49-F238E27FC236}">
                    <a16:creationId xmlns:a16="http://schemas.microsoft.com/office/drawing/2014/main" id="{67EC1306-3026-D42E-B6EE-504829D96AF4}"/>
                  </a:ext>
                </a:extLst>
              </p:cNvPr>
              <p:cNvSpPr/>
              <p:nvPr/>
            </p:nvSpPr>
            <p:spPr>
              <a:xfrm>
                <a:off x="5794228" y="4128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6" name="Freeform 38455">
                <a:extLst>
                  <a:ext uri="{FF2B5EF4-FFF2-40B4-BE49-F238E27FC236}">
                    <a16:creationId xmlns:a16="http://schemas.microsoft.com/office/drawing/2014/main" id="{B0D854D9-7545-9537-BD1A-60E137CD861A}"/>
                  </a:ext>
                </a:extLst>
              </p:cNvPr>
              <p:cNvSpPr/>
              <p:nvPr/>
            </p:nvSpPr>
            <p:spPr>
              <a:xfrm>
                <a:off x="5794724" y="4116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7" name="Freeform 38456">
                <a:extLst>
                  <a:ext uri="{FF2B5EF4-FFF2-40B4-BE49-F238E27FC236}">
                    <a16:creationId xmlns:a16="http://schemas.microsoft.com/office/drawing/2014/main" id="{607EA999-F550-1D82-3C5A-0308C0142D4E}"/>
                  </a:ext>
                </a:extLst>
              </p:cNvPr>
              <p:cNvSpPr/>
              <p:nvPr/>
            </p:nvSpPr>
            <p:spPr>
              <a:xfrm>
                <a:off x="5795320" y="4131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8" name="Freeform 38457">
                <a:extLst>
                  <a:ext uri="{FF2B5EF4-FFF2-40B4-BE49-F238E27FC236}">
                    <a16:creationId xmlns:a16="http://schemas.microsoft.com/office/drawing/2014/main" id="{D666E6B2-DBC2-BEE9-024D-FDDA19724DBC}"/>
                  </a:ext>
                </a:extLst>
              </p:cNvPr>
              <p:cNvSpPr/>
              <p:nvPr/>
            </p:nvSpPr>
            <p:spPr>
              <a:xfrm>
                <a:off x="5795816" y="4174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9" name="Freeform 38458">
                <a:extLst>
                  <a:ext uri="{FF2B5EF4-FFF2-40B4-BE49-F238E27FC236}">
                    <a16:creationId xmlns:a16="http://schemas.microsoft.com/office/drawing/2014/main" id="{5D65EF15-ACB2-B2DE-E1F8-CCA66C978A36}"/>
                  </a:ext>
                </a:extLst>
              </p:cNvPr>
              <p:cNvSpPr/>
              <p:nvPr/>
            </p:nvSpPr>
            <p:spPr>
              <a:xfrm>
                <a:off x="5796312" y="41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0" name="Freeform 38459">
                <a:extLst>
                  <a:ext uri="{FF2B5EF4-FFF2-40B4-BE49-F238E27FC236}">
                    <a16:creationId xmlns:a16="http://schemas.microsoft.com/office/drawing/2014/main" id="{AA0EE898-9A47-FD89-09C7-9B3C94DDDA5D}"/>
                  </a:ext>
                </a:extLst>
              </p:cNvPr>
              <p:cNvSpPr/>
              <p:nvPr/>
            </p:nvSpPr>
            <p:spPr>
              <a:xfrm>
                <a:off x="5796907" y="4199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1" name="Freeform 38460">
                <a:extLst>
                  <a:ext uri="{FF2B5EF4-FFF2-40B4-BE49-F238E27FC236}">
                    <a16:creationId xmlns:a16="http://schemas.microsoft.com/office/drawing/2014/main" id="{41C80CDE-0988-2D7F-8825-492540E224D2}"/>
                  </a:ext>
                </a:extLst>
              </p:cNvPr>
              <p:cNvSpPr/>
              <p:nvPr/>
            </p:nvSpPr>
            <p:spPr>
              <a:xfrm>
                <a:off x="5797403" y="4194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2" name="Freeform 38461">
                <a:extLst>
                  <a:ext uri="{FF2B5EF4-FFF2-40B4-BE49-F238E27FC236}">
                    <a16:creationId xmlns:a16="http://schemas.microsoft.com/office/drawing/2014/main" id="{622CA840-F4E8-1379-5EE4-BF3120E11665}"/>
                  </a:ext>
                </a:extLst>
              </p:cNvPr>
              <p:cNvSpPr/>
              <p:nvPr/>
            </p:nvSpPr>
            <p:spPr>
              <a:xfrm>
                <a:off x="5797899" y="4186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3" name="Freeform 38462">
                <a:extLst>
                  <a:ext uri="{FF2B5EF4-FFF2-40B4-BE49-F238E27FC236}">
                    <a16:creationId xmlns:a16="http://schemas.microsoft.com/office/drawing/2014/main" id="{9B752869-22D8-7830-CC11-F0885757168F}"/>
                  </a:ext>
                </a:extLst>
              </p:cNvPr>
              <p:cNvSpPr/>
              <p:nvPr/>
            </p:nvSpPr>
            <p:spPr>
              <a:xfrm>
                <a:off x="5798495" y="4172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4" name="Freeform 38463">
                <a:extLst>
                  <a:ext uri="{FF2B5EF4-FFF2-40B4-BE49-F238E27FC236}">
                    <a16:creationId xmlns:a16="http://schemas.microsoft.com/office/drawing/2014/main" id="{A0B701DC-68B9-6067-2642-9B98752C9DCC}"/>
                  </a:ext>
                </a:extLst>
              </p:cNvPr>
              <p:cNvSpPr/>
              <p:nvPr/>
            </p:nvSpPr>
            <p:spPr>
              <a:xfrm>
                <a:off x="5798991" y="4162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5" name="Freeform 38464">
                <a:extLst>
                  <a:ext uri="{FF2B5EF4-FFF2-40B4-BE49-F238E27FC236}">
                    <a16:creationId xmlns:a16="http://schemas.microsoft.com/office/drawing/2014/main" id="{E1EF8A29-E036-D788-CC92-ED554B5E97BC}"/>
                  </a:ext>
                </a:extLst>
              </p:cNvPr>
              <p:cNvSpPr/>
              <p:nvPr/>
            </p:nvSpPr>
            <p:spPr>
              <a:xfrm>
                <a:off x="5799487" y="4160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6" name="Freeform 38465">
                <a:extLst>
                  <a:ext uri="{FF2B5EF4-FFF2-40B4-BE49-F238E27FC236}">
                    <a16:creationId xmlns:a16="http://schemas.microsoft.com/office/drawing/2014/main" id="{4EC58B52-6CF6-DF99-26D1-C284A064ADB3}"/>
                  </a:ext>
                </a:extLst>
              </p:cNvPr>
              <p:cNvSpPr/>
              <p:nvPr/>
            </p:nvSpPr>
            <p:spPr>
              <a:xfrm>
                <a:off x="5800082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7" name="Freeform 38466">
                <a:extLst>
                  <a:ext uri="{FF2B5EF4-FFF2-40B4-BE49-F238E27FC236}">
                    <a16:creationId xmlns:a16="http://schemas.microsoft.com/office/drawing/2014/main" id="{5370740F-90F8-04CA-7EB2-797515CE9E3D}"/>
                  </a:ext>
                </a:extLst>
              </p:cNvPr>
              <p:cNvSpPr/>
              <p:nvPr/>
            </p:nvSpPr>
            <p:spPr>
              <a:xfrm>
                <a:off x="5800578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8" name="Freeform 38467">
                <a:extLst>
                  <a:ext uri="{FF2B5EF4-FFF2-40B4-BE49-F238E27FC236}">
                    <a16:creationId xmlns:a16="http://schemas.microsoft.com/office/drawing/2014/main" id="{3641C69C-FD9E-C7B6-3A59-4B20CE896B6E}"/>
                  </a:ext>
                </a:extLst>
              </p:cNvPr>
              <p:cNvSpPr/>
              <p:nvPr/>
            </p:nvSpPr>
            <p:spPr>
              <a:xfrm>
                <a:off x="5801074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9" name="Freeform 38468">
                <a:extLst>
                  <a:ext uri="{FF2B5EF4-FFF2-40B4-BE49-F238E27FC236}">
                    <a16:creationId xmlns:a16="http://schemas.microsoft.com/office/drawing/2014/main" id="{A1D745FE-50E6-8D04-7978-56141333E3CD}"/>
                  </a:ext>
                </a:extLst>
              </p:cNvPr>
              <p:cNvSpPr/>
              <p:nvPr/>
            </p:nvSpPr>
            <p:spPr>
              <a:xfrm>
                <a:off x="5801670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0" name="Freeform 38469">
                <a:extLst>
                  <a:ext uri="{FF2B5EF4-FFF2-40B4-BE49-F238E27FC236}">
                    <a16:creationId xmlns:a16="http://schemas.microsoft.com/office/drawing/2014/main" id="{702F00F6-BE04-A6AC-086F-7F166900FA04}"/>
                  </a:ext>
                </a:extLst>
              </p:cNvPr>
              <p:cNvSpPr/>
              <p:nvPr/>
            </p:nvSpPr>
            <p:spPr>
              <a:xfrm>
                <a:off x="5802166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1" name="Freeform 38470">
                <a:extLst>
                  <a:ext uri="{FF2B5EF4-FFF2-40B4-BE49-F238E27FC236}">
                    <a16:creationId xmlns:a16="http://schemas.microsoft.com/office/drawing/2014/main" id="{F3C9D728-2DD2-9C5D-DE8E-D80F58653476}"/>
                  </a:ext>
                </a:extLst>
              </p:cNvPr>
              <p:cNvSpPr/>
              <p:nvPr/>
            </p:nvSpPr>
            <p:spPr>
              <a:xfrm>
                <a:off x="5802662" y="4233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2" name="Freeform 38471">
                <a:extLst>
                  <a:ext uri="{FF2B5EF4-FFF2-40B4-BE49-F238E27FC236}">
                    <a16:creationId xmlns:a16="http://schemas.microsoft.com/office/drawing/2014/main" id="{1A3CCE4C-A779-C6B4-BDC5-8E285CC38D77}"/>
                  </a:ext>
                </a:extLst>
              </p:cNvPr>
              <p:cNvSpPr/>
              <p:nvPr/>
            </p:nvSpPr>
            <p:spPr>
              <a:xfrm>
                <a:off x="5803257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3" name="Freeform 38472">
                <a:extLst>
                  <a:ext uri="{FF2B5EF4-FFF2-40B4-BE49-F238E27FC236}">
                    <a16:creationId xmlns:a16="http://schemas.microsoft.com/office/drawing/2014/main" id="{7F7A5BC9-377B-88CC-AAF6-23D659D7F032}"/>
                  </a:ext>
                </a:extLst>
              </p:cNvPr>
              <p:cNvSpPr/>
              <p:nvPr/>
            </p:nvSpPr>
            <p:spPr>
              <a:xfrm>
                <a:off x="5803753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4" name="Freeform 38473">
                <a:extLst>
                  <a:ext uri="{FF2B5EF4-FFF2-40B4-BE49-F238E27FC236}">
                    <a16:creationId xmlns:a16="http://schemas.microsoft.com/office/drawing/2014/main" id="{701C9429-CB79-7F79-D4AF-69031B9BF6F1}"/>
                  </a:ext>
                </a:extLst>
              </p:cNvPr>
              <p:cNvSpPr/>
              <p:nvPr/>
            </p:nvSpPr>
            <p:spPr>
              <a:xfrm>
                <a:off x="580424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5" name="Freeform 38474">
                <a:extLst>
                  <a:ext uri="{FF2B5EF4-FFF2-40B4-BE49-F238E27FC236}">
                    <a16:creationId xmlns:a16="http://schemas.microsoft.com/office/drawing/2014/main" id="{A82F4174-D84C-0610-3147-67E248D721F9}"/>
                  </a:ext>
                </a:extLst>
              </p:cNvPr>
              <p:cNvSpPr/>
              <p:nvPr/>
            </p:nvSpPr>
            <p:spPr>
              <a:xfrm>
                <a:off x="5804845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6" name="Freeform 38475">
                <a:extLst>
                  <a:ext uri="{FF2B5EF4-FFF2-40B4-BE49-F238E27FC236}">
                    <a16:creationId xmlns:a16="http://schemas.microsoft.com/office/drawing/2014/main" id="{D0A55B9F-1E1A-67BE-ADD4-3FA16D0E7507}"/>
                  </a:ext>
                </a:extLst>
              </p:cNvPr>
              <p:cNvSpPr/>
              <p:nvPr/>
            </p:nvSpPr>
            <p:spPr>
              <a:xfrm>
                <a:off x="580534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7" name="Freeform 38476">
                <a:extLst>
                  <a:ext uri="{FF2B5EF4-FFF2-40B4-BE49-F238E27FC236}">
                    <a16:creationId xmlns:a16="http://schemas.microsoft.com/office/drawing/2014/main" id="{7C476808-7140-B991-2C0C-6A4612F9C6C3}"/>
                  </a:ext>
                </a:extLst>
              </p:cNvPr>
              <p:cNvSpPr/>
              <p:nvPr/>
            </p:nvSpPr>
            <p:spPr>
              <a:xfrm>
                <a:off x="5805837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8" name="Freeform 38477">
                <a:extLst>
                  <a:ext uri="{FF2B5EF4-FFF2-40B4-BE49-F238E27FC236}">
                    <a16:creationId xmlns:a16="http://schemas.microsoft.com/office/drawing/2014/main" id="{C4A49F45-C1DC-24F5-C89D-A1EEE553A5F2}"/>
                  </a:ext>
                </a:extLst>
              </p:cNvPr>
              <p:cNvSpPr/>
              <p:nvPr/>
            </p:nvSpPr>
            <p:spPr>
              <a:xfrm>
                <a:off x="5806333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9" name="Freeform 38478">
                <a:extLst>
                  <a:ext uri="{FF2B5EF4-FFF2-40B4-BE49-F238E27FC236}">
                    <a16:creationId xmlns:a16="http://schemas.microsoft.com/office/drawing/2014/main" id="{FD9CCB70-6342-EDF3-5C07-04FF749CAB07}"/>
                  </a:ext>
                </a:extLst>
              </p:cNvPr>
              <p:cNvSpPr/>
              <p:nvPr/>
            </p:nvSpPr>
            <p:spPr>
              <a:xfrm>
                <a:off x="5806928" y="3850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0" name="Freeform 38479">
                <a:extLst>
                  <a:ext uri="{FF2B5EF4-FFF2-40B4-BE49-F238E27FC236}">
                    <a16:creationId xmlns:a16="http://schemas.microsoft.com/office/drawing/2014/main" id="{6AD5072E-271A-E19C-35AB-F2378A069EAF}"/>
                  </a:ext>
                </a:extLst>
              </p:cNvPr>
              <p:cNvSpPr/>
              <p:nvPr/>
            </p:nvSpPr>
            <p:spPr>
              <a:xfrm>
                <a:off x="5807424" y="3864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1" name="Freeform 38480">
                <a:extLst>
                  <a:ext uri="{FF2B5EF4-FFF2-40B4-BE49-F238E27FC236}">
                    <a16:creationId xmlns:a16="http://schemas.microsoft.com/office/drawing/2014/main" id="{1FB147EA-BAC1-503D-1F56-452BA1EF35EE}"/>
                  </a:ext>
                </a:extLst>
              </p:cNvPr>
              <p:cNvSpPr/>
              <p:nvPr/>
            </p:nvSpPr>
            <p:spPr>
              <a:xfrm>
                <a:off x="5807920" y="3905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2" name="Freeform 38481">
                <a:extLst>
                  <a:ext uri="{FF2B5EF4-FFF2-40B4-BE49-F238E27FC236}">
                    <a16:creationId xmlns:a16="http://schemas.microsoft.com/office/drawing/2014/main" id="{0401958E-C498-F02E-0137-EAF1A4C86268}"/>
                  </a:ext>
                </a:extLst>
              </p:cNvPr>
              <p:cNvSpPr/>
              <p:nvPr/>
            </p:nvSpPr>
            <p:spPr>
              <a:xfrm>
                <a:off x="5808516" y="3946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3" name="Freeform 38482">
                <a:extLst>
                  <a:ext uri="{FF2B5EF4-FFF2-40B4-BE49-F238E27FC236}">
                    <a16:creationId xmlns:a16="http://schemas.microsoft.com/office/drawing/2014/main" id="{9F289CF1-5FCB-70AD-6B88-30E56C354000}"/>
                  </a:ext>
                </a:extLst>
              </p:cNvPr>
              <p:cNvSpPr/>
              <p:nvPr/>
            </p:nvSpPr>
            <p:spPr>
              <a:xfrm>
                <a:off x="5809012" y="4034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4" name="Freeform 38483">
                <a:extLst>
                  <a:ext uri="{FF2B5EF4-FFF2-40B4-BE49-F238E27FC236}">
                    <a16:creationId xmlns:a16="http://schemas.microsoft.com/office/drawing/2014/main" id="{598C4FC0-7C1E-AA37-9990-3418A806BE70}"/>
                  </a:ext>
                </a:extLst>
              </p:cNvPr>
              <p:cNvSpPr/>
              <p:nvPr/>
            </p:nvSpPr>
            <p:spPr>
              <a:xfrm>
                <a:off x="5809508" y="4083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5" name="Freeform 38484">
                <a:extLst>
                  <a:ext uri="{FF2B5EF4-FFF2-40B4-BE49-F238E27FC236}">
                    <a16:creationId xmlns:a16="http://schemas.microsoft.com/office/drawing/2014/main" id="{C61AE3CF-28F4-CDB9-7C1D-3F7B97C3EE1C}"/>
                  </a:ext>
                </a:extLst>
              </p:cNvPr>
              <p:cNvSpPr/>
              <p:nvPr/>
            </p:nvSpPr>
            <p:spPr>
              <a:xfrm>
                <a:off x="5810103" y="4152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6" name="Freeform 38485">
                <a:extLst>
                  <a:ext uri="{FF2B5EF4-FFF2-40B4-BE49-F238E27FC236}">
                    <a16:creationId xmlns:a16="http://schemas.microsoft.com/office/drawing/2014/main" id="{0BDAD3CF-E230-67BC-8B11-C38E8EA6AA02}"/>
                  </a:ext>
                </a:extLst>
              </p:cNvPr>
              <p:cNvSpPr/>
              <p:nvPr/>
            </p:nvSpPr>
            <p:spPr>
              <a:xfrm>
                <a:off x="5810599" y="4153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7" name="Freeform 38486">
                <a:extLst>
                  <a:ext uri="{FF2B5EF4-FFF2-40B4-BE49-F238E27FC236}">
                    <a16:creationId xmlns:a16="http://schemas.microsoft.com/office/drawing/2014/main" id="{7B6ABB4F-B104-B470-61DC-0013BD5BC188}"/>
                  </a:ext>
                </a:extLst>
              </p:cNvPr>
              <p:cNvSpPr/>
              <p:nvPr/>
            </p:nvSpPr>
            <p:spPr>
              <a:xfrm>
                <a:off x="5811095" y="4139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8" name="Freeform 38487">
                <a:extLst>
                  <a:ext uri="{FF2B5EF4-FFF2-40B4-BE49-F238E27FC236}">
                    <a16:creationId xmlns:a16="http://schemas.microsoft.com/office/drawing/2014/main" id="{7CE942B8-3336-A2AB-6742-AAAAF68669DB}"/>
                  </a:ext>
                </a:extLst>
              </p:cNvPr>
              <p:cNvSpPr/>
              <p:nvPr/>
            </p:nvSpPr>
            <p:spPr>
              <a:xfrm>
                <a:off x="5811691" y="4126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9" name="Freeform 38488">
                <a:extLst>
                  <a:ext uri="{FF2B5EF4-FFF2-40B4-BE49-F238E27FC236}">
                    <a16:creationId xmlns:a16="http://schemas.microsoft.com/office/drawing/2014/main" id="{10241539-5E0F-5128-AFEC-D1C74FAC5A82}"/>
                  </a:ext>
                </a:extLst>
              </p:cNvPr>
              <p:cNvSpPr/>
              <p:nvPr/>
            </p:nvSpPr>
            <p:spPr>
              <a:xfrm>
                <a:off x="5812187" y="4118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0" name="Freeform 38489">
                <a:extLst>
                  <a:ext uri="{FF2B5EF4-FFF2-40B4-BE49-F238E27FC236}">
                    <a16:creationId xmlns:a16="http://schemas.microsoft.com/office/drawing/2014/main" id="{38750DF2-3DC6-2130-A53A-256F4CDFBF57}"/>
                  </a:ext>
                </a:extLst>
              </p:cNvPr>
              <p:cNvSpPr/>
              <p:nvPr/>
            </p:nvSpPr>
            <p:spPr>
              <a:xfrm>
                <a:off x="5812683" y="4194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1" name="Freeform 38490">
                <a:extLst>
                  <a:ext uri="{FF2B5EF4-FFF2-40B4-BE49-F238E27FC236}">
                    <a16:creationId xmlns:a16="http://schemas.microsoft.com/office/drawing/2014/main" id="{47303E05-6012-625A-1A62-B1933EFA6E53}"/>
                  </a:ext>
                </a:extLst>
              </p:cNvPr>
              <p:cNvSpPr/>
              <p:nvPr/>
            </p:nvSpPr>
            <p:spPr>
              <a:xfrm>
                <a:off x="5813278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2" name="Freeform 38491">
                <a:extLst>
                  <a:ext uri="{FF2B5EF4-FFF2-40B4-BE49-F238E27FC236}">
                    <a16:creationId xmlns:a16="http://schemas.microsoft.com/office/drawing/2014/main" id="{256A6B54-FD32-09C9-09C9-EE0DD5DA27AD}"/>
                  </a:ext>
                </a:extLst>
              </p:cNvPr>
              <p:cNvSpPr/>
              <p:nvPr/>
            </p:nvSpPr>
            <p:spPr>
              <a:xfrm>
                <a:off x="5813774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3" name="Freeform 38492">
                <a:extLst>
                  <a:ext uri="{FF2B5EF4-FFF2-40B4-BE49-F238E27FC236}">
                    <a16:creationId xmlns:a16="http://schemas.microsoft.com/office/drawing/2014/main" id="{B8D92E06-4A5F-3EF3-1748-02F886D27A08}"/>
                  </a:ext>
                </a:extLst>
              </p:cNvPr>
              <p:cNvSpPr/>
              <p:nvPr/>
            </p:nvSpPr>
            <p:spPr>
              <a:xfrm>
                <a:off x="5814270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4" name="Freeform 38493">
                <a:extLst>
                  <a:ext uri="{FF2B5EF4-FFF2-40B4-BE49-F238E27FC236}">
                    <a16:creationId xmlns:a16="http://schemas.microsoft.com/office/drawing/2014/main" id="{07EC887E-2EA9-0F47-27F2-90E5812ABBC9}"/>
                  </a:ext>
                </a:extLst>
              </p:cNvPr>
              <p:cNvSpPr/>
              <p:nvPr/>
            </p:nvSpPr>
            <p:spPr>
              <a:xfrm>
                <a:off x="5814866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5" name="Freeform 38494">
                <a:extLst>
                  <a:ext uri="{FF2B5EF4-FFF2-40B4-BE49-F238E27FC236}">
                    <a16:creationId xmlns:a16="http://schemas.microsoft.com/office/drawing/2014/main" id="{C53DE48A-28EB-FD2F-A7E5-AC32F5890C0E}"/>
                  </a:ext>
                </a:extLst>
              </p:cNvPr>
              <p:cNvSpPr/>
              <p:nvPr/>
            </p:nvSpPr>
            <p:spPr>
              <a:xfrm>
                <a:off x="5815362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6" name="Freeform 38495">
                <a:extLst>
                  <a:ext uri="{FF2B5EF4-FFF2-40B4-BE49-F238E27FC236}">
                    <a16:creationId xmlns:a16="http://schemas.microsoft.com/office/drawing/2014/main" id="{F87673BB-EFE0-2062-369E-C3DD8921FEC9}"/>
                  </a:ext>
                </a:extLst>
              </p:cNvPr>
              <p:cNvSpPr/>
              <p:nvPr/>
            </p:nvSpPr>
            <p:spPr>
              <a:xfrm>
                <a:off x="5815858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7" name="Freeform 38496">
                <a:extLst>
                  <a:ext uri="{FF2B5EF4-FFF2-40B4-BE49-F238E27FC236}">
                    <a16:creationId xmlns:a16="http://schemas.microsoft.com/office/drawing/2014/main" id="{1E7C9288-BFE0-66BC-08D6-6A7AA008BFFB}"/>
                  </a:ext>
                </a:extLst>
              </p:cNvPr>
              <p:cNvSpPr/>
              <p:nvPr/>
            </p:nvSpPr>
            <p:spPr>
              <a:xfrm>
                <a:off x="5816453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8" name="Freeform 38497">
                <a:extLst>
                  <a:ext uri="{FF2B5EF4-FFF2-40B4-BE49-F238E27FC236}">
                    <a16:creationId xmlns:a16="http://schemas.microsoft.com/office/drawing/2014/main" id="{64815C5E-D77A-71F7-B725-3432D0E2ED9C}"/>
                  </a:ext>
                </a:extLst>
              </p:cNvPr>
              <p:cNvSpPr/>
              <p:nvPr/>
            </p:nvSpPr>
            <p:spPr>
              <a:xfrm>
                <a:off x="5816949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9" name="Freeform 38498">
                <a:extLst>
                  <a:ext uri="{FF2B5EF4-FFF2-40B4-BE49-F238E27FC236}">
                    <a16:creationId xmlns:a16="http://schemas.microsoft.com/office/drawing/2014/main" id="{F5291A1B-19D8-669D-FFAD-D69860F80D99}"/>
                  </a:ext>
                </a:extLst>
              </p:cNvPr>
              <p:cNvSpPr/>
              <p:nvPr/>
            </p:nvSpPr>
            <p:spPr>
              <a:xfrm>
                <a:off x="581744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0" name="Freeform 38499">
                <a:extLst>
                  <a:ext uri="{FF2B5EF4-FFF2-40B4-BE49-F238E27FC236}">
                    <a16:creationId xmlns:a16="http://schemas.microsoft.com/office/drawing/2014/main" id="{9AB3EBE4-930E-4E3B-BB58-50E65945DB08}"/>
                  </a:ext>
                </a:extLst>
              </p:cNvPr>
              <p:cNvSpPr/>
              <p:nvPr/>
            </p:nvSpPr>
            <p:spPr>
              <a:xfrm>
                <a:off x="58179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1" name="Freeform 38500">
                <a:extLst>
                  <a:ext uri="{FF2B5EF4-FFF2-40B4-BE49-F238E27FC236}">
                    <a16:creationId xmlns:a16="http://schemas.microsoft.com/office/drawing/2014/main" id="{0632B616-2CB0-21AD-569C-6AD75835DFA5}"/>
                  </a:ext>
                </a:extLst>
              </p:cNvPr>
              <p:cNvSpPr/>
              <p:nvPr/>
            </p:nvSpPr>
            <p:spPr>
              <a:xfrm>
                <a:off x="5818537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2" name="Freeform 38501">
                <a:extLst>
                  <a:ext uri="{FF2B5EF4-FFF2-40B4-BE49-F238E27FC236}">
                    <a16:creationId xmlns:a16="http://schemas.microsoft.com/office/drawing/2014/main" id="{87C66C07-7E3A-F60C-7365-F65A78786D18}"/>
                  </a:ext>
                </a:extLst>
              </p:cNvPr>
              <p:cNvSpPr/>
              <p:nvPr/>
            </p:nvSpPr>
            <p:spPr>
              <a:xfrm>
                <a:off x="5819033" y="4126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3" name="Freeform 38502">
                <a:extLst>
                  <a:ext uri="{FF2B5EF4-FFF2-40B4-BE49-F238E27FC236}">
                    <a16:creationId xmlns:a16="http://schemas.microsoft.com/office/drawing/2014/main" id="{BC5C4BEF-B46D-B08E-40A1-935F524C194E}"/>
                  </a:ext>
                </a:extLst>
              </p:cNvPr>
              <p:cNvSpPr/>
              <p:nvPr/>
            </p:nvSpPr>
            <p:spPr>
              <a:xfrm>
                <a:off x="5819529" y="3480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4" name="Freeform 38503">
                <a:extLst>
                  <a:ext uri="{FF2B5EF4-FFF2-40B4-BE49-F238E27FC236}">
                    <a16:creationId xmlns:a16="http://schemas.microsoft.com/office/drawing/2014/main" id="{19B02EAF-63DF-F10A-EB40-5165502C3225}"/>
                  </a:ext>
                </a:extLst>
              </p:cNvPr>
              <p:cNvSpPr/>
              <p:nvPr/>
            </p:nvSpPr>
            <p:spPr>
              <a:xfrm>
                <a:off x="5820124" y="3627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5" name="Freeform 38504">
                <a:extLst>
                  <a:ext uri="{FF2B5EF4-FFF2-40B4-BE49-F238E27FC236}">
                    <a16:creationId xmlns:a16="http://schemas.microsoft.com/office/drawing/2014/main" id="{F1B6E8A2-6AAA-B9BC-0228-4A16C5644E79}"/>
                  </a:ext>
                </a:extLst>
              </p:cNvPr>
              <p:cNvSpPr/>
              <p:nvPr/>
            </p:nvSpPr>
            <p:spPr>
              <a:xfrm>
                <a:off x="5820620" y="3756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6" name="Freeform 38505">
                <a:extLst>
                  <a:ext uri="{FF2B5EF4-FFF2-40B4-BE49-F238E27FC236}">
                    <a16:creationId xmlns:a16="http://schemas.microsoft.com/office/drawing/2014/main" id="{17563200-AE1E-F12B-F155-743DE1CEE270}"/>
                  </a:ext>
                </a:extLst>
              </p:cNvPr>
              <p:cNvSpPr/>
              <p:nvPr/>
            </p:nvSpPr>
            <p:spPr>
              <a:xfrm>
                <a:off x="5821116" y="3602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7" name="Freeform 38506">
                <a:extLst>
                  <a:ext uri="{FF2B5EF4-FFF2-40B4-BE49-F238E27FC236}">
                    <a16:creationId xmlns:a16="http://schemas.microsoft.com/office/drawing/2014/main" id="{9F48D7F0-C4E0-CC78-D750-F7C643D19B13}"/>
                  </a:ext>
                </a:extLst>
              </p:cNvPr>
              <p:cNvSpPr/>
              <p:nvPr/>
            </p:nvSpPr>
            <p:spPr>
              <a:xfrm>
                <a:off x="5821712" y="3780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8" name="Freeform 38507">
                <a:extLst>
                  <a:ext uri="{FF2B5EF4-FFF2-40B4-BE49-F238E27FC236}">
                    <a16:creationId xmlns:a16="http://schemas.microsoft.com/office/drawing/2014/main" id="{5A227DB4-ED5F-0B39-5F06-3056F1DA8190}"/>
                  </a:ext>
                </a:extLst>
              </p:cNvPr>
              <p:cNvSpPr/>
              <p:nvPr/>
            </p:nvSpPr>
            <p:spPr>
              <a:xfrm>
                <a:off x="5822208" y="3933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9" name="Freeform 38508">
                <a:extLst>
                  <a:ext uri="{FF2B5EF4-FFF2-40B4-BE49-F238E27FC236}">
                    <a16:creationId xmlns:a16="http://schemas.microsoft.com/office/drawing/2014/main" id="{8CA7C7FB-074F-55E9-1B94-6E6D9FBF6840}"/>
                  </a:ext>
                </a:extLst>
              </p:cNvPr>
              <p:cNvSpPr/>
              <p:nvPr/>
            </p:nvSpPr>
            <p:spPr>
              <a:xfrm>
                <a:off x="5822704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0" name="Freeform 38509">
                <a:extLst>
                  <a:ext uri="{FF2B5EF4-FFF2-40B4-BE49-F238E27FC236}">
                    <a16:creationId xmlns:a16="http://schemas.microsoft.com/office/drawing/2014/main" id="{3B3B7CD6-9138-928B-BDEA-0A23061F2624}"/>
                  </a:ext>
                </a:extLst>
              </p:cNvPr>
              <p:cNvSpPr/>
              <p:nvPr/>
            </p:nvSpPr>
            <p:spPr>
              <a:xfrm>
                <a:off x="5823299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1" name="Freeform 38510">
                <a:extLst>
                  <a:ext uri="{FF2B5EF4-FFF2-40B4-BE49-F238E27FC236}">
                    <a16:creationId xmlns:a16="http://schemas.microsoft.com/office/drawing/2014/main" id="{0F42D3E4-93F9-D3FC-0E83-D818F7CA3162}"/>
                  </a:ext>
                </a:extLst>
              </p:cNvPr>
              <p:cNvSpPr/>
              <p:nvPr/>
            </p:nvSpPr>
            <p:spPr>
              <a:xfrm>
                <a:off x="5823795" y="3984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2" name="Freeform 38511">
                <a:extLst>
                  <a:ext uri="{FF2B5EF4-FFF2-40B4-BE49-F238E27FC236}">
                    <a16:creationId xmlns:a16="http://schemas.microsoft.com/office/drawing/2014/main" id="{D41F2A22-1D51-7849-F21C-2AA17C14D574}"/>
                  </a:ext>
                </a:extLst>
              </p:cNvPr>
              <p:cNvSpPr/>
              <p:nvPr/>
            </p:nvSpPr>
            <p:spPr>
              <a:xfrm>
                <a:off x="5824291" y="3964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3" name="Freeform 38512">
                <a:extLst>
                  <a:ext uri="{FF2B5EF4-FFF2-40B4-BE49-F238E27FC236}">
                    <a16:creationId xmlns:a16="http://schemas.microsoft.com/office/drawing/2014/main" id="{3431D638-55A7-509E-9CFF-A1B9B81B6FD7}"/>
                  </a:ext>
                </a:extLst>
              </p:cNvPr>
              <p:cNvSpPr/>
              <p:nvPr/>
            </p:nvSpPr>
            <p:spPr>
              <a:xfrm>
                <a:off x="5824887" y="3973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4" name="Freeform 38513">
                <a:extLst>
                  <a:ext uri="{FF2B5EF4-FFF2-40B4-BE49-F238E27FC236}">
                    <a16:creationId xmlns:a16="http://schemas.microsoft.com/office/drawing/2014/main" id="{126E06DA-B76E-C721-0C63-EAFD4BF2A403}"/>
                  </a:ext>
                </a:extLst>
              </p:cNvPr>
              <p:cNvSpPr/>
              <p:nvPr/>
            </p:nvSpPr>
            <p:spPr>
              <a:xfrm>
                <a:off x="5825383" y="4181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5" name="Freeform 38514">
                <a:extLst>
                  <a:ext uri="{FF2B5EF4-FFF2-40B4-BE49-F238E27FC236}">
                    <a16:creationId xmlns:a16="http://schemas.microsoft.com/office/drawing/2014/main" id="{FD82BA01-15F5-5948-C2E2-81FF6CC551F5}"/>
                  </a:ext>
                </a:extLst>
              </p:cNvPr>
              <p:cNvSpPr/>
              <p:nvPr/>
            </p:nvSpPr>
            <p:spPr>
              <a:xfrm>
                <a:off x="5825879" y="4197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6" name="Freeform 38515">
                <a:extLst>
                  <a:ext uri="{FF2B5EF4-FFF2-40B4-BE49-F238E27FC236}">
                    <a16:creationId xmlns:a16="http://schemas.microsoft.com/office/drawing/2014/main" id="{FB2A929B-FB2F-E1AC-D3D7-62E0DED4E5F8}"/>
                  </a:ext>
                </a:extLst>
              </p:cNvPr>
              <p:cNvSpPr/>
              <p:nvPr/>
            </p:nvSpPr>
            <p:spPr>
              <a:xfrm>
                <a:off x="5826474" y="4203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7" name="Freeform 38516">
                <a:extLst>
                  <a:ext uri="{FF2B5EF4-FFF2-40B4-BE49-F238E27FC236}">
                    <a16:creationId xmlns:a16="http://schemas.microsoft.com/office/drawing/2014/main" id="{86B30F99-84C8-A6D7-CE1A-A13C904428D5}"/>
                  </a:ext>
                </a:extLst>
              </p:cNvPr>
              <p:cNvSpPr/>
              <p:nvPr/>
            </p:nvSpPr>
            <p:spPr>
              <a:xfrm>
                <a:off x="5826970" y="4206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8" name="Freeform 38517">
                <a:extLst>
                  <a:ext uri="{FF2B5EF4-FFF2-40B4-BE49-F238E27FC236}">
                    <a16:creationId xmlns:a16="http://schemas.microsoft.com/office/drawing/2014/main" id="{3240477B-FAED-A819-FAC9-FD90755933F3}"/>
                  </a:ext>
                </a:extLst>
              </p:cNvPr>
              <p:cNvSpPr/>
              <p:nvPr/>
            </p:nvSpPr>
            <p:spPr>
              <a:xfrm>
                <a:off x="5827466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9" name="Freeform 38518">
                <a:extLst>
                  <a:ext uri="{FF2B5EF4-FFF2-40B4-BE49-F238E27FC236}">
                    <a16:creationId xmlns:a16="http://schemas.microsoft.com/office/drawing/2014/main" id="{2ED413A9-76B0-88B3-A915-0B9EB0D16C73}"/>
                  </a:ext>
                </a:extLst>
              </p:cNvPr>
              <p:cNvSpPr/>
              <p:nvPr/>
            </p:nvSpPr>
            <p:spPr>
              <a:xfrm>
                <a:off x="5828062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0" name="Freeform 38519">
                <a:extLst>
                  <a:ext uri="{FF2B5EF4-FFF2-40B4-BE49-F238E27FC236}">
                    <a16:creationId xmlns:a16="http://schemas.microsoft.com/office/drawing/2014/main" id="{4926CB16-7B37-3238-520F-02808C9EE925}"/>
                  </a:ext>
                </a:extLst>
              </p:cNvPr>
              <p:cNvSpPr/>
              <p:nvPr/>
            </p:nvSpPr>
            <p:spPr>
              <a:xfrm>
                <a:off x="5828558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1" name="Freeform 38520">
                <a:extLst>
                  <a:ext uri="{FF2B5EF4-FFF2-40B4-BE49-F238E27FC236}">
                    <a16:creationId xmlns:a16="http://schemas.microsoft.com/office/drawing/2014/main" id="{21B514E7-0210-F8AA-9767-7304157B6F2B}"/>
                  </a:ext>
                </a:extLst>
              </p:cNvPr>
              <p:cNvSpPr/>
              <p:nvPr/>
            </p:nvSpPr>
            <p:spPr>
              <a:xfrm>
                <a:off x="5829054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2" name="Freeform 38521">
                <a:extLst>
                  <a:ext uri="{FF2B5EF4-FFF2-40B4-BE49-F238E27FC236}">
                    <a16:creationId xmlns:a16="http://schemas.microsoft.com/office/drawing/2014/main" id="{9BE68D84-5CFC-CF23-10B0-E76EF94EDFB9}"/>
                  </a:ext>
                </a:extLst>
              </p:cNvPr>
              <p:cNvSpPr/>
              <p:nvPr/>
            </p:nvSpPr>
            <p:spPr>
              <a:xfrm>
                <a:off x="5829550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3" name="Freeform 38522">
                <a:extLst>
                  <a:ext uri="{FF2B5EF4-FFF2-40B4-BE49-F238E27FC236}">
                    <a16:creationId xmlns:a16="http://schemas.microsoft.com/office/drawing/2014/main" id="{3D0C8ACC-6655-D872-4AF6-799187588FAD}"/>
                  </a:ext>
                </a:extLst>
              </p:cNvPr>
              <p:cNvSpPr/>
              <p:nvPr/>
            </p:nvSpPr>
            <p:spPr>
              <a:xfrm>
                <a:off x="5830145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4" name="Freeform 38523">
                <a:extLst>
                  <a:ext uri="{FF2B5EF4-FFF2-40B4-BE49-F238E27FC236}">
                    <a16:creationId xmlns:a16="http://schemas.microsoft.com/office/drawing/2014/main" id="{0A7B79B6-B040-727B-412C-773CB9299644}"/>
                  </a:ext>
                </a:extLst>
              </p:cNvPr>
              <p:cNvSpPr/>
              <p:nvPr/>
            </p:nvSpPr>
            <p:spPr>
              <a:xfrm>
                <a:off x="5830641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5" name="Freeform 38524">
                <a:extLst>
                  <a:ext uri="{FF2B5EF4-FFF2-40B4-BE49-F238E27FC236}">
                    <a16:creationId xmlns:a16="http://schemas.microsoft.com/office/drawing/2014/main" id="{BC18D38F-7743-ED52-F0A6-D0E81877C76C}"/>
                  </a:ext>
                </a:extLst>
              </p:cNvPr>
              <p:cNvSpPr/>
              <p:nvPr/>
            </p:nvSpPr>
            <p:spPr>
              <a:xfrm>
                <a:off x="5831138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6" name="Freeform 38525">
                <a:extLst>
                  <a:ext uri="{FF2B5EF4-FFF2-40B4-BE49-F238E27FC236}">
                    <a16:creationId xmlns:a16="http://schemas.microsoft.com/office/drawing/2014/main" id="{073D49DC-9AC5-55B6-CE1C-075C1242ACF9}"/>
                  </a:ext>
                </a:extLst>
              </p:cNvPr>
              <p:cNvSpPr/>
              <p:nvPr/>
            </p:nvSpPr>
            <p:spPr>
              <a:xfrm>
                <a:off x="5831733" y="4009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7" name="Freeform 38526">
                <a:extLst>
                  <a:ext uri="{FF2B5EF4-FFF2-40B4-BE49-F238E27FC236}">
                    <a16:creationId xmlns:a16="http://schemas.microsoft.com/office/drawing/2014/main" id="{E7E27841-AB3D-A9CD-A058-383104EE08B6}"/>
                  </a:ext>
                </a:extLst>
              </p:cNvPr>
              <p:cNvSpPr/>
              <p:nvPr/>
            </p:nvSpPr>
            <p:spPr>
              <a:xfrm>
                <a:off x="5832229" y="3594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8" name="Freeform 38527">
                <a:extLst>
                  <a:ext uri="{FF2B5EF4-FFF2-40B4-BE49-F238E27FC236}">
                    <a16:creationId xmlns:a16="http://schemas.microsoft.com/office/drawing/2014/main" id="{6081F538-6FCC-985F-65B8-6E92EA4496BA}"/>
                  </a:ext>
                </a:extLst>
              </p:cNvPr>
              <p:cNvSpPr/>
              <p:nvPr/>
            </p:nvSpPr>
            <p:spPr>
              <a:xfrm>
                <a:off x="5832725" y="3646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29" name="Freeform 38528">
                <a:extLst>
                  <a:ext uri="{FF2B5EF4-FFF2-40B4-BE49-F238E27FC236}">
                    <a16:creationId xmlns:a16="http://schemas.microsoft.com/office/drawing/2014/main" id="{92EDF453-C277-DF0B-F438-A93EEBA1F4A4}"/>
                  </a:ext>
                </a:extLst>
              </p:cNvPr>
              <p:cNvSpPr/>
              <p:nvPr/>
            </p:nvSpPr>
            <p:spPr>
              <a:xfrm>
                <a:off x="5833320" y="3801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0" name="Freeform 38529">
                <a:extLst>
                  <a:ext uri="{FF2B5EF4-FFF2-40B4-BE49-F238E27FC236}">
                    <a16:creationId xmlns:a16="http://schemas.microsoft.com/office/drawing/2014/main" id="{058C9FE1-544E-6D4F-C1CE-9911CF8BF53A}"/>
                  </a:ext>
                </a:extLst>
              </p:cNvPr>
              <p:cNvSpPr/>
              <p:nvPr/>
            </p:nvSpPr>
            <p:spPr>
              <a:xfrm>
                <a:off x="5833816" y="3681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1" name="Freeform 38530">
                <a:extLst>
                  <a:ext uri="{FF2B5EF4-FFF2-40B4-BE49-F238E27FC236}">
                    <a16:creationId xmlns:a16="http://schemas.microsoft.com/office/drawing/2014/main" id="{626680DE-00EC-5E37-1850-39A978D25A51}"/>
                  </a:ext>
                </a:extLst>
              </p:cNvPr>
              <p:cNvSpPr/>
              <p:nvPr/>
            </p:nvSpPr>
            <p:spPr>
              <a:xfrm>
                <a:off x="5834313" y="3905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2" name="Freeform 38531">
                <a:extLst>
                  <a:ext uri="{FF2B5EF4-FFF2-40B4-BE49-F238E27FC236}">
                    <a16:creationId xmlns:a16="http://schemas.microsoft.com/office/drawing/2014/main" id="{127F4DA7-58F5-0C41-B65F-B313D1D9F4C2}"/>
                  </a:ext>
                </a:extLst>
              </p:cNvPr>
              <p:cNvSpPr/>
              <p:nvPr/>
            </p:nvSpPr>
            <p:spPr>
              <a:xfrm>
                <a:off x="5834908" y="401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3" name="Freeform 38532">
                <a:extLst>
                  <a:ext uri="{FF2B5EF4-FFF2-40B4-BE49-F238E27FC236}">
                    <a16:creationId xmlns:a16="http://schemas.microsoft.com/office/drawing/2014/main" id="{C425C7B9-0234-3DFD-D4AB-47706BBCE793}"/>
                  </a:ext>
                </a:extLst>
              </p:cNvPr>
              <p:cNvSpPr/>
              <p:nvPr/>
            </p:nvSpPr>
            <p:spPr>
              <a:xfrm>
                <a:off x="5835404" y="4101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4" name="Freeform 38533">
                <a:extLst>
                  <a:ext uri="{FF2B5EF4-FFF2-40B4-BE49-F238E27FC236}">
                    <a16:creationId xmlns:a16="http://schemas.microsoft.com/office/drawing/2014/main" id="{F9F9ECF1-0138-11CB-38C0-90CE52E213A6}"/>
                  </a:ext>
                </a:extLst>
              </p:cNvPr>
              <p:cNvSpPr/>
              <p:nvPr/>
            </p:nvSpPr>
            <p:spPr>
              <a:xfrm>
                <a:off x="5835900" y="4133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5" name="Freeform 38534">
                <a:extLst>
                  <a:ext uri="{FF2B5EF4-FFF2-40B4-BE49-F238E27FC236}">
                    <a16:creationId xmlns:a16="http://schemas.microsoft.com/office/drawing/2014/main" id="{EAA5CA4C-3E4A-9BCC-0E54-83B43D57E99F}"/>
                  </a:ext>
                </a:extLst>
              </p:cNvPr>
              <p:cNvSpPr/>
              <p:nvPr/>
            </p:nvSpPr>
            <p:spPr>
              <a:xfrm>
                <a:off x="5836495" y="4121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6" name="Freeform 38535">
                <a:extLst>
                  <a:ext uri="{FF2B5EF4-FFF2-40B4-BE49-F238E27FC236}">
                    <a16:creationId xmlns:a16="http://schemas.microsoft.com/office/drawing/2014/main" id="{E3DB8DE5-CEA5-4A49-AE0F-FADE37135DFC}"/>
                  </a:ext>
                </a:extLst>
              </p:cNvPr>
              <p:cNvSpPr/>
              <p:nvPr/>
            </p:nvSpPr>
            <p:spPr>
              <a:xfrm>
                <a:off x="5836991" y="411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7" name="Freeform 38536">
                <a:extLst>
                  <a:ext uri="{FF2B5EF4-FFF2-40B4-BE49-F238E27FC236}">
                    <a16:creationId xmlns:a16="http://schemas.microsoft.com/office/drawing/2014/main" id="{E24E2A1C-A1C1-966B-DD47-51FEF9C1E602}"/>
                  </a:ext>
                </a:extLst>
              </p:cNvPr>
              <p:cNvSpPr/>
              <p:nvPr/>
            </p:nvSpPr>
            <p:spPr>
              <a:xfrm>
                <a:off x="5837488" y="4099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8" name="Freeform 38537">
                <a:extLst>
                  <a:ext uri="{FF2B5EF4-FFF2-40B4-BE49-F238E27FC236}">
                    <a16:creationId xmlns:a16="http://schemas.microsoft.com/office/drawing/2014/main" id="{98F39289-BAD4-C97C-9235-E18D883E084D}"/>
                  </a:ext>
                </a:extLst>
              </p:cNvPr>
              <p:cNvSpPr/>
              <p:nvPr/>
            </p:nvSpPr>
            <p:spPr>
              <a:xfrm>
                <a:off x="5838083" y="4205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39" name="Freeform 38538">
                <a:extLst>
                  <a:ext uri="{FF2B5EF4-FFF2-40B4-BE49-F238E27FC236}">
                    <a16:creationId xmlns:a16="http://schemas.microsoft.com/office/drawing/2014/main" id="{A1339AFB-6517-E1FB-707C-5EFA4D193510}"/>
                  </a:ext>
                </a:extLst>
              </p:cNvPr>
              <p:cNvSpPr/>
              <p:nvPr/>
            </p:nvSpPr>
            <p:spPr>
              <a:xfrm>
                <a:off x="5838579" y="4216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0" name="Freeform 38539">
                <a:extLst>
                  <a:ext uri="{FF2B5EF4-FFF2-40B4-BE49-F238E27FC236}">
                    <a16:creationId xmlns:a16="http://schemas.microsoft.com/office/drawing/2014/main" id="{1DFAB48D-7584-9D03-DD59-5A44CF6B49BF}"/>
                  </a:ext>
                </a:extLst>
              </p:cNvPr>
              <p:cNvSpPr/>
              <p:nvPr/>
            </p:nvSpPr>
            <p:spPr>
              <a:xfrm>
                <a:off x="5839075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1" name="Freeform 38540">
                <a:extLst>
                  <a:ext uri="{FF2B5EF4-FFF2-40B4-BE49-F238E27FC236}">
                    <a16:creationId xmlns:a16="http://schemas.microsoft.com/office/drawing/2014/main" id="{459115C6-582C-1BEC-C423-5782A892F992}"/>
                  </a:ext>
                </a:extLst>
              </p:cNvPr>
              <p:cNvSpPr/>
              <p:nvPr/>
            </p:nvSpPr>
            <p:spPr>
              <a:xfrm>
                <a:off x="5839670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2" name="Freeform 38541">
                <a:extLst>
                  <a:ext uri="{FF2B5EF4-FFF2-40B4-BE49-F238E27FC236}">
                    <a16:creationId xmlns:a16="http://schemas.microsoft.com/office/drawing/2014/main" id="{19BDE9EE-9248-E9F8-5E88-EDF99F0CA808}"/>
                  </a:ext>
                </a:extLst>
              </p:cNvPr>
              <p:cNvSpPr/>
              <p:nvPr/>
            </p:nvSpPr>
            <p:spPr>
              <a:xfrm>
                <a:off x="5840166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3" name="Freeform 38542">
                <a:extLst>
                  <a:ext uri="{FF2B5EF4-FFF2-40B4-BE49-F238E27FC236}">
                    <a16:creationId xmlns:a16="http://schemas.microsoft.com/office/drawing/2014/main" id="{7869D871-BD85-DB8C-F9E0-E9D9469A26F8}"/>
                  </a:ext>
                </a:extLst>
              </p:cNvPr>
              <p:cNvSpPr/>
              <p:nvPr/>
            </p:nvSpPr>
            <p:spPr>
              <a:xfrm>
                <a:off x="5840663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4" name="Freeform 38543">
                <a:extLst>
                  <a:ext uri="{FF2B5EF4-FFF2-40B4-BE49-F238E27FC236}">
                    <a16:creationId xmlns:a16="http://schemas.microsoft.com/office/drawing/2014/main" id="{B9C5EA83-91AC-AB13-74A2-B8E62650AC17}"/>
                  </a:ext>
                </a:extLst>
              </p:cNvPr>
              <p:cNvSpPr/>
              <p:nvPr/>
            </p:nvSpPr>
            <p:spPr>
              <a:xfrm>
                <a:off x="5841258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5" name="Freeform 38544">
                <a:extLst>
                  <a:ext uri="{FF2B5EF4-FFF2-40B4-BE49-F238E27FC236}">
                    <a16:creationId xmlns:a16="http://schemas.microsoft.com/office/drawing/2014/main" id="{6C5CE0FE-AD94-86D8-5B82-3916F6EA8415}"/>
                  </a:ext>
                </a:extLst>
              </p:cNvPr>
              <p:cNvSpPr/>
              <p:nvPr/>
            </p:nvSpPr>
            <p:spPr>
              <a:xfrm>
                <a:off x="5841754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6" name="Freeform 38545">
                <a:extLst>
                  <a:ext uri="{FF2B5EF4-FFF2-40B4-BE49-F238E27FC236}">
                    <a16:creationId xmlns:a16="http://schemas.microsoft.com/office/drawing/2014/main" id="{0A36364A-B075-2AE0-36E8-C3B0B262E228}"/>
                  </a:ext>
                </a:extLst>
              </p:cNvPr>
              <p:cNvSpPr/>
              <p:nvPr/>
            </p:nvSpPr>
            <p:spPr>
              <a:xfrm>
                <a:off x="5842250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7" name="Freeform 38546">
                <a:extLst>
                  <a:ext uri="{FF2B5EF4-FFF2-40B4-BE49-F238E27FC236}">
                    <a16:creationId xmlns:a16="http://schemas.microsoft.com/office/drawing/2014/main" id="{B5BC2DA5-16CD-4BB7-4868-F8F1AC0ED75E}"/>
                  </a:ext>
                </a:extLst>
              </p:cNvPr>
              <p:cNvSpPr/>
              <p:nvPr/>
            </p:nvSpPr>
            <p:spPr>
              <a:xfrm>
                <a:off x="5842746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8" name="Freeform 38547">
                <a:extLst>
                  <a:ext uri="{FF2B5EF4-FFF2-40B4-BE49-F238E27FC236}">
                    <a16:creationId xmlns:a16="http://schemas.microsoft.com/office/drawing/2014/main" id="{35040FD7-1A7E-56EE-E3C6-E03BD60F45BE}"/>
                  </a:ext>
                </a:extLst>
              </p:cNvPr>
              <p:cNvSpPr/>
              <p:nvPr/>
            </p:nvSpPr>
            <p:spPr>
              <a:xfrm>
                <a:off x="5843341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9" name="Freeform 38548">
                <a:extLst>
                  <a:ext uri="{FF2B5EF4-FFF2-40B4-BE49-F238E27FC236}">
                    <a16:creationId xmlns:a16="http://schemas.microsoft.com/office/drawing/2014/main" id="{33E780DF-4603-FC60-531A-92C30D472049}"/>
                  </a:ext>
                </a:extLst>
              </p:cNvPr>
              <p:cNvSpPr/>
              <p:nvPr/>
            </p:nvSpPr>
            <p:spPr>
              <a:xfrm>
                <a:off x="5843838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0" name="Freeform 38549">
                <a:extLst>
                  <a:ext uri="{FF2B5EF4-FFF2-40B4-BE49-F238E27FC236}">
                    <a16:creationId xmlns:a16="http://schemas.microsoft.com/office/drawing/2014/main" id="{52C0044E-1127-25EE-0C57-5AE9C97B6108}"/>
                  </a:ext>
                </a:extLst>
              </p:cNvPr>
              <p:cNvSpPr/>
              <p:nvPr/>
            </p:nvSpPr>
            <p:spPr>
              <a:xfrm>
                <a:off x="5844334" y="4059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1" name="Freeform 38550">
                <a:extLst>
                  <a:ext uri="{FF2B5EF4-FFF2-40B4-BE49-F238E27FC236}">
                    <a16:creationId xmlns:a16="http://schemas.microsoft.com/office/drawing/2014/main" id="{D835726F-A5E7-51D5-71E1-62A33595FB7C}"/>
                  </a:ext>
                </a:extLst>
              </p:cNvPr>
              <p:cNvSpPr/>
              <p:nvPr/>
            </p:nvSpPr>
            <p:spPr>
              <a:xfrm>
                <a:off x="5844929" y="383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2" name="Freeform 38551">
                <a:extLst>
                  <a:ext uri="{FF2B5EF4-FFF2-40B4-BE49-F238E27FC236}">
                    <a16:creationId xmlns:a16="http://schemas.microsoft.com/office/drawing/2014/main" id="{69A2929E-5BD4-673A-9F78-5718D3E4EFE6}"/>
                  </a:ext>
                </a:extLst>
              </p:cNvPr>
              <p:cNvSpPr/>
              <p:nvPr/>
            </p:nvSpPr>
            <p:spPr>
              <a:xfrm>
                <a:off x="5845425" y="3823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3" name="Freeform 38552">
                <a:extLst>
                  <a:ext uri="{FF2B5EF4-FFF2-40B4-BE49-F238E27FC236}">
                    <a16:creationId xmlns:a16="http://schemas.microsoft.com/office/drawing/2014/main" id="{7CA9D802-E589-7DC6-1026-15AE8A9923C5}"/>
                  </a:ext>
                </a:extLst>
              </p:cNvPr>
              <p:cNvSpPr/>
              <p:nvPr/>
            </p:nvSpPr>
            <p:spPr>
              <a:xfrm>
                <a:off x="5845921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4" name="Freeform 38553">
                <a:extLst>
                  <a:ext uri="{FF2B5EF4-FFF2-40B4-BE49-F238E27FC236}">
                    <a16:creationId xmlns:a16="http://schemas.microsoft.com/office/drawing/2014/main" id="{E44C80FE-BFB3-1E87-ADA8-4734C93B5409}"/>
                  </a:ext>
                </a:extLst>
              </p:cNvPr>
              <p:cNvSpPr/>
              <p:nvPr/>
            </p:nvSpPr>
            <p:spPr>
              <a:xfrm>
                <a:off x="5846516" y="4014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5" name="Freeform 38554">
                <a:extLst>
                  <a:ext uri="{FF2B5EF4-FFF2-40B4-BE49-F238E27FC236}">
                    <a16:creationId xmlns:a16="http://schemas.microsoft.com/office/drawing/2014/main" id="{3B1A1F23-9AF4-4EE4-F966-83F5E064C69E}"/>
                  </a:ext>
                </a:extLst>
              </p:cNvPr>
              <p:cNvSpPr/>
              <p:nvPr/>
            </p:nvSpPr>
            <p:spPr>
              <a:xfrm>
                <a:off x="5847013" y="4045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6" name="Freeform 38555">
                <a:extLst>
                  <a:ext uri="{FF2B5EF4-FFF2-40B4-BE49-F238E27FC236}">
                    <a16:creationId xmlns:a16="http://schemas.microsoft.com/office/drawing/2014/main" id="{B42D424E-3525-0B62-9B69-E05808D4D0A9}"/>
                  </a:ext>
                </a:extLst>
              </p:cNvPr>
              <p:cNvSpPr/>
              <p:nvPr/>
            </p:nvSpPr>
            <p:spPr>
              <a:xfrm>
                <a:off x="5847509" y="4070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7" name="Freeform 38556">
                <a:extLst>
                  <a:ext uri="{FF2B5EF4-FFF2-40B4-BE49-F238E27FC236}">
                    <a16:creationId xmlns:a16="http://schemas.microsoft.com/office/drawing/2014/main" id="{D488DF35-6990-2CB5-D64A-8F2AB1641535}"/>
                  </a:ext>
                </a:extLst>
              </p:cNvPr>
              <p:cNvSpPr/>
              <p:nvPr/>
            </p:nvSpPr>
            <p:spPr>
              <a:xfrm>
                <a:off x="5848104" y="4091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8" name="Freeform 38557">
                <a:extLst>
                  <a:ext uri="{FF2B5EF4-FFF2-40B4-BE49-F238E27FC236}">
                    <a16:creationId xmlns:a16="http://schemas.microsoft.com/office/drawing/2014/main" id="{79AD8008-D3E8-3455-60D6-2C05E8163F80}"/>
                  </a:ext>
                </a:extLst>
              </p:cNvPr>
              <p:cNvSpPr/>
              <p:nvPr/>
            </p:nvSpPr>
            <p:spPr>
              <a:xfrm>
                <a:off x="5848600" y="4100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9" name="Freeform 38558">
                <a:extLst>
                  <a:ext uri="{FF2B5EF4-FFF2-40B4-BE49-F238E27FC236}">
                    <a16:creationId xmlns:a16="http://schemas.microsoft.com/office/drawing/2014/main" id="{0ED46287-C33E-0037-9B37-97C306B7D966}"/>
                  </a:ext>
                </a:extLst>
              </p:cNvPr>
              <p:cNvSpPr/>
              <p:nvPr/>
            </p:nvSpPr>
            <p:spPr>
              <a:xfrm>
                <a:off x="5849096" y="4089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0" name="Freeform 38559">
                <a:extLst>
                  <a:ext uri="{FF2B5EF4-FFF2-40B4-BE49-F238E27FC236}">
                    <a16:creationId xmlns:a16="http://schemas.microsoft.com/office/drawing/2014/main" id="{CE117FEF-EFBB-DFB1-1AD1-F10874C2A318}"/>
                  </a:ext>
                </a:extLst>
              </p:cNvPr>
              <p:cNvSpPr/>
              <p:nvPr/>
            </p:nvSpPr>
            <p:spPr>
              <a:xfrm>
                <a:off x="5849691" y="4078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1" name="Freeform 38560">
                <a:extLst>
                  <a:ext uri="{FF2B5EF4-FFF2-40B4-BE49-F238E27FC236}">
                    <a16:creationId xmlns:a16="http://schemas.microsoft.com/office/drawing/2014/main" id="{A91F85F0-1692-01FB-6522-D99D60800B32}"/>
                  </a:ext>
                </a:extLst>
              </p:cNvPr>
              <p:cNvSpPr/>
              <p:nvPr/>
            </p:nvSpPr>
            <p:spPr>
              <a:xfrm>
                <a:off x="5850188" y="4147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2" name="Freeform 38561">
                <a:extLst>
                  <a:ext uri="{FF2B5EF4-FFF2-40B4-BE49-F238E27FC236}">
                    <a16:creationId xmlns:a16="http://schemas.microsoft.com/office/drawing/2014/main" id="{18393997-33AA-5F0D-082F-0C50F752AD97}"/>
                  </a:ext>
                </a:extLst>
              </p:cNvPr>
              <p:cNvSpPr/>
              <p:nvPr/>
            </p:nvSpPr>
            <p:spPr>
              <a:xfrm>
                <a:off x="5850684" y="4189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3" name="Freeform 38562">
                <a:extLst>
                  <a:ext uri="{FF2B5EF4-FFF2-40B4-BE49-F238E27FC236}">
                    <a16:creationId xmlns:a16="http://schemas.microsoft.com/office/drawing/2014/main" id="{ABD7193C-58A1-B737-1332-924EA5D00AD9}"/>
                  </a:ext>
                </a:extLst>
              </p:cNvPr>
              <p:cNvSpPr/>
              <p:nvPr/>
            </p:nvSpPr>
            <p:spPr>
              <a:xfrm>
                <a:off x="5851279" y="42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4" name="Freeform 38563">
                <a:extLst>
                  <a:ext uri="{FF2B5EF4-FFF2-40B4-BE49-F238E27FC236}">
                    <a16:creationId xmlns:a16="http://schemas.microsoft.com/office/drawing/2014/main" id="{58CA1E8D-7429-D3DA-6118-303CA9CDA599}"/>
                  </a:ext>
                </a:extLst>
              </p:cNvPr>
              <p:cNvSpPr/>
              <p:nvPr/>
            </p:nvSpPr>
            <p:spPr>
              <a:xfrm>
                <a:off x="5851775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5" name="Freeform 38564">
                <a:extLst>
                  <a:ext uri="{FF2B5EF4-FFF2-40B4-BE49-F238E27FC236}">
                    <a16:creationId xmlns:a16="http://schemas.microsoft.com/office/drawing/2014/main" id="{64102728-0CA3-5E4B-9738-878AD65E3492}"/>
                  </a:ext>
                </a:extLst>
              </p:cNvPr>
              <p:cNvSpPr/>
              <p:nvPr/>
            </p:nvSpPr>
            <p:spPr>
              <a:xfrm>
                <a:off x="5852271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6" name="Freeform 38565">
                <a:extLst>
                  <a:ext uri="{FF2B5EF4-FFF2-40B4-BE49-F238E27FC236}">
                    <a16:creationId xmlns:a16="http://schemas.microsoft.com/office/drawing/2014/main" id="{5373761E-B187-7724-EACC-EBD5069692F5}"/>
                  </a:ext>
                </a:extLst>
              </p:cNvPr>
              <p:cNvSpPr/>
              <p:nvPr/>
            </p:nvSpPr>
            <p:spPr>
              <a:xfrm>
                <a:off x="5852866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7" name="Freeform 38566">
                <a:extLst>
                  <a:ext uri="{FF2B5EF4-FFF2-40B4-BE49-F238E27FC236}">
                    <a16:creationId xmlns:a16="http://schemas.microsoft.com/office/drawing/2014/main" id="{A3CD72A0-7AFC-9981-5F2F-5CD29666AE7A}"/>
                  </a:ext>
                </a:extLst>
              </p:cNvPr>
              <p:cNvSpPr/>
              <p:nvPr/>
            </p:nvSpPr>
            <p:spPr>
              <a:xfrm>
                <a:off x="5853363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8" name="Freeform 38567">
                <a:extLst>
                  <a:ext uri="{FF2B5EF4-FFF2-40B4-BE49-F238E27FC236}">
                    <a16:creationId xmlns:a16="http://schemas.microsoft.com/office/drawing/2014/main" id="{42ECDEBC-14EF-80A1-6BC7-FE193D943601}"/>
                  </a:ext>
                </a:extLst>
              </p:cNvPr>
              <p:cNvSpPr/>
              <p:nvPr/>
            </p:nvSpPr>
            <p:spPr>
              <a:xfrm>
                <a:off x="5853859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9" name="Freeform 38568">
                <a:extLst>
                  <a:ext uri="{FF2B5EF4-FFF2-40B4-BE49-F238E27FC236}">
                    <a16:creationId xmlns:a16="http://schemas.microsoft.com/office/drawing/2014/main" id="{4EFA30E0-D88C-2E96-CF77-413E7B25942C}"/>
                  </a:ext>
                </a:extLst>
              </p:cNvPr>
              <p:cNvSpPr/>
              <p:nvPr/>
            </p:nvSpPr>
            <p:spPr>
              <a:xfrm>
                <a:off x="5854355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0" name="Freeform 38569">
                <a:extLst>
                  <a:ext uri="{FF2B5EF4-FFF2-40B4-BE49-F238E27FC236}">
                    <a16:creationId xmlns:a16="http://schemas.microsoft.com/office/drawing/2014/main" id="{2B7A9CB7-1622-CD8B-EE54-A7E6F1A03DB3}"/>
                  </a:ext>
                </a:extLst>
              </p:cNvPr>
              <p:cNvSpPr/>
              <p:nvPr/>
            </p:nvSpPr>
            <p:spPr>
              <a:xfrm>
                <a:off x="5854950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1" name="Freeform 38570">
                <a:extLst>
                  <a:ext uri="{FF2B5EF4-FFF2-40B4-BE49-F238E27FC236}">
                    <a16:creationId xmlns:a16="http://schemas.microsoft.com/office/drawing/2014/main" id="{09559086-6472-44B7-0394-A4AF13A7C5F1}"/>
                  </a:ext>
                </a:extLst>
              </p:cNvPr>
              <p:cNvSpPr/>
              <p:nvPr/>
            </p:nvSpPr>
            <p:spPr>
              <a:xfrm>
                <a:off x="5855446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2" name="Freeform 38571">
                <a:extLst>
                  <a:ext uri="{FF2B5EF4-FFF2-40B4-BE49-F238E27FC236}">
                    <a16:creationId xmlns:a16="http://schemas.microsoft.com/office/drawing/2014/main" id="{691D3D11-BF5F-A893-43D8-6BF8FE0302E7}"/>
                  </a:ext>
                </a:extLst>
              </p:cNvPr>
              <p:cNvSpPr/>
              <p:nvPr/>
            </p:nvSpPr>
            <p:spPr>
              <a:xfrm>
                <a:off x="5855942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3" name="Freeform 38572">
                <a:extLst>
                  <a:ext uri="{FF2B5EF4-FFF2-40B4-BE49-F238E27FC236}">
                    <a16:creationId xmlns:a16="http://schemas.microsoft.com/office/drawing/2014/main" id="{F21538AD-ECD2-2EC0-52A3-50CBD34A4FEA}"/>
                  </a:ext>
                </a:extLst>
              </p:cNvPr>
              <p:cNvSpPr/>
              <p:nvPr/>
            </p:nvSpPr>
            <p:spPr>
              <a:xfrm>
                <a:off x="5856538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4" name="Freeform 38573">
                <a:extLst>
                  <a:ext uri="{FF2B5EF4-FFF2-40B4-BE49-F238E27FC236}">
                    <a16:creationId xmlns:a16="http://schemas.microsoft.com/office/drawing/2014/main" id="{357F44EC-80F2-5F4A-2A78-0F090DCEF1A2}"/>
                  </a:ext>
                </a:extLst>
              </p:cNvPr>
              <p:cNvSpPr/>
              <p:nvPr/>
            </p:nvSpPr>
            <p:spPr>
              <a:xfrm>
                <a:off x="5857034" y="4136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5" name="Freeform 38574">
                <a:extLst>
                  <a:ext uri="{FF2B5EF4-FFF2-40B4-BE49-F238E27FC236}">
                    <a16:creationId xmlns:a16="http://schemas.microsoft.com/office/drawing/2014/main" id="{01923502-E3E5-F53E-65B7-0F4C7E493283}"/>
                  </a:ext>
                </a:extLst>
              </p:cNvPr>
              <p:cNvSpPr/>
              <p:nvPr/>
            </p:nvSpPr>
            <p:spPr>
              <a:xfrm>
                <a:off x="5857530" y="3938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6" name="Freeform 38575">
                <a:extLst>
                  <a:ext uri="{FF2B5EF4-FFF2-40B4-BE49-F238E27FC236}">
                    <a16:creationId xmlns:a16="http://schemas.microsoft.com/office/drawing/2014/main" id="{7AB490E7-09B2-0AA0-FCC2-9AAA6F867C1F}"/>
                  </a:ext>
                </a:extLst>
              </p:cNvPr>
              <p:cNvSpPr/>
              <p:nvPr/>
            </p:nvSpPr>
            <p:spPr>
              <a:xfrm>
                <a:off x="5858125" y="3948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7" name="Freeform 38576">
                <a:extLst>
                  <a:ext uri="{FF2B5EF4-FFF2-40B4-BE49-F238E27FC236}">
                    <a16:creationId xmlns:a16="http://schemas.microsoft.com/office/drawing/2014/main" id="{5A522C2A-20ED-BB7A-9051-CA2596A457AB}"/>
                  </a:ext>
                </a:extLst>
              </p:cNvPr>
              <p:cNvSpPr/>
              <p:nvPr/>
            </p:nvSpPr>
            <p:spPr>
              <a:xfrm>
                <a:off x="5858621" y="397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8" name="Freeform 38577">
                <a:extLst>
                  <a:ext uri="{FF2B5EF4-FFF2-40B4-BE49-F238E27FC236}">
                    <a16:creationId xmlns:a16="http://schemas.microsoft.com/office/drawing/2014/main" id="{AAD02912-17EC-E5B1-D80C-F9D500F403A8}"/>
                  </a:ext>
                </a:extLst>
              </p:cNvPr>
              <p:cNvSpPr/>
              <p:nvPr/>
            </p:nvSpPr>
            <p:spPr>
              <a:xfrm>
                <a:off x="5859117" y="4102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9" name="Freeform 38578">
                <a:extLst>
                  <a:ext uri="{FF2B5EF4-FFF2-40B4-BE49-F238E27FC236}">
                    <a16:creationId xmlns:a16="http://schemas.microsoft.com/office/drawing/2014/main" id="{FF80D87E-2045-AA6E-8834-7E55CA5B4775}"/>
                  </a:ext>
                </a:extLst>
              </p:cNvPr>
              <p:cNvSpPr/>
              <p:nvPr/>
            </p:nvSpPr>
            <p:spPr>
              <a:xfrm>
                <a:off x="5859713" y="4140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0" name="Freeform 38579">
                <a:extLst>
                  <a:ext uri="{FF2B5EF4-FFF2-40B4-BE49-F238E27FC236}">
                    <a16:creationId xmlns:a16="http://schemas.microsoft.com/office/drawing/2014/main" id="{66F1A008-EFE4-EBBD-44B9-383463F355F4}"/>
                  </a:ext>
                </a:extLst>
              </p:cNvPr>
              <p:cNvSpPr/>
              <p:nvPr/>
            </p:nvSpPr>
            <p:spPr>
              <a:xfrm>
                <a:off x="5860209" y="4203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1" name="Freeform 38580">
                <a:extLst>
                  <a:ext uri="{FF2B5EF4-FFF2-40B4-BE49-F238E27FC236}">
                    <a16:creationId xmlns:a16="http://schemas.microsoft.com/office/drawing/2014/main" id="{62D8285A-6EA6-D4EA-3EEC-56F90E4A7E95}"/>
                  </a:ext>
                </a:extLst>
              </p:cNvPr>
              <p:cNvSpPr/>
              <p:nvPr/>
            </p:nvSpPr>
            <p:spPr>
              <a:xfrm>
                <a:off x="5860705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2" name="Freeform 38581">
                <a:extLst>
                  <a:ext uri="{FF2B5EF4-FFF2-40B4-BE49-F238E27FC236}">
                    <a16:creationId xmlns:a16="http://schemas.microsoft.com/office/drawing/2014/main" id="{D16227AC-580F-E7CE-AFB5-91AFE4ED616A}"/>
                  </a:ext>
                </a:extLst>
              </p:cNvPr>
              <p:cNvSpPr/>
              <p:nvPr/>
            </p:nvSpPr>
            <p:spPr>
              <a:xfrm>
                <a:off x="5861300" y="4205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3" name="Freeform 38582">
                <a:extLst>
                  <a:ext uri="{FF2B5EF4-FFF2-40B4-BE49-F238E27FC236}">
                    <a16:creationId xmlns:a16="http://schemas.microsoft.com/office/drawing/2014/main" id="{60497931-F722-18D7-1D61-E75A5EA71CA6}"/>
                  </a:ext>
                </a:extLst>
              </p:cNvPr>
              <p:cNvSpPr/>
              <p:nvPr/>
            </p:nvSpPr>
            <p:spPr>
              <a:xfrm>
                <a:off x="5861796" y="4199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4" name="Freeform 38583">
                <a:extLst>
                  <a:ext uri="{FF2B5EF4-FFF2-40B4-BE49-F238E27FC236}">
                    <a16:creationId xmlns:a16="http://schemas.microsoft.com/office/drawing/2014/main" id="{B47388C6-2560-248D-09AE-4A9C02D1297D}"/>
                  </a:ext>
                </a:extLst>
              </p:cNvPr>
              <p:cNvSpPr/>
              <p:nvPr/>
            </p:nvSpPr>
            <p:spPr>
              <a:xfrm>
                <a:off x="5862292" y="4194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5" name="Freeform 38584">
                <a:extLst>
                  <a:ext uri="{FF2B5EF4-FFF2-40B4-BE49-F238E27FC236}">
                    <a16:creationId xmlns:a16="http://schemas.microsoft.com/office/drawing/2014/main" id="{EFA4F55E-9B81-2964-6CE9-54F8587B80A6}"/>
                  </a:ext>
                </a:extLst>
              </p:cNvPr>
              <p:cNvSpPr/>
              <p:nvPr/>
            </p:nvSpPr>
            <p:spPr>
              <a:xfrm>
                <a:off x="5862888" y="4183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6" name="Freeform 38585">
                <a:extLst>
                  <a:ext uri="{FF2B5EF4-FFF2-40B4-BE49-F238E27FC236}">
                    <a16:creationId xmlns:a16="http://schemas.microsoft.com/office/drawing/2014/main" id="{4EAAF338-1B9F-14A1-B40C-C58CE09B2A3E}"/>
                  </a:ext>
                </a:extLst>
              </p:cNvPr>
              <p:cNvSpPr/>
              <p:nvPr/>
            </p:nvSpPr>
            <p:spPr>
              <a:xfrm>
                <a:off x="5863384" y="4198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7" name="Freeform 38586">
                <a:extLst>
                  <a:ext uri="{FF2B5EF4-FFF2-40B4-BE49-F238E27FC236}">
                    <a16:creationId xmlns:a16="http://schemas.microsoft.com/office/drawing/2014/main" id="{05E8EB5C-7CC3-948E-3210-DBF5B3BD1C7B}"/>
                  </a:ext>
                </a:extLst>
              </p:cNvPr>
              <p:cNvSpPr/>
              <p:nvPr/>
            </p:nvSpPr>
            <p:spPr>
              <a:xfrm>
                <a:off x="5863880" y="4205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8" name="Freeform 38587">
                <a:extLst>
                  <a:ext uri="{FF2B5EF4-FFF2-40B4-BE49-F238E27FC236}">
                    <a16:creationId xmlns:a16="http://schemas.microsoft.com/office/drawing/2014/main" id="{F59F06DE-3A17-E3A8-346E-3AF8EABA369D}"/>
                  </a:ext>
                </a:extLst>
              </p:cNvPr>
              <p:cNvSpPr/>
              <p:nvPr/>
            </p:nvSpPr>
            <p:spPr>
              <a:xfrm>
                <a:off x="5864475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9" name="Freeform 38588">
                <a:extLst>
                  <a:ext uri="{FF2B5EF4-FFF2-40B4-BE49-F238E27FC236}">
                    <a16:creationId xmlns:a16="http://schemas.microsoft.com/office/drawing/2014/main" id="{B9B3462E-D5E8-1062-0800-F075430899A7}"/>
                  </a:ext>
                </a:extLst>
              </p:cNvPr>
              <p:cNvSpPr/>
              <p:nvPr/>
            </p:nvSpPr>
            <p:spPr>
              <a:xfrm>
                <a:off x="5864971" y="4207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0" name="Freeform 38589">
                <a:extLst>
                  <a:ext uri="{FF2B5EF4-FFF2-40B4-BE49-F238E27FC236}">
                    <a16:creationId xmlns:a16="http://schemas.microsoft.com/office/drawing/2014/main" id="{D14D3F29-701F-4755-8A00-65638CA559D1}"/>
                  </a:ext>
                </a:extLst>
              </p:cNvPr>
              <p:cNvSpPr/>
              <p:nvPr/>
            </p:nvSpPr>
            <p:spPr>
              <a:xfrm>
                <a:off x="5865467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1" name="Freeform 38590">
                <a:extLst>
                  <a:ext uri="{FF2B5EF4-FFF2-40B4-BE49-F238E27FC236}">
                    <a16:creationId xmlns:a16="http://schemas.microsoft.com/office/drawing/2014/main" id="{6B8B1046-D9E5-8160-96DB-567633B7A80D}"/>
                  </a:ext>
                </a:extLst>
              </p:cNvPr>
              <p:cNvSpPr/>
              <p:nvPr/>
            </p:nvSpPr>
            <p:spPr>
              <a:xfrm>
                <a:off x="5866063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2" name="Freeform 38591">
                <a:extLst>
                  <a:ext uri="{FF2B5EF4-FFF2-40B4-BE49-F238E27FC236}">
                    <a16:creationId xmlns:a16="http://schemas.microsoft.com/office/drawing/2014/main" id="{1FA974E6-575A-C0A4-2B52-2C9B69B9527E}"/>
                  </a:ext>
                </a:extLst>
              </p:cNvPr>
              <p:cNvSpPr/>
              <p:nvPr/>
            </p:nvSpPr>
            <p:spPr>
              <a:xfrm>
                <a:off x="5866559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3" name="Freeform 38592">
                <a:extLst>
                  <a:ext uri="{FF2B5EF4-FFF2-40B4-BE49-F238E27FC236}">
                    <a16:creationId xmlns:a16="http://schemas.microsoft.com/office/drawing/2014/main" id="{5B894B4F-C7F0-28EF-4B34-7C33B5C9DC4A}"/>
                  </a:ext>
                </a:extLst>
              </p:cNvPr>
              <p:cNvSpPr/>
              <p:nvPr/>
            </p:nvSpPr>
            <p:spPr>
              <a:xfrm>
                <a:off x="5867055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4" name="Freeform 38593">
                <a:extLst>
                  <a:ext uri="{FF2B5EF4-FFF2-40B4-BE49-F238E27FC236}">
                    <a16:creationId xmlns:a16="http://schemas.microsoft.com/office/drawing/2014/main" id="{1CE62004-8783-0EFA-4A97-B7C044CABE8F}"/>
                  </a:ext>
                </a:extLst>
              </p:cNvPr>
              <p:cNvSpPr/>
              <p:nvPr/>
            </p:nvSpPr>
            <p:spPr>
              <a:xfrm>
                <a:off x="5867551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5" name="Freeform 38594">
                <a:extLst>
                  <a:ext uri="{FF2B5EF4-FFF2-40B4-BE49-F238E27FC236}">
                    <a16:creationId xmlns:a16="http://schemas.microsoft.com/office/drawing/2014/main" id="{14569B69-5D83-D7FB-EE7E-FFA30EEAC8B8}"/>
                  </a:ext>
                </a:extLst>
              </p:cNvPr>
              <p:cNvSpPr/>
              <p:nvPr/>
            </p:nvSpPr>
            <p:spPr>
              <a:xfrm>
                <a:off x="5868146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6" name="Freeform 38595">
                <a:extLst>
                  <a:ext uri="{FF2B5EF4-FFF2-40B4-BE49-F238E27FC236}">
                    <a16:creationId xmlns:a16="http://schemas.microsoft.com/office/drawing/2014/main" id="{05419DA3-AF27-3F39-C294-39E31BAB9DD9}"/>
                  </a:ext>
                </a:extLst>
              </p:cNvPr>
              <p:cNvSpPr/>
              <p:nvPr/>
            </p:nvSpPr>
            <p:spPr>
              <a:xfrm>
                <a:off x="5868642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7" name="Freeform 38596">
                <a:extLst>
                  <a:ext uri="{FF2B5EF4-FFF2-40B4-BE49-F238E27FC236}">
                    <a16:creationId xmlns:a16="http://schemas.microsoft.com/office/drawing/2014/main" id="{2AE2460C-5858-1627-72CE-B5AA59B10E30}"/>
                  </a:ext>
                </a:extLst>
              </p:cNvPr>
              <p:cNvSpPr/>
              <p:nvPr/>
            </p:nvSpPr>
            <p:spPr>
              <a:xfrm>
                <a:off x="5869138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8" name="Freeform 38597">
                <a:extLst>
                  <a:ext uri="{FF2B5EF4-FFF2-40B4-BE49-F238E27FC236}">
                    <a16:creationId xmlns:a16="http://schemas.microsoft.com/office/drawing/2014/main" id="{8E193BEE-4359-B4FC-ADAF-3EAD96A86CFF}"/>
                  </a:ext>
                </a:extLst>
              </p:cNvPr>
              <p:cNvSpPr/>
              <p:nvPr/>
            </p:nvSpPr>
            <p:spPr>
              <a:xfrm>
                <a:off x="5869734" y="4208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9" name="Freeform 38598">
                <a:extLst>
                  <a:ext uri="{FF2B5EF4-FFF2-40B4-BE49-F238E27FC236}">
                    <a16:creationId xmlns:a16="http://schemas.microsoft.com/office/drawing/2014/main" id="{E5757B3A-73CD-7D91-A031-9215CE0D16AE}"/>
                  </a:ext>
                </a:extLst>
              </p:cNvPr>
              <p:cNvSpPr/>
              <p:nvPr/>
            </p:nvSpPr>
            <p:spPr>
              <a:xfrm>
                <a:off x="5870230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0" name="Freeform 38599">
                <a:extLst>
                  <a:ext uri="{FF2B5EF4-FFF2-40B4-BE49-F238E27FC236}">
                    <a16:creationId xmlns:a16="http://schemas.microsoft.com/office/drawing/2014/main" id="{AE4AD4B9-96AA-DEE4-8FDC-9CC1E4C5B3C6}"/>
                  </a:ext>
                </a:extLst>
              </p:cNvPr>
              <p:cNvSpPr/>
              <p:nvPr/>
            </p:nvSpPr>
            <p:spPr>
              <a:xfrm>
                <a:off x="5870726" y="390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1" name="Freeform 38600">
                <a:extLst>
                  <a:ext uri="{FF2B5EF4-FFF2-40B4-BE49-F238E27FC236}">
                    <a16:creationId xmlns:a16="http://schemas.microsoft.com/office/drawing/2014/main" id="{A5FE0638-A779-292E-7AC9-58868378EA9C}"/>
                  </a:ext>
                </a:extLst>
              </p:cNvPr>
              <p:cNvSpPr/>
              <p:nvPr/>
            </p:nvSpPr>
            <p:spPr>
              <a:xfrm>
                <a:off x="5871321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2" name="Freeform 38601">
                <a:extLst>
                  <a:ext uri="{FF2B5EF4-FFF2-40B4-BE49-F238E27FC236}">
                    <a16:creationId xmlns:a16="http://schemas.microsoft.com/office/drawing/2014/main" id="{D564661D-5D8B-89EA-1C92-34D9F6C6558E}"/>
                  </a:ext>
                </a:extLst>
              </p:cNvPr>
              <p:cNvSpPr/>
              <p:nvPr/>
            </p:nvSpPr>
            <p:spPr>
              <a:xfrm>
                <a:off x="5871817" y="41382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3" name="Freeform 38602">
                <a:extLst>
                  <a:ext uri="{FF2B5EF4-FFF2-40B4-BE49-F238E27FC236}">
                    <a16:creationId xmlns:a16="http://schemas.microsoft.com/office/drawing/2014/main" id="{8556311B-987D-4AA5-D05E-9AAFFDA63264}"/>
                  </a:ext>
                </a:extLst>
              </p:cNvPr>
              <p:cNvSpPr/>
              <p:nvPr/>
            </p:nvSpPr>
            <p:spPr>
              <a:xfrm>
                <a:off x="5872313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4" name="Freeform 38603">
                <a:extLst>
                  <a:ext uri="{FF2B5EF4-FFF2-40B4-BE49-F238E27FC236}">
                    <a16:creationId xmlns:a16="http://schemas.microsoft.com/office/drawing/2014/main" id="{3F10C4A4-E19A-A45C-08B3-16916E8DE096}"/>
                  </a:ext>
                </a:extLst>
              </p:cNvPr>
              <p:cNvSpPr/>
              <p:nvPr/>
            </p:nvSpPr>
            <p:spPr>
              <a:xfrm>
                <a:off x="5872909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5" name="Freeform 38604">
                <a:extLst>
                  <a:ext uri="{FF2B5EF4-FFF2-40B4-BE49-F238E27FC236}">
                    <a16:creationId xmlns:a16="http://schemas.microsoft.com/office/drawing/2014/main" id="{29D332F0-7E4E-CBDC-9D79-1871DFCD3C93}"/>
                  </a:ext>
                </a:extLst>
              </p:cNvPr>
              <p:cNvSpPr/>
              <p:nvPr/>
            </p:nvSpPr>
            <p:spPr>
              <a:xfrm>
                <a:off x="5873405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6" name="Freeform 38605">
                <a:extLst>
                  <a:ext uri="{FF2B5EF4-FFF2-40B4-BE49-F238E27FC236}">
                    <a16:creationId xmlns:a16="http://schemas.microsoft.com/office/drawing/2014/main" id="{3C32385B-7BED-AB66-7712-3326B0AC648F}"/>
                  </a:ext>
                </a:extLst>
              </p:cNvPr>
              <p:cNvSpPr/>
              <p:nvPr/>
            </p:nvSpPr>
            <p:spPr>
              <a:xfrm>
                <a:off x="5873901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7" name="Freeform 38606">
                <a:extLst>
                  <a:ext uri="{FF2B5EF4-FFF2-40B4-BE49-F238E27FC236}">
                    <a16:creationId xmlns:a16="http://schemas.microsoft.com/office/drawing/2014/main" id="{68692EB7-7514-3468-750E-BB2BFE90091B}"/>
                  </a:ext>
                </a:extLst>
              </p:cNvPr>
              <p:cNvSpPr/>
              <p:nvPr/>
            </p:nvSpPr>
            <p:spPr>
              <a:xfrm>
                <a:off x="5874496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8" name="Freeform 38607">
                <a:extLst>
                  <a:ext uri="{FF2B5EF4-FFF2-40B4-BE49-F238E27FC236}">
                    <a16:creationId xmlns:a16="http://schemas.microsoft.com/office/drawing/2014/main" id="{BC340ABF-9CC6-5F36-F5BE-36FB46B462BF}"/>
                  </a:ext>
                </a:extLst>
              </p:cNvPr>
              <p:cNvSpPr/>
              <p:nvPr/>
            </p:nvSpPr>
            <p:spPr>
              <a:xfrm>
                <a:off x="5874992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9" name="Freeform 38608">
                <a:extLst>
                  <a:ext uri="{FF2B5EF4-FFF2-40B4-BE49-F238E27FC236}">
                    <a16:creationId xmlns:a16="http://schemas.microsoft.com/office/drawing/2014/main" id="{4F3C6585-A2DB-DCBD-A287-5782C95866C9}"/>
                  </a:ext>
                </a:extLst>
              </p:cNvPr>
              <p:cNvSpPr/>
              <p:nvPr/>
            </p:nvSpPr>
            <p:spPr>
              <a:xfrm>
                <a:off x="5875488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0" name="Freeform 38609">
                <a:extLst>
                  <a:ext uri="{FF2B5EF4-FFF2-40B4-BE49-F238E27FC236}">
                    <a16:creationId xmlns:a16="http://schemas.microsoft.com/office/drawing/2014/main" id="{63676697-6FD9-42C0-0A84-13B847A66DE9}"/>
                  </a:ext>
                </a:extLst>
              </p:cNvPr>
              <p:cNvSpPr/>
              <p:nvPr/>
            </p:nvSpPr>
            <p:spPr>
              <a:xfrm>
                <a:off x="5876084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1" name="Freeform 38610">
                <a:extLst>
                  <a:ext uri="{FF2B5EF4-FFF2-40B4-BE49-F238E27FC236}">
                    <a16:creationId xmlns:a16="http://schemas.microsoft.com/office/drawing/2014/main" id="{28B4F07F-0E91-F9F7-B03F-A40EBC5B7B3F}"/>
                  </a:ext>
                </a:extLst>
              </p:cNvPr>
              <p:cNvSpPr/>
              <p:nvPr/>
            </p:nvSpPr>
            <p:spPr>
              <a:xfrm>
                <a:off x="5876580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2" name="Freeform 38611">
                <a:extLst>
                  <a:ext uri="{FF2B5EF4-FFF2-40B4-BE49-F238E27FC236}">
                    <a16:creationId xmlns:a16="http://schemas.microsoft.com/office/drawing/2014/main" id="{7EC8A4D6-FB62-3375-1B4E-57E453A922ED}"/>
                  </a:ext>
                </a:extLst>
              </p:cNvPr>
              <p:cNvSpPr/>
              <p:nvPr/>
            </p:nvSpPr>
            <p:spPr>
              <a:xfrm>
                <a:off x="5877076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3" name="Freeform 38612">
                <a:extLst>
                  <a:ext uri="{FF2B5EF4-FFF2-40B4-BE49-F238E27FC236}">
                    <a16:creationId xmlns:a16="http://schemas.microsoft.com/office/drawing/2014/main" id="{5EBF0A07-F887-0798-F03F-58BB321C14B4}"/>
                  </a:ext>
                </a:extLst>
              </p:cNvPr>
              <p:cNvSpPr/>
              <p:nvPr/>
            </p:nvSpPr>
            <p:spPr>
              <a:xfrm>
                <a:off x="5877671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4" name="Freeform 38613">
                <a:extLst>
                  <a:ext uri="{FF2B5EF4-FFF2-40B4-BE49-F238E27FC236}">
                    <a16:creationId xmlns:a16="http://schemas.microsoft.com/office/drawing/2014/main" id="{CF10C9BE-E17E-609B-62BC-08242BDF0300}"/>
                  </a:ext>
                </a:extLst>
              </p:cNvPr>
              <p:cNvSpPr/>
              <p:nvPr/>
            </p:nvSpPr>
            <p:spPr>
              <a:xfrm>
                <a:off x="5878167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5" name="Freeform 38614">
                <a:extLst>
                  <a:ext uri="{FF2B5EF4-FFF2-40B4-BE49-F238E27FC236}">
                    <a16:creationId xmlns:a16="http://schemas.microsoft.com/office/drawing/2014/main" id="{D0F3C4D6-4D01-3747-77EA-56B95829A597}"/>
                  </a:ext>
                </a:extLst>
              </p:cNvPr>
              <p:cNvSpPr/>
              <p:nvPr/>
            </p:nvSpPr>
            <p:spPr>
              <a:xfrm>
                <a:off x="5878663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6" name="Freeform 38615">
                <a:extLst>
                  <a:ext uri="{FF2B5EF4-FFF2-40B4-BE49-F238E27FC236}">
                    <a16:creationId xmlns:a16="http://schemas.microsoft.com/office/drawing/2014/main" id="{866320D3-43FD-1C17-0EA4-7FA1CFD12EF7}"/>
                  </a:ext>
                </a:extLst>
              </p:cNvPr>
              <p:cNvSpPr/>
              <p:nvPr/>
            </p:nvSpPr>
            <p:spPr>
              <a:xfrm>
                <a:off x="5879159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7" name="Freeform 38616">
                <a:extLst>
                  <a:ext uri="{FF2B5EF4-FFF2-40B4-BE49-F238E27FC236}">
                    <a16:creationId xmlns:a16="http://schemas.microsoft.com/office/drawing/2014/main" id="{9C877FC0-4C3A-25ED-C8F2-25D5F4C697A7}"/>
                  </a:ext>
                </a:extLst>
              </p:cNvPr>
              <p:cNvSpPr/>
              <p:nvPr/>
            </p:nvSpPr>
            <p:spPr>
              <a:xfrm>
                <a:off x="5879755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8" name="Freeform 38617">
                <a:extLst>
                  <a:ext uri="{FF2B5EF4-FFF2-40B4-BE49-F238E27FC236}">
                    <a16:creationId xmlns:a16="http://schemas.microsoft.com/office/drawing/2014/main" id="{A2166F5D-7C7C-9804-DB2D-DDA1CA340A89}"/>
                  </a:ext>
                </a:extLst>
              </p:cNvPr>
              <p:cNvSpPr/>
              <p:nvPr/>
            </p:nvSpPr>
            <p:spPr>
              <a:xfrm>
                <a:off x="5880251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9" name="Freeform 38618">
                <a:extLst>
                  <a:ext uri="{FF2B5EF4-FFF2-40B4-BE49-F238E27FC236}">
                    <a16:creationId xmlns:a16="http://schemas.microsoft.com/office/drawing/2014/main" id="{9F734EBB-A7B1-E36C-E3F7-00146965FEF6}"/>
                  </a:ext>
                </a:extLst>
              </p:cNvPr>
              <p:cNvSpPr/>
              <p:nvPr/>
            </p:nvSpPr>
            <p:spPr>
              <a:xfrm>
                <a:off x="5880747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0" name="Freeform 38619">
                <a:extLst>
                  <a:ext uri="{FF2B5EF4-FFF2-40B4-BE49-F238E27FC236}">
                    <a16:creationId xmlns:a16="http://schemas.microsoft.com/office/drawing/2014/main" id="{51BEF51B-3F79-8794-C24B-E8D395C261C4}"/>
                  </a:ext>
                </a:extLst>
              </p:cNvPr>
              <p:cNvSpPr/>
              <p:nvPr/>
            </p:nvSpPr>
            <p:spPr>
              <a:xfrm>
                <a:off x="5881342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1" name="Freeform 38620">
                <a:extLst>
                  <a:ext uri="{FF2B5EF4-FFF2-40B4-BE49-F238E27FC236}">
                    <a16:creationId xmlns:a16="http://schemas.microsoft.com/office/drawing/2014/main" id="{349C9A95-D114-99B6-1C68-79019BC82BF1}"/>
                  </a:ext>
                </a:extLst>
              </p:cNvPr>
              <p:cNvSpPr/>
              <p:nvPr/>
            </p:nvSpPr>
            <p:spPr>
              <a:xfrm>
                <a:off x="5881838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2" name="Freeform 38621">
                <a:extLst>
                  <a:ext uri="{FF2B5EF4-FFF2-40B4-BE49-F238E27FC236}">
                    <a16:creationId xmlns:a16="http://schemas.microsoft.com/office/drawing/2014/main" id="{3305C2BC-0792-A713-B4CC-1A1A39EDBE5C}"/>
                  </a:ext>
                </a:extLst>
              </p:cNvPr>
              <p:cNvSpPr/>
              <p:nvPr/>
            </p:nvSpPr>
            <p:spPr>
              <a:xfrm>
                <a:off x="5882334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3" name="Freeform 38622">
                <a:extLst>
                  <a:ext uri="{FF2B5EF4-FFF2-40B4-BE49-F238E27FC236}">
                    <a16:creationId xmlns:a16="http://schemas.microsoft.com/office/drawing/2014/main" id="{F21630B5-9239-E565-1B72-74C41602F6FB}"/>
                  </a:ext>
                </a:extLst>
              </p:cNvPr>
              <p:cNvSpPr/>
              <p:nvPr/>
            </p:nvSpPr>
            <p:spPr>
              <a:xfrm>
                <a:off x="5882930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4" name="Freeform 38623">
                <a:extLst>
                  <a:ext uri="{FF2B5EF4-FFF2-40B4-BE49-F238E27FC236}">
                    <a16:creationId xmlns:a16="http://schemas.microsoft.com/office/drawing/2014/main" id="{192CBE48-C15C-51E7-E872-8E907CB90C95}"/>
                  </a:ext>
                </a:extLst>
              </p:cNvPr>
              <p:cNvSpPr/>
              <p:nvPr/>
            </p:nvSpPr>
            <p:spPr>
              <a:xfrm>
                <a:off x="5883426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5" name="Freeform 38624">
                <a:extLst>
                  <a:ext uri="{FF2B5EF4-FFF2-40B4-BE49-F238E27FC236}">
                    <a16:creationId xmlns:a16="http://schemas.microsoft.com/office/drawing/2014/main" id="{4FB95E0B-EA51-F160-7259-04477B335FF3}"/>
                  </a:ext>
                </a:extLst>
              </p:cNvPr>
              <p:cNvSpPr/>
              <p:nvPr/>
            </p:nvSpPr>
            <p:spPr>
              <a:xfrm>
                <a:off x="5883922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6" name="Freeform 38625">
                <a:extLst>
                  <a:ext uri="{FF2B5EF4-FFF2-40B4-BE49-F238E27FC236}">
                    <a16:creationId xmlns:a16="http://schemas.microsoft.com/office/drawing/2014/main" id="{0084FA68-21F6-B1B0-FBE6-252CCC484B32}"/>
                  </a:ext>
                </a:extLst>
              </p:cNvPr>
              <p:cNvSpPr/>
              <p:nvPr/>
            </p:nvSpPr>
            <p:spPr>
              <a:xfrm>
                <a:off x="5884517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7" name="Freeform 38626">
                <a:extLst>
                  <a:ext uri="{FF2B5EF4-FFF2-40B4-BE49-F238E27FC236}">
                    <a16:creationId xmlns:a16="http://schemas.microsoft.com/office/drawing/2014/main" id="{2821B9A6-E1B7-2657-1676-2051E3567E3A}"/>
                  </a:ext>
                </a:extLst>
              </p:cNvPr>
              <p:cNvSpPr/>
              <p:nvPr/>
            </p:nvSpPr>
            <p:spPr>
              <a:xfrm>
                <a:off x="5885013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8" name="Freeform 38627">
                <a:extLst>
                  <a:ext uri="{FF2B5EF4-FFF2-40B4-BE49-F238E27FC236}">
                    <a16:creationId xmlns:a16="http://schemas.microsoft.com/office/drawing/2014/main" id="{16263601-C158-9BBF-D722-013C0E472649}"/>
                  </a:ext>
                </a:extLst>
              </p:cNvPr>
              <p:cNvSpPr/>
              <p:nvPr/>
            </p:nvSpPr>
            <p:spPr>
              <a:xfrm>
                <a:off x="5885509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9" name="Freeform 38628">
                <a:extLst>
                  <a:ext uri="{FF2B5EF4-FFF2-40B4-BE49-F238E27FC236}">
                    <a16:creationId xmlns:a16="http://schemas.microsoft.com/office/drawing/2014/main" id="{E4DCA493-D88E-FD5A-3DB9-C75877AFDC89}"/>
                  </a:ext>
                </a:extLst>
              </p:cNvPr>
              <p:cNvSpPr/>
              <p:nvPr/>
            </p:nvSpPr>
            <p:spPr>
              <a:xfrm>
                <a:off x="5886105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0" name="Freeform 38629">
                <a:extLst>
                  <a:ext uri="{FF2B5EF4-FFF2-40B4-BE49-F238E27FC236}">
                    <a16:creationId xmlns:a16="http://schemas.microsoft.com/office/drawing/2014/main" id="{7CA5F19C-06F9-922B-FD52-F506575B093F}"/>
                  </a:ext>
                </a:extLst>
              </p:cNvPr>
              <p:cNvSpPr/>
              <p:nvPr/>
            </p:nvSpPr>
            <p:spPr>
              <a:xfrm>
                <a:off x="5886601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1" name="Freeform 38630">
                <a:extLst>
                  <a:ext uri="{FF2B5EF4-FFF2-40B4-BE49-F238E27FC236}">
                    <a16:creationId xmlns:a16="http://schemas.microsoft.com/office/drawing/2014/main" id="{DC0948E2-F9C8-24A7-1237-4A6649DF253A}"/>
                  </a:ext>
                </a:extLst>
              </p:cNvPr>
              <p:cNvSpPr/>
              <p:nvPr/>
            </p:nvSpPr>
            <p:spPr>
              <a:xfrm>
                <a:off x="5887097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2" name="Freeform 38631">
                <a:extLst>
                  <a:ext uri="{FF2B5EF4-FFF2-40B4-BE49-F238E27FC236}">
                    <a16:creationId xmlns:a16="http://schemas.microsoft.com/office/drawing/2014/main" id="{EF4BF947-4B69-E4E3-70C3-5CEBE596DC07}"/>
                  </a:ext>
                </a:extLst>
              </p:cNvPr>
              <p:cNvSpPr/>
              <p:nvPr/>
            </p:nvSpPr>
            <p:spPr>
              <a:xfrm>
                <a:off x="5887692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3" name="Freeform 38632">
                <a:extLst>
                  <a:ext uri="{FF2B5EF4-FFF2-40B4-BE49-F238E27FC236}">
                    <a16:creationId xmlns:a16="http://schemas.microsoft.com/office/drawing/2014/main" id="{4885547F-C89B-63E3-7CDF-98ED69171D2F}"/>
                  </a:ext>
                </a:extLst>
              </p:cNvPr>
              <p:cNvSpPr/>
              <p:nvPr/>
            </p:nvSpPr>
            <p:spPr>
              <a:xfrm>
                <a:off x="588818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4" name="Freeform 38633">
                <a:extLst>
                  <a:ext uri="{FF2B5EF4-FFF2-40B4-BE49-F238E27FC236}">
                    <a16:creationId xmlns:a16="http://schemas.microsoft.com/office/drawing/2014/main" id="{27BFA2FD-A524-192E-D3A5-3D48F6DFC613}"/>
                  </a:ext>
                </a:extLst>
              </p:cNvPr>
              <p:cNvSpPr/>
              <p:nvPr/>
            </p:nvSpPr>
            <p:spPr>
              <a:xfrm>
                <a:off x="5888684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5" name="Freeform 38634">
                <a:extLst>
                  <a:ext uri="{FF2B5EF4-FFF2-40B4-BE49-F238E27FC236}">
                    <a16:creationId xmlns:a16="http://schemas.microsoft.com/office/drawing/2014/main" id="{E8C75D2B-534F-BAED-58D6-CE1B62782C7F}"/>
                  </a:ext>
                </a:extLst>
              </p:cNvPr>
              <p:cNvSpPr/>
              <p:nvPr/>
            </p:nvSpPr>
            <p:spPr>
              <a:xfrm>
                <a:off x="588928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6" name="Freeform 38635">
                <a:extLst>
                  <a:ext uri="{FF2B5EF4-FFF2-40B4-BE49-F238E27FC236}">
                    <a16:creationId xmlns:a16="http://schemas.microsoft.com/office/drawing/2014/main" id="{29188A54-3009-3696-8D7C-53522D91B932}"/>
                  </a:ext>
                </a:extLst>
              </p:cNvPr>
              <p:cNvSpPr/>
              <p:nvPr/>
            </p:nvSpPr>
            <p:spPr>
              <a:xfrm>
                <a:off x="588977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7" name="Freeform 38636">
                <a:extLst>
                  <a:ext uri="{FF2B5EF4-FFF2-40B4-BE49-F238E27FC236}">
                    <a16:creationId xmlns:a16="http://schemas.microsoft.com/office/drawing/2014/main" id="{8F15EE1F-839E-E3E6-0E1C-026B2AF86AEE}"/>
                  </a:ext>
                </a:extLst>
              </p:cNvPr>
              <p:cNvSpPr/>
              <p:nvPr/>
            </p:nvSpPr>
            <p:spPr>
              <a:xfrm>
                <a:off x="589027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8" name="Freeform 38637">
                <a:extLst>
                  <a:ext uri="{FF2B5EF4-FFF2-40B4-BE49-F238E27FC236}">
                    <a16:creationId xmlns:a16="http://schemas.microsoft.com/office/drawing/2014/main" id="{B43B352D-6524-3323-CBBF-983E2097679B}"/>
                  </a:ext>
                </a:extLst>
              </p:cNvPr>
              <p:cNvSpPr/>
              <p:nvPr/>
            </p:nvSpPr>
            <p:spPr>
              <a:xfrm>
                <a:off x="589076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9" name="Freeform 38638">
                <a:extLst>
                  <a:ext uri="{FF2B5EF4-FFF2-40B4-BE49-F238E27FC236}">
                    <a16:creationId xmlns:a16="http://schemas.microsoft.com/office/drawing/2014/main" id="{E27C14B1-3A0E-2127-3E60-BB4E9751B2A5}"/>
                  </a:ext>
                </a:extLst>
              </p:cNvPr>
              <p:cNvSpPr/>
              <p:nvPr/>
            </p:nvSpPr>
            <p:spPr>
              <a:xfrm>
                <a:off x="589136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0" name="Freeform 38639">
                <a:extLst>
                  <a:ext uri="{FF2B5EF4-FFF2-40B4-BE49-F238E27FC236}">
                    <a16:creationId xmlns:a16="http://schemas.microsoft.com/office/drawing/2014/main" id="{CBD66EEB-C09F-8CCF-EA8E-E9401905B51B}"/>
                  </a:ext>
                </a:extLst>
              </p:cNvPr>
              <p:cNvSpPr/>
              <p:nvPr/>
            </p:nvSpPr>
            <p:spPr>
              <a:xfrm>
                <a:off x="589185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1" name="Freeform 38640">
                <a:extLst>
                  <a:ext uri="{FF2B5EF4-FFF2-40B4-BE49-F238E27FC236}">
                    <a16:creationId xmlns:a16="http://schemas.microsoft.com/office/drawing/2014/main" id="{33C59D0F-6188-68CD-9D31-C8D18A9B4FD0}"/>
                  </a:ext>
                </a:extLst>
              </p:cNvPr>
              <p:cNvSpPr/>
              <p:nvPr/>
            </p:nvSpPr>
            <p:spPr>
              <a:xfrm>
                <a:off x="589235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2" name="Freeform 38641">
                <a:extLst>
                  <a:ext uri="{FF2B5EF4-FFF2-40B4-BE49-F238E27FC236}">
                    <a16:creationId xmlns:a16="http://schemas.microsoft.com/office/drawing/2014/main" id="{0EFAAEB2-4A73-1499-2B0D-5EB4D9B0DBDB}"/>
                  </a:ext>
                </a:extLst>
              </p:cNvPr>
              <p:cNvSpPr/>
              <p:nvPr/>
            </p:nvSpPr>
            <p:spPr>
              <a:xfrm>
                <a:off x="589295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3" name="Freeform 38642">
                <a:extLst>
                  <a:ext uri="{FF2B5EF4-FFF2-40B4-BE49-F238E27FC236}">
                    <a16:creationId xmlns:a16="http://schemas.microsoft.com/office/drawing/2014/main" id="{518D94EA-8FC9-7AEE-FA2E-B4D9EAC7EBA0}"/>
                  </a:ext>
                </a:extLst>
              </p:cNvPr>
              <p:cNvSpPr/>
              <p:nvPr/>
            </p:nvSpPr>
            <p:spPr>
              <a:xfrm>
                <a:off x="589344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4" name="Freeform 38643">
                <a:extLst>
                  <a:ext uri="{FF2B5EF4-FFF2-40B4-BE49-F238E27FC236}">
                    <a16:creationId xmlns:a16="http://schemas.microsoft.com/office/drawing/2014/main" id="{93DC77E5-5329-398A-51B5-678566590C37}"/>
                  </a:ext>
                </a:extLst>
              </p:cNvPr>
              <p:cNvSpPr/>
              <p:nvPr/>
            </p:nvSpPr>
            <p:spPr>
              <a:xfrm>
                <a:off x="589394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5" name="Freeform 38644">
                <a:extLst>
                  <a:ext uri="{FF2B5EF4-FFF2-40B4-BE49-F238E27FC236}">
                    <a16:creationId xmlns:a16="http://schemas.microsoft.com/office/drawing/2014/main" id="{4F86CE86-7D6F-D3FF-B88D-33DD24E40D87}"/>
                  </a:ext>
                </a:extLst>
              </p:cNvPr>
              <p:cNvSpPr/>
              <p:nvPr/>
            </p:nvSpPr>
            <p:spPr>
              <a:xfrm>
                <a:off x="589453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6" name="Freeform 38645">
                <a:extLst>
                  <a:ext uri="{FF2B5EF4-FFF2-40B4-BE49-F238E27FC236}">
                    <a16:creationId xmlns:a16="http://schemas.microsoft.com/office/drawing/2014/main" id="{124169D7-1A18-2467-95E6-74EF3E6D8BD5}"/>
                  </a:ext>
                </a:extLst>
              </p:cNvPr>
              <p:cNvSpPr/>
              <p:nvPr/>
            </p:nvSpPr>
            <p:spPr>
              <a:xfrm>
                <a:off x="5895034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7" name="Freeform 38646">
                <a:extLst>
                  <a:ext uri="{FF2B5EF4-FFF2-40B4-BE49-F238E27FC236}">
                    <a16:creationId xmlns:a16="http://schemas.microsoft.com/office/drawing/2014/main" id="{5BB48EF1-DBD8-FB32-E10A-3F4627772AA7}"/>
                  </a:ext>
                </a:extLst>
              </p:cNvPr>
              <p:cNvSpPr/>
              <p:nvPr/>
            </p:nvSpPr>
            <p:spPr>
              <a:xfrm>
                <a:off x="5895530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8" name="Freeform 38647">
                <a:extLst>
                  <a:ext uri="{FF2B5EF4-FFF2-40B4-BE49-F238E27FC236}">
                    <a16:creationId xmlns:a16="http://schemas.microsoft.com/office/drawing/2014/main" id="{A8E569DF-8717-05C5-C61F-A65E93F7AD96}"/>
                  </a:ext>
                </a:extLst>
              </p:cNvPr>
              <p:cNvSpPr/>
              <p:nvPr/>
            </p:nvSpPr>
            <p:spPr>
              <a:xfrm>
                <a:off x="5896126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9" name="Freeform 38648">
                <a:extLst>
                  <a:ext uri="{FF2B5EF4-FFF2-40B4-BE49-F238E27FC236}">
                    <a16:creationId xmlns:a16="http://schemas.microsoft.com/office/drawing/2014/main" id="{D8D8F643-80E2-0D82-B88F-B3DA437A2ADD}"/>
                  </a:ext>
                </a:extLst>
              </p:cNvPr>
              <p:cNvSpPr/>
              <p:nvPr/>
            </p:nvSpPr>
            <p:spPr>
              <a:xfrm>
                <a:off x="5896622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0" name="Freeform 38649">
                <a:extLst>
                  <a:ext uri="{FF2B5EF4-FFF2-40B4-BE49-F238E27FC236}">
                    <a16:creationId xmlns:a16="http://schemas.microsoft.com/office/drawing/2014/main" id="{9BF12328-FDD5-9249-CB4D-87B6FDC9ADDC}"/>
                  </a:ext>
                </a:extLst>
              </p:cNvPr>
              <p:cNvSpPr/>
              <p:nvPr/>
            </p:nvSpPr>
            <p:spPr>
              <a:xfrm>
                <a:off x="5897118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1" name="Freeform 38650">
                <a:extLst>
                  <a:ext uri="{FF2B5EF4-FFF2-40B4-BE49-F238E27FC236}">
                    <a16:creationId xmlns:a16="http://schemas.microsoft.com/office/drawing/2014/main" id="{4481D2C2-99AC-B4A5-B113-C00916EBCCC0}"/>
                  </a:ext>
                </a:extLst>
              </p:cNvPr>
              <p:cNvSpPr/>
              <p:nvPr/>
            </p:nvSpPr>
            <p:spPr>
              <a:xfrm>
                <a:off x="5897713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2" name="Freeform 38651">
                <a:extLst>
                  <a:ext uri="{FF2B5EF4-FFF2-40B4-BE49-F238E27FC236}">
                    <a16:creationId xmlns:a16="http://schemas.microsoft.com/office/drawing/2014/main" id="{F17F3872-CB6B-66A8-0237-37444564F327}"/>
                  </a:ext>
                </a:extLst>
              </p:cNvPr>
              <p:cNvSpPr/>
              <p:nvPr/>
            </p:nvSpPr>
            <p:spPr>
              <a:xfrm>
                <a:off x="5898209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3" name="Freeform 38652">
                <a:extLst>
                  <a:ext uri="{FF2B5EF4-FFF2-40B4-BE49-F238E27FC236}">
                    <a16:creationId xmlns:a16="http://schemas.microsoft.com/office/drawing/2014/main" id="{3E2E5223-57D8-02FB-302B-CE787B5AA70F}"/>
                  </a:ext>
                </a:extLst>
              </p:cNvPr>
              <p:cNvSpPr/>
              <p:nvPr/>
            </p:nvSpPr>
            <p:spPr>
              <a:xfrm>
                <a:off x="5898705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4" name="Freeform 38653">
                <a:extLst>
                  <a:ext uri="{FF2B5EF4-FFF2-40B4-BE49-F238E27FC236}">
                    <a16:creationId xmlns:a16="http://schemas.microsoft.com/office/drawing/2014/main" id="{A536DF37-6887-D04C-EDFA-C7701E57C43E}"/>
                  </a:ext>
                </a:extLst>
              </p:cNvPr>
              <p:cNvSpPr/>
              <p:nvPr/>
            </p:nvSpPr>
            <p:spPr>
              <a:xfrm>
                <a:off x="5899301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5" name="Freeform 38654">
                <a:extLst>
                  <a:ext uri="{FF2B5EF4-FFF2-40B4-BE49-F238E27FC236}">
                    <a16:creationId xmlns:a16="http://schemas.microsoft.com/office/drawing/2014/main" id="{7C3DCA8D-A65A-B17B-D014-FB474181F6B9}"/>
                  </a:ext>
                </a:extLst>
              </p:cNvPr>
              <p:cNvSpPr/>
              <p:nvPr/>
            </p:nvSpPr>
            <p:spPr>
              <a:xfrm>
                <a:off x="5899797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6" name="Freeform 38655">
                <a:extLst>
                  <a:ext uri="{FF2B5EF4-FFF2-40B4-BE49-F238E27FC236}">
                    <a16:creationId xmlns:a16="http://schemas.microsoft.com/office/drawing/2014/main" id="{88F73843-231A-5192-D1A9-E09182A71A94}"/>
                  </a:ext>
                </a:extLst>
              </p:cNvPr>
              <p:cNvSpPr/>
              <p:nvPr/>
            </p:nvSpPr>
            <p:spPr>
              <a:xfrm>
                <a:off x="5900293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7" name="Freeform 38656">
                <a:extLst>
                  <a:ext uri="{FF2B5EF4-FFF2-40B4-BE49-F238E27FC236}">
                    <a16:creationId xmlns:a16="http://schemas.microsoft.com/office/drawing/2014/main" id="{F70B30A0-B04E-63B0-B1E3-96D478F86393}"/>
                  </a:ext>
                </a:extLst>
              </p:cNvPr>
              <p:cNvSpPr/>
              <p:nvPr/>
            </p:nvSpPr>
            <p:spPr>
              <a:xfrm>
                <a:off x="5900888" y="4234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8" name="Freeform 38657">
                <a:extLst>
                  <a:ext uri="{FF2B5EF4-FFF2-40B4-BE49-F238E27FC236}">
                    <a16:creationId xmlns:a16="http://schemas.microsoft.com/office/drawing/2014/main" id="{A458F57F-07A8-5D8C-0EDB-7AEBEF8D17E5}"/>
                  </a:ext>
                </a:extLst>
              </p:cNvPr>
              <p:cNvSpPr/>
              <p:nvPr/>
            </p:nvSpPr>
            <p:spPr>
              <a:xfrm>
                <a:off x="5901384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9" name="Freeform 38658">
                <a:extLst>
                  <a:ext uri="{FF2B5EF4-FFF2-40B4-BE49-F238E27FC236}">
                    <a16:creationId xmlns:a16="http://schemas.microsoft.com/office/drawing/2014/main" id="{82AD9991-C1CA-A520-8CB6-C9846E17FE28}"/>
                  </a:ext>
                </a:extLst>
              </p:cNvPr>
              <p:cNvSpPr/>
              <p:nvPr/>
            </p:nvSpPr>
            <p:spPr>
              <a:xfrm>
                <a:off x="5901880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0" name="Freeform 38659">
                <a:extLst>
                  <a:ext uri="{FF2B5EF4-FFF2-40B4-BE49-F238E27FC236}">
                    <a16:creationId xmlns:a16="http://schemas.microsoft.com/office/drawing/2014/main" id="{AA6CA72A-2EB7-4906-E828-18640CED41F0}"/>
                  </a:ext>
                </a:extLst>
              </p:cNvPr>
              <p:cNvSpPr/>
              <p:nvPr/>
            </p:nvSpPr>
            <p:spPr>
              <a:xfrm>
                <a:off x="5902476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1" name="Freeform 38660">
                <a:extLst>
                  <a:ext uri="{FF2B5EF4-FFF2-40B4-BE49-F238E27FC236}">
                    <a16:creationId xmlns:a16="http://schemas.microsoft.com/office/drawing/2014/main" id="{12670D6B-BEA4-8030-E433-352985B9656E}"/>
                  </a:ext>
                </a:extLst>
              </p:cNvPr>
              <p:cNvSpPr/>
              <p:nvPr/>
            </p:nvSpPr>
            <p:spPr>
              <a:xfrm>
                <a:off x="590297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2" name="Freeform 38661">
                <a:extLst>
                  <a:ext uri="{FF2B5EF4-FFF2-40B4-BE49-F238E27FC236}">
                    <a16:creationId xmlns:a16="http://schemas.microsoft.com/office/drawing/2014/main" id="{5DE934E6-DF54-1B75-5A7F-86A1835D6CDF}"/>
                  </a:ext>
                </a:extLst>
              </p:cNvPr>
              <p:cNvSpPr/>
              <p:nvPr/>
            </p:nvSpPr>
            <p:spPr>
              <a:xfrm>
                <a:off x="5903468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3" name="Freeform 38662">
                <a:extLst>
                  <a:ext uri="{FF2B5EF4-FFF2-40B4-BE49-F238E27FC236}">
                    <a16:creationId xmlns:a16="http://schemas.microsoft.com/office/drawing/2014/main" id="{B448A016-24A1-1C02-779F-AFE076C1DCE1}"/>
                  </a:ext>
                </a:extLst>
              </p:cNvPr>
              <p:cNvSpPr/>
              <p:nvPr/>
            </p:nvSpPr>
            <p:spPr>
              <a:xfrm>
                <a:off x="590396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4" name="Freeform 38663">
                <a:extLst>
                  <a:ext uri="{FF2B5EF4-FFF2-40B4-BE49-F238E27FC236}">
                    <a16:creationId xmlns:a16="http://schemas.microsoft.com/office/drawing/2014/main" id="{3E0A8FBC-3428-DFA2-DC33-014973ADD449}"/>
                  </a:ext>
                </a:extLst>
              </p:cNvPr>
              <p:cNvSpPr/>
              <p:nvPr/>
            </p:nvSpPr>
            <p:spPr>
              <a:xfrm>
                <a:off x="590455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5" name="Freeform 38664">
                <a:extLst>
                  <a:ext uri="{FF2B5EF4-FFF2-40B4-BE49-F238E27FC236}">
                    <a16:creationId xmlns:a16="http://schemas.microsoft.com/office/drawing/2014/main" id="{140F6E9D-F22F-D3DC-0FDD-813EFFAB3BBA}"/>
                  </a:ext>
                </a:extLst>
              </p:cNvPr>
              <p:cNvSpPr/>
              <p:nvPr/>
            </p:nvSpPr>
            <p:spPr>
              <a:xfrm>
                <a:off x="590505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6" name="Freeform 38665">
                <a:extLst>
                  <a:ext uri="{FF2B5EF4-FFF2-40B4-BE49-F238E27FC236}">
                    <a16:creationId xmlns:a16="http://schemas.microsoft.com/office/drawing/2014/main" id="{EC711163-384D-3717-45A0-C6FBEF4FD4CB}"/>
                  </a:ext>
                </a:extLst>
              </p:cNvPr>
              <p:cNvSpPr/>
              <p:nvPr/>
            </p:nvSpPr>
            <p:spPr>
              <a:xfrm>
                <a:off x="590555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7" name="Freeform 38666">
                <a:extLst>
                  <a:ext uri="{FF2B5EF4-FFF2-40B4-BE49-F238E27FC236}">
                    <a16:creationId xmlns:a16="http://schemas.microsoft.com/office/drawing/2014/main" id="{331E205F-1571-1BE7-8CD5-797EECB4B61D}"/>
                  </a:ext>
                </a:extLst>
              </p:cNvPr>
              <p:cNvSpPr/>
              <p:nvPr/>
            </p:nvSpPr>
            <p:spPr>
              <a:xfrm>
                <a:off x="590614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8" name="Freeform 38667">
                <a:extLst>
                  <a:ext uri="{FF2B5EF4-FFF2-40B4-BE49-F238E27FC236}">
                    <a16:creationId xmlns:a16="http://schemas.microsoft.com/office/drawing/2014/main" id="{174EBA7B-4948-A2B2-657D-7E712CD278DD}"/>
                  </a:ext>
                </a:extLst>
              </p:cNvPr>
              <p:cNvSpPr/>
              <p:nvPr/>
            </p:nvSpPr>
            <p:spPr>
              <a:xfrm>
                <a:off x="590664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9" name="Freeform 38668">
                <a:extLst>
                  <a:ext uri="{FF2B5EF4-FFF2-40B4-BE49-F238E27FC236}">
                    <a16:creationId xmlns:a16="http://schemas.microsoft.com/office/drawing/2014/main" id="{2EEDF3E8-CA2E-C09C-0478-3B8D825E656A}"/>
                  </a:ext>
                </a:extLst>
              </p:cNvPr>
              <p:cNvSpPr/>
              <p:nvPr/>
            </p:nvSpPr>
            <p:spPr>
              <a:xfrm>
                <a:off x="590713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0" name="Freeform 38669">
                <a:extLst>
                  <a:ext uri="{FF2B5EF4-FFF2-40B4-BE49-F238E27FC236}">
                    <a16:creationId xmlns:a16="http://schemas.microsoft.com/office/drawing/2014/main" id="{DD8B1723-BA08-EBBB-F06E-57D163D5E460}"/>
                  </a:ext>
                </a:extLst>
              </p:cNvPr>
              <p:cNvSpPr/>
              <p:nvPr/>
            </p:nvSpPr>
            <p:spPr>
              <a:xfrm>
                <a:off x="5907734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1" name="Freeform 38670">
                <a:extLst>
                  <a:ext uri="{FF2B5EF4-FFF2-40B4-BE49-F238E27FC236}">
                    <a16:creationId xmlns:a16="http://schemas.microsoft.com/office/drawing/2014/main" id="{77693C69-2AA8-FDB2-C1D0-FB8AFF9801F9}"/>
                  </a:ext>
                </a:extLst>
              </p:cNvPr>
              <p:cNvSpPr/>
              <p:nvPr/>
            </p:nvSpPr>
            <p:spPr>
              <a:xfrm>
                <a:off x="5908230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2" name="Freeform 38671">
                <a:extLst>
                  <a:ext uri="{FF2B5EF4-FFF2-40B4-BE49-F238E27FC236}">
                    <a16:creationId xmlns:a16="http://schemas.microsoft.com/office/drawing/2014/main" id="{76D683C7-C0CC-D3E6-8BD4-598623D648E3}"/>
                  </a:ext>
                </a:extLst>
              </p:cNvPr>
              <p:cNvSpPr/>
              <p:nvPr/>
            </p:nvSpPr>
            <p:spPr>
              <a:xfrm>
                <a:off x="5908727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3" name="Freeform 38672">
                <a:extLst>
                  <a:ext uri="{FF2B5EF4-FFF2-40B4-BE49-F238E27FC236}">
                    <a16:creationId xmlns:a16="http://schemas.microsoft.com/office/drawing/2014/main" id="{7D979E97-6035-CCD1-013D-493E994BD4D3}"/>
                  </a:ext>
                </a:extLst>
              </p:cNvPr>
              <p:cNvSpPr/>
              <p:nvPr/>
            </p:nvSpPr>
            <p:spPr>
              <a:xfrm>
                <a:off x="5909322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4" name="Freeform 38673">
                <a:extLst>
                  <a:ext uri="{FF2B5EF4-FFF2-40B4-BE49-F238E27FC236}">
                    <a16:creationId xmlns:a16="http://schemas.microsoft.com/office/drawing/2014/main" id="{D89A82C0-BED1-7CC7-FAAF-D02B8D62348A}"/>
                  </a:ext>
                </a:extLst>
              </p:cNvPr>
              <p:cNvSpPr/>
              <p:nvPr/>
            </p:nvSpPr>
            <p:spPr>
              <a:xfrm>
                <a:off x="5909818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5" name="Freeform 38674">
                <a:extLst>
                  <a:ext uri="{FF2B5EF4-FFF2-40B4-BE49-F238E27FC236}">
                    <a16:creationId xmlns:a16="http://schemas.microsoft.com/office/drawing/2014/main" id="{464EE37A-CED9-004B-E4FD-A3E817038CC0}"/>
                  </a:ext>
                </a:extLst>
              </p:cNvPr>
              <p:cNvSpPr/>
              <p:nvPr/>
            </p:nvSpPr>
            <p:spPr>
              <a:xfrm>
                <a:off x="5910314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6" name="Freeform 38675">
                <a:extLst>
                  <a:ext uri="{FF2B5EF4-FFF2-40B4-BE49-F238E27FC236}">
                    <a16:creationId xmlns:a16="http://schemas.microsoft.com/office/drawing/2014/main" id="{B7DE2702-D8D2-D625-53EB-498EC6673DCF}"/>
                  </a:ext>
                </a:extLst>
              </p:cNvPr>
              <p:cNvSpPr/>
              <p:nvPr/>
            </p:nvSpPr>
            <p:spPr>
              <a:xfrm>
                <a:off x="5910909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7" name="Freeform 38676">
                <a:extLst>
                  <a:ext uri="{FF2B5EF4-FFF2-40B4-BE49-F238E27FC236}">
                    <a16:creationId xmlns:a16="http://schemas.microsoft.com/office/drawing/2014/main" id="{9EBB39B1-3C9B-A6CB-207A-89F3E8864EF5}"/>
                  </a:ext>
                </a:extLst>
              </p:cNvPr>
              <p:cNvSpPr/>
              <p:nvPr/>
            </p:nvSpPr>
            <p:spPr>
              <a:xfrm>
                <a:off x="5911405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8" name="Freeform 38677">
                <a:extLst>
                  <a:ext uri="{FF2B5EF4-FFF2-40B4-BE49-F238E27FC236}">
                    <a16:creationId xmlns:a16="http://schemas.microsoft.com/office/drawing/2014/main" id="{412D4475-C9B1-B7CB-057C-1F7C07900A0C}"/>
                  </a:ext>
                </a:extLst>
              </p:cNvPr>
              <p:cNvSpPr/>
              <p:nvPr/>
            </p:nvSpPr>
            <p:spPr>
              <a:xfrm>
                <a:off x="5911902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9" name="Freeform 38678">
                <a:extLst>
                  <a:ext uri="{FF2B5EF4-FFF2-40B4-BE49-F238E27FC236}">
                    <a16:creationId xmlns:a16="http://schemas.microsoft.com/office/drawing/2014/main" id="{2D63CB73-A2D4-8B19-0790-DD6FA856F1D3}"/>
                  </a:ext>
                </a:extLst>
              </p:cNvPr>
              <p:cNvSpPr/>
              <p:nvPr/>
            </p:nvSpPr>
            <p:spPr>
              <a:xfrm>
                <a:off x="5912497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0" name="Freeform 38679">
                <a:extLst>
                  <a:ext uri="{FF2B5EF4-FFF2-40B4-BE49-F238E27FC236}">
                    <a16:creationId xmlns:a16="http://schemas.microsoft.com/office/drawing/2014/main" id="{7D9F8283-9CF8-6112-4475-CD0EA3F18C8B}"/>
                  </a:ext>
                </a:extLst>
              </p:cNvPr>
              <p:cNvSpPr/>
              <p:nvPr/>
            </p:nvSpPr>
            <p:spPr>
              <a:xfrm>
                <a:off x="5912993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1" name="Freeform 38680">
                <a:extLst>
                  <a:ext uri="{FF2B5EF4-FFF2-40B4-BE49-F238E27FC236}">
                    <a16:creationId xmlns:a16="http://schemas.microsoft.com/office/drawing/2014/main" id="{85B6A691-9F4C-F1FF-780A-0A80E5307165}"/>
                  </a:ext>
                </a:extLst>
              </p:cNvPr>
              <p:cNvSpPr/>
              <p:nvPr/>
            </p:nvSpPr>
            <p:spPr>
              <a:xfrm>
                <a:off x="5913489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2" name="Freeform 38681">
                <a:extLst>
                  <a:ext uri="{FF2B5EF4-FFF2-40B4-BE49-F238E27FC236}">
                    <a16:creationId xmlns:a16="http://schemas.microsoft.com/office/drawing/2014/main" id="{024F4567-5C0C-D759-944F-48B145B84E61}"/>
                  </a:ext>
                </a:extLst>
              </p:cNvPr>
              <p:cNvSpPr/>
              <p:nvPr/>
            </p:nvSpPr>
            <p:spPr>
              <a:xfrm>
                <a:off x="5914084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3" name="Freeform 38682">
                <a:extLst>
                  <a:ext uri="{FF2B5EF4-FFF2-40B4-BE49-F238E27FC236}">
                    <a16:creationId xmlns:a16="http://schemas.microsoft.com/office/drawing/2014/main" id="{C3C30343-EC48-767B-EA3F-02DE028F6173}"/>
                  </a:ext>
                </a:extLst>
              </p:cNvPr>
              <p:cNvSpPr/>
              <p:nvPr/>
            </p:nvSpPr>
            <p:spPr>
              <a:xfrm>
                <a:off x="591458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4" name="Freeform 38683">
                <a:extLst>
                  <a:ext uri="{FF2B5EF4-FFF2-40B4-BE49-F238E27FC236}">
                    <a16:creationId xmlns:a16="http://schemas.microsoft.com/office/drawing/2014/main" id="{0E75CAD5-DD93-B00B-244D-2FFB622935C8}"/>
                  </a:ext>
                </a:extLst>
              </p:cNvPr>
              <p:cNvSpPr/>
              <p:nvPr/>
            </p:nvSpPr>
            <p:spPr>
              <a:xfrm>
                <a:off x="591507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5" name="Freeform 38684">
                <a:extLst>
                  <a:ext uri="{FF2B5EF4-FFF2-40B4-BE49-F238E27FC236}">
                    <a16:creationId xmlns:a16="http://schemas.microsoft.com/office/drawing/2014/main" id="{9D601480-63BF-D4BE-139E-68A0092BCC44}"/>
                  </a:ext>
                </a:extLst>
              </p:cNvPr>
              <p:cNvSpPr/>
              <p:nvPr/>
            </p:nvSpPr>
            <p:spPr>
              <a:xfrm>
                <a:off x="591557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6" name="Freeform 38685">
                <a:extLst>
                  <a:ext uri="{FF2B5EF4-FFF2-40B4-BE49-F238E27FC236}">
                    <a16:creationId xmlns:a16="http://schemas.microsoft.com/office/drawing/2014/main" id="{F2E1C061-2BF2-45C1-3325-F1DB02D3B566}"/>
                  </a:ext>
                </a:extLst>
              </p:cNvPr>
              <p:cNvSpPr/>
              <p:nvPr/>
            </p:nvSpPr>
            <p:spPr>
              <a:xfrm>
                <a:off x="591616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7" name="Freeform 38686">
                <a:extLst>
                  <a:ext uri="{FF2B5EF4-FFF2-40B4-BE49-F238E27FC236}">
                    <a16:creationId xmlns:a16="http://schemas.microsoft.com/office/drawing/2014/main" id="{191AA345-CF64-8A52-5C4C-2A3AD574D074}"/>
                  </a:ext>
                </a:extLst>
              </p:cNvPr>
              <p:cNvSpPr/>
              <p:nvPr/>
            </p:nvSpPr>
            <p:spPr>
              <a:xfrm>
                <a:off x="5916664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8" name="Freeform 38687">
                <a:extLst>
                  <a:ext uri="{FF2B5EF4-FFF2-40B4-BE49-F238E27FC236}">
                    <a16:creationId xmlns:a16="http://schemas.microsoft.com/office/drawing/2014/main" id="{842D284D-AD1C-3CAE-8863-CF7E299A1C57}"/>
                  </a:ext>
                </a:extLst>
              </p:cNvPr>
              <p:cNvSpPr/>
              <p:nvPr/>
            </p:nvSpPr>
            <p:spPr>
              <a:xfrm>
                <a:off x="591716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9" name="Freeform 38688">
                <a:extLst>
                  <a:ext uri="{FF2B5EF4-FFF2-40B4-BE49-F238E27FC236}">
                    <a16:creationId xmlns:a16="http://schemas.microsoft.com/office/drawing/2014/main" id="{0B96411D-F37F-1A1D-8906-F8ABE2D61446}"/>
                  </a:ext>
                </a:extLst>
              </p:cNvPr>
              <p:cNvSpPr/>
              <p:nvPr/>
            </p:nvSpPr>
            <p:spPr>
              <a:xfrm>
                <a:off x="591775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0" name="Freeform 38689">
                <a:extLst>
                  <a:ext uri="{FF2B5EF4-FFF2-40B4-BE49-F238E27FC236}">
                    <a16:creationId xmlns:a16="http://schemas.microsoft.com/office/drawing/2014/main" id="{D6E56950-918B-3415-5947-AFCE4F7A674F}"/>
                  </a:ext>
                </a:extLst>
              </p:cNvPr>
              <p:cNvSpPr/>
              <p:nvPr/>
            </p:nvSpPr>
            <p:spPr>
              <a:xfrm>
                <a:off x="5918252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1" name="Freeform 38690">
                <a:extLst>
                  <a:ext uri="{FF2B5EF4-FFF2-40B4-BE49-F238E27FC236}">
                    <a16:creationId xmlns:a16="http://schemas.microsoft.com/office/drawing/2014/main" id="{10F78D7B-2D3B-27A4-1296-CF80457C096C}"/>
                  </a:ext>
                </a:extLst>
              </p:cNvPr>
              <p:cNvSpPr/>
              <p:nvPr/>
            </p:nvSpPr>
            <p:spPr>
              <a:xfrm>
                <a:off x="591874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2" name="Freeform 38691">
                <a:extLst>
                  <a:ext uri="{FF2B5EF4-FFF2-40B4-BE49-F238E27FC236}">
                    <a16:creationId xmlns:a16="http://schemas.microsoft.com/office/drawing/2014/main" id="{A4DFFD25-D379-49E2-3BD1-0DD3C95E0C30}"/>
                  </a:ext>
                </a:extLst>
              </p:cNvPr>
              <p:cNvSpPr/>
              <p:nvPr/>
            </p:nvSpPr>
            <p:spPr>
              <a:xfrm>
                <a:off x="591934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3" name="Freeform 38692">
                <a:extLst>
                  <a:ext uri="{FF2B5EF4-FFF2-40B4-BE49-F238E27FC236}">
                    <a16:creationId xmlns:a16="http://schemas.microsoft.com/office/drawing/2014/main" id="{388AA6DF-7FE4-2A53-FA01-19E4DC1C334C}"/>
                  </a:ext>
                </a:extLst>
              </p:cNvPr>
              <p:cNvSpPr/>
              <p:nvPr/>
            </p:nvSpPr>
            <p:spPr>
              <a:xfrm>
                <a:off x="591983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4" name="Freeform 38693">
                <a:extLst>
                  <a:ext uri="{FF2B5EF4-FFF2-40B4-BE49-F238E27FC236}">
                    <a16:creationId xmlns:a16="http://schemas.microsoft.com/office/drawing/2014/main" id="{D511B128-A839-B2FF-1A1A-8B4198096C97}"/>
                  </a:ext>
                </a:extLst>
              </p:cNvPr>
              <p:cNvSpPr/>
              <p:nvPr/>
            </p:nvSpPr>
            <p:spPr>
              <a:xfrm>
                <a:off x="592033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5" name="Freeform 38694">
                <a:extLst>
                  <a:ext uri="{FF2B5EF4-FFF2-40B4-BE49-F238E27FC236}">
                    <a16:creationId xmlns:a16="http://schemas.microsoft.com/office/drawing/2014/main" id="{4F8215FC-6EBB-5B51-B43F-DFE3EC034F3D}"/>
                  </a:ext>
                </a:extLst>
              </p:cNvPr>
              <p:cNvSpPr/>
              <p:nvPr/>
            </p:nvSpPr>
            <p:spPr>
              <a:xfrm>
                <a:off x="5920930" y="3995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6" name="Freeform 38695">
                <a:extLst>
                  <a:ext uri="{FF2B5EF4-FFF2-40B4-BE49-F238E27FC236}">
                    <a16:creationId xmlns:a16="http://schemas.microsoft.com/office/drawing/2014/main" id="{BF2E6CD4-DE8D-633F-B470-29CB6FB5C5C3}"/>
                  </a:ext>
                </a:extLst>
              </p:cNvPr>
              <p:cNvSpPr/>
              <p:nvPr/>
            </p:nvSpPr>
            <p:spPr>
              <a:xfrm>
                <a:off x="5921427" y="3966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7" name="Freeform 38696">
                <a:extLst>
                  <a:ext uri="{FF2B5EF4-FFF2-40B4-BE49-F238E27FC236}">
                    <a16:creationId xmlns:a16="http://schemas.microsoft.com/office/drawing/2014/main" id="{68478ADC-4298-74DB-E9DC-F3224B657FDD}"/>
                  </a:ext>
                </a:extLst>
              </p:cNvPr>
              <p:cNvSpPr/>
              <p:nvPr/>
            </p:nvSpPr>
            <p:spPr>
              <a:xfrm>
                <a:off x="5921923" y="3966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8" name="Freeform 38697">
                <a:extLst>
                  <a:ext uri="{FF2B5EF4-FFF2-40B4-BE49-F238E27FC236}">
                    <a16:creationId xmlns:a16="http://schemas.microsoft.com/office/drawing/2014/main" id="{28A96EFE-55A7-B337-3B1E-F16AD01BDDA2}"/>
                  </a:ext>
                </a:extLst>
              </p:cNvPr>
              <p:cNvSpPr/>
              <p:nvPr/>
            </p:nvSpPr>
            <p:spPr>
              <a:xfrm>
                <a:off x="5922518" y="4089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9" name="Freeform 38698">
                <a:extLst>
                  <a:ext uri="{FF2B5EF4-FFF2-40B4-BE49-F238E27FC236}">
                    <a16:creationId xmlns:a16="http://schemas.microsoft.com/office/drawing/2014/main" id="{9830DABC-041B-7617-30C8-2BFDDE5B337B}"/>
                  </a:ext>
                </a:extLst>
              </p:cNvPr>
              <p:cNvSpPr/>
              <p:nvPr/>
            </p:nvSpPr>
            <p:spPr>
              <a:xfrm>
                <a:off x="5923014" y="4102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0" name="Freeform 38699">
                <a:extLst>
                  <a:ext uri="{FF2B5EF4-FFF2-40B4-BE49-F238E27FC236}">
                    <a16:creationId xmlns:a16="http://schemas.microsoft.com/office/drawing/2014/main" id="{53DCC769-CD0A-5289-AA40-19A0A9F908C4}"/>
                  </a:ext>
                </a:extLst>
              </p:cNvPr>
              <p:cNvSpPr/>
              <p:nvPr/>
            </p:nvSpPr>
            <p:spPr>
              <a:xfrm>
                <a:off x="5923510" y="4148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1" name="Freeform 38700">
                <a:extLst>
                  <a:ext uri="{FF2B5EF4-FFF2-40B4-BE49-F238E27FC236}">
                    <a16:creationId xmlns:a16="http://schemas.microsoft.com/office/drawing/2014/main" id="{99A27D7A-E304-2F6E-8CA6-60F193DB79CC}"/>
                  </a:ext>
                </a:extLst>
              </p:cNvPr>
              <p:cNvSpPr/>
              <p:nvPr/>
            </p:nvSpPr>
            <p:spPr>
              <a:xfrm>
                <a:off x="5924105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2" name="Freeform 38701">
                <a:extLst>
                  <a:ext uri="{FF2B5EF4-FFF2-40B4-BE49-F238E27FC236}">
                    <a16:creationId xmlns:a16="http://schemas.microsoft.com/office/drawing/2014/main" id="{FDAF3EB1-261D-8411-CF1F-C9A128C82386}"/>
                  </a:ext>
                </a:extLst>
              </p:cNvPr>
              <p:cNvSpPr/>
              <p:nvPr/>
            </p:nvSpPr>
            <p:spPr>
              <a:xfrm>
                <a:off x="5924602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3" name="Freeform 38702">
                <a:extLst>
                  <a:ext uri="{FF2B5EF4-FFF2-40B4-BE49-F238E27FC236}">
                    <a16:creationId xmlns:a16="http://schemas.microsoft.com/office/drawing/2014/main" id="{BA761052-68C9-8FF4-64CC-5CBBDB29A5E1}"/>
                  </a:ext>
                </a:extLst>
              </p:cNvPr>
              <p:cNvSpPr/>
              <p:nvPr/>
            </p:nvSpPr>
            <p:spPr>
              <a:xfrm>
                <a:off x="5925098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4" name="Freeform 38703">
                <a:extLst>
                  <a:ext uri="{FF2B5EF4-FFF2-40B4-BE49-F238E27FC236}">
                    <a16:creationId xmlns:a16="http://schemas.microsoft.com/office/drawing/2014/main" id="{6F4AA93E-03E5-6815-3087-FC93CFB54DEF}"/>
                  </a:ext>
                </a:extLst>
              </p:cNvPr>
              <p:cNvSpPr/>
              <p:nvPr/>
            </p:nvSpPr>
            <p:spPr>
              <a:xfrm>
                <a:off x="5925693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5" name="Freeform 38704">
                <a:extLst>
                  <a:ext uri="{FF2B5EF4-FFF2-40B4-BE49-F238E27FC236}">
                    <a16:creationId xmlns:a16="http://schemas.microsoft.com/office/drawing/2014/main" id="{59F7DBC9-DC61-83B9-9BCB-B60ED0D62204}"/>
                  </a:ext>
                </a:extLst>
              </p:cNvPr>
              <p:cNvSpPr/>
              <p:nvPr/>
            </p:nvSpPr>
            <p:spPr>
              <a:xfrm>
                <a:off x="5926189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6" name="Freeform 38705">
                <a:extLst>
                  <a:ext uri="{FF2B5EF4-FFF2-40B4-BE49-F238E27FC236}">
                    <a16:creationId xmlns:a16="http://schemas.microsoft.com/office/drawing/2014/main" id="{AE80B2C8-EA93-39AF-2341-3EA4EC8D50E9}"/>
                  </a:ext>
                </a:extLst>
              </p:cNvPr>
              <p:cNvSpPr/>
              <p:nvPr/>
            </p:nvSpPr>
            <p:spPr>
              <a:xfrm>
                <a:off x="5926685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7" name="Freeform 38706">
                <a:extLst>
                  <a:ext uri="{FF2B5EF4-FFF2-40B4-BE49-F238E27FC236}">
                    <a16:creationId xmlns:a16="http://schemas.microsoft.com/office/drawing/2014/main" id="{5CD58473-BCE3-73BC-2E8F-CA9917822BA4}"/>
                  </a:ext>
                </a:extLst>
              </p:cNvPr>
              <p:cNvSpPr/>
              <p:nvPr/>
            </p:nvSpPr>
            <p:spPr>
              <a:xfrm>
                <a:off x="5927181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8" name="Freeform 38707">
                <a:extLst>
                  <a:ext uri="{FF2B5EF4-FFF2-40B4-BE49-F238E27FC236}">
                    <a16:creationId xmlns:a16="http://schemas.microsoft.com/office/drawing/2014/main" id="{10BB038A-24D1-7007-4510-8E17C5B5406C}"/>
                  </a:ext>
                </a:extLst>
              </p:cNvPr>
              <p:cNvSpPr/>
              <p:nvPr/>
            </p:nvSpPr>
            <p:spPr>
              <a:xfrm>
                <a:off x="5927777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9" name="Freeform 38708">
                <a:extLst>
                  <a:ext uri="{FF2B5EF4-FFF2-40B4-BE49-F238E27FC236}">
                    <a16:creationId xmlns:a16="http://schemas.microsoft.com/office/drawing/2014/main" id="{2BA0DBB6-02DB-6C60-2930-1E6C0B127EAA}"/>
                  </a:ext>
                </a:extLst>
              </p:cNvPr>
              <p:cNvSpPr/>
              <p:nvPr/>
            </p:nvSpPr>
            <p:spPr>
              <a:xfrm>
                <a:off x="5928273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0" name="Freeform 38709">
                <a:extLst>
                  <a:ext uri="{FF2B5EF4-FFF2-40B4-BE49-F238E27FC236}">
                    <a16:creationId xmlns:a16="http://schemas.microsoft.com/office/drawing/2014/main" id="{560BCF00-D3B0-2CD0-4FD1-7330E81D1E10}"/>
                  </a:ext>
                </a:extLst>
              </p:cNvPr>
              <p:cNvSpPr/>
              <p:nvPr/>
            </p:nvSpPr>
            <p:spPr>
              <a:xfrm>
                <a:off x="5928769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1" name="Freeform 38710">
                <a:extLst>
                  <a:ext uri="{FF2B5EF4-FFF2-40B4-BE49-F238E27FC236}">
                    <a16:creationId xmlns:a16="http://schemas.microsoft.com/office/drawing/2014/main" id="{CA0FF97F-35C9-74A9-23C6-0BCDA7077924}"/>
                  </a:ext>
                </a:extLst>
              </p:cNvPr>
              <p:cNvSpPr/>
              <p:nvPr/>
            </p:nvSpPr>
            <p:spPr>
              <a:xfrm>
                <a:off x="5929364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2" name="Freeform 38711">
                <a:extLst>
                  <a:ext uri="{FF2B5EF4-FFF2-40B4-BE49-F238E27FC236}">
                    <a16:creationId xmlns:a16="http://schemas.microsoft.com/office/drawing/2014/main" id="{0ADD71F3-6D38-CDC0-D070-8F343515285A}"/>
                  </a:ext>
                </a:extLst>
              </p:cNvPr>
              <p:cNvSpPr/>
              <p:nvPr/>
            </p:nvSpPr>
            <p:spPr>
              <a:xfrm>
                <a:off x="5929860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3" name="Freeform 38712">
                <a:extLst>
                  <a:ext uri="{FF2B5EF4-FFF2-40B4-BE49-F238E27FC236}">
                    <a16:creationId xmlns:a16="http://schemas.microsoft.com/office/drawing/2014/main" id="{C8EF189C-DEAB-46E3-68CE-BD88FB521DD9}"/>
                  </a:ext>
                </a:extLst>
              </p:cNvPr>
              <p:cNvSpPr/>
              <p:nvPr/>
            </p:nvSpPr>
            <p:spPr>
              <a:xfrm>
                <a:off x="5930356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4" name="Freeform 38713">
                <a:extLst>
                  <a:ext uri="{FF2B5EF4-FFF2-40B4-BE49-F238E27FC236}">
                    <a16:creationId xmlns:a16="http://schemas.microsoft.com/office/drawing/2014/main" id="{7A4EB071-B9FD-2258-5E4B-87F52BF29B80}"/>
                  </a:ext>
                </a:extLst>
              </p:cNvPr>
              <p:cNvSpPr/>
              <p:nvPr/>
            </p:nvSpPr>
            <p:spPr>
              <a:xfrm>
                <a:off x="5930952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5" name="Freeform 38714">
                <a:extLst>
                  <a:ext uri="{FF2B5EF4-FFF2-40B4-BE49-F238E27FC236}">
                    <a16:creationId xmlns:a16="http://schemas.microsoft.com/office/drawing/2014/main" id="{B9D4586B-A596-21D9-9165-187D670F01BD}"/>
                  </a:ext>
                </a:extLst>
              </p:cNvPr>
              <p:cNvSpPr/>
              <p:nvPr/>
            </p:nvSpPr>
            <p:spPr>
              <a:xfrm>
                <a:off x="593144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6" name="Freeform 38715">
                <a:extLst>
                  <a:ext uri="{FF2B5EF4-FFF2-40B4-BE49-F238E27FC236}">
                    <a16:creationId xmlns:a16="http://schemas.microsoft.com/office/drawing/2014/main" id="{24C0520B-B401-32A6-657F-2CCE584B3FDC}"/>
                  </a:ext>
                </a:extLst>
              </p:cNvPr>
              <p:cNvSpPr/>
              <p:nvPr/>
            </p:nvSpPr>
            <p:spPr>
              <a:xfrm>
                <a:off x="5931944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7" name="Freeform 38716">
                <a:extLst>
                  <a:ext uri="{FF2B5EF4-FFF2-40B4-BE49-F238E27FC236}">
                    <a16:creationId xmlns:a16="http://schemas.microsoft.com/office/drawing/2014/main" id="{44B7CB17-957E-E090-7247-95CB6C7682CE}"/>
                  </a:ext>
                </a:extLst>
              </p:cNvPr>
              <p:cNvSpPr/>
              <p:nvPr/>
            </p:nvSpPr>
            <p:spPr>
              <a:xfrm>
                <a:off x="5932539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8" name="Freeform 38717">
                <a:extLst>
                  <a:ext uri="{FF2B5EF4-FFF2-40B4-BE49-F238E27FC236}">
                    <a16:creationId xmlns:a16="http://schemas.microsoft.com/office/drawing/2014/main" id="{0F76F4D3-3AB6-34C8-4601-E50D07952002}"/>
                  </a:ext>
                </a:extLst>
              </p:cNvPr>
              <p:cNvSpPr/>
              <p:nvPr/>
            </p:nvSpPr>
            <p:spPr>
              <a:xfrm>
                <a:off x="5933035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9" name="Freeform 38718">
                <a:extLst>
                  <a:ext uri="{FF2B5EF4-FFF2-40B4-BE49-F238E27FC236}">
                    <a16:creationId xmlns:a16="http://schemas.microsoft.com/office/drawing/2014/main" id="{47775A1A-24E6-A4D6-DAF8-3744CE2F2E5C}"/>
                  </a:ext>
                </a:extLst>
              </p:cNvPr>
              <p:cNvSpPr/>
              <p:nvPr/>
            </p:nvSpPr>
            <p:spPr>
              <a:xfrm>
                <a:off x="5933531" y="3776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0" name="Freeform 38719">
                <a:extLst>
                  <a:ext uri="{FF2B5EF4-FFF2-40B4-BE49-F238E27FC236}">
                    <a16:creationId xmlns:a16="http://schemas.microsoft.com/office/drawing/2014/main" id="{A5AF9F28-BAA7-E78C-4EAB-E6B4F07F3836}"/>
                  </a:ext>
                </a:extLst>
              </p:cNvPr>
              <p:cNvSpPr/>
              <p:nvPr/>
            </p:nvSpPr>
            <p:spPr>
              <a:xfrm>
                <a:off x="5934127" y="3849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1" name="Freeform 38720">
                <a:extLst>
                  <a:ext uri="{FF2B5EF4-FFF2-40B4-BE49-F238E27FC236}">
                    <a16:creationId xmlns:a16="http://schemas.microsoft.com/office/drawing/2014/main" id="{C589A41B-174D-FDC1-32B7-FD9A8EA42895}"/>
                  </a:ext>
                </a:extLst>
              </p:cNvPr>
              <p:cNvSpPr/>
              <p:nvPr/>
            </p:nvSpPr>
            <p:spPr>
              <a:xfrm>
                <a:off x="5934623" y="3949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2" name="Freeform 38721">
                <a:extLst>
                  <a:ext uri="{FF2B5EF4-FFF2-40B4-BE49-F238E27FC236}">
                    <a16:creationId xmlns:a16="http://schemas.microsoft.com/office/drawing/2014/main" id="{10CDF0C8-2E42-92CE-4D99-ECAB18E36264}"/>
                  </a:ext>
                </a:extLst>
              </p:cNvPr>
              <p:cNvSpPr/>
              <p:nvPr/>
            </p:nvSpPr>
            <p:spPr>
              <a:xfrm>
                <a:off x="5935119" y="4121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3" name="Freeform 38722">
                <a:extLst>
                  <a:ext uri="{FF2B5EF4-FFF2-40B4-BE49-F238E27FC236}">
                    <a16:creationId xmlns:a16="http://schemas.microsoft.com/office/drawing/2014/main" id="{FF8EA57C-FB65-1D79-0D27-00B87E5A061F}"/>
                  </a:ext>
                </a:extLst>
              </p:cNvPr>
              <p:cNvSpPr/>
              <p:nvPr/>
            </p:nvSpPr>
            <p:spPr>
              <a:xfrm>
                <a:off x="5935714" y="4185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4" name="Freeform 38723">
                <a:extLst>
                  <a:ext uri="{FF2B5EF4-FFF2-40B4-BE49-F238E27FC236}">
                    <a16:creationId xmlns:a16="http://schemas.microsoft.com/office/drawing/2014/main" id="{C94721A8-5253-C328-4075-C6505914A877}"/>
                  </a:ext>
                </a:extLst>
              </p:cNvPr>
              <p:cNvSpPr/>
              <p:nvPr/>
            </p:nvSpPr>
            <p:spPr>
              <a:xfrm>
                <a:off x="5936210" y="41839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5" name="Freeform 38724">
                <a:extLst>
                  <a:ext uri="{FF2B5EF4-FFF2-40B4-BE49-F238E27FC236}">
                    <a16:creationId xmlns:a16="http://schemas.microsoft.com/office/drawing/2014/main" id="{707B5E6F-6823-5731-8881-68DA606AAB67}"/>
                  </a:ext>
                </a:extLst>
              </p:cNvPr>
              <p:cNvSpPr/>
              <p:nvPr/>
            </p:nvSpPr>
            <p:spPr>
              <a:xfrm>
                <a:off x="5936706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6" name="Freeform 38725">
                <a:extLst>
                  <a:ext uri="{FF2B5EF4-FFF2-40B4-BE49-F238E27FC236}">
                    <a16:creationId xmlns:a16="http://schemas.microsoft.com/office/drawing/2014/main" id="{ADB706E5-AE16-9EE0-BB91-986BD9378DE0}"/>
                  </a:ext>
                </a:extLst>
              </p:cNvPr>
              <p:cNvSpPr/>
              <p:nvPr/>
            </p:nvSpPr>
            <p:spPr>
              <a:xfrm>
                <a:off x="5937302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7" name="Freeform 38726">
                <a:extLst>
                  <a:ext uri="{FF2B5EF4-FFF2-40B4-BE49-F238E27FC236}">
                    <a16:creationId xmlns:a16="http://schemas.microsoft.com/office/drawing/2014/main" id="{57DAEEE2-BE52-044B-4D2E-AE62381B7632}"/>
                  </a:ext>
                </a:extLst>
              </p:cNvPr>
              <p:cNvSpPr/>
              <p:nvPr/>
            </p:nvSpPr>
            <p:spPr>
              <a:xfrm>
                <a:off x="5937798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8" name="Freeform 38727">
                <a:extLst>
                  <a:ext uri="{FF2B5EF4-FFF2-40B4-BE49-F238E27FC236}">
                    <a16:creationId xmlns:a16="http://schemas.microsoft.com/office/drawing/2014/main" id="{939A3B97-F703-B0ED-F05C-A9ED2B9CDFD9}"/>
                  </a:ext>
                </a:extLst>
              </p:cNvPr>
              <p:cNvSpPr/>
              <p:nvPr/>
            </p:nvSpPr>
            <p:spPr>
              <a:xfrm>
                <a:off x="5938294" y="4205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9" name="Freeform 38728">
                <a:extLst>
                  <a:ext uri="{FF2B5EF4-FFF2-40B4-BE49-F238E27FC236}">
                    <a16:creationId xmlns:a16="http://schemas.microsoft.com/office/drawing/2014/main" id="{A6A3E4C2-6B2E-6609-857F-3F3FD5AE92B8}"/>
                  </a:ext>
                </a:extLst>
              </p:cNvPr>
              <p:cNvSpPr/>
              <p:nvPr/>
            </p:nvSpPr>
            <p:spPr>
              <a:xfrm>
                <a:off x="5938889" y="4196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0" name="Freeform 38729">
                <a:extLst>
                  <a:ext uri="{FF2B5EF4-FFF2-40B4-BE49-F238E27FC236}">
                    <a16:creationId xmlns:a16="http://schemas.microsoft.com/office/drawing/2014/main" id="{C2962643-867B-D34D-1009-71B723F011F9}"/>
                  </a:ext>
                </a:extLst>
              </p:cNvPr>
              <p:cNvSpPr/>
              <p:nvPr/>
            </p:nvSpPr>
            <p:spPr>
              <a:xfrm>
                <a:off x="5939385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1" name="Freeform 38730">
                <a:extLst>
                  <a:ext uri="{FF2B5EF4-FFF2-40B4-BE49-F238E27FC236}">
                    <a16:creationId xmlns:a16="http://schemas.microsoft.com/office/drawing/2014/main" id="{E45E2B69-7331-D587-A99D-294FA989510B}"/>
                  </a:ext>
                </a:extLst>
              </p:cNvPr>
              <p:cNvSpPr/>
              <p:nvPr/>
            </p:nvSpPr>
            <p:spPr>
              <a:xfrm>
                <a:off x="5939881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2" name="Freeform 38731">
                <a:extLst>
                  <a:ext uri="{FF2B5EF4-FFF2-40B4-BE49-F238E27FC236}">
                    <a16:creationId xmlns:a16="http://schemas.microsoft.com/office/drawing/2014/main" id="{86059F0D-451E-B778-0AFD-3ACCDE64909D}"/>
                  </a:ext>
                </a:extLst>
              </p:cNvPr>
              <p:cNvSpPr/>
              <p:nvPr/>
            </p:nvSpPr>
            <p:spPr>
              <a:xfrm>
                <a:off x="5940377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3" name="Freeform 38732">
                <a:extLst>
                  <a:ext uri="{FF2B5EF4-FFF2-40B4-BE49-F238E27FC236}">
                    <a16:creationId xmlns:a16="http://schemas.microsoft.com/office/drawing/2014/main" id="{394C088F-4293-AEAF-F1E1-641E0BB9C908}"/>
                  </a:ext>
                </a:extLst>
              </p:cNvPr>
              <p:cNvSpPr/>
              <p:nvPr/>
            </p:nvSpPr>
            <p:spPr>
              <a:xfrm>
                <a:off x="5940973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4" name="Freeform 38733">
                <a:extLst>
                  <a:ext uri="{FF2B5EF4-FFF2-40B4-BE49-F238E27FC236}">
                    <a16:creationId xmlns:a16="http://schemas.microsoft.com/office/drawing/2014/main" id="{308D833C-843F-4F1F-E2FB-A48D94274B9C}"/>
                  </a:ext>
                </a:extLst>
              </p:cNvPr>
              <p:cNvSpPr/>
              <p:nvPr/>
            </p:nvSpPr>
            <p:spPr>
              <a:xfrm>
                <a:off x="5941469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5" name="Freeform 38734">
                <a:extLst>
                  <a:ext uri="{FF2B5EF4-FFF2-40B4-BE49-F238E27FC236}">
                    <a16:creationId xmlns:a16="http://schemas.microsoft.com/office/drawing/2014/main" id="{3578C1D6-AC8A-2E1B-392C-32D76E97645C}"/>
                  </a:ext>
                </a:extLst>
              </p:cNvPr>
              <p:cNvSpPr/>
              <p:nvPr/>
            </p:nvSpPr>
            <p:spPr>
              <a:xfrm>
                <a:off x="5941965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6" name="Freeform 38735">
                <a:extLst>
                  <a:ext uri="{FF2B5EF4-FFF2-40B4-BE49-F238E27FC236}">
                    <a16:creationId xmlns:a16="http://schemas.microsoft.com/office/drawing/2014/main" id="{C2BF7F48-5CB3-5E70-B15C-A7E303DF35FA}"/>
                  </a:ext>
                </a:extLst>
              </p:cNvPr>
              <p:cNvSpPr/>
              <p:nvPr/>
            </p:nvSpPr>
            <p:spPr>
              <a:xfrm>
                <a:off x="5942560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7" name="Freeform 38736">
                <a:extLst>
                  <a:ext uri="{FF2B5EF4-FFF2-40B4-BE49-F238E27FC236}">
                    <a16:creationId xmlns:a16="http://schemas.microsoft.com/office/drawing/2014/main" id="{F5EFF1C9-B7CA-20DB-E903-28B744CC8822}"/>
                  </a:ext>
                </a:extLst>
              </p:cNvPr>
              <p:cNvSpPr/>
              <p:nvPr/>
            </p:nvSpPr>
            <p:spPr>
              <a:xfrm>
                <a:off x="5943056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8" name="Freeform 38737">
                <a:extLst>
                  <a:ext uri="{FF2B5EF4-FFF2-40B4-BE49-F238E27FC236}">
                    <a16:creationId xmlns:a16="http://schemas.microsoft.com/office/drawing/2014/main" id="{C511854B-0B25-A393-3606-F544BB8C101B}"/>
                  </a:ext>
                </a:extLst>
              </p:cNvPr>
              <p:cNvSpPr/>
              <p:nvPr/>
            </p:nvSpPr>
            <p:spPr>
              <a:xfrm>
                <a:off x="5943552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9" name="Freeform 38738">
                <a:extLst>
                  <a:ext uri="{FF2B5EF4-FFF2-40B4-BE49-F238E27FC236}">
                    <a16:creationId xmlns:a16="http://schemas.microsoft.com/office/drawing/2014/main" id="{91975E7D-7AEC-B72D-1CA6-A4C1B7E17972}"/>
                  </a:ext>
                </a:extLst>
              </p:cNvPr>
              <p:cNvSpPr/>
              <p:nvPr/>
            </p:nvSpPr>
            <p:spPr>
              <a:xfrm>
                <a:off x="5944148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0" name="Freeform 38739">
                <a:extLst>
                  <a:ext uri="{FF2B5EF4-FFF2-40B4-BE49-F238E27FC236}">
                    <a16:creationId xmlns:a16="http://schemas.microsoft.com/office/drawing/2014/main" id="{6297766B-A004-2CC9-97C9-D7216CBCAE35}"/>
                  </a:ext>
                </a:extLst>
              </p:cNvPr>
              <p:cNvSpPr/>
              <p:nvPr/>
            </p:nvSpPr>
            <p:spPr>
              <a:xfrm>
                <a:off x="5944644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1" name="Freeform 38740">
                <a:extLst>
                  <a:ext uri="{FF2B5EF4-FFF2-40B4-BE49-F238E27FC236}">
                    <a16:creationId xmlns:a16="http://schemas.microsoft.com/office/drawing/2014/main" id="{4F1D3E19-CE62-BADB-AB30-95675E8515E3}"/>
                  </a:ext>
                </a:extLst>
              </p:cNvPr>
              <p:cNvSpPr/>
              <p:nvPr/>
            </p:nvSpPr>
            <p:spPr>
              <a:xfrm>
                <a:off x="5945140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2" name="Freeform 38741">
                <a:extLst>
                  <a:ext uri="{FF2B5EF4-FFF2-40B4-BE49-F238E27FC236}">
                    <a16:creationId xmlns:a16="http://schemas.microsoft.com/office/drawing/2014/main" id="{0F89BCB6-5319-16A7-0511-BD206D984467}"/>
                  </a:ext>
                </a:extLst>
              </p:cNvPr>
              <p:cNvSpPr/>
              <p:nvPr/>
            </p:nvSpPr>
            <p:spPr>
              <a:xfrm>
                <a:off x="5945735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3" name="Freeform 38742">
                <a:extLst>
                  <a:ext uri="{FF2B5EF4-FFF2-40B4-BE49-F238E27FC236}">
                    <a16:creationId xmlns:a16="http://schemas.microsoft.com/office/drawing/2014/main" id="{A3DA4132-A943-48EC-BFC2-450B963ECB1F}"/>
                  </a:ext>
                </a:extLst>
              </p:cNvPr>
              <p:cNvSpPr/>
              <p:nvPr/>
            </p:nvSpPr>
            <p:spPr>
              <a:xfrm>
                <a:off x="5946231" y="3719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4" name="Freeform 38743">
                <a:extLst>
                  <a:ext uri="{FF2B5EF4-FFF2-40B4-BE49-F238E27FC236}">
                    <a16:creationId xmlns:a16="http://schemas.microsoft.com/office/drawing/2014/main" id="{96BA2D79-B394-C854-A085-388F0B20F5F6}"/>
                  </a:ext>
                </a:extLst>
              </p:cNvPr>
              <p:cNvSpPr/>
              <p:nvPr/>
            </p:nvSpPr>
            <p:spPr>
              <a:xfrm>
                <a:off x="5946727" y="3755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5" name="Freeform 38744">
                <a:extLst>
                  <a:ext uri="{FF2B5EF4-FFF2-40B4-BE49-F238E27FC236}">
                    <a16:creationId xmlns:a16="http://schemas.microsoft.com/office/drawing/2014/main" id="{9EBFFAD8-4B22-1DC0-B1B4-BC2EBC1AB1A2}"/>
                  </a:ext>
                </a:extLst>
              </p:cNvPr>
              <p:cNvSpPr/>
              <p:nvPr/>
            </p:nvSpPr>
            <p:spPr>
              <a:xfrm>
                <a:off x="5947323" y="3837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6" name="Freeform 38745">
                <a:extLst>
                  <a:ext uri="{FF2B5EF4-FFF2-40B4-BE49-F238E27FC236}">
                    <a16:creationId xmlns:a16="http://schemas.microsoft.com/office/drawing/2014/main" id="{8906E435-8991-9B1A-9FF3-CDFA1839B4DF}"/>
                  </a:ext>
                </a:extLst>
              </p:cNvPr>
              <p:cNvSpPr/>
              <p:nvPr/>
            </p:nvSpPr>
            <p:spPr>
              <a:xfrm>
                <a:off x="5947819" y="3882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7" name="Freeform 38746">
                <a:extLst>
                  <a:ext uri="{FF2B5EF4-FFF2-40B4-BE49-F238E27FC236}">
                    <a16:creationId xmlns:a16="http://schemas.microsoft.com/office/drawing/2014/main" id="{57E0104B-AEF1-46E3-67E7-8230874C89E7}"/>
                  </a:ext>
                </a:extLst>
              </p:cNvPr>
              <p:cNvSpPr/>
              <p:nvPr/>
            </p:nvSpPr>
            <p:spPr>
              <a:xfrm>
                <a:off x="5948315" y="408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8" name="Freeform 38747">
                <a:extLst>
                  <a:ext uri="{FF2B5EF4-FFF2-40B4-BE49-F238E27FC236}">
                    <a16:creationId xmlns:a16="http://schemas.microsoft.com/office/drawing/2014/main" id="{2236A2F1-F4A7-2E67-DCFA-46AB0B38F21F}"/>
                  </a:ext>
                </a:extLst>
              </p:cNvPr>
              <p:cNvSpPr/>
              <p:nvPr/>
            </p:nvSpPr>
            <p:spPr>
              <a:xfrm>
                <a:off x="5948910" y="4091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9" name="Freeform 38748">
                <a:extLst>
                  <a:ext uri="{FF2B5EF4-FFF2-40B4-BE49-F238E27FC236}">
                    <a16:creationId xmlns:a16="http://schemas.microsoft.com/office/drawing/2014/main" id="{BF8539C3-6CBD-C2E2-BA7A-76E103B7E0AD}"/>
                  </a:ext>
                </a:extLst>
              </p:cNvPr>
              <p:cNvSpPr/>
              <p:nvPr/>
            </p:nvSpPr>
            <p:spPr>
              <a:xfrm>
                <a:off x="5949406" y="4174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0" name="Freeform 38749">
                <a:extLst>
                  <a:ext uri="{FF2B5EF4-FFF2-40B4-BE49-F238E27FC236}">
                    <a16:creationId xmlns:a16="http://schemas.microsoft.com/office/drawing/2014/main" id="{29E9A3A3-D388-4EE0-9CD4-8678D45556FD}"/>
                  </a:ext>
                </a:extLst>
              </p:cNvPr>
              <p:cNvSpPr/>
              <p:nvPr/>
            </p:nvSpPr>
            <p:spPr>
              <a:xfrm>
                <a:off x="5949902" y="4195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1" name="Freeform 38750">
                <a:extLst>
                  <a:ext uri="{FF2B5EF4-FFF2-40B4-BE49-F238E27FC236}">
                    <a16:creationId xmlns:a16="http://schemas.microsoft.com/office/drawing/2014/main" id="{D41A9951-87A6-E2FE-6830-0DC59BBDDF10}"/>
                  </a:ext>
                </a:extLst>
              </p:cNvPr>
              <p:cNvSpPr/>
              <p:nvPr/>
            </p:nvSpPr>
            <p:spPr>
              <a:xfrm>
                <a:off x="5950498" y="420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2" name="Freeform 38751">
                <a:extLst>
                  <a:ext uri="{FF2B5EF4-FFF2-40B4-BE49-F238E27FC236}">
                    <a16:creationId xmlns:a16="http://schemas.microsoft.com/office/drawing/2014/main" id="{DDA64C58-71F6-640F-F3FA-7365261FDB52}"/>
                  </a:ext>
                </a:extLst>
              </p:cNvPr>
              <p:cNvSpPr/>
              <p:nvPr/>
            </p:nvSpPr>
            <p:spPr>
              <a:xfrm>
                <a:off x="5950994" y="4195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3" name="Freeform 38752">
                <a:extLst>
                  <a:ext uri="{FF2B5EF4-FFF2-40B4-BE49-F238E27FC236}">
                    <a16:creationId xmlns:a16="http://schemas.microsoft.com/office/drawing/2014/main" id="{31EEDFF0-3DF8-1976-0BC2-28C2EC579A72}"/>
                  </a:ext>
                </a:extLst>
              </p:cNvPr>
              <p:cNvSpPr/>
              <p:nvPr/>
            </p:nvSpPr>
            <p:spPr>
              <a:xfrm>
                <a:off x="5951490" y="4154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4" name="Freeform 38753">
                <a:extLst>
                  <a:ext uri="{FF2B5EF4-FFF2-40B4-BE49-F238E27FC236}">
                    <a16:creationId xmlns:a16="http://schemas.microsoft.com/office/drawing/2014/main" id="{8ABADB8F-1C5E-2D74-72D1-F8868F8C6A18}"/>
                  </a:ext>
                </a:extLst>
              </p:cNvPr>
              <p:cNvSpPr/>
              <p:nvPr/>
            </p:nvSpPr>
            <p:spPr>
              <a:xfrm>
                <a:off x="5951986" y="4200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5" name="Freeform 38754">
                <a:extLst>
                  <a:ext uri="{FF2B5EF4-FFF2-40B4-BE49-F238E27FC236}">
                    <a16:creationId xmlns:a16="http://schemas.microsoft.com/office/drawing/2014/main" id="{FE103686-8ED1-3AE9-733F-3CD6CAC5E83B}"/>
                  </a:ext>
                </a:extLst>
              </p:cNvPr>
              <p:cNvSpPr/>
              <p:nvPr/>
            </p:nvSpPr>
            <p:spPr>
              <a:xfrm>
                <a:off x="5952581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6" name="Freeform 38755">
                <a:extLst>
                  <a:ext uri="{FF2B5EF4-FFF2-40B4-BE49-F238E27FC236}">
                    <a16:creationId xmlns:a16="http://schemas.microsoft.com/office/drawing/2014/main" id="{E3711F72-114A-5366-85FE-433F9EC1687A}"/>
                  </a:ext>
                </a:extLst>
              </p:cNvPr>
              <p:cNvSpPr/>
              <p:nvPr/>
            </p:nvSpPr>
            <p:spPr>
              <a:xfrm>
                <a:off x="5953077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7" name="Freeform 38756">
                <a:extLst>
                  <a:ext uri="{FF2B5EF4-FFF2-40B4-BE49-F238E27FC236}">
                    <a16:creationId xmlns:a16="http://schemas.microsoft.com/office/drawing/2014/main" id="{087FF51D-E8C3-F135-ED7D-3AE1940E9972}"/>
                  </a:ext>
                </a:extLst>
              </p:cNvPr>
              <p:cNvSpPr/>
              <p:nvPr/>
            </p:nvSpPr>
            <p:spPr>
              <a:xfrm>
                <a:off x="5953573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8" name="Freeform 38757">
                <a:extLst>
                  <a:ext uri="{FF2B5EF4-FFF2-40B4-BE49-F238E27FC236}">
                    <a16:creationId xmlns:a16="http://schemas.microsoft.com/office/drawing/2014/main" id="{BC37ED71-703D-6F79-F8E5-42D961C30B9B}"/>
                  </a:ext>
                </a:extLst>
              </p:cNvPr>
              <p:cNvSpPr/>
              <p:nvPr/>
            </p:nvSpPr>
            <p:spPr>
              <a:xfrm>
                <a:off x="5954169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9" name="Freeform 38758">
                <a:extLst>
                  <a:ext uri="{FF2B5EF4-FFF2-40B4-BE49-F238E27FC236}">
                    <a16:creationId xmlns:a16="http://schemas.microsoft.com/office/drawing/2014/main" id="{CF637264-E5F0-6638-CC7C-605B8E7182F4}"/>
                  </a:ext>
                </a:extLst>
              </p:cNvPr>
              <p:cNvSpPr/>
              <p:nvPr/>
            </p:nvSpPr>
            <p:spPr>
              <a:xfrm>
                <a:off x="5954665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0" name="Freeform 38759">
                <a:extLst>
                  <a:ext uri="{FF2B5EF4-FFF2-40B4-BE49-F238E27FC236}">
                    <a16:creationId xmlns:a16="http://schemas.microsoft.com/office/drawing/2014/main" id="{E88F4171-785F-97A4-9D50-88358F377755}"/>
                  </a:ext>
                </a:extLst>
              </p:cNvPr>
              <p:cNvSpPr/>
              <p:nvPr/>
            </p:nvSpPr>
            <p:spPr>
              <a:xfrm>
                <a:off x="5955161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1" name="Freeform 38760">
                <a:extLst>
                  <a:ext uri="{FF2B5EF4-FFF2-40B4-BE49-F238E27FC236}">
                    <a16:creationId xmlns:a16="http://schemas.microsoft.com/office/drawing/2014/main" id="{E9C1F142-84FE-106A-8A5D-052AFEF58BCF}"/>
                  </a:ext>
                </a:extLst>
              </p:cNvPr>
              <p:cNvSpPr/>
              <p:nvPr/>
            </p:nvSpPr>
            <p:spPr>
              <a:xfrm>
                <a:off x="5955756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2" name="Freeform 38761">
                <a:extLst>
                  <a:ext uri="{FF2B5EF4-FFF2-40B4-BE49-F238E27FC236}">
                    <a16:creationId xmlns:a16="http://schemas.microsoft.com/office/drawing/2014/main" id="{2D67E698-1F3E-EF6F-34C1-57197191DDC8}"/>
                  </a:ext>
                </a:extLst>
              </p:cNvPr>
              <p:cNvSpPr/>
              <p:nvPr/>
            </p:nvSpPr>
            <p:spPr>
              <a:xfrm>
                <a:off x="5956252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3" name="Freeform 38762">
                <a:extLst>
                  <a:ext uri="{FF2B5EF4-FFF2-40B4-BE49-F238E27FC236}">
                    <a16:creationId xmlns:a16="http://schemas.microsoft.com/office/drawing/2014/main" id="{275B3FBD-691F-7959-D318-3A4D22169B0A}"/>
                  </a:ext>
                </a:extLst>
              </p:cNvPr>
              <p:cNvSpPr/>
              <p:nvPr/>
            </p:nvSpPr>
            <p:spPr>
              <a:xfrm>
                <a:off x="5956748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4" name="Freeform 38763">
                <a:extLst>
                  <a:ext uri="{FF2B5EF4-FFF2-40B4-BE49-F238E27FC236}">
                    <a16:creationId xmlns:a16="http://schemas.microsoft.com/office/drawing/2014/main" id="{0BAFBF37-62F6-9A87-33CC-832F303863EC}"/>
                  </a:ext>
                </a:extLst>
              </p:cNvPr>
              <p:cNvSpPr/>
              <p:nvPr/>
            </p:nvSpPr>
            <p:spPr>
              <a:xfrm>
                <a:off x="5957344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5" name="Freeform 38764">
                <a:extLst>
                  <a:ext uri="{FF2B5EF4-FFF2-40B4-BE49-F238E27FC236}">
                    <a16:creationId xmlns:a16="http://schemas.microsoft.com/office/drawing/2014/main" id="{77A275C0-DB09-0B19-59D8-41A159041698}"/>
                  </a:ext>
                </a:extLst>
              </p:cNvPr>
              <p:cNvSpPr/>
              <p:nvPr/>
            </p:nvSpPr>
            <p:spPr>
              <a:xfrm>
                <a:off x="5957840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6" name="Freeform 38765">
                <a:extLst>
                  <a:ext uri="{FF2B5EF4-FFF2-40B4-BE49-F238E27FC236}">
                    <a16:creationId xmlns:a16="http://schemas.microsoft.com/office/drawing/2014/main" id="{FE6CC880-3E69-A97C-9F03-856962E53046}"/>
                  </a:ext>
                </a:extLst>
              </p:cNvPr>
              <p:cNvSpPr/>
              <p:nvPr/>
            </p:nvSpPr>
            <p:spPr>
              <a:xfrm>
                <a:off x="5958336" y="4108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7" name="Freeform 38766">
                <a:extLst>
                  <a:ext uri="{FF2B5EF4-FFF2-40B4-BE49-F238E27FC236}">
                    <a16:creationId xmlns:a16="http://schemas.microsoft.com/office/drawing/2014/main" id="{FF4A54B1-8307-ACDD-6C2A-944166159C95}"/>
                  </a:ext>
                </a:extLst>
              </p:cNvPr>
              <p:cNvSpPr/>
              <p:nvPr/>
            </p:nvSpPr>
            <p:spPr>
              <a:xfrm>
                <a:off x="5958931" y="3541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8" name="Freeform 38767">
                <a:extLst>
                  <a:ext uri="{FF2B5EF4-FFF2-40B4-BE49-F238E27FC236}">
                    <a16:creationId xmlns:a16="http://schemas.microsoft.com/office/drawing/2014/main" id="{C3330BF9-FF4E-C0F8-CFD6-8D41C124440A}"/>
                  </a:ext>
                </a:extLst>
              </p:cNvPr>
              <p:cNvSpPr/>
              <p:nvPr/>
            </p:nvSpPr>
            <p:spPr>
              <a:xfrm>
                <a:off x="5959427" y="3552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9" name="Freeform 38768">
                <a:extLst>
                  <a:ext uri="{FF2B5EF4-FFF2-40B4-BE49-F238E27FC236}">
                    <a16:creationId xmlns:a16="http://schemas.microsoft.com/office/drawing/2014/main" id="{A9DA83DE-0821-E1BD-E4A2-8F26DA8ED070}"/>
                  </a:ext>
                </a:extLst>
              </p:cNvPr>
              <p:cNvSpPr/>
              <p:nvPr/>
            </p:nvSpPr>
            <p:spPr>
              <a:xfrm>
                <a:off x="5959923" y="3699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0" name="Freeform 38769">
                <a:extLst>
                  <a:ext uri="{FF2B5EF4-FFF2-40B4-BE49-F238E27FC236}">
                    <a16:creationId xmlns:a16="http://schemas.microsoft.com/office/drawing/2014/main" id="{FA154AD2-A422-89D7-C438-D94785F4FABD}"/>
                  </a:ext>
                </a:extLst>
              </p:cNvPr>
              <p:cNvSpPr/>
              <p:nvPr/>
            </p:nvSpPr>
            <p:spPr>
              <a:xfrm>
                <a:off x="5960519" y="3654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1" name="Freeform 38770">
                <a:extLst>
                  <a:ext uri="{FF2B5EF4-FFF2-40B4-BE49-F238E27FC236}">
                    <a16:creationId xmlns:a16="http://schemas.microsoft.com/office/drawing/2014/main" id="{373777FF-3574-5A49-30B4-75105C26D68C}"/>
                  </a:ext>
                </a:extLst>
              </p:cNvPr>
              <p:cNvSpPr/>
              <p:nvPr/>
            </p:nvSpPr>
            <p:spPr>
              <a:xfrm>
                <a:off x="5961015" y="385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2" name="Freeform 38771">
                <a:extLst>
                  <a:ext uri="{FF2B5EF4-FFF2-40B4-BE49-F238E27FC236}">
                    <a16:creationId xmlns:a16="http://schemas.microsoft.com/office/drawing/2014/main" id="{827EED92-9557-B227-3471-8C345CB0D4AD}"/>
                  </a:ext>
                </a:extLst>
              </p:cNvPr>
              <p:cNvSpPr/>
              <p:nvPr/>
            </p:nvSpPr>
            <p:spPr>
              <a:xfrm>
                <a:off x="5961511" y="3887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3" name="Freeform 38772">
                <a:extLst>
                  <a:ext uri="{FF2B5EF4-FFF2-40B4-BE49-F238E27FC236}">
                    <a16:creationId xmlns:a16="http://schemas.microsoft.com/office/drawing/2014/main" id="{A13B1418-90A1-F63C-A79F-774AFE955FA1}"/>
                  </a:ext>
                </a:extLst>
              </p:cNvPr>
              <p:cNvSpPr/>
              <p:nvPr/>
            </p:nvSpPr>
            <p:spPr>
              <a:xfrm>
                <a:off x="5962106" y="3963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4" name="Freeform 38773">
                <a:extLst>
                  <a:ext uri="{FF2B5EF4-FFF2-40B4-BE49-F238E27FC236}">
                    <a16:creationId xmlns:a16="http://schemas.microsoft.com/office/drawing/2014/main" id="{C861D20A-7E41-55C2-A854-337DE27829E2}"/>
                  </a:ext>
                </a:extLst>
              </p:cNvPr>
              <p:cNvSpPr/>
              <p:nvPr/>
            </p:nvSpPr>
            <p:spPr>
              <a:xfrm>
                <a:off x="5962602" y="3936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5" name="Freeform 38774">
                <a:extLst>
                  <a:ext uri="{FF2B5EF4-FFF2-40B4-BE49-F238E27FC236}">
                    <a16:creationId xmlns:a16="http://schemas.microsoft.com/office/drawing/2014/main" id="{EFCB8543-8D24-A9D3-977C-C64ED5E1982B}"/>
                  </a:ext>
                </a:extLst>
              </p:cNvPr>
              <p:cNvSpPr/>
              <p:nvPr/>
            </p:nvSpPr>
            <p:spPr>
              <a:xfrm>
                <a:off x="5963098" y="3911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6" name="Freeform 38775">
                <a:extLst>
                  <a:ext uri="{FF2B5EF4-FFF2-40B4-BE49-F238E27FC236}">
                    <a16:creationId xmlns:a16="http://schemas.microsoft.com/office/drawing/2014/main" id="{C76A2B3D-8EF1-EB47-B307-6DE64A178DC1}"/>
                  </a:ext>
                </a:extLst>
              </p:cNvPr>
              <p:cNvSpPr/>
              <p:nvPr/>
            </p:nvSpPr>
            <p:spPr>
              <a:xfrm>
                <a:off x="5963595" y="3880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7" name="Freeform 38776">
                <a:extLst>
                  <a:ext uri="{FF2B5EF4-FFF2-40B4-BE49-F238E27FC236}">
                    <a16:creationId xmlns:a16="http://schemas.microsoft.com/office/drawing/2014/main" id="{2EF51CA3-8109-4418-05B1-5DA69E740FA0}"/>
                  </a:ext>
                </a:extLst>
              </p:cNvPr>
              <p:cNvSpPr/>
              <p:nvPr/>
            </p:nvSpPr>
            <p:spPr>
              <a:xfrm>
                <a:off x="5964190" y="3871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8" name="Freeform 38777">
                <a:extLst>
                  <a:ext uri="{FF2B5EF4-FFF2-40B4-BE49-F238E27FC236}">
                    <a16:creationId xmlns:a16="http://schemas.microsoft.com/office/drawing/2014/main" id="{4F2588B1-BD5D-D7D1-E39D-3795E2074BB0}"/>
                  </a:ext>
                </a:extLst>
              </p:cNvPr>
              <p:cNvSpPr/>
              <p:nvPr/>
            </p:nvSpPr>
            <p:spPr>
              <a:xfrm>
                <a:off x="5964686" y="4005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9" name="Freeform 38778">
                <a:extLst>
                  <a:ext uri="{FF2B5EF4-FFF2-40B4-BE49-F238E27FC236}">
                    <a16:creationId xmlns:a16="http://schemas.microsoft.com/office/drawing/2014/main" id="{A934C9FB-DDAA-EEFF-8DA6-D41FC9332252}"/>
                  </a:ext>
                </a:extLst>
              </p:cNvPr>
              <p:cNvSpPr/>
              <p:nvPr/>
            </p:nvSpPr>
            <p:spPr>
              <a:xfrm>
                <a:off x="5965182" y="4051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0" name="Freeform 38779">
                <a:extLst>
                  <a:ext uri="{FF2B5EF4-FFF2-40B4-BE49-F238E27FC236}">
                    <a16:creationId xmlns:a16="http://schemas.microsoft.com/office/drawing/2014/main" id="{93DC2EEA-5CF8-BBCD-1447-688D814EB8C9}"/>
                  </a:ext>
                </a:extLst>
              </p:cNvPr>
              <p:cNvSpPr/>
              <p:nvPr/>
            </p:nvSpPr>
            <p:spPr>
              <a:xfrm>
                <a:off x="5965777" y="4070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1" name="Freeform 38780">
                <a:extLst>
                  <a:ext uri="{FF2B5EF4-FFF2-40B4-BE49-F238E27FC236}">
                    <a16:creationId xmlns:a16="http://schemas.microsoft.com/office/drawing/2014/main" id="{A5F1D55F-6E08-CCD5-C26D-27EA9330C6D3}"/>
                  </a:ext>
                </a:extLst>
              </p:cNvPr>
              <p:cNvSpPr/>
              <p:nvPr/>
            </p:nvSpPr>
            <p:spPr>
              <a:xfrm>
                <a:off x="5966273" y="4070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2" name="Freeform 38781">
                <a:extLst>
                  <a:ext uri="{FF2B5EF4-FFF2-40B4-BE49-F238E27FC236}">
                    <a16:creationId xmlns:a16="http://schemas.microsoft.com/office/drawing/2014/main" id="{4E27F910-C370-EF0A-10CB-F062BD9AC80A}"/>
                  </a:ext>
                </a:extLst>
              </p:cNvPr>
              <p:cNvSpPr/>
              <p:nvPr/>
            </p:nvSpPr>
            <p:spPr>
              <a:xfrm>
                <a:off x="5966770" y="4078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3" name="Freeform 38782">
                <a:extLst>
                  <a:ext uri="{FF2B5EF4-FFF2-40B4-BE49-F238E27FC236}">
                    <a16:creationId xmlns:a16="http://schemas.microsoft.com/office/drawing/2014/main" id="{86FF265A-F30D-BE51-2EEC-BA1F6D1BBDB3}"/>
                  </a:ext>
                </a:extLst>
              </p:cNvPr>
              <p:cNvSpPr/>
              <p:nvPr/>
            </p:nvSpPr>
            <p:spPr>
              <a:xfrm>
                <a:off x="5967365" y="4081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4" name="Freeform 38783">
                <a:extLst>
                  <a:ext uri="{FF2B5EF4-FFF2-40B4-BE49-F238E27FC236}">
                    <a16:creationId xmlns:a16="http://schemas.microsoft.com/office/drawing/2014/main" id="{FF322674-04F5-E3A6-E823-11A5F54BF13E}"/>
                  </a:ext>
                </a:extLst>
              </p:cNvPr>
              <p:cNvSpPr/>
              <p:nvPr/>
            </p:nvSpPr>
            <p:spPr>
              <a:xfrm>
                <a:off x="5967861" y="4084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5" name="Freeform 38784">
                <a:extLst>
                  <a:ext uri="{FF2B5EF4-FFF2-40B4-BE49-F238E27FC236}">
                    <a16:creationId xmlns:a16="http://schemas.microsoft.com/office/drawing/2014/main" id="{762032DD-F7D2-07FB-7C49-5A41A75B05C8}"/>
                  </a:ext>
                </a:extLst>
              </p:cNvPr>
              <p:cNvSpPr/>
              <p:nvPr/>
            </p:nvSpPr>
            <p:spPr>
              <a:xfrm>
                <a:off x="5968357" y="4083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6" name="Freeform 38785">
                <a:extLst>
                  <a:ext uri="{FF2B5EF4-FFF2-40B4-BE49-F238E27FC236}">
                    <a16:creationId xmlns:a16="http://schemas.microsoft.com/office/drawing/2014/main" id="{FA974FBA-EC6C-84CD-39EE-C942C090131D}"/>
                  </a:ext>
                </a:extLst>
              </p:cNvPr>
              <p:cNvSpPr/>
              <p:nvPr/>
            </p:nvSpPr>
            <p:spPr>
              <a:xfrm>
                <a:off x="5968952" y="4082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7" name="Freeform 38786">
                <a:extLst>
                  <a:ext uri="{FF2B5EF4-FFF2-40B4-BE49-F238E27FC236}">
                    <a16:creationId xmlns:a16="http://schemas.microsoft.com/office/drawing/2014/main" id="{BDA70645-B445-951E-0CD9-1B6F1A8ECDE6}"/>
                  </a:ext>
                </a:extLst>
              </p:cNvPr>
              <p:cNvSpPr/>
              <p:nvPr/>
            </p:nvSpPr>
            <p:spPr>
              <a:xfrm>
                <a:off x="5969448" y="4082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8" name="Freeform 38787">
                <a:extLst>
                  <a:ext uri="{FF2B5EF4-FFF2-40B4-BE49-F238E27FC236}">
                    <a16:creationId xmlns:a16="http://schemas.microsoft.com/office/drawing/2014/main" id="{1CDBF3B0-32CC-34E1-7FC4-61A97C358105}"/>
                  </a:ext>
                </a:extLst>
              </p:cNvPr>
              <p:cNvSpPr/>
              <p:nvPr/>
            </p:nvSpPr>
            <p:spPr>
              <a:xfrm>
                <a:off x="5969945" y="4083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9" name="Freeform 38788">
                <a:extLst>
                  <a:ext uri="{FF2B5EF4-FFF2-40B4-BE49-F238E27FC236}">
                    <a16:creationId xmlns:a16="http://schemas.microsoft.com/office/drawing/2014/main" id="{17848FF4-37BB-851C-DC0D-A881E3020928}"/>
                  </a:ext>
                </a:extLst>
              </p:cNvPr>
              <p:cNvSpPr/>
              <p:nvPr/>
            </p:nvSpPr>
            <p:spPr>
              <a:xfrm>
                <a:off x="5970540" y="4081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0" name="Freeform 38789">
                <a:extLst>
                  <a:ext uri="{FF2B5EF4-FFF2-40B4-BE49-F238E27FC236}">
                    <a16:creationId xmlns:a16="http://schemas.microsoft.com/office/drawing/2014/main" id="{3914F916-15DD-D176-93AC-31C861045BFC}"/>
                  </a:ext>
                </a:extLst>
              </p:cNvPr>
              <p:cNvSpPr/>
              <p:nvPr/>
            </p:nvSpPr>
            <p:spPr>
              <a:xfrm>
                <a:off x="5971036" y="3991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1" name="Freeform 38790">
                <a:extLst>
                  <a:ext uri="{FF2B5EF4-FFF2-40B4-BE49-F238E27FC236}">
                    <a16:creationId xmlns:a16="http://schemas.microsoft.com/office/drawing/2014/main" id="{65DE8915-F5DD-9AB2-334E-018ECEB4B9B3}"/>
                  </a:ext>
                </a:extLst>
              </p:cNvPr>
              <p:cNvSpPr/>
              <p:nvPr/>
            </p:nvSpPr>
            <p:spPr>
              <a:xfrm>
                <a:off x="5971532" y="3526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2" name="Freeform 38791">
                <a:extLst>
                  <a:ext uri="{FF2B5EF4-FFF2-40B4-BE49-F238E27FC236}">
                    <a16:creationId xmlns:a16="http://schemas.microsoft.com/office/drawing/2014/main" id="{133BDCCE-6823-F56F-77BB-CD3BBE1FC65C}"/>
                  </a:ext>
                </a:extLst>
              </p:cNvPr>
              <p:cNvSpPr/>
              <p:nvPr/>
            </p:nvSpPr>
            <p:spPr>
              <a:xfrm>
                <a:off x="5972127" y="3622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3" name="Freeform 38792">
                <a:extLst>
                  <a:ext uri="{FF2B5EF4-FFF2-40B4-BE49-F238E27FC236}">
                    <a16:creationId xmlns:a16="http://schemas.microsoft.com/office/drawing/2014/main" id="{FEB913F6-6B4B-FD6A-F045-6FAB69C2FA85}"/>
                  </a:ext>
                </a:extLst>
              </p:cNvPr>
              <p:cNvSpPr/>
              <p:nvPr/>
            </p:nvSpPr>
            <p:spPr>
              <a:xfrm>
                <a:off x="5972623" y="3723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4" name="Freeform 38793">
                <a:extLst>
                  <a:ext uri="{FF2B5EF4-FFF2-40B4-BE49-F238E27FC236}">
                    <a16:creationId xmlns:a16="http://schemas.microsoft.com/office/drawing/2014/main" id="{AE60BF44-7DEA-79AA-E854-E1229535FF43}"/>
                  </a:ext>
                </a:extLst>
              </p:cNvPr>
              <p:cNvSpPr/>
              <p:nvPr/>
            </p:nvSpPr>
            <p:spPr>
              <a:xfrm>
                <a:off x="5973120" y="3781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5" name="Freeform 38794">
                <a:extLst>
                  <a:ext uri="{FF2B5EF4-FFF2-40B4-BE49-F238E27FC236}">
                    <a16:creationId xmlns:a16="http://schemas.microsoft.com/office/drawing/2014/main" id="{D3E56252-1C8C-C2E2-3244-AA229CAD5D66}"/>
                  </a:ext>
                </a:extLst>
              </p:cNvPr>
              <p:cNvSpPr/>
              <p:nvPr/>
            </p:nvSpPr>
            <p:spPr>
              <a:xfrm>
                <a:off x="5973715" y="3867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6" name="Freeform 38795">
                <a:extLst>
                  <a:ext uri="{FF2B5EF4-FFF2-40B4-BE49-F238E27FC236}">
                    <a16:creationId xmlns:a16="http://schemas.microsoft.com/office/drawing/2014/main" id="{85156AFB-E1D2-0F97-1376-1A1152E61E7A}"/>
                  </a:ext>
                </a:extLst>
              </p:cNvPr>
              <p:cNvSpPr/>
              <p:nvPr/>
            </p:nvSpPr>
            <p:spPr>
              <a:xfrm>
                <a:off x="5974211" y="394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7" name="Freeform 38796">
                <a:extLst>
                  <a:ext uri="{FF2B5EF4-FFF2-40B4-BE49-F238E27FC236}">
                    <a16:creationId xmlns:a16="http://schemas.microsoft.com/office/drawing/2014/main" id="{DACEC2E6-5A9C-C2F4-59B9-8890C64597D6}"/>
                  </a:ext>
                </a:extLst>
              </p:cNvPr>
              <p:cNvSpPr/>
              <p:nvPr/>
            </p:nvSpPr>
            <p:spPr>
              <a:xfrm>
                <a:off x="5974707" y="4016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8" name="Freeform 38797">
                <a:extLst>
                  <a:ext uri="{FF2B5EF4-FFF2-40B4-BE49-F238E27FC236}">
                    <a16:creationId xmlns:a16="http://schemas.microsoft.com/office/drawing/2014/main" id="{C7952751-961E-FF00-92C6-54412D285BE4}"/>
                  </a:ext>
                </a:extLst>
              </p:cNvPr>
              <p:cNvSpPr/>
              <p:nvPr/>
            </p:nvSpPr>
            <p:spPr>
              <a:xfrm>
                <a:off x="5975302" y="4050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9" name="Freeform 38798">
                <a:extLst>
                  <a:ext uri="{FF2B5EF4-FFF2-40B4-BE49-F238E27FC236}">
                    <a16:creationId xmlns:a16="http://schemas.microsoft.com/office/drawing/2014/main" id="{687F3134-A0B3-5440-32ED-E9E0771212E5}"/>
                  </a:ext>
                </a:extLst>
              </p:cNvPr>
              <p:cNvSpPr/>
              <p:nvPr/>
            </p:nvSpPr>
            <p:spPr>
              <a:xfrm>
                <a:off x="5975798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0" name="Freeform 38799">
                <a:extLst>
                  <a:ext uri="{FF2B5EF4-FFF2-40B4-BE49-F238E27FC236}">
                    <a16:creationId xmlns:a16="http://schemas.microsoft.com/office/drawing/2014/main" id="{8D070A4B-BD44-ED4F-BA69-9DBC3713450B}"/>
                  </a:ext>
                </a:extLst>
              </p:cNvPr>
              <p:cNvSpPr/>
              <p:nvPr/>
            </p:nvSpPr>
            <p:spPr>
              <a:xfrm>
                <a:off x="5976295" y="4011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1" name="Freeform 38800">
                <a:extLst>
                  <a:ext uri="{FF2B5EF4-FFF2-40B4-BE49-F238E27FC236}">
                    <a16:creationId xmlns:a16="http://schemas.microsoft.com/office/drawing/2014/main" id="{B99A2DF0-26AE-F50F-EA3E-5039B87B4773}"/>
                  </a:ext>
                </a:extLst>
              </p:cNvPr>
              <p:cNvSpPr/>
              <p:nvPr/>
            </p:nvSpPr>
            <p:spPr>
              <a:xfrm>
                <a:off x="5976791" y="4114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2" name="Freeform 38801">
                <a:extLst>
                  <a:ext uri="{FF2B5EF4-FFF2-40B4-BE49-F238E27FC236}">
                    <a16:creationId xmlns:a16="http://schemas.microsoft.com/office/drawing/2014/main" id="{A4B85292-7493-F3BA-BB97-91B2D28D0210}"/>
                  </a:ext>
                </a:extLst>
              </p:cNvPr>
              <p:cNvSpPr/>
              <p:nvPr/>
            </p:nvSpPr>
            <p:spPr>
              <a:xfrm>
                <a:off x="5977386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3" name="Freeform 38802">
                <a:extLst>
                  <a:ext uri="{FF2B5EF4-FFF2-40B4-BE49-F238E27FC236}">
                    <a16:creationId xmlns:a16="http://schemas.microsoft.com/office/drawing/2014/main" id="{09B9B883-9585-5FA4-B002-C7B49C08DE45}"/>
                  </a:ext>
                </a:extLst>
              </p:cNvPr>
              <p:cNvSpPr/>
              <p:nvPr/>
            </p:nvSpPr>
            <p:spPr>
              <a:xfrm>
                <a:off x="5977882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4" name="Freeform 38803">
                <a:extLst>
                  <a:ext uri="{FF2B5EF4-FFF2-40B4-BE49-F238E27FC236}">
                    <a16:creationId xmlns:a16="http://schemas.microsoft.com/office/drawing/2014/main" id="{4626D99C-4865-7A0A-F2F8-011BAD2C8A8A}"/>
                  </a:ext>
                </a:extLst>
              </p:cNvPr>
              <p:cNvSpPr/>
              <p:nvPr/>
            </p:nvSpPr>
            <p:spPr>
              <a:xfrm>
                <a:off x="5978378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5" name="Freeform 38804">
                <a:extLst>
                  <a:ext uri="{FF2B5EF4-FFF2-40B4-BE49-F238E27FC236}">
                    <a16:creationId xmlns:a16="http://schemas.microsoft.com/office/drawing/2014/main" id="{85ECAE41-8750-117F-D499-5F99E80B78D9}"/>
                  </a:ext>
                </a:extLst>
              </p:cNvPr>
              <p:cNvSpPr/>
              <p:nvPr/>
            </p:nvSpPr>
            <p:spPr>
              <a:xfrm>
                <a:off x="5978973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6" name="Freeform 38805">
                <a:extLst>
                  <a:ext uri="{FF2B5EF4-FFF2-40B4-BE49-F238E27FC236}">
                    <a16:creationId xmlns:a16="http://schemas.microsoft.com/office/drawing/2014/main" id="{4A7D6A14-5E43-63A8-DE50-55D51BA6AD03}"/>
                  </a:ext>
                </a:extLst>
              </p:cNvPr>
              <p:cNvSpPr/>
              <p:nvPr/>
            </p:nvSpPr>
            <p:spPr>
              <a:xfrm>
                <a:off x="5979470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7" name="Freeform 38806">
                <a:extLst>
                  <a:ext uri="{FF2B5EF4-FFF2-40B4-BE49-F238E27FC236}">
                    <a16:creationId xmlns:a16="http://schemas.microsoft.com/office/drawing/2014/main" id="{9593E4F9-583E-0B5B-8EE7-4A5BFD703905}"/>
                  </a:ext>
                </a:extLst>
              </p:cNvPr>
              <p:cNvSpPr/>
              <p:nvPr/>
            </p:nvSpPr>
            <p:spPr>
              <a:xfrm>
                <a:off x="5979966" y="42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8" name="Freeform 38807">
                <a:extLst>
                  <a:ext uri="{FF2B5EF4-FFF2-40B4-BE49-F238E27FC236}">
                    <a16:creationId xmlns:a16="http://schemas.microsoft.com/office/drawing/2014/main" id="{32DEB452-D954-5F71-B31F-6ECDDB49E688}"/>
                  </a:ext>
                </a:extLst>
              </p:cNvPr>
              <p:cNvSpPr/>
              <p:nvPr/>
            </p:nvSpPr>
            <p:spPr>
              <a:xfrm>
                <a:off x="5980561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9" name="Freeform 38808">
                <a:extLst>
                  <a:ext uri="{FF2B5EF4-FFF2-40B4-BE49-F238E27FC236}">
                    <a16:creationId xmlns:a16="http://schemas.microsoft.com/office/drawing/2014/main" id="{4628443A-B04A-3A23-FE9E-08C96FFDD2D3}"/>
                  </a:ext>
                </a:extLst>
              </p:cNvPr>
              <p:cNvSpPr/>
              <p:nvPr/>
            </p:nvSpPr>
            <p:spPr>
              <a:xfrm>
                <a:off x="5981057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0" name="Freeform 38809">
                <a:extLst>
                  <a:ext uri="{FF2B5EF4-FFF2-40B4-BE49-F238E27FC236}">
                    <a16:creationId xmlns:a16="http://schemas.microsoft.com/office/drawing/2014/main" id="{ECAA02FB-CDDC-1E11-A729-323ABC6C338F}"/>
                  </a:ext>
                </a:extLst>
              </p:cNvPr>
              <p:cNvSpPr/>
              <p:nvPr/>
            </p:nvSpPr>
            <p:spPr>
              <a:xfrm>
                <a:off x="5981553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1" name="Freeform 38810">
                <a:extLst>
                  <a:ext uri="{FF2B5EF4-FFF2-40B4-BE49-F238E27FC236}">
                    <a16:creationId xmlns:a16="http://schemas.microsoft.com/office/drawing/2014/main" id="{30BD905B-BA3C-5F00-E3E0-DC95B9DBA8DC}"/>
                  </a:ext>
                </a:extLst>
              </p:cNvPr>
              <p:cNvSpPr/>
              <p:nvPr/>
            </p:nvSpPr>
            <p:spPr>
              <a:xfrm>
                <a:off x="5982148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2" name="Freeform 38811">
                <a:extLst>
                  <a:ext uri="{FF2B5EF4-FFF2-40B4-BE49-F238E27FC236}">
                    <a16:creationId xmlns:a16="http://schemas.microsoft.com/office/drawing/2014/main" id="{F326F7F0-75DA-B80C-13A3-043416D72A3D}"/>
                  </a:ext>
                </a:extLst>
              </p:cNvPr>
              <p:cNvSpPr/>
              <p:nvPr/>
            </p:nvSpPr>
            <p:spPr>
              <a:xfrm>
                <a:off x="5982645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3" name="Freeform 38812">
                <a:extLst>
                  <a:ext uri="{FF2B5EF4-FFF2-40B4-BE49-F238E27FC236}">
                    <a16:creationId xmlns:a16="http://schemas.microsoft.com/office/drawing/2014/main" id="{E3D3E965-7289-6E98-0194-5672FB5C8A09}"/>
                  </a:ext>
                </a:extLst>
              </p:cNvPr>
              <p:cNvSpPr/>
              <p:nvPr/>
            </p:nvSpPr>
            <p:spPr>
              <a:xfrm>
                <a:off x="5983141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4" name="Freeform 38813">
                <a:extLst>
                  <a:ext uri="{FF2B5EF4-FFF2-40B4-BE49-F238E27FC236}">
                    <a16:creationId xmlns:a16="http://schemas.microsoft.com/office/drawing/2014/main" id="{5039DB74-5071-904D-08A7-897D5FCAF0FB}"/>
                  </a:ext>
                </a:extLst>
              </p:cNvPr>
              <p:cNvSpPr/>
              <p:nvPr/>
            </p:nvSpPr>
            <p:spPr>
              <a:xfrm>
                <a:off x="5983736" y="4156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5" name="Freeform 38814">
                <a:extLst>
                  <a:ext uri="{FF2B5EF4-FFF2-40B4-BE49-F238E27FC236}">
                    <a16:creationId xmlns:a16="http://schemas.microsoft.com/office/drawing/2014/main" id="{7DFD446C-8707-D5F0-0B8B-7519DB2577F0}"/>
                  </a:ext>
                </a:extLst>
              </p:cNvPr>
              <p:cNvSpPr/>
              <p:nvPr/>
            </p:nvSpPr>
            <p:spPr>
              <a:xfrm>
                <a:off x="5984232" y="3966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6" name="Freeform 38815">
                <a:extLst>
                  <a:ext uri="{FF2B5EF4-FFF2-40B4-BE49-F238E27FC236}">
                    <a16:creationId xmlns:a16="http://schemas.microsoft.com/office/drawing/2014/main" id="{A917DF82-7B2F-5076-C838-34760C5E7568}"/>
                  </a:ext>
                </a:extLst>
              </p:cNvPr>
              <p:cNvSpPr/>
              <p:nvPr/>
            </p:nvSpPr>
            <p:spPr>
              <a:xfrm>
                <a:off x="5984728" y="398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7" name="Freeform 38816">
                <a:extLst>
                  <a:ext uri="{FF2B5EF4-FFF2-40B4-BE49-F238E27FC236}">
                    <a16:creationId xmlns:a16="http://schemas.microsoft.com/office/drawing/2014/main" id="{6B54290C-692B-053B-76B6-64F0B6DB4438}"/>
                  </a:ext>
                </a:extLst>
              </p:cNvPr>
              <p:cNvSpPr/>
              <p:nvPr/>
            </p:nvSpPr>
            <p:spPr>
              <a:xfrm>
                <a:off x="5985323" y="40157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8" name="Freeform 38817">
                <a:extLst>
                  <a:ext uri="{FF2B5EF4-FFF2-40B4-BE49-F238E27FC236}">
                    <a16:creationId xmlns:a16="http://schemas.microsoft.com/office/drawing/2014/main" id="{EC4755A2-C5DD-C53B-67D2-BAF1F734E613}"/>
                  </a:ext>
                </a:extLst>
              </p:cNvPr>
              <p:cNvSpPr/>
              <p:nvPr/>
            </p:nvSpPr>
            <p:spPr>
              <a:xfrm>
                <a:off x="5985820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9" name="Freeform 38818">
                <a:extLst>
                  <a:ext uri="{FF2B5EF4-FFF2-40B4-BE49-F238E27FC236}">
                    <a16:creationId xmlns:a16="http://schemas.microsoft.com/office/drawing/2014/main" id="{D298B9F7-0AD1-7F36-ED35-C1C2F52BB6B9}"/>
                  </a:ext>
                </a:extLst>
              </p:cNvPr>
              <p:cNvSpPr/>
              <p:nvPr/>
            </p:nvSpPr>
            <p:spPr>
              <a:xfrm>
                <a:off x="5986316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0" name="Freeform 38819">
                <a:extLst>
                  <a:ext uri="{FF2B5EF4-FFF2-40B4-BE49-F238E27FC236}">
                    <a16:creationId xmlns:a16="http://schemas.microsoft.com/office/drawing/2014/main" id="{4A81BACF-7AF5-5CBD-15DE-E5EB599C7312}"/>
                  </a:ext>
                </a:extLst>
              </p:cNvPr>
              <p:cNvSpPr/>
              <p:nvPr/>
            </p:nvSpPr>
            <p:spPr>
              <a:xfrm>
                <a:off x="5986911" y="4013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1" name="Freeform 38820">
                <a:extLst>
                  <a:ext uri="{FF2B5EF4-FFF2-40B4-BE49-F238E27FC236}">
                    <a16:creationId xmlns:a16="http://schemas.microsoft.com/office/drawing/2014/main" id="{885D1E20-906C-EFE0-315C-CCD8562B1963}"/>
                  </a:ext>
                </a:extLst>
              </p:cNvPr>
              <p:cNvSpPr/>
              <p:nvPr/>
            </p:nvSpPr>
            <p:spPr>
              <a:xfrm>
                <a:off x="5987407" y="4109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2" name="Freeform 38821">
                <a:extLst>
                  <a:ext uri="{FF2B5EF4-FFF2-40B4-BE49-F238E27FC236}">
                    <a16:creationId xmlns:a16="http://schemas.microsoft.com/office/drawing/2014/main" id="{3355035C-73B9-F694-D57C-03129CFE72C9}"/>
                  </a:ext>
                </a:extLst>
              </p:cNvPr>
              <p:cNvSpPr/>
              <p:nvPr/>
            </p:nvSpPr>
            <p:spPr>
              <a:xfrm>
                <a:off x="5987903" y="4096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3" name="Freeform 38822">
                <a:extLst>
                  <a:ext uri="{FF2B5EF4-FFF2-40B4-BE49-F238E27FC236}">
                    <a16:creationId xmlns:a16="http://schemas.microsoft.com/office/drawing/2014/main" id="{CA48CD03-240E-6468-1911-E45193625B41}"/>
                  </a:ext>
                </a:extLst>
              </p:cNvPr>
              <p:cNvSpPr/>
              <p:nvPr/>
            </p:nvSpPr>
            <p:spPr>
              <a:xfrm>
                <a:off x="5988399" y="4075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4" name="Freeform 38823">
                <a:extLst>
                  <a:ext uri="{FF2B5EF4-FFF2-40B4-BE49-F238E27FC236}">
                    <a16:creationId xmlns:a16="http://schemas.microsoft.com/office/drawing/2014/main" id="{C7DAFE77-80FB-B677-5A7C-E935B3C89C85}"/>
                  </a:ext>
                </a:extLst>
              </p:cNvPr>
              <p:cNvSpPr/>
              <p:nvPr/>
            </p:nvSpPr>
            <p:spPr>
              <a:xfrm>
                <a:off x="5988995" y="4057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5" name="Freeform 38824">
                <a:extLst>
                  <a:ext uri="{FF2B5EF4-FFF2-40B4-BE49-F238E27FC236}">
                    <a16:creationId xmlns:a16="http://schemas.microsoft.com/office/drawing/2014/main" id="{CFD86103-4689-9867-AB95-30E540AB2BD9}"/>
                  </a:ext>
                </a:extLst>
              </p:cNvPr>
              <p:cNvSpPr/>
              <p:nvPr/>
            </p:nvSpPr>
            <p:spPr>
              <a:xfrm>
                <a:off x="5989491" y="4110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6" name="Freeform 38825">
                <a:extLst>
                  <a:ext uri="{FF2B5EF4-FFF2-40B4-BE49-F238E27FC236}">
                    <a16:creationId xmlns:a16="http://schemas.microsoft.com/office/drawing/2014/main" id="{AEDEE1C7-0CAF-C49A-B738-FC489740CD0A}"/>
                  </a:ext>
                </a:extLst>
              </p:cNvPr>
              <p:cNvSpPr/>
              <p:nvPr/>
            </p:nvSpPr>
            <p:spPr>
              <a:xfrm>
                <a:off x="5989987" y="4193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7" name="Freeform 38826">
                <a:extLst>
                  <a:ext uri="{FF2B5EF4-FFF2-40B4-BE49-F238E27FC236}">
                    <a16:creationId xmlns:a16="http://schemas.microsoft.com/office/drawing/2014/main" id="{D7561CB4-946B-B0AE-ADBC-AC303C199B9C}"/>
                  </a:ext>
                </a:extLst>
              </p:cNvPr>
              <p:cNvSpPr/>
              <p:nvPr/>
            </p:nvSpPr>
            <p:spPr>
              <a:xfrm>
                <a:off x="5990582" y="4212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8" name="Freeform 38827">
                <a:extLst>
                  <a:ext uri="{FF2B5EF4-FFF2-40B4-BE49-F238E27FC236}">
                    <a16:creationId xmlns:a16="http://schemas.microsoft.com/office/drawing/2014/main" id="{5BD00BB5-4B40-E097-7DD3-CD28F4218059}"/>
                  </a:ext>
                </a:extLst>
              </p:cNvPr>
              <p:cNvSpPr/>
              <p:nvPr/>
            </p:nvSpPr>
            <p:spPr>
              <a:xfrm>
                <a:off x="5991078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9" name="Freeform 38828">
                <a:extLst>
                  <a:ext uri="{FF2B5EF4-FFF2-40B4-BE49-F238E27FC236}">
                    <a16:creationId xmlns:a16="http://schemas.microsoft.com/office/drawing/2014/main" id="{E3FFA85A-526B-4A85-0C0F-E85F665148DA}"/>
                  </a:ext>
                </a:extLst>
              </p:cNvPr>
              <p:cNvSpPr/>
              <p:nvPr/>
            </p:nvSpPr>
            <p:spPr>
              <a:xfrm>
                <a:off x="5991574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0" name="Freeform 38829">
                <a:extLst>
                  <a:ext uri="{FF2B5EF4-FFF2-40B4-BE49-F238E27FC236}">
                    <a16:creationId xmlns:a16="http://schemas.microsoft.com/office/drawing/2014/main" id="{B571DB1E-37F9-9C95-A945-F9CA77D31B5B}"/>
                  </a:ext>
                </a:extLst>
              </p:cNvPr>
              <p:cNvSpPr/>
              <p:nvPr/>
            </p:nvSpPr>
            <p:spPr>
              <a:xfrm>
                <a:off x="5992170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1" name="Freeform 38830">
                <a:extLst>
                  <a:ext uri="{FF2B5EF4-FFF2-40B4-BE49-F238E27FC236}">
                    <a16:creationId xmlns:a16="http://schemas.microsoft.com/office/drawing/2014/main" id="{CEB8FCD3-1644-6F9D-AFE8-3911572237B3}"/>
                  </a:ext>
                </a:extLst>
              </p:cNvPr>
              <p:cNvSpPr/>
              <p:nvPr/>
            </p:nvSpPr>
            <p:spPr>
              <a:xfrm>
                <a:off x="5992666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2" name="Freeform 38831">
                <a:extLst>
                  <a:ext uri="{FF2B5EF4-FFF2-40B4-BE49-F238E27FC236}">
                    <a16:creationId xmlns:a16="http://schemas.microsoft.com/office/drawing/2014/main" id="{2C2EB6CC-150B-8274-EC91-4052E2C715B0}"/>
                  </a:ext>
                </a:extLst>
              </p:cNvPr>
              <p:cNvSpPr/>
              <p:nvPr/>
            </p:nvSpPr>
            <p:spPr>
              <a:xfrm>
                <a:off x="5993162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3" name="Freeform 38832">
                <a:extLst>
                  <a:ext uri="{FF2B5EF4-FFF2-40B4-BE49-F238E27FC236}">
                    <a16:creationId xmlns:a16="http://schemas.microsoft.com/office/drawing/2014/main" id="{835DE1A3-E79E-9C6F-6A59-64F2489389E9}"/>
                  </a:ext>
                </a:extLst>
              </p:cNvPr>
              <p:cNvSpPr/>
              <p:nvPr/>
            </p:nvSpPr>
            <p:spPr>
              <a:xfrm>
                <a:off x="5993757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4" name="Freeform 38833">
                <a:extLst>
                  <a:ext uri="{FF2B5EF4-FFF2-40B4-BE49-F238E27FC236}">
                    <a16:creationId xmlns:a16="http://schemas.microsoft.com/office/drawing/2014/main" id="{57F62396-6146-402A-A411-162F711D2686}"/>
                  </a:ext>
                </a:extLst>
              </p:cNvPr>
              <p:cNvSpPr/>
              <p:nvPr/>
            </p:nvSpPr>
            <p:spPr>
              <a:xfrm>
                <a:off x="5994253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5" name="Freeform 38834">
                <a:extLst>
                  <a:ext uri="{FF2B5EF4-FFF2-40B4-BE49-F238E27FC236}">
                    <a16:creationId xmlns:a16="http://schemas.microsoft.com/office/drawing/2014/main" id="{B5A6B65D-B1FE-4CD9-EB30-22C689D2BA6B}"/>
                  </a:ext>
                </a:extLst>
              </p:cNvPr>
              <p:cNvSpPr/>
              <p:nvPr/>
            </p:nvSpPr>
            <p:spPr>
              <a:xfrm>
                <a:off x="5994749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6" name="Freeform 38835">
                <a:extLst>
                  <a:ext uri="{FF2B5EF4-FFF2-40B4-BE49-F238E27FC236}">
                    <a16:creationId xmlns:a16="http://schemas.microsoft.com/office/drawing/2014/main" id="{CD1462AD-4092-A617-D674-CE602D7AAF11}"/>
                  </a:ext>
                </a:extLst>
              </p:cNvPr>
              <p:cNvSpPr/>
              <p:nvPr/>
            </p:nvSpPr>
            <p:spPr>
              <a:xfrm>
                <a:off x="599534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7" name="Freeform 38836">
                <a:extLst>
                  <a:ext uri="{FF2B5EF4-FFF2-40B4-BE49-F238E27FC236}">
                    <a16:creationId xmlns:a16="http://schemas.microsoft.com/office/drawing/2014/main" id="{424D79A7-EFA4-37E9-8486-3E9B44EB7321}"/>
                  </a:ext>
                </a:extLst>
              </p:cNvPr>
              <p:cNvSpPr/>
              <p:nvPr/>
            </p:nvSpPr>
            <p:spPr>
              <a:xfrm>
                <a:off x="5995841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8" name="Freeform 38837">
                <a:extLst>
                  <a:ext uri="{FF2B5EF4-FFF2-40B4-BE49-F238E27FC236}">
                    <a16:creationId xmlns:a16="http://schemas.microsoft.com/office/drawing/2014/main" id="{51EAD871-F01D-AE7F-40B1-D6AA3A20D4AC}"/>
                  </a:ext>
                </a:extLst>
              </p:cNvPr>
              <p:cNvSpPr/>
              <p:nvPr/>
            </p:nvSpPr>
            <p:spPr>
              <a:xfrm>
                <a:off x="5996337" y="4125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9" name="Freeform 38838">
                <a:extLst>
                  <a:ext uri="{FF2B5EF4-FFF2-40B4-BE49-F238E27FC236}">
                    <a16:creationId xmlns:a16="http://schemas.microsoft.com/office/drawing/2014/main" id="{46FAE229-E744-78C3-85D0-3BD45CDAB088}"/>
                  </a:ext>
                </a:extLst>
              </p:cNvPr>
              <p:cNvSpPr/>
              <p:nvPr/>
            </p:nvSpPr>
            <p:spPr>
              <a:xfrm>
                <a:off x="5996932" y="3563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0" name="Freeform 38839">
                <a:extLst>
                  <a:ext uri="{FF2B5EF4-FFF2-40B4-BE49-F238E27FC236}">
                    <a16:creationId xmlns:a16="http://schemas.microsoft.com/office/drawing/2014/main" id="{4B5EB777-03C6-C5BB-C6B1-0A0360384A2F}"/>
                  </a:ext>
                </a:extLst>
              </p:cNvPr>
              <p:cNvSpPr/>
              <p:nvPr/>
            </p:nvSpPr>
            <p:spPr>
              <a:xfrm>
                <a:off x="5997428" y="3715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1" name="Freeform 38840">
                <a:extLst>
                  <a:ext uri="{FF2B5EF4-FFF2-40B4-BE49-F238E27FC236}">
                    <a16:creationId xmlns:a16="http://schemas.microsoft.com/office/drawing/2014/main" id="{A6B6C959-E030-ECFC-5A45-A14205C6E1BC}"/>
                  </a:ext>
                </a:extLst>
              </p:cNvPr>
              <p:cNvSpPr/>
              <p:nvPr/>
            </p:nvSpPr>
            <p:spPr>
              <a:xfrm>
                <a:off x="5997924" y="3774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2" name="Freeform 38841">
                <a:extLst>
                  <a:ext uri="{FF2B5EF4-FFF2-40B4-BE49-F238E27FC236}">
                    <a16:creationId xmlns:a16="http://schemas.microsoft.com/office/drawing/2014/main" id="{1ABCB8B4-D0FD-3135-CEE1-AF76DC7CBA50}"/>
                  </a:ext>
                </a:extLst>
              </p:cNvPr>
              <p:cNvSpPr/>
              <p:nvPr/>
            </p:nvSpPr>
            <p:spPr>
              <a:xfrm>
                <a:off x="5998520" y="3790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3" name="Freeform 38842">
                <a:extLst>
                  <a:ext uri="{FF2B5EF4-FFF2-40B4-BE49-F238E27FC236}">
                    <a16:creationId xmlns:a16="http://schemas.microsoft.com/office/drawing/2014/main" id="{A0B2D33C-EAE8-5215-01E1-B7452CC6D7E9}"/>
                  </a:ext>
                </a:extLst>
              </p:cNvPr>
              <p:cNvSpPr/>
              <p:nvPr/>
            </p:nvSpPr>
            <p:spPr>
              <a:xfrm>
                <a:off x="5999016" y="392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4" name="Freeform 38843">
                <a:extLst>
                  <a:ext uri="{FF2B5EF4-FFF2-40B4-BE49-F238E27FC236}">
                    <a16:creationId xmlns:a16="http://schemas.microsoft.com/office/drawing/2014/main" id="{B3405FD9-E168-EF0C-3963-122451B351BE}"/>
                  </a:ext>
                </a:extLst>
              </p:cNvPr>
              <p:cNvSpPr/>
              <p:nvPr/>
            </p:nvSpPr>
            <p:spPr>
              <a:xfrm>
                <a:off x="5999512" y="3983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5" name="Freeform 38844">
                <a:extLst>
                  <a:ext uri="{FF2B5EF4-FFF2-40B4-BE49-F238E27FC236}">
                    <a16:creationId xmlns:a16="http://schemas.microsoft.com/office/drawing/2014/main" id="{4BAFFF9F-8DC1-F2A4-6219-89BECA6C05E9}"/>
                  </a:ext>
                </a:extLst>
              </p:cNvPr>
              <p:cNvSpPr/>
              <p:nvPr/>
            </p:nvSpPr>
            <p:spPr>
              <a:xfrm>
                <a:off x="6000008" y="4056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6" name="Freeform 38845">
                <a:extLst>
                  <a:ext uri="{FF2B5EF4-FFF2-40B4-BE49-F238E27FC236}">
                    <a16:creationId xmlns:a16="http://schemas.microsoft.com/office/drawing/2014/main" id="{206541FB-A02F-8541-2BAC-588A9AC1E204}"/>
                  </a:ext>
                </a:extLst>
              </p:cNvPr>
              <p:cNvSpPr/>
              <p:nvPr/>
            </p:nvSpPr>
            <p:spPr>
              <a:xfrm>
                <a:off x="6000603" y="4024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7" name="Freeform 38846">
                <a:extLst>
                  <a:ext uri="{FF2B5EF4-FFF2-40B4-BE49-F238E27FC236}">
                    <a16:creationId xmlns:a16="http://schemas.microsoft.com/office/drawing/2014/main" id="{C78EC335-D946-D499-7D40-57469D8F0693}"/>
                  </a:ext>
                </a:extLst>
              </p:cNvPr>
              <p:cNvSpPr/>
              <p:nvPr/>
            </p:nvSpPr>
            <p:spPr>
              <a:xfrm>
                <a:off x="6001099" y="4009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8" name="Freeform 38847">
                <a:extLst>
                  <a:ext uri="{FF2B5EF4-FFF2-40B4-BE49-F238E27FC236}">
                    <a16:creationId xmlns:a16="http://schemas.microsoft.com/office/drawing/2014/main" id="{5C387987-CCF5-6F0A-69EC-7A2B50BD28F7}"/>
                  </a:ext>
                </a:extLst>
              </p:cNvPr>
              <p:cNvSpPr/>
              <p:nvPr/>
            </p:nvSpPr>
            <p:spPr>
              <a:xfrm>
                <a:off x="6001595" y="4000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9" name="Freeform 38848">
                <a:extLst>
                  <a:ext uri="{FF2B5EF4-FFF2-40B4-BE49-F238E27FC236}">
                    <a16:creationId xmlns:a16="http://schemas.microsoft.com/office/drawing/2014/main" id="{F443A49D-B66B-D016-EFEF-BD73CD1AEAB6}"/>
                  </a:ext>
                </a:extLst>
              </p:cNvPr>
              <p:cNvSpPr/>
              <p:nvPr/>
            </p:nvSpPr>
            <p:spPr>
              <a:xfrm>
                <a:off x="6002191" y="4080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0" name="Freeform 38849">
                <a:extLst>
                  <a:ext uri="{FF2B5EF4-FFF2-40B4-BE49-F238E27FC236}">
                    <a16:creationId xmlns:a16="http://schemas.microsoft.com/office/drawing/2014/main" id="{5F3FE21D-65F3-F4A0-9B9C-B729B579C203}"/>
                  </a:ext>
                </a:extLst>
              </p:cNvPr>
              <p:cNvSpPr/>
              <p:nvPr/>
            </p:nvSpPr>
            <p:spPr>
              <a:xfrm>
                <a:off x="6002687" y="4191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1" name="Freeform 38850">
                <a:extLst>
                  <a:ext uri="{FF2B5EF4-FFF2-40B4-BE49-F238E27FC236}">
                    <a16:creationId xmlns:a16="http://schemas.microsoft.com/office/drawing/2014/main" id="{A77EEF43-BCD2-84B3-31A8-82CB7FDFB37D}"/>
                  </a:ext>
                </a:extLst>
              </p:cNvPr>
              <p:cNvSpPr/>
              <p:nvPr/>
            </p:nvSpPr>
            <p:spPr>
              <a:xfrm>
                <a:off x="6003183" y="4199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2" name="Freeform 38851">
                <a:extLst>
                  <a:ext uri="{FF2B5EF4-FFF2-40B4-BE49-F238E27FC236}">
                    <a16:creationId xmlns:a16="http://schemas.microsoft.com/office/drawing/2014/main" id="{8EDDD6C8-ED48-4F16-53B3-BBBA34D4A1B2}"/>
                  </a:ext>
                </a:extLst>
              </p:cNvPr>
              <p:cNvSpPr/>
              <p:nvPr/>
            </p:nvSpPr>
            <p:spPr>
              <a:xfrm>
                <a:off x="6003778" y="4203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3" name="Freeform 38852">
                <a:extLst>
                  <a:ext uri="{FF2B5EF4-FFF2-40B4-BE49-F238E27FC236}">
                    <a16:creationId xmlns:a16="http://schemas.microsoft.com/office/drawing/2014/main" id="{F28C8E35-3F29-E202-0532-03E4843A5B37}"/>
                  </a:ext>
                </a:extLst>
              </p:cNvPr>
              <p:cNvSpPr/>
              <p:nvPr/>
            </p:nvSpPr>
            <p:spPr>
              <a:xfrm>
                <a:off x="6004274" y="4206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4" name="Freeform 38853">
                <a:extLst>
                  <a:ext uri="{FF2B5EF4-FFF2-40B4-BE49-F238E27FC236}">
                    <a16:creationId xmlns:a16="http://schemas.microsoft.com/office/drawing/2014/main" id="{CC359477-4C45-A6A1-A212-BF255C48B734}"/>
                  </a:ext>
                </a:extLst>
              </p:cNvPr>
              <p:cNvSpPr/>
              <p:nvPr/>
            </p:nvSpPr>
            <p:spPr>
              <a:xfrm>
                <a:off x="6004770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5" name="Freeform 38854">
                <a:extLst>
                  <a:ext uri="{FF2B5EF4-FFF2-40B4-BE49-F238E27FC236}">
                    <a16:creationId xmlns:a16="http://schemas.microsoft.com/office/drawing/2014/main" id="{0ED1AEA7-A527-5173-B3DF-1B62530E898A}"/>
                  </a:ext>
                </a:extLst>
              </p:cNvPr>
              <p:cNvSpPr/>
              <p:nvPr/>
            </p:nvSpPr>
            <p:spPr>
              <a:xfrm>
                <a:off x="6005366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6" name="Freeform 38855">
                <a:extLst>
                  <a:ext uri="{FF2B5EF4-FFF2-40B4-BE49-F238E27FC236}">
                    <a16:creationId xmlns:a16="http://schemas.microsoft.com/office/drawing/2014/main" id="{95AF6CB3-991E-D7CD-837B-8B1594BEB5C3}"/>
                  </a:ext>
                </a:extLst>
              </p:cNvPr>
              <p:cNvSpPr/>
              <p:nvPr/>
            </p:nvSpPr>
            <p:spPr>
              <a:xfrm>
                <a:off x="6005862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7" name="Freeform 38856">
                <a:extLst>
                  <a:ext uri="{FF2B5EF4-FFF2-40B4-BE49-F238E27FC236}">
                    <a16:creationId xmlns:a16="http://schemas.microsoft.com/office/drawing/2014/main" id="{05009054-3D32-68B5-E9CA-181DEE8EEE5F}"/>
                  </a:ext>
                </a:extLst>
              </p:cNvPr>
              <p:cNvSpPr/>
              <p:nvPr/>
            </p:nvSpPr>
            <p:spPr>
              <a:xfrm>
                <a:off x="6006358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8" name="Freeform 38857">
                <a:extLst>
                  <a:ext uri="{FF2B5EF4-FFF2-40B4-BE49-F238E27FC236}">
                    <a16:creationId xmlns:a16="http://schemas.microsoft.com/office/drawing/2014/main" id="{D28514E3-5839-D6C5-82B7-D7C2CBEF942B}"/>
                  </a:ext>
                </a:extLst>
              </p:cNvPr>
              <p:cNvSpPr/>
              <p:nvPr/>
            </p:nvSpPr>
            <p:spPr>
              <a:xfrm>
                <a:off x="6006953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9" name="Freeform 38858">
                <a:extLst>
                  <a:ext uri="{FF2B5EF4-FFF2-40B4-BE49-F238E27FC236}">
                    <a16:creationId xmlns:a16="http://schemas.microsoft.com/office/drawing/2014/main" id="{1F464699-3615-F2C8-64E5-DDDB4DEBCA92}"/>
                  </a:ext>
                </a:extLst>
              </p:cNvPr>
              <p:cNvSpPr/>
              <p:nvPr/>
            </p:nvSpPr>
            <p:spPr>
              <a:xfrm>
                <a:off x="6007449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0" name="Freeform 38859">
                <a:extLst>
                  <a:ext uri="{FF2B5EF4-FFF2-40B4-BE49-F238E27FC236}">
                    <a16:creationId xmlns:a16="http://schemas.microsoft.com/office/drawing/2014/main" id="{53CB604E-8D6D-CFC8-ED09-36E7834260F1}"/>
                  </a:ext>
                </a:extLst>
              </p:cNvPr>
              <p:cNvSpPr/>
              <p:nvPr/>
            </p:nvSpPr>
            <p:spPr>
              <a:xfrm>
                <a:off x="6007945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1" name="Freeform 38860">
                <a:extLst>
                  <a:ext uri="{FF2B5EF4-FFF2-40B4-BE49-F238E27FC236}">
                    <a16:creationId xmlns:a16="http://schemas.microsoft.com/office/drawing/2014/main" id="{DDCB90F1-5676-3BA0-2B66-10A4E8444C29}"/>
                  </a:ext>
                </a:extLst>
              </p:cNvPr>
              <p:cNvSpPr/>
              <p:nvPr/>
            </p:nvSpPr>
            <p:spPr>
              <a:xfrm>
                <a:off x="6008541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2" name="Freeform 38861">
                <a:extLst>
                  <a:ext uri="{FF2B5EF4-FFF2-40B4-BE49-F238E27FC236}">
                    <a16:creationId xmlns:a16="http://schemas.microsoft.com/office/drawing/2014/main" id="{B2333AE9-6484-F5A2-C683-084893C48E6C}"/>
                  </a:ext>
                </a:extLst>
              </p:cNvPr>
              <p:cNvSpPr/>
              <p:nvPr/>
            </p:nvSpPr>
            <p:spPr>
              <a:xfrm>
                <a:off x="6009037" y="4128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3" name="Freeform 38862">
                <a:extLst>
                  <a:ext uri="{FF2B5EF4-FFF2-40B4-BE49-F238E27FC236}">
                    <a16:creationId xmlns:a16="http://schemas.microsoft.com/office/drawing/2014/main" id="{2CEAB26A-C950-1843-4E8E-8E8419E68F4D}"/>
                  </a:ext>
                </a:extLst>
              </p:cNvPr>
              <p:cNvSpPr/>
              <p:nvPr/>
            </p:nvSpPr>
            <p:spPr>
              <a:xfrm>
                <a:off x="6009533" y="3857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4" name="Freeform 38863">
                <a:extLst>
                  <a:ext uri="{FF2B5EF4-FFF2-40B4-BE49-F238E27FC236}">
                    <a16:creationId xmlns:a16="http://schemas.microsoft.com/office/drawing/2014/main" id="{2300EDEA-95E8-A0A8-BF8F-6A8182C3CA45}"/>
                  </a:ext>
                </a:extLst>
              </p:cNvPr>
              <p:cNvSpPr/>
              <p:nvPr/>
            </p:nvSpPr>
            <p:spPr>
              <a:xfrm>
                <a:off x="6010128" y="3842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5" name="Freeform 38864">
                <a:extLst>
                  <a:ext uri="{FF2B5EF4-FFF2-40B4-BE49-F238E27FC236}">
                    <a16:creationId xmlns:a16="http://schemas.microsoft.com/office/drawing/2014/main" id="{A34990A4-0F17-1DBC-5A8E-20DEBE85F584}"/>
                  </a:ext>
                </a:extLst>
              </p:cNvPr>
              <p:cNvSpPr/>
              <p:nvPr/>
            </p:nvSpPr>
            <p:spPr>
              <a:xfrm>
                <a:off x="6010624" y="390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6" name="Freeform 38865">
                <a:extLst>
                  <a:ext uri="{FF2B5EF4-FFF2-40B4-BE49-F238E27FC236}">
                    <a16:creationId xmlns:a16="http://schemas.microsoft.com/office/drawing/2014/main" id="{C13319E4-6F32-FA7C-3D00-76D371B04958}"/>
                  </a:ext>
                </a:extLst>
              </p:cNvPr>
              <p:cNvSpPr/>
              <p:nvPr/>
            </p:nvSpPr>
            <p:spPr>
              <a:xfrm>
                <a:off x="6011120" y="4001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7" name="Freeform 38866">
                <a:extLst>
                  <a:ext uri="{FF2B5EF4-FFF2-40B4-BE49-F238E27FC236}">
                    <a16:creationId xmlns:a16="http://schemas.microsoft.com/office/drawing/2014/main" id="{6408ED96-7451-0AFD-DD95-A14EF1BF0A49}"/>
                  </a:ext>
                </a:extLst>
              </p:cNvPr>
              <p:cNvSpPr/>
              <p:nvPr/>
            </p:nvSpPr>
            <p:spPr>
              <a:xfrm>
                <a:off x="6011716" y="4035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8" name="Freeform 38867">
                <a:extLst>
                  <a:ext uri="{FF2B5EF4-FFF2-40B4-BE49-F238E27FC236}">
                    <a16:creationId xmlns:a16="http://schemas.microsoft.com/office/drawing/2014/main" id="{F2FF4F0C-E3C7-4684-1EAD-48149D99F5E1}"/>
                  </a:ext>
                </a:extLst>
              </p:cNvPr>
              <p:cNvSpPr/>
              <p:nvPr/>
            </p:nvSpPr>
            <p:spPr>
              <a:xfrm>
                <a:off x="6012212" y="4090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9" name="Freeform 38868">
                <a:extLst>
                  <a:ext uri="{FF2B5EF4-FFF2-40B4-BE49-F238E27FC236}">
                    <a16:creationId xmlns:a16="http://schemas.microsoft.com/office/drawing/2014/main" id="{DF8F6A4D-06CB-90BA-515D-885BDB542975}"/>
                  </a:ext>
                </a:extLst>
              </p:cNvPr>
              <p:cNvSpPr/>
              <p:nvPr/>
            </p:nvSpPr>
            <p:spPr>
              <a:xfrm>
                <a:off x="6012708" y="4105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0" name="Freeform 38869">
                <a:extLst>
                  <a:ext uri="{FF2B5EF4-FFF2-40B4-BE49-F238E27FC236}">
                    <a16:creationId xmlns:a16="http://schemas.microsoft.com/office/drawing/2014/main" id="{2BFE4B0B-1DE4-D36B-B150-8FFAE784E5AE}"/>
                  </a:ext>
                </a:extLst>
              </p:cNvPr>
              <p:cNvSpPr/>
              <p:nvPr/>
            </p:nvSpPr>
            <p:spPr>
              <a:xfrm>
                <a:off x="6013204" y="4125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1" name="Freeform 38870">
                <a:extLst>
                  <a:ext uri="{FF2B5EF4-FFF2-40B4-BE49-F238E27FC236}">
                    <a16:creationId xmlns:a16="http://schemas.microsoft.com/office/drawing/2014/main" id="{F0AE4788-7845-DBC2-7569-EC2E4D9A51D0}"/>
                  </a:ext>
                </a:extLst>
              </p:cNvPr>
              <p:cNvSpPr/>
              <p:nvPr/>
            </p:nvSpPr>
            <p:spPr>
              <a:xfrm>
                <a:off x="6013799" y="4121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2" name="Freeform 38871">
                <a:extLst>
                  <a:ext uri="{FF2B5EF4-FFF2-40B4-BE49-F238E27FC236}">
                    <a16:creationId xmlns:a16="http://schemas.microsoft.com/office/drawing/2014/main" id="{0E95400B-7D96-460F-DC1F-6E9B0A988476}"/>
                  </a:ext>
                </a:extLst>
              </p:cNvPr>
              <p:cNvSpPr/>
              <p:nvPr/>
            </p:nvSpPr>
            <p:spPr>
              <a:xfrm>
                <a:off x="6014295" y="4114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3" name="Freeform 38872">
                <a:extLst>
                  <a:ext uri="{FF2B5EF4-FFF2-40B4-BE49-F238E27FC236}">
                    <a16:creationId xmlns:a16="http://schemas.microsoft.com/office/drawing/2014/main" id="{F8714055-4529-11BF-6CFD-8763E10FFFA2}"/>
                  </a:ext>
                </a:extLst>
              </p:cNvPr>
              <p:cNvSpPr/>
              <p:nvPr/>
            </p:nvSpPr>
            <p:spPr>
              <a:xfrm>
                <a:off x="6014791" y="4131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4" name="Freeform 38873">
                <a:extLst>
                  <a:ext uri="{FF2B5EF4-FFF2-40B4-BE49-F238E27FC236}">
                    <a16:creationId xmlns:a16="http://schemas.microsoft.com/office/drawing/2014/main" id="{E26BCAE0-30B2-7970-82B7-694DB5AD1957}"/>
                  </a:ext>
                </a:extLst>
              </p:cNvPr>
              <p:cNvSpPr/>
              <p:nvPr/>
            </p:nvSpPr>
            <p:spPr>
              <a:xfrm>
                <a:off x="6015387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5" name="Freeform 38874">
                <a:extLst>
                  <a:ext uri="{FF2B5EF4-FFF2-40B4-BE49-F238E27FC236}">
                    <a16:creationId xmlns:a16="http://schemas.microsoft.com/office/drawing/2014/main" id="{C13A1DCF-F4EB-E837-0A72-D1CE61E29AD2}"/>
                  </a:ext>
                </a:extLst>
              </p:cNvPr>
              <p:cNvSpPr/>
              <p:nvPr/>
            </p:nvSpPr>
            <p:spPr>
              <a:xfrm>
                <a:off x="6015883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6" name="Freeform 38875">
                <a:extLst>
                  <a:ext uri="{FF2B5EF4-FFF2-40B4-BE49-F238E27FC236}">
                    <a16:creationId xmlns:a16="http://schemas.microsoft.com/office/drawing/2014/main" id="{9FB26B0F-4EB6-2FEF-3E0E-A96F01161F13}"/>
                  </a:ext>
                </a:extLst>
              </p:cNvPr>
              <p:cNvSpPr/>
              <p:nvPr/>
            </p:nvSpPr>
            <p:spPr>
              <a:xfrm>
                <a:off x="6016379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7" name="Freeform 38876">
                <a:extLst>
                  <a:ext uri="{FF2B5EF4-FFF2-40B4-BE49-F238E27FC236}">
                    <a16:creationId xmlns:a16="http://schemas.microsoft.com/office/drawing/2014/main" id="{884AEB1B-0E2F-E876-FA13-54F896721870}"/>
                  </a:ext>
                </a:extLst>
              </p:cNvPr>
              <p:cNvSpPr/>
              <p:nvPr/>
            </p:nvSpPr>
            <p:spPr>
              <a:xfrm>
                <a:off x="6016974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8" name="Freeform 38877">
                <a:extLst>
                  <a:ext uri="{FF2B5EF4-FFF2-40B4-BE49-F238E27FC236}">
                    <a16:creationId xmlns:a16="http://schemas.microsoft.com/office/drawing/2014/main" id="{10905CD2-D1DF-3A7A-E622-A6E107B12659}"/>
                  </a:ext>
                </a:extLst>
              </p:cNvPr>
              <p:cNvSpPr/>
              <p:nvPr/>
            </p:nvSpPr>
            <p:spPr>
              <a:xfrm>
                <a:off x="601747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9" name="Freeform 38878">
                <a:extLst>
                  <a:ext uri="{FF2B5EF4-FFF2-40B4-BE49-F238E27FC236}">
                    <a16:creationId xmlns:a16="http://schemas.microsoft.com/office/drawing/2014/main" id="{06EFF9A9-69AE-54C7-1F07-C02B5583C3B4}"/>
                  </a:ext>
                </a:extLst>
              </p:cNvPr>
              <p:cNvSpPr/>
              <p:nvPr/>
            </p:nvSpPr>
            <p:spPr>
              <a:xfrm>
                <a:off x="601796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0" name="Freeform 38879">
                <a:extLst>
                  <a:ext uri="{FF2B5EF4-FFF2-40B4-BE49-F238E27FC236}">
                    <a16:creationId xmlns:a16="http://schemas.microsoft.com/office/drawing/2014/main" id="{42CAAE82-5800-1BF7-F4D6-BB621FC5597F}"/>
                  </a:ext>
                </a:extLst>
              </p:cNvPr>
              <p:cNvSpPr/>
              <p:nvPr/>
            </p:nvSpPr>
            <p:spPr>
              <a:xfrm>
                <a:off x="6018562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1" name="Freeform 38880">
                <a:extLst>
                  <a:ext uri="{FF2B5EF4-FFF2-40B4-BE49-F238E27FC236}">
                    <a16:creationId xmlns:a16="http://schemas.microsoft.com/office/drawing/2014/main" id="{9BD73AAA-4E33-D55D-A18D-399178253C71}"/>
                  </a:ext>
                </a:extLst>
              </p:cNvPr>
              <p:cNvSpPr/>
              <p:nvPr/>
            </p:nvSpPr>
            <p:spPr>
              <a:xfrm>
                <a:off x="601905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2" name="Freeform 38881">
                <a:extLst>
                  <a:ext uri="{FF2B5EF4-FFF2-40B4-BE49-F238E27FC236}">
                    <a16:creationId xmlns:a16="http://schemas.microsoft.com/office/drawing/2014/main" id="{EBD1F25B-27D4-D553-DC9F-F0B122A0C84F}"/>
                  </a:ext>
                </a:extLst>
              </p:cNvPr>
              <p:cNvSpPr/>
              <p:nvPr/>
            </p:nvSpPr>
            <p:spPr>
              <a:xfrm>
                <a:off x="6019554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3" name="Freeform 38882">
                <a:extLst>
                  <a:ext uri="{FF2B5EF4-FFF2-40B4-BE49-F238E27FC236}">
                    <a16:creationId xmlns:a16="http://schemas.microsoft.com/office/drawing/2014/main" id="{98952419-3D13-B7E1-219A-BA461588F75A}"/>
                  </a:ext>
                </a:extLst>
              </p:cNvPr>
              <p:cNvSpPr/>
              <p:nvPr/>
            </p:nvSpPr>
            <p:spPr>
              <a:xfrm>
                <a:off x="602014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4" name="Freeform 38883">
                <a:extLst>
                  <a:ext uri="{FF2B5EF4-FFF2-40B4-BE49-F238E27FC236}">
                    <a16:creationId xmlns:a16="http://schemas.microsoft.com/office/drawing/2014/main" id="{62E22234-A80B-8E54-B22C-47978E79ECB4}"/>
                  </a:ext>
                </a:extLst>
              </p:cNvPr>
              <p:cNvSpPr/>
              <p:nvPr/>
            </p:nvSpPr>
            <p:spPr>
              <a:xfrm>
                <a:off x="602064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5" name="Freeform 38884">
                <a:extLst>
                  <a:ext uri="{FF2B5EF4-FFF2-40B4-BE49-F238E27FC236}">
                    <a16:creationId xmlns:a16="http://schemas.microsoft.com/office/drawing/2014/main" id="{97E3BEC0-DDFC-9A6C-9918-4C25BF434EB8}"/>
                  </a:ext>
                </a:extLst>
              </p:cNvPr>
              <p:cNvSpPr/>
              <p:nvPr/>
            </p:nvSpPr>
            <p:spPr>
              <a:xfrm>
                <a:off x="602114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6" name="Freeform 38885">
                <a:extLst>
                  <a:ext uri="{FF2B5EF4-FFF2-40B4-BE49-F238E27FC236}">
                    <a16:creationId xmlns:a16="http://schemas.microsoft.com/office/drawing/2014/main" id="{E9450A5E-2870-986A-60C1-7357A06A7683}"/>
                  </a:ext>
                </a:extLst>
              </p:cNvPr>
              <p:cNvSpPr/>
              <p:nvPr/>
            </p:nvSpPr>
            <p:spPr>
              <a:xfrm>
                <a:off x="6021737" y="4185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7" name="Freeform 38886">
                <a:extLst>
                  <a:ext uri="{FF2B5EF4-FFF2-40B4-BE49-F238E27FC236}">
                    <a16:creationId xmlns:a16="http://schemas.microsoft.com/office/drawing/2014/main" id="{70C82C54-AFB5-B32C-3234-1917EF4364CC}"/>
                  </a:ext>
                </a:extLst>
              </p:cNvPr>
              <p:cNvSpPr/>
              <p:nvPr/>
            </p:nvSpPr>
            <p:spPr>
              <a:xfrm>
                <a:off x="6022233" y="3928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8" name="Freeform 38887">
                <a:extLst>
                  <a:ext uri="{FF2B5EF4-FFF2-40B4-BE49-F238E27FC236}">
                    <a16:creationId xmlns:a16="http://schemas.microsoft.com/office/drawing/2014/main" id="{98341363-4F70-693D-5FB4-80710E15DF43}"/>
                  </a:ext>
                </a:extLst>
              </p:cNvPr>
              <p:cNvSpPr/>
              <p:nvPr/>
            </p:nvSpPr>
            <p:spPr>
              <a:xfrm>
                <a:off x="6022729" y="3920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9" name="Freeform 38888">
                <a:extLst>
                  <a:ext uri="{FF2B5EF4-FFF2-40B4-BE49-F238E27FC236}">
                    <a16:creationId xmlns:a16="http://schemas.microsoft.com/office/drawing/2014/main" id="{3C6647C3-38EA-0DFC-514A-B76D33FE0213}"/>
                  </a:ext>
                </a:extLst>
              </p:cNvPr>
              <p:cNvSpPr/>
              <p:nvPr/>
            </p:nvSpPr>
            <p:spPr>
              <a:xfrm>
                <a:off x="6023324" y="3921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0" name="Freeform 38889">
                <a:extLst>
                  <a:ext uri="{FF2B5EF4-FFF2-40B4-BE49-F238E27FC236}">
                    <a16:creationId xmlns:a16="http://schemas.microsoft.com/office/drawing/2014/main" id="{CE8CB248-1C3C-C71A-CB24-03AD74062A4C}"/>
                  </a:ext>
                </a:extLst>
              </p:cNvPr>
              <p:cNvSpPr/>
              <p:nvPr/>
            </p:nvSpPr>
            <p:spPr>
              <a:xfrm>
                <a:off x="6023820" y="4032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1" name="Freeform 38890">
                <a:extLst>
                  <a:ext uri="{FF2B5EF4-FFF2-40B4-BE49-F238E27FC236}">
                    <a16:creationId xmlns:a16="http://schemas.microsoft.com/office/drawing/2014/main" id="{215FAF6F-06EE-DDA7-F68F-0492E7E8A638}"/>
                  </a:ext>
                </a:extLst>
              </p:cNvPr>
              <p:cNvSpPr/>
              <p:nvPr/>
            </p:nvSpPr>
            <p:spPr>
              <a:xfrm>
                <a:off x="6024316" y="4093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2" name="Freeform 38891">
                <a:extLst>
                  <a:ext uri="{FF2B5EF4-FFF2-40B4-BE49-F238E27FC236}">
                    <a16:creationId xmlns:a16="http://schemas.microsoft.com/office/drawing/2014/main" id="{69D7453E-1719-185C-6970-62830E5FA1AD}"/>
                  </a:ext>
                </a:extLst>
              </p:cNvPr>
              <p:cNvSpPr/>
              <p:nvPr/>
            </p:nvSpPr>
            <p:spPr>
              <a:xfrm>
                <a:off x="6024813" y="4136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3" name="Freeform 38892">
                <a:extLst>
                  <a:ext uri="{FF2B5EF4-FFF2-40B4-BE49-F238E27FC236}">
                    <a16:creationId xmlns:a16="http://schemas.microsoft.com/office/drawing/2014/main" id="{567FDADF-7873-9BD6-55B9-7C0FC5AC4B07}"/>
                  </a:ext>
                </a:extLst>
              </p:cNvPr>
              <p:cNvSpPr/>
              <p:nvPr/>
            </p:nvSpPr>
            <p:spPr>
              <a:xfrm>
                <a:off x="6025408" y="4196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4" name="Freeform 38893">
                <a:extLst>
                  <a:ext uri="{FF2B5EF4-FFF2-40B4-BE49-F238E27FC236}">
                    <a16:creationId xmlns:a16="http://schemas.microsoft.com/office/drawing/2014/main" id="{8ED40BDA-7F0B-792C-5E7A-D10CE5873DCC}"/>
                  </a:ext>
                </a:extLst>
              </p:cNvPr>
              <p:cNvSpPr/>
              <p:nvPr/>
            </p:nvSpPr>
            <p:spPr>
              <a:xfrm>
                <a:off x="6025904" y="4201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5" name="Freeform 38894">
                <a:extLst>
                  <a:ext uri="{FF2B5EF4-FFF2-40B4-BE49-F238E27FC236}">
                    <a16:creationId xmlns:a16="http://schemas.microsoft.com/office/drawing/2014/main" id="{B9DFC74A-4BCE-DB4C-4481-94A6DE7C9314}"/>
                  </a:ext>
                </a:extLst>
              </p:cNvPr>
              <p:cNvSpPr/>
              <p:nvPr/>
            </p:nvSpPr>
            <p:spPr>
              <a:xfrm>
                <a:off x="6026400" y="4199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6" name="Freeform 38895">
                <a:extLst>
                  <a:ext uri="{FF2B5EF4-FFF2-40B4-BE49-F238E27FC236}">
                    <a16:creationId xmlns:a16="http://schemas.microsoft.com/office/drawing/2014/main" id="{B96029B3-A244-E478-318F-7DBF5ABCC836}"/>
                  </a:ext>
                </a:extLst>
              </p:cNvPr>
              <p:cNvSpPr/>
              <p:nvPr/>
            </p:nvSpPr>
            <p:spPr>
              <a:xfrm>
                <a:off x="6026995" y="4198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7" name="Freeform 38896">
                <a:extLst>
                  <a:ext uri="{FF2B5EF4-FFF2-40B4-BE49-F238E27FC236}">
                    <a16:creationId xmlns:a16="http://schemas.microsoft.com/office/drawing/2014/main" id="{DF1FAC5A-0C13-74BB-A540-32998101B8A8}"/>
                  </a:ext>
                </a:extLst>
              </p:cNvPr>
              <p:cNvSpPr/>
              <p:nvPr/>
            </p:nvSpPr>
            <p:spPr>
              <a:xfrm>
                <a:off x="6027491" y="4180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8" name="Freeform 38897">
                <a:extLst>
                  <a:ext uri="{FF2B5EF4-FFF2-40B4-BE49-F238E27FC236}">
                    <a16:creationId xmlns:a16="http://schemas.microsoft.com/office/drawing/2014/main" id="{76AE128C-E092-7AAF-799F-126F257A1CF9}"/>
                  </a:ext>
                </a:extLst>
              </p:cNvPr>
              <p:cNvSpPr/>
              <p:nvPr/>
            </p:nvSpPr>
            <p:spPr>
              <a:xfrm>
                <a:off x="6027988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9" name="Freeform 38898">
                <a:extLst>
                  <a:ext uri="{FF2B5EF4-FFF2-40B4-BE49-F238E27FC236}">
                    <a16:creationId xmlns:a16="http://schemas.microsoft.com/office/drawing/2014/main" id="{817D541A-205C-C4BC-973C-EE32FAEC85A6}"/>
                  </a:ext>
                </a:extLst>
              </p:cNvPr>
              <p:cNvSpPr/>
              <p:nvPr/>
            </p:nvSpPr>
            <p:spPr>
              <a:xfrm>
                <a:off x="602858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0" name="Freeform 38899">
                <a:extLst>
                  <a:ext uri="{FF2B5EF4-FFF2-40B4-BE49-F238E27FC236}">
                    <a16:creationId xmlns:a16="http://schemas.microsoft.com/office/drawing/2014/main" id="{BDC7A7B7-D7C4-4F9F-E815-0E02D7C1CB23}"/>
                  </a:ext>
                </a:extLst>
              </p:cNvPr>
              <p:cNvSpPr/>
              <p:nvPr/>
            </p:nvSpPr>
            <p:spPr>
              <a:xfrm>
                <a:off x="602907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1" name="Freeform 38900">
                <a:extLst>
                  <a:ext uri="{FF2B5EF4-FFF2-40B4-BE49-F238E27FC236}">
                    <a16:creationId xmlns:a16="http://schemas.microsoft.com/office/drawing/2014/main" id="{59027103-907D-3966-1311-97AA757E4B44}"/>
                  </a:ext>
                </a:extLst>
              </p:cNvPr>
              <p:cNvSpPr/>
              <p:nvPr/>
            </p:nvSpPr>
            <p:spPr>
              <a:xfrm>
                <a:off x="602957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2" name="Freeform 38901">
                <a:extLst>
                  <a:ext uri="{FF2B5EF4-FFF2-40B4-BE49-F238E27FC236}">
                    <a16:creationId xmlns:a16="http://schemas.microsoft.com/office/drawing/2014/main" id="{30EF7923-28E9-C3DC-1651-7BC9D04DB83E}"/>
                  </a:ext>
                </a:extLst>
              </p:cNvPr>
              <p:cNvSpPr/>
              <p:nvPr/>
            </p:nvSpPr>
            <p:spPr>
              <a:xfrm>
                <a:off x="603017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3" name="Freeform 38902">
                <a:extLst>
                  <a:ext uri="{FF2B5EF4-FFF2-40B4-BE49-F238E27FC236}">
                    <a16:creationId xmlns:a16="http://schemas.microsoft.com/office/drawing/2014/main" id="{921A1116-C3A8-529D-A31F-AE0146FC238B}"/>
                  </a:ext>
                </a:extLst>
              </p:cNvPr>
              <p:cNvSpPr/>
              <p:nvPr/>
            </p:nvSpPr>
            <p:spPr>
              <a:xfrm>
                <a:off x="6030666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4" name="Freeform 38903">
                <a:extLst>
                  <a:ext uri="{FF2B5EF4-FFF2-40B4-BE49-F238E27FC236}">
                    <a16:creationId xmlns:a16="http://schemas.microsoft.com/office/drawing/2014/main" id="{CE68377E-D6DF-0EA2-2027-E605301A9EA7}"/>
                  </a:ext>
                </a:extLst>
              </p:cNvPr>
              <p:cNvSpPr/>
              <p:nvPr/>
            </p:nvSpPr>
            <p:spPr>
              <a:xfrm>
                <a:off x="603116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5" name="Freeform 38904">
                <a:extLst>
                  <a:ext uri="{FF2B5EF4-FFF2-40B4-BE49-F238E27FC236}">
                    <a16:creationId xmlns:a16="http://schemas.microsoft.com/office/drawing/2014/main" id="{91F7591A-B5B0-26B9-2284-1BBAAB2DF3E4}"/>
                  </a:ext>
                </a:extLst>
              </p:cNvPr>
              <p:cNvSpPr/>
              <p:nvPr/>
            </p:nvSpPr>
            <p:spPr>
              <a:xfrm>
                <a:off x="603175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6" name="Freeform 38905">
                <a:extLst>
                  <a:ext uri="{FF2B5EF4-FFF2-40B4-BE49-F238E27FC236}">
                    <a16:creationId xmlns:a16="http://schemas.microsoft.com/office/drawing/2014/main" id="{D9E42605-D44C-F98D-3B1A-4AAB47BEFBBB}"/>
                  </a:ext>
                </a:extLst>
              </p:cNvPr>
              <p:cNvSpPr/>
              <p:nvPr/>
            </p:nvSpPr>
            <p:spPr>
              <a:xfrm>
                <a:off x="6032254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7" name="Freeform 38906">
                <a:extLst>
                  <a:ext uri="{FF2B5EF4-FFF2-40B4-BE49-F238E27FC236}">
                    <a16:creationId xmlns:a16="http://schemas.microsoft.com/office/drawing/2014/main" id="{1EFE9FA3-859F-A865-0995-820325452D7C}"/>
                  </a:ext>
                </a:extLst>
              </p:cNvPr>
              <p:cNvSpPr/>
              <p:nvPr/>
            </p:nvSpPr>
            <p:spPr>
              <a:xfrm>
                <a:off x="603275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8" name="Freeform 38907">
                <a:extLst>
                  <a:ext uri="{FF2B5EF4-FFF2-40B4-BE49-F238E27FC236}">
                    <a16:creationId xmlns:a16="http://schemas.microsoft.com/office/drawing/2014/main" id="{A0540459-1498-2335-36E0-DE667E341ACC}"/>
                  </a:ext>
                </a:extLst>
              </p:cNvPr>
              <p:cNvSpPr/>
              <p:nvPr/>
            </p:nvSpPr>
            <p:spPr>
              <a:xfrm>
                <a:off x="603334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9" name="Freeform 38908">
                <a:extLst>
                  <a:ext uri="{FF2B5EF4-FFF2-40B4-BE49-F238E27FC236}">
                    <a16:creationId xmlns:a16="http://schemas.microsoft.com/office/drawing/2014/main" id="{E7F705A9-B373-CFFD-1932-477E49EED134}"/>
                  </a:ext>
                </a:extLst>
              </p:cNvPr>
              <p:cNvSpPr/>
              <p:nvPr/>
            </p:nvSpPr>
            <p:spPr>
              <a:xfrm>
                <a:off x="6033841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0" name="Freeform 38909">
                <a:extLst>
                  <a:ext uri="{FF2B5EF4-FFF2-40B4-BE49-F238E27FC236}">
                    <a16:creationId xmlns:a16="http://schemas.microsoft.com/office/drawing/2014/main" id="{9964F7F8-B88B-F9B4-384D-37F7C0FD6DAF}"/>
                  </a:ext>
                </a:extLst>
              </p:cNvPr>
              <p:cNvSpPr/>
              <p:nvPr/>
            </p:nvSpPr>
            <p:spPr>
              <a:xfrm>
                <a:off x="6034338" y="4199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1" name="Freeform 38910">
                <a:extLst>
                  <a:ext uri="{FF2B5EF4-FFF2-40B4-BE49-F238E27FC236}">
                    <a16:creationId xmlns:a16="http://schemas.microsoft.com/office/drawing/2014/main" id="{FCD7E527-0242-B428-448E-82BEF20686AF}"/>
                  </a:ext>
                </a:extLst>
              </p:cNvPr>
              <p:cNvSpPr/>
              <p:nvPr/>
            </p:nvSpPr>
            <p:spPr>
              <a:xfrm>
                <a:off x="6034933" y="3839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2" name="Freeform 38911">
                <a:extLst>
                  <a:ext uri="{FF2B5EF4-FFF2-40B4-BE49-F238E27FC236}">
                    <a16:creationId xmlns:a16="http://schemas.microsoft.com/office/drawing/2014/main" id="{D1A6F41C-6137-802A-2505-6D94A20015C7}"/>
                  </a:ext>
                </a:extLst>
              </p:cNvPr>
              <p:cNvSpPr/>
              <p:nvPr/>
            </p:nvSpPr>
            <p:spPr>
              <a:xfrm>
                <a:off x="6035429" y="3817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3" name="Freeform 38912">
                <a:extLst>
                  <a:ext uri="{FF2B5EF4-FFF2-40B4-BE49-F238E27FC236}">
                    <a16:creationId xmlns:a16="http://schemas.microsoft.com/office/drawing/2014/main" id="{FD118618-A391-608D-2C54-A38D7AAB1518}"/>
                  </a:ext>
                </a:extLst>
              </p:cNvPr>
              <p:cNvSpPr/>
              <p:nvPr/>
            </p:nvSpPr>
            <p:spPr>
              <a:xfrm>
                <a:off x="6035925" y="3833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4" name="Freeform 38913">
                <a:extLst>
                  <a:ext uri="{FF2B5EF4-FFF2-40B4-BE49-F238E27FC236}">
                    <a16:creationId xmlns:a16="http://schemas.microsoft.com/office/drawing/2014/main" id="{681C6716-2468-501E-5374-730ED44D47F7}"/>
                  </a:ext>
                </a:extLst>
              </p:cNvPr>
              <p:cNvSpPr/>
              <p:nvPr/>
            </p:nvSpPr>
            <p:spPr>
              <a:xfrm>
                <a:off x="6036520" y="3904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5" name="Freeform 38914">
                <a:extLst>
                  <a:ext uri="{FF2B5EF4-FFF2-40B4-BE49-F238E27FC236}">
                    <a16:creationId xmlns:a16="http://schemas.microsoft.com/office/drawing/2014/main" id="{C05C778E-DEBC-A1E1-54F5-7AA59937B3B4}"/>
                  </a:ext>
                </a:extLst>
              </p:cNvPr>
              <p:cNvSpPr/>
              <p:nvPr/>
            </p:nvSpPr>
            <p:spPr>
              <a:xfrm>
                <a:off x="6037016" y="4030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6" name="Freeform 38915">
                <a:extLst>
                  <a:ext uri="{FF2B5EF4-FFF2-40B4-BE49-F238E27FC236}">
                    <a16:creationId xmlns:a16="http://schemas.microsoft.com/office/drawing/2014/main" id="{BCC089A0-9552-D290-1B04-D50532CEE74C}"/>
                  </a:ext>
                </a:extLst>
              </p:cNvPr>
              <p:cNvSpPr/>
              <p:nvPr/>
            </p:nvSpPr>
            <p:spPr>
              <a:xfrm>
                <a:off x="6037513" y="4067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7" name="Freeform 38916">
                <a:extLst>
                  <a:ext uri="{FF2B5EF4-FFF2-40B4-BE49-F238E27FC236}">
                    <a16:creationId xmlns:a16="http://schemas.microsoft.com/office/drawing/2014/main" id="{E0FE1A63-B4EC-2769-291A-732FC4A36107}"/>
                  </a:ext>
                </a:extLst>
              </p:cNvPr>
              <p:cNvSpPr/>
              <p:nvPr/>
            </p:nvSpPr>
            <p:spPr>
              <a:xfrm>
                <a:off x="6038009" y="4098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8" name="Freeform 38917">
                <a:extLst>
                  <a:ext uri="{FF2B5EF4-FFF2-40B4-BE49-F238E27FC236}">
                    <a16:creationId xmlns:a16="http://schemas.microsoft.com/office/drawing/2014/main" id="{BB1B0E08-E24D-A748-3794-2D8CDA5ABAF7}"/>
                  </a:ext>
                </a:extLst>
              </p:cNvPr>
              <p:cNvSpPr/>
              <p:nvPr/>
            </p:nvSpPr>
            <p:spPr>
              <a:xfrm>
                <a:off x="6038604" y="4074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9" name="Freeform 38918">
                <a:extLst>
                  <a:ext uri="{FF2B5EF4-FFF2-40B4-BE49-F238E27FC236}">
                    <a16:creationId xmlns:a16="http://schemas.microsoft.com/office/drawing/2014/main" id="{578CCE73-F4AD-8925-5DEB-F1C9F1996124}"/>
                  </a:ext>
                </a:extLst>
              </p:cNvPr>
              <p:cNvSpPr/>
              <p:nvPr/>
            </p:nvSpPr>
            <p:spPr>
              <a:xfrm>
                <a:off x="6039100" y="4062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0" name="Freeform 38919">
                <a:extLst>
                  <a:ext uri="{FF2B5EF4-FFF2-40B4-BE49-F238E27FC236}">
                    <a16:creationId xmlns:a16="http://schemas.microsoft.com/office/drawing/2014/main" id="{D4FCA220-9310-EAAB-FBAA-DEFF02DECB92}"/>
                  </a:ext>
                </a:extLst>
              </p:cNvPr>
              <p:cNvSpPr/>
              <p:nvPr/>
            </p:nvSpPr>
            <p:spPr>
              <a:xfrm>
                <a:off x="6039596" y="40501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1" name="Freeform 38920">
                <a:extLst>
                  <a:ext uri="{FF2B5EF4-FFF2-40B4-BE49-F238E27FC236}">
                    <a16:creationId xmlns:a16="http://schemas.microsoft.com/office/drawing/2014/main" id="{66C52551-9E8A-4EEE-DD47-C8A2E99CAD00}"/>
                  </a:ext>
                </a:extLst>
              </p:cNvPr>
              <p:cNvSpPr/>
              <p:nvPr/>
            </p:nvSpPr>
            <p:spPr>
              <a:xfrm>
                <a:off x="6040191" y="4067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2" name="Freeform 38921">
                <a:extLst>
                  <a:ext uri="{FF2B5EF4-FFF2-40B4-BE49-F238E27FC236}">
                    <a16:creationId xmlns:a16="http://schemas.microsoft.com/office/drawing/2014/main" id="{3061B409-D89E-EA71-592C-81284849919D}"/>
                  </a:ext>
                </a:extLst>
              </p:cNvPr>
              <p:cNvSpPr/>
              <p:nvPr/>
            </p:nvSpPr>
            <p:spPr>
              <a:xfrm>
                <a:off x="6040688" y="4189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3" name="Freeform 38922">
                <a:extLst>
                  <a:ext uri="{FF2B5EF4-FFF2-40B4-BE49-F238E27FC236}">
                    <a16:creationId xmlns:a16="http://schemas.microsoft.com/office/drawing/2014/main" id="{35D14CE6-0108-74DA-CED1-F2034531831B}"/>
                  </a:ext>
                </a:extLst>
              </p:cNvPr>
              <p:cNvSpPr/>
              <p:nvPr/>
            </p:nvSpPr>
            <p:spPr>
              <a:xfrm>
                <a:off x="6041184" y="4204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4" name="Freeform 38923">
                <a:extLst>
                  <a:ext uri="{FF2B5EF4-FFF2-40B4-BE49-F238E27FC236}">
                    <a16:creationId xmlns:a16="http://schemas.microsoft.com/office/drawing/2014/main" id="{471E6704-CEB2-2AA8-FE32-A014ED028FBA}"/>
                  </a:ext>
                </a:extLst>
              </p:cNvPr>
              <p:cNvSpPr/>
              <p:nvPr/>
            </p:nvSpPr>
            <p:spPr>
              <a:xfrm>
                <a:off x="6041779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5" name="Freeform 38924">
                <a:extLst>
                  <a:ext uri="{FF2B5EF4-FFF2-40B4-BE49-F238E27FC236}">
                    <a16:creationId xmlns:a16="http://schemas.microsoft.com/office/drawing/2014/main" id="{CC9B38F0-81FF-62BB-1B10-B3B5F2B0412F}"/>
                  </a:ext>
                </a:extLst>
              </p:cNvPr>
              <p:cNvSpPr/>
              <p:nvPr/>
            </p:nvSpPr>
            <p:spPr>
              <a:xfrm>
                <a:off x="6042275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6" name="Freeform 38925">
                <a:extLst>
                  <a:ext uri="{FF2B5EF4-FFF2-40B4-BE49-F238E27FC236}">
                    <a16:creationId xmlns:a16="http://schemas.microsoft.com/office/drawing/2014/main" id="{EF2544EE-8B20-2C13-7BE9-5E3FBA1B7CCF}"/>
                  </a:ext>
                </a:extLst>
              </p:cNvPr>
              <p:cNvSpPr/>
              <p:nvPr/>
            </p:nvSpPr>
            <p:spPr>
              <a:xfrm>
                <a:off x="6042771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7" name="Freeform 38926">
                <a:extLst>
                  <a:ext uri="{FF2B5EF4-FFF2-40B4-BE49-F238E27FC236}">
                    <a16:creationId xmlns:a16="http://schemas.microsoft.com/office/drawing/2014/main" id="{4477D542-AD45-9BE5-F016-C2B2F585BB15}"/>
                  </a:ext>
                </a:extLst>
              </p:cNvPr>
              <p:cNvSpPr/>
              <p:nvPr/>
            </p:nvSpPr>
            <p:spPr>
              <a:xfrm>
                <a:off x="6043366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8" name="Freeform 38927">
                <a:extLst>
                  <a:ext uri="{FF2B5EF4-FFF2-40B4-BE49-F238E27FC236}">
                    <a16:creationId xmlns:a16="http://schemas.microsoft.com/office/drawing/2014/main" id="{30ED5368-E9A5-02A9-C2C9-4B45755B0197}"/>
                  </a:ext>
                </a:extLst>
              </p:cNvPr>
              <p:cNvSpPr/>
              <p:nvPr/>
            </p:nvSpPr>
            <p:spPr>
              <a:xfrm>
                <a:off x="6043863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9" name="Freeform 38928">
                <a:extLst>
                  <a:ext uri="{FF2B5EF4-FFF2-40B4-BE49-F238E27FC236}">
                    <a16:creationId xmlns:a16="http://schemas.microsoft.com/office/drawing/2014/main" id="{CF064FCE-82EA-76FD-C6E5-5F075E155198}"/>
                  </a:ext>
                </a:extLst>
              </p:cNvPr>
              <p:cNvSpPr/>
              <p:nvPr/>
            </p:nvSpPr>
            <p:spPr>
              <a:xfrm>
                <a:off x="6044359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0" name="Freeform 38929">
                <a:extLst>
                  <a:ext uri="{FF2B5EF4-FFF2-40B4-BE49-F238E27FC236}">
                    <a16:creationId xmlns:a16="http://schemas.microsoft.com/office/drawing/2014/main" id="{C209BDAA-B410-F631-6639-1E77718EEC09}"/>
                  </a:ext>
                </a:extLst>
              </p:cNvPr>
              <p:cNvSpPr/>
              <p:nvPr/>
            </p:nvSpPr>
            <p:spPr>
              <a:xfrm>
                <a:off x="6044954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1" name="Freeform 38930">
                <a:extLst>
                  <a:ext uri="{FF2B5EF4-FFF2-40B4-BE49-F238E27FC236}">
                    <a16:creationId xmlns:a16="http://schemas.microsoft.com/office/drawing/2014/main" id="{98672EAF-5042-5A92-2DA7-DB301A4E1A16}"/>
                  </a:ext>
                </a:extLst>
              </p:cNvPr>
              <p:cNvSpPr/>
              <p:nvPr/>
            </p:nvSpPr>
            <p:spPr>
              <a:xfrm>
                <a:off x="6045450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2" name="Freeform 38931">
                <a:extLst>
                  <a:ext uri="{FF2B5EF4-FFF2-40B4-BE49-F238E27FC236}">
                    <a16:creationId xmlns:a16="http://schemas.microsoft.com/office/drawing/2014/main" id="{56ADAA82-A395-F3E3-76FC-8E6D60E98344}"/>
                  </a:ext>
                </a:extLst>
              </p:cNvPr>
              <p:cNvSpPr/>
              <p:nvPr/>
            </p:nvSpPr>
            <p:spPr>
              <a:xfrm>
                <a:off x="6045946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3" name="Freeform 38932">
                <a:extLst>
                  <a:ext uri="{FF2B5EF4-FFF2-40B4-BE49-F238E27FC236}">
                    <a16:creationId xmlns:a16="http://schemas.microsoft.com/office/drawing/2014/main" id="{CFC31CB5-07A4-9A40-6198-1DD827BA2891}"/>
                  </a:ext>
                </a:extLst>
              </p:cNvPr>
              <p:cNvSpPr/>
              <p:nvPr/>
            </p:nvSpPr>
            <p:spPr>
              <a:xfrm>
                <a:off x="6046541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4" name="Freeform 38933">
                <a:extLst>
                  <a:ext uri="{FF2B5EF4-FFF2-40B4-BE49-F238E27FC236}">
                    <a16:creationId xmlns:a16="http://schemas.microsoft.com/office/drawing/2014/main" id="{E00419F5-3408-04FB-39DF-001434B9251B}"/>
                  </a:ext>
                </a:extLst>
              </p:cNvPr>
              <p:cNvSpPr/>
              <p:nvPr/>
            </p:nvSpPr>
            <p:spPr>
              <a:xfrm>
                <a:off x="6047038" y="4135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5" name="Freeform 38934">
                <a:extLst>
                  <a:ext uri="{FF2B5EF4-FFF2-40B4-BE49-F238E27FC236}">
                    <a16:creationId xmlns:a16="http://schemas.microsoft.com/office/drawing/2014/main" id="{46B196DD-B30E-2452-9149-5C7D5E0AE6D6}"/>
                  </a:ext>
                </a:extLst>
              </p:cNvPr>
              <p:cNvSpPr/>
              <p:nvPr/>
            </p:nvSpPr>
            <p:spPr>
              <a:xfrm>
                <a:off x="6047534" y="3689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6" name="Freeform 38935">
                <a:extLst>
                  <a:ext uri="{FF2B5EF4-FFF2-40B4-BE49-F238E27FC236}">
                    <a16:creationId xmlns:a16="http://schemas.microsoft.com/office/drawing/2014/main" id="{CE333143-1E02-AA02-0B7E-CB2B15924CC4}"/>
                  </a:ext>
                </a:extLst>
              </p:cNvPr>
              <p:cNvSpPr/>
              <p:nvPr/>
            </p:nvSpPr>
            <p:spPr>
              <a:xfrm>
                <a:off x="6048129" y="3720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7" name="Freeform 38936">
                <a:extLst>
                  <a:ext uri="{FF2B5EF4-FFF2-40B4-BE49-F238E27FC236}">
                    <a16:creationId xmlns:a16="http://schemas.microsoft.com/office/drawing/2014/main" id="{D5F9248D-49BF-8CB6-926E-9ED14F2185C3}"/>
                  </a:ext>
                </a:extLst>
              </p:cNvPr>
              <p:cNvSpPr/>
              <p:nvPr/>
            </p:nvSpPr>
            <p:spPr>
              <a:xfrm>
                <a:off x="6048625" y="3805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8" name="Freeform 38937">
                <a:extLst>
                  <a:ext uri="{FF2B5EF4-FFF2-40B4-BE49-F238E27FC236}">
                    <a16:creationId xmlns:a16="http://schemas.microsoft.com/office/drawing/2014/main" id="{8C49037A-F695-AA40-2387-DC0230D41FFE}"/>
                  </a:ext>
                </a:extLst>
              </p:cNvPr>
              <p:cNvSpPr/>
              <p:nvPr/>
            </p:nvSpPr>
            <p:spPr>
              <a:xfrm>
                <a:off x="6049121" y="3903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9" name="Freeform 38938">
                <a:extLst>
                  <a:ext uri="{FF2B5EF4-FFF2-40B4-BE49-F238E27FC236}">
                    <a16:creationId xmlns:a16="http://schemas.microsoft.com/office/drawing/2014/main" id="{48BBCD8E-43CC-619F-0419-48089D62ED1F}"/>
                  </a:ext>
                </a:extLst>
              </p:cNvPr>
              <p:cNvSpPr/>
              <p:nvPr/>
            </p:nvSpPr>
            <p:spPr>
              <a:xfrm>
                <a:off x="6049617" y="3996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0" name="Freeform 38939">
                <a:extLst>
                  <a:ext uri="{FF2B5EF4-FFF2-40B4-BE49-F238E27FC236}">
                    <a16:creationId xmlns:a16="http://schemas.microsoft.com/office/drawing/2014/main" id="{696A87C8-5858-9746-F744-210AC3A2CECE}"/>
                  </a:ext>
                </a:extLst>
              </p:cNvPr>
              <p:cNvSpPr/>
              <p:nvPr/>
            </p:nvSpPr>
            <p:spPr>
              <a:xfrm>
                <a:off x="6050213" y="4049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1" name="Freeform 38940">
                <a:extLst>
                  <a:ext uri="{FF2B5EF4-FFF2-40B4-BE49-F238E27FC236}">
                    <a16:creationId xmlns:a16="http://schemas.microsoft.com/office/drawing/2014/main" id="{2BA3EFB7-31FB-6D58-1E30-D766200FCC48}"/>
                  </a:ext>
                </a:extLst>
              </p:cNvPr>
              <p:cNvSpPr/>
              <p:nvPr/>
            </p:nvSpPr>
            <p:spPr>
              <a:xfrm>
                <a:off x="6050709" y="4132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2" name="Freeform 38941">
                <a:extLst>
                  <a:ext uri="{FF2B5EF4-FFF2-40B4-BE49-F238E27FC236}">
                    <a16:creationId xmlns:a16="http://schemas.microsoft.com/office/drawing/2014/main" id="{A6395499-5306-4E9D-233D-5D1C83F80753}"/>
                  </a:ext>
                </a:extLst>
              </p:cNvPr>
              <p:cNvSpPr/>
              <p:nvPr/>
            </p:nvSpPr>
            <p:spPr>
              <a:xfrm>
                <a:off x="6051205" y="4181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3" name="Freeform 38942">
                <a:extLst>
                  <a:ext uri="{FF2B5EF4-FFF2-40B4-BE49-F238E27FC236}">
                    <a16:creationId xmlns:a16="http://schemas.microsoft.com/office/drawing/2014/main" id="{6478B6CE-7F83-B851-F24E-81B07809CAA7}"/>
                  </a:ext>
                </a:extLst>
              </p:cNvPr>
              <p:cNvSpPr/>
              <p:nvPr/>
            </p:nvSpPr>
            <p:spPr>
              <a:xfrm>
                <a:off x="6051800" y="4176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4" name="Freeform 38943">
                <a:extLst>
                  <a:ext uri="{FF2B5EF4-FFF2-40B4-BE49-F238E27FC236}">
                    <a16:creationId xmlns:a16="http://schemas.microsoft.com/office/drawing/2014/main" id="{4D2F4062-3E84-0FD1-6B6D-452CD08577C4}"/>
                  </a:ext>
                </a:extLst>
              </p:cNvPr>
              <p:cNvSpPr/>
              <p:nvPr/>
            </p:nvSpPr>
            <p:spPr>
              <a:xfrm>
                <a:off x="6052296" y="4165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5" name="Freeform 38944">
                <a:extLst>
                  <a:ext uri="{FF2B5EF4-FFF2-40B4-BE49-F238E27FC236}">
                    <a16:creationId xmlns:a16="http://schemas.microsoft.com/office/drawing/2014/main" id="{CB135BAF-18DC-F427-ABA7-2A31F783EEB9}"/>
                  </a:ext>
                </a:extLst>
              </p:cNvPr>
              <p:cNvSpPr/>
              <p:nvPr/>
            </p:nvSpPr>
            <p:spPr>
              <a:xfrm>
                <a:off x="6052792" y="4191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6" name="Freeform 38945">
                <a:extLst>
                  <a:ext uri="{FF2B5EF4-FFF2-40B4-BE49-F238E27FC236}">
                    <a16:creationId xmlns:a16="http://schemas.microsoft.com/office/drawing/2014/main" id="{7CD6B1D5-BDB1-AE2D-5877-7F5A6B365DF4}"/>
                  </a:ext>
                </a:extLst>
              </p:cNvPr>
              <p:cNvSpPr/>
              <p:nvPr/>
            </p:nvSpPr>
            <p:spPr>
              <a:xfrm>
                <a:off x="6053388" y="4215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7" name="Freeform 38946">
                <a:extLst>
                  <a:ext uri="{FF2B5EF4-FFF2-40B4-BE49-F238E27FC236}">
                    <a16:creationId xmlns:a16="http://schemas.microsoft.com/office/drawing/2014/main" id="{0EF24E62-C807-4723-C8D3-1D7978E05D92}"/>
                  </a:ext>
                </a:extLst>
              </p:cNvPr>
              <p:cNvSpPr/>
              <p:nvPr/>
            </p:nvSpPr>
            <p:spPr>
              <a:xfrm>
                <a:off x="6053884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8" name="Freeform 38947">
                <a:extLst>
                  <a:ext uri="{FF2B5EF4-FFF2-40B4-BE49-F238E27FC236}">
                    <a16:creationId xmlns:a16="http://schemas.microsoft.com/office/drawing/2014/main" id="{8636ABCE-1715-A1D8-A1AD-DFC477246269}"/>
                  </a:ext>
                </a:extLst>
              </p:cNvPr>
              <p:cNvSpPr/>
              <p:nvPr/>
            </p:nvSpPr>
            <p:spPr>
              <a:xfrm>
                <a:off x="6054380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9" name="Freeform 38948">
                <a:extLst>
                  <a:ext uri="{FF2B5EF4-FFF2-40B4-BE49-F238E27FC236}">
                    <a16:creationId xmlns:a16="http://schemas.microsoft.com/office/drawing/2014/main" id="{EFBE5FA2-1073-3B46-5765-69DEE77F139F}"/>
                  </a:ext>
                </a:extLst>
              </p:cNvPr>
              <p:cNvSpPr/>
              <p:nvPr/>
            </p:nvSpPr>
            <p:spPr>
              <a:xfrm>
                <a:off x="6054975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0" name="Freeform 38949">
                <a:extLst>
                  <a:ext uri="{FF2B5EF4-FFF2-40B4-BE49-F238E27FC236}">
                    <a16:creationId xmlns:a16="http://schemas.microsoft.com/office/drawing/2014/main" id="{60D9461C-5212-A3FF-5A11-15A5D2BA4F08}"/>
                  </a:ext>
                </a:extLst>
              </p:cNvPr>
              <p:cNvSpPr/>
              <p:nvPr/>
            </p:nvSpPr>
            <p:spPr>
              <a:xfrm>
                <a:off x="6055471" y="42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1" name="Freeform 38950">
                <a:extLst>
                  <a:ext uri="{FF2B5EF4-FFF2-40B4-BE49-F238E27FC236}">
                    <a16:creationId xmlns:a16="http://schemas.microsoft.com/office/drawing/2014/main" id="{7FBBB310-DCD6-1A5D-452D-250513DEADDA}"/>
                  </a:ext>
                </a:extLst>
              </p:cNvPr>
              <p:cNvSpPr/>
              <p:nvPr/>
            </p:nvSpPr>
            <p:spPr>
              <a:xfrm>
                <a:off x="6055967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2" name="Freeform 38951">
                <a:extLst>
                  <a:ext uri="{FF2B5EF4-FFF2-40B4-BE49-F238E27FC236}">
                    <a16:creationId xmlns:a16="http://schemas.microsoft.com/office/drawing/2014/main" id="{B76EEA94-AFE9-569B-5BB7-7284A1413451}"/>
                  </a:ext>
                </a:extLst>
              </p:cNvPr>
              <p:cNvSpPr/>
              <p:nvPr/>
            </p:nvSpPr>
            <p:spPr>
              <a:xfrm>
                <a:off x="6056563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3" name="Freeform 38952">
                <a:extLst>
                  <a:ext uri="{FF2B5EF4-FFF2-40B4-BE49-F238E27FC236}">
                    <a16:creationId xmlns:a16="http://schemas.microsoft.com/office/drawing/2014/main" id="{A65EB761-8CF9-C4E9-80EA-078B4D1409CB}"/>
                  </a:ext>
                </a:extLst>
              </p:cNvPr>
              <p:cNvSpPr/>
              <p:nvPr/>
            </p:nvSpPr>
            <p:spPr>
              <a:xfrm>
                <a:off x="6057059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4" name="Freeform 38953">
                <a:extLst>
                  <a:ext uri="{FF2B5EF4-FFF2-40B4-BE49-F238E27FC236}">
                    <a16:creationId xmlns:a16="http://schemas.microsoft.com/office/drawing/2014/main" id="{E7C2F808-3235-74A7-BFA9-28B41663A4A2}"/>
                  </a:ext>
                </a:extLst>
              </p:cNvPr>
              <p:cNvSpPr/>
              <p:nvPr/>
            </p:nvSpPr>
            <p:spPr>
              <a:xfrm>
                <a:off x="6057555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5" name="Freeform 38954">
                <a:extLst>
                  <a:ext uri="{FF2B5EF4-FFF2-40B4-BE49-F238E27FC236}">
                    <a16:creationId xmlns:a16="http://schemas.microsoft.com/office/drawing/2014/main" id="{FA554686-6A6D-162B-434D-7B10214DEEE4}"/>
                  </a:ext>
                </a:extLst>
              </p:cNvPr>
              <p:cNvSpPr/>
              <p:nvPr/>
            </p:nvSpPr>
            <p:spPr>
              <a:xfrm>
                <a:off x="6058150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6" name="Freeform 38955">
                <a:extLst>
                  <a:ext uri="{FF2B5EF4-FFF2-40B4-BE49-F238E27FC236}">
                    <a16:creationId xmlns:a16="http://schemas.microsoft.com/office/drawing/2014/main" id="{60C636F7-46A9-2F0B-6E8B-A70602DDD49D}"/>
                  </a:ext>
                </a:extLst>
              </p:cNvPr>
              <p:cNvSpPr/>
              <p:nvPr/>
            </p:nvSpPr>
            <p:spPr>
              <a:xfrm>
                <a:off x="6058646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7" name="Freeform 38956">
                <a:extLst>
                  <a:ext uri="{FF2B5EF4-FFF2-40B4-BE49-F238E27FC236}">
                    <a16:creationId xmlns:a16="http://schemas.microsoft.com/office/drawing/2014/main" id="{4BD365BE-6C1E-77C0-24A1-360BC510BFEF}"/>
                  </a:ext>
                </a:extLst>
              </p:cNvPr>
              <p:cNvSpPr/>
              <p:nvPr/>
            </p:nvSpPr>
            <p:spPr>
              <a:xfrm>
                <a:off x="6059142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8" name="Freeform 38957">
                <a:extLst>
                  <a:ext uri="{FF2B5EF4-FFF2-40B4-BE49-F238E27FC236}">
                    <a16:creationId xmlns:a16="http://schemas.microsoft.com/office/drawing/2014/main" id="{FDA0C522-82A8-438C-9EEB-424735116E45}"/>
                  </a:ext>
                </a:extLst>
              </p:cNvPr>
              <p:cNvSpPr/>
              <p:nvPr/>
            </p:nvSpPr>
            <p:spPr>
              <a:xfrm>
                <a:off x="6059738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9" name="Freeform 38958">
                <a:extLst>
                  <a:ext uri="{FF2B5EF4-FFF2-40B4-BE49-F238E27FC236}">
                    <a16:creationId xmlns:a16="http://schemas.microsoft.com/office/drawing/2014/main" id="{CF4598D6-3764-5E7A-9BA3-C7747A6790E5}"/>
                  </a:ext>
                </a:extLst>
              </p:cNvPr>
              <p:cNvSpPr/>
              <p:nvPr/>
            </p:nvSpPr>
            <p:spPr>
              <a:xfrm>
                <a:off x="6060234" y="4008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0" name="Freeform 38959">
                <a:extLst>
                  <a:ext uri="{FF2B5EF4-FFF2-40B4-BE49-F238E27FC236}">
                    <a16:creationId xmlns:a16="http://schemas.microsoft.com/office/drawing/2014/main" id="{F05A3F0C-A85F-FB01-7047-3B84F4352BEF}"/>
                  </a:ext>
                </a:extLst>
              </p:cNvPr>
              <p:cNvSpPr/>
              <p:nvPr/>
            </p:nvSpPr>
            <p:spPr>
              <a:xfrm>
                <a:off x="6060730" y="4005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1" name="Freeform 38960">
                <a:extLst>
                  <a:ext uri="{FF2B5EF4-FFF2-40B4-BE49-F238E27FC236}">
                    <a16:creationId xmlns:a16="http://schemas.microsoft.com/office/drawing/2014/main" id="{6914D35E-FF05-D27D-C048-F44B6065642F}"/>
                  </a:ext>
                </a:extLst>
              </p:cNvPr>
              <p:cNvSpPr/>
              <p:nvPr/>
            </p:nvSpPr>
            <p:spPr>
              <a:xfrm>
                <a:off x="6061226" y="4059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2" name="Freeform 38961">
                <a:extLst>
                  <a:ext uri="{FF2B5EF4-FFF2-40B4-BE49-F238E27FC236}">
                    <a16:creationId xmlns:a16="http://schemas.microsoft.com/office/drawing/2014/main" id="{3AB070BB-897B-0E66-D8A7-B7F79F979A39}"/>
                  </a:ext>
                </a:extLst>
              </p:cNvPr>
              <p:cNvSpPr/>
              <p:nvPr/>
            </p:nvSpPr>
            <p:spPr>
              <a:xfrm>
                <a:off x="6061821" y="4117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3" name="Freeform 38962">
                <a:extLst>
                  <a:ext uri="{FF2B5EF4-FFF2-40B4-BE49-F238E27FC236}">
                    <a16:creationId xmlns:a16="http://schemas.microsoft.com/office/drawing/2014/main" id="{99C67819-CF63-5862-9111-2BF9D59A049B}"/>
                  </a:ext>
                </a:extLst>
              </p:cNvPr>
              <p:cNvSpPr/>
              <p:nvPr/>
            </p:nvSpPr>
            <p:spPr>
              <a:xfrm>
                <a:off x="6062317" y="4157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4" name="Freeform 38963">
                <a:extLst>
                  <a:ext uri="{FF2B5EF4-FFF2-40B4-BE49-F238E27FC236}">
                    <a16:creationId xmlns:a16="http://schemas.microsoft.com/office/drawing/2014/main" id="{00239D87-6DAE-F269-39C9-56ACA1ED8703}"/>
                  </a:ext>
                </a:extLst>
              </p:cNvPr>
              <p:cNvSpPr/>
              <p:nvPr/>
            </p:nvSpPr>
            <p:spPr>
              <a:xfrm>
                <a:off x="6062813" y="4159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5" name="Freeform 38964">
                <a:extLst>
                  <a:ext uri="{FF2B5EF4-FFF2-40B4-BE49-F238E27FC236}">
                    <a16:creationId xmlns:a16="http://schemas.microsoft.com/office/drawing/2014/main" id="{5CE6BDF5-91FA-CEFE-E17B-8F4DF6C607C8}"/>
                  </a:ext>
                </a:extLst>
              </p:cNvPr>
              <p:cNvSpPr/>
              <p:nvPr/>
            </p:nvSpPr>
            <p:spPr>
              <a:xfrm>
                <a:off x="6063409" y="4185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6" name="Freeform 38965">
                <a:extLst>
                  <a:ext uri="{FF2B5EF4-FFF2-40B4-BE49-F238E27FC236}">
                    <a16:creationId xmlns:a16="http://schemas.microsoft.com/office/drawing/2014/main" id="{A98C2F74-85FA-EE75-6867-ABCEA92C522A}"/>
                  </a:ext>
                </a:extLst>
              </p:cNvPr>
              <p:cNvSpPr/>
              <p:nvPr/>
            </p:nvSpPr>
            <p:spPr>
              <a:xfrm>
                <a:off x="6063905" y="4193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7" name="Freeform 38966">
                <a:extLst>
                  <a:ext uri="{FF2B5EF4-FFF2-40B4-BE49-F238E27FC236}">
                    <a16:creationId xmlns:a16="http://schemas.microsoft.com/office/drawing/2014/main" id="{2971C302-B3D1-9DC5-54E9-A12941E9A096}"/>
                  </a:ext>
                </a:extLst>
              </p:cNvPr>
              <p:cNvSpPr/>
              <p:nvPr/>
            </p:nvSpPr>
            <p:spPr>
              <a:xfrm>
                <a:off x="6064401" y="4184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8" name="Freeform 38967">
                <a:extLst>
                  <a:ext uri="{FF2B5EF4-FFF2-40B4-BE49-F238E27FC236}">
                    <a16:creationId xmlns:a16="http://schemas.microsoft.com/office/drawing/2014/main" id="{CEDE1B45-39DF-AEF9-E04A-B5876FE188B7}"/>
                  </a:ext>
                </a:extLst>
              </p:cNvPr>
              <p:cNvSpPr/>
              <p:nvPr/>
            </p:nvSpPr>
            <p:spPr>
              <a:xfrm>
                <a:off x="6064996" y="4185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9" name="Freeform 38968">
                <a:extLst>
                  <a:ext uri="{FF2B5EF4-FFF2-40B4-BE49-F238E27FC236}">
                    <a16:creationId xmlns:a16="http://schemas.microsoft.com/office/drawing/2014/main" id="{E8C8B276-36DF-054A-9FB6-AFC346383768}"/>
                  </a:ext>
                </a:extLst>
              </p:cNvPr>
              <p:cNvSpPr/>
              <p:nvPr/>
            </p:nvSpPr>
            <p:spPr>
              <a:xfrm>
                <a:off x="6065492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0" name="Freeform 38969">
                <a:extLst>
                  <a:ext uri="{FF2B5EF4-FFF2-40B4-BE49-F238E27FC236}">
                    <a16:creationId xmlns:a16="http://schemas.microsoft.com/office/drawing/2014/main" id="{C10A8EFC-BCC0-6C83-6FB0-FAA30434C0C3}"/>
                  </a:ext>
                </a:extLst>
              </p:cNvPr>
              <p:cNvSpPr/>
              <p:nvPr/>
            </p:nvSpPr>
            <p:spPr>
              <a:xfrm>
                <a:off x="6065988" y="4235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1" name="Freeform 38970">
                <a:extLst>
                  <a:ext uri="{FF2B5EF4-FFF2-40B4-BE49-F238E27FC236}">
                    <a16:creationId xmlns:a16="http://schemas.microsoft.com/office/drawing/2014/main" id="{C5EC1665-87A7-5734-6703-3E52F5A2A8EB}"/>
                  </a:ext>
                </a:extLst>
              </p:cNvPr>
              <p:cNvSpPr/>
              <p:nvPr/>
            </p:nvSpPr>
            <p:spPr>
              <a:xfrm>
                <a:off x="6066584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2" name="Freeform 38971">
                <a:extLst>
                  <a:ext uri="{FF2B5EF4-FFF2-40B4-BE49-F238E27FC236}">
                    <a16:creationId xmlns:a16="http://schemas.microsoft.com/office/drawing/2014/main" id="{4FD3B2EC-DCB2-A382-3A35-F06A3F79036A}"/>
                  </a:ext>
                </a:extLst>
              </p:cNvPr>
              <p:cNvSpPr/>
              <p:nvPr/>
            </p:nvSpPr>
            <p:spPr>
              <a:xfrm>
                <a:off x="606708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3" name="Freeform 38972">
                <a:extLst>
                  <a:ext uri="{FF2B5EF4-FFF2-40B4-BE49-F238E27FC236}">
                    <a16:creationId xmlns:a16="http://schemas.microsoft.com/office/drawing/2014/main" id="{19DDA30F-AB3B-A553-0E31-2D9A2AC59106}"/>
                  </a:ext>
                </a:extLst>
              </p:cNvPr>
              <p:cNvSpPr/>
              <p:nvPr/>
            </p:nvSpPr>
            <p:spPr>
              <a:xfrm>
                <a:off x="606757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4" name="Freeform 38973">
                <a:extLst>
                  <a:ext uri="{FF2B5EF4-FFF2-40B4-BE49-F238E27FC236}">
                    <a16:creationId xmlns:a16="http://schemas.microsoft.com/office/drawing/2014/main" id="{0462C5EF-2C67-987C-1BFF-2556B5403ACD}"/>
                  </a:ext>
                </a:extLst>
              </p:cNvPr>
              <p:cNvSpPr/>
              <p:nvPr/>
            </p:nvSpPr>
            <p:spPr>
              <a:xfrm>
                <a:off x="606817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5" name="Freeform 38974">
                <a:extLst>
                  <a:ext uri="{FF2B5EF4-FFF2-40B4-BE49-F238E27FC236}">
                    <a16:creationId xmlns:a16="http://schemas.microsoft.com/office/drawing/2014/main" id="{1444737C-1650-200A-E43A-D6F94370FE67}"/>
                  </a:ext>
                </a:extLst>
              </p:cNvPr>
              <p:cNvSpPr/>
              <p:nvPr/>
            </p:nvSpPr>
            <p:spPr>
              <a:xfrm>
                <a:off x="6068667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6" name="Freeform 38975">
                <a:extLst>
                  <a:ext uri="{FF2B5EF4-FFF2-40B4-BE49-F238E27FC236}">
                    <a16:creationId xmlns:a16="http://schemas.microsoft.com/office/drawing/2014/main" id="{70639069-C040-F5D4-F44D-F818BC371F44}"/>
                  </a:ext>
                </a:extLst>
              </p:cNvPr>
              <p:cNvSpPr/>
              <p:nvPr/>
            </p:nvSpPr>
            <p:spPr>
              <a:xfrm>
                <a:off x="606916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7" name="Freeform 38976">
                <a:extLst>
                  <a:ext uri="{FF2B5EF4-FFF2-40B4-BE49-F238E27FC236}">
                    <a16:creationId xmlns:a16="http://schemas.microsoft.com/office/drawing/2014/main" id="{DDF803C5-348D-3259-531F-3905796AD547}"/>
                  </a:ext>
                </a:extLst>
              </p:cNvPr>
              <p:cNvSpPr/>
              <p:nvPr/>
            </p:nvSpPr>
            <p:spPr>
              <a:xfrm>
                <a:off x="606975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8" name="Freeform 38977">
                <a:extLst>
                  <a:ext uri="{FF2B5EF4-FFF2-40B4-BE49-F238E27FC236}">
                    <a16:creationId xmlns:a16="http://schemas.microsoft.com/office/drawing/2014/main" id="{2DBC18FC-ED87-DBF4-EBB7-516827729A87}"/>
                  </a:ext>
                </a:extLst>
              </p:cNvPr>
              <p:cNvSpPr/>
              <p:nvPr/>
            </p:nvSpPr>
            <p:spPr>
              <a:xfrm>
                <a:off x="607025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9" name="Freeform 38978">
                <a:extLst>
                  <a:ext uri="{FF2B5EF4-FFF2-40B4-BE49-F238E27FC236}">
                    <a16:creationId xmlns:a16="http://schemas.microsoft.com/office/drawing/2014/main" id="{651077EE-46BD-0BBF-B919-97E051A2FCA3}"/>
                  </a:ext>
                </a:extLst>
              </p:cNvPr>
              <p:cNvSpPr/>
              <p:nvPr/>
            </p:nvSpPr>
            <p:spPr>
              <a:xfrm>
                <a:off x="607075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0" name="Freeform 38979">
                <a:extLst>
                  <a:ext uri="{FF2B5EF4-FFF2-40B4-BE49-F238E27FC236}">
                    <a16:creationId xmlns:a16="http://schemas.microsoft.com/office/drawing/2014/main" id="{5C593D34-AA29-0496-3E06-8D37F1322A38}"/>
                  </a:ext>
                </a:extLst>
              </p:cNvPr>
              <p:cNvSpPr/>
              <p:nvPr/>
            </p:nvSpPr>
            <p:spPr>
              <a:xfrm>
                <a:off x="6071346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1" name="Freeform 38980">
                <a:extLst>
                  <a:ext uri="{FF2B5EF4-FFF2-40B4-BE49-F238E27FC236}">
                    <a16:creationId xmlns:a16="http://schemas.microsoft.com/office/drawing/2014/main" id="{FC0D2FAB-3C3E-1391-B79C-85FBB9AB45B3}"/>
                  </a:ext>
                </a:extLst>
              </p:cNvPr>
              <p:cNvSpPr/>
              <p:nvPr/>
            </p:nvSpPr>
            <p:spPr>
              <a:xfrm>
                <a:off x="607184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2" name="Freeform 38981">
                <a:extLst>
                  <a:ext uri="{FF2B5EF4-FFF2-40B4-BE49-F238E27FC236}">
                    <a16:creationId xmlns:a16="http://schemas.microsoft.com/office/drawing/2014/main" id="{4FC7603A-0EF3-B405-B94F-CB1F93B7408B}"/>
                  </a:ext>
                </a:extLst>
              </p:cNvPr>
              <p:cNvSpPr/>
              <p:nvPr/>
            </p:nvSpPr>
            <p:spPr>
              <a:xfrm>
                <a:off x="6072338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3" name="Freeform 38982">
                <a:extLst>
                  <a:ext uri="{FF2B5EF4-FFF2-40B4-BE49-F238E27FC236}">
                    <a16:creationId xmlns:a16="http://schemas.microsoft.com/office/drawing/2014/main" id="{6E7667A0-225A-B7E6-8102-DD4773AB15D2}"/>
                  </a:ext>
                </a:extLst>
              </p:cNvPr>
              <p:cNvSpPr/>
              <p:nvPr/>
            </p:nvSpPr>
            <p:spPr>
              <a:xfrm>
                <a:off x="6072934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4" name="Freeform 38983">
                <a:extLst>
                  <a:ext uri="{FF2B5EF4-FFF2-40B4-BE49-F238E27FC236}">
                    <a16:creationId xmlns:a16="http://schemas.microsoft.com/office/drawing/2014/main" id="{E24DE04C-0FF0-1AC5-E857-7FB50483040B}"/>
                  </a:ext>
                </a:extLst>
              </p:cNvPr>
              <p:cNvSpPr/>
              <p:nvPr/>
            </p:nvSpPr>
            <p:spPr>
              <a:xfrm>
                <a:off x="6073430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5" name="Freeform 38984">
                <a:extLst>
                  <a:ext uri="{FF2B5EF4-FFF2-40B4-BE49-F238E27FC236}">
                    <a16:creationId xmlns:a16="http://schemas.microsoft.com/office/drawing/2014/main" id="{FF89574B-1C97-722E-4E58-04F1C4CFE890}"/>
                  </a:ext>
                </a:extLst>
              </p:cNvPr>
              <p:cNvSpPr/>
              <p:nvPr/>
            </p:nvSpPr>
            <p:spPr>
              <a:xfrm>
                <a:off x="6073926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6" name="Freeform 38985">
                <a:extLst>
                  <a:ext uri="{FF2B5EF4-FFF2-40B4-BE49-F238E27FC236}">
                    <a16:creationId xmlns:a16="http://schemas.microsoft.com/office/drawing/2014/main" id="{0E678E21-8ECF-82DC-20A1-DAD43CAAD453}"/>
                  </a:ext>
                </a:extLst>
              </p:cNvPr>
              <p:cNvSpPr/>
              <p:nvPr/>
            </p:nvSpPr>
            <p:spPr>
              <a:xfrm>
                <a:off x="6074422" y="4212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7" name="Freeform 38986">
                <a:extLst>
                  <a:ext uri="{FF2B5EF4-FFF2-40B4-BE49-F238E27FC236}">
                    <a16:creationId xmlns:a16="http://schemas.microsoft.com/office/drawing/2014/main" id="{27288AE2-10B3-282E-2A01-7F15D17B2504}"/>
                  </a:ext>
                </a:extLst>
              </p:cNvPr>
              <p:cNvSpPr/>
              <p:nvPr/>
            </p:nvSpPr>
            <p:spPr>
              <a:xfrm>
                <a:off x="6075017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8" name="Freeform 38987">
                <a:extLst>
                  <a:ext uri="{FF2B5EF4-FFF2-40B4-BE49-F238E27FC236}">
                    <a16:creationId xmlns:a16="http://schemas.microsoft.com/office/drawing/2014/main" id="{62CB65FD-7BA2-CE78-2F4D-6A07753B419A}"/>
                  </a:ext>
                </a:extLst>
              </p:cNvPr>
              <p:cNvSpPr/>
              <p:nvPr/>
            </p:nvSpPr>
            <p:spPr>
              <a:xfrm>
                <a:off x="6075513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9" name="Freeform 38988">
                <a:extLst>
                  <a:ext uri="{FF2B5EF4-FFF2-40B4-BE49-F238E27FC236}">
                    <a16:creationId xmlns:a16="http://schemas.microsoft.com/office/drawing/2014/main" id="{B362BF29-9ADF-82EA-D986-BA96467E5513}"/>
                  </a:ext>
                </a:extLst>
              </p:cNvPr>
              <p:cNvSpPr/>
              <p:nvPr/>
            </p:nvSpPr>
            <p:spPr>
              <a:xfrm>
                <a:off x="6076009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0" name="Freeform 38989">
                <a:extLst>
                  <a:ext uri="{FF2B5EF4-FFF2-40B4-BE49-F238E27FC236}">
                    <a16:creationId xmlns:a16="http://schemas.microsoft.com/office/drawing/2014/main" id="{0F873556-0F47-732E-7109-582A018E0E69}"/>
                  </a:ext>
                </a:extLst>
              </p:cNvPr>
              <p:cNvSpPr/>
              <p:nvPr/>
            </p:nvSpPr>
            <p:spPr>
              <a:xfrm>
                <a:off x="6076605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1" name="Freeform 38990">
                <a:extLst>
                  <a:ext uri="{FF2B5EF4-FFF2-40B4-BE49-F238E27FC236}">
                    <a16:creationId xmlns:a16="http://schemas.microsoft.com/office/drawing/2014/main" id="{B611A6C6-30BD-8540-5C4C-32C0A2E913F8}"/>
                  </a:ext>
                </a:extLst>
              </p:cNvPr>
              <p:cNvSpPr/>
              <p:nvPr/>
            </p:nvSpPr>
            <p:spPr>
              <a:xfrm>
                <a:off x="6077101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2" name="Freeform 38991">
                <a:extLst>
                  <a:ext uri="{FF2B5EF4-FFF2-40B4-BE49-F238E27FC236}">
                    <a16:creationId xmlns:a16="http://schemas.microsoft.com/office/drawing/2014/main" id="{7506DA38-47C2-1D43-DB69-18B599A176D5}"/>
                  </a:ext>
                </a:extLst>
              </p:cNvPr>
              <p:cNvSpPr/>
              <p:nvPr/>
            </p:nvSpPr>
            <p:spPr>
              <a:xfrm>
                <a:off x="6077597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3" name="Freeform 38992">
                <a:extLst>
                  <a:ext uri="{FF2B5EF4-FFF2-40B4-BE49-F238E27FC236}">
                    <a16:creationId xmlns:a16="http://schemas.microsoft.com/office/drawing/2014/main" id="{CA01E66C-39B5-0F9F-34E3-88E626F96BA1}"/>
                  </a:ext>
                </a:extLst>
              </p:cNvPr>
              <p:cNvSpPr/>
              <p:nvPr/>
            </p:nvSpPr>
            <p:spPr>
              <a:xfrm>
                <a:off x="6078192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4" name="Freeform 38993">
                <a:extLst>
                  <a:ext uri="{FF2B5EF4-FFF2-40B4-BE49-F238E27FC236}">
                    <a16:creationId xmlns:a16="http://schemas.microsoft.com/office/drawing/2014/main" id="{58910C25-FF64-FA02-9258-74F2D76DB102}"/>
                  </a:ext>
                </a:extLst>
              </p:cNvPr>
              <p:cNvSpPr/>
              <p:nvPr/>
            </p:nvSpPr>
            <p:spPr>
              <a:xfrm>
                <a:off x="6078688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5" name="Freeform 38994">
                <a:extLst>
                  <a:ext uri="{FF2B5EF4-FFF2-40B4-BE49-F238E27FC236}">
                    <a16:creationId xmlns:a16="http://schemas.microsoft.com/office/drawing/2014/main" id="{C874A5DB-B3A6-96F5-4F9E-448B7BD070A1}"/>
                  </a:ext>
                </a:extLst>
              </p:cNvPr>
              <p:cNvSpPr/>
              <p:nvPr/>
            </p:nvSpPr>
            <p:spPr>
              <a:xfrm>
                <a:off x="6079184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6" name="Freeform 38995">
                <a:extLst>
                  <a:ext uri="{FF2B5EF4-FFF2-40B4-BE49-F238E27FC236}">
                    <a16:creationId xmlns:a16="http://schemas.microsoft.com/office/drawing/2014/main" id="{289E8401-D55A-50BC-FBC8-EB64033971DA}"/>
                  </a:ext>
                </a:extLst>
              </p:cNvPr>
              <p:cNvSpPr/>
              <p:nvPr/>
            </p:nvSpPr>
            <p:spPr>
              <a:xfrm>
                <a:off x="6079780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7" name="Freeform 38996">
                <a:extLst>
                  <a:ext uri="{FF2B5EF4-FFF2-40B4-BE49-F238E27FC236}">
                    <a16:creationId xmlns:a16="http://schemas.microsoft.com/office/drawing/2014/main" id="{71E8C49A-10CD-8283-7692-70A4125F4404}"/>
                  </a:ext>
                </a:extLst>
              </p:cNvPr>
              <p:cNvSpPr/>
              <p:nvPr/>
            </p:nvSpPr>
            <p:spPr>
              <a:xfrm>
                <a:off x="6080276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8" name="Freeform 38997">
                <a:extLst>
                  <a:ext uri="{FF2B5EF4-FFF2-40B4-BE49-F238E27FC236}">
                    <a16:creationId xmlns:a16="http://schemas.microsoft.com/office/drawing/2014/main" id="{57F67B4D-9AD6-B450-7F3D-113543ECF3EB}"/>
                  </a:ext>
                </a:extLst>
              </p:cNvPr>
              <p:cNvSpPr/>
              <p:nvPr/>
            </p:nvSpPr>
            <p:spPr>
              <a:xfrm>
                <a:off x="6080772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9" name="Freeform 38998">
                <a:extLst>
                  <a:ext uri="{FF2B5EF4-FFF2-40B4-BE49-F238E27FC236}">
                    <a16:creationId xmlns:a16="http://schemas.microsoft.com/office/drawing/2014/main" id="{6081587B-6EA5-A1D0-0202-F5ACAE6C8156}"/>
                  </a:ext>
                </a:extLst>
              </p:cNvPr>
              <p:cNvSpPr/>
              <p:nvPr/>
            </p:nvSpPr>
            <p:spPr>
              <a:xfrm>
                <a:off x="6081367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0" name="Freeform 38999">
                <a:extLst>
                  <a:ext uri="{FF2B5EF4-FFF2-40B4-BE49-F238E27FC236}">
                    <a16:creationId xmlns:a16="http://schemas.microsoft.com/office/drawing/2014/main" id="{B96EC0A9-7699-418A-D527-EECC12C52437}"/>
                  </a:ext>
                </a:extLst>
              </p:cNvPr>
              <p:cNvSpPr/>
              <p:nvPr/>
            </p:nvSpPr>
            <p:spPr>
              <a:xfrm>
                <a:off x="6081863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1" name="Freeform 39000">
                <a:extLst>
                  <a:ext uri="{FF2B5EF4-FFF2-40B4-BE49-F238E27FC236}">
                    <a16:creationId xmlns:a16="http://schemas.microsoft.com/office/drawing/2014/main" id="{E2D4EDF2-476C-C9F5-767C-EA67E521BA34}"/>
                  </a:ext>
                </a:extLst>
              </p:cNvPr>
              <p:cNvSpPr/>
              <p:nvPr/>
            </p:nvSpPr>
            <p:spPr>
              <a:xfrm>
                <a:off x="608235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2" name="Freeform 39001">
                <a:extLst>
                  <a:ext uri="{FF2B5EF4-FFF2-40B4-BE49-F238E27FC236}">
                    <a16:creationId xmlns:a16="http://schemas.microsoft.com/office/drawing/2014/main" id="{586A4A02-1E5B-FE31-6306-FDAF17B88085}"/>
                  </a:ext>
                </a:extLst>
              </p:cNvPr>
              <p:cNvSpPr/>
              <p:nvPr/>
            </p:nvSpPr>
            <p:spPr>
              <a:xfrm>
                <a:off x="608295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3" name="Freeform 39002">
                <a:extLst>
                  <a:ext uri="{FF2B5EF4-FFF2-40B4-BE49-F238E27FC236}">
                    <a16:creationId xmlns:a16="http://schemas.microsoft.com/office/drawing/2014/main" id="{8F189E9C-CDDA-9283-24CA-6F7602BCFA82}"/>
                  </a:ext>
                </a:extLst>
              </p:cNvPr>
              <p:cNvSpPr/>
              <p:nvPr/>
            </p:nvSpPr>
            <p:spPr>
              <a:xfrm>
                <a:off x="608345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4" name="Freeform 39003">
                <a:extLst>
                  <a:ext uri="{FF2B5EF4-FFF2-40B4-BE49-F238E27FC236}">
                    <a16:creationId xmlns:a16="http://schemas.microsoft.com/office/drawing/2014/main" id="{2A347DE5-6774-0545-FCDF-8099737FDBC6}"/>
                  </a:ext>
                </a:extLst>
              </p:cNvPr>
              <p:cNvSpPr/>
              <p:nvPr/>
            </p:nvSpPr>
            <p:spPr>
              <a:xfrm>
                <a:off x="6083947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5" name="Freeform 39004">
                <a:extLst>
                  <a:ext uri="{FF2B5EF4-FFF2-40B4-BE49-F238E27FC236}">
                    <a16:creationId xmlns:a16="http://schemas.microsoft.com/office/drawing/2014/main" id="{1D887DC7-AD7E-2340-10BE-439A48998EED}"/>
                  </a:ext>
                </a:extLst>
              </p:cNvPr>
              <p:cNvSpPr/>
              <p:nvPr/>
            </p:nvSpPr>
            <p:spPr>
              <a:xfrm>
                <a:off x="6084542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6" name="Freeform 39005">
                <a:extLst>
                  <a:ext uri="{FF2B5EF4-FFF2-40B4-BE49-F238E27FC236}">
                    <a16:creationId xmlns:a16="http://schemas.microsoft.com/office/drawing/2014/main" id="{852AF609-F004-F9D5-B1C4-FB5D8A3A091B}"/>
                  </a:ext>
                </a:extLst>
              </p:cNvPr>
              <p:cNvSpPr/>
              <p:nvPr/>
            </p:nvSpPr>
            <p:spPr>
              <a:xfrm>
                <a:off x="6085038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7" name="Freeform 39006">
                <a:extLst>
                  <a:ext uri="{FF2B5EF4-FFF2-40B4-BE49-F238E27FC236}">
                    <a16:creationId xmlns:a16="http://schemas.microsoft.com/office/drawing/2014/main" id="{E103CDD2-BFAF-17E1-EE84-CAFC11E2561F}"/>
                  </a:ext>
                </a:extLst>
              </p:cNvPr>
              <p:cNvSpPr/>
              <p:nvPr/>
            </p:nvSpPr>
            <p:spPr>
              <a:xfrm>
                <a:off x="6085534" y="403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8" name="Freeform 39007">
                <a:extLst>
                  <a:ext uri="{FF2B5EF4-FFF2-40B4-BE49-F238E27FC236}">
                    <a16:creationId xmlns:a16="http://schemas.microsoft.com/office/drawing/2014/main" id="{E1ACF95F-D4AF-2245-E231-F6C39A9E238C}"/>
                  </a:ext>
                </a:extLst>
              </p:cNvPr>
              <p:cNvSpPr/>
              <p:nvPr/>
            </p:nvSpPr>
            <p:spPr>
              <a:xfrm>
                <a:off x="6086030" y="3989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9" name="Freeform 39008">
                <a:extLst>
                  <a:ext uri="{FF2B5EF4-FFF2-40B4-BE49-F238E27FC236}">
                    <a16:creationId xmlns:a16="http://schemas.microsoft.com/office/drawing/2014/main" id="{603D5AFB-F505-B59A-7AD5-49EF27C2C929}"/>
                  </a:ext>
                </a:extLst>
              </p:cNvPr>
              <p:cNvSpPr/>
              <p:nvPr/>
            </p:nvSpPr>
            <p:spPr>
              <a:xfrm>
                <a:off x="6086626" y="4003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0" name="Freeform 39009">
                <a:extLst>
                  <a:ext uri="{FF2B5EF4-FFF2-40B4-BE49-F238E27FC236}">
                    <a16:creationId xmlns:a16="http://schemas.microsoft.com/office/drawing/2014/main" id="{669ECAAF-95F6-07EB-EEC1-3DE26F8C1533}"/>
                  </a:ext>
                </a:extLst>
              </p:cNvPr>
              <p:cNvSpPr/>
              <p:nvPr/>
            </p:nvSpPr>
            <p:spPr>
              <a:xfrm>
                <a:off x="6087122" y="4078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1" name="Freeform 39010">
                <a:extLst>
                  <a:ext uri="{FF2B5EF4-FFF2-40B4-BE49-F238E27FC236}">
                    <a16:creationId xmlns:a16="http://schemas.microsoft.com/office/drawing/2014/main" id="{9A808F56-817E-4EFE-6ECC-A21CAF2858B2}"/>
                  </a:ext>
                </a:extLst>
              </p:cNvPr>
              <p:cNvSpPr/>
              <p:nvPr/>
            </p:nvSpPr>
            <p:spPr>
              <a:xfrm>
                <a:off x="6087618" y="4132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2" name="Freeform 39011">
                <a:extLst>
                  <a:ext uri="{FF2B5EF4-FFF2-40B4-BE49-F238E27FC236}">
                    <a16:creationId xmlns:a16="http://schemas.microsoft.com/office/drawing/2014/main" id="{C5841233-C4C0-1180-4C23-2F1734533E72}"/>
                  </a:ext>
                </a:extLst>
              </p:cNvPr>
              <p:cNvSpPr/>
              <p:nvPr/>
            </p:nvSpPr>
            <p:spPr>
              <a:xfrm>
                <a:off x="6088213" y="4126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3" name="Freeform 39012">
                <a:extLst>
                  <a:ext uri="{FF2B5EF4-FFF2-40B4-BE49-F238E27FC236}">
                    <a16:creationId xmlns:a16="http://schemas.microsoft.com/office/drawing/2014/main" id="{6C3CBC07-A5BE-8FAA-3BD9-A037D2AD418F}"/>
                  </a:ext>
                </a:extLst>
              </p:cNvPr>
              <p:cNvSpPr/>
              <p:nvPr/>
            </p:nvSpPr>
            <p:spPr>
              <a:xfrm>
                <a:off x="6088709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4" name="Freeform 39013">
                <a:extLst>
                  <a:ext uri="{FF2B5EF4-FFF2-40B4-BE49-F238E27FC236}">
                    <a16:creationId xmlns:a16="http://schemas.microsoft.com/office/drawing/2014/main" id="{EC36D16B-E625-3773-44AB-DD2637F7B0B6}"/>
                  </a:ext>
                </a:extLst>
              </p:cNvPr>
              <p:cNvSpPr/>
              <p:nvPr/>
            </p:nvSpPr>
            <p:spPr>
              <a:xfrm>
                <a:off x="6089205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5" name="Freeform 39014">
                <a:extLst>
                  <a:ext uri="{FF2B5EF4-FFF2-40B4-BE49-F238E27FC236}">
                    <a16:creationId xmlns:a16="http://schemas.microsoft.com/office/drawing/2014/main" id="{771187EF-02EC-C694-CBAE-DCDACEB917B7}"/>
                  </a:ext>
                </a:extLst>
              </p:cNvPr>
              <p:cNvSpPr/>
              <p:nvPr/>
            </p:nvSpPr>
            <p:spPr>
              <a:xfrm>
                <a:off x="6089801" y="4209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6" name="Freeform 39015">
                <a:extLst>
                  <a:ext uri="{FF2B5EF4-FFF2-40B4-BE49-F238E27FC236}">
                    <a16:creationId xmlns:a16="http://schemas.microsoft.com/office/drawing/2014/main" id="{50329488-48A7-B9F7-FC6F-DC3B0527061A}"/>
                  </a:ext>
                </a:extLst>
              </p:cNvPr>
              <p:cNvSpPr/>
              <p:nvPr/>
            </p:nvSpPr>
            <p:spPr>
              <a:xfrm>
                <a:off x="6090297" y="4208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7" name="Freeform 39016">
                <a:extLst>
                  <a:ext uri="{FF2B5EF4-FFF2-40B4-BE49-F238E27FC236}">
                    <a16:creationId xmlns:a16="http://schemas.microsoft.com/office/drawing/2014/main" id="{E477174B-31EC-95EA-EB6C-FBB51416B30C}"/>
                  </a:ext>
                </a:extLst>
              </p:cNvPr>
              <p:cNvSpPr/>
              <p:nvPr/>
            </p:nvSpPr>
            <p:spPr>
              <a:xfrm>
                <a:off x="6090793" y="4206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8" name="Freeform 39017">
                <a:extLst>
                  <a:ext uri="{FF2B5EF4-FFF2-40B4-BE49-F238E27FC236}">
                    <a16:creationId xmlns:a16="http://schemas.microsoft.com/office/drawing/2014/main" id="{670356E1-4FAC-E771-1C9E-C9B1B7C92E11}"/>
                  </a:ext>
                </a:extLst>
              </p:cNvPr>
              <p:cNvSpPr/>
              <p:nvPr/>
            </p:nvSpPr>
            <p:spPr>
              <a:xfrm>
                <a:off x="6091388" y="4216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9" name="Freeform 39018">
                <a:extLst>
                  <a:ext uri="{FF2B5EF4-FFF2-40B4-BE49-F238E27FC236}">
                    <a16:creationId xmlns:a16="http://schemas.microsoft.com/office/drawing/2014/main" id="{1A02BC14-1936-F7D6-9B68-AD7C36A794E9}"/>
                  </a:ext>
                </a:extLst>
              </p:cNvPr>
              <p:cNvSpPr/>
              <p:nvPr/>
            </p:nvSpPr>
            <p:spPr>
              <a:xfrm>
                <a:off x="6091884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0" name="Freeform 39019">
                <a:extLst>
                  <a:ext uri="{FF2B5EF4-FFF2-40B4-BE49-F238E27FC236}">
                    <a16:creationId xmlns:a16="http://schemas.microsoft.com/office/drawing/2014/main" id="{9A6EBCB4-1AAE-E6F7-2DDC-4643747A4DCA}"/>
                  </a:ext>
                </a:extLst>
              </p:cNvPr>
              <p:cNvSpPr/>
              <p:nvPr/>
            </p:nvSpPr>
            <p:spPr>
              <a:xfrm>
                <a:off x="6092380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1" name="Freeform 39020">
                <a:extLst>
                  <a:ext uri="{FF2B5EF4-FFF2-40B4-BE49-F238E27FC236}">
                    <a16:creationId xmlns:a16="http://schemas.microsoft.com/office/drawing/2014/main" id="{62FAA9A0-3A6C-BEC5-AEE0-B3D0D7B2F9B1}"/>
                  </a:ext>
                </a:extLst>
              </p:cNvPr>
              <p:cNvSpPr/>
              <p:nvPr/>
            </p:nvSpPr>
            <p:spPr>
              <a:xfrm>
                <a:off x="6092976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2" name="Freeform 39021">
                <a:extLst>
                  <a:ext uri="{FF2B5EF4-FFF2-40B4-BE49-F238E27FC236}">
                    <a16:creationId xmlns:a16="http://schemas.microsoft.com/office/drawing/2014/main" id="{2D9B5C7C-F568-CA16-CB96-4C0F7BA5190C}"/>
                  </a:ext>
                </a:extLst>
              </p:cNvPr>
              <p:cNvSpPr/>
              <p:nvPr/>
            </p:nvSpPr>
            <p:spPr>
              <a:xfrm>
                <a:off x="6093472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3" name="Freeform 39022">
                <a:extLst>
                  <a:ext uri="{FF2B5EF4-FFF2-40B4-BE49-F238E27FC236}">
                    <a16:creationId xmlns:a16="http://schemas.microsoft.com/office/drawing/2014/main" id="{E25D3A8E-EE19-C273-4861-720BBF5C6BB4}"/>
                  </a:ext>
                </a:extLst>
              </p:cNvPr>
              <p:cNvSpPr/>
              <p:nvPr/>
            </p:nvSpPr>
            <p:spPr>
              <a:xfrm>
                <a:off x="6093968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4" name="Freeform 39023">
                <a:extLst>
                  <a:ext uri="{FF2B5EF4-FFF2-40B4-BE49-F238E27FC236}">
                    <a16:creationId xmlns:a16="http://schemas.microsoft.com/office/drawing/2014/main" id="{6272052D-B59B-EEB3-F92E-C5877B59C93B}"/>
                  </a:ext>
                </a:extLst>
              </p:cNvPr>
              <p:cNvSpPr/>
              <p:nvPr/>
            </p:nvSpPr>
            <p:spPr>
              <a:xfrm>
                <a:off x="6094563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5" name="Freeform 39024">
                <a:extLst>
                  <a:ext uri="{FF2B5EF4-FFF2-40B4-BE49-F238E27FC236}">
                    <a16:creationId xmlns:a16="http://schemas.microsoft.com/office/drawing/2014/main" id="{0D3F4473-E00C-39CB-F2DC-6E036A1EC733}"/>
                  </a:ext>
                </a:extLst>
              </p:cNvPr>
              <p:cNvSpPr/>
              <p:nvPr/>
            </p:nvSpPr>
            <p:spPr>
              <a:xfrm>
                <a:off x="6095059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6" name="Freeform 39025">
                <a:extLst>
                  <a:ext uri="{FF2B5EF4-FFF2-40B4-BE49-F238E27FC236}">
                    <a16:creationId xmlns:a16="http://schemas.microsoft.com/office/drawing/2014/main" id="{7A2CCD16-FB47-9A4A-17D6-CD88FD5C304E}"/>
                  </a:ext>
                </a:extLst>
              </p:cNvPr>
              <p:cNvSpPr/>
              <p:nvPr/>
            </p:nvSpPr>
            <p:spPr>
              <a:xfrm>
                <a:off x="6095555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7" name="Freeform 39026">
                <a:extLst>
                  <a:ext uri="{FF2B5EF4-FFF2-40B4-BE49-F238E27FC236}">
                    <a16:creationId xmlns:a16="http://schemas.microsoft.com/office/drawing/2014/main" id="{219F7721-E966-5206-512E-6AA41DEC9D1E}"/>
                  </a:ext>
                </a:extLst>
              </p:cNvPr>
              <p:cNvSpPr/>
              <p:nvPr/>
            </p:nvSpPr>
            <p:spPr>
              <a:xfrm>
                <a:off x="6096151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8" name="Freeform 39027">
                <a:extLst>
                  <a:ext uri="{FF2B5EF4-FFF2-40B4-BE49-F238E27FC236}">
                    <a16:creationId xmlns:a16="http://schemas.microsoft.com/office/drawing/2014/main" id="{88FBA095-BC12-BB10-937F-6B0932844A38}"/>
                  </a:ext>
                </a:extLst>
              </p:cNvPr>
              <p:cNvSpPr/>
              <p:nvPr/>
            </p:nvSpPr>
            <p:spPr>
              <a:xfrm>
                <a:off x="6096647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9" name="Freeform 39028">
                <a:extLst>
                  <a:ext uri="{FF2B5EF4-FFF2-40B4-BE49-F238E27FC236}">
                    <a16:creationId xmlns:a16="http://schemas.microsoft.com/office/drawing/2014/main" id="{724B1444-E9CF-2B39-D3BE-AD88E79B4B75}"/>
                  </a:ext>
                </a:extLst>
              </p:cNvPr>
              <p:cNvSpPr/>
              <p:nvPr/>
            </p:nvSpPr>
            <p:spPr>
              <a:xfrm>
                <a:off x="6097143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0" name="Freeform 39029">
                <a:extLst>
                  <a:ext uri="{FF2B5EF4-FFF2-40B4-BE49-F238E27FC236}">
                    <a16:creationId xmlns:a16="http://schemas.microsoft.com/office/drawing/2014/main" id="{64B685FC-D090-9A9A-E740-9C3459814B52}"/>
                  </a:ext>
                </a:extLst>
              </p:cNvPr>
              <p:cNvSpPr/>
              <p:nvPr/>
            </p:nvSpPr>
            <p:spPr>
              <a:xfrm>
                <a:off x="6097639" y="4139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1" name="Freeform 39030">
                <a:extLst>
                  <a:ext uri="{FF2B5EF4-FFF2-40B4-BE49-F238E27FC236}">
                    <a16:creationId xmlns:a16="http://schemas.microsoft.com/office/drawing/2014/main" id="{C07F0939-699F-5A77-2305-C6835E236A2A}"/>
                  </a:ext>
                </a:extLst>
              </p:cNvPr>
              <p:cNvSpPr/>
              <p:nvPr/>
            </p:nvSpPr>
            <p:spPr>
              <a:xfrm>
                <a:off x="6098234" y="3461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2" name="Freeform 39031">
                <a:extLst>
                  <a:ext uri="{FF2B5EF4-FFF2-40B4-BE49-F238E27FC236}">
                    <a16:creationId xmlns:a16="http://schemas.microsoft.com/office/drawing/2014/main" id="{6AA7B4FD-7C43-6A3C-E30B-230DF81869F4}"/>
                  </a:ext>
                </a:extLst>
              </p:cNvPr>
              <p:cNvSpPr/>
              <p:nvPr/>
            </p:nvSpPr>
            <p:spPr>
              <a:xfrm>
                <a:off x="6098730" y="3477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3" name="Freeform 39032">
                <a:extLst>
                  <a:ext uri="{FF2B5EF4-FFF2-40B4-BE49-F238E27FC236}">
                    <a16:creationId xmlns:a16="http://schemas.microsoft.com/office/drawing/2014/main" id="{57C53D8E-6F44-14C5-3100-25C5C8998EEA}"/>
                  </a:ext>
                </a:extLst>
              </p:cNvPr>
              <p:cNvSpPr/>
              <p:nvPr/>
            </p:nvSpPr>
            <p:spPr>
              <a:xfrm>
                <a:off x="6099227" y="3622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4" name="Freeform 39033">
                <a:extLst>
                  <a:ext uri="{FF2B5EF4-FFF2-40B4-BE49-F238E27FC236}">
                    <a16:creationId xmlns:a16="http://schemas.microsoft.com/office/drawing/2014/main" id="{DEFC940D-38B3-5077-872E-88D528312F8E}"/>
                  </a:ext>
                </a:extLst>
              </p:cNvPr>
              <p:cNvSpPr/>
              <p:nvPr/>
            </p:nvSpPr>
            <p:spPr>
              <a:xfrm>
                <a:off x="6099822" y="3563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5" name="Freeform 39034">
                <a:extLst>
                  <a:ext uri="{FF2B5EF4-FFF2-40B4-BE49-F238E27FC236}">
                    <a16:creationId xmlns:a16="http://schemas.microsoft.com/office/drawing/2014/main" id="{EC47C69B-DB87-A1EA-99C3-371E62501A28}"/>
                  </a:ext>
                </a:extLst>
              </p:cNvPr>
              <p:cNvSpPr/>
              <p:nvPr/>
            </p:nvSpPr>
            <p:spPr>
              <a:xfrm>
                <a:off x="6100318" y="3837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6" name="Freeform 39035">
                <a:extLst>
                  <a:ext uri="{FF2B5EF4-FFF2-40B4-BE49-F238E27FC236}">
                    <a16:creationId xmlns:a16="http://schemas.microsoft.com/office/drawing/2014/main" id="{714CCB0A-E651-3D1A-1294-1A95BA33664E}"/>
                  </a:ext>
                </a:extLst>
              </p:cNvPr>
              <p:cNvSpPr/>
              <p:nvPr/>
            </p:nvSpPr>
            <p:spPr>
              <a:xfrm>
                <a:off x="6100814" y="3951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7" name="Freeform 39036">
                <a:extLst>
                  <a:ext uri="{FF2B5EF4-FFF2-40B4-BE49-F238E27FC236}">
                    <a16:creationId xmlns:a16="http://schemas.microsoft.com/office/drawing/2014/main" id="{25E9EA27-1184-FECD-2E83-937A0C55DEB1}"/>
                  </a:ext>
                </a:extLst>
              </p:cNvPr>
              <p:cNvSpPr/>
              <p:nvPr/>
            </p:nvSpPr>
            <p:spPr>
              <a:xfrm>
                <a:off x="6101409" y="4127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8" name="Freeform 39037">
                <a:extLst>
                  <a:ext uri="{FF2B5EF4-FFF2-40B4-BE49-F238E27FC236}">
                    <a16:creationId xmlns:a16="http://schemas.microsoft.com/office/drawing/2014/main" id="{CB6779CE-4A6C-C589-E4C3-96ED6777CC5D}"/>
                  </a:ext>
                </a:extLst>
              </p:cNvPr>
              <p:cNvSpPr/>
              <p:nvPr/>
            </p:nvSpPr>
            <p:spPr>
              <a:xfrm>
                <a:off x="6101905" y="4155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9" name="Freeform 39038">
                <a:extLst>
                  <a:ext uri="{FF2B5EF4-FFF2-40B4-BE49-F238E27FC236}">
                    <a16:creationId xmlns:a16="http://schemas.microsoft.com/office/drawing/2014/main" id="{CC8CA39F-A7D2-88B1-B5A3-69A467D533B0}"/>
                  </a:ext>
                </a:extLst>
              </p:cNvPr>
              <p:cNvSpPr/>
              <p:nvPr/>
            </p:nvSpPr>
            <p:spPr>
              <a:xfrm>
                <a:off x="6102402" y="4138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0" name="Freeform 39039">
                <a:extLst>
                  <a:ext uri="{FF2B5EF4-FFF2-40B4-BE49-F238E27FC236}">
                    <a16:creationId xmlns:a16="http://schemas.microsoft.com/office/drawing/2014/main" id="{3801CA15-7A19-3C8A-D119-20D98C7C0CDA}"/>
                  </a:ext>
                </a:extLst>
              </p:cNvPr>
              <p:cNvSpPr/>
              <p:nvPr/>
            </p:nvSpPr>
            <p:spPr>
              <a:xfrm>
                <a:off x="6102997" y="4126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1" name="Freeform 39040">
                <a:extLst>
                  <a:ext uri="{FF2B5EF4-FFF2-40B4-BE49-F238E27FC236}">
                    <a16:creationId xmlns:a16="http://schemas.microsoft.com/office/drawing/2014/main" id="{A6DDED9F-D4A8-EAEF-9335-F0529E3F5756}"/>
                  </a:ext>
                </a:extLst>
              </p:cNvPr>
              <p:cNvSpPr/>
              <p:nvPr/>
            </p:nvSpPr>
            <p:spPr>
              <a:xfrm>
                <a:off x="6103493" y="4141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2" name="Freeform 39041">
                <a:extLst>
                  <a:ext uri="{FF2B5EF4-FFF2-40B4-BE49-F238E27FC236}">
                    <a16:creationId xmlns:a16="http://schemas.microsoft.com/office/drawing/2014/main" id="{D35F0BB5-B893-DA36-4385-DFE155217CFA}"/>
                  </a:ext>
                </a:extLst>
              </p:cNvPr>
              <p:cNvSpPr/>
              <p:nvPr/>
            </p:nvSpPr>
            <p:spPr>
              <a:xfrm>
                <a:off x="6103989" y="4177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3" name="Freeform 39042">
                <a:extLst>
                  <a:ext uri="{FF2B5EF4-FFF2-40B4-BE49-F238E27FC236}">
                    <a16:creationId xmlns:a16="http://schemas.microsoft.com/office/drawing/2014/main" id="{BC8441F1-00F4-521E-0C16-AD3E112AC672}"/>
                  </a:ext>
                </a:extLst>
              </p:cNvPr>
              <p:cNvSpPr/>
              <p:nvPr/>
            </p:nvSpPr>
            <p:spPr>
              <a:xfrm>
                <a:off x="6104584" y="4194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4" name="Freeform 39043">
                <a:extLst>
                  <a:ext uri="{FF2B5EF4-FFF2-40B4-BE49-F238E27FC236}">
                    <a16:creationId xmlns:a16="http://schemas.microsoft.com/office/drawing/2014/main" id="{CD87AEF8-FB1C-C43E-4902-E2A645D84560}"/>
                  </a:ext>
                </a:extLst>
              </p:cNvPr>
              <p:cNvSpPr/>
              <p:nvPr/>
            </p:nvSpPr>
            <p:spPr>
              <a:xfrm>
                <a:off x="6105080" y="4197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5" name="Freeform 39044">
                <a:extLst>
                  <a:ext uri="{FF2B5EF4-FFF2-40B4-BE49-F238E27FC236}">
                    <a16:creationId xmlns:a16="http://schemas.microsoft.com/office/drawing/2014/main" id="{44526017-488C-C7BA-984A-608EF89F1455}"/>
                  </a:ext>
                </a:extLst>
              </p:cNvPr>
              <p:cNvSpPr/>
              <p:nvPr/>
            </p:nvSpPr>
            <p:spPr>
              <a:xfrm>
                <a:off x="6105577" y="4200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6" name="Freeform 39045">
                <a:extLst>
                  <a:ext uri="{FF2B5EF4-FFF2-40B4-BE49-F238E27FC236}">
                    <a16:creationId xmlns:a16="http://schemas.microsoft.com/office/drawing/2014/main" id="{E6435D3E-1634-2574-5EBA-A31DB69F3973}"/>
                  </a:ext>
                </a:extLst>
              </p:cNvPr>
              <p:cNvSpPr/>
              <p:nvPr/>
            </p:nvSpPr>
            <p:spPr>
              <a:xfrm>
                <a:off x="6106172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7" name="Freeform 39046">
                <a:extLst>
                  <a:ext uri="{FF2B5EF4-FFF2-40B4-BE49-F238E27FC236}">
                    <a16:creationId xmlns:a16="http://schemas.microsoft.com/office/drawing/2014/main" id="{5AD16B39-9EA0-823B-3336-2CB0327D5B11}"/>
                  </a:ext>
                </a:extLst>
              </p:cNvPr>
              <p:cNvSpPr/>
              <p:nvPr/>
            </p:nvSpPr>
            <p:spPr>
              <a:xfrm>
                <a:off x="6106668" y="4204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8" name="Freeform 39047">
                <a:extLst>
                  <a:ext uri="{FF2B5EF4-FFF2-40B4-BE49-F238E27FC236}">
                    <a16:creationId xmlns:a16="http://schemas.microsoft.com/office/drawing/2014/main" id="{4DD4D72D-1574-96DF-DE8D-DA28502DA517}"/>
                  </a:ext>
                </a:extLst>
              </p:cNvPr>
              <p:cNvSpPr/>
              <p:nvPr/>
            </p:nvSpPr>
            <p:spPr>
              <a:xfrm>
                <a:off x="6107164" y="4205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9" name="Freeform 39048">
                <a:extLst>
                  <a:ext uri="{FF2B5EF4-FFF2-40B4-BE49-F238E27FC236}">
                    <a16:creationId xmlns:a16="http://schemas.microsoft.com/office/drawing/2014/main" id="{F5C44B81-183C-A227-ECAB-E32A0D8FC93C}"/>
                  </a:ext>
                </a:extLst>
              </p:cNvPr>
              <p:cNvSpPr/>
              <p:nvPr/>
            </p:nvSpPr>
            <p:spPr>
              <a:xfrm>
                <a:off x="6107759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0" name="Freeform 39049">
                <a:extLst>
                  <a:ext uri="{FF2B5EF4-FFF2-40B4-BE49-F238E27FC236}">
                    <a16:creationId xmlns:a16="http://schemas.microsoft.com/office/drawing/2014/main" id="{D90B24F7-9C19-C178-39A3-863F32C4DEB7}"/>
                  </a:ext>
                </a:extLst>
              </p:cNvPr>
              <p:cNvSpPr/>
              <p:nvPr/>
            </p:nvSpPr>
            <p:spPr>
              <a:xfrm>
                <a:off x="6108255" y="4214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1" name="Freeform 39050">
                <a:extLst>
                  <a:ext uri="{FF2B5EF4-FFF2-40B4-BE49-F238E27FC236}">
                    <a16:creationId xmlns:a16="http://schemas.microsoft.com/office/drawing/2014/main" id="{F620C790-E415-AFEA-280C-55ADA1C9B6B7}"/>
                  </a:ext>
                </a:extLst>
              </p:cNvPr>
              <p:cNvSpPr/>
              <p:nvPr/>
            </p:nvSpPr>
            <p:spPr>
              <a:xfrm>
                <a:off x="6108752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2" name="Freeform 39051">
                <a:extLst>
                  <a:ext uri="{FF2B5EF4-FFF2-40B4-BE49-F238E27FC236}">
                    <a16:creationId xmlns:a16="http://schemas.microsoft.com/office/drawing/2014/main" id="{0B4A1DCC-E296-4980-9CD4-E58E275C3A30}"/>
                  </a:ext>
                </a:extLst>
              </p:cNvPr>
              <p:cNvSpPr/>
              <p:nvPr/>
            </p:nvSpPr>
            <p:spPr>
              <a:xfrm>
                <a:off x="6109347" y="4208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3" name="Freeform 39052">
                <a:extLst>
                  <a:ext uri="{FF2B5EF4-FFF2-40B4-BE49-F238E27FC236}">
                    <a16:creationId xmlns:a16="http://schemas.microsoft.com/office/drawing/2014/main" id="{694B4819-5FEF-DCC9-C427-8EDAC69B3297}"/>
                  </a:ext>
                </a:extLst>
              </p:cNvPr>
              <p:cNvSpPr/>
              <p:nvPr/>
            </p:nvSpPr>
            <p:spPr>
              <a:xfrm>
                <a:off x="6109843" y="4207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4" name="Freeform 39053">
                <a:extLst>
                  <a:ext uri="{FF2B5EF4-FFF2-40B4-BE49-F238E27FC236}">
                    <a16:creationId xmlns:a16="http://schemas.microsoft.com/office/drawing/2014/main" id="{8556E7AE-C49E-1191-7A5B-396287915AB1}"/>
                  </a:ext>
                </a:extLst>
              </p:cNvPr>
              <p:cNvSpPr/>
              <p:nvPr/>
            </p:nvSpPr>
            <p:spPr>
              <a:xfrm>
                <a:off x="6110339" y="4177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5" name="Freeform 39054">
                <a:extLst>
                  <a:ext uri="{FF2B5EF4-FFF2-40B4-BE49-F238E27FC236}">
                    <a16:creationId xmlns:a16="http://schemas.microsoft.com/office/drawing/2014/main" id="{02308DC0-3683-D213-A991-EB650F5A5B12}"/>
                  </a:ext>
                </a:extLst>
              </p:cNvPr>
              <p:cNvSpPr/>
              <p:nvPr/>
            </p:nvSpPr>
            <p:spPr>
              <a:xfrm>
                <a:off x="6110835" y="3630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6" name="Freeform 39055">
                <a:extLst>
                  <a:ext uri="{FF2B5EF4-FFF2-40B4-BE49-F238E27FC236}">
                    <a16:creationId xmlns:a16="http://schemas.microsoft.com/office/drawing/2014/main" id="{73716045-9F20-C81F-C209-78B2AF78B3D9}"/>
                  </a:ext>
                </a:extLst>
              </p:cNvPr>
              <p:cNvSpPr/>
              <p:nvPr/>
            </p:nvSpPr>
            <p:spPr>
              <a:xfrm>
                <a:off x="6111430" y="360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7" name="Freeform 39056">
                <a:extLst>
                  <a:ext uri="{FF2B5EF4-FFF2-40B4-BE49-F238E27FC236}">
                    <a16:creationId xmlns:a16="http://schemas.microsoft.com/office/drawing/2014/main" id="{D77E5B22-385C-A519-FAD1-0C17164806F3}"/>
                  </a:ext>
                </a:extLst>
              </p:cNvPr>
              <p:cNvSpPr/>
              <p:nvPr/>
            </p:nvSpPr>
            <p:spPr>
              <a:xfrm>
                <a:off x="6111927" y="3695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8" name="Freeform 39057">
                <a:extLst>
                  <a:ext uri="{FF2B5EF4-FFF2-40B4-BE49-F238E27FC236}">
                    <a16:creationId xmlns:a16="http://schemas.microsoft.com/office/drawing/2014/main" id="{7C9C34D4-DA9C-29A5-11BA-3EF62755B7B4}"/>
                  </a:ext>
                </a:extLst>
              </p:cNvPr>
              <p:cNvSpPr/>
              <p:nvPr/>
            </p:nvSpPr>
            <p:spPr>
              <a:xfrm>
                <a:off x="6112423" y="3702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9" name="Freeform 39058">
                <a:extLst>
                  <a:ext uri="{FF2B5EF4-FFF2-40B4-BE49-F238E27FC236}">
                    <a16:creationId xmlns:a16="http://schemas.microsoft.com/office/drawing/2014/main" id="{C4F3649D-8B40-1111-154F-D3877246038C}"/>
                  </a:ext>
                </a:extLst>
              </p:cNvPr>
              <p:cNvSpPr/>
              <p:nvPr/>
            </p:nvSpPr>
            <p:spPr>
              <a:xfrm>
                <a:off x="6113018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0" name="Freeform 39059">
                <a:extLst>
                  <a:ext uri="{FF2B5EF4-FFF2-40B4-BE49-F238E27FC236}">
                    <a16:creationId xmlns:a16="http://schemas.microsoft.com/office/drawing/2014/main" id="{31176EFF-A9DB-06FB-7881-52468AACD933}"/>
                  </a:ext>
                </a:extLst>
              </p:cNvPr>
              <p:cNvSpPr/>
              <p:nvPr/>
            </p:nvSpPr>
            <p:spPr>
              <a:xfrm>
                <a:off x="6113514" y="39761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1" name="Freeform 39060">
                <a:extLst>
                  <a:ext uri="{FF2B5EF4-FFF2-40B4-BE49-F238E27FC236}">
                    <a16:creationId xmlns:a16="http://schemas.microsoft.com/office/drawing/2014/main" id="{2BDA47D8-2F1B-E253-1C9A-35CAB3CEC319}"/>
                  </a:ext>
                </a:extLst>
              </p:cNvPr>
              <p:cNvSpPr/>
              <p:nvPr/>
            </p:nvSpPr>
            <p:spPr>
              <a:xfrm>
                <a:off x="6114010" y="4145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2" name="Freeform 39061">
                <a:extLst>
                  <a:ext uri="{FF2B5EF4-FFF2-40B4-BE49-F238E27FC236}">
                    <a16:creationId xmlns:a16="http://schemas.microsoft.com/office/drawing/2014/main" id="{9CE4CAAF-CF40-7CFC-1125-442626C37878}"/>
                  </a:ext>
                </a:extLst>
              </p:cNvPr>
              <p:cNvSpPr/>
              <p:nvPr/>
            </p:nvSpPr>
            <p:spPr>
              <a:xfrm>
                <a:off x="6114605" y="4179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3" name="Freeform 39062">
                <a:extLst>
                  <a:ext uri="{FF2B5EF4-FFF2-40B4-BE49-F238E27FC236}">
                    <a16:creationId xmlns:a16="http://schemas.microsoft.com/office/drawing/2014/main" id="{A26B5AFE-681E-9552-D8C1-8EBDB285345B}"/>
                  </a:ext>
                </a:extLst>
              </p:cNvPr>
              <p:cNvSpPr/>
              <p:nvPr/>
            </p:nvSpPr>
            <p:spPr>
              <a:xfrm>
                <a:off x="6115102" y="4165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4" name="Freeform 39063">
                <a:extLst>
                  <a:ext uri="{FF2B5EF4-FFF2-40B4-BE49-F238E27FC236}">
                    <a16:creationId xmlns:a16="http://schemas.microsoft.com/office/drawing/2014/main" id="{1D0918F4-7C00-159C-58EE-2070C0A6F02E}"/>
                  </a:ext>
                </a:extLst>
              </p:cNvPr>
              <p:cNvSpPr/>
              <p:nvPr/>
            </p:nvSpPr>
            <p:spPr>
              <a:xfrm>
                <a:off x="6115598" y="4161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5" name="Freeform 39064">
                <a:extLst>
                  <a:ext uri="{FF2B5EF4-FFF2-40B4-BE49-F238E27FC236}">
                    <a16:creationId xmlns:a16="http://schemas.microsoft.com/office/drawing/2014/main" id="{B896DDA2-2E9C-765C-67CB-4D736083E9CF}"/>
                  </a:ext>
                </a:extLst>
              </p:cNvPr>
              <p:cNvSpPr/>
              <p:nvPr/>
            </p:nvSpPr>
            <p:spPr>
              <a:xfrm>
                <a:off x="6116193" y="4167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6" name="Freeform 39065">
                <a:extLst>
                  <a:ext uri="{FF2B5EF4-FFF2-40B4-BE49-F238E27FC236}">
                    <a16:creationId xmlns:a16="http://schemas.microsoft.com/office/drawing/2014/main" id="{CED71F05-36F5-2187-8A57-E227A178803F}"/>
                  </a:ext>
                </a:extLst>
              </p:cNvPr>
              <p:cNvSpPr/>
              <p:nvPr/>
            </p:nvSpPr>
            <p:spPr>
              <a:xfrm>
                <a:off x="6116689" y="4205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7" name="Freeform 39066">
                <a:extLst>
                  <a:ext uri="{FF2B5EF4-FFF2-40B4-BE49-F238E27FC236}">
                    <a16:creationId xmlns:a16="http://schemas.microsoft.com/office/drawing/2014/main" id="{E545D617-ABAC-B84C-1C5E-7DB9F689814C}"/>
                  </a:ext>
                </a:extLst>
              </p:cNvPr>
              <p:cNvSpPr/>
              <p:nvPr/>
            </p:nvSpPr>
            <p:spPr>
              <a:xfrm>
                <a:off x="6117185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8" name="Freeform 39067">
                <a:extLst>
                  <a:ext uri="{FF2B5EF4-FFF2-40B4-BE49-F238E27FC236}">
                    <a16:creationId xmlns:a16="http://schemas.microsoft.com/office/drawing/2014/main" id="{54682EF4-6304-491C-F1D2-4D29584E2C73}"/>
                  </a:ext>
                </a:extLst>
              </p:cNvPr>
              <p:cNvSpPr/>
              <p:nvPr/>
            </p:nvSpPr>
            <p:spPr>
              <a:xfrm>
                <a:off x="6117780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9" name="Freeform 39068">
                <a:extLst>
                  <a:ext uri="{FF2B5EF4-FFF2-40B4-BE49-F238E27FC236}">
                    <a16:creationId xmlns:a16="http://schemas.microsoft.com/office/drawing/2014/main" id="{F54F973E-CF51-F4EB-79C9-7B0B019A5E09}"/>
                  </a:ext>
                </a:extLst>
              </p:cNvPr>
              <p:cNvSpPr/>
              <p:nvPr/>
            </p:nvSpPr>
            <p:spPr>
              <a:xfrm>
                <a:off x="6118277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0" name="Freeform 39069">
                <a:extLst>
                  <a:ext uri="{FF2B5EF4-FFF2-40B4-BE49-F238E27FC236}">
                    <a16:creationId xmlns:a16="http://schemas.microsoft.com/office/drawing/2014/main" id="{642B05A5-56C6-DFEB-6824-7AB4E8F9BC9C}"/>
                  </a:ext>
                </a:extLst>
              </p:cNvPr>
              <p:cNvSpPr/>
              <p:nvPr/>
            </p:nvSpPr>
            <p:spPr>
              <a:xfrm>
                <a:off x="6118773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1" name="Freeform 39070">
                <a:extLst>
                  <a:ext uri="{FF2B5EF4-FFF2-40B4-BE49-F238E27FC236}">
                    <a16:creationId xmlns:a16="http://schemas.microsoft.com/office/drawing/2014/main" id="{4026E9CA-A3E9-8641-0BB8-8A6FE6219FD0}"/>
                  </a:ext>
                </a:extLst>
              </p:cNvPr>
              <p:cNvSpPr/>
              <p:nvPr/>
            </p:nvSpPr>
            <p:spPr>
              <a:xfrm>
                <a:off x="6119368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2" name="Freeform 39071">
                <a:extLst>
                  <a:ext uri="{FF2B5EF4-FFF2-40B4-BE49-F238E27FC236}">
                    <a16:creationId xmlns:a16="http://schemas.microsoft.com/office/drawing/2014/main" id="{E2BABA7B-351B-7D74-57B3-17D6F01ADE94}"/>
                  </a:ext>
                </a:extLst>
              </p:cNvPr>
              <p:cNvSpPr/>
              <p:nvPr/>
            </p:nvSpPr>
            <p:spPr>
              <a:xfrm>
                <a:off x="6119864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3" name="Freeform 39072">
                <a:extLst>
                  <a:ext uri="{FF2B5EF4-FFF2-40B4-BE49-F238E27FC236}">
                    <a16:creationId xmlns:a16="http://schemas.microsoft.com/office/drawing/2014/main" id="{D03BB47D-7339-3B4E-0677-DBF27A31AD07}"/>
                  </a:ext>
                </a:extLst>
              </p:cNvPr>
              <p:cNvSpPr/>
              <p:nvPr/>
            </p:nvSpPr>
            <p:spPr>
              <a:xfrm>
                <a:off x="6120360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4" name="Freeform 39073">
                <a:extLst>
                  <a:ext uri="{FF2B5EF4-FFF2-40B4-BE49-F238E27FC236}">
                    <a16:creationId xmlns:a16="http://schemas.microsoft.com/office/drawing/2014/main" id="{DAE7D782-41F2-7AF0-006F-EF9C213BF851}"/>
                  </a:ext>
                </a:extLst>
              </p:cNvPr>
              <p:cNvSpPr/>
              <p:nvPr/>
            </p:nvSpPr>
            <p:spPr>
              <a:xfrm>
                <a:off x="6120955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5" name="Freeform 39074">
                <a:extLst>
                  <a:ext uri="{FF2B5EF4-FFF2-40B4-BE49-F238E27FC236}">
                    <a16:creationId xmlns:a16="http://schemas.microsoft.com/office/drawing/2014/main" id="{531C3E6B-6E33-2CC0-0F2B-0002545B8D5C}"/>
                  </a:ext>
                </a:extLst>
              </p:cNvPr>
              <p:cNvSpPr/>
              <p:nvPr/>
            </p:nvSpPr>
            <p:spPr>
              <a:xfrm>
                <a:off x="6121452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6" name="Freeform 39075">
                <a:extLst>
                  <a:ext uri="{FF2B5EF4-FFF2-40B4-BE49-F238E27FC236}">
                    <a16:creationId xmlns:a16="http://schemas.microsoft.com/office/drawing/2014/main" id="{0CEDA9DD-C906-57D4-80C0-6717D811BA0D}"/>
                  </a:ext>
                </a:extLst>
              </p:cNvPr>
              <p:cNvSpPr/>
              <p:nvPr/>
            </p:nvSpPr>
            <p:spPr>
              <a:xfrm>
                <a:off x="6121948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7" name="Freeform 39076">
                <a:extLst>
                  <a:ext uri="{FF2B5EF4-FFF2-40B4-BE49-F238E27FC236}">
                    <a16:creationId xmlns:a16="http://schemas.microsoft.com/office/drawing/2014/main" id="{7019B61A-468C-1FB5-4725-272B83FF44A5}"/>
                  </a:ext>
                </a:extLst>
              </p:cNvPr>
              <p:cNvSpPr/>
              <p:nvPr/>
            </p:nvSpPr>
            <p:spPr>
              <a:xfrm>
                <a:off x="6122444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8" name="Freeform 39077">
                <a:extLst>
                  <a:ext uri="{FF2B5EF4-FFF2-40B4-BE49-F238E27FC236}">
                    <a16:creationId xmlns:a16="http://schemas.microsoft.com/office/drawing/2014/main" id="{2DC496E0-748D-0CD1-8AAF-0654E57BC022}"/>
                  </a:ext>
                </a:extLst>
              </p:cNvPr>
              <p:cNvSpPr/>
              <p:nvPr/>
            </p:nvSpPr>
            <p:spPr>
              <a:xfrm>
                <a:off x="6123039" y="4203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9" name="Freeform 39078">
                <a:extLst>
                  <a:ext uri="{FF2B5EF4-FFF2-40B4-BE49-F238E27FC236}">
                    <a16:creationId xmlns:a16="http://schemas.microsoft.com/office/drawing/2014/main" id="{D74A8DC7-28C3-C40A-68A7-BE72725211BC}"/>
                  </a:ext>
                </a:extLst>
              </p:cNvPr>
              <p:cNvSpPr/>
              <p:nvPr/>
            </p:nvSpPr>
            <p:spPr>
              <a:xfrm>
                <a:off x="6123535" y="3808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0" name="Freeform 39079">
                <a:extLst>
                  <a:ext uri="{FF2B5EF4-FFF2-40B4-BE49-F238E27FC236}">
                    <a16:creationId xmlns:a16="http://schemas.microsoft.com/office/drawing/2014/main" id="{8468AC44-052E-27B2-4500-6D7BAAC70D0A}"/>
                  </a:ext>
                </a:extLst>
              </p:cNvPr>
              <p:cNvSpPr/>
              <p:nvPr/>
            </p:nvSpPr>
            <p:spPr>
              <a:xfrm>
                <a:off x="6124031" y="3841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1" name="Freeform 39080">
                <a:extLst>
                  <a:ext uri="{FF2B5EF4-FFF2-40B4-BE49-F238E27FC236}">
                    <a16:creationId xmlns:a16="http://schemas.microsoft.com/office/drawing/2014/main" id="{3E78104A-4E8A-383B-5332-DE52179F0672}"/>
                  </a:ext>
                </a:extLst>
              </p:cNvPr>
              <p:cNvSpPr/>
              <p:nvPr/>
            </p:nvSpPr>
            <p:spPr>
              <a:xfrm>
                <a:off x="6124627" y="390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2" name="Freeform 39081">
                <a:extLst>
                  <a:ext uri="{FF2B5EF4-FFF2-40B4-BE49-F238E27FC236}">
                    <a16:creationId xmlns:a16="http://schemas.microsoft.com/office/drawing/2014/main" id="{38B14A2C-16C3-44D3-E276-23E618798AF8}"/>
                  </a:ext>
                </a:extLst>
              </p:cNvPr>
              <p:cNvSpPr/>
              <p:nvPr/>
            </p:nvSpPr>
            <p:spPr>
              <a:xfrm>
                <a:off x="6125123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3" name="Freeform 39082">
                <a:extLst>
                  <a:ext uri="{FF2B5EF4-FFF2-40B4-BE49-F238E27FC236}">
                    <a16:creationId xmlns:a16="http://schemas.microsoft.com/office/drawing/2014/main" id="{43CF91E0-8090-EC7B-4BBD-AA060F1A6454}"/>
                  </a:ext>
                </a:extLst>
              </p:cNvPr>
              <p:cNvSpPr/>
              <p:nvPr/>
            </p:nvSpPr>
            <p:spPr>
              <a:xfrm>
                <a:off x="6125619" y="4093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4" name="Freeform 39083">
                <a:extLst>
                  <a:ext uri="{FF2B5EF4-FFF2-40B4-BE49-F238E27FC236}">
                    <a16:creationId xmlns:a16="http://schemas.microsoft.com/office/drawing/2014/main" id="{35118E64-13C9-0255-6574-AD004104DAAB}"/>
                  </a:ext>
                </a:extLst>
              </p:cNvPr>
              <p:cNvSpPr/>
              <p:nvPr/>
            </p:nvSpPr>
            <p:spPr>
              <a:xfrm>
                <a:off x="6126214" y="4125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5" name="Freeform 39084">
                <a:extLst>
                  <a:ext uri="{FF2B5EF4-FFF2-40B4-BE49-F238E27FC236}">
                    <a16:creationId xmlns:a16="http://schemas.microsoft.com/office/drawing/2014/main" id="{37B0A3B6-405F-8AD4-4BC6-9A0549A29C56}"/>
                  </a:ext>
                </a:extLst>
              </p:cNvPr>
              <p:cNvSpPr/>
              <p:nvPr/>
            </p:nvSpPr>
            <p:spPr>
              <a:xfrm>
                <a:off x="6126710" y="4194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6" name="Freeform 39085">
                <a:extLst>
                  <a:ext uri="{FF2B5EF4-FFF2-40B4-BE49-F238E27FC236}">
                    <a16:creationId xmlns:a16="http://schemas.microsoft.com/office/drawing/2014/main" id="{1DA27CA6-6621-073F-21F6-6F6E7FB111C8}"/>
                  </a:ext>
                </a:extLst>
              </p:cNvPr>
              <p:cNvSpPr/>
              <p:nvPr/>
            </p:nvSpPr>
            <p:spPr>
              <a:xfrm>
                <a:off x="6127206" y="4184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7" name="Freeform 39086">
                <a:extLst>
                  <a:ext uri="{FF2B5EF4-FFF2-40B4-BE49-F238E27FC236}">
                    <a16:creationId xmlns:a16="http://schemas.microsoft.com/office/drawing/2014/main" id="{AA9D84EC-B01C-1DDC-F202-81F251C699E7}"/>
                  </a:ext>
                </a:extLst>
              </p:cNvPr>
              <p:cNvSpPr/>
              <p:nvPr/>
            </p:nvSpPr>
            <p:spPr>
              <a:xfrm>
                <a:off x="6127802" y="4167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8" name="Freeform 39087">
                <a:extLst>
                  <a:ext uri="{FF2B5EF4-FFF2-40B4-BE49-F238E27FC236}">
                    <a16:creationId xmlns:a16="http://schemas.microsoft.com/office/drawing/2014/main" id="{D6965F24-6AD8-0405-FA90-6E79C0ADE9BA}"/>
                  </a:ext>
                </a:extLst>
              </p:cNvPr>
              <p:cNvSpPr/>
              <p:nvPr/>
            </p:nvSpPr>
            <p:spPr>
              <a:xfrm>
                <a:off x="6128298" y="4157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9" name="Freeform 39088">
                <a:extLst>
                  <a:ext uri="{FF2B5EF4-FFF2-40B4-BE49-F238E27FC236}">
                    <a16:creationId xmlns:a16="http://schemas.microsoft.com/office/drawing/2014/main" id="{733C4E10-91D4-9F20-E126-4785250B3D63}"/>
                  </a:ext>
                </a:extLst>
              </p:cNvPr>
              <p:cNvSpPr/>
              <p:nvPr/>
            </p:nvSpPr>
            <p:spPr>
              <a:xfrm>
                <a:off x="6128794" y="4150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0" name="Freeform 39089">
                <a:extLst>
                  <a:ext uri="{FF2B5EF4-FFF2-40B4-BE49-F238E27FC236}">
                    <a16:creationId xmlns:a16="http://schemas.microsoft.com/office/drawing/2014/main" id="{4EAF166A-EF1D-2D07-1979-33CF59A6CA05}"/>
                  </a:ext>
                </a:extLst>
              </p:cNvPr>
              <p:cNvSpPr/>
              <p:nvPr/>
            </p:nvSpPr>
            <p:spPr>
              <a:xfrm>
                <a:off x="6129389" y="4189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1" name="Freeform 39090">
                <a:extLst>
                  <a:ext uri="{FF2B5EF4-FFF2-40B4-BE49-F238E27FC236}">
                    <a16:creationId xmlns:a16="http://schemas.microsoft.com/office/drawing/2014/main" id="{BA5B8EC5-41C8-EE6B-8D6E-EC42BEC9B5B9}"/>
                  </a:ext>
                </a:extLst>
              </p:cNvPr>
              <p:cNvSpPr/>
              <p:nvPr/>
            </p:nvSpPr>
            <p:spPr>
              <a:xfrm>
                <a:off x="6129885" y="4195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2" name="Freeform 39091">
                <a:extLst>
                  <a:ext uri="{FF2B5EF4-FFF2-40B4-BE49-F238E27FC236}">
                    <a16:creationId xmlns:a16="http://schemas.microsoft.com/office/drawing/2014/main" id="{2FBEC68D-71B2-09F6-40E6-AFCDD717E899}"/>
                  </a:ext>
                </a:extLst>
              </p:cNvPr>
              <p:cNvSpPr/>
              <p:nvPr/>
            </p:nvSpPr>
            <p:spPr>
              <a:xfrm>
                <a:off x="6130381" y="4201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3" name="Freeform 39092">
                <a:extLst>
                  <a:ext uri="{FF2B5EF4-FFF2-40B4-BE49-F238E27FC236}">
                    <a16:creationId xmlns:a16="http://schemas.microsoft.com/office/drawing/2014/main" id="{6A630B1F-6B3E-D717-8B63-775361B5955C}"/>
                  </a:ext>
                </a:extLst>
              </p:cNvPr>
              <p:cNvSpPr/>
              <p:nvPr/>
            </p:nvSpPr>
            <p:spPr>
              <a:xfrm>
                <a:off x="6130977" y="4207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4" name="Freeform 39093">
                <a:extLst>
                  <a:ext uri="{FF2B5EF4-FFF2-40B4-BE49-F238E27FC236}">
                    <a16:creationId xmlns:a16="http://schemas.microsoft.com/office/drawing/2014/main" id="{D5A44CA8-59D5-2BA9-C108-24429B37863B}"/>
                  </a:ext>
                </a:extLst>
              </p:cNvPr>
              <p:cNvSpPr/>
              <p:nvPr/>
            </p:nvSpPr>
            <p:spPr>
              <a:xfrm>
                <a:off x="6131473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5" name="Freeform 39094">
                <a:extLst>
                  <a:ext uri="{FF2B5EF4-FFF2-40B4-BE49-F238E27FC236}">
                    <a16:creationId xmlns:a16="http://schemas.microsoft.com/office/drawing/2014/main" id="{E5C47B9B-9AED-3C98-F5C5-543AE89E7FA5}"/>
                  </a:ext>
                </a:extLst>
              </p:cNvPr>
              <p:cNvSpPr/>
              <p:nvPr/>
            </p:nvSpPr>
            <p:spPr>
              <a:xfrm>
                <a:off x="6131969" y="4210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6" name="Freeform 39095">
                <a:extLst>
                  <a:ext uri="{FF2B5EF4-FFF2-40B4-BE49-F238E27FC236}">
                    <a16:creationId xmlns:a16="http://schemas.microsoft.com/office/drawing/2014/main" id="{6A47C59E-A605-2A9B-0F13-21F0F57DB183}"/>
                  </a:ext>
                </a:extLst>
              </p:cNvPr>
              <p:cNvSpPr/>
              <p:nvPr/>
            </p:nvSpPr>
            <p:spPr>
              <a:xfrm>
                <a:off x="6132564" y="4212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7" name="Freeform 39096">
                <a:extLst>
                  <a:ext uri="{FF2B5EF4-FFF2-40B4-BE49-F238E27FC236}">
                    <a16:creationId xmlns:a16="http://schemas.microsoft.com/office/drawing/2014/main" id="{BA732B2D-7895-5C9E-E9BB-D91616C494E3}"/>
                  </a:ext>
                </a:extLst>
              </p:cNvPr>
              <p:cNvSpPr/>
              <p:nvPr/>
            </p:nvSpPr>
            <p:spPr>
              <a:xfrm>
                <a:off x="6133060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8" name="Freeform 39097">
                <a:extLst>
                  <a:ext uri="{FF2B5EF4-FFF2-40B4-BE49-F238E27FC236}">
                    <a16:creationId xmlns:a16="http://schemas.microsoft.com/office/drawing/2014/main" id="{D4E9C7F3-C051-56D7-993F-971DE2C46E89}"/>
                  </a:ext>
                </a:extLst>
              </p:cNvPr>
              <p:cNvSpPr/>
              <p:nvPr/>
            </p:nvSpPr>
            <p:spPr>
              <a:xfrm>
                <a:off x="6133556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9" name="Freeform 39098">
                <a:extLst>
                  <a:ext uri="{FF2B5EF4-FFF2-40B4-BE49-F238E27FC236}">
                    <a16:creationId xmlns:a16="http://schemas.microsoft.com/office/drawing/2014/main" id="{B499902B-45ED-7CD3-3941-7E9FFDB3CC6E}"/>
                  </a:ext>
                </a:extLst>
              </p:cNvPr>
              <p:cNvSpPr/>
              <p:nvPr/>
            </p:nvSpPr>
            <p:spPr>
              <a:xfrm>
                <a:off x="6134052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0" name="Freeform 39099">
                <a:extLst>
                  <a:ext uri="{FF2B5EF4-FFF2-40B4-BE49-F238E27FC236}">
                    <a16:creationId xmlns:a16="http://schemas.microsoft.com/office/drawing/2014/main" id="{62B2E695-9136-B5A3-52D4-14695BB21256}"/>
                  </a:ext>
                </a:extLst>
              </p:cNvPr>
              <p:cNvSpPr/>
              <p:nvPr/>
            </p:nvSpPr>
            <p:spPr>
              <a:xfrm>
                <a:off x="6134648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1" name="Freeform 39100">
                <a:extLst>
                  <a:ext uri="{FF2B5EF4-FFF2-40B4-BE49-F238E27FC236}">
                    <a16:creationId xmlns:a16="http://schemas.microsoft.com/office/drawing/2014/main" id="{7FBA1D66-F3C6-5B52-28BE-B3D96E15A956}"/>
                  </a:ext>
                </a:extLst>
              </p:cNvPr>
              <p:cNvSpPr/>
              <p:nvPr/>
            </p:nvSpPr>
            <p:spPr>
              <a:xfrm>
                <a:off x="6135144" y="4221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2" name="Freeform 39101">
                <a:extLst>
                  <a:ext uri="{FF2B5EF4-FFF2-40B4-BE49-F238E27FC236}">
                    <a16:creationId xmlns:a16="http://schemas.microsoft.com/office/drawing/2014/main" id="{F4E4495C-51C6-3615-48A9-DC0ADDF505CF}"/>
                  </a:ext>
                </a:extLst>
              </p:cNvPr>
              <p:cNvSpPr/>
              <p:nvPr/>
            </p:nvSpPr>
            <p:spPr>
              <a:xfrm>
                <a:off x="6135640" y="4177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3" name="Freeform 39102">
                <a:extLst>
                  <a:ext uri="{FF2B5EF4-FFF2-40B4-BE49-F238E27FC236}">
                    <a16:creationId xmlns:a16="http://schemas.microsoft.com/office/drawing/2014/main" id="{397E033B-73A5-3721-4394-060DC4C9F2F0}"/>
                  </a:ext>
                </a:extLst>
              </p:cNvPr>
              <p:cNvSpPr/>
              <p:nvPr/>
            </p:nvSpPr>
            <p:spPr>
              <a:xfrm>
                <a:off x="6136235" y="3662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4" name="Freeform 39103">
                <a:extLst>
                  <a:ext uri="{FF2B5EF4-FFF2-40B4-BE49-F238E27FC236}">
                    <a16:creationId xmlns:a16="http://schemas.microsoft.com/office/drawing/2014/main" id="{54C08D9E-30A1-0256-EEA9-6216301EA113}"/>
                  </a:ext>
                </a:extLst>
              </p:cNvPr>
              <p:cNvSpPr/>
              <p:nvPr/>
            </p:nvSpPr>
            <p:spPr>
              <a:xfrm>
                <a:off x="6136731" y="3725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5" name="Freeform 39104">
                <a:extLst>
                  <a:ext uri="{FF2B5EF4-FFF2-40B4-BE49-F238E27FC236}">
                    <a16:creationId xmlns:a16="http://schemas.microsoft.com/office/drawing/2014/main" id="{6BD91662-32FF-5AC3-42E8-B43BAA11D7CF}"/>
                  </a:ext>
                </a:extLst>
              </p:cNvPr>
              <p:cNvSpPr/>
              <p:nvPr/>
            </p:nvSpPr>
            <p:spPr>
              <a:xfrm>
                <a:off x="6137227" y="3808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6" name="Freeform 39105">
                <a:extLst>
                  <a:ext uri="{FF2B5EF4-FFF2-40B4-BE49-F238E27FC236}">
                    <a16:creationId xmlns:a16="http://schemas.microsoft.com/office/drawing/2014/main" id="{57EA9B4C-2737-7BCE-2BC1-9F5D7598E671}"/>
                  </a:ext>
                </a:extLst>
              </p:cNvPr>
              <p:cNvSpPr/>
              <p:nvPr/>
            </p:nvSpPr>
            <p:spPr>
              <a:xfrm>
                <a:off x="6137823" y="387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7" name="Freeform 39106">
                <a:extLst>
                  <a:ext uri="{FF2B5EF4-FFF2-40B4-BE49-F238E27FC236}">
                    <a16:creationId xmlns:a16="http://schemas.microsoft.com/office/drawing/2014/main" id="{B9BA2CB2-1829-76E4-D30A-DD6CF78AE13A}"/>
                  </a:ext>
                </a:extLst>
              </p:cNvPr>
              <p:cNvSpPr/>
              <p:nvPr/>
            </p:nvSpPr>
            <p:spPr>
              <a:xfrm>
                <a:off x="6138319" y="4018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8" name="Freeform 39107">
                <a:extLst>
                  <a:ext uri="{FF2B5EF4-FFF2-40B4-BE49-F238E27FC236}">
                    <a16:creationId xmlns:a16="http://schemas.microsoft.com/office/drawing/2014/main" id="{BC8BE739-0AB6-B4E4-1B14-75370649BF2C}"/>
                  </a:ext>
                </a:extLst>
              </p:cNvPr>
              <p:cNvSpPr/>
              <p:nvPr/>
            </p:nvSpPr>
            <p:spPr>
              <a:xfrm>
                <a:off x="6138815" y="4052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9" name="Freeform 39108">
                <a:extLst>
                  <a:ext uri="{FF2B5EF4-FFF2-40B4-BE49-F238E27FC236}">
                    <a16:creationId xmlns:a16="http://schemas.microsoft.com/office/drawing/2014/main" id="{AA83A1C7-581E-64A1-32AA-A6E7777DACC5}"/>
                  </a:ext>
                </a:extLst>
              </p:cNvPr>
              <p:cNvSpPr/>
              <p:nvPr/>
            </p:nvSpPr>
            <p:spPr>
              <a:xfrm>
                <a:off x="6139410" y="4137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0" name="Freeform 39109">
                <a:extLst>
                  <a:ext uri="{FF2B5EF4-FFF2-40B4-BE49-F238E27FC236}">
                    <a16:creationId xmlns:a16="http://schemas.microsoft.com/office/drawing/2014/main" id="{5D422D3F-E2A3-D338-A832-FDE3E6721E20}"/>
                  </a:ext>
                </a:extLst>
              </p:cNvPr>
              <p:cNvSpPr/>
              <p:nvPr/>
            </p:nvSpPr>
            <p:spPr>
              <a:xfrm>
                <a:off x="6139906" y="4150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1" name="Freeform 39110">
                <a:extLst>
                  <a:ext uri="{FF2B5EF4-FFF2-40B4-BE49-F238E27FC236}">
                    <a16:creationId xmlns:a16="http://schemas.microsoft.com/office/drawing/2014/main" id="{141797B5-3458-F791-9C04-295221711CB2}"/>
                  </a:ext>
                </a:extLst>
              </p:cNvPr>
              <p:cNvSpPr/>
              <p:nvPr/>
            </p:nvSpPr>
            <p:spPr>
              <a:xfrm>
                <a:off x="6140402" y="4116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2" name="Freeform 39111">
                <a:extLst>
                  <a:ext uri="{FF2B5EF4-FFF2-40B4-BE49-F238E27FC236}">
                    <a16:creationId xmlns:a16="http://schemas.microsoft.com/office/drawing/2014/main" id="{00C300EA-91FE-9C3F-3F3D-28F2A3B12B0D}"/>
                  </a:ext>
                </a:extLst>
              </p:cNvPr>
              <p:cNvSpPr/>
              <p:nvPr/>
            </p:nvSpPr>
            <p:spPr>
              <a:xfrm>
                <a:off x="6140998" y="4131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3" name="Freeform 39112">
                <a:extLst>
                  <a:ext uri="{FF2B5EF4-FFF2-40B4-BE49-F238E27FC236}">
                    <a16:creationId xmlns:a16="http://schemas.microsoft.com/office/drawing/2014/main" id="{37C35C20-C980-CBEF-3FE2-86EBC5E80BF8}"/>
                  </a:ext>
                </a:extLst>
              </p:cNvPr>
              <p:cNvSpPr/>
              <p:nvPr/>
            </p:nvSpPr>
            <p:spPr>
              <a:xfrm>
                <a:off x="6141494" y="4125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4" name="Freeform 39113">
                <a:extLst>
                  <a:ext uri="{FF2B5EF4-FFF2-40B4-BE49-F238E27FC236}">
                    <a16:creationId xmlns:a16="http://schemas.microsoft.com/office/drawing/2014/main" id="{FDC8AE13-5228-51BF-6973-860EF7B44459}"/>
                  </a:ext>
                </a:extLst>
              </p:cNvPr>
              <p:cNvSpPr/>
              <p:nvPr/>
            </p:nvSpPr>
            <p:spPr>
              <a:xfrm>
                <a:off x="6141990" y="4186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5" name="Freeform 39114">
                <a:extLst>
                  <a:ext uri="{FF2B5EF4-FFF2-40B4-BE49-F238E27FC236}">
                    <a16:creationId xmlns:a16="http://schemas.microsoft.com/office/drawing/2014/main" id="{5B6D875A-AF21-51A3-50B9-6E2C6CA6358C}"/>
                  </a:ext>
                </a:extLst>
              </p:cNvPr>
              <p:cNvSpPr/>
              <p:nvPr/>
            </p:nvSpPr>
            <p:spPr>
              <a:xfrm>
                <a:off x="6142585" y="4188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6" name="Freeform 39115">
                <a:extLst>
                  <a:ext uri="{FF2B5EF4-FFF2-40B4-BE49-F238E27FC236}">
                    <a16:creationId xmlns:a16="http://schemas.microsoft.com/office/drawing/2014/main" id="{F8AA2CB4-AC2E-07E0-6F05-29B9E9CBE3C4}"/>
                  </a:ext>
                </a:extLst>
              </p:cNvPr>
              <p:cNvSpPr/>
              <p:nvPr/>
            </p:nvSpPr>
            <p:spPr>
              <a:xfrm>
                <a:off x="6143081" y="4190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7" name="Freeform 39116">
                <a:extLst>
                  <a:ext uri="{FF2B5EF4-FFF2-40B4-BE49-F238E27FC236}">
                    <a16:creationId xmlns:a16="http://schemas.microsoft.com/office/drawing/2014/main" id="{4B28F16C-B7AE-8124-1757-E2EFC9129519}"/>
                  </a:ext>
                </a:extLst>
              </p:cNvPr>
              <p:cNvSpPr/>
              <p:nvPr/>
            </p:nvSpPr>
            <p:spPr>
              <a:xfrm>
                <a:off x="6143577" y="4192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8" name="Freeform 39117">
                <a:extLst>
                  <a:ext uri="{FF2B5EF4-FFF2-40B4-BE49-F238E27FC236}">
                    <a16:creationId xmlns:a16="http://schemas.microsoft.com/office/drawing/2014/main" id="{0C1C7FA2-7776-18B9-9937-852303845978}"/>
                  </a:ext>
                </a:extLst>
              </p:cNvPr>
              <p:cNvSpPr/>
              <p:nvPr/>
            </p:nvSpPr>
            <p:spPr>
              <a:xfrm>
                <a:off x="6144173" y="4196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9" name="Freeform 39118">
                <a:extLst>
                  <a:ext uri="{FF2B5EF4-FFF2-40B4-BE49-F238E27FC236}">
                    <a16:creationId xmlns:a16="http://schemas.microsoft.com/office/drawing/2014/main" id="{DDC474EB-B10C-1F8B-7220-CEBE53ABC12B}"/>
                  </a:ext>
                </a:extLst>
              </p:cNvPr>
              <p:cNvSpPr/>
              <p:nvPr/>
            </p:nvSpPr>
            <p:spPr>
              <a:xfrm>
                <a:off x="6144669" y="4200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0" name="Freeform 39119">
                <a:extLst>
                  <a:ext uri="{FF2B5EF4-FFF2-40B4-BE49-F238E27FC236}">
                    <a16:creationId xmlns:a16="http://schemas.microsoft.com/office/drawing/2014/main" id="{F4FE3B7D-44AF-0B0D-EDA9-A170F3028ACE}"/>
                  </a:ext>
                </a:extLst>
              </p:cNvPr>
              <p:cNvSpPr/>
              <p:nvPr/>
            </p:nvSpPr>
            <p:spPr>
              <a:xfrm>
                <a:off x="6145165" y="4203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1" name="Freeform 39120">
                <a:extLst>
                  <a:ext uri="{FF2B5EF4-FFF2-40B4-BE49-F238E27FC236}">
                    <a16:creationId xmlns:a16="http://schemas.microsoft.com/office/drawing/2014/main" id="{0BEDC719-BB11-F2AF-0220-574DD2BB0CDE}"/>
                  </a:ext>
                </a:extLst>
              </p:cNvPr>
              <p:cNvSpPr/>
              <p:nvPr/>
            </p:nvSpPr>
            <p:spPr>
              <a:xfrm>
                <a:off x="6145760" y="4207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2" name="Freeform 39121">
                <a:extLst>
                  <a:ext uri="{FF2B5EF4-FFF2-40B4-BE49-F238E27FC236}">
                    <a16:creationId xmlns:a16="http://schemas.microsoft.com/office/drawing/2014/main" id="{0882793A-8B56-9A64-82B9-7485279969B7}"/>
                  </a:ext>
                </a:extLst>
              </p:cNvPr>
              <p:cNvSpPr/>
              <p:nvPr/>
            </p:nvSpPr>
            <p:spPr>
              <a:xfrm>
                <a:off x="6146256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3" name="Freeform 39122">
                <a:extLst>
                  <a:ext uri="{FF2B5EF4-FFF2-40B4-BE49-F238E27FC236}">
                    <a16:creationId xmlns:a16="http://schemas.microsoft.com/office/drawing/2014/main" id="{124F9A9B-86AC-BDD4-CE3D-B4BB9DD589D0}"/>
                  </a:ext>
                </a:extLst>
              </p:cNvPr>
              <p:cNvSpPr/>
              <p:nvPr/>
            </p:nvSpPr>
            <p:spPr>
              <a:xfrm>
                <a:off x="6146752" y="4212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4" name="Freeform 39123">
                <a:extLst>
                  <a:ext uri="{FF2B5EF4-FFF2-40B4-BE49-F238E27FC236}">
                    <a16:creationId xmlns:a16="http://schemas.microsoft.com/office/drawing/2014/main" id="{CA3ACEED-248E-D654-18BE-8F0E2CDA7D87}"/>
                  </a:ext>
                </a:extLst>
              </p:cNvPr>
              <p:cNvSpPr/>
              <p:nvPr/>
            </p:nvSpPr>
            <p:spPr>
              <a:xfrm>
                <a:off x="6147248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5" name="Freeform 39124">
                <a:extLst>
                  <a:ext uri="{FF2B5EF4-FFF2-40B4-BE49-F238E27FC236}">
                    <a16:creationId xmlns:a16="http://schemas.microsoft.com/office/drawing/2014/main" id="{70A163A4-CB62-0FD3-FD75-61924F4DEC5F}"/>
                  </a:ext>
                </a:extLst>
              </p:cNvPr>
              <p:cNvSpPr/>
              <p:nvPr/>
            </p:nvSpPr>
            <p:spPr>
              <a:xfrm>
                <a:off x="6147844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6" name="Freeform 39125">
                <a:extLst>
                  <a:ext uri="{FF2B5EF4-FFF2-40B4-BE49-F238E27FC236}">
                    <a16:creationId xmlns:a16="http://schemas.microsoft.com/office/drawing/2014/main" id="{3D0A584C-5E4C-E786-5725-2926081CD6E8}"/>
                  </a:ext>
                </a:extLst>
              </p:cNvPr>
              <p:cNvSpPr/>
              <p:nvPr/>
            </p:nvSpPr>
            <p:spPr>
              <a:xfrm>
                <a:off x="6148340" y="411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7" name="Freeform 39126">
                <a:extLst>
                  <a:ext uri="{FF2B5EF4-FFF2-40B4-BE49-F238E27FC236}">
                    <a16:creationId xmlns:a16="http://schemas.microsoft.com/office/drawing/2014/main" id="{B971C7DF-A55A-2B75-4A85-F2CA8686EC6D}"/>
                  </a:ext>
                </a:extLst>
              </p:cNvPr>
              <p:cNvSpPr/>
              <p:nvPr/>
            </p:nvSpPr>
            <p:spPr>
              <a:xfrm>
                <a:off x="6148836" y="3597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8" name="Freeform 39127">
                <a:extLst>
                  <a:ext uri="{FF2B5EF4-FFF2-40B4-BE49-F238E27FC236}">
                    <a16:creationId xmlns:a16="http://schemas.microsoft.com/office/drawing/2014/main" id="{075B9BFF-9B79-F57F-410A-E705B09D4A74}"/>
                  </a:ext>
                </a:extLst>
              </p:cNvPr>
              <p:cNvSpPr/>
              <p:nvPr/>
            </p:nvSpPr>
            <p:spPr>
              <a:xfrm>
                <a:off x="6149431" y="3578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9" name="Freeform 39128">
                <a:extLst>
                  <a:ext uri="{FF2B5EF4-FFF2-40B4-BE49-F238E27FC236}">
                    <a16:creationId xmlns:a16="http://schemas.microsoft.com/office/drawing/2014/main" id="{35921893-02AE-7E90-B3DB-70148F81AD74}"/>
                  </a:ext>
                </a:extLst>
              </p:cNvPr>
              <p:cNvSpPr/>
              <p:nvPr/>
            </p:nvSpPr>
            <p:spPr>
              <a:xfrm>
                <a:off x="6149927" y="3701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0" name="Freeform 39129">
                <a:extLst>
                  <a:ext uri="{FF2B5EF4-FFF2-40B4-BE49-F238E27FC236}">
                    <a16:creationId xmlns:a16="http://schemas.microsoft.com/office/drawing/2014/main" id="{06E8AD62-3F44-386C-9EFC-972D7EA30724}"/>
                  </a:ext>
                </a:extLst>
              </p:cNvPr>
              <p:cNvSpPr/>
              <p:nvPr/>
            </p:nvSpPr>
            <p:spPr>
              <a:xfrm>
                <a:off x="6150423" y="3721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1" name="Freeform 39130">
                <a:extLst>
                  <a:ext uri="{FF2B5EF4-FFF2-40B4-BE49-F238E27FC236}">
                    <a16:creationId xmlns:a16="http://schemas.microsoft.com/office/drawing/2014/main" id="{A758A87D-961E-380F-656B-EA66DD41B9DF}"/>
                  </a:ext>
                </a:extLst>
              </p:cNvPr>
              <p:cNvSpPr/>
              <p:nvPr/>
            </p:nvSpPr>
            <p:spPr>
              <a:xfrm>
                <a:off x="6151019" y="3855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2" name="Freeform 39131">
                <a:extLst>
                  <a:ext uri="{FF2B5EF4-FFF2-40B4-BE49-F238E27FC236}">
                    <a16:creationId xmlns:a16="http://schemas.microsoft.com/office/drawing/2014/main" id="{8E106E9A-D94A-3D6F-BA60-4D24537AB0FE}"/>
                  </a:ext>
                </a:extLst>
              </p:cNvPr>
              <p:cNvSpPr/>
              <p:nvPr/>
            </p:nvSpPr>
            <p:spPr>
              <a:xfrm>
                <a:off x="6151515" y="3927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3" name="Freeform 39132">
                <a:extLst>
                  <a:ext uri="{FF2B5EF4-FFF2-40B4-BE49-F238E27FC236}">
                    <a16:creationId xmlns:a16="http://schemas.microsoft.com/office/drawing/2014/main" id="{8F54CEC1-B3C3-B137-DA0D-02490B74F91A}"/>
                  </a:ext>
                </a:extLst>
              </p:cNvPr>
              <p:cNvSpPr/>
              <p:nvPr/>
            </p:nvSpPr>
            <p:spPr>
              <a:xfrm>
                <a:off x="6152011" y="4064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4" name="Freeform 39133">
                <a:extLst>
                  <a:ext uri="{FF2B5EF4-FFF2-40B4-BE49-F238E27FC236}">
                    <a16:creationId xmlns:a16="http://schemas.microsoft.com/office/drawing/2014/main" id="{272EBD3C-B45B-2D40-2B21-3D43EA1678D1}"/>
                  </a:ext>
                </a:extLst>
              </p:cNvPr>
              <p:cNvSpPr/>
              <p:nvPr/>
            </p:nvSpPr>
            <p:spPr>
              <a:xfrm>
                <a:off x="6152606" y="4043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5" name="Freeform 39134">
                <a:extLst>
                  <a:ext uri="{FF2B5EF4-FFF2-40B4-BE49-F238E27FC236}">
                    <a16:creationId xmlns:a16="http://schemas.microsoft.com/office/drawing/2014/main" id="{9CA88120-62AB-882A-74F4-FBF6CDE7A4A1}"/>
                  </a:ext>
                </a:extLst>
              </p:cNvPr>
              <p:cNvSpPr/>
              <p:nvPr/>
            </p:nvSpPr>
            <p:spPr>
              <a:xfrm>
                <a:off x="6153102" y="4030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6" name="Freeform 39135">
                <a:extLst>
                  <a:ext uri="{FF2B5EF4-FFF2-40B4-BE49-F238E27FC236}">
                    <a16:creationId xmlns:a16="http://schemas.microsoft.com/office/drawing/2014/main" id="{E8185A6A-EE02-30EC-C507-918A62E44897}"/>
                  </a:ext>
                </a:extLst>
              </p:cNvPr>
              <p:cNvSpPr/>
              <p:nvPr/>
            </p:nvSpPr>
            <p:spPr>
              <a:xfrm>
                <a:off x="6153598" y="4014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7" name="Freeform 39136">
                <a:extLst>
                  <a:ext uri="{FF2B5EF4-FFF2-40B4-BE49-F238E27FC236}">
                    <a16:creationId xmlns:a16="http://schemas.microsoft.com/office/drawing/2014/main" id="{0998CEAF-9A30-D5CA-8372-1EDBC3626BB4}"/>
                  </a:ext>
                </a:extLst>
              </p:cNvPr>
              <p:cNvSpPr/>
              <p:nvPr/>
            </p:nvSpPr>
            <p:spPr>
              <a:xfrm>
                <a:off x="6154194" y="4042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8" name="Freeform 39137">
                <a:extLst>
                  <a:ext uri="{FF2B5EF4-FFF2-40B4-BE49-F238E27FC236}">
                    <a16:creationId xmlns:a16="http://schemas.microsoft.com/office/drawing/2014/main" id="{EBD0D756-FCFF-AB9A-FE2B-942454B09CCE}"/>
                  </a:ext>
                </a:extLst>
              </p:cNvPr>
              <p:cNvSpPr/>
              <p:nvPr/>
            </p:nvSpPr>
            <p:spPr>
              <a:xfrm>
                <a:off x="6154690" y="4177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9" name="Freeform 39138">
                <a:extLst>
                  <a:ext uri="{FF2B5EF4-FFF2-40B4-BE49-F238E27FC236}">
                    <a16:creationId xmlns:a16="http://schemas.microsoft.com/office/drawing/2014/main" id="{0F2CF9A3-ED10-1DBE-12F7-31C52968B36A}"/>
                  </a:ext>
                </a:extLst>
              </p:cNvPr>
              <p:cNvSpPr/>
              <p:nvPr/>
            </p:nvSpPr>
            <p:spPr>
              <a:xfrm>
                <a:off x="6155186" y="4196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0" name="Freeform 39139">
                <a:extLst>
                  <a:ext uri="{FF2B5EF4-FFF2-40B4-BE49-F238E27FC236}">
                    <a16:creationId xmlns:a16="http://schemas.microsoft.com/office/drawing/2014/main" id="{26629895-5236-B066-E73C-761C6CB379D3}"/>
                  </a:ext>
                </a:extLst>
              </p:cNvPr>
              <p:cNvSpPr/>
              <p:nvPr/>
            </p:nvSpPr>
            <p:spPr>
              <a:xfrm>
                <a:off x="6155781" y="4207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1" name="Freeform 39140">
                <a:extLst>
                  <a:ext uri="{FF2B5EF4-FFF2-40B4-BE49-F238E27FC236}">
                    <a16:creationId xmlns:a16="http://schemas.microsoft.com/office/drawing/2014/main" id="{BBFCAA6E-7C1F-C712-A894-B44B92C1E815}"/>
                  </a:ext>
                </a:extLst>
              </p:cNvPr>
              <p:cNvSpPr/>
              <p:nvPr/>
            </p:nvSpPr>
            <p:spPr>
              <a:xfrm>
                <a:off x="6156277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2" name="Freeform 39141">
                <a:extLst>
                  <a:ext uri="{FF2B5EF4-FFF2-40B4-BE49-F238E27FC236}">
                    <a16:creationId xmlns:a16="http://schemas.microsoft.com/office/drawing/2014/main" id="{8B2C1EC6-99E7-F4D5-0D0D-470E7197A5A2}"/>
                  </a:ext>
                </a:extLst>
              </p:cNvPr>
              <p:cNvSpPr/>
              <p:nvPr/>
            </p:nvSpPr>
            <p:spPr>
              <a:xfrm>
                <a:off x="6156773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3" name="Freeform 39142">
                <a:extLst>
                  <a:ext uri="{FF2B5EF4-FFF2-40B4-BE49-F238E27FC236}">
                    <a16:creationId xmlns:a16="http://schemas.microsoft.com/office/drawing/2014/main" id="{AFC1463F-7EE8-FFC2-CABB-049F6EEFC3C4}"/>
                  </a:ext>
                </a:extLst>
              </p:cNvPr>
              <p:cNvSpPr/>
              <p:nvPr/>
            </p:nvSpPr>
            <p:spPr>
              <a:xfrm>
                <a:off x="6157369" y="4221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4" name="Freeform 39143">
                <a:extLst>
                  <a:ext uri="{FF2B5EF4-FFF2-40B4-BE49-F238E27FC236}">
                    <a16:creationId xmlns:a16="http://schemas.microsoft.com/office/drawing/2014/main" id="{19A8F947-6B8E-2538-7338-41F6FDB20EBE}"/>
                  </a:ext>
                </a:extLst>
              </p:cNvPr>
              <p:cNvSpPr/>
              <p:nvPr/>
            </p:nvSpPr>
            <p:spPr>
              <a:xfrm>
                <a:off x="6157865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5" name="Freeform 39144">
                <a:extLst>
                  <a:ext uri="{FF2B5EF4-FFF2-40B4-BE49-F238E27FC236}">
                    <a16:creationId xmlns:a16="http://schemas.microsoft.com/office/drawing/2014/main" id="{A6215668-5FC2-B9C1-7066-CCD81E07CB58}"/>
                  </a:ext>
                </a:extLst>
              </p:cNvPr>
              <p:cNvSpPr/>
              <p:nvPr/>
            </p:nvSpPr>
            <p:spPr>
              <a:xfrm>
                <a:off x="6158361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6" name="Freeform 39145">
                <a:extLst>
                  <a:ext uri="{FF2B5EF4-FFF2-40B4-BE49-F238E27FC236}">
                    <a16:creationId xmlns:a16="http://schemas.microsoft.com/office/drawing/2014/main" id="{FD69A02D-F185-65D1-6953-FB2E0D035645}"/>
                  </a:ext>
                </a:extLst>
              </p:cNvPr>
              <p:cNvSpPr/>
              <p:nvPr/>
            </p:nvSpPr>
            <p:spPr>
              <a:xfrm>
                <a:off x="6158857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7" name="Freeform 39146">
                <a:extLst>
                  <a:ext uri="{FF2B5EF4-FFF2-40B4-BE49-F238E27FC236}">
                    <a16:creationId xmlns:a16="http://schemas.microsoft.com/office/drawing/2014/main" id="{E93CBEB7-20A3-8080-43B2-6265394B12D9}"/>
                  </a:ext>
                </a:extLst>
              </p:cNvPr>
              <p:cNvSpPr/>
              <p:nvPr/>
            </p:nvSpPr>
            <p:spPr>
              <a:xfrm>
                <a:off x="6159452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8" name="Freeform 39147">
                <a:extLst>
                  <a:ext uri="{FF2B5EF4-FFF2-40B4-BE49-F238E27FC236}">
                    <a16:creationId xmlns:a16="http://schemas.microsoft.com/office/drawing/2014/main" id="{F41E256F-BB7C-417B-DE56-33119F11F100}"/>
                  </a:ext>
                </a:extLst>
              </p:cNvPr>
              <p:cNvSpPr/>
              <p:nvPr/>
            </p:nvSpPr>
            <p:spPr>
              <a:xfrm>
                <a:off x="6159948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9" name="Freeform 39148">
                <a:extLst>
                  <a:ext uri="{FF2B5EF4-FFF2-40B4-BE49-F238E27FC236}">
                    <a16:creationId xmlns:a16="http://schemas.microsoft.com/office/drawing/2014/main" id="{ADCE95D2-608B-496A-5BD5-5B57905F4DD1}"/>
                  </a:ext>
                </a:extLst>
              </p:cNvPr>
              <p:cNvSpPr/>
              <p:nvPr/>
            </p:nvSpPr>
            <p:spPr>
              <a:xfrm>
                <a:off x="6160445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0" name="Freeform 39149">
                <a:extLst>
                  <a:ext uri="{FF2B5EF4-FFF2-40B4-BE49-F238E27FC236}">
                    <a16:creationId xmlns:a16="http://schemas.microsoft.com/office/drawing/2014/main" id="{08D588B3-40A4-9C8F-F955-B86E2AEE92C4}"/>
                  </a:ext>
                </a:extLst>
              </p:cNvPr>
              <p:cNvSpPr/>
              <p:nvPr/>
            </p:nvSpPr>
            <p:spPr>
              <a:xfrm>
                <a:off x="6161040" y="4055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1" name="Freeform 39150">
                <a:extLst>
                  <a:ext uri="{FF2B5EF4-FFF2-40B4-BE49-F238E27FC236}">
                    <a16:creationId xmlns:a16="http://schemas.microsoft.com/office/drawing/2014/main" id="{2A3977F7-CBD6-4688-5DDF-FE23870761EC}"/>
                  </a:ext>
                </a:extLst>
              </p:cNvPr>
              <p:cNvSpPr/>
              <p:nvPr/>
            </p:nvSpPr>
            <p:spPr>
              <a:xfrm>
                <a:off x="6161536" y="3585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2" name="Freeform 39151">
                <a:extLst>
                  <a:ext uri="{FF2B5EF4-FFF2-40B4-BE49-F238E27FC236}">
                    <a16:creationId xmlns:a16="http://schemas.microsoft.com/office/drawing/2014/main" id="{1CB50CC2-9DA8-FE50-11EB-BB3EACA407BE}"/>
                  </a:ext>
                </a:extLst>
              </p:cNvPr>
              <p:cNvSpPr/>
              <p:nvPr/>
            </p:nvSpPr>
            <p:spPr>
              <a:xfrm>
                <a:off x="6162032" y="3555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3" name="Freeform 39152">
                <a:extLst>
                  <a:ext uri="{FF2B5EF4-FFF2-40B4-BE49-F238E27FC236}">
                    <a16:creationId xmlns:a16="http://schemas.microsoft.com/office/drawing/2014/main" id="{61FF47AB-D923-A781-A52B-FB5466BEABFF}"/>
                  </a:ext>
                </a:extLst>
              </p:cNvPr>
              <p:cNvSpPr/>
              <p:nvPr/>
            </p:nvSpPr>
            <p:spPr>
              <a:xfrm>
                <a:off x="6162627" y="3617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4" name="Freeform 39153">
                <a:extLst>
                  <a:ext uri="{FF2B5EF4-FFF2-40B4-BE49-F238E27FC236}">
                    <a16:creationId xmlns:a16="http://schemas.microsoft.com/office/drawing/2014/main" id="{34D42C82-82BD-758F-D353-54671EE42683}"/>
                  </a:ext>
                </a:extLst>
              </p:cNvPr>
              <p:cNvSpPr/>
              <p:nvPr/>
            </p:nvSpPr>
            <p:spPr>
              <a:xfrm>
                <a:off x="6163123" y="3660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5" name="Freeform 39154">
                <a:extLst>
                  <a:ext uri="{FF2B5EF4-FFF2-40B4-BE49-F238E27FC236}">
                    <a16:creationId xmlns:a16="http://schemas.microsoft.com/office/drawing/2014/main" id="{8AC34BA1-380E-D911-62B0-1033525CB533}"/>
                  </a:ext>
                </a:extLst>
              </p:cNvPr>
              <p:cNvSpPr/>
              <p:nvPr/>
            </p:nvSpPr>
            <p:spPr>
              <a:xfrm>
                <a:off x="6163620" y="3684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6" name="Freeform 39155">
                <a:extLst>
                  <a:ext uri="{FF2B5EF4-FFF2-40B4-BE49-F238E27FC236}">
                    <a16:creationId xmlns:a16="http://schemas.microsoft.com/office/drawing/2014/main" id="{43747095-0FF5-04D4-FCDB-137F1E7174EA}"/>
                  </a:ext>
                </a:extLst>
              </p:cNvPr>
              <p:cNvSpPr/>
              <p:nvPr/>
            </p:nvSpPr>
            <p:spPr>
              <a:xfrm>
                <a:off x="6164215" y="3830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7" name="Freeform 39156">
                <a:extLst>
                  <a:ext uri="{FF2B5EF4-FFF2-40B4-BE49-F238E27FC236}">
                    <a16:creationId xmlns:a16="http://schemas.microsoft.com/office/drawing/2014/main" id="{ED27CFF4-2C7E-EE7F-2CBA-3A799351E37C}"/>
                  </a:ext>
                </a:extLst>
              </p:cNvPr>
              <p:cNvSpPr/>
              <p:nvPr/>
            </p:nvSpPr>
            <p:spPr>
              <a:xfrm>
                <a:off x="6164711" y="385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8" name="Freeform 39157">
                <a:extLst>
                  <a:ext uri="{FF2B5EF4-FFF2-40B4-BE49-F238E27FC236}">
                    <a16:creationId xmlns:a16="http://schemas.microsoft.com/office/drawing/2014/main" id="{7E07ABC4-CA02-44BF-2033-2833EC053F7B}"/>
                  </a:ext>
                </a:extLst>
              </p:cNvPr>
              <p:cNvSpPr/>
              <p:nvPr/>
            </p:nvSpPr>
            <p:spPr>
              <a:xfrm>
                <a:off x="6165207" y="39263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9" name="Freeform 39158">
                <a:extLst>
                  <a:ext uri="{FF2B5EF4-FFF2-40B4-BE49-F238E27FC236}">
                    <a16:creationId xmlns:a16="http://schemas.microsoft.com/office/drawing/2014/main" id="{3069CE7E-6343-7F1B-FAEB-130F1DF56461}"/>
                  </a:ext>
                </a:extLst>
              </p:cNvPr>
              <p:cNvSpPr/>
              <p:nvPr/>
            </p:nvSpPr>
            <p:spPr>
              <a:xfrm>
                <a:off x="6165802" y="3894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0" name="Freeform 39159">
                <a:extLst>
                  <a:ext uri="{FF2B5EF4-FFF2-40B4-BE49-F238E27FC236}">
                    <a16:creationId xmlns:a16="http://schemas.microsoft.com/office/drawing/2014/main" id="{26A83A0A-EC4E-326C-1089-F1DB1CD9B195}"/>
                  </a:ext>
                </a:extLst>
              </p:cNvPr>
              <p:cNvSpPr/>
              <p:nvPr/>
            </p:nvSpPr>
            <p:spPr>
              <a:xfrm>
                <a:off x="6166298" y="3873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1" name="Freeform 39160">
                <a:extLst>
                  <a:ext uri="{FF2B5EF4-FFF2-40B4-BE49-F238E27FC236}">
                    <a16:creationId xmlns:a16="http://schemas.microsoft.com/office/drawing/2014/main" id="{10C8D686-AA42-EEC3-D0F8-562DF18DFBD3}"/>
                  </a:ext>
                </a:extLst>
              </p:cNvPr>
              <p:cNvSpPr/>
              <p:nvPr/>
            </p:nvSpPr>
            <p:spPr>
              <a:xfrm>
                <a:off x="6166795" y="4064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2" name="Freeform 39161">
                <a:extLst>
                  <a:ext uri="{FF2B5EF4-FFF2-40B4-BE49-F238E27FC236}">
                    <a16:creationId xmlns:a16="http://schemas.microsoft.com/office/drawing/2014/main" id="{1B83E950-DDF7-E772-4061-CE388128EA3A}"/>
                  </a:ext>
                </a:extLst>
              </p:cNvPr>
              <p:cNvSpPr/>
              <p:nvPr/>
            </p:nvSpPr>
            <p:spPr>
              <a:xfrm>
                <a:off x="6167390" y="4197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3" name="Freeform 39162">
                <a:extLst>
                  <a:ext uri="{FF2B5EF4-FFF2-40B4-BE49-F238E27FC236}">
                    <a16:creationId xmlns:a16="http://schemas.microsoft.com/office/drawing/2014/main" id="{0C70FB90-51FE-3886-63F5-12D7F744626E}"/>
                  </a:ext>
                </a:extLst>
              </p:cNvPr>
              <p:cNvSpPr/>
              <p:nvPr/>
            </p:nvSpPr>
            <p:spPr>
              <a:xfrm>
                <a:off x="6167886" y="4211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4" name="Freeform 39163">
                <a:extLst>
                  <a:ext uri="{FF2B5EF4-FFF2-40B4-BE49-F238E27FC236}">
                    <a16:creationId xmlns:a16="http://schemas.microsoft.com/office/drawing/2014/main" id="{44CAF915-5BB8-B024-4D80-A54222B21F73}"/>
                  </a:ext>
                </a:extLst>
              </p:cNvPr>
              <p:cNvSpPr/>
              <p:nvPr/>
            </p:nvSpPr>
            <p:spPr>
              <a:xfrm>
                <a:off x="6168382" y="4217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5" name="Freeform 39164">
                <a:extLst>
                  <a:ext uri="{FF2B5EF4-FFF2-40B4-BE49-F238E27FC236}">
                    <a16:creationId xmlns:a16="http://schemas.microsoft.com/office/drawing/2014/main" id="{6B1E8365-B07C-41EC-4EBF-3873709D53A2}"/>
                  </a:ext>
                </a:extLst>
              </p:cNvPr>
              <p:cNvSpPr/>
              <p:nvPr/>
            </p:nvSpPr>
            <p:spPr>
              <a:xfrm>
                <a:off x="6168977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6" name="Freeform 39165">
                <a:extLst>
                  <a:ext uri="{FF2B5EF4-FFF2-40B4-BE49-F238E27FC236}">
                    <a16:creationId xmlns:a16="http://schemas.microsoft.com/office/drawing/2014/main" id="{FEDFE928-E9DA-9C30-DC6C-B6B57AA34519}"/>
                  </a:ext>
                </a:extLst>
              </p:cNvPr>
              <p:cNvSpPr/>
              <p:nvPr/>
            </p:nvSpPr>
            <p:spPr>
              <a:xfrm>
                <a:off x="6169473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7" name="Freeform 39166">
                <a:extLst>
                  <a:ext uri="{FF2B5EF4-FFF2-40B4-BE49-F238E27FC236}">
                    <a16:creationId xmlns:a16="http://schemas.microsoft.com/office/drawing/2014/main" id="{F24BBB9E-F085-8F91-E4B9-A6DA1A518EF3}"/>
                  </a:ext>
                </a:extLst>
              </p:cNvPr>
              <p:cNvSpPr/>
              <p:nvPr/>
            </p:nvSpPr>
            <p:spPr>
              <a:xfrm>
                <a:off x="6169970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8" name="Freeform 39167">
                <a:extLst>
                  <a:ext uri="{FF2B5EF4-FFF2-40B4-BE49-F238E27FC236}">
                    <a16:creationId xmlns:a16="http://schemas.microsoft.com/office/drawing/2014/main" id="{62B53DD7-EAF8-3CF5-44EB-3338CA358F1A}"/>
                  </a:ext>
                </a:extLst>
              </p:cNvPr>
              <p:cNvSpPr/>
              <p:nvPr/>
            </p:nvSpPr>
            <p:spPr>
              <a:xfrm>
                <a:off x="6170466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9" name="Freeform 39168">
                <a:extLst>
                  <a:ext uri="{FF2B5EF4-FFF2-40B4-BE49-F238E27FC236}">
                    <a16:creationId xmlns:a16="http://schemas.microsoft.com/office/drawing/2014/main" id="{FAE6CF8B-8627-28D6-3A92-4BB9B4F575BF}"/>
                  </a:ext>
                </a:extLst>
              </p:cNvPr>
              <p:cNvSpPr/>
              <p:nvPr/>
            </p:nvSpPr>
            <p:spPr>
              <a:xfrm>
                <a:off x="6171061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0" name="Freeform 39169">
                <a:extLst>
                  <a:ext uri="{FF2B5EF4-FFF2-40B4-BE49-F238E27FC236}">
                    <a16:creationId xmlns:a16="http://schemas.microsoft.com/office/drawing/2014/main" id="{85C78866-621D-A46B-975F-7B337EDECC5A}"/>
                  </a:ext>
                </a:extLst>
              </p:cNvPr>
              <p:cNvSpPr/>
              <p:nvPr/>
            </p:nvSpPr>
            <p:spPr>
              <a:xfrm>
                <a:off x="6171557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1" name="Freeform 39170">
                <a:extLst>
                  <a:ext uri="{FF2B5EF4-FFF2-40B4-BE49-F238E27FC236}">
                    <a16:creationId xmlns:a16="http://schemas.microsoft.com/office/drawing/2014/main" id="{FEE1DAE7-082C-E2CC-85C3-A47AF8D2B63A}"/>
                  </a:ext>
                </a:extLst>
              </p:cNvPr>
              <p:cNvSpPr/>
              <p:nvPr/>
            </p:nvSpPr>
            <p:spPr>
              <a:xfrm>
                <a:off x="6172053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2" name="Freeform 39171">
                <a:extLst>
                  <a:ext uri="{FF2B5EF4-FFF2-40B4-BE49-F238E27FC236}">
                    <a16:creationId xmlns:a16="http://schemas.microsoft.com/office/drawing/2014/main" id="{6AEB4DC3-44C0-5066-CBCC-5146A5F7FEA7}"/>
                  </a:ext>
                </a:extLst>
              </p:cNvPr>
              <p:cNvSpPr/>
              <p:nvPr/>
            </p:nvSpPr>
            <p:spPr>
              <a:xfrm>
                <a:off x="6172648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3" name="Freeform 39172">
                <a:extLst>
                  <a:ext uri="{FF2B5EF4-FFF2-40B4-BE49-F238E27FC236}">
                    <a16:creationId xmlns:a16="http://schemas.microsoft.com/office/drawing/2014/main" id="{764D5C10-95B6-FD29-0F96-311702665F50}"/>
                  </a:ext>
                </a:extLst>
              </p:cNvPr>
              <p:cNvSpPr/>
              <p:nvPr/>
            </p:nvSpPr>
            <p:spPr>
              <a:xfrm>
                <a:off x="6173145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4" name="Freeform 39173">
                <a:extLst>
                  <a:ext uri="{FF2B5EF4-FFF2-40B4-BE49-F238E27FC236}">
                    <a16:creationId xmlns:a16="http://schemas.microsoft.com/office/drawing/2014/main" id="{7A369CB7-995F-D771-65F8-9AEE72D1D90B}"/>
                  </a:ext>
                </a:extLst>
              </p:cNvPr>
              <p:cNvSpPr/>
              <p:nvPr/>
            </p:nvSpPr>
            <p:spPr>
              <a:xfrm>
                <a:off x="6173641" y="40545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5" name="Freeform 39174">
                <a:extLst>
                  <a:ext uri="{FF2B5EF4-FFF2-40B4-BE49-F238E27FC236}">
                    <a16:creationId xmlns:a16="http://schemas.microsoft.com/office/drawing/2014/main" id="{87830567-D56F-297F-4B30-431D6F57D471}"/>
                  </a:ext>
                </a:extLst>
              </p:cNvPr>
              <p:cNvSpPr/>
              <p:nvPr/>
            </p:nvSpPr>
            <p:spPr>
              <a:xfrm>
                <a:off x="6174236" y="3738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6" name="Freeform 39175">
                <a:extLst>
                  <a:ext uri="{FF2B5EF4-FFF2-40B4-BE49-F238E27FC236}">
                    <a16:creationId xmlns:a16="http://schemas.microsoft.com/office/drawing/2014/main" id="{DEBE9CE2-B7DB-E0EC-FD33-5830F1F4750E}"/>
                  </a:ext>
                </a:extLst>
              </p:cNvPr>
              <p:cNvSpPr/>
              <p:nvPr/>
            </p:nvSpPr>
            <p:spPr>
              <a:xfrm>
                <a:off x="6174732" y="3772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7" name="Freeform 39176">
                <a:extLst>
                  <a:ext uri="{FF2B5EF4-FFF2-40B4-BE49-F238E27FC236}">
                    <a16:creationId xmlns:a16="http://schemas.microsoft.com/office/drawing/2014/main" id="{32C93998-B3C9-CBE0-B603-D0ABD38A98C7}"/>
                  </a:ext>
                </a:extLst>
              </p:cNvPr>
              <p:cNvSpPr/>
              <p:nvPr/>
            </p:nvSpPr>
            <p:spPr>
              <a:xfrm>
                <a:off x="6175228" y="3887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8" name="Freeform 39177">
                <a:extLst>
                  <a:ext uri="{FF2B5EF4-FFF2-40B4-BE49-F238E27FC236}">
                    <a16:creationId xmlns:a16="http://schemas.microsoft.com/office/drawing/2014/main" id="{63A4AD77-386F-1143-7342-CA5845D99F1D}"/>
                  </a:ext>
                </a:extLst>
              </p:cNvPr>
              <p:cNvSpPr/>
              <p:nvPr/>
            </p:nvSpPr>
            <p:spPr>
              <a:xfrm>
                <a:off x="6175823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9" name="Freeform 39178">
                <a:extLst>
                  <a:ext uri="{FF2B5EF4-FFF2-40B4-BE49-F238E27FC236}">
                    <a16:creationId xmlns:a16="http://schemas.microsoft.com/office/drawing/2014/main" id="{AE068046-CCD1-6BDE-0E29-2EF7C4A979D5}"/>
                  </a:ext>
                </a:extLst>
              </p:cNvPr>
              <p:cNvSpPr/>
              <p:nvPr/>
            </p:nvSpPr>
            <p:spPr>
              <a:xfrm>
                <a:off x="6176320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0" name="Freeform 39179">
                <a:extLst>
                  <a:ext uri="{FF2B5EF4-FFF2-40B4-BE49-F238E27FC236}">
                    <a16:creationId xmlns:a16="http://schemas.microsoft.com/office/drawing/2014/main" id="{54251E69-173A-F5CD-0477-20D48543717A}"/>
                  </a:ext>
                </a:extLst>
              </p:cNvPr>
              <p:cNvSpPr/>
              <p:nvPr/>
            </p:nvSpPr>
            <p:spPr>
              <a:xfrm>
                <a:off x="6176816" y="4068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1" name="Freeform 39180">
                <a:extLst>
                  <a:ext uri="{FF2B5EF4-FFF2-40B4-BE49-F238E27FC236}">
                    <a16:creationId xmlns:a16="http://schemas.microsoft.com/office/drawing/2014/main" id="{8E449DAC-EBFE-847D-D7AF-624501E2AE78}"/>
                  </a:ext>
                </a:extLst>
              </p:cNvPr>
              <p:cNvSpPr/>
              <p:nvPr/>
            </p:nvSpPr>
            <p:spPr>
              <a:xfrm>
                <a:off x="6177411" y="4081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2" name="Freeform 39181">
                <a:extLst>
                  <a:ext uri="{FF2B5EF4-FFF2-40B4-BE49-F238E27FC236}">
                    <a16:creationId xmlns:a16="http://schemas.microsoft.com/office/drawing/2014/main" id="{03EB7950-EC93-A980-8A66-EF66ECF665E0}"/>
                  </a:ext>
                </a:extLst>
              </p:cNvPr>
              <p:cNvSpPr/>
              <p:nvPr/>
            </p:nvSpPr>
            <p:spPr>
              <a:xfrm>
                <a:off x="6177907" y="4066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3" name="Freeform 39182">
                <a:extLst>
                  <a:ext uri="{FF2B5EF4-FFF2-40B4-BE49-F238E27FC236}">
                    <a16:creationId xmlns:a16="http://schemas.microsoft.com/office/drawing/2014/main" id="{8B9D359B-A707-A819-FB21-07A35E4E4DD0}"/>
                  </a:ext>
                </a:extLst>
              </p:cNvPr>
              <p:cNvSpPr/>
              <p:nvPr/>
            </p:nvSpPr>
            <p:spPr>
              <a:xfrm>
                <a:off x="6178403" y="4056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4" name="Freeform 39183">
                <a:extLst>
                  <a:ext uri="{FF2B5EF4-FFF2-40B4-BE49-F238E27FC236}">
                    <a16:creationId xmlns:a16="http://schemas.microsoft.com/office/drawing/2014/main" id="{B7DB78E7-EE3F-68F4-6EE1-AC7E198F2220}"/>
                  </a:ext>
                </a:extLst>
              </p:cNvPr>
              <p:cNvSpPr/>
              <p:nvPr/>
            </p:nvSpPr>
            <p:spPr>
              <a:xfrm>
                <a:off x="6178998" y="4041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5" name="Freeform 39184">
                <a:extLst>
                  <a:ext uri="{FF2B5EF4-FFF2-40B4-BE49-F238E27FC236}">
                    <a16:creationId xmlns:a16="http://schemas.microsoft.com/office/drawing/2014/main" id="{4B047DD9-065F-48C6-8C1B-2F6A5E7F23C8}"/>
                  </a:ext>
                </a:extLst>
              </p:cNvPr>
              <p:cNvSpPr/>
              <p:nvPr/>
            </p:nvSpPr>
            <p:spPr>
              <a:xfrm>
                <a:off x="6179495" y="4112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6" name="Freeform 39185">
                <a:extLst>
                  <a:ext uri="{FF2B5EF4-FFF2-40B4-BE49-F238E27FC236}">
                    <a16:creationId xmlns:a16="http://schemas.microsoft.com/office/drawing/2014/main" id="{8807DFBC-C06D-281D-4793-D59C665CC4C2}"/>
                  </a:ext>
                </a:extLst>
              </p:cNvPr>
              <p:cNvSpPr/>
              <p:nvPr/>
            </p:nvSpPr>
            <p:spPr>
              <a:xfrm>
                <a:off x="6179991" y="4203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7" name="Freeform 39186">
                <a:extLst>
                  <a:ext uri="{FF2B5EF4-FFF2-40B4-BE49-F238E27FC236}">
                    <a16:creationId xmlns:a16="http://schemas.microsoft.com/office/drawing/2014/main" id="{C6D94407-1CD5-F5D9-BA8F-6EF8D4633089}"/>
                  </a:ext>
                </a:extLst>
              </p:cNvPr>
              <p:cNvSpPr/>
              <p:nvPr/>
            </p:nvSpPr>
            <p:spPr>
              <a:xfrm>
                <a:off x="6180586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8" name="Freeform 39187">
                <a:extLst>
                  <a:ext uri="{FF2B5EF4-FFF2-40B4-BE49-F238E27FC236}">
                    <a16:creationId xmlns:a16="http://schemas.microsoft.com/office/drawing/2014/main" id="{C2183BB0-E470-531D-F699-A3CBAA3C36E8}"/>
                  </a:ext>
                </a:extLst>
              </p:cNvPr>
              <p:cNvSpPr/>
              <p:nvPr/>
            </p:nvSpPr>
            <p:spPr>
              <a:xfrm>
                <a:off x="6181082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9" name="Freeform 39188">
                <a:extLst>
                  <a:ext uri="{FF2B5EF4-FFF2-40B4-BE49-F238E27FC236}">
                    <a16:creationId xmlns:a16="http://schemas.microsoft.com/office/drawing/2014/main" id="{C1F0CB56-815D-05DE-70B4-67BC04E3AEFF}"/>
                  </a:ext>
                </a:extLst>
              </p:cNvPr>
              <p:cNvSpPr/>
              <p:nvPr/>
            </p:nvSpPr>
            <p:spPr>
              <a:xfrm>
                <a:off x="6181578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0" name="Freeform 39189">
                <a:extLst>
                  <a:ext uri="{FF2B5EF4-FFF2-40B4-BE49-F238E27FC236}">
                    <a16:creationId xmlns:a16="http://schemas.microsoft.com/office/drawing/2014/main" id="{A9C703EE-9C2E-82F8-BB3F-9C1AF00673B7}"/>
                  </a:ext>
                </a:extLst>
              </p:cNvPr>
              <p:cNvSpPr/>
              <p:nvPr/>
            </p:nvSpPr>
            <p:spPr>
              <a:xfrm>
                <a:off x="6182173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1" name="Freeform 39190">
                <a:extLst>
                  <a:ext uri="{FF2B5EF4-FFF2-40B4-BE49-F238E27FC236}">
                    <a16:creationId xmlns:a16="http://schemas.microsoft.com/office/drawing/2014/main" id="{851E6729-44B2-586A-3F5D-A7133A9BD10B}"/>
                  </a:ext>
                </a:extLst>
              </p:cNvPr>
              <p:cNvSpPr/>
              <p:nvPr/>
            </p:nvSpPr>
            <p:spPr>
              <a:xfrm>
                <a:off x="6182670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2" name="Freeform 39191">
                <a:extLst>
                  <a:ext uri="{FF2B5EF4-FFF2-40B4-BE49-F238E27FC236}">
                    <a16:creationId xmlns:a16="http://schemas.microsoft.com/office/drawing/2014/main" id="{D311524D-C8C9-B09E-8E15-CCF06ED08C35}"/>
                  </a:ext>
                </a:extLst>
              </p:cNvPr>
              <p:cNvSpPr/>
              <p:nvPr/>
            </p:nvSpPr>
            <p:spPr>
              <a:xfrm>
                <a:off x="6183166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3" name="Freeform 39192">
                <a:extLst>
                  <a:ext uri="{FF2B5EF4-FFF2-40B4-BE49-F238E27FC236}">
                    <a16:creationId xmlns:a16="http://schemas.microsoft.com/office/drawing/2014/main" id="{B656EA4E-1666-8ED9-FB26-4CA4F082DF52}"/>
                  </a:ext>
                </a:extLst>
              </p:cNvPr>
              <p:cNvSpPr/>
              <p:nvPr/>
            </p:nvSpPr>
            <p:spPr>
              <a:xfrm>
                <a:off x="6183662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4" name="Freeform 39193">
                <a:extLst>
                  <a:ext uri="{FF2B5EF4-FFF2-40B4-BE49-F238E27FC236}">
                    <a16:creationId xmlns:a16="http://schemas.microsoft.com/office/drawing/2014/main" id="{2BA28119-5FCC-27BE-5343-A0621C1A8558}"/>
                  </a:ext>
                </a:extLst>
              </p:cNvPr>
              <p:cNvSpPr/>
              <p:nvPr/>
            </p:nvSpPr>
            <p:spPr>
              <a:xfrm>
                <a:off x="6184257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5" name="Freeform 39194">
                <a:extLst>
                  <a:ext uri="{FF2B5EF4-FFF2-40B4-BE49-F238E27FC236}">
                    <a16:creationId xmlns:a16="http://schemas.microsoft.com/office/drawing/2014/main" id="{60EA21B2-91DC-0451-BA05-7A5DD6ABC05E}"/>
                  </a:ext>
                </a:extLst>
              </p:cNvPr>
              <p:cNvSpPr/>
              <p:nvPr/>
            </p:nvSpPr>
            <p:spPr>
              <a:xfrm>
                <a:off x="6184753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6" name="Freeform 39195">
                <a:extLst>
                  <a:ext uri="{FF2B5EF4-FFF2-40B4-BE49-F238E27FC236}">
                    <a16:creationId xmlns:a16="http://schemas.microsoft.com/office/drawing/2014/main" id="{A36D92B9-7A7F-5A22-FE30-7A39575D65DF}"/>
                  </a:ext>
                </a:extLst>
              </p:cNvPr>
              <p:cNvSpPr/>
              <p:nvPr/>
            </p:nvSpPr>
            <p:spPr>
              <a:xfrm>
                <a:off x="6185249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7" name="Freeform 39196">
                <a:extLst>
                  <a:ext uri="{FF2B5EF4-FFF2-40B4-BE49-F238E27FC236}">
                    <a16:creationId xmlns:a16="http://schemas.microsoft.com/office/drawing/2014/main" id="{E060BB77-361F-0BF0-867D-9FE90E28EE2D}"/>
                  </a:ext>
                </a:extLst>
              </p:cNvPr>
              <p:cNvSpPr/>
              <p:nvPr/>
            </p:nvSpPr>
            <p:spPr>
              <a:xfrm>
                <a:off x="6185845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8" name="Freeform 39197">
                <a:extLst>
                  <a:ext uri="{FF2B5EF4-FFF2-40B4-BE49-F238E27FC236}">
                    <a16:creationId xmlns:a16="http://schemas.microsoft.com/office/drawing/2014/main" id="{CAC13C6B-D4E3-4EF6-A8F9-7D27E200D92D}"/>
                  </a:ext>
                </a:extLst>
              </p:cNvPr>
              <p:cNvSpPr/>
              <p:nvPr/>
            </p:nvSpPr>
            <p:spPr>
              <a:xfrm>
                <a:off x="6186341" y="4126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9" name="Freeform 39198">
                <a:extLst>
                  <a:ext uri="{FF2B5EF4-FFF2-40B4-BE49-F238E27FC236}">
                    <a16:creationId xmlns:a16="http://schemas.microsoft.com/office/drawing/2014/main" id="{DBCB81BF-4902-DC90-368A-A68D82042448}"/>
                  </a:ext>
                </a:extLst>
              </p:cNvPr>
              <p:cNvSpPr/>
              <p:nvPr/>
            </p:nvSpPr>
            <p:spPr>
              <a:xfrm>
                <a:off x="6186837" y="3793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0" name="Freeform 39199">
                <a:extLst>
                  <a:ext uri="{FF2B5EF4-FFF2-40B4-BE49-F238E27FC236}">
                    <a16:creationId xmlns:a16="http://schemas.microsoft.com/office/drawing/2014/main" id="{30492465-8E3B-0ACF-B34D-70575B282B1D}"/>
                  </a:ext>
                </a:extLst>
              </p:cNvPr>
              <p:cNvSpPr/>
              <p:nvPr/>
            </p:nvSpPr>
            <p:spPr>
              <a:xfrm>
                <a:off x="6187432" y="3783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1" name="Freeform 39200">
                <a:extLst>
                  <a:ext uri="{FF2B5EF4-FFF2-40B4-BE49-F238E27FC236}">
                    <a16:creationId xmlns:a16="http://schemas.microsoft.com/office/drawing/2014/main" id="{4FF7D059-D003-B988-1965-49D041AF4691}"/>
                  </a:ext>
                </a:extLst>
              </p:cNvPr>
              <p:cNvSpPr/>
              <p:nvPr/>
            </p:nvSpPr>
            <p:spPr>
              <a:xfrm>
                <a:off x="6187928" y="387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2" name="Freeform 39201">
                <a:extLst>
                  <a:ext uri="{FF2B5EF4-FFF2-40B4-BE49-F238E27FC236}">
                    <a16:creationId xmlns:a16="http://schemas.microsoft.com/office/drawing/2014/main" id="{A779D21C-6BB3-D066-20CB-CD9A3FECDD09}"/>
                  </a:ext>
                </a:extLst>
              </p:cNvPr>
              <p:cNvSpPr/>
              <p:nvPr/>
            </p:nvSpPr>
            <p:spPr>
              <a:xfrm>
                <a:off x="6188424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3" name="Freeform 39202">
                <a:extLst>
                  <a:ext uri="{FF2B5EF4-FFF2-40B4-BE49-F238E27FC236}">
                    <a16:creationId xmlns:a16="http://schemas.microsoft.com/office/drawing/2014/main" id="{4E2DFEA2-360D-700A-DD71-8B1621DD3413}"/>
                  </a:ext>
                </a:extLst>
              </p:cNvPr>
              <p:cNvSpPr/>
              <p:nvPr/>
            </p:nvSpPr>
            <p:spPr>
              <a:xfrm>
                <a:off x="6189020" y="4072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4" name="Freeform 39203">
                <a:extLst>
                  <a:ext uri="{FF2B5EF4-FFF2-40B4-BE49-F238E27FC236}">
                    <a16:creationId xmlns:a16="http://schemas.microsoft.com/office/drawing/2014/main" id="{909D351A-B2F0-6B2F-7042-640E66BB4FC4}"/>
                  </a:ext>
                </a:extLst>
              </p:cNvPr>
              <p:cNvSpPr/>
              <p:nvPr/>
            </p:nvSpPr>
            <p:spPr>
              <a:xfrm>
                <a:off x="6189516" y="4116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5" name="Freeform 39204">
                <a:extLst>
                  <a:ext uri="{FF2B5EF4-FFF2-40B4-BE49-F238E27FC236}">
                    <a16:creationId xmlns:a16="http://schemas.microsoft.com/office/drawing/2014/main" id="{17171F7E-ABAC-D0DB-3A47-308ABB58986A}"/>
                  </a:ext>
                </a:extLst>
              </p:cNvPr>
              <p:cNvSpPr/>
              <p:nvPr/>
            </p:nvSpPr>
            <p:spPr>
              <a:xfrm>
                <a:off x="6190012" y="4168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6" name="Freeform 39205">
                <a:extLst>
                  <a:ext uri="{FF2B5EF4-FFF2-40B4-BE49-F238E27FC236}">
                    <a16:creationId xmlns:a16="http://schemas.microsoft.com/office/drawing/2014/main" id="{0799068E-4A05-C475-68DA-7B08C7F73746}"/>
                  </a:ext>
                </a:extLst>
              </p:cNvPr>
              <p:cNvSpPr/>
              <p:nvPr/>
            </p:nvSpPr>
            <p:spPr>
              <a:xfrm>
                <a:off x="6190607" y="4216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7" name="Freeform 39206">
                <a:extLst>
                  <a:ext uri="{FF2B5EF4-FFF2-40B4-BE49-F238E27FC236}">
                    <a16:creationId xmlns:a16="http://schemas.microsoft.com/office/drawing/2014/main" id="{98858E95-1192-9627-CDA9-024AF0424F57}"/>
                  </a:ext>
                </a:extLst>
              </p:cNvPr>
              <p:cNvSpPr/>
              <p:nvPr/>
            </p:nvSpPr>
            <p:spPr>
              <a:xfrm>
                <a:off x="6191103" y="4217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8" name="Freeform 39207">
                <a:extLst>
                  <a:ext uri="{FF2B5EF4-FFF2-40B4-BE49-F238E27FC236}">
                    <a16:creationId xmlns:a16="http://schemas.microsoft.com/office/drawing/2014/main" id="{FC62DFCF-011B-ABF9-8EC2-36300FB1F679}"/>
                  </a:ext>
                </a:extLst>
              </p:cNvPr>
              <p:cNvSpPr/>
              <p:nvPr/>
            </p:nvSpPr>
            <p:spPr>
              <a:xfrm>
                <a:off x="6191599" y="4214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9" name="Freeform 39208">
                <a:extLst>
                  <a:ext uri="{FF2B5EF4-FFF2-40B4-BE49-F238E27FC236}">
                    <a16:creationId xmlns:a16="http://schemas.microsoft.com/office/drawing/2014/main" id="{D147EF0F-F167-9C25-9AF7-8291BEB0F4B0}"/>
                  </a:ext>
                </a:extLst>
              </p:cNvPr>
              <p:cNvSpPr/>
              <p:nvPr/>
            </p:nvSpPr>
            <p:spPr>
              <a:xfrm>
                <a:off x="6192195" y="4196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0" name="Freeform 39209">
                <a:extLst>
                  <a:ext uri="{FF2B5EF4-FFF2-40B4-BE49-F238E27FC236}">
                    <a16:creationId xmlns:a16="http://schemas.microsoft.com/office/drawing/2014/main" id="{5C912691-D748-BF36-2D66-64C500E35DE0}"/>
                  </a:ext>
                </a:extLst>
              </p:cNvPr>
              <p:cNvSpPr/>
              <p:nvPr/>
            </p:nvSpPr>
            <p:spPr>
              <a:xfrm>
                <a:off x="6192691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1" name="Freeform 39210">
                <a:extLst>
                  <a:ext uri="{FF2B5EF4-FFF2-40B4-BE49-F238E27FC236}">
                    <a16:creationId xmlns:a16="http://schemas.microsoft.com/office/drawing/2014/main" id="{8DC65390-7451-8483-F97C-C8A9A606A662}"/>
                  </a:ext>
                </a:extLst>
              </p:cNvPr>
              <p:cNvSpPr/>
              <p:nvPr/>
            </p:nvSpPr>
            <p:spPr>
              <a:xfrm>
                <a:off x="6193187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2" name="Freeform 39211">
                <a:extLst>
                  <a:ext uri="{FF2B5EF4-FFF2-40B4-BE49-F238E27FC236}">
                    <a16:creationId xmlns:a16="http://schemas.microsoft.com/office/drawing/2014/main" id="{1D30E6EB-88BB-251A-AC6D-EC98E8650924}"/>
                  </a:ext>
                </a:extLst>
              </p:cNvPr>
              <p:cNvSpPr/>
              <p:nvPr/>
            </p:nvSpPr>
            <p:spPr>
              <a:xfrm>
                <a:off x="6193782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3" name="Freeform 39212">
                <a:extLst>
                  <a:ext uri="{FF2B5EF4-FFF2-40B4-BE49-F238E27FC236}">
                    <a16:creationId xmlns:a16="http://schemas.microsoft.com/office/drawing/2014/main" id="{9604551A-6819-B5B7-3F0A-ED12E3BC541F}"/>
                  </a:ext>
                </a:extLst>
              </p:cNvPr>
              <p:cNvSpPr/>
              <p:nvPr/>
            </p:nvSpPr>
            <p:spPr>
              <a:xfrm>
                <a:off x="6194278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4" name="Freeform 39213">
                <a:extLst>
                  <a:ext uri="{FF2B5EF4-FFF2-40B4-BE49-F238E27FC236}">
                    <a16:creationId xmlns:a16="http://schemas.microsoft.com/office/drawing/2014/main" id="{50261197-D93D-E906-35BB-2DBBD80F6E3E}"/>
                  </a:ext>
                </a:extLst>
              </p:cNvPr>
              <p:cNvSpPr/>
              <p:nvPr/>
            </p:nvSpPr>
            <p:spPr>
              <a:xfrm>
                <a:off x="6194774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5" name="Freeform 39214">
                <a:extLst>
                  <a:ext uri="{FF2B5EF4-FFF2-40B4-BE49-F238E27FC236}">
                    <a16:creationId xmlns:a16="http://schemas.microsoft.com/office/drawing/2014/main" id="{C94985B6-317C-F322-6B5B-63B276EF959C}"/>
                  </a:ext>
                </a:extLst>
              </p:cNvPr>
              <p:cNvSpPr/>
              <p:nvPr/>
            </p:nvSpPr>
            <p:spPr>
              <a:xfrm>
                <a:off x="6195270" y="42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6" name="Freeform 39215">
                <a:extLst>
                  <a:ext uri="{FF2B5EF4-FFF2-40B4-BE49-F238E27FC236}">
                    <a16:creationId xmlns:a16="http://schemas.microsoft.com/office/drawing/2014/main" id="{918FBD2E-2A9B-7560-1EAF-98B588FBF8F1}"/>
                  </a:ext>
                </a:extLst>
              </p:cNvPr>
              <p:cNvSpPr/>
              <p:nvPr/>
            </p:nvSpPr>
            <p:spPr>
              <a:xfrm>
                <a:off x="6195866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7" name="Freeform 39216">
                <a:extLst>
                  <a:ext uri="{FF2B5EF4-FFF2-40B4-BE49-F238E27FC236}">
                    <a16:creationId xmlns:a16="http://schemas.microsoft.com/office/drawing/2014/main" id="{4F0B5AE7-82C2-D22B-147F-EC53F94D65FC}"/>
                  </a:ext>
                </a:extLst>
              </p:cNvPr>
              <p:cNvSpPr/>
              <p:nvPr/>
            </p:nvSpPr>
            <p:spPr>
              <a:xfrm>
                <a:off x="6196362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8" name="Freeform 39217">
                <a:extLst>
                  <a:ext uri="{FF2B5EF4-FFF2-40B4-BE49-F238E27FC236}">
                    <a16:creationId xmlns:a16="http://schemas.microsoft.com/office/drawing/2014/main" id="{AFA70C3F-E43D-A413-208D-6022DC4EB15C}"/>
                  </a:ext>
                </a:extLst>
              </p:cNvPr>
              <p:cNvSpPr/>
              <p:nvPr/>
            </p:nvSpPr>
            <p:spPr>
              <a:xfrm>
                <a:off x="6196858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9" name="Freeform 39218">
                <a:extLst>
                  <a:ext uri="{FF2B5EF4-FFF2-40B4-BE49-F238E27FC236}">
                    <a16:creationId xmlns:a16="http://schemas.microsoft.com/office/drawing/2014/main" id="{3264E558-27C6-2697-2B3E-FFD6CCF2B6B5}"/>
                  </a:ext>
                </a:extLst>
              </p:cNvPr>
              <p:cNvSpPr/>
              <p:nvPr/>
            </p:nvSpPr>
            <p:spPr>
              <a:xfrm>
                <a:off x="6197453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0" name="Freeform 39219">
                <a:extLst>
                  <a:ext uri="{FF2B5EF4-FFF2-40B4-BE49-F238E27FC236}">
                    <a16:creationId xmlns:a16="http://schemas.microsoft.com/office/drawing/2014/main" id="{4D053A06-8C0C-71B4-46EB-E57D668C8CF4}"/>
                  </a:ext>
                </a:extLst>
              </p:cNvPr>
              <p:cNvSpPr/>
              <p:nvPr/>
            </p:nvSpPr>
            <p:spPr>
              <a:xfrm>
                <a:off x="6197949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1" name="Freeform 39220">
                <a:extLst>
                  <a:ext uri="{FF2B5EF4-FFF2-40B4-BE49-F238E27FC236}">
                    <a16:creationId xmlns:a16="http://schemas.microsoft.com/office/drawing/2014/main" id="{3D9C180A-D2CC-1AE1-C10F-63D9E6B445FF}"/>
                  </a:ext>
                </a:extLst>
              </p:cNvPr>
              <p:cNvSpPr/>
              <p:nvPr/>
            </p:nvSpPr>
            <p:spPr>
              <a:xfrm>
                <a:off x="6198445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2" name="Freeform 39221">
                <a:extLst>
                  <a:ext uri="{FF2B5EF4-FFF2-40B4-BE49-F238E27FC236}">
                    <a16:creationId xmlns:a16="http://schemas.microsoft.com/office/drawing/2014/main" id="{1D22F1F7-2A3F-AE77-8F02-0C26110306E5}"/>
                  </a:ext>
                </a:extLst>
              </p:cNvPr>
              <p:cNvSpPr/>
              <p:nvPr/>
            </p:nvSpPr>
            <p:spPr>
              <a:xfrm>
                <a:off x="6199041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3" name="Freeform 39222">
                <a:extLst>
                  <a:ext uri="{FF2B5EF4-FFF2-40B4-BE49-F238E27FC236}">
                    <a16:creationId xmlns:a16="http://schemas.microsoft.com/office/drawing/2014/main" id="{7B84C8B5-C586-B3C2-EA66-D996CC9C556F}"/>
                  </a:ext>
                </a:extLst>
              </p:cNvPr>
              <p:cNvSpPr/>
              <p:nvPr/>
            </p:nvSpPr>
            <p:spPr>
              <a:xfrm>
                <a:off x="6199537" y="3768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4" name="Freeform 39223">
                <a:extLst>
                  <a:ext uri="{FF2B5EF4-FFF2-40B4-BE49-F238E27FC236}">
                    <a16:creationId xmlns:a16="http://schemas.microsoft.com/office/drawing/2014/main" id="{536A3DF0-B1DA-F6A3-5AB7-50AFBDCC6FC3}"/>
                  </a:ext>
                </a:extLst>
              </p:cNvPr>
              <p:cNvSpPr/>
              <p:nvPr/>
            </p:nvSpPr>
            <p:spPr>
              <a:xfrm>
                <a:off x="6200033" y="3730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5" name="Freeform 39224">
                <a:extLst>
                  <a:ext uri="{FF2B5EF4-FFF2-40B4-BE49-F238E27FC236}">
                    <a16:creationId xmlns:a16="http://schemas.microsoft.com/office/drawing/2014/main" id="{5C2A7C9F-C2EE-F214-2045-FC84AA74137C}"/>
                  </a:ext>
                </a:extLst>
              </p:cNvPr>
              <p:cNvSpPr/>
              <p:nvPr/>
            </p:nvSpPr>
            <p:spPr>
              <a:xfrm>
                <a:off x="6200628" y="3779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6" name="Freeform 39225">
                <a:extLst>
                  <a:ext uri="{FF2B5EF4-FFF2-40B4-BE49-F238E27FC236}">
                    <a16:creationId xmlns:a16="http://schemas.microsoft.com/office/drawing/2014/main" id="{AD10F27B-A1D5-1C3E-FF85-06A2314BA469}"/>
                  </a:ext>
                </a:extLst>
              </p:cNvPr>
              <p:cNvSpPr/>
              <p:nvPr/>
            </p:nvSpPr>
            <p:spPr>
              <a:xfrm>
                <a:off x="6201124" y="3913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7" name="Freeform 39226">
                <a:extLst>
                  <a:ext uri="{FF2B5EF4-FFF2-40B4-BE49-F238E27FC236}">
                    <a16:creationId xmlns:a16="http://schemas.microsoft.com/office/drawing/2014/main" id="{1FCF5B3E-E5E5-3613-1C52-65F4EA7A9DB5}"/>
                  </a:ext>
                </a:extLst>
              </p:cNvPr>
              <p:cNvSpPr/>
              <p:nvPr/>
            </p:nvSpPr>
            <p:spPr>
              <a:xfrm>
                <a:off x="6201620" y="4063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8" name="Freeform 39227">
                <a:extLst>
                  <a:ext uri="{FF2B5EF4-FFF2-40B4-BE49-F238E27FC236}">
                    <a16:creationId xmlns:a16="http://schemas.microsoft.com/office/drawing/2014/main" id="{7B51CF3C-D145-37AD-BBA6-E472813F0701}"/>
                  </a:ext>
                </a:extLst>
              </p:cNvPr>
              <p:cNvSpPr/>
              <p:nvPr/>
            </p:nvSpPr>
            <p:spPr>
              <a:xfrm>
                <a:off x="6202216" y="4069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9" name="Freeform 39228">
                <a:extLst>
                  <a:ext uri="{FF2B5EF4-FFF2-40B4-BE49-F238E27FC236}">
                    <a16:creationId xmlns:a16="http://schemas.microsoft.com/office/drawing/2014/main" id="{9B62A4AA-7696-C809-F779-0957A63DA6DB}"/>
                  </a:ext>
                </a:extLst>
              </p:cNvPr>
              <p:cNvSpPr/>
              <p:nvPr/>
            </p:nvSpPr>
            <p:spPr>
              <a:xfrm>
                <a:off x="6202712" y="4195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0" name="Freeform 39229">
                <a:extLst>
                  <a:ext uri="{FF2B5EF4-FFF2-40B4-BE49-F238E27FC236}">
                    <a16:creationId xmlns:a16="http://schemas.microsoft.com/office/drawing/2014/main" id="{E8C87DA7-F48E-758F-F6A9-72DBD4679B36}"/>
                  </a:ext>
                </a:extLst>
              </p:cNvPr>
              <p:cNvSpPr/>
              <p:nvPr/>
            </p:nvSpPr>
            <p:spPr>
              <a:xfrm>
                <a:off x="6203208" y="4199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1" name="Freeform 39230">
                <a:extLst>
                  <a:ext uri="{FF2B5EF4-FFF2-40B4-BE49-F238E27FC236}">
                    <a16:creationId xmlns:a16="http://schemas.microsoft.com/office/drawing/2014/main" id="{17367BA4-7B6C-D048-8820-37658AB5F5A2}"/>
                  </a:ext>
                </a:extLst>
              </p:cNvPr>
              <p:cNvSpPr/>
              <p:nvPr/>
            </p:nvSpPr>
            <p:spPr>
              <a:xfrm>
                <a:off x="6203803" y="4194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2" name="Freeform 39231">
                <a:extLst>
                  <a:ext uri="{FF2B5EF4-FFF2-40B4-BE49-F238E27FC236}">
                    <a16:creationId xmlns:a16="http://schemas.microsoft.com/office/drawing/2014/main" id="{7739F5D8-46F2-6D75-9E3A-66457D759D74}"/>
                  </a:ext>
                </a:extLst>
              </p:cNvPr>
              <p:cNvSpPr/>
              <p:nvPr/>
            </p:nvSpPr>
            <p:spPr>
              <a:xfrm>
                <a:off x="6204299" y="4187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3" name="Freeform 39232">
                <a:extLst>
                  <a:ext uri="{FF2B5EF4-FFF2-40B4-BE49-F238E27FC236}">
                    <a16:creationId xmlns:a16="http://schemas.microsoft.com/office/drawing/2014/main" id="{EB2300EF-9289-5971-25D0-1965512E3F44}"/>
                  </a:ext>
                </a:extLst>
              </p:cNvPr>
              <p:cNvSpPr/>
              <p:nvPr/>
            </p:nvSpPr>
            <p:spPr>
              <a:xfrm>
                <a:off x="6204795" y="4169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4" name="Freeform 39233">
                <a:extLst>
                  <a:ext uri="{FF2B5EF4-FFF2-40B4-BE49-F238E27FC236}">
                    <a16:creationId xmlns:a16="http://schemas.microsoft.com/office/drawing/2014/main" id="{917E8CF9-D356-4AEB-A79D-608DD5328CA6}"/>
                  </a:ext>
                </a:extLst>
              </p:cNvPr>
              <p:cNvSpPr/>
              <p:nvPr/>
            </p:nvSpPr>
            <p:spPr>
              <a:xfrm>
                <a:off x="6205391" y="4190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5" name="Freeform 39234">
                <a:extLst>
                  <a:ext uri="{FF2B5EF4-FFF2-40B4-BE49-F238E27FC236}">
                    <a16:creationId xmlns:a16="http://schemas.microsoft.com/office/drawing/2014/main" id="{21C9A6E1-0711-DB61-51D0-188BC4067919}"/>
                  </a:ext>
                </a:extLst>
              </p:cNvPr>
              <p:cNvSpPr/>
              <p:nvPr/>
            </p:nvSpPr>
            <p:spPr>
              <a:xfrm>
                <a:off x="6205887" y="4201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6" name="Freeform 39235">
                <a:extLst>
                  <a:ext uri="{FF2B5EF4-FFF2-40B4-BE49-F238E27FC236}">
                    <a16:creationId xmlns:a16="http://schemas.microsoft.com/office/drawing/2014/main" id="{E714F52B-03A9-D476-6222-A51EA00DF95D}"/>
                  </a:ext>
                </a:extLst>
              </p:cNvPr>
              <p:cNvSpPr/>
              <p:nvPr/>
            </p:nvSpPr>
            <p:spPr>
              <a:xfrm>
                <a:off x="6206383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7" name="Freeform 39236">
                <a:extLst>
                  <a:ext uri="{FF2B5EF4-FFF2-40B4-BE49-F238E27FC236}">
                    <a16:creationId xmlns:a16="http://schemas.microsoft.com/office/drawing/2014/main" id="{086C5395-0927-097D-0F13-EB409F4A65D0}"/>
                  </a:ext>
                </a:extLst>
              </p:cNvPr>
              <p:cNvSpPr/>
              <p:nvPr/>
            </p:nvSpPr>
            <p:spPr>
              <a:xfrm>
                <a:off x="6206879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8" name="Freeform 39237">
                <a:extLst>
                  <a:ext uri="{FF2B5EF4-FFF2-40B4-BE49-F238E27FC236}">
                    <a16:creationId xmlns:a16="http://schemas.microsoft.com/office/drawing/2014/main" id="{4561FE70-EFB9-FB5C-AB66-DD5C69B46AFB}"/>
                  </a:ext>
                </a:extLst>
              </p:cNvPr>
              <p:cNvSpPr/>
              <p:nvPr/>
            </p:nvSpPr>
            <p:spPr>
              <a:xfrm>
                <a:off x="6207474" y="4216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9" name="Freeform 39238">
                <a:extLst>
                  <a:ext uri="{FF2B5EF4-FFF2-40B4-BE49-F238E27FC236}">
                    <a16:creationId xmlns:a16="http://schemas.microsoft.com/office/drawing/2014/main" id="{9F67F0BB-239E-91CA-A8E4-0E0C99D36633}"/>
                  </a:ext>
                </a:extLst>
              </p:cNvPr>
              <p:cNvSpPr/>
              <p:nvPr/>
            </p:nvSpPr>
            <p:spPr>
              <a:xfrm>
                <a:off x="6207970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0" name="Freeform 39239">
                <a:extLst>
                  <a:ext uri="{FF2B5EF4-FFF2-40B4-BE49-F238E27FC236}">
                    <a16:creationId xmlns:a16="http://schemas.microsoft.com/office/drawing/2014/main" id="{846FD795-2F77-6127-697E-169AD6B926AE}"/>
                  </a:ext>
                </a:extLst>
              </p:cNvPr>
              <p:cNvSpPr/>
              <p:nvPr/>
            </p:nvSpPr>
            <p:spPr>
              <a:xfrm>
                <a:off x="6208466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1" name="Freeform 39240">
                <a:extLst>
                  <a:ext uri="{FF2B5EF4-FFF2-40B4-BE49-F238E27FC236}">
                    <a16:creationId xmlns:a16="http://schemas.microsoft.com/office/drawing/2014/main" id="{7DD3D50A-DDA0-AB34-D4C7-07BEFE247F73}"/>
                  </a:ext>
                </a:extLst>
              </p:cNvPr>
              <p:cNvSpPr/>
              <p:nvPr/>
            </p:nvSpPr>
            <p:spPr>
              <a:xfrm>
                <a:off x="6209062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2" name="Freeform 39241">
                <a:extLst>
                  <a:ext uri="{FF2B5EF4-FFF2-40B4-BE49-F238E27FC236}">
                    <a16:creationId xmlns:a16="http://schemas.microsoft.com/office/drawing/2014/main" id="{65FA092F-475C-B6E2-B36A-63441AD42882}"/>
                  </a:ext>
                </a:extLst>
              </p:cNvPr>
              <p:cNvSpPr/>
              <p:nvPr/>
            </p:nvSpPr>
            <p:spPr>
              <a:xfrm>
                <a:off x="6209558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3" name="Freeform 39242">
                <a:extLst>
                  <a:ext uri="{FF2B5EF4-FFF2-40B4-BE49-F238E27FC236}">
                    <a16:creationId xmlns:a16="http://schemas.microsoft.com/office/drawing/2014/main" id="{67CF136A-C6FB-69F8-4B78-D26F370C6E21}"/>
                  </a:ext>
                </a:extLst>
              </p:cNvPr>
              <p:cNvSpPr/>
              <p:nvPr/>
            </p:nvSpPr>
            <p:spPr>
              <a:xfrm>
                <a:off x="6210054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4" name="Freeform 39243">
                <a:extLst>
                  <a:ext uri="{FF2B5EF4-FFF2-40B4-BE49-F238E27FC236}">
                    <a16:creationId xmlns:a16="http://schemas.microsoft.com/office/drawing/2014/main" id="{9503126F-D41E-6814-C79E-5DB16CC83FA0}"/>
                  </a:ext>
                </a:extLst>
              </p:cNvPr>
              <p:cNvSpPr/>
              <p:nvPr/>
            </p:nvSpPr>
            <p:spPr>
              <a:xfrm>
                <a:off x="6210649" y="4228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5" name="Freeform 39244">
                <a:extLst>
                  <a:ext uri="{FF2B5EF4-FFF2-40B4-BE49-F238E27FC236}">
                    <a16:creationId xmlns:a16="http://schemas.microsoft.com/office/drawing/2014/main" id="{9DCEF5A7-0A70-932E-8EB1-461535AECCF5}"/>
                  </a:ext>
                </a:extLst>
              </p:cNvPr>
              <p:cNvSpPr/>
              <p:nvPr/>
            </p:nvSpPr>
            <p:spPr>
              <a:xfrm>
                <a:off x="6211145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6" name="Freeform 39245">
                <a:extLst>
                  <a:ext uri="{FF2B5EF4-FFF2-40B4-BE49-F238E27FC236}">
                    <a16:creationId xmlns:a16="http://schemas.microsoft.com/office/drawing/2014/main" id="{1FB66B77-9541-B3B3-852A-626C0D69C8D8}"/>
                  </a:ext>
                </a:extLst>
              </p:cNvPr>
              <p:cNvSpPr/>
              <p:nvPr/>
            </p:nvSpPr>
            <p:spPr>
              <a:xfrm>
                <a:off x="6211641" y="4143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7" name="Freeform 39246">
                <a:extLst>
                  <a:ext uri="{FF2B5EF4-FFF2-40B4-BE49-F238E27FC236}">
                    <a16:creationId xmlns:a16="http://schemas.microsoft.com/office/drawing/2014/main" id="{85ADE388-1908-254E-3F51-42375C3A55D4}"/>
                  </a:ext>
                </a:extLst>
              </p:cNvPr>
              <p:cNvSpPr/>
              <p:nvPr/>
            </p:nvSpPr>
            <p:spPr>
              <a:xfrm>
                <a:off x="6212237" y="3526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8" name="Freeform 39247">
                <a:extLst>
                  <a:ext uri="{FF2B5EF4-FFF2-40B4-BE49-F238E27FC236}">
                    <a16:creationId xmlns:a16="http://schemas.microsoft.com/office/drawing/2014/main" id="{D1D290B4-C7B2-AEE0-7F37-6313109B5BC6}"/>
                  </a:ext>
                </a:extLst>
              </p:cNvPr>
              <p:cNvSpPr/>
              <p:nvPr/>
            </p:nvSpPr>
            <p:spPr>
              <a:xfrm>
                <a:off x="6212733" y="3504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9" name="Freeform 39248">
                <a:extLst>
                  <a:ext uri="{FF2B5EF4-FFF2-40B4-BE49-F238E27FC236}">
                    <a16:creationId xmlns:a16="http://schemas.microsoft.com/office/drawing/2014/main" id="{E2003E2A-7C73-A76D-4F0D-D82814F7CEED}"/>
                  </a:ext>
                </a:extLst>
              </p:cNvPr>
              <p:cNvSpPr/>
              <p:nvPr/>
            </p:nvSpPr>
            <p:spPr>
              <a:xfrm>
                <a:off x="6213229" y="3595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0" name="Freeform 39249">
                <a:extLst>
                  <a:ext uri="{FF2B5EF4-FFF2-40B4-BE49-F238E27FC236}">
                    <a16:creationId xmlns:a16="http://schemas.microsoft.com/office/drawing/2014/main" id="{837B7CC9-2145-D72C-0501-83AEEB6CC55C}"/>
                  </a:ext>
                </a:extLst>
              </p:cNvPr>
              <p:cNvSpPr/>
              <p:nvPr/>
            </p:nvSpPr>
            <p:spPr>
              <a:xfrm>
                <a:off x="6213824" y="358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1" name="Freeform 39250">
                <a:extLst>
                  <a:ext uri="{FF2B5EF4-FFF2-40B4-BE49-F238E27FC236}">
                    <a16:creationId xmlns:a16="http://schemas.microsoft.com/office/drawing/2014/main" id="{93940071-8BE9-6F0A-FFC5-F8B6D8891FFB}"/>
                  </a:ext>
                </a:extLst>
              </p:cNvPr>
              <p:cNvSpPr/>
              <p:nvPr/>
            </p:nvSpPr>
            <p:spPr>
              <a:xfrm>
                <a:off x="6214320" y="3784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2" name="Freeform 39251">
                <a:extLst>
                  <a:ext uri="{FF2B5EF4-FFF2-40B4-BE49-F238E27FC236}">
                    <a16:creationId xmlns:a16="http://schemas.microsoft.com/office/drawing/2014/main" id="{47DB3007-1B68-88C1-484B-379C252FC244}"/>
                  </a:ext>
                </a:extLst>
              </p:cNvPr>
              <p:cNvSpPr/>
              <p:nvPr/>
            </p:nvSpPr>
            <p:spPr>
              <a:xfrm>
                <a:off x="6214816" y="3876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3" name="Freeform 39252">
                <a:extLst>
                  <a:ext uri="{FF2B5EF4-FFF2-40B4-BE49-F238E27FC236}">
                    <a16:creationId xmlns:a16="http://schemas.microsoft.com/office/drawing/2014/main" id="{A56D2E33-78B2-F5A3-2A84-34D191288C3F}"/>
                  </a:ext>
                </a:extLst>
              </p:cNvPr>
              <p:cNvSpPr/>
              <p:nvPr/>
            </p:nvSpPr>
            <p:spPr>
              <a:xfrm>
                <a:off x="6215412" y="4057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4" name="Freeform 39253">
                <a:extLst>
                  <a:ext uri="{FF2B5EF4-FFF2-40B4-BE49-F238E27FC236}">
                    <a16:creationId xmlns:a16="http://schemas.microsoft.com/office/drawing/2014/main" id="{BA3721D3-A21D-207D-BAD8-AE24E6B51F71}"/>
                  </a:ext>
                </a:extLst>
              </p:cNvPr>
              <p:cNvSpPr/>
              <p:nvPr/>
            </p:nvSpPr>
            <p:spPr>
              <a:xfrm>
                <a:off x="6215908" y="4114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5" name="Freeform 39254">
                <a:extLst>
                  <a:ext uri="{FF2B5EF4-FFF2-40B4-BE49-F238E27FC236}">
                    <a16:creationId xmlns:a16="http://schemas.microsoft.com/office/drawing/2014/main" id="{B8A2F0CA-463E-6A13-4E84-9AF696ED9EBB}"/>
                  </a:ext>
                </a:extLst>
              </p:cNvPr>
              <p:cNvSpPr/>
              <p:nvPr/>
            </p:nvSpPr>
            <p:spPr>
              <a:xfrm>
                <a:off x="6216404" y="4118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6" name="Freeform 39255">
                <a:extLst>
                  <a:ext uri="{FF2B5EF4-FFF2-40B4-BE49-F238E27FC236}">
                    <a16:creationId xmlns:a16="http://schemas.microsoft.com/office/drawing/2014/main" id="{D2FD7829-E504-25E4-50B8-454EA3C9683D}"/>
                  </a:ext>
                </a:extLst>
              </p:cNvPr>
              <p:cNvSpPr/>
              <p:nvPr/>
            </p:nvSpPr>
            <p:spPr>
              <a:xfrm>
                <a:off x="6216999" y="4110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7" name="Freeform 39256">
                <a:extLst>
                  <a:ext uri="{FF2B5EF4-FFF2-40B4-BE49-F238E27FC236}">
                    <a16:creationId xmlns:a16="http://schemas.microsoft.com/office/drawing/2014/main" id="{DBFEECEC-F6F6-939B-46F6-361468048B95}"/>
                  </a:ext>
                </a:extLst>
              </p:cNvPr>
              <p:cNvSpPr/>
              <p:nvPr/>
            </p:nvSpPr>
            <p:spPr>
              <a:xfrm>
                <a:off x="6217495" y="4132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8" name="Freeform 39257">
                <a:extLst>
                  <a:ext uri="{FF2B5EF4-FFF2-40B4-BE49-F238E27FC236}">
                    <a16:creationId xmlns:a16="http://schemas.microsoft.com/office/drawing/2014/main" id="{0D61A9F3-33BE-E34F-BA1D-B364D1D9C1B1}"/>
                  </a:ext>
                </a:extLst>
              </p:cNvPr>
              <p:cNvSpPr/>
              <p:nvPr/>
            </p:nvSpPr>
            <p:spPr>
              <a:xfrm>
                <a:off x="6217991" y="4187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9" name="Freeform 39258">
                <a:extLst>
                  <a:ext uri="{FF2B5EF4-FFF2-40B4-BE49-F238E27FC236}">
                    <a16:creationId xmlns:a16="http://schemas.microsoft.com/office/drawing/2014/main" id="{2FBD3802-D2B2-6D50-FF0F-E16D9454365A}"/>
                  </a:ext>
                </a:extLst>
              </p:cNvPr>
              <p:cNvSpPr/>
              <p:nvPr/>
            </p:nvSpPr>
            <p:spPr>
              <a:xfrm>
                <a:off x="6218587" y="4192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0" name="Freeform 39259">
                <a:extLst>
                  <a:ext uri="{FF2B5EF4-FFF2-40B4-BE49-F238E27FC236}">
                    <a16:creationId xmlns:a16="http://schemas.microsoft.com/office/drawing/2014/main" id="{60AA4268-B5CF-19EE-8261-012075DB0358}"/>
                  </a:ext>
                </a:extLst>
              </p:cNvPr>
              <p:cNvSpPr/>
              <p:nvPr/>
            </p:nvSpPr>
            <p:spPr>
              <a:xfrm>
                <a:off x="6219083" y="42043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1" name="Freeform 39260">
                <a:extLst>
                  <a:ext uri="{FF2B5EF4-FFF2-40B4-BE49-F238E27FC236}">
                    <a16:creationId xmlns:a16="http://schemas.microsoft.com/office/drawing/2014/main" id="{1A056D65-DA30-D769-196C-6487DCC6DC03}"/>
                  </a:ext>
                </a:extLst>
              </p:cNvPr>
              <p:cNvSpPr/>
              <p:nvPr/>
            </p:nvSpPr>
            <p:spPr>
              <a:xfrm>
                <a:off x="6219579" y="4211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2" name="Freeform 39261">
                <a:extLst>
                  <a:ext uri="{FF2B5EF4-FFF2-40B4-BE49-F238E27FC236}">
                    <a16:creationId xmlns:a16="http://schemas.microsoft.com/office/drawing/2014/main" id="{CFCD153F-0AA6-5024-92D5-14581E1D94AA}"/>
                  </a:ext>
                </a:extLst>
              </p:cNvPr>
              <p:cNvSpPr/>
              <p:nvPr/>
            </p:nvSpPr>
            <p:spPr>
              <a:xfrm>
                <a:off x="6220075" y="4216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3" name="Freeform 39262">
                <a:extLst>
                  <a:ext uri="{FF2B5EF4-FFF2-40B4-BE49-F238E27FC236}">
                    <a16:creationId xmlns:a16="http://schemas.microsoft.com/office/drawing/2014/main" id="{EB679944-F5A0-B0C3-8BDE-8D2486F613DE}"/>
                  </a:ext>
                </a:extLst>
              </p:cNvPr>
              <p:cNvSpPr/>
              <p:nvPr/>
            </p:nvSpPr>
            <p:spPr>
              <a:xfrm>
                <a:off x="6220670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4" name="Freeform 39263">
                <a:extLst>
                  <a:ext uri="{FF2B5EF4-FFF2-40B4-BE49-F238E27FC236}">
                    <a16:creationId xmlns:a16="http://schemas.microsoft.com/office/drawing/2014/main" id="{DE2C7810-C4A9-B844-614A-974E84B67D38}"/>
                  </a:ext>
                </a:extLst>
              </p:cNvPr>
              <p:cNvSpPr/>
              <p:nvPr/>
            </p:nvSpPr>
            <p:spPr>
              <a:xfrm>
                <a:off x="6221166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5" name="Freeform 39264">
                <a:extLst>
                  <a:ext uri="{FF2B5EF4-FFF2-40B4-BE49-F238E27FC236}">
                    <a16:creationId xmlns:a16="http://schemas.microsoft.com/office/drawing/2014/main" id="{A55469DF-5311-AB52-7A53-C59FD13E265C}"/>
                  </a:ext>
                </a:extLst>
              </p:cNvPr>
              <p:cNvSpPr/>
              <p:nvPr/>
            </p:nvSpPr>
            <p:spPr>
              <a:xfrm>
                <a:off x="6221663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6" name="Freeform 39265">
                <a:extLst>
                  <a:ext uri="{FF2B5EF4-FFF2-40B4-BE49-F238E27FC236}">
                    <a16:creationId xmlns:a16="http://schemas.microsoft.com/office/drawing/2014/main" id="{5345B4BF-C3C3-CB1D-232D-094A3C8E6FDA}"/>
                  </a:ext>
                </a:extLst>
              </p:cNvPr>
              <p:cNvSpPr/>
              <p:nvPr/>
            </p:nvSpPr>
            <p:spPr>
              <a:xfrm>
                <a:off x="6222258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7" name="Freeform 39266">
                <a:extLst>
                  <a:ext uri="{FF2B5EF4-FFF2-40B4-BE49-F238E27FC236}">
                    <a16:creationId xmlns:a16="http://schemas.microsoft.com/office/drawing/2014/main" id="{589F4289-03C1-B8BA-CB42-01976653BE52}"/>
                  </a:ext>
                </a:extLst>
              </p:cNvPr>
              <p:cNvSpPr/>
              <p:nvPr/>
            </p:nvSpPr>
            <p:spPr>
              <a:xfrm>
                <a:off x="6222754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8" name="Freeform 39267">
                <a:extLst>
                  <a:ext uri="{FF2B5EF4-FFF2-40B4-BE49-F238E27FC236}">
                    <a16:creationId xmlns:a16="http://schemas.microsoft.com/office/drawing/2014/main" id="{C14FF68B-6504-C75D-DFF9-360289DFA42D}"/>
                  </a:ext>
                </a:extLst>
              </p:cNvPr>
              <p:cNvSpPr/>
              <p:nvPr/>
            </p:nvSpPr>
            <p:spPr>
              <a:xfrm>
                <a:off x="6223250" y="4224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9" name="Freeform 39268">
                <a:extLst>
                  <a:ext uri="{FF2B5EF4-FFF2-40B4-BE49-F238E27FC236}">
                    <a16:creationId xmlns:a16="http://schemas.microsoft.com/office/drawing/2014/main" id="{84A06938-A48B-544B-C066-DFD8B07EFD40}"/>
                  </a:ext>
                </a:extLst>
              </p:cNvPr>
              <p:cNvSpPr/>
              <p:nvPr/>
            </p:nvSpPr>
            <p:spPr>
              <a:xfrm>
                <a:off x="6223845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0" name="Freeform 39269">
                <a:extLst>
                  <a:ext uri="{FF2B5EF4-FFF2-40B4-BE49-F238E27FC236}">
                    <a16:creationId xmlns:a16="http://schemas.microsoft.com/office/drawing/2014/main" id="{40DDB1E6-AD69-7A88-94D8-2CC0426E5B75}"/>
                  </a:ext>
                </a:extLst>
              </p:cNvPr>
              <p:cNvSpPr/>
              <p:nvPr/>
            </p:nvSpPr>
            <p:spPr>
              <a:xfrm>
                <a:off x="6224341" y="4090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1" name="Freeform 39270">
                <a:extLst>
                  <a:ext uri="{FF2B5EF4-FFF2-40B4-BE49-F238E27FC236}">
                    <a16:creationId xmlns:a16="http://schemas.microsoft.com/office/drawing/2014/main" id="{1C12829E-B08D-CAB0-F8D5-9DDE577DBF0B}"/>
                  </a:ext>
                </a:extLst>
              </p:cNvPr>
              <p:cNvSpPr/>
              <p:nvPr/>
            </p:nvSpPr>
            <p:spPr>
              <a:xfrm>
                <a:off x="6224838" y="3490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2" name="Freeform 39271">
                <a:extLst>
                  <a:ext uri="{FF2B5EF4-FFF2-40B4-BE49-F238E27FC236}">
                    <a16:creationId xmlns:a16="http://schemas.microsoft.com/office/drawing/2014/main" id="{DF8893F4-4101-F390-A094-4B6B7F6FC15B}"/>
                  </a:ext>
                </a:extLst>
              </p:cNvPr>
              <p:cNvSpPr/>
              <p:nvPr/>
            </p:nvSpPr>
            <p:spPr>
              <a:xfrm>
                <a:off x="6225433" y="3545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3" name="Freeform 39272">
                <a:extLst>
                  <a:ext uri="{FF2B5EF4-FFF2-40B4-BE49-F238E27FC236}">
                    <a16:creationId xmlns:a16="http://schemas.microsoft.com/office/drawing/2014/main" id="{F565913C-3174-D8A6-E690-7776D2EE0495}"/>
                  </a:ext>
                </a:extLst>
              </p:cNvPr>
              <p:cNvSpPr/>
              <p:nvPr/>
            </p:nvSpPr>
            <p:spPr>
              <a:xfrm>
                <a:off x="6225929" y="3748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4" name="Freeform 39273">
                <a:extLst>
                  <a:ext uri="{FF2B5EF4-FFF2-40B4-BE49-F238E27FC236}">
                    <a16:creationId xmlns:a16="http://schemas.microsoft.com/office/drawing/2014/main" id="{C3FAE84B-F3FB-290E-253B-2AC9B4CCE5C9}"/>
                  </a:ext>
                </a:extLst>
              </p:cNvPr>
              <p:cNvSpPr/>
              <p:nvPr/>
            </p:nvSpPr>
            <p:spPr>
              <a:xfrm>
                <a:off x="6226425" y="3641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5" name="Freeform 39274">
                <a:extLst>
                  <a:ext uri="{FF2B5EF4-FFF2-40B4-BE49-F238E27FC236}">
                    <a16:creationId xmlns:a16="http://schemas.microsoft.com/office/drawing/2014/main" id="{65410D2D-3BD4-D5A6-8C3B-B99431BD567C}"/>
                  </a:ext>
                </a:extLst>
              </p:cNvPr>
              <p:cNvSpPr/>
              <p:nvPr/>
            </p:nvSpPr>
            <p:spPr>
              <a:xfrm>
                <a:off x="6227020" y="3864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6" name="Freeform 39275">
                <a:extLst>
                  <a:ext uri="{FF2B5EF4-FFF2-40B4-BE49-F238E27FC236}">
                    <a16:creationId xmlns:a16="http://schemas.microsoft.com/office/drawing/2014/main" id="{22EEC41B-3C88-A880-E47A-1ADF2DB4B32A}"/>
                  </a:ext>
                </a:extLst>
              </p:cNvPr>
              <p:cNvSpPr/>
              <p:nvPr/>
            </p:nvSpPr>
            <p:spPr>
              <a:xfrm>
                <a:off x="6227516" y="402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7" name="Freeform 39276">
                <a:extLst>
                  <a:ext uri="{FF2B5EF4-FFF2-40B4-BE49-F238E27FC236}">
                    <a16:creationId xmlns:a16="http://schemas.microsoft.com/office/drawing/2014/main" id="{2635EB76-AAB9-9FE1-0BE1-B614F3ACF2EA}"/>
                  </a:ext>
                </a:extLst>
              </p:cNvPr>
              <p:cNvSpPr/>
              <p:nvPr/>
            </p:nvSpPr>
            <p:spPr>
              <a:xfrm>
                <a:off x="6228013" y="4122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8" name="Freeform 39277">
                <a:extLst>
                  <a:ext uri="{FF2B5EF4-FFF2-40B4-BE49-F238E27FC236}">
                    <a16:creationId xmlns:a16="http://schemas.microsoft.com/office/drawing/2014/main" id="{138D353E-7A2F-155C-DCCC-82D942B34151}"/>
                  </a:ext>
                </a:extLst>
              </p:cNvPr>
              <p:cNvSpPr/>
              <p:nvPr/>
            </p:nvSpPr>
            <p:spPr>
              <a:xfrm>
                <a:off x="6228608" y="4147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9" name="Freeform 39278">
                <a:extLst>
                  <a:ext uri="{FF2B5EF4-FFF2-40B4-BE49-F238E27FC236}">
                    <a16:creationId xmlns:a16="http://schemas.microsoft.com/office/drawing/2014/main" id="{7485AB87-042D-1114-7B91-FC9394ED58E3}"/>
                  </a:ext>
                </a:extLst>
              </p:cNvPr>
              <p:cNvSpPr/>
              <p:nvPr/>
            </p:nvSpPr>
            <p:spPr>
              <a:xfrm>
                <a:off x="6229104" y="4146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0" name="Freeform 39279">
                <a:extLst>
                  <a:ext uri="{FF2B5EF4-FFF2-40B4-BE49-F238E27FC236}">
                    <a16:creationId xmlns:a16="http://schemas.microsoft.com/office/drawing/2014/main" id="{3F3EBB56-1993-FF11-B53D-7BD3A1C427E4}"/>
                  </a:ext>
                </a:extLst>
              </p:cNvPr>
              <p:cNvSpPr/>
              <p:nvPr/>
            </p:nvSpPr>
            <p:spPr>
              <a:xfrm>
                <a:off x="6229600" y="4139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1" name="Freeform 39280">
                <a:extLst>
                  <a:ext uri="{FF2B5EF4-FFF2-40B4-BE49-F238E27FC236}">
                    <a16:creationId xmlns:a16="http://schemas.microsoft.com/office/drawing/2014/main" id="{1F3FF67B-0C26-1051-B7B5-BF4F0122F337}"/>
                  </a:ext>
                </a:extLst>
              </p:cNvPr>
              <p:cNvSpPr/>
              <p:nvPr/>
            </p:nvSpPr>
            <p:spPr>
              <a:xfrm>
                <a:off x="6230195" y="4153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2" name="Freeform 39281">
                <a:extLst>
                  <a:ext uri="{FF2B5EF4-FFF2-40B4-BE49-F238E27FC236}">
                    <a16:creationId xmlns:a16="http://schemas.microsoft.com/office/drawing/2014/main" id="{60E8C879-5EDD-7CE6-A58D-97BB93AEC846}"/>
                  </a:ext>
                </a:extLst>
              </p:cNvPr>
              <p:cNvSpPr/>
              <p:nvPr/>
            </p:nvSpPr>
            <p:spPr>
              <a:xfrm>
                <a:off x="6230691" y="4198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3" name="Freeform 39282">
                <a:extLst>
                  <a:ext uri="{FF2B5EF4-FFF2-40B4-BE49-F238E27FC236}">
                    <a16:creationId xmlns:a16="http://schemas.microsoft.com/office/drawing/2014/main" id="{490AE3C1-A3F4-7670-F04B-68E195A5F910}"/>
                  </a:ext>
                </a:extLst>
              </p:cNvPr>
              <p:cNvSpPr/>
              <p:nvPr/>
            </p:nvSpPr>
            <p:spPr>
              <a:xfrm>
                <a:off x="6231188" y="4210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4" name="Freeform 39283">
                <a:extLst>
                  <a:ext uri="{FF2B5EF4-FFF2-40B4-BE49-F238E27FC236}">
                    <a16:creationId xmlns:a16="http://schemas.microsoft.com/office/drawing/2014/main" id="{45E0ED3E-7BE8-6242-504F-777BB7B4AFA5}"/>
                  </a:ext>
                </a:extLst>
              </p:cNvPr>
              <p:cNvSpPr/>
              <p:nvPr/>
            </p:nvSpPr>
            <p:spPr>
              <a:xfrm>
                <a:off x="6231684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5" name="Freeform 39284">
                <a:extLst>
                  <a:ext uri="{FF2B5EF4-FFF2-40B4-BE49-F238E27FC236}">
                    <a16:creationId xmlns:a16="http://schemas.microsoft.com/office/drawing/2014/main" id="{DA82F5D1-92C4-345F-862D-12320926E730}"/>
                  </a:ext>
                </a:extLst>
              </p:cNvPr>
              <p:cNvSpPr/>
              <p:nvPr/>
            </p:nvSpPr>
            <p:spPr>
              <a:xfrm>
                <a:off x="6232279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6" name="Freeform 39285">
                <a:extLst>
                  <a:ext uri="{FF2B5EF4-FFF2-40B4-BE49-F238E27FC236}">
                    <a16:creationId xmlns:a16="http://schemas.microsoft.com/office/drawing/2014/main" id="{256A73FA-7F92-BFF0-738A-606703788645}"/>
                  </a:ext>
                </a:extLst>
              </p:cNvPr>
              <p:cNvSpPr/>
              <p:nvPr/>
            </p:nvSpPr>
            <p:spPr>
              <a:xfrm>
                <a:off x="6232775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7" name="Freeform 39286">
                <a:extLst>
                  <a:ext uri="{FF2B5EF4-FFF2-40B4-BE49-F238E27FC236}">
                    <a16:creationId xmlns:a16="http://schemas.microsoft.com/office/drawing/2014/main" id="{AF59C244-8A7F-162D-9FAA-4110F62E94E1}"/>
                  </a:ext>
                </a:extLst>
              </p:cNvPr>
              <p:cNvSpPr/>
              <p:nvPr/>
            </p:nvSpPr>
            <p:spPr>
              <a:xfrm>
                <a:off x="6233271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8" name="Freeform 39287">
                <a:extLst>
                  <a:ext uri="{FF2B5EF4-FFF2-40B4-BE49-F238E27FC236}">
                    <a16:creationId xmlns:a16="http://schemas.microsoft.com/office/drawing/2014/main" id="{50471EB3-4886-D99C-438F-EC7D0C6A42AF}"/>
                  </a:ext>
                </a:extLst>
              </p:cNvPr>
              <p:cNvSpPr/>
              <p:nvPr/>
            </p:nvSpPr>
            <p:spPr>
              <a:xfrm>
                <a:off x="6233866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9" name="Freeform 39288">
                <a:extLst>
                  <a:ext uri="{FF2B5EF4-FFF2-40B4-BE49-F238E27FC236}">
                    <a16:creationId xmlns:a16="http://schemas.microsoft.com/office/drawing/2014/main" id="{BB199411-D6B4-102B-E115-EF7D953902EE}"/>
                  </a:ext>
                </a:extLst>
              </p:cNvPr>
              <p:cNvSpPr/>
              <p:nvPr/>
            </p:nvSpPr>
            <p:spPr>
              <a:xfrm>
                <a:off x="6234363" y="4228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0" name="Freeform 39289">
                <a:extLst>
                  <a:ext uri="{FF2B5EF4-FFF2-40B4-BE49-F238E27FC236}">
                    <a16:creationId xmlns:a16="http://schemas.microsoft.com/office/drawing/2014/main" id="{BE6EF317-8C61-9131-89F0-3BA83A2F9B80}"/>
                  </a:ext>
                </a:extLst>
              </p:cNvPr>
              <p:cNvSpPr/>
              <p:nvPr/>
            </p:nvSpPr>
            <p:spPr>
              <a:xfrm>
                <a:off x="6234859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1" name="Freeform 39290">
                <a:extLst>
                  <a:ext uri="{FF2B5EF4-FFF2-40B4-BE49-F238E27FC236}">
                    <a16:creationId xmlns:a16="http://schemas.microsoft.com/office/drawing/2014/main" id="{84EB06CE-FC94-003E-82EE-88A468E1EDCB}"/>
                  </a:ext>
                </a:extLst>
              </p:cNvPr>
              <p:cNvSpPr/>
              <p:nvPr/>
            </p:nvSpPr>
            <p:spPr>
              <a:xfrm>
                <a:off x="6235454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2" name="Freeform 39291">
                <a:extLst>
                  <a:ext uri="{FF2B5EF4-FFF2-40B4-BE49-F238E27FC236}">
                    <a16:creationId xmlns:a16="http://schemas.microsoft.com/office/drawing/2014/main" id="{ECE6B05A-38E4-857F-7EE9-ACFAB59864A6}"/>
                  </a:ext>
                </a:extLst>
              </p:cNvPr>
              <p:cNvSpPr/>
              <p:nvPr/>
            </p:nvSpPr>
            <p:spPr>
              <a:xfrm>
                <a:off x="6235950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3" name="Freeform 39292">
                <a:extLst>
                  <a:ext uri="{FF2B5EF4-FFF2-40B4-BE49-F238E27FC236}">
                    <a16:creationId xmlns:a16="http://schemas.microsoft.com/office/drawing/2014/main" id="{6C6B5F67-7903-EDA2-7613-BEDDB42B7C75}"/>
                  </a:ext>
                </a:extLst>
              </p:cNvPr>
              <p:cNvSpPr/>
              <p:nvPr/>
            </p:nvSpPr>
            <p:spPr>
              <a:xfrm>
                <a:off x="6236446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4" name="Freeform 39293">
                <a:extLst>
                  <a:ext uri="{FF2B5EF4-FFF2-40B4-BE49-F238E27FC236}">
                    <a16:creationId xmlns:a16="http://schemas.microsoft.com/office/drawing/2014/main" id="{6F2645C7-153F-BC5F-34B4-D3AF71780099}"/>
                  </a:ext>
                </a:extLst>
              </p:cNvPr>
              <p:cNvSpPr/>
              <p:nvPr/>
            </p:nvSpPr>
            <p:spPr>
              <a:xfrm>
                <a:off x="6237041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5" name="Freeform 39294">
                <a:extLst>
                  <a:ext uri="{FF2B5EF4-FFF2-40B4-BE49-F238E27FC236}">
                    <a16:creationId xmlns:a16="http://schemas.microsoft.com/office/drawing/2014/main" id="{7F6EEE45-DD25-0D7B-F963-87EC04B07C89}"/>
                  </a:ext>
                </a:extLst>
              </p:cNvPr>
              <p:cNvSpPr/>
              <p:nvPr/>
            </p:nvSpPr>
            <p:spPr>
              <a:xfrm>
                <a:off x="6237538" y="3791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6" name="Freeform 39295">
                <a:extLst>
                  <a:ext uri="{FF2B5EF4-FFF2-40B4-BE49-F238E27FC236}">
                    <a16:creationId xmlns:a16="http://schemas.microsoft.com/office/drawing/2014/main" id="{641E21AB-C5CE-3501-4A0C-D480DF41CF19}"/>
                  </a:ext>
                </a:extLst>
              </p:cNvPr>
              <p:cNvSpPr/>
              <p:nvPr/>
            </p:nvSpPr>
            <p:spPr>
              <a:xfrm>
                <a:off x="6238034" y="3815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7" name="Freeform 39296">
                <a:extLst>
                  <a:ext uri="{FF2B5EF4-FFF2-40B4-BE49-F238E27FC236}">
                    <a16:creationId xmlns:a16="http://schemas.microsoft.com/office/drawing/2014/main" id="{1D3B94BA-29DF-2F3F-F9CE-EABF47717FEC}"/>
                  </a:ext>
                </a:extLst>
              </p:cNvPr>
              <p:cNvSpPr/>
              <p:nvPr/>
            </p:nvSpPr>
            <p:spPr>
              <a:xfrm>
                <a:off x="6238629" y="3940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8" name="Freeform 39297">
                <a:extLst>
                  <a:ext uri="{FF2B5EF4-FFF2-40B4-BE49-F238E27FC236}">
                    <a16:creationId xmlns:a16="http://schemas.microsoft.com/office/drawing/2014/main" id="{5918AF75-87F6-831C-13BB-9522DA151319}"/>
                  </a:ext>
                </a:extLst>
              </p:cNvPr>
              <p:cNvSpPr/>
              <p:nvPr/>
            </p:nvSpPr>
            <p:spPr>
              <a:xfrm>
                <a:off x="6239125" y="3976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9" name="Freeform 39298">
                <a:extLst>
                  <a:ext uri="{FF2B5EF4-FFF2-40B4-BE49-F238E27FC236}">
                    <a16:creationId xmlns:a16="http://schemas.microsoft.com/office/drawing/2014/main" id="{7BA3D94B-7177-EF24-1D86-538C7AA1366B}"/>
                  </a:ext>
                </a:extLst>
              </p:cNvPr>
              <p:cNvSpPr/>
              <p:nvPr/>
            </p:nvSpPr>
            <p:spPr>
              <a:xfrm>
                <a:off x="6239621" y="4097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0" name="Freeform 39299">
                <a:extLst>
                  <a:ext uri="{FF2B5EF4-FFF2-40B4-BE49-F238E27FC236}">
                    <a16:creationId xmlns:a16="http://schemas.microsoft.com/office/drawing/2014/main" id="{FD2E2AAA-8AC6-5E5F-ADD4-6F76FF132182}"/>
                  </a:ext>
                </a:extLst>
              </p:cNvPr>
              <p:cNvSpPr/>
              <p:nvPr/>
            </p:nvSpPr>
            <p:spPr>
              <a:xfrm>
                <a:off x="6240216" y="4100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1" name="Freeform 39300">
                <a:extLst>
                  <a:ext uri="{FF2B5EF4-FFF2-40B4-BE49-F238E27FC236}">
                    <a16:creationId xmlns:a16="http://schemas.microsoft.com/office/drawing/2014/main" id="{DD092310-3FF7-D617-BC96-98C0547E9F68}"/>
                  </a:ext>
                </a:extLst>
              </p:cNvPr>
              <p:cNvSpPr/>
              <p:nvPr/>
            </p:nvSpPr>
            <p:spPr>
              <a:xfrm>
                <a:off x="6240713" y="4207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2" name="Freeform 39301">
                <a:extLst>
                  <a:ext uri="{FF2B5EF4-FFF2-40B4-BE49-F238E27FC236}">
                    <a16:creationId xmlns:a16="http://schemas.microsoft.com/office/drawing/2014/main" id="{F86ED313-D013-4FCE-B1EE-7355C3FB6F93}"/>
                  </a:ext>
                </a:extLst>
              </p:cNvPr>
              <p:cNvSpPr/>
              <p:nvPr/>
            </p:nvSpPr>
            <p:spPr>
              <a:xfrm>
                <a:off x="6241209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3" name="Freeform 39302">
                <a:extLst>
                  <a:ext uri="{FF2B5EF4-FFF2-40B4-BE49-F238E27FC236}">
                    <a16:creationId xmlns:a16="http://schemas.microsoft.com/office/drawing/2014/main" id="{9EF9C2C8-455D-35F7-C88D-62FC66C8EDE0}"/>
                  </a:ext>
                </a:extLst>
              </p:cNvPr>
              <p:cNvSpPr/>
              <p:nvPr/>
            </p:nvSpPr>
            <p:spPr>
              <a:xfrm>
                <a:off x="6241804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4" name="Freeform 39303">
                <a:extLst>
                  <a:ext uri="{FF2B5EF4-FFF2-40B4-BE49-F238E27FC236}">
                    <a16:creationId xmlns:a16="http://schemas.microsoft.com/office/drawing/2014/main" id="{36499886-38CF-BF7F-FD8C-D93B79494313}"/>
                  </a:ext>
                </a:extLst>
              </p:cNvPr>
              <p:cNvSpPr/>
              <p:nvPr/>
            </p:nvSpPr>
            <p:spPr>
              <a:xfrm>
                <a:off x="6242300" y="4212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5" name="Freeform 39304">
                <a:extLst>
                  <a:ext uri="{FF2B5EF4-FFF2-40B4-BE49-F238E27FC236}">
                    <a16:creationId xmlns:a16="http://schemas.microsoft.com/office/drawing/2014/main" id="{4D830B68-085A-AFFF-7DB4-8B8E0E62B890}"/>
                  </a:ext>
                </a:extLst>
              </p:cNvPr>
              <p:cNvSpPr/>
              <p:nvPr/>
            </p:nvSpPr>
            <p:spPr>
              <a:xfrm>
                <a:off x="6242796" y="4195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6" name="Freeform 39305">
                <a:extLst>
                  <a:ext uri="{FF2B5EF4-FFF2-40B4-BE49-F238E27FC236}">
                    <a16:creationId xmlns:a16="http://schemas.microsoft.com/office/drawing/2014/main" id="{2BE7DFA7-B8D5-A437-649A-8CC34907A90F}"/>
                  </a:ext>
                </a:extLst>
              </p:cNvPr>
              <p:cNvSpPr/>
              <p:nvPr/>
            </p:nvSpPr>
            <p:spPr>
              <a:xfrm>
                <a:off x="6243391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7" name="Freeform 39306">
                <a:extLst>
                  <a:ext uri="{FF2B5EF4-FFF2-40B4-BE49-F238E27FC236}">
                    <a16:creationId xmlns:a16="http://schemas.microsoft.com/office/drawing/2014/main" id="{D84D04CA-3F2A-37D5-6123-77A0BADFDB87}"/>
                  </a:ext>
                </a:extLst>
              </p:cNvPr>
              <p:cNvSpPr/>
              <p:nvPr/>
            </p:nvSpPr>
            <p:spPr>
              <a:xfrm>
                <a:off x="6243888" y="4231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8" name="Freeform 39307">
                <a:extLst>
                  <a:ext uri="{FF2B5EF4-FFF2-40B4-BE49-F238E27FC236}">
                    <a16:creationId xmlns:a16="http://schemas.microsoft.com/office/drawing/2014/main" id="{69818760-AB9C-BF54-06E2-D9ED0658CB22}"/>
                  </a:ext>
                </a:extLst>
              </p:cNvPr>
              <p:cNvSpPr/>
              <p:nvPr/>
            </p:nvSpPr>
            <p:spPr>
              <a:xfrm>
                <a:off x="6244384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9" name="Freeform 39308">
                <a:extLst>
                  <a:ext uri="{FF2B5EF4-FFF2-40B4-BE49-F238E27FC236}">
                    <a16:creationId xmlns:a16="http://schemas.microsoft.com/office/drawing/2014/main" id="{B06D27C0-6C4E-609F-772F-6C4E27CD0E2D}"/>
                  </a:ext>
                </a:extLst>
              </p:cNvPr>
              <p:cNvSpPr/>
              <p:nvPr/>
            </p:nvSpPr>
            <p:spPr>
              <a:xfrm>
                <a:off x="6244880" y="4238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0" name="Freeform 39309">
                <a:extLst>
                  <a:ext uri="{FF2B5EF4-FFF2-40B4-BE49-F238E27FC236}">
                    <a16:creationId xmlns:a16="http://schemas.microsoft.com/office/drawing/2014/main" id="{BD3E6A26-4C1B-E5A5-1A0A-A1E314FE341E}"/>
                  </a:ext>
                </a:extLst>
              </p:cNvPr>
              <p:cNvSpPr/>
              <p:nvPr/>
            </p:nvSpPr>
            <p:spPr>
              <a:xfrm>
                <a:off x="624547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1" name="Freeform 39310">
                <a:extLst>
                  <a:ext uri="{FF2B5EF4-FFF2-40B4-BE49-F238E27FC236}">
                    <a16:creationId xmlns:a16="http://schemas.microsoft.com/office/drawing/2014/main" id="{E12DD4F9-9627-65C0-3330-C3093FA74610}"/>
                  </a:ext>
                </a:extLst>
              </p:cNvPr>
              <p:cNvSpPr/>
              <p:nvPr/>
            </p:nvSpPr>
            <p:spPr>
              <a:xfrm>
                <a:off x="624597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2" name="Freeform 39311">
                <a:extLst>
                  <a:ext uri="{FF2B5EF4-FFF2-40B4-BE49-F238E27FC236}">
                    <a16:creationId xmlns:a16="http://schemas.microsoft.com/office/drawing/2014/main" id="{D692DCB2-8A45-11E0-19BE-6AA69BC207B4}"/>
                  </a:ext>
                </a:extLst>
              </p:cNvPr>
              <p:cNvSpPr/>
              <p:nvPr/>
            </p:nvSpPr>
            <p:spPr>
              <a:xfrm>
                <a:off x="6246467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3" name="Freeform 39312">
                <a:extLst>
                  <a:ext uri="{FF2B5EF4-FFF2-40B4-BE49-F238E27FC236}">
                    <a16:creationId xmlns:a16="http://schemas.microsoft.com/office/drawing/2014/main" id="{4BC65757-F62F-E747-BFAB-7DF75ADD9DDC}"/>
                  </a:ext>
                </a:extLst>
              </p:cNvPr>
              <p:cNvSpPr/>
              <p:nvPr/>
            </p:nvSpPr>
            <p:spPr>
              <a:xfrm>
                <a:off x="624706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4" name="Freeform 39313">
                <a:extLst>
                  <a:ext uri="{FF2B5EF4-FFF2-40B4-BE49-F238E27FC236}">
                    <a16:creationId xmlns:a16="http://schemas.microsoft.com/office/drawing/2014/main" id="{A21259A0-DDFC-71F5-89E2-A76D39F3BB6F}"/>
                  </a:ext>
                </a:extLst>
              </p:cNvPr>
              <p:cNvSpPr/>
              <p:nvPr/>
            </p:nvSpPr>
            <p:spPr>
              <a:xfrm>
                <a:off x="624755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5" name="Freeform 39314">
                <a:extLst>
                  <a:ext uri="{FF2B5EF4-FFF2-40B4-BE49-F238E27FC236}">
                    <a16:creationId xmlns:a16="http://schemas.microsoft.com/office/drawing/2014/main" id="{45E57FD8-50B0-C64C-9DFD-789782B39405}"/>
                  </a:ext>
                </a:extLst>
              </p:cNvPr>
              <p:cNvSpPr/>
              <p:nvPr/>
            </p:nvSpPr>
            <p:spPr>
              <a:xfrm>
                <a:off x="624805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6" name="Freeform 39315">
                <a:extLst>
                  <a:ext uri="{FF2B5EF4-FFF2-40B4-BE49-F238E27FC236}">
                    <a16:creationId xmlns:a16="http://schemas.microsoft.com/office/drawing/2014/main" id="{F4B7C06B-778F-95FF-5870-0555646323B2}"/>
                  </a:ext>
                </a:extLst>
              </p:cNvPr>
              <p:cNvSpPr/>
              <p:nvPr/>
            </p:nvSpPr>
            <p:spPr>
              <a:xfrm>
                <a:off x="624865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7" name="Freeform 39316">
                <a:extLst>
                  <a:ext uri="{FF2B5EF4-FFF2-40B4-BE49-F238E27FC236}">
                    <a16:creationId xmlns:a16="http://schemas.microsoft.com/office/drawing/2014/main" id="{8295B5F4-7B6D-54C0-30F1-145847B5BAAB}"/>
                  </a:ext>
                </a:extLst>
              </p:cNvPr>
              <p:cNvSpPr/>
              <p:nvPr/>
            </p:nvSpPr>
            <p:spPr>
              <a:xfrm>
                <a:off x="624914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8" name="Freeform 39317">
                <a:extLst>
                  <a:ext uri="{FF2B5EF4-FFF2-40B4-BE49-F238E27FC236}">
                    <a16:creationId xmlns:a16="http://schemas.microsoft.com/office/drawing/2014/main" id="{AFEB5102-8C50-BFBB-988C-03286E01621A}"/>
                  </a:ext>
                </a:extLst>
              </p:cNvPr>
              <p:cNvSpPr/>
              <p:nvPr/>
            </p:nvSpPr>
            <p:spPr>
              <a:xfrm>
                <a:off x="6249642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9" name="Freeform 39318">
                <a:extLst>
                  <a:ext uri="{FF2B5EF4-FFF2-40B4-BE49-F238E27FC236}">
                    <a16:creationId xmlns:a16="http://schemas.microsoft.com/office/drawing/2014/main" id="{9486B44B-2941-F96F-B31C-7A328814B8A3}"/>
                  </a:ext>
                </a:extLst>
              </p:cNvPr>
              <p:cNvSpPr/>
              <p:nvPr/>
            </p:nvSpPr>
            <p:spPr>
              <a:xfrm>
                <a:off x="6250238" y="394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0" name="Freeform 39319">
                <a:extLst>
                  <a:ext uri="{FF2B5EF4-FFF2-40B4-BE49-F238E27FC236}">
                    <a16:creationId xmlns:a16="http://schemas.microsoft.com/office/drawing/2014/main" id="{B9F56219-1148-8A11-A61C-6FBD80F05DC4}"/>
                  </a:ext>
                </a:extLst>
              </p:cNvPr>
              <p:cNvSpPr/>
              <p:nvPr/>
            </p:nvSpPr>
            <p:spPr>
              <a:xfrm>
                <a:off x="6250734" y="3951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1" name="Freeform 39320">
                <a:extLst>
                  <a:ext uri="{FF2B5EF4-FFF2-40B4-BE49-F238E27FC236}">
                    <a16:creationId xmlns:a16="http://schemas.microsoft.com/office/drawing/2014/main" id="{F499CEC8-A4F8-C978-E568-46D81AF04F0A}"/>
                  </a:ext>
                </a:extLst>
              </p:cNvPr>
              <p:cNvSpPr/>
              <p:nvPr/>
            </p:nvSpPr>
            <p:spPr>
              <a:xfrm>
                <a:off x="6251230" y="3988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2" name="Freeform 39321">
                <a:extLst>
                  <a:ext uri="{FF2B5EF4-FFF2-40B4-BE49-F238E27FC236}">
                    <a16:creationId xmlns:a16="http://schemas.microsoft.com/office/drawing/2014/main" id="{9B5BB960-5911-58FC-F98E-43F2670BA331}"/>
                  </a:ext>
                </a:extLst>
              </p:cNvPr>
              <p:cNvSpPr/>
              <p:nvPr/>
            </p:nvSpPr>
            <p:spPr>
              <a:xfrm>
                <a:off x="6251825" y="4105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3" name="Freeform 39322">
                <a:extLst>
                  <a:ext uri="{FF2B5EF4-FFF2-40B4-BE49-F238E27FC236}">
                    <a16:creationId xmlns:a16="http://schemas.microsoft.com/office/drawing/2014/main" id="{C13BEA2C-1859-12B8-99FE-DD754499FDCD}"/>
                  </a:ext>
                </a:extLst>
              </p:cNvPr>
              <p:cNvSpPr/>
              <p:nvPr/>
            </p:nvSpPr>
            <p:spPr>
              <a:xfrm>
                <a:off x="6252321" y="4163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4" name="Freeform 39323">
                <a:extLst>
                  <a:ext uri="{FF2B5EF4-FFF2-40B4-BE49-F238E27FC236}">
                    <a16:creationId xmlns:a16="http://schemas.microsoft.com/office/drawing/2014/main" id="{BC1938B7-FA12-BA84-F937-69B0647A0B93}"/>
                  </a:ext>
                </a:extLst>
              </p:cNvPr>
              <p:cNvSpPr/>
              <p:nvPr/>
            </p:nvSpPr>
            <p:spPr>
              <a:xfrm>
                <a:off x="6252817" y="4159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5" name="Freeform 39324">
                <a:extLst>
                  <a:ext uri="{FF2B5EF4-FFF2-40B4-BE49-F238E27FC236}">
                    <a16:creationId xmlns:a16="http://schemas.microsoft.com/office/drawing/2014/main" id="{D14F7228-6AAC-C0ED-FAA3-3CC65648B45E}"/>
                  </a:ext>
                </a:extLst>
              </p:cNvPr>
              <p:cNvSpPr/>
              <p:nvPr/>
            </p:nvSpPr>
            <p:spPr>
              <a:xfrm>
                <a:off x="6253413" y="4221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6" name="Freeform 39325">
                <a:extLst>
                  <a:ext uri="{FF2B5EF4-FFF2-40B4-BE49-F238E27FC236}">
                    <a16:creationId xmlns:a16="http://schemas.microsoft.com/office/drawing/2014/main" id="{50E30D04-CE98-FEA3-378D-EABF47275F68}"/>
                  </a:ext>
                </a:extLst>
              </p:cNvPr>
              <p:cNvSpPr/>
              <p:nvPr/>
            </p:nvSpPr>
            <p:spPr>
              <a:xfrm>
                <a:off x="6253909" y="4220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7" name="Freeform 39326">
                <a:extLst>
                  <a:ext uri="{FF2B5EF4-FFF2-40B4-BE49-F238E27FC236}">
                    <a16:creationId xmlns:a16="http://schemas.microsoft.com/office/drawing/2014/main" id="{5543B033-4733-F3D5-88B0-C91FC5C031CA}"/>
                  </a:ext>
                </a:extLst>
              </p:cNvPr>
              <p:cNvSpPr/>
              <p:nvPr/>
            </p:nvSpPr>
            <p:spPr>
              <a:xfrm>
                <a:off x="6254405" y="4225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8" name="Freeform 39327">
                <a:extLst>
                  <a:ext uri="{FF2B5EF4-FFF2-40B4-BE49-F238E27FC236}">
                    <a16:creationId xmlns:a16="http://schemas.microsoft.com/office/drawing/2014/main" id="{9542E853-EBC5-9CFD-2422-C0891EA897CB}"/>
                  </a:ext>
                </a:extLst>
              </p:cNvPr>
              <p:cNvSpPr/>
              <p:nvPr/>
            </p:nvSpPr>
            <p:spPr>
              <a:xfrm>
                <a:off x="6255000" y="42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9" name="Freeform 39328">
                <a:extLst>
                  <a:ext uri="{FF2B5EF4-FFF2-40B4-BE49-F238E27FC236}">
                    <a16:creationId xmlns:a16="http://schemas.microsoft.com/office/drawing/2014/main" id="{501F301C-F9E2-4914-81E9-0A61DBA14288}"/>
                  </a:ext>
                </a:extLst>
              </p:cNvPr>
              <p:cNvSpPr/>
              <p:nvPr/>
            </p:nvSpPr>
            <p:spPr>
              <a:xfrm>
                <a:off x="6255496" y="4213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0" name="Freeform 39329">
                <a:extLst>
                  <a:ext uri="{FF2B5EF4-FFF2-40B4-BE49-F238E27FC236}">
                    <a16:creationId xmlns:a16="http://schemas.microsoft.com/office/drawing/2014/main" id="{14F0F5B2-E2F6-5D1F-8B7B-81D331CEDA23}"/>
                  </a:ext>
                </a:extLst>
              </p:cNvPr>
              <p:cNvSpPr/>
              <p:nvPr/>
            </p:nvSpPr>
            <p:spPr>
              <a:xfrm>
                <a:off x="6255992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1" name="Freeform 39330">
                <a:extLst>
                  <a:ext uri="{FF2B5EF4-FFF2-40B4-BE49-F238E27FC236}">
                    <a16:creationId xmlns:a16="http://schemas.microsoft.com/office/drawing/2014/main" id="{0C00F424-9799-DD8C-84E1-E0A58499E07B}"/>
                  </a:ext>
                </a:extLst>
              </p:cNvPr>
              <p:cNvSpPr/>
              <p:nvPr/>
            </p:nvSpPr>
            <p:spPr>
              <a:xfrm>
                <a:off x="6256488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2" name="Freeform 39331">
                <a:extLst>
                  <a:ext uri="{FF2B5EF4-FFF2-40B4-BE49-F238E27FC236}">
                    <a16:creationId xmlns:a16="http://schemas.microsoft.com/office/drawing/2014/main" id="{9D3AE06D-F8B4-3CF3-1A5C-C27BB17E1A2D}"/>
                  </a:ext>
                </a:extLst>
              </p:cNvPr>
              <p:cNvSpPr/>
              <p:nvPr/>
            </p:nvSpPr>
            <p:spPr>
              <a:xfrm>
                <a:off x="6257084" y="4234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3" name="Freeform 39332">
                <a:extLst>
                  <a:ext uri="{FF2B5EF4-FFF2-40B4-BE49-F238E27FC236}">
                    <a16:creationId xmlns:a16="http://schemas.microsoft.com/office/drawing/2014/main" id="{EF7C1087-780E-EE27-AC0B-49A6B2FC1A3E}"/>
                  </a:ext>
                </a:extLst>
              </p:cNvPr>
              <p:cNvSpPr/>
              <p:nvPr/>
            </p:nvSpPr>
            <p:spPr>
              <a:xfrm>
                <a:off x="6257580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4" name="Freeform 39333">
                <a:extLst>
                  <a:ext uri="{FF2B5EF4-FFF2-40B4-BE49-F238E27FC236}">
                    <a16:creationId xmlns:a16="http://schemas.microsoft.com/office/drawing/2014/main" id="{2ED7CC94-3C3A-28DA-6785-73ABFD6DE629}"/>
                  </a:ext>
                </a:extLst>
              </p:cNvPr>
              <p:cNvSpPr/>
              <p:nvPr/>
            </p:nvSpPr>
            <p:spPr>
              <a:xfrm>
                <a:off x="6258076" y="4237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5" name="Freeform 39334">
                <a:extLst>
                  <a:ext uri="{FF2B5EF4-FFF2-40B4-BE49-F238E27FC236}">
                    <a16:creationId xmlns:a16="http://schemas.microsoft.com/office/drawing/2014/main" id="{55FD9A89-DF52-E1D7-FD4F-48E18349AE75}"/>
                  </a:ext>
                </a:extLst>
              </p:cNvPr>
              <p:cNvSpPr/>
              <p:nvPr/>
            </p:nvSpPr>
            <p:spPr>
              <a:xfrm>
                <a:off x="625867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6" name="Freeform 39335">
                <a:extLst>
                  <a:ext uri="{FF2B5EF4-FFF2-40B4-BE49-F238E27FC236}">
                    <a16:creationId xmlns:a16="http://schemas.microsoft.com/office/drawing/2014/main" id="{A8B66363-764C-7E11-4FB3-EB1F47415E58}"/>
                  </a:ext>
                </a:extLst>
              </p:cNvPr>
              <p:cNvSpPr/>
              <p:nvPr/>
            </p:nvSpPr>
            <p:spPr>
              <a:xfrm>
                <a:off x="6259167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7" name="Freeform 39336">
                <a:extLst>
                  <a:ext uri="{FF2B5EF4-FFF2-40B4-BE49-F238E27FC236}">
                    <a16:creationId xmlns:a16="http://schemas.microsoft.com/office/drawing/2014/main" id="{6A6D9512-17E1-6FC8-309E-2481F61CF5A8}"/>
                  </a:ext>
                </a:extLst>
              </p:cNvPr>
              <p:cNvSpPr/>
              <p:nvPr/>
            </p:nvSpPr>
            <p:spPr>
              <a:xfrm>
                <a:off x="625966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8" name="Freeform 39337">
                <a:extLst>
                  <a:ext uri="{FF2B5EF4-FFF2-40B4-BE49-F238E27FC236}">
                    <a16:creationId xmlns:a16="http://schemas.microsoft.com/office/drawing/2014/main" id="{395CC14A-AB3A-8C1E-0EFA-6838BEB77971}"/>
                  </a:ext>
                </a:extLst>
              </p:cNvPr>
              <p:cNvSpPr/>
              <p:nvPr/>
            </p:nvSpPr>
            <p:spPr>
              <a:xfrm>
                <a:off x="626025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9" name="Freeform 39338">
                <a:extLst>
                  <a:ext uri="{FF2B5EF4-FFF2-40B4-BE49-F238E27FC236}">
                    <a16:creationId xmlns:a16="http://schemas.microsoft.com/office/drawing/2014/main" id="{8B8197BC-B80F-A7AF-E659-0B84883B2E7B}"/>
                  </a:ext>
                </a:extLst>
              </p:cNvPr>
              <p:cNvSpPr/>
              <p:nvPr/>
            </p:nvSpPr>
            <p:spPr>
              <a:xfrm>
                <a:off x="626075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0" name="Freeform 39339">
                <a:extLst>
                  <a:ext uri="{FF2B5EF4-FFF2-40B4-BE49-F238E27FC236}">
                    <a16:creationId xmlns:a16="http://schemas.microsoft.com/office/drawing/2014/main" id="{3E31A549-21F4-23F7-051A-13CEEE404EDE}"/>
                  </a:ext>
                </a:extLst>
              </p:cNvPr>
              <p:cNvSpPr/>
              <p:nvPr/>
            </p:nvSpPr>
            <p:spPr>
              <a:xfrm>
                <a:off x="626125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1" name="Freeform 39340">
                <a:extLst>
                  <a:ext uri="{FF2B5EF4-FFF2-40B4-BE49-F238E27FC236}">
                    <a16:creationId xmlns:a16="http://schemas.microsoft.com/office/drawing/2014/main" id="{36E2B3D1-5BCB-2858-A8B2-F5FEB38C5D54}"/>
                  </a:ext>
                </a:extLst>
              </p:cNvPr>
              <p:cNvSpPr/>
              <p:nvPr/>
            </p:nvSpPr>
            <p:spPr>
              <a:xfrm>
                <a:off x="6261846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2" name="Freeform 39341">
                <a:extLst>
                  <a:ext uri="{FF2B5EF4-FFF2-40B4-BE49-F238E27FC236}">
                    <a16:creationId xmlns:a16="http://schemas.microsoft.com/office/drawing/2014/main" id="{A95AB793-5A8F-3D2F-ADFF-128894F32CF9}"/>
                  </a:ext>
                </a:extLst>
              </p:cNvPr>
              <p:cNvSpPr/>
              <p:nvPr/>
            </p:nvSpPr>
            <p:spPr>
              <a:xfrm>
                <a:off x="6262342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3" name="Freeform 39342">
                <a:extLst>
                  <a:ext uri="{FF2B5EF4-FFF2-40B4-BE49-F238E27FC236}">
                    <a16:creationId xmlns:a16="http://schemas.microsoft.com/office/drawing/2014/main" id="{F9B742B3-655B-B6BD-C0CC-F54427891CB4}"/>
                  </a:ext>
                </a:extLst>
              </p:cNvPr>
              <p:cNvSpPr/>
              <p:nvPr/>
            </p:nvSpPr>
            <p:spPr>
              <a:xfrm>
                <a:off x="6262838" y="3828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4" name="Freeform 39343">
                <a:extLst>
                  <a:ext uri="{FF2B5EF4-FFF2-40B4-BE49-F238E27FC236}">
                    <a16:creationId xmlns:a16="http://schemas.microsoft.com/office/drawing/2014/main" id="{D45A7A6E-A167-733D-3B66-599CA28D4BD8}"/>
                  </a:ext>
                </a:extLst>
              </p:cNvPr>
              <p:cNvSpPr/>
              <p:nvPr/>
            </p:nvSpPr>
            <p:spPr>
              <a:xfrm>
                <a:off x="6263434" y="3803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5" name="Freeform 39344">
                <a:extLst>
                  <a:ext uri="{FF2B5EF4-FFF2-40B4-BE49-F238E27FC236}">
                    <a16:creationId xmlns:a16="http://schemas.microsoft.com/office/drawing/2014/main" id="{BD7F15FF-C299-0D00-CF8B-AB6A8A81C510}"/>
                  </a:ext>
                </a:extLst>
              </p:cNvPr>
              <p:cNvSpPr/>
              <p:nvPr/>
            </p:nvSpPr>
            <p:spPr>
              <a:xfrm>
                <a:off x="6263930" y="3856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6" name="Freeform 39345">
                <a:extLst>
                  <a:ext uri="{FF2B5EF4-FFF2-40B4-BE49-F238E27FC236}">
                    <a16:creationId xmlns:a16="http://schemas.microsoft.com/office/drawing/2014/main" id="{AF33CAE6-4F31-1D95-2DC8-9A018CBDB2AA}"/>
                  </a:ext>
                </a:extLst>
              </p:cNvPr>
              <p:cNvSpPr/>
              <p:nvPr/>
            </p:nvSpPr>
            <p:spPr>
              <a:xfrm>
                <a:off x="6264426" y="399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7" name="Freeform 39346">
                <a:extLst>
                  <a:ext uri="{FF2B5EF4-FFF2-40B4-BE49-F238E27FC236}">
                    <a16:creationId xmlns:a16="http://schemas.microsoft.com/office/drawing/2014/main" id="{78738B87-AF25-81DD-8202-101B93143B8E}"/>
                  </a:ext>
                </a:extLst>
              </p:cNvPr>
              <p:cNvSpPr/>
              <p:nvPr/>
            </p:nvSpPr>
            <p:spPr>
              <a:xfrm>
                <a:off x="6265021" y="4096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8" name="Freeform 39347">
                <a:extLst>
                  <a:ext uri="{FF2B5EF4-FFF2-40B4-BE49-F238E27FC236}">
                    <a16:creationId xmlns:a16="http://schemas.microsoft.com/office/drawing/2014/main" id="{790F74D6-C3B8-D1D8-5084-412ED7FB1FD8}"/>
                  </a:ext>
                </a:extLst>
              </p:cNvPr>
              <p:cNvSpPr/>
              <p:nvPr/>
            </p:nvSpPr>
            <p:spPr>
              <a:xfrm>
                <a:off x="6265517" y="4133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49" name="Freeform 39348">
                <a:extLst>
                  <a:ext uri="{FF2B5EF4-FFF2-40B4-BE49-F238E27FC236}">
                    <a16:creationId xmlns:a16="http://schemas.microsoft.com/office/drawing/2014/main" id="{D25BBCC4-0729-30CD-D8C8-F1C23FFA7E09}"/>
                  </a:ext>
                </a:extLst>
              </p:cNvPr>
              <p:cNvSpPr/>
              <p:nvPr/>
            </p:nvSpPr>
            <p:spPr>
              <a:xfrm>
                <a:off x="6266013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0" name="Freeform 39349">
                <a:extLst>
                  <a:ext uri="{FF2B5EF4-FFF2-40B4-BE49-F238E27FC236}">
                    <a16:creationId xmlns:a16="http://schemas.microsoft.com/office/drawing/2014/main" id="{5DCC3F7E-4E61-EAA9-BDD5-D6EA63C22728}"/>
                  </a:ext>
                </a:extLst>
              </p:cNvPr>
              <p:cNvSpPr/>
              <p:nvPr/>
            </p:nvSpPr>
            <p:spPr>
              <a:xfrm>
                <a:off x="6266609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1" name="Freeform 39350">
                <a:extLst>
                  <a:ext uri="{FF2B5EF4-FFF2-40B4-BE49-F238E27FC236}">
                    <a16:creationId xmlns:a16="http://schemas.microsoft.com/office/drawing/2014/main" id="{724714F8-63C0-C29A-ED76-A08D0BFDBE6B}"/>
                  </a:ext>
                </a:extLst>
              </p:cNvPr>
              <p:cNvSpPr/>
              <p:nvPr/>
            </p:nvSpPr>
            <p:spPr>
              <a:xfrm>
                <a:off x="6267105" y="4227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2" name="Freeform 39351">
                <a:extLst>
                  <a:ext uri="{FF2B5EF4-FFF2-40B4-BE49-F238E27FC236}">
                    <a16:creationId xmlns:a16="http://schemas.microsoft.com/office/drawing/2014/main" id="{BE155F2B-1945-B262-D4F4-EBBAC31A5E59}"/>
                  </a:ext>
                </a:extLst>
              </p:cNvPr>
              <p:cNvSpPr/>
              <p:nvPr/>
            </p:nvSpPr>
            <p:spPr>
              <a:xfrm>
                <a:off x="6267601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3" name="Freeform 39352">
                <a:extLst>
                  <a:ext uri="{FF2B5EF4-FFF2-40B4-BE49-F238E27FC236}">
                    <a16:creationId xmlns:a16="http://schemas.microsoft.com/office/drawing/2014/main" id="{44F62396-B5CD-49A0-FB25-0AADF6C9881B}"/>
                  </a:ext>
                </a:extLst>
              </p:cNvPr>
              <p:cNvSpPr/>
              <p:nvPr/>
            </p:nvSpPr>
            <p:spPr>
              <a:xfrm>
                <a:off x="6268097" y="4216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4" name="Freeform 39353">
                <a:extLst>
                  <a:ext uri="{FF2B5EF4-FFF2-40B4-BE49-F238E27FC236}">
                    <a16:creationId xmlns:a16="http://schemas.microsoft.com/office/drawing/2014/main" id="{5DBDFFB4-685C-7749-BB2D-93DAB48542BD}"/>
                  </a:ext>
                </a:extLst>
              </p:cNvPr>
              <p:cNvSpPr/>
              <p:nvPr/>
            </p:nvSpPr>
            <p:spPr>
              <a:xfrm>
                <a:off x="6268692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5" name="Freeform 39354">
                <a:extLst>
                  <a:ext uri="{FF2B5EF4-FFF2-40B4-BE49-F238E27FC236}">
                    <a16:creationId xmlns:a16="http://schemas.microsoft.com/office/drawing/2014/main" id="{4D13B848-1B9A-C968-82A8-8BBEA591EDF6}"/>
                  </a:ext>
                </a:extLst>
              </p:cNvPr>
              <p:cNvSpPr/>
              <p:nvPr/>
            </p:nvSpPr>
            <p:spPr>
              <a:xfrm>
                <a:off x="6269188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6" name="Freeform 39355">
                <a:extLst>
                  <a:ext uri="{FF2B5EF4-FFF2-40B4-BE49-F238E27FC236}">
                    <a16:creationId xmlns:a16="http://schemas.microsoft.com/office/drawing/2014/main" id="{0B0EE206-6421-E3DD-3C95-B911FEB92463}"/>
                  </a:ext>
                </a:extLst>
              </p:cNvPr>
              <p:cNvSpPr/>
              <p:nvPr/>
            </p:nvSpPr>
            <p:spPr>
              <a:xfrm>
                <a:off x="6269684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7" name="Freeform 39356">
                <a:extLst>
                  <a:ext uri="{FF2B5EF4-FFF2-40B4-BE49-F238E27FC236}">
                    <a16:creationId xmlns:a16="http://schemas.microsoft.com/office/drawing/2014/main" id="{6A5BF8A3-E87D-1C6D-0776-C3953CE1CEE1}"/>
                  </a:ext>
                </a:extLst>
              </p:cNvPr>
              <p:cNvSpPr/>
              <p:nvPr/>
            </p:nvSpPr>
            <p:spPr>
              <a:xfrm>
                <a:off x="6270280" y="4232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8" name="Freeform 39357">
                <a:extLst>
                  <a:ext uri="{FF2B5EF4-FFF2-40B4-BE49-F238E27FC236}">
                    <a16:creationId xmlns:a16="http://schemas.microsoft.com/office/drawing/2014/main" id="{D5FA7C52-38EF-D99C-46DF-5FE837C1A356}"/>
                  </a:ext>
                </a:extLst>
              </p:cNvPr>
              <p:cNvSpPr/>
              <p:nvPr/>
            </p:nvSpPr>
            <p:spPr>
              <a:xfrm>
                <a:off x="6270776" y="4234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59" name="Freeform 39358">
                <a:extLst>
                  <a:ext uri="{FF2B5EF4-FFF2-40B4-BE49-F238E27FC236}">
                    <a16:creationId xmlns:a16="http://schemas.microsoft.com/office/drawing/2014/main" id="{73EBC135-FF68-2785-DD0D-58EA7FBB69CC}"/>
                  </a:ext>
                </a:extLst>
              </p:cNvPr>
              <p:cNvSpPr/>
              <p:nvPr/>
            </p:nvSpPr>
            <p:spPr>
              <a:xfrm>
                <a:off x="6271272" y="4237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0" name="Freeform 39359">
                <a:extLst>
                  <a:ext uri="{FF2B5EF4-FFF2-40B4-BE49-F238E27FC236}">
                    <a16:creationId xmlns:a16="http://schemas.microsoft.com/office/drawing/2014/main" id="{5D5298FD-F252-4700-A71A-7F41744F89B7}"/>
                  </a:ext>
                </a:extLst>
              </p:cNvPr>
              <p:cNvSpPr/>
              <p:nvPr/>
            </p:nvSpPr>
            <p:spPr>
              <a:xfrm>
                <a:off x="627186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1" name="Freeform 39360">
                <a:extLst>
                  <a:ext uri="{FF2B5EF4-FFF2-40B4-BE49-F238E27FC236}">
                    <a16:creationId xmlns:a16="http://schemas.microsoft.com/office/drawing/2014/main" id="{C92A3ECB-B1C5-AD57-0C66-055EC8F238BA}"/>
                  </a:ext>
                </a:extLst>
              </p:cNvPr>
              <p:cNvSpPr/>
              <p:nvPr/>
            </p:nvSpPr>
            <p:spPr>
              <a:xfrm>
                <a:off x="627236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2" name="Freeform 39361">
                <a:extLst>
                  <a:ext uri="{FF2B5EF4-FFF2-40B4-BE49-F238E27FC236}">
                    <a16:creationId xmlns:a16="http://schemas.microsoft.com/office/drawing/2014/main" id="{0F7E6EE4-442B-45AE-9C6B-533686ACA4C5}"/>
                  </a:ext>
                </a:extLst>
              </p:cNvPr>
              <p:cNvSpPr/>
              <p:nvPr/>
            </p:nvSpPr>
            <p:spPr>
              <a:xfrm>
                <a:off x="6272859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3" name="Freeform 39362">
                <a:extLst>
                  <a:ext uri="{FF2B5EF4-FFF2-40B4-BE49-F238E27FC236}">
                    <a16:creationId xmlns:a16="http://schemas.microsoft.com/office/drawing/2014/main" id="{85B7A703-55DF-573F-2498-E654E74C1E5B}"/>
                  </a:ext>
                </a:extLst>
              </p:cNvPr>
              <p:cNvSpPr/>
              <p:nvPr/>
            </p:nvSpPr>
            <p:spPr>
              <a:xfrm>
                <a:off x="6273455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4" name="Freeform 39363">
                <a:extLst>
                  <a:ext uri="{FF2B5EF4-FFF2-40B4-BE49-F238E27FC236}">
                    <a16:creationId xmlns:a16="http://schemas.microsoft.com/office/drawing/2014/main" id="{F1AFDC2B-9535-1E52-3EBC-CED6E1A4CF4E}"/>
                  </a:ext>
                </a:extLst>
              </p:cNvPr>
              <p:cNvSpPr/>
              <p:nvPr/>
            </p:nvSpPr>
            <p:spPr>
              <a:xfrm>
                <a:off x="6273951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5" name="Freeform 39364">
                <a:extLst>
                  <a:ext uri="{FF2B5EF4-FFF2-40B4-BE49-F238E27FC236}">
                    <a16:creationId xmlns:a16="http://schemas.microsoft.com/office/drawing/2014/main" id="{AB070D0B-220C-7DEE-3471-FC411FBC4538}"/>
                  </a:ext>
                </a:extLst>
              </p:cNvPr>
              <p:cNvSpPr/>
              <p:nvPr/>
            </p:nvSpPr>
            <p:spPr>
              <a:xfrm>
                <a:off x="6274447" y="4239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6" name="Freeform 39365">
                <a:extLst>
                  <a:ext uri="{FF2B5EF4-FFF2-40B4-BE49-F238E27FC236}">
                    <a16:creationId xmlns:a16="http://schemas.microsoft.com/office/drawing/2014/main" id="{C0C3794D-5AAD-B43C-874C-E91B7D8F1CE0}"/>
                  </a:ext>
                </a:extLst>
              </p:cNvPr>
              <p:cNvSpPr/>
              <p:nvPr/>
            </p:nvSpPr>
            <p:spPr>
              <a:xfrm>
                <a:off x="6275042" y="4199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7" name="Freeform 39366">
                <a:extLst>
                  <a:ext uri="{FF2B5EF4-FFF2-40B4-BE49-F238E27FC236}">
                    <a16:creationId xmlns:a16="http://schemas.microsoft.com/office/drawing/2014/main" id="{B5F92582-5C14-AFF2-C5F0-9D007B962F20}"/>
                  </a:ext>
                </a:extLst>
              </p:cNvPr>
              <p:cNvSpPr/>
              <p:nvPr/>
            </p:nvSpPr>
            <p:spPr>
              <a:xfrm>
                <a:off x="6275538" y="3681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8" name="Freeform 39367">
                <a:extLst>
                  <a:ext uri="{FF2B5EF4-FFF2-40B4-BE49-F238E27FC236}">
                    <a16:creationId xmlns:a16="http://schemas.microsoft.com/office/drawing/2014/main" id="{192AD2B7-5BA0-7205-3FC8-4637D3994D23}"/>
                  </a:ext>
                </a:extLst>
              </p:cNvPr>
              <p:cNvSpPr/>
              <p:nvPr/>
            </p:nvSpPr>
            <p:spPr>
              <a:xfrm>
                <a:off x="6276034" y="3684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69" name="Freeform 39368">
                <a:extLst>
                  <a:ext uri="{FF2B5EF4-FFF2-40B4-BE49-F238E27FC236}">
                    <a16:creationId xmlns:a16="http://schemas.microsoft.com/office/drawing/2014/main" id="{F5B57AB6-0D30-92DE-CCC9-6AF9439B8DBD}"/>
                  </a:ext>
                </a:extLst>
              </p:cNvPr>
              <p:cNvSpPr/>
              <p:nvPr/>
            </p:nvSpPr>
            <p:spPr>
              <a:xfrm>
                <a:off x="6276630" y="3753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0" name="Freeform 39369">
                <a:extLst>
                  <a:ext uri="{FF2B5EF4-FFF2-40B4-BE49-F238E27FC236}">
                    <a16:creationId xmlns:a16="http://schemas.microsoft.com/office/drawing/2014/main" id="{41AF70FD-11D1-6DC6-5835-D571B3A11534}"/>
                  </a:ext>
                </a:extLst>
              </p:cNvPr>
              <p:cNvSpPr/>
              <p:nvPr/>
            </p:nvSpPr>
            <p:spPr>
              <a:xfrm>
                <a:off x="6277126" y="3836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1" name="Freeform 39370">
                <a:extLst>
                  <a:ext uri="{FF2B5EF4-FFF2-40B4-BE49-F238E27FC236}">
                    <a16:creationId xmlns:a16="http://schemas.microsoft.com/office/drawing/2014/main" id="{FBB23160-F8C3-F0DE-6B80-87F445810C4A}"/>
                  </a:ext>
                </a:extLst>
              </p:cNvPr>
              <p:cNvSpPr/>
              <p:nvPr/>
            </p:nvSpPr>
            <p:spPr>
              <a:xfrm>
                <a:off x="6277622" y="3902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2" name="Freeform 39371">
                <a:extLst>
                  <a:ext uri="{FF2B5EF4-FFF2-40B4-BE49-F238E27FC236}">
                    <a16:creationId xmlns:a16="http://schemas.microsoft.com/office/drawing/2014/main" id="{D57E65F1-90DD-B0C7-674B-B27FD3D22BBD}"/>
                  </a:ext>
                </a:extLst>
              </p:cNvPr>
              <p:cNvSpPr/>
              <p:nvPr/>
            </p:nvSpPr>
            <p:spPr>
              <a:xfrm>
                <a:off x="6278217" y="4048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3" name="Freeform 39372">
                <a:extLst>
                  <a:ext uri="{FF2B5EF4-FFF2-40B4-BE49-F238E27FC236}">
                    <a16:creationId xmlns:a16="http://schemas.microsoft.com/office/drawing/2014/main" id="{DA1F2433-0EFC-089A-FFDE-4C37E62035C3}"/>
                  </a:ext>
                </a:extLst>
              </p:cNvPr>
              <p:cNvSpPr/>
              <p:nvPr/>
            </p:nvSpPr>
            <p:spPr>
              <a:xfrm>
                <a:off x="6278713" y="4226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4" name="Freeform 39373">
                <a:extLst>
                  <a:ext uri="{FF2B5EF4-FFF2-40B4-BE49-F238E27FC236}">
                    <a16:creationId xmlns:a16="http://schemas.microsoft.com/office/drawing/2014/main" id="{CC10D685-0BFC-7B1F-1D78-58748F460349}"/>
                  </a:ext>
                </a:extLst>
              </p:cNvPr>
              <p:cNvSpPr/>
              <p:nvPr/>
            </p:nvSpPr>
            <p:spPr>
              <a:xfrm>
                <a:off x="6279209" y="4224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5" name="Freeform 39374">
                <a:extLst>
                  <a:ext uri="{FF2B5EF4-FFF2-40B4-BE49-F238E27FC236}">
                    <a16:creationId xmlns:a16="http://schemas.microsoft.com/office/drawing/2014/main" id="{6FD06A88-C642-1ED7-1245-0EB80B07AD3B}"/>
                  </a:ext>
                </a:extLst>
              </p:cNvPr>
              <p:cNvSpPr/>
              <p:nvPr/>
            </p:nvSpPr>
            <p:spPr>
              <a:xfrm>
                <a:off x="6279805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6" name="Freeform 39375">
                <a:extLst>
                  <a:ext uri="{FF2B5EF4-FFF2-40B4-BE49-F238E27FC236}">
                    <a16:creationId xmlns:a16="http://schemas.microsoft.com/office/drawing/2014/main" id="{34EBFF48-0A49-CC65-D4EF-1F192C2739CC}"/>
                  </a:ext>
                </a:extLst>
              </p:cNvPr>
              <p:cNvSpPr/>
              <p:nvPr/>
            </p:nvSpPr>
            <p:spPr>
              <a:xfrm>
                <a:off x="6280301" y="4210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7" name="Freeform 39376">
                <a:extLst>
                  <a:ext uri="{FF2B5EF4-FFF2-40B4-BE49-F238E27FC236}">
                    <a16:creationId xmlns:a16="http://schemas.microsoft.com/office/drawing/2014/main" id="{8E3BA0C1-DA28-99E9-1056-BF7CEC7E8AD4}"/>
                  </a:ext>
                </a:extLst>
              </p:cNvPr>
              <p:cNvSpPr/>
              <p:nvPr/>
            </p:nvSpPr>
            <p:spPr>
              <a:xfrm>
                <a:off x="6280797" y="4205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8" name="Freeform 39377">
                <a:extLst>
                  <a:ext uri="{FF2B5EF4-FFF2-40B4-BE49-F238E27FC236}">
                    <a16:creationId xmlns:a16="http://schemas.microsoft.com/office/drawing/2014/main" id="{E46219C4-87CC-C3B0-DE18-6AFF5F5131FF}"/>
                  </a:ext>
                </a:extLst>
              </p:cNvPr>
              <p:cNvSpPr/>
              <p:nvPr/>
            </p:nvSpPr>
            <p:spPr>
              <a:xfrm>
                <a:off x="6281293" y="4223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79" name="Freeform 39378">
                <a:extLst>
                  <a:ext uri="{FF2B5EF4-FFF2-40B4-BE49-F238E27FC236}">
                    <a16:creationId xmlns:a16="http://schemas.microsoft.com/office/drawing/2014/main" id="{665487E1-08C2-B23E-E521-EE3893CBA113}"/>
                  </a:ext>
                </a:extLst>
              </p:cNvPr>
              <p:cNvSpPr/>
              <p:nvPr/>
            </p:nvSpPr>
            <p:spPr>
              <a:xfrm>
                <a:off x="6281888" y="4233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0" name="Freeform 39379">
                <a:extLst>
                  <a:ext uri="{FF2B5EF4-FFF2-40B4-BE49-F238E27FC236}">
                    <a16:creationId xmlns:a16="http://schemas.microsoft.com/office/drawing/2014/main" id="{DF0DC287-7AF7-EB7D-0C80-067CF069593E}"/>
                  </a:ext>
                </a:extLst>
              </p:cNvPr>
              <p:cNvSpPr/>
              <p:nvPr/>
            </p:nvSpPr>
            <p:spPr>
              <a:xfrm>
                <a:off x="6282384" y="4237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1" name="Freeform 39380">
                <a:extLst>
                  <a:ext uri="{FF2B5EF4-FFF2-40B4-BE49-F238E27FC236}">
                    <a16:creationId xmlns:a16="http://schemas.microsoft.com/office/drawing/2014/main" id="{B35BCCEF-6F53-A118-D9BF-30015610C789}"/>
                  </a:ext>
                </a:extLst>
              </p:cNvPr>
              <p:cNvSpPr/>
              <p:nvPr/>
            </p:nvSpPr>
            <p:spPr>
              <a:xfrm>
                <a:off x="6282880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2" name="Freeform 39381">
                <a:extLst>
                  <a:ext uri="{FF2B5EF4-FFF2-40B4-BE49-F238E27FC236}">
                    <a16:creationId xmlns:a16="http://schemas.microsoft.com/office/drawing/2014/main" id="{7666F2B3-3613-FCBB-0FA4-1B12931ED1FB}"/>
                  </a:ext>
                </a:extLst>
              </p:cNvPr>
              <p:cNvSpPr/>
              <p:nvPr/>
            </p:nvSpPr>
            <p:spPr>
              <a:xfrm>
                <a:off x="6283476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3" name="Freeform 39382">
                <a:extLst>
                  <a:ext uri="{FF2B5EF4-FFF2-40B4-BE49-F238E27FC236}">
                    <a16:creationId xmlns:a16="http://schemas.microsoft.com/office/drawing/2014/main" id="{2D105E32-B2B1-5B6A-899D-76378AA5E6FC}"/>
                  </a:ext>
                </a:extLst>
              </p:cNvPr>
              <p:cNvSpPr/>
              <p:nvPr/>
            </p:nvSpPr>
            <p:spPr>
              <a:xfrm>
                <a:off x="6283972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4" name="Freeform 39383">
                <a:extLst>
                  <a:ext uri="{FF2B5EF4-FFF2-40B4-BE49-F238E27FC236}">
                    <a16:creationId xmlns:a16="http://schemas.microsoft.com/office/drawing/2014/main" id="{A08FC1EB-0567-A85A-A395-EF4FCB8D43C5}"/>
                  </a:ext>
                </a:extLst>
              </p:cNvPr>
              <p:cNvSpPr/>
              <p:nvPr/>
            </p:nvSpPr>
            <p:spPr>
              <a:xfrm>
                <a:off x="6284468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5" name="Freeform 39384">
                <a:extLst>
                  <a:ext uri="{FF2B5EF4-FFF2-40B4-BE49-F238E27FC236}">
                    <a16:creationId xmlns:a16="http://schemas.microsoft.com/office/drawing/2014/main" id="{9B8F26B2-D0A5-ADFA-4D0C-B7AA1B52221A}"/>
                  </a:ext>
                </a:extLst>
              </p:cNvPr>
              <p:cNvSpPr/>
              <p:nvPr/>
            </p:nvSpPr>
            <p:spPr>
              <a:xfrm>
                <a:off x="6285063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6" name="Freeform 39385">
                <a:extLst>
                  <a:ext uri="{FF2B5EF4-FFF2-40B4-BE49-F238E27FC236}">
                    <a16:creationId xmlns:a16="http://schemas.microsoft.com/office/drawing/2014/main" id="{ACA814FD-2E4F-625C-A16E-214E81B7855A}"/>
                  </a:ext>
                </a:extLst>
              </p:cNvPr>
              <p:cNvSpPr/>
              <p:nvPr/>
            </p:nvSpPr>
            <p:spPr>
              <a:xfrm>
                <a:off x="6285559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7" name="Freeform 39386">
                <a:extLst>
                  <a:ext uri="{FF2B5EF4-FFF2-40B4-BE49-F238E27FC236}">
                    <a16:creationId xmlns:a16="http://schemas.microsoft.com/office/drawing/2014/main" id="{FA8DA3F1-E6BC-7621-FF7E-14079421E144}"/>
                  </a:ext>
                </a:extLst>
              </p:cNvPr>
              <p:cNvSpPr/>
              <p:nvPr/>
            </p:nvSpPr>
            <p:spPr>
              <a:xfrm>
                <a:off x="6286055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8" name="Freeform 39387">
                <a:extLst>
                  <a:ext uri="{FF2B5EF4-FFF2-40B4-BE49-F238E27FC236}">
                    <a16:creationId xmlns:a16="http://schemas.microsoft.com/office/drawing/2014/main" id="{9A198C53-6C2D-3C03-409D-A742404AC4D1}"/>
                  </a:ext>
                </a:extLst>
              </p:cNvPr>
              <p:cNvSpPr/>
              <p:nvPr/>
            </p:nvSpPr>
            <p:spPr>
              <a:xfrm>
                <a:off x="6286651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89" name="Freeform 39388">
                <a:extLst>
                  <a:ext uri="{FF2B5EF4-FFF2-40B4-BE49-F238E27FC236}">
                    <a16:creationId xmlns:a16="http://schemas.microsoft.com/office/drawing/2014/main" id="{23F79C9E-EBCA-93B0-AD8F-89F480EA2346}"/>
                  </a:ext>
                </a:extLst>
              </p:cNvPr>
              <p:cNvSpPr/>
              <p:nvPr/>
            </p:nvSpPr>
            <p:spPr>
              <a:xfrm>
                <a:off x="6287147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0" name="Freeform 39389">
                <a:extLst>
                  <a:ext uri="{FF2B5EF4-FFF2-40B4-BE49-F238E27FC236}">
                    <a16:creationId xmlns:a16="http://schemas.microsoft.com/office/drawing/2014/main" id="{88DC6BF1-DFF0-61EE-F08C-7E3E3ABED86B}"/>
                  </a:ext>
                </a:extLst>
              </p:cNvPr>
              <p:cNvSpPr/>
              <p:nvPr/>
            </p:nvSpPr>
            <p:spPr>
              <a:xfrm>
                <a:off x="6287643" y="4218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1" name="Freeform 39390">
                <a:extLst>
                  <a:ext uri="{FF2B5EF4-FFF2-40B4-BE49-F238E27FC236}">
                    <a16:creationId xmlns:a16="http://schemas.microsoft.com/office/drawing/2014/main" id="{26D8D08F-C4AD-AACB-897D-8AB135846EB8}"/>
                  </a:ext>
                </a:extLst>
              </p:cNvPr>
              <p:cNvSpPr/>
              <p:nvPr/>
            </p:nvSpPr>
            <p:spPr>
              <a:xfrm>
                <a:off x="6288238" y="3845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2" name="Freeform 39391">
                <a:extLst>
                  <a:ext uri="{FF2B5EF4-FFF2-40B4-BE49-F238E27FC236}">
                    <a16:creationId xmlns:a16="http://schemas.microsoft.com/office/drawing/2014/main" id="{5D35A9BF-A51A-077E-C9CC-C69BB5851CA7}"/>
                  </a:ext>
                </a:extLst>
              </p:cNvPr>
              <p:cNvSpPr/>
              <p:nvPr/>
            </p:nvSpPr>
            <p:spPr>
              <a:xfrm>
                <a:off x="6288734" y="3779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3" name="Freeform 39392">
                <a:extLst>
                  <a:ext uri="{FF2B5EF4-FFF2-40B4-BE49-F238E27FC236}">
                    <a16:creationId xmlns:a16="http://schemas.microsoft.com/office/drawing/2014/main" id="{1CFB886E-0067-A197-58BF-3D8667A7FD67}"/>
                  </a:ext>
                </a:extLst>
              </p:cNvPr>
              <p:cNvSpPr/>
              <p:nvPr/>
            </p:nvSpPr>
            <p:spPr>
              <a:xfrm>
                <a:off x="6289230" y="3862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4" name="Freeform 39393">
                <a:extLst>
                  <a:ext uri="{FF2B5EF4-FFF2-40B4-BE49-F238E27FC236}">
                    <a16:creationId xmlns:a16="http://schemas.microsoft.com/office/drawing/2014/main" id="{FEA85236-8823-B829-DE9B-14B430B14DBA}"/>
                  </a:ext>
                </a:extLst>
              </p:cNvPr>
              <p:cNvSpPr/>
              <p:nvPr/>
            </p:nvSpPr>
            <p:spPr>
              <a:xfrm>
                <a:off x="6289826" y="39798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5" name="Freeform 39394">
                <a:extLst>
                  <a:ext uri="{FF2B5EF4-FFF2-40B4-BE49-F238E27FC236}">
                    <a16:creationId xmlns:a16="http://schemas.microsoft.com/office/drawing/2014/main" id="{40D50282-EA4B-565F-B80A-747532CD7E9D}"/>
                  </a:ext>
                </a:extLst>
              </p:cNvPr>
              <p:cNvSpPr/>
              <p:nvPr/>
            </p:nvSpPr>
            <p:spPr>
              <a:xfrm>
                <a:off x="6290322" y="4059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6" name="Freeform 39395">
                <a:extLst>
                  <a:ext uri="{FF2B5EF4-FFF2-40B4-BE49-F238E27FC236}">
                    <a16:creationId xmlns:a16="http://schemas.microsoft.com/office/drawing/2014/main" id="{7137C3BD-A74E-8693-D4C6-E80081ED12F5}"/>
                  </a:ext>
                </a:extLst>
              </p:cNvPr>
              <p:cNvSpPr/>
              <p:nvPr/>
            </p:nvSpPr>
            <p:spPr>
              <a:xfrm>
                <a:off x="6290818" y="4123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7" name="Freeform 39396">
                <a:extLst>
                  <a:ext uri="{FF2B5EF4-FFF2-40B4-BE49-F238E27FC236}">
                    <a16:creationId xmlns:a16="http://schemas.microsoft.com/office/drawing/2014/main" id="{C374185A-AD7B-73EB-C2B5-FE738BA9A58E}"/>
                  </a:ext>
                </a:extLst>
              </p:cNvPr>
              <p:cNvSpPr/>
              <p:nvPr/>
            </p:nvSpPr>
            <p:spPr>
              <a:xfrm>
                <a:off x="6291413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8" name="Freeform 39397">
                <a:extLst>
                  <a:ext uri="{FF2B5EF4-FFF2-40B4-BE49-F238E27FC236}">
                    <a16:creationId xmlns:a16="http://schemas.microsoft.com/office/drawing/2014/main" id="{8D54006C-38E7-4828-E366-F0B677753752}"/>
                  </a:ext>
                </a:extLst>
              </p:cNvPr>
              <p:cNvSpPr/>
              <p:nvPr/>
            </p:nvSpPr>
            <p:spPr>
              <a:xfrm>
                <a:off x="6291909" y="4213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99" name="Freeform 39398">
                <a:extLst>
                  <a:ext uri="{FF2B5EF4-FFF2-40B4-BE49-F238E27FC236}">
                    <a16:creationId xmlns:a16="http://schemas.microsoft.com/office/drawing/2014/main" id="{501F6C1D-7296-0774-AE33-257882758ADD}"/>
                  </a:ext>
                </a:extLst>
              </p:cNvPr>
              <p:cNvSpPr/>
              <p:nvPr/>
            </p:nvSpPr>
            <p:spPr>
              <a:xfrm>
                <a:off x="6292405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0" name="Freeform 39399">
                <a:extLst>
                  <a:ext uri="{FF2B5EF4-FFF2-40B4-BE49-F238E27FC236}">
                    <a16:creationId xmlns:a16="http://schemas.microsoft.com/office/drawing/2014/main" id="{CA9F9419-6F7D-6518-F0F3-476325413D3F}"/>
                  </a:ext>
                </a:extLst>
              </p:cNvPr>
              <p:cNvSpPr/>
              <p:nvPr/>
            </p:nvSpPr>
            <p:spPr>
              <a:xfrm>
                <a:off x="6292902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1" name="Freeform 39400">
                <a:extLst>
                  <a:ext uri="{FF2B5EF4-FFF2-40B4-BE49-F238E27FC236}">
                    <a16:creationId xmlns:a16="http://schemas.microsoft.com/office/drawing/2014/main" id="{B8E5FD44-5123-D88C-E0C1-39C28E027149}"/>
                  </a:ext>
                </a:extLst>
              </p:cNvPr>
              <p:cNvSpPr/>
              <p:nvPr/>
            </p:nvSpPr>
            <p:spPr>
              <a:xfrm>
                <a:off x="6293497" y="4206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2" name="Freeform 39401">
                <a:extLst>
                  <a:ext uri="{FF2B5EF4-FFF2-40B4-BE49-F238E27FC236}">
                    <a16:creationId xmlns:a16="http://schemas.microsoft.com/office/drawing/2014/main" id="{1F14E0EA-6113-2DFC-1ECF-62F7E498C90F}"/>
                  </a:ext>
                </a:extLst>
              </p:cNvPr>
              <p:cNvSpPr/>
              <p:nvPr/>
            </p:nvSpPr>
            <p:spPr>
              <a:xfrm>
                <a:off x="6293993" y="4215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3" name="Freeform 39402">
                <a:extLst>
                  <a:ext uri="{FF2B5EF4-FFF2-40B4-BE49-F238E27FC236}">
                    <a16:creationId xmlns:a16="http://schemas.microsoft.com/office/drawing/2014/main" id="{971F78F6-E696-C921-5D88-FA5E8C0BC0D1}"/>
                  </a:ext>
                </a:extLst>
              </p:cNvPr>
              <p:cNvSpPr/>
              <p:nvPr/>
            </p:nvSpPr>
            <p:spPr>
              <a:xfrm>
                <a:off x="6294489" y="4222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4" name="Freeform 39403">
                <a:extLst>
                  <a:ext uri="{FF2B5EF4-FFF2-40B4-BE49-F238E27FC236}">
                    <a16:creationId xmlns:a16="http://schemas.microsoft.com/office/drawing/2014/main" id="{1A47F426-3FA9-AA66-63D2-1470704AA9E3}"/>
                  </a:ext>
                </a:extLst>
              </p:cNvPr>
              <p:cNvSpPr/>
              <p:nvPr/>
            </p:nvSpPr>
            <p:spPr>
              <a:xfrm>
                <a:off x="6295084" y="4223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5" name="Freeform 39404">
                <a:extLst>
                  <a:ext uri="{FF2B5EF4-FFF2-40B4-BE49-F238E27FC236}">
                    <a16:creationId xmlns:a16="http://schemas.microsoft.com/office/drawing/2014/main" id="{72C15180-EF11-B5F8-5673-48A988612EF2}"/>
                  </a:ext>
                </a:extLst>
              </p:cNvPr>
              <p:cNvSpPr/>
              <p:nvPr/>
            </p:nvSpPr>
            <p:spPr>
              <a:xfrm>
                <a:off x="6295580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6" name="Freeform 39405">
                <a:extLst>
                  <a:ext uri="{FF2B5EF4-FFF2-40B4-BE49-F238E27FC236}">
                    <a16:creationId xmlns:a16="http://schemas.microsoft.com/office/drawing/2014/main" id="{29FA7D2D-1DF3-8A87-A492-CE3FB0ADA5C2}"/>
                  </a:ext>
                </a:extLst>
              </p:cNvPr>
              <p:cNvSpPr/>
              <p:nvPr/>
            </p:nvSpPr>
            <p:spPr>
              <a:xfrm>
                <a:off x="6296077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7" name="Freeform 39406">
                <a:extLst>
                  <a:ext uri="{FF2B5EF4-FFF2-40B4-BE49-F238E27FC236}">
                    <a16:creationId xmlns:a16="http://schemas.microsoft.com/office/drawing/2014/main" id="{240AF017-D984-99DF-5C30-9C48FC6AC98E}"/>
                  </a:ext>
                </a:extLst>
              </p:cNvPr>
              <p:cNvSpPr/>
              <p:nvPr/>
            </p:nvSpPr>
            <p:spPr>
              <a:xfrm>
                <a:off x="6296672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8" name="Freeform 39407">
                <a:extLst>
                  <a:ext uri="{FF2B5EF4-FFF2-40B4-BE49-F238E27FC236}">
                    <a16:creationId xmlns:a16="http://schemas.microsoft.com/office/drawing/2014/main" id="{C8B0C9A0-43E1-4774-883A-EA1F0F663836}"/>
                  </a:ext>
                </a:extLst>
              </p:cNvPr>
              <p:cNvSpPr/>
              <p:nvPr/>
            </p:nvSpPr>
            <p:spPr>
              <a:xfrm>
                <a:off x="6297168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09" name="Freeform 39408">
                <a:extLst>
                  <a:ext uri="{FF2B5EF4-FFF2-40B4-BE49-F238E27FC236}">
                    <a16:creationId xmlns:a16="http://schemas.microsoft.com/office/drawing/2014/main" id="{69C4974A-CB45-BBF4-ACAC-F1D1AE6DBAE2}"/>
                  </a:ext>
                </a:extLst>
              </p:cNvPr>
              <p:cNvSpPr/>
              <p:nvPr/>
            </p:nvSpPr>
            <p:spPr>
              <a:xfrm>
                <a:off x="6297664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0" name="Freeform 39409">
                <a:extLst>
                  <a:ext uri="{FF2B5EF4-FFF2-40B4-BE49-F238E27FC236}">
                    <a16:creationId xmlns:a16="http://schemas.microsoft.com/office/drawing/2014/main" id="{077421B1-0784-C2BB-0E17-0E1097D0204D}"/>
                  </a:ext>
                </a:extLst>
              </p:cNvPr>
              <p:cNvSpPr/>
              <p:nvPr/>
            </p:nvSpPr>
            <p:spPr>
              <a:xfrm>
                <a:off x="6298259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1" name="Freeform 39410">
                <a:extLst>
                  <a:ext uri="{FF2B5EF4-FFF2-40B4-BE49-F238E27FC236}">
                    <a16:creationId xmlns:a16="http://schemas.microsoft.com/office/drawing/2014/main" id="{E8F692D9-D62B-3F5A-48D4-2FD6462768AA}"/>
                  </a:ext>
                </a:extLst>
              </p:cNvPr>
              <p:cNvSpPr/>
              <p:nvPr/>
            </p:nvSpPr>
            <p:spPr>
              <a:xfrm>
                <a:off x="6298755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2" name="Freeform 39411">
                <a:extLst>
                  <a:ext uri="{FF2B5EF4-FFF2-40B4-BE49-F238E27FC236}">
                    <a16:creationId xmlns:a16="http://schemas.microsoft.com/office/drawing/2014/main" id="{2E73DEC0-A348-1A25-CB33-D02274F649AC}"/>
                  </a:ext>
                </a:extLst>
              </p:cNvPr>
              <p:cNvSpPr/>
              <p:nvPr/>
            </p:nvSpPr>
            <p:spPr>
              <a:xfrm>
                <a:off x="6299252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3" name="Freeform 39412">
                <a:extLst>
                  <a:ext uri="{FF2B5EF4-FFF2-40B4-BE49-F238E27FC236}">
                    <a16:creationId xmlns:a16="http://schemas.microsoft.com/office/drawing/2014/main" id="{899983E3-E4D4-732C-4235-D0834CC2E90B}"/>
                  </a:ext>
                </a:extLst>
              </p:cNvPr>
              <p:cNvSpPr/>
              <p:nvPr/>
            </p:nvSpPr>
            <p:spPr>
              <a:xfrm>
                <a:off x="6299847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4" name="Freeform 39413">
                <a:extLst>
                  <a:ext uri="{FF2B5EF4-FFF2-40B4-BE49-F238E27FC236}">
                    <a16:creationId xmlns:a16="http://schemas.microsoft.com/office/drawing/2014/main" id="{0C0F903F-D056-2E81-0FAE-51858C4C5D81}"/>
                  </a:ext>
                </a:extLst>
              </p:cNvPr>
              <p:cNvSpPr/>
              <p:nvPr/>
            </p:nvSpPr>
            <p:spPr>
              <a:xfrm>
                <a:off x="6300343" y="4170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5" name="Freeform 39414">
                <a:extLst>
                  <a:ext uri="{FF2B5EF4-FFF2-40B4-BE49-F238E27FC236}">
                    <a16:creationId xmlns:a16="http://schemas.microsoft.com/office/drawing/2014/main" id="{E87C860B-616E-F1BC-A807-E81466589F66}"/>
                  </a:ext>
                </a:extLst>
              </p:cNvPr>
              <p:cNvSpPr/>
              <p:nvPr/>
            </p:nvSpPr>
            <p:spPr>
              <a:xfrm>
                <a:off x="6300839" y="3579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6" name="Freeform 39415">
                <a:extLst>
                  <a:ext uri="{FF2B5EF4-FFF2-40B4-BE49-F238E27FC236}">
                    <a16:creationId xmlns:a16="http://schemas.microsoft.com/office/drawing/2014/main" id="{8329393A-F25A-B425-E8CB-E42178FDE6E5}"/>
                  </a:ext>
                </a:extLst>
              </p:cNvPr>
              <p:cNvSpPr/>
              <p:nvPr/>
            </p:nvSpPr>
            <p:spPr>
              <a:xfrm>
                <a:off x="6301434" y="3520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7" name="Freeform 39416">
                <a:extLst>
                  <a:ext uri="{FF2B5EF4-FFF2-40B4-BE49-F238E27FC236}">
                    <a16:creationId xmlns:a16="http://schemas.microsoft.com/office/drawing/2014/main" id="{1597DDC7-0D30-352B-9E8D-97925A7A222B}"/>
                  </a:ext>
                </a:extLst>
              </p:cNvPr>
              <p:cNvSpPr/>
              <p:nvPr/>
            </p:nvSpPr>
            <p:spPr>
              <a:xfrm>
                <a:off x="6301930" y="3588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8" name="Freeform 39417">
                <a:extLst>
                  <a:ext uri="{FF2B5EF4-FFF2-40B4-BE49-F238E27FC236}">
                    <a16:creationId xmlns:a16="http://schemas.microsoft.com/office/drawing/2014/main" id="{690E371B-06AF-30F5-53E3-1A75241B1BF2}"/>
                  </a:ext>
                </a:extLst>
              </p:cNvPr>
              <p:cNvSpPr/>
              <p:nvPr/>
            </p:nvSpPr>
            <p:spPr>
              <a:xfrm>
                <a:off x="6302427" y="3667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19" name="Freeform 39418">
                <a:extLst>
                  <a:ext uri="{FF2B5EF4-FFF2-40B4-BE49-F238E27FC236}">
                    <a16:creationId xmlns:a16="http://schemas.microsoft.com/office/drawing/2014/main" id="{8DC11815-FD5F-BDA6-59C3-4522DCDDB3D7}"/>
                  </a:ext>
                </a:extLst>
              </p:cNvPr>
              <p:cNvSpPr/>
              <p:nvPr/>
            </p:nvSpPr>
            <p:spPr>
              <a:xfrm>
                <a:off x="6303022" y="3722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0" name="Freeform 39419">
                <a:extLst>
                  <a:ext uri="{FF2B5EF4-FFF2-40B4-BE49-F238E27FC236}">
                    <a16:creationId xmlns:a16="http://schemas.microsoft.com/office/drawing/2014/main" id="{6FB6B7F1-1865-FDD3-BB36-57B957AE77B6}"/>
                  </a:ext>
                </a:extLst>
              </p:cNvPr>
              <p:cNvSpPr/>
              <p:nvPr/>
            </p:nvSpPr>
            <p:spPr>
              <a:xfrm>
                <a:off x="6303518" y="3853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1" name="Freeform 39420">
                <a:extLst>
                  <a:ext uri="{FF2B5EF4-FFF2-40B4-BE49-F238E27FC236}">
                    <a16:creationId xmlns:a16="http://schemas.microsoft.com/office/drawing/2014/main" id="{DF56832A-C70C-4E3A-5DCB-2593BC5F1CC4}"/>
                  </a:ext>
                </a:extLst>
              </p:cNvPr>
              <p:cNvSpPr/>
              <p:nvPr/>
            </p:nvSpPr>
            <p:spPr>
              <a:xfrm>
                <a:off x="6304014" y="3995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2" name="Freeform 39421">
                <a:extLst>
                  <a:ext uri="{FF2B5EF4-FFF2-40B4-BE49-F238E27FC236}">
                    <a16:creationId xmlns:a16="http://schemas.microsoft.com/office/drawing/2014/main" id="{92D53CC0-AF32-78DF-D865-5FBE71F4827D}"/>
                  </a:ext>
                </a:extLst>
              </p:cNvPr>
              <p:cNvSpPr/>
              <p:nvPr/>
            </p:nvSpPr>
            <p:spPr>
              <a:xfrm>
                <a:off x="6304510" y="4060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3" name="Freeform 39422">
                <a:extLst>
                  <a:ext uri="{FF2B5EF4-FFF2-40B4-BE49-F238E27FC236}">
                    <a16:creationId xmlns:a16="http://schemas.microsoft.com/office/drawing/2014/main" id="{C700D8BD-7756-E958-97D2-2F170229E51E}"/>
                  </a:ext>
                </a:extLst>
              </p:cNvPr>
              <p:cNvSpPr/>
              <p:nvPr/>
            </p:nvSpPr>
            <p:spPr>
              <a:xfrm>
                <a:off x="6305105" y="4044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4" name="Freeform 39423">
                <a:extLst>
                  <a:ext uri="{FF2B5EF4-FFF2-40B4-BE49-F238E27FC236}">
                    <a16:creationId xmlns:a16="http://schemas.microsoft.com/office/drawing/2014/main" id="{8C742F60-A8E2-8BB5-20A9-039AA7FE30E6}"/>
                  </a:ext>
                </a:extLst>
              </p:cNvPr>
              <p:cNvSpPr/>
              <p:nvPr/>
            </p:nvSpPr>
            <p:spPr>
              <a:xfrm>
                <a:off x="6305602" y="4084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5" name="Freeform 39424">
                <a:extLst>
                  <a:ext uri="{FF2B5EF4-FFF2-40B4-BE49-F238E27FC236}">
                    <a16:creationId xmlns:a16="http://schemas.microsoft.com/office/drawing/2014/main" id="{7498F94E-3198-D00C-AFDB-24D717CF0F89}"/>
                  </a:ext>
                </a:extLst>
              </p:cNvPr>
              <p:cNvSpPr/>
              <p:nvPr/>
            </p:nvSpPr>
            <p:spPr>
              <a:xfrm>
                <a:off x="6306098" y="411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6" name="Freeform 39425">
                <a:extLst>
                  <a:ext uri="{FF2B5EF4-FFF2-40B4-BE49-F238E27FC236}">
                    <a16:creationId xmlns:a16="http://schemas.microsoft.com/office/drawing/2014/main" id="{EF31B674-00A3-63C6-680C-227A45F6FDF5}"/>
                  </a:ext>
                </a:extLst>
              </p:cNvPr>
              <p:cNvSpPr/>
              <p:nvPr/>
            </p:nvSpPr>
            <p:spPr>
              <a:xfrm>
                <a:off x="6306693" y="4214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7" name="Freeform 39426">
                <a:extLst>
                  <a:ext uri="{FF2B5EF4-FFF2-40B4-BE49-F238E27FC236}">
                    <a16:creationId xmlns:a16="http://schemas.microsoft.com/office/drawing/2014/main" id="{D4F50EEF-0C17-D792-10A4-878F995903CD}"/>
                  </a:ext>
                </a:extLst>
              </p:cNvPr>
              <p:cNvSpPr/>
              <p:nvPr/>
            </p:nvSpPr>
            <p:spPr>
              <a:xfrm>
                <a:off x="6307189" y="4220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8" name="Freeform 39427">
                <a:extLst>
                  <a:ext uri="{FF2B5EF4-FFF2-40B4-BE49-F238E27FC236}">
                    <a16:creationId xmlns:a16="http://schemas.microsoft.com/office/drawing/2014/main" id="{55A1A7D2-F388-0783-F16C-185EAC03DADE}"/>
                  </a:ext>
                </a:extLst>
              </p:cNvPr>
              <p:cNvSpPr/>
              <p:nvPr/>
            </p:nvSpPr>
            <p:spPr>
              <a:xfrm>
                <a:off x="6307685" y="42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29" name="Freeform 39428">
                <a:extLst>
                  <a:ext uri="{FF2B5EF4-FFF2-40B4-BE49-F238E27FC236}">
                    <a16:creationId xmlns:a16="http://schemas.microsoft.com/office/drawing/2014/main" id="{534942C9-6F8C-90E7-B0C9-AD878FA5DA92}"/>
                  </a:ext>
                </a:extLst>
              </p:cNvPr>
              <p:cNvSpPr/>
              <p:nvPr/>
            </p:nvSpPr>
            <p:spPr>
              <a:xfrm>
                <a:off x="6308280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0" name="Freeform 39429">
                <a:extLst>
                  <a:ext uri="{FF2B5EF4-FFF2-40B4-BE49-F238E27FC236}">
                    <a16:creationId xmlns:a16="http://schemas.microsoft.com/office/drawing/2014/main" id="{F06554A2-685E-F413-4740-B0F3440DEC63}"/>
                  </a:ext>
                </a:extLst>
              </p:cNvPr>
              <p:cNvSpPr/>
              <p:nvPr/>
            </p:nvSpPr>
            <p:spPr>
              <a:xfrm>
                <a:off x="6308777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1" name="Freeform 39430">
                <a:extLst>
                  <a:ext uri="{FF2B5EF4-FFF2-40B4-BE49-F238E27FC236}">
                    <a16:creationId xmlns:a16="http://schemas.microsoft.com/office/drawing/2014/main" id="{5E1F6C15-F866-0D52-ED43-D915F5A76A74}"/>
                  </a:ext>
                </a:extLst>
              </p:cNvPr>
              <p:cNvSpPr/>
              <p:nvPr/>
            </p:nvSpPr>
            <p:spPr>
              <a:xfrm>
                <a:off x="6309273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2" name="Freeform 39431">
                <a:extLst>
                  <a:ext uri="{FF2B5EF4-FFF2-40B4-BE49-F238E27FC236}">
                    <a16:creationId xmlns:a16="http://schemas.microsoft.com/office/drawing/2014/main" id="{BC094586-AC18-5193-C3BE-20A8797870ED}"/>
                  </a:ext>
                </a:extLst>
              </p:cNvPr>
              <p:cNvSpPr/>
              <p:nvPr/>
            </p:nvSpPr>
            <p:spPr>
              <a:xfrm>
                <a:off x="6309868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3" name="Freeform 39432">
                <a:extLst>
                  <a:ext uri="{FF2B5EF4-FFF2-40B4-BE49-F238E27FC236}">
                    <a16:creationId xmlns:a16="http://schemas.microsoft.com/office/drawing/2014/main" id="{EE1CFCFC-2C5D-4982-E513-12345DE32E1E}"/>
                  </a:ext>
                </a:extLst>
              </p:cNvPr>
              <p:cNvSpPr/>
              <p:nvPr/>
            </p:nvSpPr>
            <p:spPr>
              <a:xfrm>
                <a:off x="6310364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4" name="Freeform 39433">
                <a:extLst>
                  <a:ext uri="{FF2B5EF4-FFF2-40B4-BE49-F238E27FC236}">
                    <a16:creationId xmlns:a16="http://schemas.microsoft.com/office/drawing/2014/main" id="{7246B91C-1414-BB0A-F728-8A638F6E5070}"/>
                  </a:ext>
                </a:extLst>
              </p:cNvPr>
              <p:cNvSpPr/>
              <p:nvPr/>
            </p:nvSpPr>
            <p:spPr>
              <a:xfrm>
                <a:off x="6310860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5" name="Freeform 39434">
                <a:extLst>
                  <a:ext uri="{FF2B5EF4-FFF2-40B4-BE49-F238E27FC236}">
                    <a16:creationId xmlns:a16="http://schemas.microsoft.com/office/drawing/2014/main" id="{61888871-7797-47B7-90DF-534DBF75753C}"/>
                  </a:ext>
                </a:extLst>
              </p:cNvPr>
              <p:cNvSpPr/>
              <p:nvPr/>
            </p:nvSpPr>
            <p:spPr>
              <a:xfrm>
                <a:off x="6311455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6" name="Freeform 39435">
                <a:extLst>
                  <a:ext uri="{FF2B5EF4-FFF2-40B4-BE49-F238E27FC236}">
                    <a16:creationId xmlns:a16="http://schemas.microsoft.com/office/drawing/2014/main" id="{E45D20E6-0E56-C3A1-57F0-1638BA5B6EE1}"/>
                  </a:ext>
                </a:extLst>
              </p:cNvPr>
              <p:cNvSpPr/>
              <p:nvPr/>
            </p:nvSpPr>
            <p:spPr>
              <a:xfrm>
                <a:off x="6311952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7" name="Freeform 39436">
                <a:extLst>
                  <a:ext uri="{FF2B5EF4-FFF2-40B4-BE49-F238E27FC236}">
                    <a16:creationId xmlns:a16="http://schemas.microsoft.com/office/drawing/2014/main" id="{6A6247D4-B4E6-BCA2-4482-65E66CC9F6F1}"/>
                  </a:ext>
                </a:extLst>
              </p:cNvPr>
              <p:cNvSpPr/>
              <p:nvPr/>
            </p:nvSpPr>
            <p:spPr>
              <a:xfrm>
                <a:off x="6312448" y="4219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8" name="Freeform 39437">
                <a:extLst>
                  <a:ext uri="{FF2B5EF4-FFF2-40B4-BE49-F238E27FC236}">
                    <a16:creationId xmlns:a16="http://schemas.microsoft.com/office/drawing/2014/main" id="{9270B135-F9A9-3EF6-F8C0-0E72FDB6F8AB}"/>
                  </a:ext>
                </a:extLst>
              </p:cNvPr>
              <p:cNvSpPr/>
              <p:nvPr/>
            </p:nvSpPr>
            <p:spPr>
              <a:xfrm>
                <a:off x="6313043" y="4113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39" name="Freeform 39438">
                <a:extLst>
                  <a:ext uri="{FF2B5EF4-FFF2-40B4-BE49-F238E27FC236}">
                    <a16:creationId xmlns:a16="http://schemas.microsoft.com/office/drawing/2014/main" id="{51B60D65-254E-3577-E667-A323ADE53242}"/>
                  </a:ext>
                </a:extLst>
              </p:cNvPr>
              <p:cNvSpPr/>
              <p:nvPr/>
            </p:nvSpPr>
            <p:spPr>
              <a:xfrm>
                <a:off x="6313539" y="3468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0" name="Freeform 39439">
                <a:extLst>
                  <a:ext uri="{FF2B5EF4-FFF2-40B4-BE49-F238E27FC236}">
                    <a16:creationId xmlns:a16="http://schemas.microsoft.com/office/drawing/2014/main" id="{CF523E82-2D33-F001-5361-F7FFA9A41199}"/>
                  </a:ext>
                </a:extLst>
              </p:cNvPr>
              <p:cNvSpPr/>
              <p:nvPr/>
            </p:nvSpPr>
            <p:spPr>
              <a:xfrm>
                <a:off x="6314035" y="3537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1" name="Freeform 39440">
                <a:extLst>
                  <a:ext uri="{FF2B5EF4-FFF2-40B4-BE49-F238E27FC236}">
                    <a16:creationId xmlns:a16="http://schemas.microsoft.com/office/drawing/2014/main" id="{D6702B2C-4AA9-673B-2D1B-962307B9F4BC}"/>
                  </a:ext>
                </a:extLst>
              </p:cNvPr>
              <p:cNvSpPr/>
              <p:nvPr/>
            </p:nvSpPr>
            <p:spPr>
              <a:xfrm>
                <a:off x="6314630" y="3660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2" name="Freeform 39441">
                <a:extLst>
                  <a:ext uri="{FF2B5EF4-FFF2-40B4-BE49-F238E27FC236}">
                    <a16:creationId xmlns:a16="http://schemas.microsoft.com/office/drawing/2014/main" id="{A14BA750-F2D4-EAF1-0110-98DBCC9AC781}"/>
                  </a:ext>
                </a:extLst>
              </p:cNvPr>
              <p:cNvSpPr/>
              <p:nvPr/>
            </p:nvSpPr>
            <p:spPr>
              <a:xfrm>
                <a:off x="6315127" y="3606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3" name="Freeform 39442">
                <a:extLst>
                  <a:ext uri="{FF2B5EF4-FFF2-40B4-BE49-F238E27FC236}">
                    <a16:creationId xmlns:a16="http://schemas.microsoft.com/office/drawing/2014/main" id="{9D87C43B-6035-5AAC-142C-689E280F7775}"/>
                  </a:ext>
                </a:extLst>
              </p:cNvPr>
              <p:cNvSpPr/>
              <p:nvPr/>
            </p:nvSpPr>
            <p:spPr>
              <a:xfrm>
                <a:off x="6315623" y="3798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4" name="Freeform 39443">
                <a:extLst>
                  <a:ext uri="{FF2B5EF4-FFF2-40B4-BE49-F238E27FC236}">
                    <a16:creationId xmlns:a16="http://schemas.microsoft.com/office/drawing/2014/main" id="{39CED307-B334-DA60-D284-1D35D97C25A4}"/>
                  </a:ext>
                </a:extLst>
              </p:cNvPr>
              <p:cNvSpPr/>
              <p:nvPr/>
            </p:nvSpPr>
            <p:spPr>
              <a:xfrm>
                <a:off x="6316218" y="3868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5" name="Freeform 39444">
                <a:extLst>
                  <a:ext uri="{FF2B5EF4-FFF2-40B4-BE49-F238E27FC236}">
                    <a16:creationId xmlns:a16="http://schemas.microsoft.com/office/drawing/2014/main" id="{B07FBA5E-1DE1-3920-A2F3-ABA3641F410F}"/>
                  </a:ext>
                </a:extLst>
              </p:cNvPr>
              <p:cNvSpPr/>
              <p:nvPr/>
            </p:nvSpPr>
            <p:spPr>
              <a:xfrm>
                <a:off x="6316714" y="4037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6" name="Freeform 39445">
                <a:extLst>
                  <a:ext uri="{FF2B5EF4-FFF2-40B4-BE49-F238E27FC236}">
                    <a16:creationId xmlns:a16="http://schemas.microsoft.com/office/drawing/2014/main" id="{B9CD3947-ABA5-8E23-0616-A8983020A6DF}"/>
                  </a:ext>
                </a:extLst>
              </p:cNvPr>
              <p:cNvSpPr/>
              <p:nvPr/>
            </p:nvSpPr>
            <p:spPr>
              <a:xfrm>
                <a:off x="6317210" y="4064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7" name="Freeform 39446">
                <a:extLst>
                  <a:ext uri="{FF2B5EF4-FFF2-40B4-BE49-F238E27FC236}">
                    <a16:creationId xmlns:a16="http://schemas.microsoft.com/office/drawing/2014/main" id="{FD031762-96F6-BC97-E885-CDEF93270A96}"/>
                  </a:ext>
                </a:extLst>
              </p:cNvPr>
              <p:cNvSpPr/>
              <p:nvPr/>
            </p:nvSpPr>
            <p:spPr>
              <a:xfrm>
                <a:off x="6317706" y="4065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8" name="Freeform 39447">
                <a:extLst>
                  <a:ext uri="{FF2B5EF4-FFF2-40B4-BE49-F238E27FC236}">
                    <a16:creationId xmlns:a16="http://schemas.microsoft.com/office/drawing/2014/main" id="{DD052507-D998-FB94-6DD1-F876F701FFB9}"/>
                  </a:ext>
                </a:extLst>
              </p:cNvPr>
              <p:cNvSpPr/>
              <p:nvPr/>
            </p:nvSpPr>
            <p:spPr>
              <a:xfrm>
                <a:off x="6318302" y="4056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49" name="Freeform 39448">
                <a:extLst>
                  <a:ext uri="{FF2B5EF4-FFF2-40B4-BE49-F238E27FC236}">
                    <a16:creationId xmlns:a16="http://schemas.microsoft.com/office/drawing/2014/main" id="{8B9D5B48-76B2-70E7-F324-99399ED99A88}"/>
                  </a:ext>
                </a:extLst>
              </p:cNvPr>
              <p:cNvSpPr/>
              <p:nvPr/>
            </p:nvSpPr>
            <p:spPr>
              <a:xfrm>
                <a:off x="6318798" y="4068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0" name="Freeform 39449">
                <a:extLst>
                  <a:ext uri="{FF2B5EF4-FFF2-40B4-BE49-F238E27FC236}">
                    <a16:creationId xmlns:a16="http://schemas.microsoft.com/office/drawing/2014/main" id="{E10AB77A-A084-94EE-5610-4AC601B1E3DC}"/>
                  </a:ext>
                </a:extLst>
              </p:cNvPr>
              <p:cNvSpPr/>
              <p:nvPr/>
            </p:nvSpPr>
            <p:spPr>
              <a:xfrm>
                <a:off x="6319294" y="4203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1" name="Freeform 39450">
                <a:extLst>
                  <a:ext uri="{FF2B5EF4-FFF2-40B4-BE49-F238E27FC236}">
                    <a16:creationId xmlns:a16="http://schemas.microsoft.com/office/drawing/2014/main" id="{AEFFA88C-8FAD-EEB2-3855-AAADAC46EAF3}"/>
                  </a:ext>
                </a:extLst>
              </p:cNvPr>
              <p:cNvSpPr/>
              <p:nvPr/>
            </p:nvSpPr>
            <p:spPr>
              <a:xfrm>
                <a:off x="6319889" y="4218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2" name="Freeform 39451">
                <a:extLst>
                  <a:ext uri="{FF2B5EF4-FFF2-40B4-BE49-F238E27FC236}">
                    <a16:creationId xmlns:a16="http://schemas.microsoft.com/office/drawing/2014/main" id="{B51115D5-AC1C-D96F-8B53-D54E6B2F3F8F}"/>
                  </a:ext>
                </a:extLst>
              </p:cNvPr>
              <p:cNvSpPr/>
              <p:nvPr/>
            </p:nvSpPr>
            <p:spPr>
              <a:xfrm>
                <a:off x="6320385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3" name="Freeform 39452">
                <a:extLst>
                  <a:ext uri="{FF2B5EF4-FFF2-40B4-BE49-F238E27FC236}">
                    <a16:creationId xmlns:a16="http://schemas.microsoft.com/office/drawing/2014/main" id="{9C145DB7-F427-48A5-C0D4-66BD34EA61DC}"/>
                  </a:ext>
                </a:extLst>
              </p:cNvPr>
              <p:cNvSpPr/>
              <p:nvPr/>
            </p:nvSpPr>
            <p:spPr>
              <a:xfrm>
                <a:off x="6320881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4" name="Freeform 39453">
                <a:extLst>
                  <a:ext uri="{FF2B5EF4-FFF2-40B4-BE49-F238E27FC236}">
                    <a16:creationId xmlns:a16="http://schemas.microsoft.com/office/drawing/2014/main" id="{2019CA5A-A0FB-4EA4-2C33-D0DC9F811B54}"/>
                  </a:ext>
                </a:extLst>
              </p:cNvPr>
              <p:cNvSpPr/>
              <p:nvPr/>
            </p:nvSpPr>
            <p:spPr>
              <a:xfrm>
                <a:off x="6321477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5" name="Freeform 39454">
                <a:extLst>
                  <a:ext uri="{FF2B5EF4-FFF2-40B4-BE49-F238E27FC236}">
                    <a16:creationId xmlns:a16="http://schemas.microsoft.com/office/drawing/2014/main" id="{CBD4A8FA-CA07-DC22-6CC0-62187AD3E377}"/>
                  </a:ext>
                </a:extLst>
              </p:cNvPr>
              <p:cNvSpPr/>
              <p:nvPr/>
            </p:nvSpPr>
            <p:spPr>
              <a:xfrm>
                <a:off x="6321973" y="4229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6" name="Freeform 39455">
                <a:extLst>
                  <a:ext uri="{FF2B5EF4-FFF2-40B4-BE49-F238E27FC236}">
                    <a16:creationId xmlns:a16="http://schemas.microsoft.com/office/drawing/2014/main" id="{EB7C1171-908C-3A6F-4605-A93FBF0C07F7}"/>
                  </a:ext>
                </a:extLst>
              </p:cNvPr>
              <p:cNvSpPr/>
              <p:nvPr/>
            </p:nvSpPr>
            <p:spPr>
              <a:xfrm>
                <a:off x="6322469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7" name="Freeform 39456">
                <a:extLst>
                  <a:ext uri="{FF2B5EF4-FFF2-40B4-BE49-F238E27FC236}">
                    <a16:creationId xmlns:a16="http://schemas.microsoft.com/office/drawing/2014/main" id="{D14ECA50-F496-D140-E99D-43CB18266B19}"/>
                  </a:ext>
                </a:extLst>
              </p:cNvPr>
              <p:cNvSpPr/>
              <p:nvPr/>
            </p:nvSpPr>
            <p:spPr>
              <a:xfrm>
                <a:off x="6323064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8" name="Freeform 39457">
                <a:extLst>
                  <a:ext uri="{FF2B5EF4-FFF2-40B4-BE49-F238E27FC236}">
                    <a16:creationId xmlns:a16="http://schemas.microsoft.com/office/drawing/2014/main" id="{1BEDDD40-EC47-8A62-C4F0-B023F23C801E}"/>
                  </a:ext>
                </a:extLst>
              </p:cNvPr>
              <p:cNvSpPr/>
              <p:nvPr/>
            </p:nvSpPr>
            <p:spPr>
              <a:xfrm>
                <a:off x="6323560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59" name="Freeform 39458">
                <a:extLst>
                  <a:ext uri="{FF2B5EF4-FFF2-40B4-BE49-F238E27FC236}">
                    <a16:creationId xmlns:a16="http://schemas.microsoft.com/office/drawing/2014/main" id="{58BE023A-EED2-50BC-20A6-926516DF8AA9}"/>
                  </a:ext>
                </a:extLst>
              </p:cNvPr>
              <p:cNvSpPr/>
              <p:nvPr/>
            </p:nvSpPr>
            <p:spPr>
              <a:xfrm>
                <a:off x="6324056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0" name="Freeform 39459">
                <a:extLst>
                  <a:ext uri="{FF2B5EF4-FFF2-40B4-BE49-F238E27FC236}">
                    <a16:creationId xmlns:a16="http://schemas.microsoft.com/office/drawing/2014/main" id="{1DE20716-8AB6-7299-9F58-D3F01C3EAA03}"/>
                  </a:ext>
                </a:extLst>
              </p:cNvPr>
              <p:cNvSpPr/>
              <p:nvPr/>
            </p:nvSpPr>
            <p:spPr>
              <a:xfrm>
                <a:off x="6324652" y="4230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1" name="Freeform 39460">
                <a:extLst>
                  <a:ext uri="{FF2B5EF4-FFF2-40B4-BE49-F238E27FC236}">
                    <a16:creationId xmlns:a16="http://schemas.microsoft.com/office/drawing/2014/main" id="{E7BAB076-1DF9-EA6B-6E98-4918A29DD55F}"/>
                  </a:ext>
                </a:extLst>
              </p:cNvPr>
              <p:cNvSpPr/>
              <p:nvPr/>
            </p:nvSpPr>
            <p:spPr>
              <a:xfrm>
                <a:off x="6325148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2" name="Freeform 39461">
                <a:extLst>
                  <a:ext uri="{FF2B5EF4-FFF2-40B4-BE49-F238E27FC236}">
                    <a16:creationId xmlns:a16="http://schemas.microsoft.com/office/drawing/2014/main" id="{C95EFBD7-0862-3378-F8F6-9FD5E674A7BC}"/>
                  </a:ext>
                </a:extLst>
              </p:cNvPr>
              <p:cNvSpPr/>
              <p:nvPr/>
            </p:nvSpPr>
            <p:spPr>
              <a:xfrm>
                <a:off x="6325644" y="4138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3" name="Freeform 39462">
                <a:extLst>
                  <a:ext uri="{FF2B5EF4-FFF2-40B4-BE49-F238E27FC236}">
                    <a16:creationId xmlns:a16="http://schemas.microsoft.com/office/drawing/2014/main" id="{8BC10098-1EB7-CF8D-4483-9A21716E8FAD}"/>
                  </a:ext>
                </a:extLst>
              </p:cNvPr>
              <p:cNvSpPr/>
              <p:nvPr/>
            </p:nvSpPr>
            <p:spPr>
              <a:xfrm>
                <a:off x="6326239" y="3492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4" name="Freeform 39463">
                <a:extLst>
                  <a:ext uri="{FF2B5EF4-FFF2-40B4-BE49-F238E27FC236}">
                    <a16:creationId xmlns:a16="http://schemas.microsoft.com/office/drawing/2014/main" id="{96DBFEC1-83D1-9653-DF09-A391A2BC9E12}"/>
                  </a:ext>
                </a:extLst>
              </p:cNvPr>
              <p:cNvSpPr/>
              <p:nvPr/>
            </p:nvSpPr>
            <p:spPr>
              <a:xfrm>
                <a:off x="6326735" y="3512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5" name="Freeform 39464">
                <a:extLst>
                  <a:ext uri="{FF2B5EF4-FFF2-40B4-BE49-F238E27FC236}">
                    <a16:creationId xmlns:a16="http://schemas.microsoft.com/office/drawing/2014/main" id="{BBD221AB-8C8F-E347-F648-6D6654A97C31}"/>
                  </a:ext>
                </a:extLst>
              </p:cNvPr>
              <p:cNvSpPr/>
              <p:nvPr/>
            </p:nvSpPr>
            <p:spPr>
              <a:xfrm>
                <a:off x="6327231" y="3578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6" name="Freeform 39465">
                <a:extLst>
                  <a:ext uri="{FF2B5EF4-FFF2-40B4-BE49-F238E27FC236}">
                    <a16:creationId xmlns:a16="http://schemas.microsoft.com/office/drawing/2014/main" id="{C373BDFB-E447-9EE1-B56E-176F5C4F327C}"/>
                  </a:ext>
                </a:extLst>
              </p:cNvPr>
              <p:cNvSpPr/>
              <p:nvPr/>
            </p:nvSpPr>
            <p:spPr>
              <a:xfrm>
                <a:off x="6327827" y="3469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7" name="Freeform 39466">
                <a:extLst>
                  <a:ext uri="{FF2B5EF4-FFF2-40B4-BE49-F238E27FC236}">
                    <a16:creationId xmlns:a16="http://schemas.microsoft.com/office/drawing/2014/main" id="{F562CC67-DAAD-72B7-1D9D-D11301F8C0C2}"/>
                  </a:ext>
                </a:extLst>
              </p:cNvPr>
              <p:cNvSpPr/>
              <p:nvPr/>
            </p:nvSpPr>
            <p:spPr>
              <a:xfrm>
                <a:off x="6328323" y="3568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8" name="Freeform 39467">
                <a:extLst>
                  <a:ext uri="{FF2B5EF4-FFF2-40B4-BE49-F238E27FC236}">
                    <a16:creationId xmlns:a16="http://schemas.microsoft.com/office/drawing/2014/main" id="{7635B426-0AAE-E319-BB07-E24E73EDEE4F}"/>
                  </a:ext>
                </a:extLst>
              </p:cNvPr>
              <p:cNvSpPr/>
              <p:nvPr/>
            </p:nvSpPr>
            <p:spPr>
              <a:xfrm>
                <a:off x="6328819" y="3781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69" name="Freeform 39468">
                <a:extLst>
                  <a:ext uri="{FF2B5EF4-FFF2-40B4-BE49-F238E27FC236}">
                    <a16:creationId xmlns:a16="http://schemas.microsoft.com/office/drawing/2014/main" id="{E80B4D30-77B7-13C2-EA78-116453F7B626}"/>
                  </a:ext>
                </a:extLst>
              </p:cNvPr>
              <p:cNvSpPr/>
              <p:nvPr/>
            </p:nvSpPr>
            <p:spPr>
              <a:xfrm>
                <a:off x="6329315" y="3946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0" name="Freeform 39469">
                <a:extLst>
                  <a:ext uri="{FF2B5EF4-FFF2-40B4-BE49-F238E27FC236}">
                    <a16:creationId xmlns:a16="http://schemas.microsoft.com/office/drawing/2014/main" id="{9441BAF1-E8E5-FAA7-01AF-2DA2CB688CDF}"/>
                  </a:ext>
                </a:extLst>
              </p:cNvPr>
              <p:cNvSpPr/>
              <p:nvPr/>
            </p:nvSpPr>
            <p:spPr>
              <a:xfrm>
                <a:off x="6329910" y="4003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1" name="Freeform 39470">
                <a:extLst>
                  <a:ext uri="{FF2B5EF4-FFF2-40B4-BE49-F238E27FC236}">
                    <a16:creationId xmlns:a16="http://schemas.microsoft.com/office/drawing/2014/main" id="{B7E9E94F-9466-3771-577A-3AAA07ABAE75}"/>
                  </a:ext>
                </a:extLst>
              </p:cNvPr>
              <p:cNvSpPr/>
              <p:nvPr/>
            </p:nvSpPr>
            <p:spPr>
              <a:xfrm>
                <a:off x="6330406" y="40047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2" name="Freeform 39471">
                <a:extLst>
                  <a:ext uri="{FF2B5EF4-FFF2-40B4-BE49-F238E27FC236}">
                    <a16:creationId xmlns:a16="http://schemas.microsoft.com/office/drawing/2014/main" id="{C49B7CE7-D65F-C797-0CBF-5C26D3E686CD}"/>
                  </a:ext>
                </a:extLst>
              </p:cNvPr>
              <p:cNvSpPr/>
              <p:nvPr/>
            </p:nvSpPr>
            <p:spPr>
              <a:xfrm>
                <a:off x="6330902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3" name="Freeform 39472">
                <a:extLst>
                  <a:ext uri="{FF2B5EF4-FFF2-40B4-BE49-F238E27FC236}">
                    <a16:creationId xmlns:a16="http://schemas.microsoft.com/office/drawing/2014/main" id="{819FC79F-0A94-CFF6-A8D0-FF840C72FC38}"/>
                  </a:ext>
                </a:extLst>
              </p:cNvPr>
              <p:cNvSpPr/>
              <p:nvPr/>
            </p:nvSpPr>
            <p:spPr>
              <a:xfrm>
                <a:off x="6331498" y="4075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4" name="Freeform 39473">
                <a:extLst>
                  <a:ext uri="{FF2B5EF4-FFF2-40B4-BE49-F238E27FC236}">
                    <a16:creationId xmlns:a16="http://schemas.microsoft.com/office/drawing/2014/main" id="{1884A480-1F15-EA2E-1D98-01AE6170BC60}"/>
                  </a:ext>
                </a:extLst>
              </p:cNvPr>
              <p:cNvSpPr/>
              <p:nvPr/>
            </p:nvSpPr>
            <p:spPr>
              <a:xfrm>
                <a:off x="6331994" y="42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5" name="Freeform 39474">
                <a:extLst>
                  <a:ext uri="{FF2B5EF4-FFF2-40B4-BE49-F238E27FC236}">
                    <a16:creationId xmlns:a16="http://schemas.microsoft.com/office/drawing/2014/main" id="{0B24ECEB-BB9F-43A1-F2DA-BBAF71DCE8B0}"/>
                  </a:ext>
                </a:extLst>
              </p:cNvPr>
              <p:cNvSpPr/>
              <p:nvPr/>
            </p:nvSpPr>
            <p:spPr>
              <a:xfrm>
                <a:off x="6332490" y="4222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6" name="Freeform 39475">
                <a:extLst>
                  <a:ext uri="{FF2B5EF4-FFF2-40B4-BE49-F238E27FC236}">
                    <a16:creationId xmlns:a16="http://schemas.microsoft.com/office/drawing/2014/main" id="{EE7A2681-5178-D239-3FB4-EF2995C1ECE0}"/>
                  </a:ext>
                </a:extLst>
              </p:cNvPr>
              <p:cNvSpPr/>
              <p:nvPr/>
            </p:nvSpPr>
            <p:spPr>
              <a:xfrm>
                <a:off x="6333085" y="4226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7" name="Freeform 39476">
                <a:extLst>
                  <a:ext uri="{FF2B5EF4-FFF2-40B4-BE49-F238E27FC236}">
                    <a16:creationId xmlns:a16="http://schemas.microsoft.com/office/drawing/2014/main" id="{0A5532FB-1C86-A2B1-9A10-D4DF5636E1B1}"/>
                  </a:ext>
                </a:extLst>
              </p:cNvPr>
              <p:cNvSpPr/>
              <p:nvPr/>
            </p:nvSpPr>
            <p:spPr>
              <a:xfrm>
                <a:off x="6333581" y="4235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8" name="Freeform 39477">
                <a:extLst>
                  <a:ext uri="{FF2B5EF4-FFF2-40B4-BE49-F238E27FC236}">
                    <a16:creationId xmlns:a16="http://schemas.microsoft.com/office/drawing/2014/main" id="{CC636489-15C8-C982-19DA-842B1244157D}"/>
                  </a:ext>
                </a:extLst>
              </p:cNvPr>
              <p:cNvSpPr/>
              <p:nvPr/>
            </p:nvSpPr>
            <p:spPr>
              <a:xfrm>
                <a:off x="6334077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79" name="Freeform 39478">
                <a:extLst>
                  <a:ext uri="{FF2B5EF4-FFF2-40B4-BE49-F238E27FC236}">
                    <a16:creationId xmlns:a16="http://schemas.microsoft.com/office/drawing/2014/main" id="{495EB5A1-6254-EC88-F630-9009B1D99024}"/>
                  </a:ext>
                </a:extLst>
              </p:cNvPr>
              <p:cNvSpPr/>
              <p:nvPr/>
            </p:nvSpPr>
            <p:spPr>
              <a:xfrm>
                <a:off x="6334673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0" name="Freeform 39479">
                <a:extLst>
                  <a:ext uri="{FF2B5EF4-FFF2-40B4-BE49-F238E27FC236}">
                    <a16:creationId xmlns:a16="http://schemas.microsoft.com/office/drawing/2014/main" id="{201C3030-FA09-199F-43B2-2FFDCD97C1D3}"/>
                  </a:ext>
                </a:extLst>
              </p:cNvPr>
              <p:cNvSpPr/>
              <p:nvPr/>
            </p:nvSpPr>
            <p:spPr>
              <a:xfrm>
                <a:off x="6335169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1" name="Freeform 39480">
                <a:extLst>
                  <a:ext uri="{FF2B5EF4-FFF2-40B4-BE49-F238E27FC236}">
                    <a16:creationId xmlns:a16="http://schemas.microsoft.com/office/drawing/2014/main" id="{94C09036-7563-DB2D-4943-D5C357A55963}"/>
                  </a:ext>
                </a:extLst>
              </p:cNvPr>
              <p:cNvSpPr/>
              <p:nvPr/>
            </p:nvSpPr>
            <p:spPr>
              <a:xfrm>
                <a:off x="6335665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2" name="Freeform 39481">
                <a:extLst>
                  <a:ext uri="{FF2B5EF4-FFF2-40B4-BE49-F238E27FC236}">
                    <a16:creationId xmlns:a16="http://schemas.microsoft.com/office/drawing/2014/main" id="{93ADFAFC-0C24-9B5D-657F-AE66ED7E51CD}"/>
                  </a:ext>
                </a:extLst>
              </p:cNvPr>
              <p:cNvSpPr/>
              <p:nvPr/>
            </p:nvSpPr>
            <p:spPr>
              <a:xfrm>
                <a:off x="6336260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3" name="Freeform 39482">
                <a:extLst>
                  <a:ext uri="{FF2B5EF4-FFF2-40B4-BE49-F238E27FC236}">
                    <a16:creationId xmlns:a16="http://schemas.microsoft.com/office/drawing/2014/main" id="{1846DDBF-49E6-3553-5A02-BAF93409CA81}"/>
                  </a:ext>
                </a:extLst>
              </p:cNvPr>
              <p:cNvSpPr/>
              <p:nvPr/>
            </p:nvSpPr>
            <p:spPr>
              <a:xfrm>
                <a:off x="6336756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4" name="Freeform 39483">
                <a:extLst>
                  <a:ext uri="{FF2B5EF4-FFF2-40B4-BE49-F238E27FC236}">
                    <a16:creationId xmlns:a16="http://schemas.microsoft.com/office/drawing/2014/main" id="{357CC2D9-BEE1-6EDA-26AF-54EA9BDD5283}"/>
                  </a:ext>
                </a:extLst>
              </p:cNvPr>
              <p:cNvSpPr/>
              <p:nvPr/>
            </p:nvSpPr>
            <p:spPr>
              <a:xfrm>
                <a:off x="6337252" y="4236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5" name="Freeform 39484">
                <a:extLst>
                  <a:ext uri="{FF2B5EF4-FFF2-40B4-BE49-F238E27FC236}">
                    <a16:creationId xmlns:a16="http://schemas.microsoft.com/office/drawing/2014/main" id="{153E9F95-7F12-8907-FD0C-7346B0B2D54C}"/>
                  </a:ext>
                </a:extLst>
              </p:cNvPr>
              <p:cNvSpPr/>
              <p:nvPr/>
            </p:nvSpPr>
            <p:spPr>
              <a:xfrm>
                <a:off x="6337848" y="4228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6" name="Freeform 39485">
                <a:extLst>
                  <a:ext uri="{FF2B5EF4-FFF2-40B4-BE49-F238E27FC236}">
                    <a16:creationId xmlns:a16="http://schemas.microsoft.com/office/drawing/2014/main" id="{B44FE856-322D-8F1D-AE4E-01977EF65CB3}"/>
                  </a:ext>
                </a:extLst>
              </p:cNvPr>
              <p:cNvSpPr/>
              <p:nvPr/>
            </p:nvSpPr>
            <p:spPr>
              <a:xfrm>
                <a:off x="6338344" y="4011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7" name="Freeform 39486">
                <a:extLst>
                  <a:ext uri="{FF2B5EF4-FFF2-40B4-BE49-F238E27FC236}">
                    <a16:creationId xmlns:a16="http://schemas.microsoft.com/office/drawing/2014/main" id="{2BFF0786-5702-DFFA-FE6C-3E023FA79BCC}"/>
                  </a:ext>
                </a:extLst>
              </p:cNvPr>
              <p:cNvSpPr/>
              <p:nvPr/>
            </p:nvSpPr>
            <p:spPr>
              <a:xfrm>
                <a:off x="6338840" y="3489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8" name="Freeform 39487">
                <a:extLst>
                  <a:ext uri="{FF2B5EF4-FFF2-40B4-BE49-F238E27FC236}">
                    <a16:creationId xmlns:a16="http://schemas.microsoft.com/office/drawing/2014/main" id="{AADD543F-87EB-D53C-4AB0-CA2A06538CAE}"/>
                  </a:ext>
                </a:extLst>
              </p:cNvPr>
              <p:cNvSpPr/>
              <p:nvPr/>
            </p:nvSpPr>
            <p:spPr>
              <a:xfrm>
                <a:off x="6339435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89" name="Freeform 39488">
                <a:extLst>
                  <a:ext uri="{FF2B5EF4-FFF2-40B4-BE49-F238E27FC236}">
                    <a16:creationId xmlns:a16="http://schemas.microsoft.com/office/drawing/2014/main" id="{C8640BAC-93E6-F594-6E19-6582A0DF7AF5}"/>
                  </a:ext>
                </a:extLst>
              </p:cNvPr>
              <p:cNvSpPr/>
              <p:nvPr/>
            </p:nvSpPr>
            <p:spPr>
              <a:xfrm>
                <a:off x="6339931" y="3653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0" name="Freeform 39489">
                <a:extLst>
                  <a:ext uri="{FF2B5EF4-FFF2-40B4-BE49-F238E27FC236}">
                    <a16:creationId xmlns:a16="http://schemas.microsoft.com/office/drawing/2014/main" id="{3108A5CD-D292-A3A2-AC5D-26D972B1DA95}"/>
                  </a:ext>
                </a:extLst>
              </p:cNvPr>
              <p:cNvSpPr/>
              <p:nvPr/>
            </p:nvSpPr>
            <p:spPr>
              <a:xfrm>
                <a:off x="6340427" y="3653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1" name="Freeform 39490">
                <a:extLst>
                  <a:ext uri="{FF2B5EF4-FFF2-40B4-BE49-F238E27FC236}">
                    <a16:creationId xmlns:a16="http://schemas.microsoft.com/office/drawing/2014/main" id="{F83D0A51-07E3-9368-6E5B-72F4EFFAB8A4}"/>
                  </a:ext>
                </a:extLst>
              </p:cNvPr>
              <p:cNvSpPr/>
              <p:nvPr/>
            </p:nvSpPr>
            <p:spPr>
              <a:xfrm>
                <a:off x="6340923" y="3743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2" name="Freeform 39491">
                <a:extLst>
                  <a:ext uri="{FF2B5EF4-FFF2-40B4-BE49-F238E27FC236}">
                    <a16:creationId xmlns:a16="http://schemas.microsoft.com/office/drawing/2014/main" id="{A5EA8574-D490-2E04-FD6E-40B69A028B7A}"/>
                  </a:ext>
                </a:extLst>
              </p:cNvPr>
              <p:cNvSpPr/>
              <p:nvPr/>
            </p:nvSpPr>
            <p:spPr>
              <a:xfrm>
                <a:off x="6341519" y="3861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3" name="Freeform 39492">
                <a:extLst>
                  <a:ext uri="{FF2B5EF4-FFF2-40B4-BE49-F238E27FC236}">
                    <a16:creationId xmlns:a16="http://schemas.microsoft.com/office/drawing/2014/main" id="{1FC6B06A-7319-33B1-C275-DFAE1C20C860}"/>
                  </a:ext>
                </a:extLst>
              </p:cNvPr>
              <p:cNvSpPr/>
              <p:nvPr/>
            </p:nvSpPr>
            <p:spPr>
              <a:xfrm>
                <a:off x="6342015" y="3964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4" name="Freeform 39493">
                <a:extLst>
                  <a:ext uri="{FF2B5EF4-FFF2-40B4-BE49-F238E27FC236}">
                    <a16:creationId xmlns:a16="http://schemas.microsoft.com/office/drawing/2014/main" id="{4DAF49D3-617D-658C-77BF-E11F9CD437AA}"/>
                  </a:ext>
                </a:extLst>
              </p:cNvPr>
              <p:cNvSpPr/>
              <p:nvPr/>
            </p:nvSpPr>
            <p:spPr>
              <a:xfrm>
                <a:off x="6342511" y="398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5" name="Freeform 39494">
                <a:extLst>
                  <a:ext uri="{FF2B5EF4-FFF2-40B4-BE49-F238E27FC236}">
                    <a16:creationId xmlns:a16="http://schemas.microsoft.com/office/drawing/2014/main" id="{2A0BB704-A0A7-586F-D4E2-0A0ADA7208EB}"/>
                  </a:ext>
                </a:extLst>
              </p:cNvPr>
              <p:cNvSpPr/>
              <p:nvPr/>
            </p:nvSpPr>
            <p:spPr>
              <a:xfrm>
                <a:off x="6343106" y="3964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6" name="Freeform 39495">
                <a:extLst>
                  <a:ext uri="{FF2B5EF4-FFF2-40B4-BE49-F238E27FC236}">
                    <a16:creationId xmlns:a16="http://schemas.microsoft.com/office/drawing/2014/main" id="{44D38DCF-D711-E8EA-8186-8CB714C666FF}"/>
                  </a:ext>
                </a:extLst>
              </p:cNvPr>
              <p:cNvSpPr/>
              <p:nvPr/>
            </p:nvSpPr>
            <p:spPr>
              <a:xfrm>
                <a:off x="6343602" y="393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7" name="Freeform 39496">
                <a:extLst>
                  <a:ext uri="{FF2B5EF4-FFF2-40B4-BE49-F238E27FC236}">
                    <a16:creationId xmlns:a16="http://schemas.microsoft.com/office/drawing/2014/main" id="{C3D56BDD-77BC-97BB-C75E-8495CE279854}"/>
                  </a:ext>
                </a:extLst>
              </p:cNvPr>
              <p:cNvSpPr/>
              <p:nvPr/>
            </p:nvSpPr>
            <p:spPr>
              <a:xfrm>
                <a:off x="6344098" y="3982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8" name="Freeform 39497">
                <a:extLst>
                  <a:ext uri="{FF2B5EF4-FFF2-40B4-BE49-F238E27FC236}">
                    <a16:creationId xmlns:a16="http://schemas.microsoft.com/office/drawing/2014/main" id="{1D7D339D-47C1-6405-2A22-1A6E362DF0A7}"/>
                  </a:ext>
                </a:extLst>
              </p:cNvPr>
              <p:cNvSpPr/>
              <p:nvPr/>
            </p:nvSpPr>
            <p:spPr>
              <a:xfrm>
                <a:off x="6344694" y="4202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99" name="Freeform 39498">
                <a:extLst>
                  <a:ext uri="{FF2B5EF4-FFF2-40B4-BE49-F238E27FC236}">
                    <a16:creationId xmlns:a16="http://schemas.microsoft.com/office/drawing/2014/main" id="{EBB51B92-FE87-FD18-C65E-20ADAF49C1D2}"/>
                  </a:ext>
                </a:extLst>
              </p:cNvPr>
              <p:cNvSpPr/>
              <p:nvPr/>
            </p:nvSpPr>
            <p:spPr>
              <a:xfrm>
                <a:off x="6345190" y="4225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0" name="Freeform 39499">
                <a:extLst>
                  <a:ext uri="{FF2B5EF4-FFF2-40B4-BE49-F238E27FC236}">
                    <a16:creationId xmlns:a16="http://schemas.microsoft.com/office/drawing/2014/main" id="{78DC2D0B-F783-5F88-C449-A2B64D763B06}"/>
                  </a:ext>
                </a:extLst>
              </p:cNvPr>
              <p:cNvSpPr/>
              <p:nvPr/>
            </p:nvSpPr>
            <p:spPr>
              <a:xfrm>
                <a:off x="6345686" y="4230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1" name="Freeform 39500">
                <a:extLst>
                  <a:ext uri="{FF2B5EF4-FFF2-40B4-BE49-F238E27FC236}">
                    <a16:creationId xmlns:a16="http://schemas.microsoft.com/office/drawing/2014/main" id="{907764C5-9566-6FE5-A99C-12B9A0CC540B}"/>
                  </a:ext>
                </a:extLst>
              </p:cNvPr>
              <p:cNvSpPr/>
              <p:nvPr/>
            </p:nvSpPr>
            <p:spPr>
              <a:xfrm>
                <a:off x="6346281" y="4229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2" name="Freeform 39501">
                <a:extLst>
                  <a:ext uri="{FF2B5EF4-FFF2-40B4-BE49-F238E27FC236}">
                    <a16:creationId xmlns:a16="http://schemas.microsoft.com/office/drawing/2014/main" id="{E3FB5EEC-54B0-69C4-FF59-168C5767D118}"/>
                  </a:ext>
                </a:extLst>
              </p:cNvPr>
              <p:cNvSpPr/>
              <p:nvPr/>
            </p:nvSpPr>
            <p:spPr>
              <a:xfrm>
                <a:off x="6346777" y="4230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3" name="Freeform 39502">
                <a:extLst>
                  <a:ext uri="{FF2B5EF4-FFF2-40B4-BE49-F238E27FC236}">
                    <a16:creationId xmlns:a16="http://schemas.microsoft.com/office/drawing/2014/main" id="{530B8911-9625-7EB9-A71A-9490223CCE5F}"/>
                  </a:ext>
                </a:extLst>
              </p:cNvPr>
              <p:cNvSpPr/>
              <p:nvPr/>
            </p:nvSpPr>
            <p:spPr>
              <a:xfrm>
                <a:off x="6347273" y="4232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4" name="Freeform 39503">
                <a:extLst>
                  <a:ext uri="{FF2B5EF4-FFF2-40B4-BE49-F238E27FC236}">
                    <a16:creationId xmlns:a16="http://schemas.microsoft.com/office/drawing/2014/main" id="{669EFC20-0085-075D-2379-DBED8FCC7D08}"/>
                  </a:ext>
                </a:extLst>
              </p:cNvPr>
              <p:cNvSpPr/>
              <p:nvPr/>
            </p:nvSpPr>
            <p:spPr>
              <a:xfrm>
                <a:off x="6347869" y="4232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5" name="Freeform 39504">
                <a:extLst>
                  <a:ext uri="{FF2B5EF4-FFF2-40B4-BE49-F238E27FC236}">
                    <a16:creationId xmlns:a16="http://schemas.microsoft.com/office/drawing/2014/main" id="{6E609970-B739-B480-78DF-30632C37F629}"/>
                  </a:ext>
                </a:extLst>
              </p:cNvPr>
              <p:cNvSpPr/>
              <p:nvPr/>
            </p:nvSpPr>
            <p:spPr>
              <a:xfrm>
                <a:off x="6348365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6" name="Freeform 39505">
                <a:extLst>
                  <a:ext uri="{FF2B5EF4-FFF2-40B4-BE49-F238E27FC236}">
                    <a16:creationId xmlns:a16="http://schemas.microsoft.com/office/drawing/2014/main" id="{A06E6049-B83C-9833-EC32-6CFE1ABCF44C}"/>
                  </a:ext>
                </a:extLst>
              </p:cNvPr>
              <p:cNvSpPr/>
              <p:nvPr/>
            </p:nvSpPr>
            <p:spPr>
              <a:xfrm>
                <a:off x="6348861" y="4238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7" name="Freeform 39506">
                <a:extLst>
                  <a:ext uri="{FF2B5EF4-FFF2-40B4-BE49-F238E27FC236}">
                    <a16:creationId xmlns:a16="http://schemas.microsoft.com/office/drawing/2014/main" id="{E5A02B9B-AA79-A8E6-608A-72933E0F1545}"/>
                  </a:ext>
                </a:extLst>
              </p:cNvPr>
              <p:cNvSpPr/>
              <p:nvPr/>
            </p:nvSpPr>
            <p:spPr>
              <a:xfrm>
                <a:off x="6349456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8" name="Freeform 39507">
                <a:extLst>
                  <a:ext uri="{FF2B5EF4-FFF2-40B4-BE49-F238E27FC236}">
                    <a16:creationId xmlns:a16="http://schemas.microsoft.com/office/drawing/2014/main" id="{B4FC4E8C-DCD3-3DB2-DB63-25306F24C0D4}"/>
                  </a:ext>
                </a:extLst>
              </p:cNvPr>
              <p:cNvSpPr/>
              <p:nvPr/>
            </p:nvSpPr>
            <p:spPr>
              <a:xfrm>
                <a:off x="6349952" y="4239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09" name="Freeform 39508">
                <a:extLst>
                  <a:ext uri="{FF2B5EF4-FFF2-40B4-BE49-F238E27FC236}">
                    <a16:creationId xmlns:a16="http://schemas.microsoft.com/office/drawing/2014/main" id="{F4981985-FE38-3D3B-8635-B9C333A19558}"/>
                  </a:ext>
                </a:extLst>
              </p:cNvPr>
              <p:cNvSpPr/>
              <p:nvPr/>
            </p:nvSpPr>
            <p:spPr>
              <a:xfrm>
                <a:off x="6350448" y="4236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0" name="Freeform 39509">
                <a:extLst>
                  <a:ext uri="{FF2B5EF4-FFF2-40B4-BE49-F238E27FC236}">
                    <a16:creationId xmlns:a16="http://schemas.microsoft.com/office/drawing/2014/main" id="{45C1E25C-7CA8-858F-4724-2025477E0B67}"/>
                  </a:ext>
                </a:extLst>
              </p:cNvPr>
              <p:cNvSpPr/>
              <p:nvPr/>
            </p:nvSpPr>
            <p:spPr>
              <a:xfrm>
                <a:off x="6351044" y="4078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1" name="Freeform 39510">
                <a:extLst>
                  <a:ext uri="{FF2B5EF4-FFF2-40B4-BE49-F238E27FC236}">
                    <a16:creationId xmlns:a16="http://schemas.microsoft.com/office/drawing/2014/main" id="{82DDFEC1-8DFC-98E1-D87D-BBE272255F15}"/>
                  </a:ext>
                </a:extLst>
              </p:cNvPr>
              <p:cNvSpPr/>
              <p:nvPr/>
            </p:nvSpPr>
            <p:spPr>
              <a:xfrm>
                <a:off x="6351540" y="3774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2" name="Freeform 39511">
                <a:extLst>
                  <a:ext uri="{FF2B5EF4-FFF2-40B4-BE49-F238E27FC236}">
                    <a16:creationId xmlns:a16="http://schemas.microsoft.com/office/drawing/2014/main" id="{4511315C-AE37-0C23-787C-B35323991CFD}"/>
                  </a:ext>
                </a:extLst>
              </p:cNvPr>
              <p:cNvSpPr/>
              <p:nvPr/>
            </p:nvSpPr>
            <p:spPr>
              <a:xfrm>
                <a:off x="6352036" y="3738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3" name="Freeform 39512">
                <a:extLst>
                  <a:ext uri="{FF2B5EF4-FFF2-40B4-BE49-F238E27FC236}">
                    <a16:creationId xmlns:a16="http://schemas.microsoft.com/office/drawing/2014/main" id="{73FE9986-9375-D5AA-4302-7B088C4DFB0C}"/>
                  </a:ext>
                </a:extLst>
              </p:cNvPr>
              <p:cNvSpPr/>
              <p:nvPr/>
            </p:nvSpPr>
            <p:spPr>
              <a:xfrm>
                <a:off x="6352631" y="3792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4" name="Freeform 39513">
                <a:extLst>
                  <a:ext uri="{FF2B5EF4-FFF2-40B4-BE49-F238E27FC236}">
                    <a16:creationId xmlns:a16="http://schemas.microsoft.com/office/drawing/2014/main" id="{EC405175-C206-CD42-6C21-EE6B1F14A320}"/>
                  </a:ext>
                </a:extLst>
              </p:cNvPr>
              <p:cNvSpPr/>
              <p:nvPr/>
            </p:nvSpPr>
            <p:spPr>
              <a:xfrm>
                <a:off x="6353127" y="3803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5" name="Freeform 39514">
                <a:extLst>
                  <a:ext uri="{FF2B5EF4-FFF2-40B4-BE49-F238E27FC236}">
                    <a16:creationId xmlns:a16="http://schemas.microsoft.com/office/drawing/2014/main" id="{08F43B68-0120-8F25-78AB-AB93EA500591}"/>
                  </a:ext>
                </a:extLst>
              </p:cNvPr>
              <p:cNvSpPr/>
              <p:nvPr/>
            </p:nvSpPr>
            <p:spPr>
              <a:xfrm>
                <a:off x="6353623" y="3791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6" name="Freeform 39515">
                <a:extLst>
                  <a:ext uri="{FF2B5EF4-FFF2-40B4-BE49-F238E27FC236}">
                    <a16:creationId xmlns:a16="http://schemas.microsoft.com/office/drawing/2014/main" id="{39E75961-B789-6BCE-9D45-27588CC8ACD1}"/>
                  </a:ext>
                </a:extLst>
              </p:cNvPr>
              <p:cNvSpPr/>
              <p:nvPr/>
            </p:nvSpPr>
            <p:spPr>
              <a:xfrm>
                <a:off x="6354120" y="3782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7" name="Freeform 39516">
                <a:extLst>
                  <a:ext uri="{FF2B5EF4-FFF2-40B4-BE49-F238E27FC236}">
                    <a16:creationId xmlns:a16="http://schemas.microsoft.com/office/drawing/2014/main" id="{7D7EC838-616D-9431-7DFE-534DB225B46E}"/>
                  </a:ext>
                </a:extLst>
              </p:cNvPr>
              <p:cNvSpPr/>
              <p:nvPr/>
            </p:nvSpPr>
            <p:spPr>
              <a:xfrm>
                <a:off x="6354715" y="385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8" name="Freeform 39517">
                <a:extLst>
                  <a:ext uri="{FF2B5EF4-FFF2-40B4-BE49-F238E27FC236}">
                    <a16:creationId xmlns:a16="http://schemas.microsoft.com/office/drawing/2014/main" id="{52B47ACC-FA6D-28E5-FB40-C87D34D8F01F}"/>
                  </a:ext>
                </a:extLst>
              </p:cNvPr>
              <p:cNvSpPr/>
              <p:nvPr/>
            </p:nvSpPr>
            <p:spPr>
              <a:xfrm>
                <a:off x="6355211" y="385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19" name="Freeform 39518">
                <a:extLst>
                  <a:ext uri="{FF2B5EF4-FFF2-40B4-BE49-F238E27FC236}">
                    <a16:creationId xmlns:a16="http://schemas.microsoft.com/office/drawing/2014/main" id="{0ABF810E-147D-59D6-E7CF-AF6E00DBFFFD}"/>
                  </a:ext>
                </a:extLst>
              </p:cNvPr>
              <p:cNvSpPr/>
              <p:nvPr/>
            </p:nvSpPr>
            <p:spPr>
              <a:xfrm>
                <a:off x="6355707" y="3842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0" name="Freeform 39519">
                <a:extLst>
                  <a:ext uri="{FF2B5EF4-FFF2-40B4-BE49-F238E27FC236}">
                    <a16:creationId xmlns:a16="http://schemas.microsoft.com/office/drawing/2014/main" id="{C9895C41-D628-FAB2-BF0A-DDAA74F41F41}"/>
                  </a:ext>
                </a:extLst>
              </p:cNvPr>
              <p:cNvSpPr/>
              <p:nvPr/>
            </p:nvSpPr>
            <p:spPr>
              <a:xfrm>
                <a:off x="6356302" y="3830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1" name="Freeform 39520">
                <a:extLst>
                  <a:ext uri="{FF2B5EF4-FFF2-40B4-BE49-F238E27FC236}">
                    <a16:creationId xmlns:a16="http://schemas.microsoft.com/office/drawing/2014/main" id="{22E3EF64-23E0-D692-FCC7-63F4910EAAC0}"/>
                  </a:ext>
                </a:extLst>
              </p:cNvPr>
              <p:cNvSpPr/>
              <p:nvPr/>
            </p:nvSpPr>
            <p:spPr>
              <a:xfrm>
                <a:off x="6356798" y="384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2" name="Freeform 39521">
                <a:extLst>
                  <a:ext uri="{FF2B5EF4-FFF2-40B4-BE49-F238E27FC236}">
                    <a16:creationId xmlns:a16="http://schemas.microsoft.com/office/drawing/2014/main" id="{F2470C58-EB57-B518-B0A8-516DA445F938}"/>
                  </a:ext>
                </a:extLst>
              </p:cNvPr>
              <p:cNvSpPr/>
              <p:nvPr/>
            </p:nvSpPr>
            <p:spPr>
              <a:xfrm>
                <a:off x="6357295" y="3969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3" name="Freeform 39522">
                <a:extLst>
                  <a:ext uri="{FF2B5EF4-FFF2-40B4-BE49-F238E27FC236}">
                    <a16:creationId xmlns:a16="http://schemas.microsoft.com/office/drawing/2014/main" id="{69D6D14C-2EE5-FA96-256F-066B7355C317}"/>
                  </a:ext>
                </a:extLst>
              </p:cNvPr>
              <p:cNvSpPr/>
              <p:nvPr/>
            </p:nvSpPr>
            <p:spPr>
              <a:xfrm>
                <a:off x="6357890" y="4018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4" name="Freeform 39523">
                <a:extLst>
                  <a:ext uri="{FF2B5EF4-FFF2-40B4-BE49-F238E27FC236}">
                    <a16:creationId xmlns:a16="http://schemas.microsoft.com/office/drawing/2014/main" id="{B5AAAD50-BF24-0FC1-A11F-092BDC1CBD15}"/>
                  </a:ext>
                </a:extLst>
              </p:cNvPr>
              <p:cNvSpPr/>
              <p:nvPr/>
            </p:nvSpPr>
            <p:spPr>
              <a:xfrm>
                <a:off x="6358386" y="4032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5" name="Freeform 39524">
                <a:extLst>
                  <a:ext uri="{FF2B5EF4-FFF2-40B4-BE49-F238E27FC236}">
                    <a16:creationId xmlns:a16="http://schemas.microsoft.com/office/drawing/2014/main" id="{37AA14DF-BCF9-33CB-51F7-BDA03B24E04F}"/>
                  </a:ext>
                </a:extLst>
              </p:cNvPr>
              <p:cNvSpPr/>
              <p:nvPr/>
            </p:nvSpPr>
            <p:spPr>
              <a:xfrm>
                <a:off x="6358882" y="4041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6" name="Freeform 39525">
                <a:extLst>
                  <a:ext uri="{FF2B5EF4-FFF2-40B4-BE49-F238E27FC236}">
                    <a16:creationId xmlns:a16="http://schemas.microsoft.com/office/drawing/2014/main" id="{33AFADDB-4E57-B8DD-EA45-D92A7960E4EE}"/>
                  </a:ext>
                </a:extLst>
              </p:cNvPr>
              <p:cNvSpPr/>
              <p:nvPr/>
            </p:nvSpPr>
            <p:spPr>
              <a:xfrm>
                <a:off x="6359477" y="4045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7" name="Freeform 39526">
                <a:extLst>
                  <a:ext uri="{FF2B5EF4-FFF2-40B4-BE49-F238E27FC236}">
                    <a16:creationId xmlns:a16="http://schemas.microsoft.com/office/drawing/2014/main" id="{839547D5-0D5D-39A0-43F7-3C3E6E7F7B7F}"/>
                  </a:ext>
                </a:extLst>
              </p:cNvPr>
              <p:cNvSpPr/>
              <p:nvPr/>
            </p:nvSpPr>
            <p:spPr>
              <a:xfrm>
                <a:off x="6359973" y="4046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8" name="Freeform 39527">
                <a:extLst>
                  <a:ext uri="{FF2B5EF4-FFF2-40B4-BE49-F238E27FC236}">
                    <a16:creationId xmlns:a16="http://schemas.microsoft.com/office/drawing/2014/main" id="{C87D7F52-D3E3-6808-96F9-0E0021C49020}"/>
                  </a:ext>
                </a:extLst>
              </p:cNvPr>
              <p:cNvSpPr/>
              <p:nvPr/>
            </p:nvSpPr>
            <p:spPr>
              <a:xfrm>
                <a:off x="6360470" y="4049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29" name="Freeform 39528">
                <a:extLst>
                  <a:ext uri="{FF2B5EF4-FFF2-40B4-BE49-F238E27FC236}">
                    <a16:creationId xmlns:a16="http://schemas.microsoft.com/office/drawing/2014/main" id="{B1726702-0692-B284-CD1E-1C1875F8DD03}"/>
                  </a:ext>
                </a:extLst>
              </p:cNvPr>
              <p:cNvSpPr/>
              <p:nvPr/>
            </p:nvSpPr>
            <p:spPr>
              <a:xfrm>
                <a:off x="6361065" y="40524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0" name="Freeform 39529">
                <a:extLst>
                  <a:ext uri="{FF2B5EF4-FFF2-40B4-BE49-F238E27FC236}">
                    <a16:creationId xmlns:a16="http://schemas.microsoft.com/office/drawing/2014/main" id="{027ACDF9-820A-E3C1-F541-217E5992541B}"/>
                  </a:ext>
                </a:extLst>
              </p:cNvPr>
              <p:cNvSpPr/>
              <p:nvPr/>
            </p:nvSpPr>
            <p:spPr>
              <a:xfrm>
                <a:off x="6361561" y="4056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1" name="Freeform 39530">
                <a:extLst>
                  <a:ext uri="{FF2B5EF4-FFF2-40B4-BE49-F238E27FC236}">
                    <a16:creationId xmlns:a16="http://schemas.microsoft.com/office/drawing/2014/main" id="{CCDB6BBF-E375-9E2D-9F9C-C1AFA6689F21}"/>
                  </a:ext>
                </a:extLst>
              </p:cNvPr>
              <p:cNvSpPr/>
              <p:nvPr/>
            </p:nvSpPr>
            <p:spPr>
              <a:xfrm>
                <a:off x="6362057" y="405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2" name="Freeform 39531">
                <a:extLst>
                  <a:ext uri="{FF2B5EF4-FFF2-40B4-BE49-F238E27FC236}">
                    <a16:creationId xmlns:a16="http://schemas.microsoft.com/office/drawing/2014/main" id="{9EDFDAA3-20B4-D384-5045-22EAF6EADB1F}"/>
                  </a:ext>
                </a:extLst>
              </p:cNvPr>
              <p:cNvSpPr/>
              <p:nvPr/>
            </p:nvSpPr>
            <p:spPr>
              <a:xfrm>
                <a:off x="6362652" y="4057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3" name="Freeform 39532">
                <a:extLst>
                  <a:ext uri="{FF2B5EF4-FFF2-40B4-BE49-F238E27FC236}">
                    <a16:creationId xmlns:a16="http://schemas.microsoft.com/office/drawing/2014/main" id="{B72299D1-D315-EDB1-A2A8-1AC7E1D0CA2D}"/>
                  </a:ext>
                </a:extLst>
              </p:cNvPr>
              <p:cNvSpPr/>
              <p:nvPr/>
            </p:nvSpPr>
            <p:spPr>
              <a:xfrm>
                <a:off x="6363148" y="4051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4" name="Freeform 39533">
                <a:extLst>
                  <a:ext uri="{FF2B5EF4-FFF2-40B4-BE49-F238E27FC236}">
                    <a16:creationId xmlns:a16="http://schemas.microsoft.com/office/drawing/2014/main" id="{40BFC1A7-283A-518C-7F0E-EBA24295067D}"/>
                  </a:ext>
                </a:extLst>
              </p:cNvPr>
              <p:cNvSpPr/>
              <p:nvPr/>
            </p:nvSpPr>
            <p:spPr>
              <a:xfrm>
                <a:off x="6363645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5" name="Freeform 39534">
                <a:extLst>
                  <a:ext uri="{FF2B5EF4-FFF2-40B4-BE49-F238E27FC236}">
                    <a16:creationId xmlns:a16="http://schemas.microsoft.com/office/drawing/2014/main" id="{63B35007-DAF5-C9F8-A8F9-FC5F23496687}"/>
                  </a:ext>
                </a:extLst>
              </p:cNvPr>
              <p:cNvSpPr/>
              <p:nvPr/>
            </p:nvSpPr>
            <p:spPr>
              <a:xfrm>
                <a:off x="6364240" y="3547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6" name="Freeform 39535">
                <a:extLst>
                  <a:ext uri="{FF2B5EF4-FFF2-40B4-BE49-F238E27FC236}">
                    <a16:creationId xmlns:a16="http://schemas.microsoft.com/office/drawing/2014/main" id="{52A481CC-43CC-936D-8977-B00897857C9E}"/>
                  </a:ext>
                </a:extLst>
              </p:cNvPr>
              <p:cNvSpPr/>
              <p:nvPr/>
            </p:nvSpPr>
            <p:spPr>
              <a:xfrm>
                <a:off x="6364736" y="3535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7" name="Freeform 39536">
                <a:extLst>
                  <a:ext uri="{FF2B5EF4-FFF2-40B4-BE49-F238E27FC236}">
                    <a16:creationId xmlns:a16="http://schemas.microsoft.com/office/drawing/2014/main" id="{D73407DE-D64D-F078-D2A3-265D7B0F398E}"/>
                  </a:ext>
                </a:extLst>
              </p:cNvPr>
              <p:cNvSpPr/>
              <p:nvPr/>
            </p:nvSpPr>
            <p:spPr>
              <a:xfrm>
                <a:off x="6365232" y="370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8" name="Freeform 39537">
                <a:extLst>
                  <a:ext uri="{FF2B5EF4-FFF2-40B4-BE49-F238E27FC236}">
                    <a16:creationId xmlns:a16="http://schemas.microsoft.com/office/drawing/2014/main" id="{B24313C3-81FD-5F74-F89E-F54EA1C96F48}"/>
                  </a:ext>
                </a:extLst>
              </p:cNvPr>
              <p:cNvSpPr/>
              <p:nvPr/>
            </p:nvSpPr>
            <p:spPr>
              <a:xfrm>
                <a:off x="6365728" y="3797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39" name="Freeform 39538">
                <a:extLst>
                  <a:ext uri="{FF2B5EF4-FFF2-40B4-BE49-F238E27FC236}">
                    <a16:creationId xmlns:a16="http://schemas.microsoft.com/office/drawing/2014/main" id="{37D71A4E-C949-F1A1-808C-BC9D9F089760}"/>
                  </a:ext>
                </a:extLst>
              </p:cNvPr>
              <p:cNvSpPr/>
              <p:nvPr/>
            </p:nvSpPr>
            <p:spPr>
              <a:xfrm>
                <a:off x="6366323" y="3878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0" name="Freeform 39539">
                <a:extLst>
                  <a:ext uri="{FF2B5EF4-FFF2-40B4-BE49-F238E27FC236}">
                    <a16:creationId xmlns:a16="http://schemas.microsoft.com/office/drawing/2014/main" id="{681D25DC-4B57-5960-459D-EFCDBADAE11A}"/>
                  </a:ext>
                </a:extLst>
              </p:cNvPr>
              <p:cNvSpPr/>
              <p:nvPr/>
            </p:nvSpPr>
            <p:spPr>
              <a:xfrm>
                <a:off x="6366820" y="392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1" name="Freeform 39540">
                <a:extLst>
                  <a:ext uri="{FF2B5EF4-FFF2-40B4-BE49-F238E27FC236}">
                    <a16:creationId xmlns:a16="http://schemas.microsoft.com/office/drawing/2014/main" id="{E951634B-A949-82C4-6D5A-F3A978CBDA41}"/>
                  </a:ext>
                </a:extLst>
              </p:cNvPr>
              <p:cNvSpPr/>
              <p:nvPr/>
            </p:nvSpPr>
            <p:spPr>
              <a:xfrm>
                <a:off x="6367316" y="3898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2" name="Freeform 39541">
                <a:extLst>
                  <a:ext uri="{FF2B5EF4-FFF2-40B4-BE49-F238E27FC236}">
                    <a16:creationId xmlns:a16="http://schemas.microsoft.com/office/drawing/2014/main" id="{3E66492E-BC0B-EE21-BE9C-D24198F05457}"/>
                  </a:ext>
                </a:extLst>
              </p:cNvPr>
              <p:cNvSpPr/>
              <p:nvPr/>
            </p:nvSpPr>
            <p:spPr>
              <a:xfrm>
                <a:off x="6367911" y="3883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3" name="Freeform 39542">
                <a:extLst>
                  <a:ext uri="{FF2B5EF4-FFF2-40B4-BE49-F238E27FC236}">
                    <a16:creationId xmlns:a16="http://schemas.microsoft.com/office/drawing/2014/main" id="{AB98A4B1-E1EF-A317-8AF6-5C3021FC006E}"/>
                  </a:ext>
                </a:extLst>
              </p:cNvPr>
              <p:cNvSpPr/>
              <p:nvPr/>
            </p:nvSpPr>
            <p:spPr>
              <a:xfrm>
                <a:off x="6368407" y="3860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4" name="Freeform 39543">
                <a:extLst>
                  <a:ext uri="{FF2B5EF4-FFF2-40B4-BE49-F238E27FC236}">
                    <a16:creationId xmlns:a16="http://schemas.microsoft.com/office/drawing/2014/main" id="{A53DF8F4-ECB3-ADD3-F91B-16D07C2A8F61}"/>
                  </a:ext>
                </a:extLst>
              </p:cNvPr>
              <p:cNvSpPr/>
              <p:nvPr/>
            </p:nvSpPr>
            <p:spPr>
              <a:xfrm>
                <a:off x="6368903" y="3845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5" name="Freeform 39544">
                <a:extLst>
                  <a:ext uri="{FF2B5EF4-FFF2-40B4-BE49-F238E27FC236}">
                    <a16:creationId xmlns:a16="http://schemas.microsoft.com/office/drawing/2014/main" id="{0DF08B51-5DF8-CAA1-9928-E8369DDFFE8E}"/>
                  </a:ext>
                </a:extLst>
              </p:cNvPr>
              <p:cNvSpPr/>
              <p:nvPr/>
            </p:nvSpPr>
            <p:spPr>
              <a:xfrm>
                <a:off x="6369498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6" name="Freeform 39545">
                <a:extLst>
                  <a:ext uri="{FF2B5EF4-FFF2-40B4-BE49-F238E27FC236}">
                    <a16:creationId xmlns:a16="http://schemas.microsoft.com/office/drawing/2014/main" id="{06CF3950-9A9C-04D5-9B18-A5D335703425}"/>
                  </a:ext>
                </a:extLst>
              </p:cNvPr>
              <p:cNvSpPr/>
              <p:nvPr/>
            </p:nvSpPr>
            <p:spPr>
              <a:xfrm>
                <a:off x="6369995" y="4042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7" name="Freeform 39546">
                <a:extLst>
                  <a:ext uri="{FF2B5EF4-FFF2-40B4-BE49-F238E27FC236}">
                    <a16:creationId xmlns:a16="http://schemas.microsoft.com/office/drawing/2014/main" id="{65BA22E4-AC25-80D2-726C-A5FBF1A5ACC4}"/>
                  </a:ext>
                </a:extLst>
              </p:cNvPr>
              <p:cNvSpPr/>
              <p:nvPr/>
            </p:nvSpPr>
            <p:spPr>
              <a:xfrm>
                <a:off x="6370491" y="4083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8" name="Freeform 39547">
                <a:extLst>
                  <a:ext uri="{FF2B5EF4-FFF2-40B4-BE49-F238E27FC236}">
                    <a16:creationId xmlns:a16="http://schemas.microsoft.com/office/drawing/2014/main" id="{F15CAA67-AA9D-31EC-8902-6B5FC51C273C}"/>
                  </a:ext>
                </a:extLst>
              </p:cNvPr>
              <p:cNvSpPr/>
              <p:nvPr/>
            </p:nvSpPr>
            <p:spPr>
              <a:xfrm>
                <a:off x="6371086" y="4096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49" name="Freeform 39548">
                <a:extLst>
                  <a:ext uri="{FF2B5EF4-FFF2-40B4-BE49-F238E27FC236}">
                    <a16:creationId xmlns:a16="http://schemas.microsoft.com/office/drawing/2014/main" id="{24CA885A-7235-9EF1-EDE8-D6390E267224}"/>
                  </a:ext>
                </a:extLst>
              </p:cNvPr>
              <p:cNvSpPr/>
              <p:nvPr/>
            </p:nvSpPr>
            <p:spPr>
              <a:xfrm>
                <a:off x="6371582" y="4102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0" name="Freeform 39549">
                <a:extLst>
                  <a:ext uri="{FF2B5EF4-FFF2-40B4-BE49-F238E27FC236}">
                    <a16:creationId xmlns:a16="http://schemas.microsoft.com/office/drawing/2014/main" id="{28BCDE25-C72B-6807-39D2-10E0BE11EB31}"/>
                  </a:ext>
                </a:extLst>
              </p:cNvPr>
              <p:cNvSpPr/>
              <p:nvPr/>
            </p:nvSpPr>
            <p:spPr>
              <a:xfrm>
                <a:off x="6372078" y="4108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1" name="Freeform 39550">
                <a:extLst>
                  <a:ext uri="{FF2B5EF4-FFF2-40B4-BE49-F238E27FC236}">
                    <a16:creationId xmlns:a16="http://schemas.microsoft.com/office/drawing/2014/main" id="{756A6E18-C0AA-3D6F-266C-08CCE44F3EE8}"/>
                  </a:ext>
                </a:extLst>
              </p:cNvPr>
              <p:cNvSpPr/>
              <p:nvPr/>
            </p:nvSpPr>
            <p:spPr>
              <a:xfrm>
                <a:off x="6372673" y="411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2" name="Freeform 39551">
                <a:extLst>
                  <a:ext uri="{FF2B5EF4-FFF2-40B4-BE49-F238E27FC236}">
                    <a16:creationId xmlns:a16="http://schemas.microsoft.com/office/drawing/2014/main" id="{7CCD3DA5-5481-AF6F-6268-CA28F2026E6B}"/>
                  </a:ext>
                </a:extLst>
              </p:cNvPr>
              <p:cNvSpPr/>
              <p:nvPr/>
            </p:nvSpPr>
            <p:spPr>
              <a:xfrm>
                <a:off x="6373170" y="4112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3" name="Freeform 39552">
                <a:extLst>
                  <a:ext uri="{FF2B5EF4-FFF2-40B4-BE49-F238E27FC236}">
                    <a16:creationId xmlns:a16="http://schemas.microsoft.com/office/drawing/2014/main" id="{5B70C9EA-A33A-1811-A278-C4CDF4066833}"/>
                  </a:ext>
                </a:extLst>
              </p:cNvPr>
              <p:cNvSpPr/>
              <p:nvPr/>
            </p:nvSpPr>
            <p:spPr>
              <a:xfrm>
                <a:off x="6373666" y="4112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4" name="Freeform 39553">
                <a:extLst>
                  <a:ext uri="{FF2B5EF4-FFF2-40B4-BE49-F238E27FC236}">
                    <a16:creationId xmlns:a16="http://schemas.microsoft.com/office/drawing/2014/main" id="{50E9DC8C-A861-B2B0-CFEA-4CC81124FD60}"/>
                  </a:ext>
                </a:extLst>
              </p:cNvPr>
              <p:cNvSpPr/>
              <p:nvPr/>
            </p:nvSpPr>
            <p:spPr>
              <a:xfrm>
                <a:off x="6374261" y="4110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5" name="Freeform 39554">
                <a:extLst>
                  <a:ext uri="{FF2B5EF4-FFF2-40B4-BE49-F238E27FC236}">
                    <a16:creationId xmlns:a16="http://schemas.microsoft.com/office/drawing/2014/main" id="{78F154EF-10AF-269A-17B7-759785623728}"/>
                  </a:ext>
                </a:extLst>
              </p:cNvPr>
              <p:cNvSpPr/>
              <p:nvPr/>
            </p:nvSpPr>
            <p:spPr>
              <a:xfrm>
                <a:off x="6374757" y="4110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6" name="Freeform 39555">
                <a:extLst>
                  <a:ext uri="{FF2B5EF4-FFF2-40B4-BE49-F238E27FC236}">
                    <a16:creationId xmlns:a16="http://schemas.microsoft.com/office/drawing/2014/main" id="{45413055-E7DA-3AE7-543E-51D44E52A223}"/>
                  </a:ext>
                </a:extLst>
              </p:cNvPr>
              <p:cNvSpPr/>
              <p:nvPr/>
            </p:nvSpPr>
            <p:spPr>
              <a:xfrm>
                <a:off x="6375253" y="4110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7" name="Freeform 39556">
                <a:extLst>
                  <a:ext uri="{FF2B5EF4-FFF2-40B4-BE49-F238E27FC236}">
                    <a16:creationId xmlns:a16="http://schemas.microsoft.com/office/drawing/2014/main" id="{9BA2728E-3CC0-72FB-5027-382E8D2D4695}"/>
                  </a:ext>
                </a:extLst>
              </p:cNvPr>
              <p:cNvSpPr/>
              <p:nvPr/>
            </p:nvSpPr>
            <p:spPr>
              <a:xfrm>
                <a:off x="6375848" y="4106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8" name="Freeform 39557">
                <a:extLst>
                  <a:ext uri="{FF2B5EF4-FFF2-40B4-BE49-F238E27FC236}">
                    <a16:creationId xmlns:a16="http://schemas.microsoft.com/office/drawing/2014/main" id="{8AC4D3C0-0FE2-C190-0558-6994C4D9DCBF}"/>
                  </a:ext>
                </a:extLst>
              </p:cNvPr>
              <p:cNvSpPr/>
              <p:nvPr/>
            </p:nvSpPr>
            <p:spPr>
              <a:xfrm>
                <a:off x="6376345" y="40137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59" name="Freeform 39558">
                <a:extLst>
                  <a:ext uri="{FF2B5EF4-FFF2-40B4-BE49-F238E27FC236}">
                    <a16:creationId xmlns:a16="http://schemas.microsoft.com/office/drawing/2014/main" id="{EBB3EDC7-9544-BA23-2140-36493A7FF9A7}"/>
                  </a:ext>
                </a:extLst>
              </p:cNvPr>
              <p:cNvSpPr/>
              <p:nvPr/>
            </p:nvSpPr>
            <p:spPr>
              <a:xfrm>
                <a:off x="6376841" y="3755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0" name="Freeform 39559">
                <a:extLst>
                  <a:ext uri="{FF2B5EF4-FFF2-40B4-BE49-F238E27FC236}">
                    <a16:creationId xmlns:a16="http://schemas.microsoft.com/office/drawing/2014/main" id="{9DC81CFB-FC61-44D2-13D3-5F6B2530BCD4}"/>
                  </a:ext>
                </a:extLst>
              </p:cNvPr>
              <p:cNvSpPr/>
              <p:nvPr/>
            </p:nvSpPr>
            <p:spPr>
              <a:xfrm>
                <a:off x="6377337" y="3723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1" name="Freeform 39560">
                <a:extLst>
                  <a:ext uri="{FF2B5EF4-FFF2-40B4-BE49-F238E27FC236}">
                    <a16:creationId xmlns:a16="http://schemas.microsoft.com/office/drawing/2014/main" id="{8E207CE8-4FB5-AEC2-6D38-CF723C1EAD55}"/>
                  </a:ext>
                </a:extLst>
              </p:cNvPr>
              <p:cNvSpPr/>
              <p:nvPr/>
            </p:nvSpPr>
            <p:spPr>
              <a:xfrm>
                <a:off x="6377932" y="3774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2" name="Freeform 39561">
                <a:extLst>
                  <a:ext uri="{FF2B5EF4-FFF2-40B4-BE49-F238E27FC236}">
                    <a16:creationId xmlns:a16="http://schemas.microsoft.com/office/drawing/2014/main" id="{73293EBD-1869-AE16-20EE-68059B3EF979}"/>
                  </a:ext>
                </a:extLst>
              </p:cNvPr>
              <p:cNvSpPr/>
              <p:nvPr/>
            </p:nvSpPr>
            <p:spPr>
              <a:xfrm>
                <a:off x="6378428" y="3776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3" name="Freeform 39562">
                <a:extLst>
                  <a:ext uri="{FF2B5EF4-FFF2-40B4-BE49-F238E27FC236}">
                    <a16:creationId xmlns:a16="http://schemas.microsoft.com/office/drawing/2014/main" id="{BCE6D3A6-5F49-BDC9-4D18-FA7745ED1564}"/>
                  </a:ext>
                </a:extLst>
              </p:cNvPr>
              <p:cNvSpPr/>
              <p:nvPr/>
            </p:nvSpPr>
            <p:spPr>
              <a:xfrm>
                <a:off x="6378924" y="3830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4" name="Freeform 39563">
                <a:extLst>
                  <a:ext uri="{FF2B5EF4-FFF2-40B4-BE49-F238E27FC236}">
                    <a16:creationId xmlns:a16="http://schemas.microsoft.com/office/drawing/2014/main" id="{EA2F3390-6134-808A-B5C6-D09CD75374AE}"/>
                  </a:ext>
                </a:extLst>
              </p:cNvPr>
              <p:cNvSpPr/>
              <p:nvPr/>
            </p:nvSpPr>
            <p:spPr>
              <a:xfrm>
                <a:off x="6379520" y="3880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5" name="Freeform 39564">
                <a:extLst>
                  <a:ext uri="{FF2B5EF4-FFF2-40B4-BE49-F238E27FC236}">
                    <a16:creationId xmlns:a16="http://schemas.microsoft.com/office/drawing/2014/main" id="{8B56C9E9-6118-1B4F-C5B7-055833F28682}"/>
                  </a:ext>
                </a:extLst>
              </p:cNvPr>
              <p:cNvSpPr/>
              <p:nvPr/>
            </p:nvSpPr>
            <p:spPr>
              <a:xfrm>
                <a:off x="6380016" y="3889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6" name="Freeform 39565">
                <a:extLst>
                  <a:ext uri="{FF2B5EF4-FFF2-40B4-BE49-F238E27FC236}">
                    <a16:creationId xmlns:a16="http://schemas.microsoft.com/office/drawing/2014/main" id="{921E3B56-6010-9B7C-F61C-7CE7CA8A6FAA}"/>
                  </a:ext>
                </a:extLst>
              </p:cNvPr>
              <p:cNvSpPr/>
              <p:nvPr/>
            </p:nvSpPr>
            <p:spPr>
              <a:xfrm>
                <a:off x="6380512" y="3888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7" name="Freeform 39566">
                <a:extLst>
                  <a:ext uri="{FF2B5EF4-FFF2-40B4-BE49-F238E27FC236}">
                    <a16:creationId xmlns:a16="http://schemas.microsoft.com/office/drawing/2014/main" id="{80BE9DC8-A4D7-9C2B-C773-4DD473BC06A8}"/>
                  </a:ext>
                </a:extLst>
              </p:cNvPr>
              <p:cNvSpPr/>
              <p:nvPr/>
            </p:nvSpPr>
            <p:spPr>
              <a:xfrm>
                <a:off x="6381107" y="3881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8" name="Freeform 39567">
                <a:extLst>
                  <a:ext uri="{FF2B5EF4-FFF2-40B4-BE49-F238E27FC236}">
                    <a16:creationId xmlns:a16="http://schemas.microsoft.com/office/drawing/2014/main" id="{E735D343-2E54-FE52-1040-4B16F7BC35E3}"/>
                  </a:ext>
                </a:extLst>
              </p:cNvPr>
              <p:cNvSpPr/>
              <p:nvPr/>
            </p:nvSpPr>
            <p:spPr>
              <a:xfrm>
                <a:off x="6381603" y="3872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69" name="Freeform 39568">
                <a:extLst>
                  <a:ext uri="{FF2B5EF4-FFF2-40B4-BE49-F238E27FC236}">
                    <a16:creationId xmlns:a16="http://schemas.microsoft.com/office/drawing/2014/main" id="{2E84D0F8-D1E0-1C73-CE15-F1B6286FF525}"/>
                  </a:ext>
                </a:extLst>
              </p:cNvPr>
              <p:cNvSpPr/>
              <p:nvPr/>
            </p:nvSpPr>
            <p:spPr>
              <a:xfrm>
                <a:off x="6382099" y="3868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0" name="Freeform 39569">
                <a:extLst>
                  <a:ext uri="{FF2B5EF4-FFF2-40B4-BE49-F238E27FC236}">
                    <a16:creationId xmlns:a16="http://schemas.microsoft.com/office/drawing/2014/main" id="{47085927-CC2F-A479-892B-2BF5C743B34E}"/>
                  </a:ext>
                </a:extLst>
              </p:cNvPr>
              <p:cNvSpPr/>
              <p:nvPr/>
            </p:nvSpPr>
            <p:spPr>
              <a:xfrm>
                <a:off x="6382695" y="391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1" name="Freeform 39570">
                <a:extLst>
                  <a:ext uri="{FF2B5EF4-FFF2-40B4-BE49-F238E27FC236}">
                    <a16:creationId xmlns:a16="http://schemas.microsoft.com/office/drawing/2014/main" id="{79B9B773-548F-FAE3-D885-45F20345F931}"/>
                  </a:ext>
                </a:extLst>
              </p:cNvPr>
              <p:cNvSpPr/>
              <p:nvPr/>
            </p:nvSpPr>
            <p:spPr>
              <a:xfrm>
                <a:off x="6383191" y="3974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2" name="Freeform 39571">
                <a:extLst>
                  <a:ext uri="{FF2B5EF4-FFF2-40B4-BE49-F238E27FC236}">
                    <a16:creationId xmlns:a16="http://schemas.microsoft.com/office/drawing/2014/main" id="{92EC0C4C-39BE-22D3-D2FD-1A7E9EF43F95}"/>
                  </a:ext>
                </a:extLst>
              </p:cNvPr>
              <p:cNvSpPr/>
              <p:nvPr/>
            </p:nvSpPr>
            <p:spPr>
              <a:xfrm>
                <a:off x="6383687" y="4016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3" name="Freeform 39572">
                <a:extLst>
                  <a:ext uri="{FF2B5EF4-FFF2-40B4-BE49-F238E27FC236}">
                    <a16:creationId xmlns:a16="http://schemas.microsoft.com/office/drawing/2014/main" id="{14915CF5-0FF1-A81D-9864-1F9FD67409EA}"/>
                  </a:ext>
                </a:extLst>
              </p:cNvPr>
              <p:cNvSpPr/>
              <p:nvPr/>
            </p:nvSpPr>
            <p:spPr>
              <a:xfrm>
                <a:off x="6384282" y="4033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4" name="Freeform 39573">
                <a:extLst>
                  <a:ext uri="{FF2B5EF4-FFF2-40B4-BE49-F238E27FC236}">
                    <a16:creationId xmlns:a16="http://schemas.microsoft.com/office/drawing/2014/main" id="{63588A80-A103-A964-BB79-1F535BFF25A0}"/>
                  </a:ext>
                </a:extLst>
              </p:cNvPr>
              <p:cNvSpPr/>
              <p:nvPr/>
            </p:nvSpPr>
            <p:spPr>
              <a:xfrm>
                <a:off x="6384778" y="4046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5" name="Freeform 39574">
                <a:extLst>
                  <a:ext uri="{FF2B5EF4-FFF2-40B4-BE49-F238E27FC236}">
                    <a16:creationId xmlns:a16="http://schemas.microsoft.com/office/drawing/2014/main" id="{C6E57E74-0A64-FE9F-6F41-B99A41D92D84}"/>
                  </a:ext>
                </a:extLst>
              </p:cNvPr>
              <p:cNvSpPr/>
              <p:nvPr/>
            </p:nvSpPr>
            <p:spPr>
              <a:xfrm>
                <a:off x="6385274" y="4054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6" name="Freeform 39575">
                <a:extLst>
                  <a:ext uri="{FF2B5EF4-FFF2-40B4-BE49-F238E27FC236}">
                    <a16:creationId xmlns:a16="http://schemas.microsoft.com/office/drawing/2014/main" id="{CDCB832B-BC49-5F78-2E24-4C9FBAF3DF61}"/>
                  </a:ext>
                </a:extLst>
              </p:cNvPr>
              <p:cNvSpPr/>
              <p:nvPr/>
            </p:nvSpPr>
            <p:spPr>
              <a:xfrm>
                <a:off x="6385870" y="4060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7" name="Freeform 39576">
                <a:extLst>
                  <a:ext uri="{FF2B5EF4-FFF2-40B4-BE49-F238E27FC236}">
                    <a16:creationId xmlns:a16="http://schemas.microsoft.com/office/drawing/2014/main" id="{6F93E7FD-D44A-D49B-FE4C-42F26C95C32F}"/>
                  </a:ext>
                </a:extLst>
              </p:cNvPr>
              <p:cNvSpPr/>
              <p:nvPr/>
            </p:nvSpPr>
            <p:spPr>
              <a:xfrm>
                <a:off x="6386366" y="4063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8" name="Freeform 39577">
                <a:extLst>
                  <a:ext uri="{FF2B5EF4-FFF2-40B4-BE49-F238E27FC236}">
                    <a16:creationId xmlns:a16="http://schemas.microsoft.com/office/drawing/2014/main" id="{E97770C8-6D3B-EA1D-FD34-EDF92D2E4688}"/>
                  </a:ext>
                </a:extLst>
              </p:cNvPr>
              <p:cNvSpPr/>
              <p:nvPr/>
            </p:nvSpPr>
            <p:spPr>
              <a:xfrm>
                <a:off x="6386862" y="4064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79" name="Freeform 39578">
                <a:extLst>
                  <a:ext uri="{FF2B5EF4-FFF2-40B4-BE49-F238E27FC236}">
                    <a16:creationId xmlns:a16="http://schemas.microsoft.com/office/drawing/2014/main" id="{C81C5DA1-E827-961E-6469-033DA0CD7C30}"/>
                  </a:ext>
                </a:extLst>
              </p:cNvPr>
              <p:cNvSpPr/>
              <p:nvPr/>
            </p:nvSpPr>
            <p:spPr>
              <a:xfrm>
                <a:off x="6387457" y="4065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0" name="Freeform 39579">
                <a:extLst>
                  <a:ext uri="{FF2B5EF4-FFF2-40B4-BE49-F238E27FC236}">
                    <a16:creationId xmlns:a16="http://schemas.microsoft.com/office/drawing/2014/main" id="{4D71BF07-2FC9-0FE6-02C9-F258CDA2EF4B}"/>
                  </a:ext>
                </a:extLst>
              </p:cNvPr>
              <p:cNvSpPr/>
              <p:nvPr/>
            </p:nvSpPr>
            <p:spPr>
              <a:xfrm>
                <a:off x="6387953" y="4068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1" name="Freeform 39580">
                <a:extLst>
                  <a:ext uri="{FF2B5EF4-FFF2-40B4-BE49-F238E27FC236}">
                    <a16:creationId xmlns:a16="http://schemas.microsoft.com/office/drawing/2014/main" id="{F069B04C-6186-FC15-CB43-493ACFEFA4A1}"/>
                  </a:ext>
                </a:extLst>
              </p:cNvPr>
              <p:cNvSpPr/>
              <p:nvPr/>
            </p:nvSpPr>
            <p:spPr>
              <a:xfrm>
                <a:off x="6388449" y="4054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2" name="Freeform 39581">
                <a:extLst>
                  <a:ext uri="{FF2B5EF4-FFF2-40B4-BE49-F238E27FC236}">
                    <a16:creationId xmlns:a16="http://schemas.microsoft.com/office/drawing/2014/main" id="{F8121478-9C60-9BA1-6D1F-C39D95BF1D65}"/>
                  </a:ext>
                </a:extLst>
              </p:cNvPr>
              <p:cNvSpPr/>
              <p:nvPr/>
            </p:nvSpPr>
            <p:spPr>
              <a:xfrm>
                <a:off x="6389045" y="4016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3" name="Freeform 39582">
                <a:extLst>
                  <a:ext uri="{FF2B5EF4-FFF2-40B4-BE49-F238E27FC236}">
                    <a16:creationId xmlns:a16="http://schemas.microsoft.com/office/drawing/2014/main" id="{D1B26742-F44B-E2E2-8558-03BA313EFB01}"/>
                  </a:ext>
                </a:extLst>
              </p:cNvPr>
              <p:cNvSpPr/>
              <p:nvPr/>
            </p:nvSpPr>
            <p:spPr>
              <a:xfrm>
                <a:off x="6389541" y="3935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4" name="Freeform 39583">
                <a:extLst>
                  <a:ext uri="{FF2B5EF4-FFF2-40B4-BE49-F238E27FC236}">
                    <a16:creationId xmlns:a16="http://schemas.microsoft.com/office/drawing/2014/main" id="{2CEDFCA0-12E5-AAED-586F-CDAC31A71548}"/>
                  </a:ext>
                </a:extLst>
              </p:cNvPr>
              <p:cNvSpPr/>
              <p:nvPr/>
            </p:nvSpPr>
            <p:spPr>
              <a:xfrm>
                <a:off x="6390037" y="3882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5" name="Freeform 39584">
                <a:extLst>
                  <a:ext uri="{FF2B5EF4-FFF2-40B4-BE49-F238E27FC236}">
                    <a16:creationId xmlns:a16="http://schemas.microsoft.com/office/drawing/2014/main" id="{01ADA02C-A8D6-17BE-6420-899D1DCE7AC5}"/>
                  </a:ext>
                </a:extLst>
              </p:cNvPr>
              <p:cNvSpPr/>
              <p:nvPr/>
            </p:nvSpPr>
            <p:spPr>
              <a:xfrm>
                <a:off x="6390533" y="3912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6" name="Freeform 39585">
                <a:extLst>
                  <a:ext uri="{FF2B5EF4-FFF2-40B4-BE49-F238E27FC236}">
                    <a16:creationId xmlns:a16="http://schemas.microsoft.com/office/drawing/2014/main" id="{64C16EBC-363E-3385-1FC1-C1ADB9D0B190}"/>
                  </a:ext>
                </a:extLst>
              </p:cNvPr>
              <p:cNvSpPr/>
              <p:nvPr/>
            </p:nvSpPr>
            <p:spPr>
              <a:xfrm>
                <a:off x="6391128" y="3911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7" name="Freeform 39586">
                <a:extLst>
                  <a:ext uri="{FF2B5EF4-FFF2-40B4-BE49-F238E27FC236}">
                    <a16:creationId xmlns:a16="http://schemas.microsoft.com/office/drawing/2014/main" id="{5EC45320-F295-D246-CE8A-E0E6B03BDB0E}"/>
                  </a:ext>
                </a:extLst>
              </p:cNvPr>
              <p:cNvSpPr/>
              <p:nvPr/>
            </p:nvSpPr>
            <p:spPr>
              <a:xfrm>
                <a:off x="6391624" y="3897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8" name="Freeform 39587">
                <a:extLst>
                  <a:ext uri="{FF2B5EF4-FFF2-40B4-BE49-F238E27FC236}">
                    <a16:creationId xmlns:a16="http://schemas.microsoft.com/office/drawing/2014/main" id="{20FE1D9B-237F-2077-FAC2-6E88AAE00AAE}"/>
                  </a:ext>
                </a:extLst>
              </p:cNvPr>
              <p:cNvSpPr/>
              <p:nvPr/>
            </p:nvSpPr>
            <p:spPr>
              <a:xfrm>
                <a:off x="6392120" y="3892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89" name="Freeform 39588">
                <a:extLst>
                  <a:ext uri="{FF2B5EF4-FFF2-40B4-BE49-F238E27FC236}">
                    <a16:creationId xmlns:a16="http://schemas.microsoft.com/office/drawing/2014/main" id="{DD89275F-F562-5D1E-1D2D-CED78E0BC92A}"/>
                  </a:ext>
                </a:extLst>
              </p:cNvPr>
              <p:cNvSpPr/>
              <p:nvPr/>
            </p:nvSpPr>
            <p:spPr>
              <a:xfrm>
                <a:off x="6392716" y="3879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0" name="Freeform 39589">
                <a:extLst>
                  <a:ext uri="{FF2B5EF4-FFF2-40B4-BE49-F238E27FC236}">
                    <a16:creationId xmlns:a16="http://schemas.microsoft.com/office/drawing/2014/main" id="{5291DFFA-AE7F-5D0E-70F9-D2E8F776001F}"/>
                  </a:ext>
                </a:extLst>
              </p:cNvPr>
              <p:cNvSpPr/>
              <p:nvPr/>
            </p:nvSpPr>
            <p:spPr>
              <a:xfrm>
                <a:off x="6393212" y="3870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1" name="Freeform 39590">
                <a:extLst>
                  <a:ext uri="{FF2B5EF4-FFF2-40B4-BE49-F238E27FC236}">
                    <a16:creationId xmlns:a16="http://schemas.microsoft.com/office/drawing/2014/main" id="{E90CD852-5709-7665-9FB4-99156F43DDB7}"/>
                  </a:ext>
                </a:extLst>
              </p:cNvPr>
              <p:cNvSpPr/>
              <p:nvPr/>
            </p:nvSpPr>
            <p:spPr>
              <a:xfrm>
                <a:off x="6393708" y="3836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2" name="Freeform 39591">
                <a:extLst>
                  <a:ext uri="{FF2B5EF4-FFF2-40B4-BE49-F238E27FC236}">
                    <a16:creationId xmlns:a16="http://schemas.microsoft.com/office/drawing/2014/main" id="{FF527DD9-0F2C-F6AC-6520-77C4F01197FA}"/>
                  </a:ext>
                </a:extLst>
              </p:cNvPr>
              <p:cNvSpPr/>
              <p:nvPr/>
            </p:nvSpPr>
            <p:spPr>
              <a:xfrm>
                <a:off x="6394303" y="3825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3" name="Freeform 39592">
                <a:extLst>
                  <a:ext uri="{FF2B5EF4-FFF2-40B4-BE49-F238E27FC236}">
                    <a16:creationId xmlns:a16="http://schemas.microsoft.com/office/drawing/2014/main" id="{43B5F807-43D8-4AF6-4F7D-0A69CA1E2D9E}"/>
                  </a:ext>
                </a:extLst>
              </p:cNvPr>
              <p:cNvSpPr/>
              <p:nvPr/>
            </p:nvSpPr>
            <p:spPr>
              <a:xfrm>
                <a:off x="6394799" y="3824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4" name="Freeform 39593">
                <a:extLst>
                  <a:ext uri="{FF2B5EF4-FFF2-40B4-BE49-F238E27FC236}">
                    <a16:creationId xmlns:a16="http://schemas.microsoft.com/office/drawing/2014/main" id="{FB85F208-67D1-EFF6-CE27-75B68BAD6C33}"/>
                  </a:ext>
                </a:extLst>
              </p:cNvPr>
              <p:cNvSpPr/>
              <p:nvPr/>
            </p:nvSpPr>
            <p:spPr>
              <a:xfrm>
                <a:off x="6395295" y="3962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5" name="Freeform 39594">
                <a:extLst>
                  <a:ext uri="{FF2B5EF4-FFF2-40B4-BE49-F238E27FC236}">
                    <a16:creationId xmlns:a16="http://schemas.microsoft.com/office/drawing/2014/main" id="{9E85A661-F399-D37E-A202-BB2CFFB8E9B0}"/>
                  </a:ext>
                </a:extLst>
              </p:cNvPr>
              <p:cNvSpPr/>
              <p:nvPr/>
            </p:nvSpPr>
            <p:spPr>
              <a:xfrm>
                <a:off x="6395891" y="401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6" name="Freeform 39595">
                <a:extLst>
                  <a:ext uri="{FF2B5EF4-FFF2-40B4-BE49-F238E27FC236}">
                    <a16:creationId xmlns:a16="http://schemas.microsoft.com/office/drawing/2014/main" id="{947E5C41-0AFB-34C3-D0FE-627DBDBF3069}"/>
                  </a:ext>
                </a:extLst>
              </p:cNvPr>
              <p:cNvSpPr/>
              <p:nvPr/>
            </p:nvSpPr>
            <p:spPr>
              <a:xfrm>
                <a:off x="6396387" y="4032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7" name="Freeform 39596">
                <a:extLst>
                  <a:ext uri="{FF2B5EF4-FFF2-40B4-BE49-F238E27FC236}">
                    <a16:creationId xmlns:a16="http://schemas.microsoft.com/office/drawing/2014/main" id="{51D5FC8D-A5DD-69A2-3302-59008896B49B}"/>
                  </a:ext>
                </a:extLst>
              </p:cNvPr>
              <p:cNvSpPr/>
              <p:nvPr/>
            </p:nvSpPr>
            <p:spPr>
              <a:xfrm>
                <a:off x="6396883" y="4038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8" name="Freeform 39597">
                <a:extLst>
                  <a:ext uri="{FF2B5EF4-FFF2-40B4-BE49-F238E27FC236}">
                    <a16:creationId xmlns:a16="http://schemas.microsoft.com/office/drawing/2014/main" id="{1707C8CB-22D5-C090-F0C5-371D643A3A1A}"/>
                  </a:ext>
                </a:extLst>
              </p:cNvPr>
              <p:cNvSpPr/>
              <p:nvPr/>
            </p:nvSpPr>
            <p:spPr>
              <a:xfrm>
                <a:off x="6397478" y="4045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99" name="Freeform 39598">
                <a:extLst>
                  <a:ext uri="{FF2B5EF4-FFF2-40B4-BE49-F238E27FC236}">
                    <a16:creationId xmlns:a16="http://schemas.microsoft.com/office/drawing/2014/main" id="{7FA2B3A8-6386-FDCD-94EE-B429A849D6F1}"/>
                  </a:ext>
                </a:extLst>
              </p:cNvPr>
              <p:cNvSpPr/>
              <p:nvPr/>
            </p:nvSpPr>
            <p:spPr>
              <a:xfrm>
                <a:off x="6397974" y="4055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0" name="Freeform 39599">
                <a:extLst>
                  <a:ext uri="{FF2B5EF4-FFF2-40B4-BE49-F238E27FC236}">
                    <a16:creationId xmlns:a16="http://schemas.microsoft.com/office/drawing/2014/main" id="{EEA862BB-0AEA-9376-42DD-B554469AE1A4}"/>
                  </a:ext>
                </a:extLst>
              </p:cNvPr>
              <p:cNvSpPr/>
              <p:nvPr/>
            </p:nvSpPr>
            <p:spPr>
              <a:xfrm>
                <a:off x="6398470" y="4061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1" name="Freeform 39600">
                <a:extLst>
                  <a:ext uri="{FF2B5EF4-FFF2-40B4-BE49-F238E27FC236}">
                    <a16:creationId xmlns:a16="http://schemas.microsoft.com/office/drawing/2014/main" id="{C8E2C327-714C-EF89-92D2-D4584743C1F5}"/>
                  </a:ext>
                </a:extLst>
              </p:cNvPr>
              <p:cNvSpPr/>
              <p:nvPr/>
            </p:nvSpPr>
            <p:spPr>
              <a:xfrm>
                <a:off x="6399066" y="4059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2" name="Freeform 39601">
                <a:extLst>
                  <a:ext uri="{FF2B5EF4-FFF2-40B4-BE49-F238E27FC236}">
                    <a16:creationId xmlns:a16="http://schemas.microsoft.com/office/drawing/2014/main" id="{65CBD687-9C2F-FB20-2544-EE7C1A0476E1}"/>
                  </a:ext>
                </a:extLst>
              </p:cNvPr>
              <p:cNvSpPr/>
              <p:nvPr/>
            </p:nvSpPr>
            <p:spPr>
              <a:xfrm>
                <a:off x="6399562" y="4060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3" name="Freeform 39602">
                <a:extLst>
                  <a:ext uri="{FF2B5EF4-FFF2-40B4-BE49-F238E27FC236}">
                    <a16:creationId xmlns:a16="http://schemas.microsoft.com/office/drawing/2014/main" id="{F8291B13-041A-96A2-9911-D550D3247C08}"/>
                  </a:ext>
                </a:extLst>
              </p:cNvPr>
              <p:cNvSpPr/>
              <p:nvPr/>
            </p:nvSpPr>
            <p:spPr>
              <a:xfrm>
                <a:off x="6400058" y="4059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4" name="Freeform 39603">
                <a:extLst>
                  <a:ext uri="{FF2B5EF4-FFF2-40B4-BE49-F238E27FC236}">
                    <a16:creationId xmlns:a16="http://schemas.microsoft.com/office/drawing/2014/main" id="{241A0538-09B6-AC41-823A-AFD67B070E97}"/>
                  </a:ext>
                </a:extLst>
              </p:cNvPr>
              <p:cNvSpPr/>
              <p:nvPr/>
            </p:nvSpPr>
            <p:spPr>
              <a:xfrm>
                <a:off x="6400653" y="40578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5" name="Freeform 39604">
                <a:extLst>
                  <a:ext uri="{FF2B5EF4-FFF2-40B4-BE49-F238E27FC236}">
                    <a16:creationId xmlns:a16="http://schemas.microsoft.com/office/drawing/2014/main" id="{70936E68-5300-77E3-77AC-803ACB7A9463}"/>
                  </a:ext>
                </a:extLst>
              </p:cNvPr>
              <p:cNvSpPr/>
              <p:nvPr/>
            </p:nvSpPr>
            <p:spPr>
              <a:xfrm>
                <a:off x="6401149" y="4045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6" name="Freeform 39605">
                <a:extLst>
                  <a:ext uri="{FF2B5EF4-FFF2-40B4-BE49-F238E27FC236}">
                    <a16:creationId xmlns:a16="http://schemas.microsoft.com/office/drawing/2014/main" id="{E01C6DC1-459C-267C-A429-112F87AFC8C9}"/>
                  </a:ext>
                </a:extLst>
              </p:cNvPr>
              <p:cNvSpPr/>
              <p:nvPr/>
            </p:nvSpPr>
            <p:spPr>
              <a:xfrm>
                <a:off x="6401645" y="40088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7" name="Freeform 39606">
                <a:extLst>
                  <a:ext uri="{FF2B5EF4-FFF2-40B4-BE49-F238E27FC236}">
                    <a16:creationId xmlns:a16="http://schemas.microsoft.com/office/drawing/2014/main" id="{CC0D46F3-23C8-96E5-9E30-531ABE1D6A11}"/>
                  </a:ext>
                </a:extLst>
              </p:cNvPr>
              <p:cNvSpPr/>
              <p:nvPr/>
            </p:nvSpPr>
            <p:spPr>
              <a:xfrm>
                <a:off x="6402141" y="3718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8" name="Freeform 39607">
                <a:extLst>
                  <a:ext uri="{FF2B5EF4-FFF2-40B4-BE49-F238E27FC236}">
                    <a16:creationId xmlns:a16="http://schemas.microsoft.com/office/drawing/2014/main" id="{2A0C309B-EE9D-DE3E-AEBC-B4F7ABE1F5DC}"/>
                  </a:ext>
                </a:extLst>
              </p:cNvPr>
              <p:cNvSpPr/>
              <p:nvPr/>
            </p:nvSpPr>
            <p:spPr>
              <a:xfrm>
                <a:off x="6402737" y="3612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09" name="Freeform 39608">
                <a:extLst>
                  <a:ext uri="{FF2B5EF4-FFF2-40B4-BE49-F238E27FC236}">
                    <a16:creationId xmlns:a16="http://schemas.microsoft.com/office/drawing/2014/main" id="{D39F0EDE-5700-B369-28D1-7F90BB84ED54}"/>
                  </a:ext>
                </a:extLst>
              </p:cNvPr>
              <p:cNvSpPr/>
              <p:nvPr/>
            </p:nvSpPr>
            <p:spPr>
              <a:xfrm>
                <a:off x="6403233" y="3677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0" name="Freeform 39609">
                <a:extLst>
                  <a:ext uri="{FF2B5EF4-FFF2-40B4-BE49-F238E27FC236}">
                    <a16:creationId xmlns:a16="http://schemas.microsoft.com/office/drawing/2014/main" id="{4CE2E25D-2F51-CFD9-A639-E623BD864A3A}"/>
                  </a:ext>
                </a:extLst>
              </p:cNvPr>
              <p:cNvSpPr/>
              <p:nvPr/>
            </p:nvSpPr>
            <p:spPr>
              <a:xfrm>
                <a:off x="6403729" y="3734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1" name="Freeform 39610">
                <a:extLst>
                  <a:ext uri="{FF2B5EF4-FFF2-40B4-BE49-F238E27FC236}">
                    <a16:creationId xmlns:a16="http://schemas.microsoft.com/office/drawing/2014/main" id="{6839EDC0-B4F0-265C-95A2-59465686486A}"/>
                  </a:ext>
                </a:extLst>
              </p:cNvPr>
              <p:cNvSpPr/>
              <p:nvPr/>
            </p:nvSpPr>
            <p:spPr>
              <a:xfrm>
                <a:off x="6404324" y="3755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2" name="Freeform 39611">
                <a:extLst>
                  <a:ext uri="{FF2B5EF4-FFF2-40B4-BE49-F238E27FC236}">
                    <a16:creationId xmlns:a16="http://schemas.microsoft.com/office/drawing/2014/main" id="{2BADDD76-E1D7-708A-B067-5C1069DFEE26}"/>
                  </a:ext>
                </a:extLst>
              </p:cNvPr>
              <p:cNvSpPr/>
              <p:nvPr/>
            </p:nvSpPr>
            <p:spPr>
              <a:xfrm>
                <a:off x="6404820" y="3800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3" name="Freeform 39612">
                <a:extLst>
                  <a:ext uri="{FF2B5EF4-FFF2-40B4-BE49-F238E27FC236}">
                    <a16:creationId xmlns:a16="http://schemas.microsoft.com/office/drawing/2014/main" id="{9DB20B56-1922-06AA-D14F-288B2DB3EB07}"/>
                  </a:ext>
                </a:extLst>
              </p:cNvPr>
              <p:cNvSpPr/>
              <p:nvPr/>
            </p:nvSpPr>
            <p:spPr>
              <a:xfrm>
                <a:off x="6405316" y="3777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4" name="Freeform 39613">
                <a:extLst>
                  <a:ext uri="{FF2B5EF4-FFF2-40B4-BE49-F238E27FC236}">
                    <a16:creationId xmlns:a16="http://schemas.microsoft.com/office/drawing/2014/main" id="{7587EB90-3B2C-441F-6B80-27166A049C3C}"/>
                  </a:ext>
                </a:extLst>
              </p:cNvPr>
              <p:cNvSpPr/>
              <p:nvPr/>
            </p:nvSpPr>
            <p:spPr>
              <a:xfrm>
                <a:off x="6405912" y="374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5" name="Freeform 39614">
                <a:extLst>
                  <a:ext uri="{FF2B5EF4-FFF2-40B4-BE49-F238E27FC236}">
                    <a16:creationId xmlns:a16="http://schemas.microsoft.com/office/drawing/2014/main" id="{C8994BA3-F9CE-86EB-1F16-7092290511EF}"/>
                  </a:ext>
                </a:extLst>
              </p:cNvPr>
              <p:cNvSpPr/>
              <p:nvPr/>
            </p:nvSpPr>
            <p:spPr>
              <a:xfrm>
                <a:off x="6406408" y="3713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6" name="Freeform 39615">
                <a:extLst>
                  <a:ext uri="{FF2B5EF4-FFF2-40B4-BE49-F238E27FC236}">
                    <a16:creationId xmlns:a16="http://schemas.microsoft.com/office/drawing/2014/main" id="{8F6AD3BB-363D-C91F-40B4-46B3558178D8}"/>
                  </a:ext>
                </a:extLst>
              </p:cNvPr>
              <p:cNvSpPr/>
              <p:nvPr/>
            </p:nvSpPr>
            <p:spPr>
              <a:xfrm>
                <a:off x="6406904" y="3694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7" name="Freeform 39616">
                <a:extLst>
                  <a:ext uri="{FF2B5EF4-FFF2-40B4-BE49-F238E27FC236}">
                    <a16:creationId xmlns:a16="http://schemas.microsoft.com/office/drawing/2014/main" id="{86F4CE83-0398-7CC1-7540-4461633ADBF7}"/>
                  </a:ext>
                </a:extLst>
              </p:cNvPr>
              <p:cNvSpPr/>
              <p:nvPr/>
            </p:nvSpPr>
            <p:spPr>
              <a:xfrm>
                <a:off x="6407499" y="3703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8" name="Freeform 39617">
                <a:extLst>
                  <a:ext uri="{FF2B5EF4-FFF2-40B4-BE49-F238E27FC236}">
                    <a16:creationId xmlns:a16="http://schemas.microsoft.com/office/drawing/2014/main" id="{41EB8D45-D1C4-D362-59F4-31B89C27ACB7}"/>
                  </a:ext>
                </a:extLst>
              </p:cNvPr>
              <p:cNvSpPr/>
              <p:nvPr/>
            </p:nvSpPr>
            <p:spPr>
              <a:xfrm>
                <a:off x="6407995" y="3907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19" name="Freeform 39618">
                <a:extLst>
                  <a:ext uri="{FF2B5EF4-FFF2-40B4-BE49-F238E27FC236}">
                    <a16:creationId xmlns:a16="http://schemas.microsoft.com/office/drawing/2014/main" id="{CB2C1E19-747A-89EB-C80E-7A07547355B0}"/>
                  </a:ext>
                </a:extLst>
              </p:cNvPr>
              <p:cNvSpPr/>
              <p:nvPr/>
            </p:nvSpPr>
            <p:spPr>
              <a:xfrm>
                <a:off x="6408491" y="3978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0" name="Freeform 39619">
                <a:extLst>
                  <a:ext uri="{FF2B5EF4-FFF2-40B4-BE49-F238E27FC236}">
                    <a16:creationId xmlns:a16="http://schemas.microsoft.com/office/drawing/2014/main" id="{EF635BA4-BEF6-8FA4-260B-D9174E7C9798}"/>
                  </a:ext>
                </a:extLst>
              </p:cNvPr>
              <p:cNvSpPr/>
              <p:nvPr/>
            </p:nvSpPr>
            <p:spPr>
              <a:xfrm>
                <a:off x="6409087" y="3999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1" name="Freeform 39620">
                <a:extLst>
                  <a:ext uri="{FF2B5EF4-FFF2-40B4-BE49-F238E27FC236}">
                    <a16:creationId xmlns:a16="http://schemas.microsoft.com/office/drawing/2014/main" id="{9BD13893-0FA6-23D5-10D2-434836FBDB30}"/>
                  </a:ext>
                </a:extLst>
              </p:cNvPr>
              <p:cNvSpPr/>
              <p:nvPr/>
            </p:nvSpPr>
            <p:spPr>
              <a:xfrm>
                <a:off x="6409583" y="4010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2" name="Freeform 39621">
                <a:extLst>
                  <a:ext uri="{FF2B5EF4-FFF2-40B4-BE49-F238E27FC236}">
                    <a16:creationId xmlns:a16="http://schemas.microsoft.com/office/drawing/2014/main" id="{0293CF0E-7332-975D-250E-C40B8A9C59DB}"/>
                  </a:ext>
                </a:extLst>
              </p:cNvPr>
              <p:cNvSpPr/>
              <p:nvPr/>
            </p:nvSpPr>
            <p:spPr>
              <a:xfrm>
                <a:off x="6410079" y="4015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3" name="Freeform 39622">
                <a:extLst>
                  <a:ext uri="{FF2B5EF4-FFF2-40B4-BE49-F238E27FC236}">
                    <a16:creationId xmlns:a16="http://schemas.microsoft.com/office/drawing/2014/main" id="{2C655656-3A92-45BA-D783-F16BB898C09B}"/>
                  </a:ext>
                </a:extLst>
              </p:cNvPr>
              <p:cNvSpPr/>
              <p:nvPr/>
            </p:nvSpPr>
            <p:spPr>
              <a:xfrm>
                <a:off x="6410674" y="4018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4" name="Freeform 39623">
                <a:extLst>
                  <a:ext uri="{FF2B5EF4-FFF2-40B4-BE49-F238E27FC236}">
                    <a16:creationId xmlns:a16="http://schemas.microsoft.com/office/drawing/2014/main" id="{E27FFD15-F5E6-1163-80B6-561C300DBDD7}"/>
                  </a:ext>
                </a:extLst>
              </p:cNvPr>
              <p:cNvSpPr/>
              <p:nvPr/>
            </p:nvSpPr>
            <p:spPr>
              <a:xfrm>
                <a:off x="6411170" y="4025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5" name="Freeform 39624">
                <a:extLst>
                  <a:ext uri="{FF2B5EF4-FFF2-40B4-BE49-F238E27FC236}">
                    <a16:creationId xmlns:a16="http://schemas.microsoft.com/office/drawing/2014/main" id="{2A7BEFFF-B4D5-F946-413F-CFB80954F15E}"/>
                  </a:ext>
                </a:extLst>
              </p:cNvPr>
              <p:cNvSpPr/>
              <p:nvPr/>
            </p:nvSpPr>
            <p:spPr>
              <a:xfrm>
                <a:off x="6411666" y="4030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6" name="Freeform 39625">
                <a:extLst>
                  <a:ext uri="{FF2B5EF4-FFF2-40B4-BE49-F238E27FC236}">
                    <a16:creationId xmlns:a16="http://schemas.microsoft.com/office/drawing/2014/main" id="{A5825B9C-B3ED-6036-DD11-AFFAC5108C0C}"/>
                  </a:ext>
                </a:extLst>
              </p:cNvPr>
              <p:cNvSpPr/>
              <p:nvPr/>
            </p:nvSpPr>
            <p:spPr>
              <a:xfrm>
                <a:off x="6412262" y="4034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7" name="Freeform 39626">
                <a:extLst>
                  <a:ext uri="{FF2B5EF4-FFF2-40B4-BE49-F238E27FC236}">
                    <a16:creationId xmlns:a16="http://schemas.microsoft.com/office/drawing/2014/main" id="{4E2EDE04-0469-68B2-D765-08248468E3A3}"/>
                  </a:ext>
                </a:extLst>
              </p:cNvPr>
              <p:cNvSpPr/>
              <p:nvPr/>
            </p:nvSpPr>
            <p:spPr>
              <a:xfrm>
                <a:off x="6412758" y="4037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8" name="Freeform 39627">
                <a:extLst>
                  <a:ext uri="{FF2B5EF4-FFF2-40B4-BE49-F238E27FC236}">
                    <a16:creationId xmlns:a16="http://schemas.microsoft.com/office/drawing/2014/main" id="{B86FB06B-AC90-C0D2-0606-4D6E9D72C582}"/>
                  </a:ext>
                </a:extLst>
              </p:cNvPr>
              <p:cNvSpPr/>
              <p:nvPr/>
            </p:nvSpPr>
            <p:spPr>
              <a:xfrm>
                <a:off x="6413254" y="4037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29" name="Freeform 39628">
                <a:extLst>
                  <a:ext uri="{FF2B5EF4-FFF2-40B4-BE49-F238E27FC236}">
                    <a16:creationId xmlns:a16="http://schemas.microsoft.com/office/drawing/2014/main" id="{B1E218BA-A8D0-6B29-B3EE-A6BFF0B95653}"/>
                  </a:ext>
                </a:extLst>
              </p:cNvPr>
              <p:cNvSpPr/>
              <p:nvPr/>
            </p:nvSpPr>
            <p:spPr>
              <a:xfrm>
                <a:off x="6413849" y="4022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0" name="Freeform 39629">
                <a:extLst>
                  <a:ext uri="{FF2B5EF4-FFF2-40B4-BE49-F238E27FC236}">
                    <a16:creationId xmlns:a16="http://schemas.microsoft.com/office/drawing/2014/main" id="{0DE6274B-3D82-3D1C-2A1D-B62455821282}"/>
                  </a:ext>
                </a:extLst>
              </p:cNvPr>
              <p:cNvSpPr/>
              <p:nvPr/>
            </p:nvSpPr>
            <p:spPr>
              <a:xfrm>
                <a:off x="6414345" y="3969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1" name="Freeform 39630">
                <a:extLst>
                  <a:ext uri="{FF2B5EF4-FFF2-40B4-BE49-F238E27FC236}">
                    <a16:creationId xmlns:a16="http://schemas.microsoft.com/office/drawing/2014/main" id="{B2778AA9-03E8-C391-2492-D17147F0F24F}"/>
                  </a:ext>
                </a:extLst>
              </p:cNvPr>
              <p:cNvSpPr/>
              <p:nvPr/>
            </p:nvSpPr>
            <p:spPr>
              <a:xfrm>
                <a:off x="6414841" y="3566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2" name="Freeform 39631">
                <a:extLst>
                  <a:ext uri="{FF2B5EF4-FFF2-40B4-BE49-F238E27FC236}">
                    <a16:creationId xmlns:a16="http://schemas.microsoft.com/office/drawing/2014/main" id="{F67B18FA-758C-4AFA-E0E6-07B1533E9975}"/>
                  </a:ext>
                </a:extLst>
              </p:cNvPr>
              <p:cNvSpPr/>
              <p:nvPr/>
            </p:nvSpPr>
            <p:spPr>
              <a:xfrm>
                <a:off x="6415338" y="3486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3" name="Freeform 39632">
                <a:extLst>
                  <a:ext uri="{FF2B5EF4-FFF2-40B4-BE49-F238E27FC236}">
                    <a16:creationId xmlns:a16="http://schemas.microsoft.com/office/drawing/2014/main" id="{6701286B-0CAF-5712-95EE-F3355669AD79}"/>
                  </a:ext>
                </a:extLst>
              </p:cNvPr>
              <p:cNvSpPr/>
              <p:nvPr/>
            </p:nvSpPr>
            <p:spPr>
              <a:xfrm>
                <a:off x="6415933" y="3608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4" name="Freeform 39633">
                <a:extLst>
                  <a:ext uri="{FF2B5EF4-FFF2-40B4-BE49-F238E27FC236}">
                    <a16:creationId xmlns:a16="http://schemas.microsoft.com/office/drawing/2014/main" id="{73B37E3C-5C23-F047-2817-2B6FC6B17E94}"/>
                  </a:ext>
                </a:extLst>
              </p:cNvPr>
              <p:cNvSpPr/>
              <p:nvPr/>
            </p:nvSpPr>
            <p:spPr>
              <a:xfrm>
                <a:off x="6416429" y="3642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5" name="Freeform 39634">
                <a:extLst>
                  <a:ext uri="{FF2B5EF4-FFF2-40B4-BE49-F238E27FC236}">
                    <a16:creationId xmlns:a16="http://schemas.microsoft.com/office/drawing/2014/main" id="{C76BF6CC-2E68-D437-808A-180D4DC730E5}"/>
                  </a:ext>
                </a:extLst>
              </p:cNvPr>
              <p:cNvSpPr/>
              <p:nvPr/>
            </p:nvSpPr>
            <p:spPr>
              <a:xfrm>
                <a:off x="6416925" y="3671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6" name="Freeform 39635">
                <a:extLst>
                  <a:ext uri="{FF2B5EF4-FFF2-40B4-BE49-F238E27FC236}">
                    <a16:creationId xmlns:a16="http://schemas.microsoft.com/office/drawing/2014/main" id="{EADA10C5-6090-5EB5-AA37-AD9D4064392F}"/>
                  </a:ext>
                </a:extLst>
              </p:cNvPr>
              <p:cNvSpPr/>
              <p:nvPr/>
            </p:nvSpPr>
            <p:spPr>
              <a:xfrm>
                <a:off x="6417520" y="3735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7" name="Freeform 39636">
                <a:extLst>
                  <a:ext uri="{FF2B5EF4-FFF2-40B4-BE49-F238E27FC236}">
                    <a16:creationId xmlns:a16="http://schemas.microsoft.com/office/drawing/2014/main" id="{E6B25538-FF28-EA50-CA81-29CB05B8816F}"/>
                  </a:ext>
                </a:extLst>
              </p:cNvPr>
              <p:cNvSpPr/>
              <p:nvPr/>
            </p:nvSpPr>
            <p:spPr>
              <a:xfrm>
                <a:off x="6418016" y="3770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8" name="Freeform 39637">
                <a:extLst>
                  <a:ext uri="{FF2B5EF4-FFF2-40B4-BE49-F238E27FC236}">
                    <a16:creationId xmlns:a16="http://schemas.microsoft.com/office/drawing/2014/main" id="{A29986DB-E8A1-8292-05EA-37FE6647D44B}"/>
                  </a:ext>
                </a:extLst>
              </p:cNvPr>
              <p:cNvSpPr/>
              <p:nvPr/>
            </p:nvSpPr>
            <p:spPr>
              <a:xfrm>
                <a:off x="6418513" y="3787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39" name="Freeform 39638">
                <a:extLst>
                  <a:ext uri="{FF2B5EF4-FFF2-40B4-BE49-F238E27FC236}">
                    <a16:creationId xmlns:a16="http://schemas.microsoft.com/office/drawing/2014/main" id="{FE794631-0118-1F0B-1AA5-9BE82F7BBB30}"/>
                  </a:ext>
                </a:extLst>
              </p:cNvPr>
              <p:cNvSpPr/>
              <p:nvPr/>
            </p:nvSpPr>
            <p:spPr>
              <a:xfrm>
                <a:off x="6419108" y="3794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0" name="Freeform 39639">
                <a:extLst>
                  <a:ext uri="{FF2B5EF4-FFF2-40B4-BE49-F238E27FC236}">
                    <a16:creationId xmlns:a16="http://schemas.microsoft.com/office/drawing/2014/main" id="{EB4FFFD4-3171-3E05-2EC6-00E2AB839AD8}"/>
                  </a:ext>
                </a:extLst>
              </p:cNvPr>
              <p:cNvSpPr/>
              <p:nvPr/>
            </p:nvSpPr>
            <p:spPr>
              <a:xfrm>
                <a:off x="6419604" y="3764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1" name="Freeform 39640">
                <a:extLst>
                  <a:ext uri="{FF2B5EF4-FFF2-40B4-BE49-F238E27FC236}">
                    <a16:creationId xmlns:a16="http://schemas.microsoft.com/office/drawing/2014/main" id="{B59E0F12-3521-E5DF-FCBA-1152BE35C620}"/>
                  </a:ext>
                </a:extLst>
              </p:cNvPr>
              <p:cNvSpPr/>
              <p:nvPr/>
            </p:nvSpPr>
            <p:spPr>
              <a:xfrm>
                <a:off x="6420100" y="3725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2" name="Freeform 39641">
                <a:extLst>
                  <a:ext uri="{FF2B5EF4-FFF2-40B4-BE49-F238E27FC236}">
                    <a16:creationId xmlns:a16="http://schemas.microsoft.com/office/drawing/2014/main" id="{C6A29527-C058-B006-28B8-301FC8607647}"/>
                  </a:ext>
                </a:extLst>
              </p:cNvPr>
              <p:cNvSpPr/>
              <p:nvPr/>
            </p:nvSpPr>
            <p:spPr>
              <a:xfrm>
                <a:off x="6420695" y="3914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3" name="Freeform 39642">
                <a:extLst>
                  <a:ext uri="{FF2B5EF4-FFF2-40B4-BE49-F238E27FC236}">
                    <a16:creationId xmlns:a16="http://schemas.microsoft.com/office/drawing/2014/main" id="{0E70DC51-E4C5-99DB-492D-D56FC9FAC922}"/>
                  </a:ext>
                </a:extLst>
              </p:cNvPr>
              <p:cNvSpPr/>
              <p:nvPr/>
            </p:nvSpPr>
            <p:spPr>
              <a:xfrm>
                <a:off x="6421191" y="398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4" name="Freeform 39643">
                <a:extLst>
                  <a:ext uri="{FF2B5EF4-FFF2-40B4-BE49-F238E27FC236}">
                    <a16:creationId xmlns:a16="http://schemas.microsoft.com/office/drawing/2014/main" id="{77EFCD64-2C8F-4F4A-F239-81C6D462963B}"/>
                  </a:ext>
                </a:extLst>
              </p:cNvPr>
              <p:cNvSpPr/>
              <p:nvPr/>
            </p:nvSpPr>
            <p:spPr>
              <a:xfrm>
                <a:off x="6421688" y="4003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5" name="Freeform 39644">
                <a:extLst>
                  <a:ext uri="{FF2B5EF4-FFF2-40B4-BE49-F238E27FC236}">
                    <a16:creationId xmlns:a16="http://schemas.microsoft.com/office/drawing/2014/main" id="{CD3BA253-C540-E7E8-688C-7ACCD2D6B995}"/>
                  </a:ext>
                </a:extLst>
              </p:cNvPr>
              <p:cNvSpPr/>
              <p:nvPr/>
            </p:nvSpPr>
            <p:spPr>
              <a:xfrm>
                <a:off x="6422283" y="4010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6" name="Freeform 39645">
                <a:extLst>
                  <a:ext uri="{FF2B5EF4-FFF2-40B4-BE49-F238E27FC236}">
                    <a16:creationId xmlns:a16="http://schemas.microsoft.com/office/drawing/2014/main" id="{3E2E3235-BB2C-9B7F-CA43-43F81C1D8E3B}"/>
                  </a:ext>
                </a:extLst>
              </p:cNvPr>
              <p:cNvSpPr/>
              <p:nvPr/>
            </p:nvSpPr>
            <p:spPr>
              <a:xfrm>
                <a:off x="6422779" y="4025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7" name="Freeform 39646">
                <a:extLst>
                  <a:ext uri="{FF2B5EF4-FFF2-40B4-BE49-F238E27FC236}">
                    <a16:creationId xmlns:a16="http://schemas.microsoft.com/office/drawing/2014/main" id="{DAD16CFA-10E9-5960-A438-A728F1DB0111}"/>
                  </a:ext>
                </a:extLst>
              </p:cNvPr>
              <p:cNvSpPr/>
              <p:nvPr/>
            </p:nvSpPr>
            <p:spPr>
              <a:xfrm>
                <a:off x="6423275" y="4032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8" name="Freeform 39647">
                <a:extLst>
                  <a:ext uri="{FF2B5EF4-FFF2-40B4-BE49-F238E27FC236}">
                    <a16:creationId xmlns:a16="http://schemas.microsoft.com/office/drawing/2014/main" id="{4761064F-F29B-7BCA-FA52-7577CC534529}"/>
                  </a:ext>
                </a:extLst>
              </p:cNvPr>
              <p:cNvSpPr/>
              <p:nvPr/>
            </p:nvSpPr>
            <p:spPr>
              <a:xfrm>
                <a:off x="6423870" y="4032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49" name="Freeform 39648">
                <a:extLst>
                  <a:ext uri="{FF2B5EF4-FFF2-40B4-BE49-F238E27FC236}">
                    <a16:creationId xmlns:a16="http://schemas.microsoft.com/office/drawing/2014/main" id="{1DAF5965-15F3-018A-749E-14DEAAD89BA3}"/>
                  </a:ext>
                </a:extLst>
              </p:cNvPr>
              <p:cNvSpPr/>
              <p:nvPr/>
            </p:nvSpPr>
            <p:spPr>
              <a:xfrm>
                <a:off x="6424366" y="4032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0" name="Freeform 39649">
                <a:extLst>
                  <a:ext uri="{FF2B5EF4-FFF2-40B4-BE49-F238E27FC236}">
                    <a16:creationId xmlns:a16="http://schemas.microsoft.com/office/drawing/2014/main" id="{ED2D9964-06E8-2E28-32D8-D7F8363C53AF}"/>
                  </a:ext>
                </a:extLst>
              </p:cNvPr>
              <p:cNvSpPr/>
              <p:nvPr/>
            </p:nvSpPr>
            <p:spPr>
              <a:xfrm>
                <a:off x="6424863" y="4030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1" name="Freeform 39650">
                <a:extLst>
                  <a:ext uri="{FF2B5EF4-FFF2-40B4-BE49-F238E27FC236}">
                    <a16:creationId xmlns:a16="http://schemas.microsoft.com/office/drawing/2014/main" id="{F2C31277-A317-4968-694D-CEB5D2CD106F}"/>
                  </a:ext>
                </a:extLst>
              </p:cNvPr>
              <p:cNvSpPr/>
              <p:nvPr/>
            </p:nvSpPr>
            <p:spPr>
              <a:xfrm>
                <a:off x="6425458" y="4029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2" name="Freeform 39651">
                <a:extLst>
                  <a:ext uri="{FF2B5EF4-FFF2-40B4-BE49-F238E27FC236}">
                    <a16:creationId xmlns:a16="http://schemas.microsoft.com/office/drawing/2014/main" id="{C9208CBF-39D5-9C4C-A624-24454CE9222B}"/>
                  </a:ext>
                </a:extLst>
              </p:cNvPr>
              <p:cNvSpPr/>
              <p:nvPr/>
            </p:nvSpPr>
            <p:spPr>
              <a:xfrm>
                <a:off x="6425954" y="4022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3" name="Freeform 39652">
                <a:extLst>
                  <a:ext uri="{FF2B5EF4-FFF2-40B4-BE49-F238E27FC236}">
                    <a16:creationId xmlns:a16="http://schemas.microsoft.com/office/drawing/2014/main" id="{C7548C1B-9715-838A-7EF7-408A1D41BA3A}"/>
                  </a:ext>
                </a:extLst>
              </p:cNvPr>
              <p:cNvSpPr/>
              <p:nvPr/>
            </p:nvSpPr>
            <p:spPr>
              <a:xfrm>
                <a:off x="6426450" y="400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4" name="Freeform 39653">
                <a:extLst>
                  <a:ext uri="{FF2B5EF4-FFF2-40B4-BE49-F238E27FC236}">
                    <a16:creationId xmlns:a16="http://schemas.microsoft.com/office/drawing/2014/main" id="{923F5807-B665-499B-69E2-5256D86577CE}"/>
                  </a:ext>
                </a:extLst>
              </p:cNvPr>
              <p:cNvSpPr/>
              <p:nvPr/>
            </p:nvSpPr>
            <p:spPr>
              <a:xfrm>
                <a:off x="6426946" y="3913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5" name="Freeform 39654">
                <a:extLst>
                  <a:ext uri="{FF2B5EF4-FFF2-40B4-BE49-F238E27FC236}">
                    <a16:creationId xmlns:a16="http://schemas.microsoft.com/office/drawing/2014/main" id="{1788367B-FC4E-335C-A672-9A166DF2EC69}"/>
                  </a:ext>
                </a:extLst>
              </p:cNvPr>
              <p:cNvSpPr/>
              <p:nvPr/>
            </p:nvSpPr>
            <p:spPr>
              <a:xfrm>
                <a:off x="6427541" y="3557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6" name="Freeform 39655">
                <a:extLst>
                  <a:ext uri="{FF2B5EF4-FFF2-40B4-BE49-F238E27FC236}">
                    <a16:creationId xmlns:a16="http://schemas.microsoft.com/office/drawing/2014/main" id="{66317E27-AE91-D584-0D5C-780046079AC9}"/>
                  </a:ext>
                </a:extLst>
              </p:cNvPr>
              <p:cNvSpPr/>
              <p:nvPr/>
            </p:nvSpPr>
            <p:spPr>
              <a:xfrm>
                <a:off x="6428038" y="3519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7" name="Freeform 39656">
                <a:extLst>
                  <a:ext uri="{FF2B5EF4-FFF2-40B4-BE49-F238E27FC236}">
                    <a16:creationId xmlns:a16="http://schemas.microsoft.com/office/drawing/2014/main" id="{61B6B7DB-B512-A345-69A7-D1F913993F9C}"/>
                  </a:ext>
                </a:extLst>
              </p:cNvPr>
              <p:cNvSpPr/>
              <p:nvPr/>
            </p:nvSpPr>
            <p:spPr>
              <a:xfrm>
                <a:off x="6428534" y="3636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8" name="Freeform 39657">
                <a:extLst>
                  <a:ext uri="{FF2B5EF4-FFF2-40B4-BE49-F238E27FC236}">
                    <a16:creationId xmlns:a16="http://schemas.microsoft.com/office/drawing/2014/main" id="{8CA5BA2E-CDB7-7972-F1CD-D4EACE2BF85D}"/>
                  </a:ext>
                </a:extLst>
              </p:cNvPr>
              <p:cNvSpPr/>
              <p:nvPr/>
            </p:nvSpPr>
            <p:spPr>
              <a:xfrm>
                <a:off x="6429129" y="3651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59" name="Freeform 39658">
                <a:extLst>
                  <a:ext uri="{FF2B5EF4-FFF2-40B4-BE49-F238E27FC236}">
                    <a16:creationId xmlns:a16="http://schemas.microsoft.com/office/drawing/2014/main" id="{85257A80-DE5E-BB0F-DF0F-53D0E5715256}"/>
                  </a:ext>
                </a:extLst>
              </p:cNvPr>
              <p:cNvSpPr/>
              <p:nvPr/>
            </p:nvSpPr>
            <p:spPr>
              <a:xfrm>
                <a:off x="6429625" y="3658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0" name="Freeform 39659">
                <a:extLst>
                  <a:ext uri="{FF2B5EF4-FFF2-40B4-BE49-F238E27FC236}">
                    <a16:creationId xmlns:a16="http://schemas.microsoft.com/office/drawing/2014/main" id="{577938F9-52C9-FA1E-15AB-A23843327343}"/>
                  </a:ext>
                </a:extLst>
              </p:cNvPr>
              <p:cNvSpPr/>
              <p:nvPr/>
            </p:nvSpPr>
            <p:spPr>
              <a:xfrm>
                <a:off x="6430121" y="3695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1" name="Freeform 39660">
                <a:extLst>
                  <a:ext uri="{FF2B5EF4-FFF2-40B4-BE49-F238E27FC236}">
                    <a16:creationId xmlns:a16="http://schemas.microsoft.com/office/drawing/2014/main" id="{1AD733B3-B0F8-D677-027A-F9A578DEADE5}"/>
                  </a:ext>
                </a:extLst>
              </p:cNvPr>
              <p:cNvSpPr/>
              <p:nvPr/>
            </p:nvSpPr>
            <p:spPr>
              <a:xfrm>
                <a:off x="6430716" y="3686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2" name="Freeform 39661">
                <a:extLst>
                  <a:ext uri="{FF2B5EF4-FFF2-40B4-BE49-F238E27FC236}">
                    <a16:creationId xmlns:a16="http://schemas.microsoft.com/office/drawing/2014/main" id="{E2CC944F-D2EE-ADAB-5C44-38E1A6ECB13C}"/>
                  </a:ext>
                </a:extLst>
              </p:cNvPr>
              <p:cNvSpPr/>
              <p:nvPr/>
            </p:nvSpPr>
            <p:spPr>
              <a:xfrm>
                <a:off x="6431213" y="3703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3" name="Freeform 39662">
                <a:extLst>
                  <a:ext uri="{FF2B5EF4-FFF2-40B4-BE49-F238E27FC236}">
                    <a16:creationId xmlns:a16="http://schemas.microsoft.com/office/drawing/2014/main" id="{852960C3-4A6B-98C2-CDD5-7E956AA5694C}"/>
                  </a:ext>
                </a:extLst>
              </p:cNvPr>
              <p:cNvSpPr/>
              <p:nvPr/>
            </p:nvSpPr>
            <p:spPr>
              <a:xfrm>
                <a:off x="6431709" y="3675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4" name="Freeform 39663">
                <a:extLst>
                  <a:ext uri="{FF2B5EF4-FFF2-40B4-BE49-F238E27FC236}">
                    <a16:creationId xmlns:a16="http://schemas.microsoft.com/office/drawing/2014/main" id="{0612B147-A7FB-E4F7-19D4-ADF7279CF2E7}"/>
                  </a:ext>
                </a:extLst>
              </p:cNvPr>
              <p:cNvSpPr/>
              <p:nvPr/>
            </p:nvSpPr>
            <p:spPr>
              <a:xfrm>
                <a:off x="6432304" y="3657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5" name="Freeform 39664">
                <a:extLst>
                  <a:ext uri="{FF2B5EF4-FFF2-40B4-BE49-F238E27FC236}">
                    <a16:creationId xmlns:a16="http://schemas.microsoft.com/office/drawing/2014/main" id="{86D79732-47FC-73E3-5541-8B188F1B210D}"/>
                  </a:ext>
                </a:extLst>
              </p:cNvPr>
              <p:cNvSpPr/>
              <p:nvPr/>
            </p:nvSpPr>
            <p:spPr>
              <a:xfrm>
                <a:off x="6432800" y="3667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6" name="Freeform 39665">
                <a:extLst>
                  <a:ext uri="{FF2B5EF4-FFF2-40B4-BE49-F238E27FC236}">
                    <a16:creationId xmlns:a16="http://schemas.microsoft.com/office/drawing/2014/main" id="{2D896E95-8755-0967-A5FA-9A884DF84987}"/>
                  </a:ext>
                </a:extLst>
              </p:cNvPr>
              <p:cNvSpPr/>
              <p:nvPr/>
            </p:nvSpPr>
            <p:spPr>
              <a:xfrm>
                <a:off x="6433296" y="3840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7" name="Freeform 39666">
                <a:extLst>
                  <a:ext uri="{FF2B5EF4-FFF2-40B4-BE49-F238E27FC236}">
                    <a16:creationId xmlns:a16="http://schemas.microsoft.com/office/drawing/2014/main" id="{3C8C75DF-319F-FB1D-33BF-4E620798BC3C}"/>
                  </a:ext>
                </a:extLst>
              </p:cNvPr>
              <p:cNvSpPr/>
              <p:nvPr/>
            </p:nvSpPr>
            <p:spPr>
              <a:xfrm>
                <a:off x="6433891" y="3930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8" name="Freeform 39667">
                <a:extLst>
                  <a:ext uri="{FF2B5EF4-FFF2-40B4-BE49-F238E27FC236}">
                    <a16:creationId xmlns:a16="http://schemas.microsoft.com/office/drawing/2014/main" id="{EC847292-6094-50C3-A3F0-666712DDC633}"/>
                  </a:ext>
                </a:extLst>
              </p:cNvPr>
              <p:cNvSpPr/>
              <p:nvPr/>
            </p:nvSpPr>
            <p:spPr>
              <a:xfrm>
                <a:off x="6434388" y="3960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69" name="Freeform 39668">
                <a:extLst>
                  <a:ext uri="{FF2B5EF4-FFF2-40B4-BE49-F238E27FC236}">
                    <a16:creationId xmlns:a16="http://schemas.microsoft.com/office/drawing/2014/main" id="{7A455FAC-F354-9D60-FF66-228006BDED90}"/>
                  </a:ext>
                </a:extLst>
              </p:cNvPr>
              <p:cNvSpPr/>
              <p:nvPr/>
            </p:nvSpPr>
            <p:spPr>
              <a:xfrm>
                <a:off x="6434884" y="3970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0" name="Freeform 39669">
                <a:extLst>
                  <a:ext uri="{FF2B5EF4-FFF2-40B4-BE49-F238E27FC236}">
                    <a16:creationId xmlns:a16="http://schemas.microsoft.com/office/drawing/2014/main" id="{7D874959-53BA-BAB8-EABB-FB403516F8D3}"/>
                  </a:ext>
                </a:extLst>
              </p:cNvPr>
              <p:cNvSpPr/>
              <p:nvPr/>
            </p:nvSpPr>
            <p:spPr>
              <a:xfrm>
                <a:off x="6435479" y="3980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1" name="Freeform 39670">
                <a:extLst>
                  <a:ext uri="{FF2B5EF4-FFF2-40B4-BE49-F238E27FC236}">
                    <a16:creationId xmlns:a16="http://schemas.microsoft.com/office/drawing/2014/main" id="{910D7FC6-1F28-BBA2-537C-3E0E8E4DE284}"/>
                  </a:ext>
                </a:extLst>
              </p:cNvPr>
              <p:cNvSpPr/>
              <p:nvPr/>
            </p:nvSpPr>
            <p:spPr>
              <a:xfrm>
                <a:off x="6435975" y="398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2" name="Freeform 39671">
                <a:extLst>
                  <a:ext uri="{FF2B5EF4-FFF2-40B4-BE49-F238E27FC236}">
                    <a16:creationId xmlns:a16="http://schemas.microsoft.com/office/drawing/2014/main" id="{0422D033-B43C-7572-B14F-98F6E070B69D}"/>
                  </a:ext>
                </a:extLst>
              </p:cNvPr>
              <p:cNvSpPr/>
              <p:nvPr/>
            </p:nvSpPr>
            <p:spPr>
              <a:xfrm>
                <a:off x="6436471" y="3984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3" name="Freeform 39672">
                <a:extLst>
                  <a:ext uri="{FF2B5EF4-FFF2-40B4-BE49-F238E27FC236}">
                    <a16:creationId xmlns:a16="http://schemas.microsoft.com/office/drawing/2014/main" id="{7147966D-68D5-DCA7-2007-895CE2C353CC}"/>
                  </a:ext>
                </a:extLst>
              </p:cNvPr>
              <p:cNvSpPr/>
              <p:nvPr/>
            </p:nvSpPr>
            <p:spPr>
              <a:xfrm>
                <a:off x="6437066" y="3986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4" name="Freeform 39673">
                <a:extLst>
                  <a:ext uri="{FF2B5EF4-FFF2-40B4-BE49-F238E27FC236}">
                    <a16:creationId xmlns:a16="http://schemas.microsoft.com/office/drawing/2014/main" id="{8AA8BA40-A92D-9483-EB57-18DAB23BE169}"/>
                  </a:ext>
                </a:extLst>
              </p:cNvPr>
              <p:cNvSpPr/>
              <p:nvPr/>
            </p:nvSpPr>
            <p:spPr>
              <a:xfrm>
                <a:off x="6437563" y="3984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5" name="Freeform 39674">
                <a:extLst>
                  <a:ext uri="{FF2B5EF4-FFF2-40B4-BE49-F238E27FC236}">
                    <a16:creationId xmlns:a16="http://schemas.microsoft.com/office/drawing/2014/main" id="{8047A61A-EFDC-BE66-059F-A30AF4D3E144}"/>
                  </a:ext>
                </a:extLst>
              </p:cNvPr>
              <p:cNvSpPr/>
              <p:nvPr/>
            </p:nvSpPr>
            <p:spPr>
              <a:xfrm>
                <a:off x="6438059" y="3983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6" name="Freeform 39675">
                <a:extLst>
                  <a:ext uri="{FF2B5EF4-FFF2-40B4-BE49-F238E27FC236}">
                    <a16:creationId xmlns:a16="http://schemas.microsoft.com/office/drawing/2014/main" id="{DE0735B5-724D-054A-5BEF-3758D801E5E7}"/>
                  </a:ext>
                </a:extLst>
              </p:cNvPr>
              <p:cNvSpPr/>
              <p:nvPr/>
            </p:nvSpPr>
            <p:spPr>
              <a:xfrm>
                <a:off x="6438555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7" name="Freeform 39676">
                <a:extLst>
                  <a:ext uri="{FF2B5EF4-FFF2-40B4-BE49-F238E27FC236}">
                    <a16:creationId xmlns:a16="http://schemas.microsoft.com/office/drawing/2014/main" id="{5932FC61-E6E2-3A5E-FD94-3C5547FAA97D}"/>
                  </a:ext>
                </a:extLst>
              </p:cNvPr>
              <p:cNvSpPr/>
              <p:nvPr/>
            </p:nvSpPr>
            <p:spPr>
              <a:xfrm>
                <a:off x="6439150" y="3974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8" name="Freeform 39677">
                <a:extLst>
                  <a:ext uri="{FF2B5EF4-FFF2-40B4-BE49-F238E27FC236}">
                    <a16:creationId xmlns:a16="http://schemas.microsoft.com/office/drawing/2014/main" id="{F23E65E1-C069-3746-7416-3BD988BEBB63}"/>
                  </a:ext>
                </a:extLst>
              </p:cNvPr>
              <p:cNvSpPr/>
              <p:nvPr/>
            </p:nvSpPr>
            <p:spPr>
              <a:xfrm>
                <a:off x="6439646" y="3874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79" name="Freeform 39678">
                <a:extLst>
                  <a:ext uri="{FF2B5EF4-FFF2-40B4-BE49-F238E27FC236}">
                    <a16:creationId xmlns:a16="http://schemas.microsoft.com/office/drawing/2014/main" id="{F1EC57B8-E955-7EF0-FA96-A5BF628815F0}"/>
                  </a:ext>
                </a:extLst>
              </p:cNvPr>
              <p:cNvSpPr/>
              <p:nvPr/>
            </p:nvSpPr>
            <p:spPr>
              <a:xfrm>
                <a:off x="6440142" y="3512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0" name="Freeform 39679">
                <a:extLst>
                  <a:ext uri="{FF2B5EF4-FFF2-40B4-BE49-F238E27FC236}">
                    <a16:creationId xmlns:a16="http://schemas.microsoft.com/office/drawing/2014/main" id="{7C35374A-65FC-4B28-FD71-69DFE90DA704}"/>
                  </a:ext>
                </a:extLst>
              </p:cNvPr>
              <p:cNvSpPr/>
              <p:nvPr/>
            </p:nvSpPr>
            <p:spPr>
              <a:xfrm>
                <a:off x="6440738" y="3502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1" name="Freeform 39680">
                <a:extLst>
                  <a:ext uri="{FF2B5EF4-FFF2-40B4-BE49-F238E27FC236}">
                    <a16:creationId xmlns:a16="http://schemas.microsoft.com/office/drawing/2014/main" id="{8450306B-56E7-3C2A-C0F7-21AAD40C4A94}"/>
                  </a:ext>
                </a:extLst>
              </p:cNvPr>
              <p:cNvSpPr/>
              <p:nvPr/>
            </p:nvSpPr>
            <p:spPr>
              <a:xfrm>
                <a:off x="6441234" y="3607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2" name="Freeform 39681">
                <a:extLst>
                  <a:ext uri="{FF2B5EF4-FFF2-40B4-BE49-F238E27FC236}">
                    <a16:creationId xmlns:a16="http://schemas.microsoft.com/office/drawing/2014/main" id="{205265DA-2332-1A94-6439-F6DD07BC1CA8}"/>
                  </a:ext>
                </a:extLst>
              </p:cNvPr>
              <p:cNvSpPr/>
              <p:nvPr/>
            </p:nvSpPr>
            <p:spPr>
              <a:xfrm>
                <a:off x="6441730" y="3632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3" name="Freeform 39682">
                <a:extLst>
                  <a:ext uri="{FF2B5EF4-FFF2-40B4-BE49-F238E27FC236}">
                    <a16:creationId xmlns:a16="http://schemas.microsoft.com/office/drawing/2014/main" id="{AA1E8D18-B5B4-DB65-9574-0B0A9FFFF38E}"/>
                  </a:ext>
                </a:extLst>
              </p:cNvPr>
              <p:cNvSpPr/>
              <p:nvPr/>
            </p:nvSpPr>
            <p:spPr>
              <a:xfrm>
                <a:off x="6442325" y="3569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4" name="Freeform 39683">
                <a:extLst>
                  <a:ext uri="{FF2B5EF4-FFF2-40B4-BE49-F238E27FC236}">
                    <a16:creationId xmlns:a16="http://schemas.microsoft.com/office/drawing/2014/main" id="{6DE3B9CB-1C55-4744-DD58-9B26E94F3A37}"/>
                  </a:ext>
                </a:extLst>
              </p:cNvPr>
              <p:cNvSpPr/>
              <p:nvPr/>
            </p:nvSpPr>
            <p:spPr>
              <a:xfrm>
                <a:off x="6442821" y="3619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5" name="Freeform 39684">
                <a:extLst>
                  <a:ext uri="{FF2B5EF4-FFF2-40B4-BE49-F238E27FC236}">
                    <a16:creationId xmlns:a16="http://schemas.microsoft.com/office/drawing/2014/main" id="{7AA9D00D-C21D-91AC-44AD-FA62F933751B}"/>
                  </a:ext>
                </a:extLst>
              </p:cNvPr>
              <p:cNvSpPr/>
              <p:nvPr/>
            </p:nvSpPr>
            <p:spPr>
              <a:xfrm>
                <a:off x="6443317" y="3628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6" name="Freeform 39685">
                <a:extLst>
                  <a:ext uri="{FF2B5EF4-FFF2-40B4-BE49-F238E27FC236}">
                    <a16:creationId xmlns:a16="http://schemas.microsoft.com/office/drawing/2014/main" id="{97E08DDB-0DBD-3223-E28E-7A98428BD65E}"/>
                  </a:ext>
                </a:extLst>
              </p:cNvPr>
              <p:cNvSpPr/>
              <p:nvPr/>
            </p:nvSpPr>
            <p:spPr>
              <a:xfrm>
                <a:off x="6443913" y="3600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7" name="Freeform 39686">
                <a:extLst>
                  <a:ext uri="{FF2B5EF4-FFF2-40B4-BE49-F238E27FC236}">
                    <a16:creationId xmlns:a16="http://schemas.microsoft.com/office/drawing/2014/main" id="{8D814AB1-866C-6A38-8B78-F5B1F79A6BAB}"/>
                  </a:ext>
                </a:extLst>
              </p:cNvPr>
              <p:cNvSpPr/>
              <p:nvPr/>
            </p:nvSpPr>
            <p:spPr>
              <a:xfrm>
                <a:off x="6444409" y="3577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8" name="Freeform 39687">
                <a:extLst>
                  <a:ext uri="{FF2B5EF4-FFF2-40B4-BE49-F238E27FC236}">
                    <a16:creationId xmlns:a16="http://schemas.microsoft.com/office/drawing/2014/main" id="{6CB1CD35-73F2-3B77-EF72-9E67AF044812}"/>
                  </a:ext>
                </a:extLst>
              </p:cNvPr>
              <p:cNvSpPr/>
              <p:nvPr/>
            </p:nvSpPr>
            <p:spPr>
              <a:xfrm>
                <a:off x="6444905" y="3599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89" name="Freeform 39688">
                <a:extLst>
                  <a:ext uri="{FF2B5EF4-FFF2-40B4-BE49-F238E27FC236}">
                    <a16:creationId xmlns:a16="http://schemas.microsoft.com/office/drawing/2014/main" id="{6427DBE1-7B64-9722-FE37-9DA18BE7D753}"/>
                  </a:ext>
                </a:extLst>
              </p:cNvPr>
              <p:cNvSpPr/>
              <p:nvPr/>
            </p:nvSpPr>
            <p:spPr>
              <a:xfrm>
                <a:off x="6445500" y="3625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0" name="Freeform 39689">
                <a:extLst>
                  <a:ext uri="{FF2B5EF4-FFF2-40B4-BE49-F238E27FC236}">
                    <a16:creationId xmlns:a16="http://schemas.microsoft.com/office/drawing/2014/main" id="{69E5074B-BB41-BB3A-3115-44F2F4BBE730}"/>
                  </a:ext>
                </a:extLst>
              </p:cNvPr>
              <p:cNvSpPr/>
              <p:nvPr/>
            </p:nvSpPr>
            <p:spPr>
              <a:xfrm>
                <a:off x="6445996" y="3761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1" name="Freeform 39690">
                <a:extLst>
                  <a:ext uri="{FF2B5EF4-FFF2-40B4-BE49-F238E27FC236}">
                    <a16:creationId xmlns:a16="http://schemas.microsoft.com/office/drawing/2014/main" id="{85230799-4608-6A03-7BB7-14AA3858A123}"/>
                  </a:ext>
                </a:extLst>
              </p:cNvPr>
              <p:cNvSpPr/>
              <p:nvPr/>
            </p:nvSpPr>
            <p:spPr>
              <a:xfrm>
                <a:off x="6446492" y="3852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2" name="Freeform 39691">
                <a:extLst>
                  <a:ext uri="{FF2B5EF4-FFF2-40B4-BE49-F238E27FC236}">
                    <a16:creationId xmlns:a16="http://schemas.microsoft.com/office/drawing/2014/main" id="{28DE60BB-E59C-0B15-0C78-0FD3DDEAFB65}"/>
                  </a:ext>
                </a:extLst>
              </p:cNvPr>
              <p:cNvSpPr/>
              <p:nvPr/>
            </p:nvSpPr>
            <p:spPr>
              <a:xfrm>
                <a:off x="6447088" y="3888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3" name="Freeform 39692">
                <a:extLst>
                  <a:ext uri="{FF2B5EF4-FFF2-40B4-BE49-F238E27FC236}">
                    <a16:creationId xmlns:a16="http://schemas.microsoft.com/office/drawing/2014/main" id="{120120CD-E132-379F-3E42-349F09FC809E}"/>
                  </a:ext>
                </a:extLst>
              </p:cNvPr>
              <p:cNvSpPr/>
              <p:nvPr/>
            </p:nvSpPr>
            <p:spPr>
              <a:xfrm>
                <a:off x="6447584" y="3903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4" name="Freeform 39693">
                <a:extLst>
                  <a:ext uri="{FF2B5EF4-FFF2-40B4-BE49-F238E27FC236}">
                    <a16:creationId xmlns:a16="http://schemas.microsoft.com/office/drawing/2014/main" id="{AB35ACA1-9A77-E19C-BDAB-A56BDFACB9A3}"/>
                  </a:ext>
                </a:extLst>
              </p:cNvPr>
              <p:cNvSpPr/>
              <p:nvPr/>
            </p:nvSpPr>
            <p:spPr>
              <a:xfrm>
                <a:off x="6448080" y="389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5" name="Freeform 39694">
                <a:extLst>
                  <a:ext uri="{FF2B5EF4-FFF2-40B4-BE49-F238E27FC236}">
                    <a16:creationId xmlns:a16="http://schemas.microsoft.com/office/drawing/2014/main" id="{FDFCC31E-9E57-5A53-1176-28D40028AC70}"/>
                  </a:ext>
                </a:extLst>
              </p:cNvPr>
              <p:cNvSpPr/>
              <p:nvPr/>
            </p:nvSpPr>
            <p:spPr>
              <a:xfrm>
                <a:off x="6448675" y="3908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6" name="Freeform 39695">
                <a:extLst>
                  <a:ext uri="{FF2B5EF4-FFF2-40B4-BE49-F238E27FC236}">
                    <a16:creationId xmlns:a16="http://schemas.microsoft.com/office/drawing/2014/main" id="{0967F561-3A1E-D4A6-3CCC-741ED72F6005}"/>
                  </a:ext>
                </a:extLst>
              </p:cNvPr>
              <p:cNvSpPr/>
              <p:nvPr/>
            </p:nvSpPr>
            <p:spPr>
              <a:xfrm>
                <a:off x="6449171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7" name="Freeform 39696">
                <a:extLst>
                  <a:ext uri="{FF2B5EF4-FFF2-40B4-BE49-F238E27FC236}">
                    <a16:creationId xmlns:a16="http://schemas.microsoft.com/office/drawing/2014/main" id="{B3AC8716-C14C-8D42-0CCD-B02D682B1F37}"/>
                  </a:ext>
                </a:extLst>
              </p:cNvPr>
              <p:cNvSpPr/>
              <p:nvPr/>
            </p:nvSpPr>
            <p:spPr>
              <a:xfrm>
                <a:off x="6449667" y="391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8" name="Freeform 39697">
                <a:extLst>
                  <a:ext uri="{FF2B5EF4-FFF2-40B4-BE49-F238E27FC236}">
                    <a16:creationId xmlns:a16="http://schemas.microsoft.com/office/drawing/2014/main" id="{E0BF3A6F-332B-5DE2-D4F4-713429B36AD1}"/>
                  </a:ext>
                </a:extLst>
              </p:cNvPr>
              <p:cNvSpPr/>
              <p:nvPr/>
            </p:nvSpPr>
            <p:spPr>
              <a:xfrm>
                <a:off x="6450263" y="39227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99" name="Freeform 39698">
                <a:extLst>
                  <a:ext uri="{FF2B5EF4-FFF2-40B4-BE49-F238E27FC236}">
                    <a16:creationId xmlns:a16="http://schemas.microsoft.com/office/drawing/2014/main" id="{227D49C1-8A20-B00D-012D-D23269293332}"/>
                  </a:ext>
                </a:extLst>
              </p:cNvPr>
              <p:cNvSpPr/>
              <p:nvPr/>
            </p:nvSpPr>
            <p:spPr>
              <a:xfrm>
                <a:off x="6450759" y="3925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0" name="Freeform 39699">
                <a:extLst>
                  <a:ext uri="{FF2B5EF4-FFF2-40B4-BE49-F238E27FC236}">
                    <a16:creationId xmlns:a16="http://schemas.microsoft.com/office/drawing/2014/main" id="{33924C3D-B7DC-1300-0058-C42025CCDFDB}"/>
                  </a:ext>
                </a:extLst>
              </p:cNvPr>
              <p:cNvSpPr/>
              <p:nvPr/>
            </p:nvSpPr>
            <p:spPr>
              <a:xfrm>
                <a:off x="6451255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1" name="Freeform 39700">
                <a:extLst>
                  <a:ext uri="{FF2B5EF4-FFF2-40B4-BE49-F238E27FC236}">
                    <a16:creationId xmlns:a16="http://schemas.microsoft.com/office/drawing/2014/main" id="{ADC72D5D-6025-C5A2-DB81-38AC41952FA5}"/>
                  </a:ext>
                </a:extLst>
              </p:cNvPr>
              <p:cNvSpPr/>
              <p:nvPr/>
            </p:nvSpPr>
            <p:spPr>
              <a:xfrm>
                <a:off x="6451751" y="3906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2" name="Freeform 39701">
                <a:extLst>
                  <a:ext uri="{FF2B5EF4-FFF2-40B4-BE49-F238E27FC236}">
                    <a16:creationId xmlns:a16="http://schemas.microsoft.com/office/drawing/2014/main" id="{08C396D8-D160-F567-7EBF-E9724532C041}"/>
                  </a:ext>
                </a:extLst>
              </p:cNvPr>
              <p:cNvSpPr/>
              <p:nvPr/>
            </p:nvSpPr>
            <p:spPr>
              <a:xfrm>
                <a:off x="6452346" y="3809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3" name="Freeform 39702">
                <a:extLst>
                  <a:ext uri="{FF2B5EF4-FFF2-40B4-BE49-F238E27FC236}">
                    <a16:creationId xmlns:a16="http://schemas.microsoft.com/office/drawing/2014/main" id="{C46FE3E8-01FB-8DDA-B107-3284F15E7750}"/>
                  </a:ext>
                </a:extLst>
              </p:cNvPr>
              <p:cNvSpPr/>
              <p:nvPr/>
            </p:nvSpPr>
            <p:spPr>
              <a:xfrm>
                <a:off x="6452842" y="3457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4" name="Freeform 39703">
                <a:extLst>
                  <a:ext uri="{FF2B5EF4-FFF2-40B4-BE49-F238E27FC236}">
                    <a16:creationId xmlns:a16="http://schemas.microsoft.com/office/drawing/2014/main" id="{2032B8E0-88C6-E9D3-6528-CA0A014AD788}"/>
                  </a:ext>
                </a:extLst>
              </p:cNvPr>
              <p:cNvSpPr/>
              <p:nvPr/>
            </p:nvSpPr>
            <p:spPr>
              <a:xfrm>
                <a:off x="6453338" y="3450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5" name="Freeform 39704">
                <a:extLst>
                  <a:ext uri="{FF2B5EF4-FFF2-40B4-BE49-F238E27FC236}">
                    <a16:creationId xmlns:a16="http://schemas.microsoft.com/office/drawing/2014/main" id="{9F1F325C-D0A5-D57E-66ED-17D9BF0A5360}"/>
                  </a:ext>
                </a:extLst>
              </p:cNvPr>
              <p:cNvSpPr/>
              <p:nvPr/>
            </p:nvSpPr>
            <p:spPr>
              <a:xfrm>
                <a:off x="6453934" y="3500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6" name="Freeform 39705">
                <a:extLst>
                  <a:ext uri="{FF2B5EF4-FFF2-40B4-BE49-F238E27FC236}">
                    <a16:creationId xmlns:a16="http://schemas.microsoft.com/office/drawing/2014/main" id="{CD4AF3BC-CDD2-B285-212A-5961E1E8F5A7}"/>
                  </a:ext>
                </a:extLst>
              </p:cNvPr>
              <p:cNvSpPr/>
              <p:nvPr/>
            </p:nvSpPr>
            <p:spPr>
              <a:xfrm>
                <a:off x="6454430" y="3520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7" name="Freeform 39706">
                <a:extLst>
                  <a:ext uri="{FF2B5EF4-FFF2-40B4-BE49-F238E27FC236}">
                    <a16:creationId xmlns:a16="http://schemas.microsoft.com/office/drawing/2014/main" id="{70EDB860-F65D-5883-D460-479EDD476529}"/>
                  </a:ext>
                </a:extLst>
              </p:cNvPr>
              <p:cNvSpPr/>
              <p:nvPr/>
            </p:nvSpPr>
            <p:spPr>
              <a:xfrm>
                <a:off x="6454926" y="3510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8" name="Freeform 39707">
                <a:extLst>
                  <a:ext uri="{FF2B5EF4-FFF2-40B4-BE49-F238E27FC236}">
                    <a16:creationId xmlns:a16="http://schemas.microsoft.com/office/drawing/2014/main" id="{BAAD0755-9522-593D-155B-9AEF4E568DB8}"/>
                  </a:ext>
                </a:extLst>
              </p:cNvPr>
              <p:cNvSpPr/>
              <p:nvPr/>
            </p:nvSpPr>
            <p:spPr>
              <a:xfrm>
                <a:off x="6455521" y="3552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09" name="Freeform 39708">
                <a:extLst>
                  <a:ext uri="{FF2B5EF4-FFF2-40B4-BE49-F238E27FC236}">
                    <a16:creationId xmlns:a16="http://schemas.microsoft.com/office/drawing/2014/main" id="{5BDC47A8-B348-B880-BB22-C3344B7169B4}"/>
                  </a:ext>
                </a:extLst>
              </p:cNvPr>
              <p:cNvSpPr/>
              <p:nvPr/>
            </p:nvSpPr>
            <p:spPr>
              <a:xfrm>
                <a:off x="6456017" y="3610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0" name="Freeform 39709">
                <a:extLst>
                  <a:ext uri="{FF2B5EF4-FFF2-40B4-BE49-F238E27FC236}">
                    <a16:creationId xmlns:a16="http://schemas.microsoft.com/office/drawing/2014/main" id="{92EB5008-9DE9-5C8E-82B5-86C0B466AD8A}"/>
                  </a:ext>
                </a:extLst>
              </p:cNvPr>
              <p:cNvSpPr/>
              <p:nvPr/>
            </p:nvSpPr>
            <p:spPr>
              <a:xfrm>
                <a:off x="6456513" y="3567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1" name="Freeform 39710">
                <a:extLst>
                  <a:ext uri="{FF2B5EF4-FFF2-40B4-BE49-F238E27FC236}">
                    <a16:creationId xmlns:a16="http://schemas.microsoft.com/office/drawing/2014/main" id="{00947418-760F-CF96-EAD3-B5E735A3659D}"/>
                  </a:ext>
                </a:extLst>
              </p:cNvPr>
              <p:cNvSpPr/>
              <p:nvPr/>
            </p:nvSpPr>
            <p:spPr>
              <a:xfrm>
                <a:off x="6457109" y="354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2" name="Freeform 39711">
                <a:extLst>
                  <a:ext uri="{FF2B5EF4-FFF2-40B4-BE49-F238E27FC236}">
                    <a16:creationId xmlns:a16="http://schemas.microsoft.com/office/drawing/2014/main" id="{F134C8A3-F0DA-CD0A-D23D-CF3E342E05A3}"/>
                  </a:ext>
                </a:extLst>
              </p:cNvPr>
              <p:cNvSpPr/>
              <p:nvPr/>
            </p:nvSpPr>
            <p:spPr>
              <a:xfrm>
                <a:off x="6457605" y="3560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3" name="Freeform 39712">
                <a:extLst>
                  <a:ext uri="{FF2B5EF4-FFF2-40B4-BE49-F238E27FC236}">
                    <a16:creationId xmlns:a16="http://schemas.microsoft.com/office/drawing/2014/main" id="{714C901F-ABD2-C832-8BF0-D5BB249AF376}"/>
                  </a:ext>
                </a:extLst>
              </p:cNvPr>
              <p:cNvSpPr/>
              <p:nvPr/>
            </p:nvSpPr>
            <p:spPr>
              <a:xfrm>
                <a:off x="6458101" y="3572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4" name="Freeform 39713">
                <a:extLst>
                  <a:ext uri="{FF2B5EF4-FFF2-40B4-BE49-F238E27FC236}">
                    <a16:creationId xmlns:a16="http://schemas.microsoft.com/office/drawing/2014/main" id="{0888667B-810E-BD00-7663-F8222BC7C909}"/>
                  </a:ext>
                </a:extLst>
              </p:cNvPr>
              <p:cNvSpPr/>
              <p:nvPr/>
            </p:nvSpPr>
            <p:spPr>
              <a:xfrm>
                <a:off x="6458696" y="3730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5" name="Freeform 39714">
                <a:extLst>
                  <a:ext uri="{FF2B5EF4-FFF2-40B4-BE49-F238E27FC236}">
                    <a16:creationId xmlns:a16="http://schemas.microsoft.com/office/drawing/2014/main" id="{C02D4AD7-851B-C17D-B6B6-DF33B30A7850}"/>
                  </a:ext>
                </a:extLst>
              </p:cNvPr>
              <p:cNvSpPr/>
              <p:nvPr/>
            </p:nvSpPr>
            <p:spPr>
              <a:xfrm>
                <a:off x="6459192" y="3840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6" name="Freeform 39715">
                <a:extLst>
                  <a:ext uri="{FF2B5EF4-FFF2-40B4-BE49-F238E27FC236}">
                    <a16:creationId xmlns:a16="http://schemas.microsoft.com/office/drawing/2014/main" id="{19DF0801-903B-53E9-01E6-85568767540F}"/>
                  </a:ext>
                </a:extLst>
              </p:cNvPr>
              <p:cNvSpPr/>
              <p:nvPr/>
            </p:nvSpPr>
            <p:spPr>
              <a:xfrm>
                <a:off x="6459688" y="3870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7" name="Freeform 39716">
                <a:extLst>
                  <a:ext uri="{FF2B5EF4-FFF2-40B4-BE49-F238E27FC236}">
                    <a16:creationId xmlns:a16="http://schemas.microsoft.com/office/drawing/2014/main" id="{8835CD71-9E1B-21EB-E674-279827D950C4}"/>
                  </a:ext>
                </a:extLst>
              </p:cNvPr>
              <p:cNvSpPr/>
              <p:nvPr/>
            </p:nvSpPr>
            <p:spPr>
              <a:xfrm>
                <a:off x="6460284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8" name="Freeform 39717">
                <a:extLst>
                  <a:ext uri="{FF2B5EF4-FFF2-40B4-BE49-F238E27FC236}">
                    <a16:creationId xmlns:a16="http://schemas.microsoft.com/office/drawing/2014/main" id="{783DF1AD-D537-7E20-7723-CD83139AADC6}"/>
                  </a:ext>
                </a:extLst>
              </p:cNvPr>
              <p:cNvSpPr/>
              <p:nvPr/>
            </p:nvSpPr>
            <p:spPr>
              <a:xfrm>
                <a:off x="6460780" y="3890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19" name="Freeform 39718">
                <a:extLst>
                  <a:ext uri="{FF2B5EF4-FFF2-40B4-BE49-F238E27FC236}">
                    <a16:creationId xmlns:a16="http://schemas.microsoft.com/office/drawing/2014/main" id="{383A3D5E-49E2-6411-29B4-832555AF3766}"/>
                  </a:ext>
                </a:extLst>
              </p:cNvPr>
              <p:cNvSpPr/>
              <p:nvPr/>
            </p:nvSpPr>
            <p:spPr>
              <a:xfrm>
                <a:off x="6461276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0" name="Freeform 39719">
                <a:extLst>
                  <a:ext uri="{FF2B5EF4-FFF2-40B4-BE49-F238E27FC236}">
                    <a16:creationId xmlns:a16="http://schemas.microsoft.com/office/drawing/2014/main" id="{A7EE2AB7-2E74-5AF0-A147-FA8685AAD021}"/>
                  </a:ext>
                </a:extLst>
              </p:cNvPr>
              <p:cNvSpPr/>
              <p:nvPr/>
            </p:nvSpPr>
            <p:spPr>
              <a:xfrm>
                <a:off x="6461871" y="3903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1" name="Freeform 39720">
                <a:extLst>
                  <a:ext uri="{FF2B5EF4-FFF2-40B4-BE49-F238E27FC236}">
                    <a16:creationId xmlns:a16="http://schemas.microsoft.com/office/drawing/2014/main" id="{CE2AEB93-8E42-931B-30E9-F71F3973D249}"/>
                  </a:ext>
                </a:extLst>
              </p:cNvPr>
              <p:cNvSpPr/>
              <p:nvPr/>
            </p:nvSpPr>
            <p:spPr>
              <a:xfrm>
                <a:off x="6462367" y="3913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2" name="Freeform 39721">
                <a:extLst>
                  <a:ext uri="{FF2B5EF4-FFF2-40B4-BE49-F238E27FC236}">
                    <a16:creationId xmlns:a16="http://schemas.microsoft.com/office/drawing/2014/main" id="{7AC7FDD5-8702-39AD-FA92-398376A0EA9D}"/>
                  </a:ext>
                </a:extLst>
              </p:cNvPr>
              <p:cNvSpPr/>
              <p:nvPr/>
            </p:nvSpPr>
            <p:spPr>
              <a:xfrm>
                <a:off x="6462863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3" name="Freeform 39722">
                <a:extLst>
                  <a:ext uri="{FF2B5EF4-FFF2-40B4-BE49-F238E27FC236}">
                    <a16:creationId xmlns:a16="http://schemas.microsoft.com/office/drawing/2014/main" id="{5EDC1304-F1A7-5F5F-C374-B40A5A3CCF2E}"/>
                  </a:ext>
                </a:extLst>
              </p:cNvPr>
              <p:cNvSpPr/>
              <p:nvPr/>
            </p:nvSpPr>
            <p:spPr>
              <a:xfrm>
                <a:off x="6463359" y="391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4" name="Freeform 39723">
                <a:extLst>
                  <a:ext uri="{FF2B5EF4-FFF2-40B4-BE49-F238E27FC236}">
                    <a16:creationId xmlns:a16="http://schemas.microsoft.com/office/drawing/2014/main" id="{6CB75DA8-7E50-3F30-10A7-69AE890E167A}"/>
                  </a:ext>
                </a:extLst>
              </p:cNvPr>
              <p:cNvSpPr/>
              <p:nvPr/>
            </p:nvSpPr>
            <p:spPr>
              <a:xfrm>
                <a:off x="6463955" y="3907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5" name="Freeform 39724">
                <a:extLst>
                  <a:ext uri="{FF2B5EF4-FFF2-40B4-BE49-F238E27FC236}">
                    <a16:creationId xmlns:a16="http://schemas.microsoft.com/office/drawing/2014/main" id="{D26D66C0-ECA7-01C0-316D-D453EE7E8A7B}"/>
                  </a:ext>
                </a:extLst>
              </p:cNvPr>
              <p:cNvSpPr/>
              <p:nvPr/>
            </p:nvSpPr>
            <p:spPr>
              <a:xfrm>
                <a:off x="6464451" y="3886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6" name="Freeform 39725">
                <a:extLst>
                  <a:ext uri="{FF2B5EF4-FFF2-40B4-BE49-F238E27FC236}">
                    <a16:creationId xmlns:a16="http://schemas.microsoft.com/office/drawing/2014/main" id="{1ECD154F-C904-1346-63F9-175BF50A2537}"/>
                  </a:ext>
                </a:extLst>
              </p:cNvPr>
              <p:cNvSpPr/>
              <p:nvPr/>
            </p:nvSpPr>
            <p:spPr>
              <a:xfrm>
                <a:off x="6464947" y="3721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7" name="Freeform 39726">
                <a:extLst>
                  <a:ext uri="{FF2B5EF4-FFF2-40B4-BE49-F238E27FC236}">
                    <a16:creationId xmlns:a16="http://schemas.microsoft.com/office/drawing/2014/main" id="{FA0019A5-0712-4981-8A6C-5BC91C185BE2}"/>
                  </a:ext>
                </a:extLst>
              </p:cNvPr>
              <p:cNvSpPr/>
              <p:nvPr/>
            </p:nvSpPr>
            <p:spPr>
              <a:xfrm>
                <a:off x="6465542" y="3401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8" name="Freeform 39727">
                <a:extLst>
                  <a:ext uri="{FF2B5EF4-FFF2-40B4-BE49-F238E27FC236}">
                    <a16:creationId xmlns:a16="http://schemas.microsoft.com/office/drawing/2014/main" id="{D992A594-D389-8753-0F4B-B5FCD1F71EE7}"/>
                  </a:ext>
                </a:extLst>
              </p:cNvPr>
              <p:cNvSpPr/>
              <p:nvPr/>
            </p:nvSpPr>
            <p:spPr>
              <a:xfrm>
                <a:off x="6466038" y="3383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29" name="Freeform 39728">
                <a:extLst>
                  <a:ext uri="{FF2B5EF4-FFF2-40B4-BE49-F238E27FC236}">
                    <a16:creationId xmlns:a16="http://schemas.microsoft.com/office/drawing/2014/main" id="{4752E394-F4B9-90C3-7510-20BA83066A55}"/>
                  </a:ext>
                </a:extLst>
              </p:cNvPr>
              <p:cNvSpPr/>
              <p:nvPr/>
            </p:nvSpPr>
            <p:spPr>
              <a:xfrm>
                <a:off x="6466534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0" name="Freeform 39729">
                <a:extLst>
                  <a:ext uri="{FF2B5EF4-FFF2-40B4-BE49-F238E27FC236}">
                    <a16:creationId xmlns:a16="http://schemas.microsoft.com/office/drawing/2014/main" id="{6A9428F5-60AB-05E6-51BA-788335D3124F}"/>
                  </a:ext>
                </a:extLst>
              </p:cNvPr>
              <p:cNvSpPr/>
              <p:nvPr/>
            </p:nvSpPr>
            <p:spPr>
              <a:xfrm>
                <a:off x="6467130" y="35113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1" name="Freeform 39730">
                <a:extLst>
                  <a:ext uri="{FF2B5EF4-FFF2-40B4-BE49-F238E27FC236}">
                    <a16:creationId xmlns:a16="http://schemas.microsoft.com/office/drawing/2014/main" id="{C100A103-8855-5EA1-3526-A15EB4D17D91}"/>
                  </a:ext>
                </a:extLst>
              </p:cNvPr>
              <p:cNvSpPr/>
              <p:nvPr/>
            </p:nvSpPr>
            <p:spPr>
              <a:xfrm>
                <a:off x="6467626" y="3496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2" name="Freeform 39731">
                <a:extLst>
                  <a:ext uri="{FF2B5EF4-FFF2-40B4-BE49-F238E27FC236}">
                    <a16:creationId xmlns:a16="http://schemas.microsoft.com/office/drawing/2014/main" id="{669036E1-EBB3-5EC3-CCC2-492A1DA01AFB}"/>
                  </a:ext>
                </a:extLst>
              </p:cNvPr>
              <p:cNvSpPr/>
              <p:nvPr/>
            </p:nvSpPr>
            <p:spPr>
              <a:xfrm>
                <a:off x="6468122" y="3530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3" name="Freeform 39732">
                <a:extLst>
                  <a:ext uri="{FF2B5EF4-FFF2-40B4-BE49-F238E27FC236}">
                    <a16:creationId xmlns:a16="http://schemas.microsoft.com/office/drawing/2014/main" id="{0CEB5DF6-8D64-F5FC-979F-F6770459B503}"/>
                  </a:ext>
                </a:extLst>
              </p:cNvPr>
              <p:cNvSpPr/>
              <p:nvPr/>
            </p:nvSpPr>
            <p:spPr>
              <a:xfrm>
                <a:off x="6468717" y="3519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4" name="Freeform 39733">
                <a:extLst>
                  <a:ext uri="{FF2B5EF4-FFF2-40B4-BE49-F238E27FC236}">
                    <a16:creationId xmlns:a16="http://schemas.microsoft.com/office/drawing/2014/main" id="{CC084034-DE6D-0FB1-A6F2-982DDFAD97AF}"/>
                  </a:ext>
                </a:extLst>
              </p:cNvPr>
              <p:cNvSpPr/>
              <p:nvPr/>
            </p:nvSpPr>
            <p:spPr>
              <a:xfrm>
                <a:off x="6469213" y="3485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5" name="Freeform 39734">
                <a:extLst>
                  <a:ext uri="{FF2B5EF4-FFF2-40B4-BE49-F238E27FC236}">
                    <a16:creationId xmlns:a16="http://schemas.microsoft.com/office/drawing/2014/main" id="{952CA03A-896F-F57F-D291-B8D2765CC35B}"/>
                  </a:ext>
                </a:extLst>
              </p:cNvPr>
              <p:cNvSpPr/>
              <p:nvPr/>
            </p:nvSpPr>
            <p:spPr>
              <a:xfrm>
                <a:off x="6469709" y="3489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6" name="Freeform 39735">
                <a:extLst>
                  <a:ext uri="{FF2B5EF4-FFF2-40B4-BE49-F238E27FC236}">
                    <a16:creationId xmlns:a16="http://schemas.microsoft.com/office/drawing/2014/main" id="{23FF1006-FE42-1174-6295-82F0C30EB907}"/>
                  </a:ext>
                </a:extLst>
              </p:cNvPr>
              <p:cNvSpPr/>
              <p:nvPr/>
            </p:nvSpPr>
            <p:spPr>
              <a:xfrm>
                <a:off x="6470305" y="3506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7" name="Freeform 39736">
                <a:extLst>
                  <a:ext uri="{FF2B5EF4-FFF2-40B4-BE49-F238E27FC236}">
                    <a16:creationId xmlns:a16="http://schemas.microsoft.com/office/drawing/2014/main" id="{256D1FAE-6AA8-3757-8748-DEFAD32AA43D}"/>
                  </a:ext>
                </a:extLst>
              </p:cNvPr>
              <p:cNvSpPr/>
              <p:nvPr/>
            </p:nvSpPr>
            <p:spPr>
              <a:xfrm>
                <a:off x="6470801" y="3450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8" name="Freeform 39737">
                <a:extLst>
                  <a:ext uri="{FF2B5EF4-FFF2-40B4-BE49-F238E27FC236}">
                    <a16:creationId xmlns:a16="http://schemas.microsoft.com/office/drawing/2014/main" id="{5417FEC7-F2C9-2DE5-7EB1-A8023A2B0151}"/>
                  </a:ext>
                </a:extLst>
              </p:cNvPr>
              <p:cNvSpPr/>
              <p:nvPr/>
            </p:nvSpPr>
            <p:spPr>
              <a:xfrm>
                <a:off x="6471297" y="3693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39" name="Freeform 39738">
                <a:extLst>
                  <a:ext uri="{FF2B5EF4-FFF2-40B4-BE49-F238E27FC236}">
                    <a16:creationId xmlns:a16="http://schemas.microsoft.com/office/drawing/2014/main" id="{722FD07C-F205-F69C-39CB-99CBB5148BF2}"/>
                  </a:ext>
                </a:extLst>
              </p:cNvPr>
              <p:cNvSpPr/>
              <p:nvPr/>
            </p:nvSpPr>
            <p:spPr>
              <a:xfrm>
                <a:off x="6471892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0" name="Freeform 39739">
                <a:extLst>
                  <a:ext uri="{FF2B5EF4-FFF2-40B4-BE49-F238E27FC236}">
                    <a16:creationId xmlns:a16="http://schemas.microsoft.com/office/drawing/2014/main" id="{3EB2A5D9-8906-221D-4212-ABEFAB933961}"/>
                  </a:ext>
                </a:extLst>
              </p:cNvPr>
              <p:cNvSpPr/>
              <p:nvPr/>
            </p:nvSpPr>
            <p:spPr>
              <a:xfrm>
                <a:off x="6472388" y="3852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1" name="Freeform 39740">
                <a:extLst>
                  <a:ext uri="{FF2B5EF4-FFF2-40B4-BE49-F238E27FC236}">
                    <a16:creationId xmlns:a16="http://schemas.microsoft.com/office/drawing/2014/main" id="{C7D0AAC0-AFD6-99A4-440A-05A9E162D5B1}"/>
                  </a:ext>
                </a:extLst>
              </p:cNvPr>
              <p:cNvSpPr/>
              <p:nvPr/>
            </p:nvSpPr>
            <p:spPr>
              <a:xfrm>
                <a:off x="6472884" y="3866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2" name="Freeform 39741">
                <a:extLst>
                  <a:ext uri="{FF2B5EF4-FFF2-40B4-BE49-F238E27FC236}">
                    <a16:creationId xmlns:a16="http://schemas.microsoft.com/office/drawing/2014/main" id="{A4859F05-ADE0-179A-236D-A88FD866026A}"/>
                  </a:ext>
                </a:extLst>
              </p:cNvPr>
              <p:cNvSpPr/>
              <p:nvPr/>
            </p:nvSpPr>
            <p:spPr>
              <a:xfrm>
                <a:off x="6473480" y="3884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3" name="Freeform 39742">
                <a:extLst>
                  <a:ext uri="{FF2B5EF4-FFF2-40B4-BE49-F238E27FC236}">
                    <a16:creationId xmlns:a16="http://schemas.microsoft.com/office/drawing/2014/main" id="{D55668C8-5DF6-15C4-D750-43B049C7E105}"/>
                  </a:ext>
                </a:extLst>
              </p:cNvPr>
              <p:cNvSpPr/>
              <p:nvPr/>
            </p:nvSpPr>
            <p:spPr>
              <a:xfrm>
                <a:off x="6473976" y="3899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4" name="Freeform 39743">
                <a:extLst>
                  <a:ext uri="{FF2B5EF4-FFF2-40B4-BE49-F238E27FC236}">
                    <a16:creationId xmlns:a16="http://schemas.microsoft.com/office/drawing/2014/main" id="{5A724422-3E35-4D05-9EE9-473F76E2E5AC}"/>
                  </a:ext>
                </a:extLst>
              </p:cNvPr>
              <p:cNvSpPr/>
              <p:nvPr/>
            </p:nvSpPr>
            <p:spPr>
              <a:xfrm>
                <a:off x="6474472" y="389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5" name="Freeform 39744">
                <a:extLst>
                  <a:ext uri="{FF2B5EF4-FFF2-40B4-BE49-F238E27FC236}">
                    <a16:creationId xmlns:a16="http://schemas.microsoft.com/office/drawing/2014/main" id="{7881D450-ACDA-1F3D-B63A-BD7D02B4F512}"/>
                  </a:ext>
                </a:extLst>
              </p:cNvPr>
              <p:cNvSpPr/>
              <p:nvPr/>
            </p:nvSpPr>
            <p:spPr>
              <a:xfrm>
                <a:off x="6474968" y="3896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6" name="Freeform 39745">
                <a:extLst>
                  <a:ext uri="{FF2B5EF4-FFF2-40B4-BE49-F238E27FC236}">
                    <a16:creationId xmlns:a16="http://schemas.microsoft.com/office/drawing/2014/main" id="{17CB4A3E-9753-3BDD-8205-B186FA5D2B56}"/>
                  </a:ext>
                </a:extLst>
              </p:cNvPr>
              <p:cNvSpPr/>
              <p:nvPr/>
            </p:nvSpPr>
            <p:spPr>
              <a:xfrm>
                <a:off x="6475563" y="389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7" name="Freeform 39746">
                <a:extLst>
                  <a:ext uri="{FF2B5EF4-FFF2-40B4-BE49-F238E27FC236}">
                    <a16:creationId xmlns:a16="http://schemas.microsoft.com/office/drawing/2014/main" id="{3365633C-D54D-3ADB-725D-0B8832C5F87F}"/>
                  </a:ext>
                </a:extLst>
              </p:cNvPr>
              <p:cNvSpPr/>
              <p:nvPr/>
            </p:nvSpPr>
            <p:spPr>
              <a:xfrm>
                <a:off x="6476059" y="3874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8" name="Freeform 39747">
                <a:extLst>
                  <a:ext uri="{FF2B5EF4-FFF2-40B4-BE49-F238E27FC236}">
                    <a16:creationId xmlns:a16="http://schemas.microsoft.com/office/drawing/2014/main" id="{2A304857-BF3C-C836-904D-A33990528363}"/>
                  </a:ext>
                </a:extLst>
              </p:cNvPr>
              <p:cNvSpPr/>
              <p:nvPr/>
            </p:nvSpPr>
            <p:spPr>
              <a:xfrm>
                <a:off x="6476555" y="3862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49" name="Freeform 39748">
                <a:extLst>
                  <a:ext uri="{FF2B5EF4-FFF2-40B4-BE49-F238E27FC236}">
                    <a16:creationId xmlns:a16="http://schemas.microsoft.com/office/drawing/2014/main" id="{2AE4B1EB-D6AC-6878-11CF-82729509E454}"/>
                  </a:ext>
                </a:extLst>
              </p:cNvPr>
              <p:cNvSpPr/>
              <p:nvPr/>
            </p:nvSpPr>
            <p:spPr>
              <a:xfrm>
                <a:off x="6477151" y="3736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0" name="Freeform 39749">
                <a:extLst>
                  <a:ext uri="{FF2B5EF4-FFF2-40B4-BE49-F238E27FC236}">
                    <a16:creationId xmlns:a16="http://schemas.microsoft.com/office/drawing/2014/main" id="{1935A3E3-716D-1DFA-41E7-2952DDC8F9FA}"/>
                  </a:ext>
                </a:extLst>
              </p:cNvPr>
              <p:cNvSpPr/>
              <p:nvPr/>
            </p:nvSpPr>
            <p:spPr>
              <a:xfrm>
                <a:off x="6477647" y="3592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1" name="Freeform 39750">
                <a:extLst>
                  <a:ext uri="{FF2B5EF4-FFF2-40B4-BE49-F238E27FC236}">
                    <a16:creationId xmlns:a16="http://schemas.microsoft.com/office/drawing/2014/main" id="{C1A3D8D7-CFD1-179D-0036-07168FA17D81}"/>
                  </a:ext>
                </a:extLst>
              </p:cNvPr>
              <p:cNvSpPr/>
              <p:nvPr/>
            </p:nvSpPr>
            <p:spPr>
              <a:xfrm>
                <a:off x="6478143" y="3303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2" name="Freeform 39751">
                <a:extLst>
                  <a:ext uri="{FF2B5EF4-FFF2-40B4-BE49-F238E27FC236}">
                    <a16:creationId xmlns:a16="http://schemas.microsoft.com/office/drawing/2014/main" id="{057BE5CB-3CD3-FB20-1A39-00FA75D2A806}"/>
                  </a:ext>
                </a:extLst>
              </p:cNvPr>
              <p:cNvSpPr/>
              <p:nvPr/>
            </p:nvSpPr>
            <p:spPr>
              <a:xfrm>
                <a:off x="6478738" y="32628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3" name="Freeform 39752">
                <a:extLst>
                  <a:ext uri="{FF2B5EF4-FFF2-40B4-BE49-F238E27FC236}">
                    <a16:creationId xmlns:a16="http://schemas.microsoft.com/office/drawing/2014/main" id="{FBF054C8-899F-B5C4-464C-5D7E812BC58F}"/>
                  </a:ext>
                </a:extLst>
              </p:cNvPr>
              <p:cNvSpPr/>
              <p:nvPr/>
            </p:nvSpPr>
            <p:spPr>
              <a:xfrm>
                <a:off x="6479234" y="3322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4" name="Freeform 39753">
                <a:extLst>
                  <a:ext uri="{FF2B5EF4-FFF2-40B4-BE49-F238E27FC236}">
                    <a16:creationId xmlns:a16="http://schemas.microsoft.com/office/drawing/2014/main" id="{D139DBC4-3A32-CC2D-2EE6-D79FB14A43F4}"/>
                  </a:ext>
                </a:extLst>
              </p:cNvPr>
              <p:cNvSpPr/>
              <p:nvPr/>
            </p:nvSpPr>
            <p:spPr>
              <a:xfrm>
                <a:off x="6479730" y="3323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5" name="Freeform 39754">
                <a:extLst>
                  <a:ext uri="{FF2B5EF4-FFF2-40B4-BE49-F238E27FC236}">
                    <a16:creationId xmlns:a16="http://schemas.microsoft.com/office/drawing/2014/main" id="{FD923156-CB8F-9666-C6DA-0EF23103B5C9}"/>
                  </a:ext>
                </a:extLst>
              </p:cNvPr>
              <p:cNvSpPr/>
              <p:nvPr/>
            </p:nvSpPr>
            <p:spPr>
              <a:xfrm>
                <a:off x="6480326" y="3299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6" name="Freeform 39755">
                <a:extLst>
                  <a:ext uri="{FF2B5EF4-FFF2-40B4-BE49-F238E27FC236}">
                    <a16:creationId xmlns:a16="http://schemas.microsoft.com/office/drawing/2014/main" id="{0F38C8F5-9F70-55D2-AFEC-1ED396F5CD2C}"/>
                  </a:ext>
                </a:extLst>
              </p:cNvPr>
              <p:cNvSpPr/>
              <p:nvPr/>
            </p:nvSpPr>
            <p:spPr>
              <a:xfrm>
                <a:off x="6480822" y="3250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7" name="Freeform 39756">
                <a:extLst>
                  <a:ext uri="{FF2B5EF4-FFF2-40B4-BE49-F238E27FC236}">
                    <a16:creationId xmlns:a16="http://schemas.microsoft.com/office/drawing/2014/main" id="{B56C905B-2363-9988-04D1-BEF5F1EF3BC6}"/>
                  </a:ext>
                </a:extLst>
              </p:cNvPr>
              <p:cNvSpPr/>
              <p:nvPr/>
            </p:nvSpPr>
            <p:spPr>
              <a:xfrm>
                <a:off x="6481318" y="3350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8" name="Freeform 39757">
                <a:extLst>
                  <a:ext uri="{FF2B5EF4-FFF2-40B4-BE49-F238E27FC236}">
                    <a16:creationId xmlns:a16="http://schemas.microsoft.com/office/drawing/2014/main" id="{95EFDB14-CC53-FF36-F9E2-D57184C865BF}"/>
                  </a:ext>
                </a:extLst>
              </p:cNvPr>
              <p:cNvSpPr/>
              <p:nvPr/>
            </p:nvSpPr>
            <p:spPr>
              <a:xfrm>
                <a:off x="6481913" y="3386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59" name="Freeform 39758">
                <a:extLst>
                  <a:ext uri="{FF2B5EF4-FFF2-40B4-BE49-F238E27FC236}">
                    <a16:creationId xmlns:a16="http://schemas.microsoft.com/office/drawing/2014/main" id="{7F9F01A2-490F-3437-94D1-A97DE4105FDA}"/>
                  </a:ext>
                </a:extLst>
              </p:cNvPr>
              <p:cNvSpPr/>
              <p:nvPr/>
            </p:nvSpPr>
            <p:spPr>
              <a:xfrm>
                <a:off x="6482409" y="3363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0" name="Freeform 39759">
                <a:extLst>
                  <a:ext uri="{FF2B5EF4-FFF2-40B4-BE49-F238E27FC236}">
                    <a16:creationId xmlns:a16="http://schemas.microsoft.com/office/drawing/2014/main" id="{BCC49A76-947F-9CA5-52A4-6C74B78ED119}"/>
                  </a:ext>
                </a:extLst>
              </p:cNvPr>
              <p:cNvSpPr/>
              <p:nvPr/>
            </p:nvSpPr>
            <p:spPr>
              <a:xfrm>
                <a:off x="6482905" y="3311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1" name="Freeform 39760">
                <a:extLst>
                  <a:ext uri="{FF2B5EF4-FFF2-40B4-BE49-F238E27FC236}">
                    <a16:creationId xmlns:a16="http://schemas.microsoft.com/office/drawing/2014/main" id="{95B00BF0-C1A6-972E-8542-DA2C18C54CD2}"/>
                  </a:ext>
                </a:extLst>
              </p:cNvPr>
              <p:cNvSpPr/>
              <p:nvPr/>
            </p:nvSpPr>
            <p:spPr>
              <a:xfrm>
                <a:off x="6483501" y="3299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2" name="Freeform 39761">
                <a:extLst>
                  <a:ext uri="{FF2B5EF4-FFF2-40B4-BE49-F238E27FC236}">
                    <a16:creationId xmlns:a16="http://schemas.microsoft.com/office/drawing/2014/main" id="{3DDE50C2-A8E9-62A5-7209-C4E286142E71}"/>
                  </a:ext>
                </a:extLst>
              </p:cNvPr>
              <p:cNvSpPr/>
              <p:nvPr/>
            </p:nvSpPr>
            <p:spPr>
              <a:xfrm>
                <a:off x="6483997" y="3368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3" name="Freeform 39762">
                <a:extLst>
                  <a:ext uri="{FF2B5EF4-FFF2-40B4-BE49-F238E27FC236}">
                    <a16:creationId xmlns:a16="http://schemas.microsoft.com/office/drawing/2014/main" id="{E744EA71-D1AD-5090-AC79-1E6E590945D2}"/>
                  </a:ext>
                </a:extLst>
              </p:cNvPr>
              <p:cNvSpPr/>
              <p:nvPr/>
            </p:nvSpPr>
            <p:spPr>
              <a:xfrm>
                <a:off x="6484493" y="3466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4" name="Freeform 39763">
                <a:extLst>
                  <a:ext uri="{FF2B5EF4-FFF2-40B4-BE49-F238E27FC236}">
                    <a16:creationId xmlns:a16="http://schemas.microsoft.com/office/drawing/2014/main" id="{EE0CE96E-7381-D655-A724-B63BA2E2E2B3}"/>
                  </a:ext>
                </a:extLst>
              </p:cNvPr>
              <p:cNvSpPr/>
              <p:nvPr/>
            </p:nvSpPr>
            <p:spPr>
              <a:xfrm>
                <a:off x="6485088" y="3572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5" name="Freeform 39764">
                <a:extLst>
                  <a:ext uri="{FF2B5EF4-FFF2-40B4-BE49-F238E27FC236}">
                    <a16:creationId xmlns:a16="http://schemas.microsoft.com/office/drawing/2014/main" id="{C2A506A3-5064-6394-C949-34F9E8470ADD}"/>
                  </a:ext>
                </a:extLst>
              </p:cNvPr>
              <p:cNvSpPr/>
              <p:nvPr/>
            </p:nvSpPr>
            <p:spPr>
              <a:xfrm>
                <a:off x="6485584" y="360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6" name="Freeform 39765">
                <a:extLst>
                  <a:ext uri="{FF2B5EF4-FFF2-40B4-BE49-F238E27FC236}">
                    <a16:creationId xmlns:a16="http://schemas.microsoft.com/office/drawing/2014/main" id="{34B66884-09E1-BBAD-0261-BA71F9EF176C}"/>
                  </a:ext>
                </a:extLst>
              </p:cNvPr>
              <p:cNvSpPr/>
              <p:nvPr/>
            </p:nvSpPr>
            <p:spPr>
              <a:xfrm>
                <a:off x="6486080" y="3667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7" name="Freeform 39766">
                <a:extLst>
                  <a:ext uri="{FF2B5EF4-FFF2-40B4-BE49-F238E27FC236}">
                    <a16:creationId xmlns:a16="http://schemas.microsoft.com/office/drawing/2014/main" id="{DE984844-1DE4-4A11-7BF9-6722F7203233}"/>
                  </a:ext>
                </a:extLst>
              </p:cNvPr>
              <p:cNvSpPr/>
              <p:nvPr/>
            </p:nvSpPr>
            <p:spPr>
              <a:xfrm>
                <a:off x="6486676" y="367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8" name="Freeform 39767">
                <a:extLst>
                  <a:ext uri="{FF2B5EF4-FFF2-40B4-BE49-F238E27FC236}">
                    <a16:creationId xmlns:a16="http://schemas.microsoft.com/office/drawing/2014/main" id="{2D105A03-A662-9490-5EB9-CF664679E0BC}"/>
                  </a:ext>
                </a:extLst>
              </p:cNvPr>
              <p:cNvSpPr/>
              <p:nvPr/>
            </p:nvSpPr>
            <p:spPr>
              <a:xfrm>
                <a:off x="6487172" y="3655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69" name="Freeform 39768">
                <a:extLst>
                  <a:ext uri="{FF2B5EF4-FFF2-40B4-BE49-F238E27FC236}">
                    <a16:creationId xmlns:a16="http://schemas.microsoft.com/office/drawing/2014/main" id="{432FBB02-5E7B-08E1-69A8-A7B97BBD1A33}"/>
                  </a:ext>
                </a:extLst>
              </p:cNvPr>
              <p:cNvSpPr/>
              <p:nvPr/>
            </p:nvSpPr>
            <p:spPr>
              <a:xfrm>
                <a:off x="6487668" y="3681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0" name="Freeform 39769">
                <a:extLst>
                  <a:ext uri="{FF2B5EF4-FFF2-40B4-BE49-F238E27FC236}">
                    <a16:creationId xmlns:a16="http://schemas.microsoft.com/office/drawing/2014/main" id="{A2008C01-F801-232A-67FC-0F5A839AA30C}"/>
                  </a:ext>
                </a:extLst>
              </p:cNvPr>
              <p:cNvSpPr/>
              <p:nvPr/>
            </p:nvSpPr>
            <p:spPr>
              <a:xfrm>
                <a:off x="6488164" y="3677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1" name="Freeform 39770">
                <a:extLst>
                  <a:ext uri="{FF2B5EF4-FFF2-40B4-BE49-F238E27FC236}">
                    <a16:creationId xmlns:a16="http://schemas.microsoft.com/office/drawing/2014/main" id="{8B6B4EDD-155B-70A2-8913-CA012810E442}"/>
                  </a:ext>
                </a:extLst>
              </p:cNvPr>
              <p:cNvSpPr/>
              <p:nvPr/>
            </p:nvSpPr>
            <p:spPr>
              <a:xfrm>
                <a:off x="6488759" y="3678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2" name="Freeform 39771">
                <a:extLst>
                  <a:ext uri="{FF2B5EF4-FFF2-40B4-BE49-F238E27FC236}">
                    <a16:creationId xmlns:a16="http://schemas.microsoft.com/office/drawing/2014/main" id="{3020EC73-9CAE-29DD-8817-F72861F64DA0}"/>
                  </a:ext>
                </a:extLst>
              </p:cNvPr>
              <p:cNvSpPr/>
              <p:nvPr/>
            </p:nvSpPr>
            <p:spPr>
              <a:xfrm>
                <a:off x="6489255" y="3591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3" name="Freeform 39772">
                <a:extLst>
                  <a:ext uri="{FF2B5EF4-FFF2-40B4-BE49-F238E27FC236}">
                    <a16:creationId xmlns:a16="http://schemas.microsoft.com/office/drawing/2014/main" id="{6532478F-57E4-8D3F-392E-773DB228722B}"/>
                  </a:ext>
                </a:extLst>
              </p:cNvPr>
              <p:cNvSpPr/>
              <p:nvPr/>
            </p:nvSpPr>
            <p:spPr>
              <a:xfrm>
                <a:off x="6489752" y="350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4" name="Freeform 39773">
                <a:extLst>
                  <a:ext uri="{FF2B5EF4-FFF2-40B4-BE49-F238E27FC236}">
                    <a16:creationId xmlns:a16="http://schemas.microsoft.com/office/drawing/2014/main" id="{01488AE0-C535-67F9-F51C-C073D513978E}"/>
                  </a:ext>
                </a:extLst>
              </p:cNvPr>
              <p:cNvSpPr/>
              <p:nvPr/>
            </p:nvSpPr>
            <p:spPr>
              <a:xfrm>
                <a:off x="6490347" y="3527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5" name="Freeform 39774">
                <a:extLst>
                  <a:ext uri="{FF2B5EF4-FFF2-40B4-BE49-F238E27FC236}">
                    <a16:creationId xmlns:a16="http://schemas.microsoft.com/office/drawing/2014/main" id="{03A3A5F9-1B7D-4055-6404-71BDDE3938AE}"/>
                  </a:ext>
                </a:extLst>
              </p:cNvPr>
              <p:cNvSpPr/>
              <p:nvPr/>
            </p:nvSpPr>
            <p:spPr>
              <a:xfrm>
                <a:off x="6490843" y="3441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6" name="Freeform 39775">
                <a:extLst>
                  <a:ext uri="{FF2B5EF4-FFF2-40B4-BE49-F238E27FC236}">
                    <a16:creationId xmlns:a16="http://schemas.microsoft.com/office/drawing/2014/main" id="{AEE98F0F-ADAF-CD3C-7202-639B76598B51}"/>
                  </a:ext>
                </a:extLst>
              </p:cNvPr>
              <p:cNvSpPr/>
              <p:nvPr/>
            </p:nvSpPr>
            <p:spPr>
              <a:xfrm>
                <a:off x="6491339" y="3388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7" name="Freeform 39776">
                <a:extLst>
                  <a:ext uri="{FF2B5EF4-FFF2-40B4-BE49-F238E27FC236}">
                    <a16:creationId xmlns:a16="http://schemas.microsoft.com/office/drawing/2014/main" id="{A30C8A35-5EA3-C459-CE94-18934D49EB53}"/>
                  </a:ext>
                </a:extLst>
              </p:cNvPr>
              <p:cNvSpPr/>
              <p:nvPr/>
            </p:nvSpPr>
            <p:spPr>
              <a:xfrm>
                <a:off x="6491934" y="3428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8" name="Freeform 39777">
                <a:extLst>
                  <a:ext uri="{FF2B5EF4-FFF2-40B4-BE49-F238E27FC236}">
                    <a16:creationId xmlns:a16="http://schemas.microsoft.com/office/drawing/2014/main" id="{9DC26EEB-5CDA-54D5-ED2F-5F049D4E7802}"/>
                  </a:ext>
                </a:extLst>
              </p:cNvPr>
              <p:cNvSpPr/>
              <p:nvPr/>
            </p:nvSpPr>
            <p:spPr>
              <a:xfrm>
                <a:off x="6492430" y="3499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79" name="Freeform 39778">
                <a:extLst>
                  <a:ext uri="{FF2B5EF4-FFF2-40B4-BE49-F238E27FC236}">
                    <a16:creationId xmlns:a16="http://schemas.microsoft.com/office/drawing/2014/main" id="{1A312BE7-6B2A-641D-9016-D0F5B7AE7249}"/>
                  </a:ext>
                </a:extLst>
              </p:cNvPr>
              <p:cNvSpPr/>
              <p:nvPr/>
            </p:nvSpPr>
            <p:spPr>
              <a:xfrm>
                <a:off x="6492927" y="3467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0" name="Freeform 39779">
                <a:extLst>
                  <a:ext uri="{FF2B5EF4-FFF2-40B4-BE49-F238E27FC236}">
                    <a16:creationId xmlns:a16="http://schemas.microsoft.com/office/drawing/2014/main" id="{BF100CDB-3916-9208-4C83-8B076A257B79}"/>
                  </a:ext>
                </a:extLst>
              </p:cNvPr>
              <p:cNvSpPr/>
              <p:nvPr/>
            </p:nvSpPr>
            <p:spPr>
              <a:xfrm>
                <a:off x="6493522" y="3407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1" name="Freeform 39780">
                <a:extLst>
                  <a:ext uri="{FF2B5EF4-FFF2-40B4-BE49-F238E27FC236}">
                    <a16:creationId xmlns:a16="http://schemas.microsoft.com/office/drawing/2014/main" id="{363F4911-2EC2-8F40-4CC8-1C5844310138}"/>
                  </a:ext>
                </a:extLst>
              </p:cNvPr>
              <p:cNvSpPr/>
              <p:nvPr/>
            </p:nvSpPr>
            <p:spPr>
              <a:xfrm>
                <a:off x="6494018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2" name="Freeform 39781">
                <a:extLst>
                  <a:ext uri="{FF2B5EF4-FFF2-40B4-BE49-F238E27FC236}">
                    <a16:creationId xmlns:a16="http://schemas.microsoft.com/office/drawing/2014/main" id="{5540079C-1943-BF0B-5591-D1AE224074E6}"/>
                  </a:ext>
                </a:extLst>
              </p:cNvPr>
              <p:cNvSpPr/>
              <p:nvPr/>
            </p:nvSpPr>
            <p:spPr>
              <a:xfrm>
                <a:off x="6494514" y="3412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3" name="Freeform 39782">
                <a:extLst>
                  <a:ext uri="{FF2B5EF4-FFF2-40B4-BE49-F238E27FC236}">
                    <a16:creationId xmlns:a16="http://schemas.microsoft.com/office/drawing/2014/main" id="{D6E5B53C-54AC-3C2F-4249-D2AAFAC20813}"/>
                  </a:ext>
                </a:extLst>
              </p:cNvPr>
              <p:cNvSpPr/>
              <p:nvPr/>
            </p:nvSpPr>
            <p:spPr>
              <a:xfrm>
                <a:off x="6495109" y="3457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4" name="Freeform 39783">
                <a:extLst>
                  <a:ext uri="{FF2B5EF4-FFF2-40B4-BE49-F238E27FC236}">
                    <a16:creationId xmlns:a16="http://schemas.microsoft.com/office/drawing/2014/main" id="{6D56B648-34B4-68A7-4896-9F7DE0BABEDF}"/>
                  </a:ext>
                </a:extLst>
              </p:cNvPr>
              <p:cNvSpPr/>
              <p:nvPr/>
            </p:nvSpPr>
            <p:spPr>
              <a:xfrm>
                <a:off x="6495605" y="3455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5" name="Freeform 39784">
                <a:extLst>
                  <a:ext uri="{FF2B5EF4-FFF2-40B4-BE49-F238E27FC236}">
                    <a16:creationId xmlns:a16="http://schemas.microsoft.com/office/drawing/2014/main" id="{941E2089-0B09-7881-5B0D-52CC2C9C67E7}"/>
                  </a:ext>
                </a:extLst>
              </p:cNvPr>
              <p:cNvSpPr/>
              <p:nvPr/>
            </p:nvSpPr>
            <p:spPr>
              <a:xfrm>
                <a:off x="6496102" y="3389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6" name="Freeform 39785">
                <a:extLst>
                  <a:ext uri="{FF2B5EF4-FFF2-40B4-BE49-F238E27FC236}">
                    <a16:creationId xmlns:a16="http://schemas.microsoft.com/office/drawing/2014/main" id="{9AE074B2-C9D9-99CD-30E5-DD39BD73C55A}"/>
                  </a:ext>
                </a:extLst>
              </p:cNvPr>
              <p:cNvSpPr/>
              <p:nvPr/>
            </p:nvSpPr>
            <p:spPr>
              <a:xfrm>
                <a:off x="6496697" y="3572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7" name="Freeform 39786">
                <a:extLst>
                  <a:ext uri="{FF2B5EF4-FFF2-40B4-BE49-F238E27FC236}">
                    <a16:creationId xmlns:a16="http://schemas.microsoft.com/office/drawing/2014/main" id="{BC905C1A-12C4-15EB-F116-8040FEC69AD0}"/>
                  </a:ext>
                </a:extLst>
              </p:cNvPr>
              <p:cNvSpPr/>
              <p:nvPr/>
            </p:nvSpPr>
            <p:spPr>
              <a:xfrm>
                <a:off x="6497193" y="3692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8" name="Freeform 39787">
                <a:extLst>
                  <a:ext uri="{FF2B5EF4-FFF2-40B4-BE49-F238E27FC236}">
                    <a16:creationId xmlns:a16="http://schemas.microsoft.com/office/drawing/2014/main" id="{F7142D69-6A1A-92DC-3F28-2F80AA62D730}"/>
                  </a:ext>
                </a:extLst>
              </p:cNvPr>
              <p:cNvSpPr/>
              <p:nvPr/>
            </p:nvSpPr>
            <p:spPr>
              <a:xfrm>
                <a:off x="6497689" y="3772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89" name="Freeform 39788">
                <a:extLst>
                  <a:ext uri="{FF2B5EF4-FFF2-40B4-BE49-F238E27FC236}">
                    <a16:creationId xmlns:a16="http://schemas.microsoft.com/office/drawing/2014/main" id="{5BBAE89F-2042-14D1-7E2F-8B9EFD46755A}"/>
                  </a:ext>
                </a:extLst>
              </p:cNvPr>
              <p:cNvSpPr/>
              <p:nvPr/>
            </p:nvSpPr>
            <p:spPr>
              <a:xfrm>
                <a:off x="6498284" y="3805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0" name="Freeform 39789">
                <a:extLst>
                  <a:ext uri="{FF2B5EF4-FFF2-40B4-BE49-F238E27FC236}">
                    <a16:creationId xmlns:a16="http://schemas.microsoft.com/office/drawing/2014/main" id="{FBCE64F8-2E69-7E69-B831-BD7026367050}"/>
                  </a:ext>
                </a:extLst>
              </p:cNvPr>
              <p:cNvSpPr/>
              <p:nvPr/>
            </p:nvSpPr>
            <p:spPr>
              <a:xfrm>
                <a:off x="6498780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1" name="Freeform 39790">
                <a:extLst>
                  <a:ext uri="{FF2B5EF4-FFF2-40B4-BE49-F238E27FC236}">
                    <a16:creationId xmlns:a16="http://schemas.microsoft.com/office/drawing/2014/main" id="{AC8C069E-FAE9-FECA-9752-3B999426EE3A}"/>
                  </a:ext>
                </a:extLst>
              </p:cNvPr>
              <p:cNvSpPr/>
              <p:nvPr/>
            </p:nvSpPr>
            <p:spPr>
              <a:xfrm>
                <a:off x="6499277" y="3825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2" name="Freeform 39791">
                <a:extLst>
                  <a:ext uri="{FF2B5EF4-FFF2-40B4-BE49-F238E27FC236}">
                    <a16:creationId xmlns:a16="http://schemas.microsoft.com/office/drawing/2014/main" id="{A48274A0-C490-693D-95F9-EB98DA95C33E}"/>
                  </a:ext>
                </a:extLst>
              </p:cNvPr>
              <p:cNvSpPr/>
              <p:nvPr/>
            </p:nvSpPr>
            <p:spPr>
              <a:xfrm>
                <a:off x="6499773" y="3849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3" name="Freeform 39792">
                <a:extLst>
                  <a:ext uri="{FF2B5EF4-FFF2-40B4-BE49-F238E27FC236}">
                    <a16:creationId xmlns:a16="http://schemas.microsoft.com/office/drawing/2014/main" id="{A5F06E98-32E2-CD1D-B34F-E835E0886831}"/>
                  </a:ext>
                </a:extLst>
              </p:cNvPr>
              <p:cNvSpPr/>
              <p:nvPr/>
            </p:nvSpPr>
            <p:spPr>
              <a:xfrm>
                <a:off x="6500368" y="3846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4" name="Freeform 39793">
                <a:extLst>
                  <a:ext uri="{FF2B5EF4-FFF2-40B4-BE49-F238E27FC236}">
                    <a16:creationId xmlns:a16="http://schemas.microsoft.com/office/drawing/2014/main" id="{87CAEAEA-2632-9D0B-C93A-BC2FB93C214B}"/>
                  </a:ext>
                </a:extLst>
              </p:cNvPr>
              <p:cNvSpPr/>
              <p:nvPr/>
            </p:nvSpPr>
            <p:spPr>
              <a:xfrm>
                <a:off x="6500864" y="3810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5" name="Freeform 39794">
                <a:extLst>
                  <a:ext uri="{FF2B5EF4-FFF2-40B4-BE49-F238E27FC236}">
                    <a16:creationId xmlns:a16="http://schemas.microsoft.com/office/drawing/2014/main" id="{49F441C0-131B-D0DC-6E20-9648FA07AC4C}"/>
                  </a:ext>
                </a:extLst>
              </p:cNvPr>
              <p:cNvSpPr/>
              <p:nvPr/>
            </p:nvSpPr>
            <p:spPr>
              <a:xfrm>
                <a:off x="6501360" y="384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6" name="Freeform 39795">
                <a:extLst>
                  <a:ext uri="{FF2B5EF4-FFF2-40B4-BE49-F238E27FC236}">
                    <a16:creationId xmlns:a16="http://schemas.microsoft.com/office/drawing/2014/main" id="{27DB4D8A-3C0F-F14E-8AB4-D773FFDB3395}"/>
                  </a:ext>
                </a:extLst>
              </p:cNvPr>
              <p:cNvSpPr/>
              <p:nvPr/>
            </p:nvSpPr>
            <p:spPr>
              <a:xfrm>
                <a:off x="6501955" y="383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7" name="Freeform 39796">
                <a:extLst>
                  <a:ext uri="{FF2B5EF4-FFF2-40B4-BE49-F238E27FC236}">
                    <a16:creationId xmlns:a16="http://schemas.microsoft.com/office/drawing/2014/main" id="{63A575B7-2A45-7AD1-3F36-D0F899A1B210}"/>
                  </a:ext>
                </a:extLst>
              </p:cNvPr>
              <p:cNvSpPr/>
              <p:nvPr/>
            </p:nvSpPr>
            <p:spPr>
              <a:xfrm>
                <a:off x="6502452" y="3779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8" name="Freeform 39797">
                <a:extLst>
                  <a:ext uri="{FF2B5EF4-FFF2-40B4-BE49-F238E27FC236}">
                    <a16:creationId xmlns:a16="http://schemas.microsoft.com/office/drawing/2014/main" id="{216F4254-7992-D0F0-60BE-C22E935D3FB8}"/>
                  </a:ext>
                </a:extLst>
              </p:cNvPr>
              <p:cNvSpPr/>
              <p:nvPr/>
            </p:nvSpPr>
            <p:spPr>
              <a:xfrm>
                <a:off x="6502948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799" name="Freeform 39798">
                <a:extLst>
                  <a:ext uri="{FF2B5EF4-FFF2-40B4-BE49-F238E27FC236}">
                    <a16:creationId xmlns:a16="http://schemas.microsoft.com/office/drawing/2014/main" id="{863C8AB6-57F9-CCE2-45E6-46FBB2DBDC95}"/>
                  </a:ext>
                </a:extLst>
              </p:cNvPr>
              <p:cNvSpPr/>
              <p:nvPr/>
            </p:nvSpPr>
            <p:spPr>
              <a:xfrm>
                <a:off x="6503543" y="3558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0" name="Freeform 39799">
                <a:extLst>
                  <a:ext uri="{FF2B5EF4-FFF2-40B4-BE49-F238E27FC236}">
                    <a16:creationId xmlns:a16="http://schemas.microsoft.com/office/drawing/2014/main" id="{6C41994A-0DE9-8078-6CD9-0490FF743473}"/>
                  </a:ext>
                </a:extLst>
              </p:cNvPr>
              <p:cNvSpPr/>
              <p:nvPr/>
            </p:nvSpPr>
            <p:spPr>
              <a:xfrm>
                <a:off x="6504039" y="3549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1" name="Freeform 39800">
                <a:extLst>
                  <a:ext uri="{FF2B5EF4-FFF2-40B4-BE49-F238E27FC236}">
                    <a16:creationId xmlns:a16="http://schemas.microsoft.com/office/drawing/2014/main" id="{E6D1DCCC-973A-C4AF-CAD1-15952ABBA32D}"/>
                  </a:ext>
                </a:extLst>
              </p:cNvPr>
              <p:cNvSpPr/>
              <p:nvPr/>
            </p:nvSpPr>
            <p:spPr>
              <a:xfrm>
                <a:off x="6504535" y="3589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2" name="Freeform 39801">
                <a:extLst>
                  <a:ext uri="{FF2B5EF4-FFF2-40B4-BE49-F238E27FC236}">
                    <a16:creationId xmlns:a16="http://schemas.microsoft.com/office/drawing/2014/main" id="{27CBF5A5-55BA-A61D-E855-517B91A26705}"/>
                  </a:ext>
                </a:extLst>
              </p:cNvPr>
              <p:cNvSpPr/>
              <p:nvPr/>
            </p:nvSpPr>
            <p:spPr>
              <a:xfrm>
                <a:off x="6505130" y="3549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3" name="Freeform 39802">
                <a:extLst>
                  <a:ext uri="{FF2B5EF4-FFF2-40B4-BE49-F238E27FC236}">
                    <a16:creationId xmlns:a16="http://schemas.microsoft.com/office/drawing/2014/main" id="{E3FFAE24-1AF2-D16E-9C90-F2F76B26CD28}"/>
                  </a:ext>
                </a:extLst>
              </p:cNvPr>
              <p:cNvSpPr/>
              <p:nvPr/>
            </p:nvSpPr>
            <p:spPr>
              <a:xfrm>
                <a:off x="6505627" y="3542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4" name="Freeform 39803">
                <a:extLst>
                  <a:ext uri="{FF2B5EF4-FFF2-40B4-BE49-F238E27FC236}">
                    <a16:creationId xmlns:a16="http://schemas.microsoft.com/office/drawing/2014/main" id="{3BC34FC5-DCFD-4651-6E93-354F4569D100}"/>
                  </a:ext>
                </a:extLst>
              </p:cNvPr>
              <p:cNvSpPr/>
              <p:nvPr/>
            </p:nvSpPr>
            <p:spPr>
              <a:xfrm>
                <a:off x="6506123" y="3560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5" name="Freeform 39804">
                <a:extLst>
                  <a:ext uri="{FF2B5EF4-FFF2-40B4-BE49-F238E27FC236}">
                    <a16:creationId xmlns:a16="http://schemas.microsoft.com/office/drawing/2014/main" id="{43AFB161-5903-240E-5B3C-531B980BE31B}"/>
                  </a:ext>
                </a:extLst>
              </p:cNvPr>
              <p:cNvSpPr/>
              <p:nvPr/>
            </p:nvSpPr>
            <p:spPr>
              <a:xfrm>
                <a:off x="6506718" y="3532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6" name="Freeform 39805">
                <a:extLst>
                  <a:ext uri="{FF2B5EF4-FFF2-40B4-BE49-F238E27FC236}">
                    <a16:creationId xmlns:a16="http://schemas.microsoft.com/office/drawing/2014/main" id="{94E808A4-B1C5-5013-6D9C-218E48F091A1}"/>
                  </a:ext>
                </a:extLst>
              </p:cNvPr>
              <p:cNvSpPr/>
              <p:nvPr/>
            </p:nvSpPr>
            <p:spPr>
              <a:xfrm>
                <a:off x="6507214" y="354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7" name="Freeform 39806">
                <a:extLst>
                  <a:ext uri="{FF2B5EF4-FFF2-40B4-BE49-F238E27FC236}">
                    <a16:creationId xmlns:a16="http://schemas.microsoft.com/office/drawing/2014/main" id="{A56ADEE0-9886-8CAD-6622-BA48DCFBD6F8}"/>
                  </a:ext>
                </a:extLst>
              </p:cNvPr>
              <p:cNvSpPr/>
              <p:nvPr/>
            </p:nvSpPr>
            <p:spPr>
              <a:xfrm>
                <a:off x="6507710" y="3509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8" name="Freeform 39807">
                <a:extLst>
                  <a:ext uri="{FF2B5EF4-FFF2-40B4-BE49-F238E27FC236}">
                    <a16:creationId xmlns:a16="http://schemas.microsoft.com/office/drawing/2014/main" id="{6D0F6250-FB99-731C-0F18-B272620C7BC0}"/>
                  </a:ext>
                </a:extLst>
              </p:cNvPr>
              <p:cNvSpPr/>
              <p:nvPr/>
            </p:nvSpPr>
            <p:spPr>
              <a:xfrm>
                <a:off x="6508305" y="3518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09" name="Freeform 39808">
                <a:extLst>
                  <a:ext uri="{FF2B5EF4-FFF2-40B4-BE49-F238E27FC236}">
                    <a16:creationId xmlns:a16="http://schemas.microsoft.com/office/drawing/2014/main" id="{B0628A1B-95B7-3416-3BFD-459AADAF9118}"/>
                  </a:ext>
                </a:extLst>
              </p:cNvPr>
              <p:cNvSpPr/>
              <p:nvPr/>
            </p:nvSpPr>
            <p:spPr>
              <a:xfrm>
                <a:off x="6508802" y="3488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0" name="Freeform 39809">
                <a:extLst>
                  <a:ext uri="{FF2B5EF4-FFF2-40B4-BE49-F238E27FC236}">
                    <a16:creationId xmlns:a16="http://schemas.microsoft.com/office/drawing/2014/main" id="{F27067B7-1742-B73C-4CAE-94F38BEF3E73}"/>
                  </a:ext>
                </a:extLst>
              </p:cNvPr>
              <p:cNvSpPr/>
              <p:nvPr/>
            </p:nvSpPr>
            <p:spPr>
              <a:xfrm>
                <a:off x="6509298" y="3949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1" name="Freeform 39810">
                <a:extLst>
                  <a:ext uri="{FF2B5EF4-FFF2-40B4-BE49-F238E27FC236}">
                    <a16:creationId xmlns:a16="http://schemas.microsoft.com/office/drawing/2014/main" id="{79E8868B-2835-B648-F0EB-F321557779D2}"/>
                  </a:ext>
                </a:extLst>
              </p:cNvPr>
              <p:cNvSpPr/>
              <p:nvPr/>
            </p:nvSpPr>
            <p:spPr>
              <a:xfrm>
                <a:off x="6509893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2" name="Freeform 39811">
                <a:extLst>
                  <a:ext uri="{FF2B5EF4-FFF2-40B4-BE49-F238E27FC236}">
                    <a16:creationId xmlns:a16="http://schemas.microsoft.com/office/drawing/2014/main" id="{7B99D9B2-B1CF-E28B-24EF-3FCBED8C19A7}"/>
                  </a:ext>
                </a:extLst>
              </p:cNvPr>
              <p:cNvSpPr/>
              <p:nvPr/>
            </p:nvSpPr>
            <p:spPr>
              <a:xfrm>
                <a:off x="6510389" y="4056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3" name="Freeform 39812">
                <a:extLst>
                  <a:ext uri="{FF2B5EF4-FFF2-40B4-BE49-F238E27FC236}">
                    <a16:creationId xmlns:a16="http://schemas.microsoft.com/office/drawing/2014/main" id="{27D580FD-AA5E-9654-1BC5-C1DFE4222681}"/>
                  </a:ext>
                </a:extLst>
              </p:cNvPr>
              <p:cNvSpPr/>
              <p:nvPr/>
            </p:nvSpPr>
            <p:spPr>
              <a:xfrm>
                <a:off x="6510885" y="4062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4" name="Freeform 39813">
                <a:extLst>
                  <a:ext uri="{FF2B5EF4-FFF2-40B4-BE49-F238E27FC236}">
                    <a16:creationId xmlns:a16="http://schemas.microsoft.com/office/drawing/2014/main" id="{401F1511-DD6F-4680-A03A-B5E0A2BBFC92}"/>
                  </a:ext>
                </a:extLst>
              </p:cNvPr>
              <p:cNvSpPr/>
              <p:nvPr/>
            </p:nvSpPr>
            <p:spPr>
              <a:xfrm>
                <a:off x="6511381" y="4066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5" name="Freeform 39814">
                <a:extLst>
                  <a:ext uri="{FF2B5EF4-FFF2-40B4-BE49-F238E27FC236}">
                    <a16:creationId xmlns:a16="http://schemas.microsoft.com/office/drawing/2014/main" id="{4C499592-C4EA-B3DE-4CC0-6394DED0222C}"/>
                  </a:ext>
                </a:extLst>
              </p:cNvPr>
              <p:cNvSpPr/>
              <p:nvPr/>
            </p:nvSpPr>
            <p:spPr>
              <a:xfrm>
                <a:off x="6511977" y="4067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6" name="Freeform 39815">
                <a:extLst>
                  <a:ext uri="{FF2B5EF4-FFF2-40B4-BE49-F238E27FC236}">
                    <a16:creationId xmlns:a16="http://schemas.microsoft.com/office/drawing/2014/main" id="{DCF5A6E8-C774-5D7E-2992-485F8EE0402E}"/>
                  </a:ext>
                </a:extLst>
              </p:cNvPr>
              <p:cNvSpPr/>
              <p:nvPr/>
            </p:nvSpPr>
            <p:spPr>
              <a:xfrm>
                <a:off x="6512473" y="4074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7" name="Freeform 39816">
                <a:extLst>
                  <a:ext uri="{FF2B5EF4-FFF2-40B4-BE49-F238E27FC236}">
                    <a16:creationId xmlns:a16="http://schemas.microsoft.com/office/drawing/2014/main" id="{0E248045-4E25-DAF3-CB9A-5F16E80ADE6B}"/>
                  </a:ext>
                </a:extLst>
              </p:cNvPr>
              <p:cNvSpPr/>
              <p:nvPr/>
            </p:nvSpPr>
            <p:spPr>
              <a:xfrm>
                <a:off x="6512969" y="4075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8" name="Freeform 39817">
                <a:extLst>
                  <a:ext uri="{FF2B5EF4-FFF2-40B4-BE49-F238E27FC236}">
                    <a16:creationId xmlns:a16="http://schemas.microsoft.com/office/drawing/2014/main" id="{DB976415-8CD5-0253-2049-048D8BE44CC5}"/>
                  </a:ext>
                </a:extLst>
              </p:cNvPr>
              <p:cNvSpPr/>
              <p:nvPr/>
            </p:nvSpPr>
            <p:spPr>
              <a:xfrm>
                <a:off x="6513564" y="4075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19" name="Freeform 39818">
                <a:extLst>
                  <a:ext uri="{FF2B5EF4-FFF2-40B4-BE49-F238E27FC236}">
                    <a16:creationId xmlns:a16="http://schemas.microsoft.com/office/drawing/2014/main" id="{CD91C81A-BA02-5EE3-E6AD-21227DE572C8}"/>
                  </a:ext>
                </a:extLst>
              </p:cNvPr>
              <p:cNvSpPr/>
              <p:nvPr/>
            </p:nvSpPr>
            <p:spPr>
              <a:xfrm>
                <a:off x="6514060" y="4072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0" name="Freeform 39819">
                <a:extLst>
                  <a:ext uri="{FF2B5EF4-FFF2-40B4-BE49-F238E27FC236}">
                    <a16:creationId xmlns:a16="http://schemas.microsoft.com/office/drawing/2014/main" id="{F0593B85-15B0-B3BC-4F4D-3FC2EBD8BFE8}"/>
                  </a:ext>
                </a:extLst>
              </p:cNvPr>
              <p:cNvSpPr/>
              <p:nvPr/>
            </p:nvSpPr>
            <p:spPr>
              <a:xfrm>
                <a:off x="6514556" y="4070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1" name="Freeform 39820">
                <a:extLst>
                  <a:ext uri="{FF2B5EF4-FFF2-40B4-BE49-F238E27FC236}">
                    <a16:creationId xmlns:a16="http://schemas.microsoft.com/office/drawing/2014/main" id="{B2A78EAD-7AFC-F7CB-0049-960454543A4F}"/>
                  </a:ext>
                </a:extLst>
              </p:cNvPr>
              <p:cNvSpPr/>
              <p:nvPr/>
            </p:nvSpPr>
            <p:spPr>
              <a:xfrm>
                <a:off x="6515152" y="4049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2" name="Freeform 39821">
                <a:extLst>
                  <a:ext uri="{FF2B5EF4-FFF2-40B4-BE49-F238E27FC236}">
                    <a16:creationId xmlns:a16="http://schemas.microsoft.com/office/drawing/2014/main" id="{E941899C-845A-E9EB-1C96-0AA0B4D5EAD9}"/>
                  </a:ext>
                </a:extLst>
              </p:cNvPr>
              <p:cNvSpPr/>
              <p:nvPr/>
            </p:nvSpPr>
            <p:spPr>
              <a:xfrm>
                <a:off x="6515648" y="3885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3" name="Freeform 39822">
                <a:extLst>
                  <a:ext uri="{FF2B5EF4-FFF2-40B4-BE49-F238E27FC236}">
                    <a16:creationId xmlns:a16="http://schemas.microsoft.com/office/drawing/2014/main" id="{41F2C591-967E-F256-666B-7578186731DB}"/>
                  </a:ext>
                </a:extLst>
              </p:cNvPr>
              <p:cNvSpPr/>
              <p:nvPr/>
            </p:nvSpPr>
            <p:spPr>
              <a:xfrm>
                <a:off x="6516144" y="3790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4" name="Freeform 39823">
                <a:extLst>
                  <a:ext uri="{FF2B5EF4-FFF2-40B4-BE49-F238E27FC236}">
                    <a16:creationId xmlns:a16="http://schemas.microsoft.com/office/drawing/2014/main" id="{9BE18274-A15D-C69E-9233-E86B58E0F489}"/>
                  </a:ext>
                </a:extLst>
              </p:cNvPr>
              <p:cNvSpPr/>
              <p:nvPr/>
            </p:nvSpPr>
            <p:spPr>
              <a:xfrm>
                <a:off x="6516739" y="3774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5" name="Freeform 39824">
                <a:extLst>
                  <a:ext uri="{FF2B5EF4-FFF2-40B4-BE49-F238E27FC236}">
                    <a16:creationId xmlns:a16="http://schemas.microsoft.com/office/drawing/2014/main" id="{384DFF87-1EF3-05CE-0611-F2FB1E809F2F}"/>
                  </a:ext>
                </a:extLst>
              </p:cNvPr>
              <p:cNvSpPr/>
              <p:nvPr/>
            </p:nvSpPr>
            <p:spPr>
              <a:xfrm>
                <a:off x="6517235" y="3794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6" name="Freeform 39825">
                <a:extLst>
                  <a:ext uri="{FF2B5EF4-FFF2-40B4-BE49-F238E27FC236}">
                    <a16:creationId xmlns:a16="http://schemas.microsoft.com/office/drawing/2014/main" id="{CC9D87E3-60D1-E0A8-5378-51918B8CF1F5}"/>
                  </a:ext>
                </a:extLst>
              </p:cNvPr>
              <p:cNvSpPr/>
              <p:nvPr/>
            </p:nvSpPr>
            <p:spPr>
              <a:xfrm>
                <a:off x="6517731" y="3836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7" name="Freeform 39826">
                <a:extLst>
                  <a:ext uri="{FF2B5EF4-FFF2-40B4-BE49-F238E27FC236}">
                    <a16:creationId xmlns:a16="http://schemas.microsoft.com/office/drawing/2014/main" id="{C6CD26AB-A671-9694-579A-2466D8317542}"/>
                  </a:ext>
                </a:extLst>
              </p:cNvPr>
              <p:cNvSpPr/>
              <p:nvPr/>
            </p:nvSpPr>
            <p:spPr>
              <a:xfrm>
                <a:off x="6518327" y="3870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8" name="Freeform 39827">
                <a:extLst>
                  <a:ext uri="{FF2B5EF4-FFF2-40B4-BE49-F238E27FC236}">
                    <a16:creationId xmlns:a16="http://schemas.microsoft.com/office/drawing/2014/main" id="{4E6217AC-BFF6-A6C5-B14C-2A95F301402D}"/>
                  </a:ext>
                </a:extLst>
              </p:cNvPr>
              <p:cNvSpPr/>
              <p:nvPr/>
            </p:nvSpPr>
            <p:spPr>
              <a:xfrm>
                <a:off x="6518823" y="3930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29" name="Freeform 39828">
                <a:extLst>
                  <a:ext uri="{FF2B5EF4-FFF2-40B4-BE49-F238E27FC236}">
                    <a16:creationId xmlns:a16="http://schemas.microsoft.com/office/drawing/2014/main" id="{F0FB2B4E-0578-89B3-3169-1657370E1DA8}"/>
                  </a:ext>
                </a:extLst>
              </p:cNvPr>
              <p:cNvSpPr/>
              <p:nvPr/>
            </p:nvSpPr>
            <p:spPr>
              <a:xfrm>
                <a:off x="6519319" y="3961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0" name="Freeform 39829">
                <a:extLst>
                  <a:ext uri="{FF2B5EF4-FFF2-40B4-BE49-F238E27FC236}">
                    <a16:creationId xmlns:a16="http://schemas.microsoft.com/office/drawing/2014/main" id="{7E070484-D1F7-A573-D14A-D305B81FC05B}"/>
                  </a:ext>
                </a:extLst>
              </p:cNvPr>
              <p:cNvSpPr/>
              <p:nvPr/>
            </p:nvSpPr>
            <p:spPr>
              <a:xfrm>
                <a:off x="6519914" y="397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1" name="Freeform 39830">
                <a:extLst>
                  <a:ext uri="{FF2B5EF4-FFF2-40B4-BE49-F238E27FC236}">
                    <a16:creationId xmlns:a16="http://schemas.microsoft.com/office/drawing/2014/main" id="{C5C69796-42EF-FA6F-0793-35F7079BC79B}"/>
                  </a:ext>
                </a:extLst>
              </p:cNvPr>
              <p:cNvSpPr/>
              <p:nvPr/>
            </p:nvSpPr>
            <p:spPr>
              <a:xfrm>
                <a:off x="6520410" y="395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2" name="Freeform 39831">
                <a:extLst>
                  <a:ext uri="{FF2B5EF4-FFF2-40B4-BE49-F238E27FC236}">
                    <a16:creationId xmlns:a16="http://schemas.microsoft.com/office/drawing/2014/main" id="{D0F9C2C2-6126-1557-8B44-82B3F4267EAC}"/>
                  </a:ext>
                </a:extLst>
              </p:cNvPr>
              <p:cNvSpPr/>
              <p:nvPr/>
            </p:nvSpPr>
            <p:spPr>
              <a:xfrm>
                <a:off x="6520906" y="39549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3" name="Freeform 39832">
                <a:extLst>
                  <a:ext uri="{FF2B5EF4-FFF2-40B4-BE49-F238E27FC236}">
                    <a16:creationId xmlns:a16="http://schemas.microsoft.com/office/drawing/2014/main" id="{BBF40AD7-61D3-A58A-476C-D833798C4760}"/>
                  </a:ext>
                </a:extLst>
              </p:cNvPr>
              <p:cNvSpPr/>
              <p:nvPr/>
            </p:nvSpPr>
            <p:spPr>
              <a:xfrm>
                <a:off x="6521502" y="3925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4" name="Freeform 39833">
                <a:extLst>
                  <a:ext uri="{FF2B5EF4-FFF2-40B4-BE49-F238E27FC236}">
                    <a16:creationId xmlns:a16="http://schemas.microsoft.com/office/drawing/2014/main" id="{D58001BD-8B43-A460-7E82-DC6F46703BAC}"/>
                  </a:ext>
                </a:extLst>
              </p:cNvPr>
              <p:cNvSpPr/>
              <p:nvPr/>
            </p:nvSpPr>
            <p:spPr>
              <a:xfrm>
                <a:off x="6521998" y="4060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5" name="Freeform 39834">
                <a:extLst>
                  <a:ext uri="{FF2B5EF4-FFF2-40B4-BE49-F238E27FC236}">
                    <a16:creationId xmlns:a16="http://schemas.microsoft.com/office/drawing/2014/main" id="{7FF0722B-8ADF-5CF3-DB57-4227B4932A19}"/>
                  </a:ext>
                </a:extLst>
              </p:cNvPr>
              <p:cNvSpPr/>
              <p:nvPr/>
            </p:nvSpPr>
            <p:spPr>
              <a:xfrm>
                <a:off x="6522494" y="4135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6" name="Freeform 39835">
                <a:extLst>
                  <a:ext uri="{FF2B5EF4-FFF2-40B4-BE49-F238E27FC236}">
                    <a16:creationId xmlns:a16="http://schemas.microsoft.com/office/drawing/2014/main" id="{B7BF1EC0-92D7-88DA-1A0B-49136113955C}"/>
                  </a:ext>
                </a:extLst>
              </p:cNvPr>
              <p:cNvSpPr/>
              <p:nvPr/>
            </p:nvSpPr>
            <p:spPr>
              <a:xfrm>
                <a:off x="6523089" y="4150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7" name="Freeform 39836">
                <a:extLst>
                  <a:ext uri="{FF2B5EF4-FFF2-40B4-BE49-F238E27FC236}">
                    <a16:creationId xmlns:a16="http://schemas.microsoft.com/office/drawing/2014/main" id="{24B87BD3-BBA0-8BB9-40FF-F748A5EA64E8}"/>
                  </a:ext>
                </a:extLst>
              </p:cNvPr>
              <p:cNvSpPr/>
              <p:nvPr/>
            </p:nvSpPr>
            <p:spPr>
              <a:xfrm>
                <a:off x="6523585" y="4159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8" name="Freeform 39837">
                <a:extLst>
                  <a:ext uri="{FF2B5EF4-FFF2-40B4-BE49-F238E27FC236}">
                    <a16:creationId xmlns:a16="http://schemas.microsoft.com/office/drawing/2014/main" id="{8226A96B-BD35-2F62-F0B4-18466417CA29}"/>
                  </a:ext>
                </a:extLst>
              </p:cNvPr>
              <p:cNvSpPr/>
              <p:nvPr/>
            </p:nvSpPr>
            <p:spPr>
              <a:xfrm>
                <a:off x="6524081" y="4164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39" name="Freeform 39838">
                <a:extLst>
                  <a:ext uri="{FF2B5EF4-FFF2-40B4-BE49-F238E27FC236}">
                    <a16:creationId xmlns:a16="http://schemas.microsoft.com/office/drawing/2014/main" id="{A8CB6236-315F-4F4C-B18A-6E25C5D6E0C0}"/>
                  </a:ext>
                </a:extLst>
              </p:cNvPr>
              <p:cNvSpPr/>
              <p:nvPr/>
            </p:nvSpPr>
            <p:spPr>
              <a:xfrm>
                <a:off x="6524577" y="4167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0" name="Freeform 39839">
                <a:extLst>
                  <a:ext uri="{FF2B5EF4-FFF2-40B4-BE49-F238E27FC236}">
                    <a16:creationId xmlns:a16="http://schemas.microsoft.com/office/drawing/2014/main" id="{C9E9F998-C7EC-E417-1405-126E858B00BD}"/>
                  </a:ext>
                </a:extLst>
              </p:cNvPr>
              <p:cNvSpPr/>
              <p:nvPr/>
            </p:nvSpPr>
            <p:spPr>
              <a:xfrm>
                <a:off x="6525173" y="4168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1" name="Freeform 39840">
                <a:extLst>
                  <a:ext uri="{FF2B5EF4-FFF2-40B4-BE49-F238E27FC236}">
                    <a16:creationId xmlns:a16="http://schemas.microsoft.com/office/drawing/2014/main" id="{B456BD08-BC08-149F-53F2-FB9B59754765}"/>
                  </a:ext>
                </a:extLst>
              </p:cNvPr>
              <p:cNvSpPr/>
              <p:nvPr/>
            </p:nvSpPr>
            <p:spPr>
              <a:xfrm>
                <a:off x="6525669" y="4166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2" name="Freeform 39841">
                <a:extLst>
                  <a:ext uri="{FF2B5EF4-FFF2-40B4-BE49-F238E27FC236}">
                    <a16:creationId xmlns:a16="http://schemas.microsoft.com/office/drawing/2014/main" id="{451EDD79-7704-ECA0-EEF8-FE458FBFD7B2}"/>
                  </a:ext>
                </a:extLst>
              </p:cNvPr>
              <p:cNvSpPr/>
              <p:nvPr/>
            </p:nvSpPr>
            <p:spPr>
              <a:xfrm>
                <a:off x="6526165" y="4170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3" name="Freeform 39842">
                <a:extLst>
                  <a:ext uri="{FF2B5EF4-FFF2-40B4-BE49-F238E27FC236}">
                    <a16:creationId xmlns:a16="http://schemas.microsoft.com/office/drawing/2014/main" id="{FD3CB755-AE52-DD2E-692A-633329D70FA4}"/>
                  </a:ext>
                </a:extLst>
              </p:cNvPr>
              <p:cNvSpPr/>
              <p:nvPr/>
            </p:nvSpPr>
            <p:spPr>
              <a:xfrm>
                <a:off x="6526760" y="41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4" name="Freeform 39843">
                <a:extLst>
                  <a:ext uri="{FF2B5EF4-FFF2-40B4-BE49-F238E27FC236}">
                    <a16:creationId xmlns:a16="http://schemas.microsoft.com/office/drawing/2014/main" id="{036ECD17-74F5-86CF-85C4-79A9895333FA}"/>
                  </a:ext>
                </a:extLst>
              </p:cNvPr>
              <p:cNvSpPr/>
              <p:nvPr/>
            </p:nvSpPr>
            <p:spPr>
              <a:xfrm>
                <a:off x="6527256" y="4172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5" name="Freeform 39844">
                <a:extLst>
                  <a:ext uri="{FF2B5EF4-FFF2-40B4-BE49-F238E27FC236}">
                    <a16:creationId xmlns:a16="http://schemas.microsoft.com/office/drawing/2014/main" id="{3D1759C3-8CA5-306E-09FD-B5EF0AA4DB36}"/>
                  </a:ext>
                </a:extLst>
              </p:cNvPr>
              <p:cNvSpPr/>
              <p:nvPr/>
            </p:nvSpPr>
            <p:spPr>
              <a:xfrm>
                <a:off x="6527752" y="4164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6" name="Freeform 39845">
                <a:extLst>
                  <a:ext uri="{FF2B5EF4-FFF2-40B4-BE49-F238E27FC236}">
                    <a16:creationId xmlns:a16="http://schemas.microsoft.com/office/drawing/2014/main" id="{3EB8B5E5-A8D8-A924-3D6F-6283BC4A2B1E}"/>
                  </a:ext>
                </a:extLst>
              </p:cNvPr>
              <p:cNvSpPr/>
              <p:nvPr/>
            </p:nvSpPr>
            <p:spPr>
              <a:xfrm>
                <a:off x="6528348" y="4054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7" name="Freeform 39846">
                <a:extLst>
                  <a:ext uri="{FF2B5EF4-FFF2-40B4-BE49-F238E27FC236}">
                    <a16:creationId xmlns:a16="http://schemas.microsoft.com/office/drawing/2014/main" id="{FF8DF2BF-3D7F-C04E-1E5C-C67B58B96D27}"/>
                  </a:ext>
                </a:extLst>
              </p:cNvPr>
              <p:cNvSpPr/>
              <p:nvPr/>
            </p:nvSpPr>
            <p:spPr>
              <a:xfrm>
                <a:off x="6528844" y="3910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8" name="Freeform 39847">
                <a:extLst>
                  <a:ext uri="{FF2B5EF4-FFF2-40B4-BE49-F238E27FC236}">
                    <a16:creationId xmlns:a16="http://schemas.microsoft.com/office/drawing/2014/main" id="{7315DCCE-73C6-195D-0521-AEF1BC0ABF51}"/>
                  </a:ext>
                </a:extLst>
              </p:cNvPr>
              <p:cNvSpPr/>
              <p:nvPr/>
            </p:nvSpPr>
            <p:spPr>
              <a:xfrm>
                <a:off x="6529340" y="3893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49" name="Freeform 39848">
                <a:extLst>
                  <a:ext uri="{FF2B5EF4-FFF2-40B4-BE49-F238E27FC236}">
                    <a16:creationId xmlns:a16="http://schemas.microsoft.com/office/drawing/2014/main" id="{05208CD3-A78B-4389-5495-33BBA549225C}"/>
                  </a:ext>
                </a:extLst>
              </p:cNvPr>
              <p:cNvSpPr/>
              <p:nvPr/>
            </p:nvSpPr>
            <p:spPr>
              <a:xfrm>
                <a:off x="6529935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0" name="Freeform 39849">
                <a:extLst>
                  <a:ext uri="{FF2B5EF4-FFF2-40B4-BE49-F238E27FC236}">
                    <a16:creationId xmlns:a16="http://schemas.microsoft.com/office/drawing/2014/main" id="{E90904B0-0A28-D7E3-EE0B-4EFC96F47081}"/>
                  </a:ext>
                </a:extLst>
              </p:cNvPr>
              <p:cNvSpPr/>
              <p:nvPr/>
            </p:nvSpPr>
            <p:spPr>
              <a:xfrm>
                <a:off x="6530431" y="3908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1" name="Freeform 39850">
                <a:extLst>
                  <a:ext uri="{FF2B5EF4-FFF2-40B4-BE49-F238E27FC236}">
                    <a16:creationId xmlns:a16="http://schemas.microsoft.com/office/drawing/2014/main" id="{B30DF7D7-97AE-2C9C-39A3-61C2357D90A7}"/>
                  </a:ext>
                </a:extLst>
              </p:cNvPr>
              <p:cNvSpPr/>
              <p:nvPr/>
            </p:nvSpPr>
            <p:spPr>
              <a:xfrm>
                <a:off x="6530927" y="390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2" name="Freeform 39851">
                <a:extLst>
                  <a:ext uri="{FF2B5EF4-FFF2-40B4-BE49-F238E27FC236}">
                    <a16:creationId xmlns:a16="http://schemas.microsoft.com/office/drawing/2014/main" id="{E0EFC861-E046-A35E-9A71-663418BFB85B}"/>
                  </a:ext>
                </a:extLst>
              </p:cNvPr>
              <p:cNvSpPr/>
              <p:nvPr/>
            </p:nvSpPr>
            <p:spPr>
              <a:xfrm>
                <a:off x="6531523" y="3875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3" name="Freeform 39852">
                <a:extLst>
                  <a:ext uri="{FF2B5EF4-FFF2-40B4-BE49-F238E27FC236}">
                    <a16:creationId xmlns:a16="http://schemas.microsoft.com/office/drawing/2014/main" id="{2DEE001F-1E88-9252-C112-596BCE58B35B}"/>
                  </a:ext>
                </a:extLst>
              </p:cNvPr>
              <p:cNvSpPr/>
              <p:nvPr/>
            </p:nvSpPr>
            <p:spPr>
              <a:xfrm>
                <a:off x="6532019" y="3872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4" name="Freeform 39853">
                <a:extLst>
                  <a:ext uri="{FF2B5EF4-FFF2-40B4-BE49-F238E27FC236}">
                    <a16:creationId xmlns:a16="http://schemas.microsoft.com/office/drawing/2014/main" id="{130E2931-B8D3-6087-0EA8-835B811F02F5}"/>
                  </a:ext>
                </a:extLst>
              </p:cNvPr>
              <p:cNvSpPr/>
              <p:nvPr/>
            </p:nvSpPr>
            <p:spPr>
              <a:xfrm>
                <a:off x="6532515" y="3864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5" name="Freeform 39854">
                <a:extLst>
                  <a:ext uri="{FF2B5EF4-FFF2-40B4-BE49-F238E27FC236}">
                    <a16:creationId xmlns:a16="http://schemas.microsoft.com/office/drawing/2014/main" id="{F2B0F216-98BB-54CD-0865-3922F805CF9F}"/>
                  </a:ext>
                </a:extLst>
              </p:cNvPr>
              <p:cNvSpPr/>
              <p:nvPr/>
            </p:nvSpPr>
            <p:spPr>
              <a:xfrm>
                <a:off x="6533110" y="385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6" name="Freeform 39855">
                <a:extLst>
                  <a:ext uri="{FF2B5EF4-FFF2-40B4-BE49-F238E27FC236}">
                    <a16:creationId xmlns:a16="http://schemas.microsoft.com/office/drawing/2014/main" id="{AA6C1A9A-7BC8-292B-FF83-3342BC901CFA}"/>
                  </a:ext>
                </a:extLst>
              </p:cNvPr>
              <p:cNvSpPr/>
              <p:nvPr/>
            </p:nvSpPr>
            <p:spPr>
              <a:xfrm>
                <a:off x="6533606" y="3839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7" name="Freeform 39856">
                <a:extLst>
                  <a:ext uri="{FF2B5EF4-FFF2-40B4-BE49-F238E27FC236}">
                    <a16:creationId xmlns:a16="http://schemas.microsoft.com/office/drawing/2014/main" id="{3D60F810-A9A7-5B28-911F-3077B7ABDCEA}"/>
                  </a:ext>
                </a:extLst>
              </p:cNvPr>
              <p:cNvSpPr/>
              <p:nvPr/>
            </p:nvSpPr>
            <p:spPr>
              <a:xfrm>
                <a:off x="6534102" y="3829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8" name="Freeform 39857">
                <a:extLst>
                  <a:ext uri="{FF2B5EF4-FFF2-40B4-BE49-F238E27FC236}">
                    <a16:creationId xmlns:a16="http://schemas.microsoft.com/office/drawing/2014/main" id="{17C042DE-96C2-3184-D858-4F13DB423488}"/>
                  </a:ext>
                </a:extLst>
              </p:cNvPr>
              <p:cNvSpPr/>
              <p:nvPr/>
            </p:nvSpPr>
            <p:spPr>
              <a:xfrm>
                <a:off x="6534698" y="3948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59" name="Freeform 39858">
                <a:extLst>
                  <a:ext uri="{FF2B5EF4-FFF2-40B4-BE49-F238E27FC236}">
                    <a16:creationId xmlns:a16="http://schemas.microsoft.com/office/drawing/2014/main" id="{174D76C6-F0CB-4E98-0DCC-33FCBBB7B506}"/>
                  </a:ext>
                </a:extLst>
              </p:cNvPr>
              <p:cNvSpPr/>
              <p:nvPr/>
            </p:nvSpPr>
            <p:spPr>
              <a:xfrm>
                <a:off x="6535194" y="4037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0" name="Freeform 39859">
                <a:extLst>
                  <a:ext uri="{FF2B5EF4-FFF2-40B4-BE49-F238E27FC236}">
                    <a16:creationId xmlns:a16="http://schemas.microsoft.com/office/drawing/2014/main" id="{9D044476-0B98-BF98-AF7F-A783FAD2E5F9}"/>
                  </a:ext>
                </a:extLst>
              </p:cNvPr>
              <p:cNvSpPr/>
              <p:nvPr/>
            </p:nvSpPr>
            <p:spPr>
              <a:xfrm>
                <a:off x="6535690" y="4063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1" name="Freeform 39860">
                <a:extLst>
                  <a:ext uri="{FF2B5EF4-FFF2-40B4-BE49-F238E27FC236}">
                    <a16:creationId xmlns:a16="http://schemas.microsoft.com/office/drawing/2014/main" id="{57583A15-9712-3E2F-EAF2-18330C0B595E}"/>
                  </a:ext>
                </a:extLst>
              </p:cNvPr>
              <p:cNvSpPr/>
              <p:nvPr/>
            </p:nvSpPr>
            <p:spPr>
              <a:xfrm>
                <a:off x="6536186" y="4070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2" name="Freeform 39861">
                <a:extLst>
                  <a:ext uri="{FF2B5EF4-FFF2-40B4-BE49-F238E27FC236}">
                    <a16:creationId xmlns:a16="http://schemas.microsoft.com/office/drawing/2014/main" id="{7D55A583-96C0-8BDA-F1B4-D730F2433AE6}"/>
                  </a:ext>
                </a:extLst>
              </p:cNvPr>
              <p:cNvSpPr/>
              <p:nvPr/>
            </p:nvSpPr>
            <p:spPr>
              <a:xfrm>
                <a:off x="6536781" y="4075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3" name="Freeform 39862">
                <a:extLst>
                  <a:ext uri="{FF2B5EF4-FFF2-40B4-BE49-F238E27FC236}">
                    <a16:creationId xmlns:a16="http://schemas.microsoft.com/office/drawing/2014/main" id="{5E609A42-EEF5-1A6F-2117-74B797EA7970}"/>
                  </a:ext>
                </a:extLst>
              </p:cNvPr>
              <p:cNvSpPr/>
              <p:nvPr/>
            </p:nvSpPr>
            <p:spPr>
              <a:xfrm>
                <a:off x="6537277" y="4078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4" name="Freeform 39863">
                <a:extLst>
                  <a:ext uri="{FF2B5EF4-FFF2-40B4-BE49-F238E27FC236}">
                    <a16:creationId xmlns:a16="http://schemas.microsoft.com/office/drawing/2014/main" id="{D0A0849D-5333-4A1E-191C-8E9D4933719B}"/>
                  </a:ext>
                </a:extLst>
              </p:cNvPr>
              <p:cNvSpPr/>
              <p:nvPr/>
            </p:nvSpPr>
            <p:spPr>
              <a:xfrm>
                <a:off x="6537773" y="4083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5" name="Freeform 39864">
                <a:extLst>
                  <a:ext uri="{FF2B5EF4-FFF2-40B4-BE49-F238E27FC236}">
                    <a16:creationId xmlns:a16="http://schemas.microsoft.com/office/drawing/2014/main" id="{D5F6BF2B-5BFF-B8DC-C290-45AFD703461E}"/>
                  </a:ext>
                </a:extLst>
              </p:cNvPr>
              <p:cNvSpPr/>
              <p:nvPr/>
            </p:nvSpPr>
            <p:spPr>
              <a:xfrm>
                <a:off x="6538369" y="4083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6" name="Freeform 39865">
                <a:extLst>
                  <a:ext uri="{FF2B5EF4-FFF2-40B4-BE49-F238E27FC236}">
                    <a16:creationId xmlns:a16="http://schemas.microsoft.com/office/drawing/2014/main" id="{ABFAF144-CA1A-1705-15D8-C04504B5EB27}"/>
                  </a:ext>
                </a:extLst>
              </p:cNvPr>
              <p:cNvSpPr/>
              <p:nvPr/>
            </p:nvSpPr>
            <p:spPr>
              <a:xfrm>
                <a:off x="6538865" y="4078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7" name="Freeform 39866">
                <a:extLst>
                  <a:ext uri="{FF2B5EF4-FFF2-40B4-BE49-F238E27FC236}">
                    <a16:creationId xmlns:a16="http://schemas.microsoft.com/office/drawing/2014/main" id="{A88F9BB4-A2EF-E372-5560-914A3D12FDD2}"/>
                  </a:ext>
                </a:extLst>
              </p:cNvPr>
              <p:cNvSpPr/>
              <p:nvPr/>
            </p:nvSpPr>
            <p:spPr>
              <a:xfrm>
                <a:off x="6539361" y="4078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8" name="Freeform 39867">
                <a:extLst>
                  <a:ext uri="{FF2B5EF4-FFF2-40B4-BE49-F238E27FC236}">
                    <a16:creationId xmlns:a16="http://schemas.microsoft.com/office/drawing/2014/main" id="{61D07AE1-DA38-6978-FB54-F1C345ED44DD}"/>
                  </a:ext>
                </a:extLst>
              </p:cNvPr>
              <p:cNvSpPr/>
              <p:nvPr/>
            </p:nvSpPr>
            <p:spPr>
              <a:xfrm>
                <a:off x="6539956" y="4074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69" name="Freeform 39868">
                <a:extLst>
                  <a:ext uri="{FF2B5EF4-FFF2-40B4-BE49-F238E27FC236}">
                    <a16:creationId xmlns:a16="http://schemas.microsoft.com/office/drawing/2014/main" id="{EA628EFD-2381-57D9-7FF2-3FA14BC18CEC}"/>
                  </a:ext>
                </a:extLst>
              </p:cNvPr>
              <p:cNvSpPr/>
              <p:nvPr/>
            </p:nvSpPr>
            <p:spPr>
              <a:xfrm>
                <a:off x="6540452" y="4063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0" name="Freeform 39869">
                <a:extLst>
                  <a:ext uri="{FF2B5EF4-FFF2-40B4-BE49-F238E27FC236}">
                    <a16:creationId xmlns:a16="http://schemas.microsoft.com/office/drawing/2014/main" id="{BA6FC62F-99D5-CC11-F3CD-FE294294966E}"/>
                  </a:ext>
                </a:extLst>
              </p:cNvPr>
              <p:cNvSpPr/>
              <p:nvPr/>
            </p:nvSpPr>
            <p:spPr>
              <a:xfrm>
                <a:off x="6540948" y="3987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1" name="Freeform 39870">
                <a:extLst>
                  <a:ext uri="{FF2B5EF4-FFF2-40B4-BE49-F238E27FC236}">
                    <a16:creationId xmlns:a16="http://schemas.microsoft.com/office/drawing/2014/main" id="{9B118A8C-5A02-D6C4-573D-53215BD3BD5A}"/>
                  </a:ext>
                </a:extLst>
              </p:cNvPr>
              <p:cNvSpPr/>
              <p:nvPr/>
            </p:nvSpPr>
            <p:spPr>
              <a:xfrm>
                <a:off x="6541544" y="3628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2" name="Freeform 39871">
                <a:extLst>
                  <a:ext uri="{FF2B5EF4-FFF2-40B4-BE49-F238E27FC236}">
                    <a16:creationId xmlns:a16="http://schemas.microsoft.com/office/drawing/2014/main" id="{62D17932-91AF-7FED-5EE6-42B6F2EC0834}"/>
                  </a:ext>
                </a:extLst>
              </p:cNvPr>
              <p:cNvSpPr/>
              <p:nvPr/>
            </p:nvSpPr>
            <p:spPr>
              <a:xfrm>
                <a:off x="6542040" y="3617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3" name="Freeform 39872">
                <a:extLst>
                  <a:ext uri="{FF2B5EF4-FFF2-40B4-BE49-F238E27FC236}">
                    <a16:creationId xmlns:a16="http://schemas.microsoft.com/office/drawing/2014/main" id="{47D8465F-027F-F9D7-6E86-41811F76BB2A}"/>
                  </a:ext>
                </a:extLst>
              </p:cNvPr>
              <p:cNvSpPr/>
              <p:nvPr/>
            </p:nvSpPr>
            <p:spPr>
              <a:xfrm>
                <a:off x="6542536" y="3667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4" name="Freeform 39873">
                <a:extLst>
                  <a:ext uri="{FF2B5EF4-FFF2-40B4-BE49-F238E27FC236}">
                    <a16:creationId xmlns:a16="http://schemas.microsoft.com/office/drawing/2014/main" id="{FED3453A-8E7E-05C2-39DA-CD61D3B94AC2}"/>
                  </a:ext>
                </a:extLst>
              </p:cNvPr>
              <p:cNvSpPr/>
              <p:nvPr/>
            </p:nvSpPr>
            <p:spPr>
              <a:xfrm>
                <a:off x="6543131" y="3752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5" name="Freeform 39874">
                <a:extLst>
                  <a:ext uri="{FF2B5EF4-FFF2-40B4-BE49-F238E27FC236}">
                    <a16:creationId xmlns:a16="http://schemas.microsoft.com/office/drawing/2014/main" id="{0908062F-A612-D4A4-E189-C3B927860CC3}"/>
                  </a:ext>
                </a:extLst>
              </p:cNvPr>
              <p:cNvSpPr/>
              <p:nvPr/>
            </p:nvSpPr>
            <p:spPr>
              <a:xfrm>
                <a:off x="6543627" y="3768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6" name="Freeform 39875">
                <a:extLst>
                  <a:ext uri="{FF2B5EF4-FFF2-40B4-BE49-F238E27FC236}">
                    <a16:creationId xmlns:a16="http://schemas.microsoft.com/office/drawing/2014/main" id="{28FBE0E3-134B-3930-FFD7-B46A29624B59}"/>
                  </a:ext>
                </a:extLst>
              </p:cNvPr>
              <p:cNvSpPr/>
              <p:nvPr/>
            </p:nvSpPr>
            <p:spPr>
              <a:xfrm>
                <a:off x="6544123" y="3775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7" name="Freeform 39876">
                <a:extLst>
                  <a:ext uri="{FF2B5EF4-FFF2-40B4-BE49-F238E27FC236}">
                    <a16:creationId xmlns:a16="http://schemas.microsoft.com/office/drawing/2014/main" id="{51D8486D-BC5F-8221-0C34-90E9865AF29B}"/>
                  </a:ext>
                </a:extLst>
              </p:cNvPr>
              <p:cNvSpPr/>
              <p:nvPr/>
            </p:nvSpPr>
            <p:spPr>
              <a:xfrm>
                <a:off x="6544719" y="3798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8" name="Freeform 39877">
                <a:extLst>
                  <a:ext uri="{FF2B5EF4-FFF2-40B4-BE49-F238E27FC236}">
                    <a16:creationId xmlns:a16="http://schemas.microsoft.com/office/drawing/2014/main" id="{6C710F76-6254-BA15-DF76-0CA46C3A7936}"/>
                  </a:ext>
                </a:extLst>
              </p:cNvPr>
              <p:cNvSpPr/>
              <p:nvPr/>
            </p:nvSpPr>
            <p:spPr>
              <a:xfrm>
                <a:off x="6545215" y="3765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79" name="Freeform 39878">
                <a:extLst>
                  <a:ext uri="{FF2B5EF4-FFF2-40B4-BE49-F238E27FC236}">
                    <a16:creationId xmlns:a16="http://schemas.microsoft.com/office/drawing/2014/main" id="{E0E8E410-00D2-EA34-8F28-8C562C2CB444}"/>
                  </a:ext>
                </a:extLst>
              </p:cNvPr>
              <p:cNvSpPr/>
              <p:nvPr/>
            </p:nvSpPr>
            <p:spPr>
              <a:xfrm>
                <a:off x="6545711" y="3729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0" name="Freeform 39879">
                <a:extLst>
                  <a:ext uri="{FF2B5EF4-FFF2-40B4-BE49-F238E27FC236}">
                    <a16:creationId xmlns:a16="http://schemas.microsoft.com/office/drawing/2014/main" id="{42720EA8-0149-9B27-18A6-FCCFEEC5ED8F}"/>
                  </a:ext>
                </a:extLst>
              </p:cNvPr>
              <p:cNvSpPr/>
              <p:nvPr/>
            </p:nvSpPr>
            <p:spPr>
              <a:xfrm>
                <a:off x="6546306" y="3707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1" name="Freeform 39880">
                <a:extLst>
                  <a:ext uri="{FF2B5EF4-FFF2-40B4-BE49-F238E27FC236}">
                    <a16:creationId xmlns:a16="http://schemas.microsoft.com/office/drawing/2014/main" id="{5915E341-3B3E-8AEF-1CE9-A15185482B75}"/>
                  </a:ext>
                </a:extLst>
              </p:cNvPr>
              <p:cNvSpPr/>
              <p:nvPr/>
            </p:nvSpPr>
            <p:spPr>
              <a:xfrm>
                <a:off x="6546802" y="3723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2" name="Freeform 39881">
                <a:extLst>
                  <a:ext uri="{FF2B5EF4-FFF2-40B4-BE49-F238E27FC236}">
                    <a16:creationId xmlns:a16="http://schemas.microsoft.com/office/drawing/2014/main" id="{279D0A1B-90C6-6123-F37B-B7F167C44586}"/>
                  </a:ext>
                </a:extLst>
              </p:cNvPr>
              <p:cNvSpPr/>
              <p:nvPr/>
            </p:nvSpPr>
            <p:spPr>
              <a:xfrm>
                <a:off x="6547298" y="3919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3" name="Freeform 39882">
                <a:extLst>
                  <a:ext uri="{FF2B5EF4-FFF2-40B4-BE49-F238E27FC236}">
                    <a16:creationId xmlns:a16="http://schemas.microsoft.com/office/drawing/2014/main" id="{1B92596D-162E-9EA7-D6B3-154554CC33CC}"/>
                  </a:ext>
                </a:extLst>
              </p:cNvPr>
              <p:cNvSpPr/>
              <p:nvPr/>
            </p:nvSpPr>
            <p:spPr>
              <a:xfrm>
                <a:off x="6547795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4" name="Freeform 39883">
                <a:extLst>
                  <a:ext uri="{FF2B5EF4-FFF2-40B4-BE49-F238E27FC236}">
                    <a16:creationId xmlns:a16="http://schemas.microsoft.com/office/drawing/2014/main" id="{A4D003D2-DCFF-BCEA-DD51-98D676E96D58}"/>
                  </a:ext>
                </a:extLst>
              </p:cNvPr>
              <p:cNvSpPr/>
              <p:nvPr/>
            </p:nvSpPr>
            <p:spPr>
              <a:xfrm>
                <a:off x="6548390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5" name="Freeform 39884">
                <a:extLst>
                  <a:ext uri="{FF2B5EF4-FFF2-40B4-BE49-F238E27FC236}">
                    <a16:creationId xmlns:a16="http://schemas.microsoft.com/office/drawing/2014/main" id="{8697D492-DDEE-C3DA-76C1-6945908DC9E4}"/>
                  </a:ext>
                </a:extLst>
              </p:cNvPr>
              <p:cNvSpPr/>
              <p:nvPr/>
            </p:nvSpPr>
            <p:spPr>
              <a:xfrm>
                <a:off x="6548886" y="4023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6" name="Freeform 39885">
                <a:extLst>
                  <a:ext uri="{FF2B5EF4-FFF2-40B4-BE49-F238E27FC236}">
                    <a16:creationId xmlns:a16="http://schemas.microsoft.com/office/drawing/2014/main" id="{09392BBE-4913-962F-5668-E8E995C0D28C}"/>
                  </a:ext>
                </a:extLst>
              </p:cNvPr>
              <p:cNvSpPr/>
              <p:nvPr/>
            </p:nvSpPr>
            <p:spPr>
              <a:xfrm>
                <a:off x="6549382" y="4030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7" name="Freeform 39886">
                <a:extLst>
                  <a:ext uri="{FF2B5EF4-FFF2-40B4-BE49-F238E27FC236}">
                    <a16:creationId xmlns:a16="http://schemas.microsoft.com/office/drawing/2014/main" id="{66121A23-3299-C51F-51EB-C0F07EBFAC50}"/>
                  </a:ext>
                </a:extLst>
              </p:cNvPr>
              <p:cNvSpPr/>
              <p:nvPr/>
            </p:nvSpPr>
            <p:spPr>
              <a:xfrm>
                <a:off x="6549977" y="4046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8" name="Freeform 39887">
                <a:extLst>
                  <a:ext uri="{FF2B5EF4-FFF2-40B4-BE49-F238E27FC236}">
                    <a16:creationId xmlns:a16="http://schemas.microsoft.com/office/drawing/2014/main" id="{4CA3C10A-864A-4FCE-8B90-C5365F525740}"/>
                  </a:ext>
                </a:extLst>
              </p:cNvPr>
              <p:cNvSpPr/>
              <p:nvPr/>
            </p:nvSpPr>
            <p:spPr>
              <a:xfrm>
                <a:off x="6550473" y="4045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89" name="Freeform 39888">
                <a:extLst>
                  <a:ext uri="{FF2B5EF4-FFF2-40B4-BE49-F238E27FC236}">
                    <a16:creationId xmlns:a16="http://schemas.microsoft.com/office/drawing/2014/main" id="{431EFEA0-0AF7-E275-9D2D-B780CF4B5609}"/>
                  </a:ext>
                </a:extLst>
              </p:cNvPr>
              <p:cNvSpPr/>
              <p:nvPr/>
            </p:nvSpPr>
            <p:spPr>
              <a:xfrm>
                <a:off x="6550970" y="4050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0" name="Freeform 39889">
                <a:extLst>
                  <a:ext uri="{FF2B5EF4-FFF2-40B4-BE49-F238E27FC236}">
                    <a16:creationId xmlns:a16="http://schemas.microsoft.com/office/drawing/2014/main" id="{B9A3816E-61FF-0965-BA9F-7EB2BAF47D68}"/>
                  </a:ext>
                </a:extLst>
              </p:cNvPr>
              <p:cNvSpPr/>
              <p:nvPr/>
            </p:nvSpPr>
            <p:spPr>
              <a:xfrm>
                <a:off x="6551565" y="4052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1" name="Freeform 39890">
                <a:extLst>
                  <a:ext uri="{FF2B5EF4-FFF2-40B4-BE49-F238E27FC236}">
                    <a16:creationId xmlns:a16="http://schemas.microsoft.com/office/drawing/2014/main" id="{507A8C4E-4133-4793-3AAD-ACD11423E6F6}"/>
                  </a:ext>
                </a:extLst>
              </p:cNvPr>
              <p:cNvSpPr/>
              <p:nvPr/>
            </p:nvSpPr>
            <p:spPr>
              <a:xfrm>
                <a:off x="6552061" y="40520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2" name="Freeform 39891">
                <a:extLst>
                  <a:ext uri="{FF2B5EF4-FFF2-40B4-BE49-F238E27FC236}">
                    <a16:creationId xmlns:a16="http://schemas.microsoft.com/office/drawing/2014/main" id="{9ECBA98E-D6DF-1919-BBF4-9C51FA6E6BDF}"/>
                  </a:ext>
                </a:extLst>
              </p:cNvPr>
              <p:cNvSpPr/>
              <p:nvPr/>
            </p:nvSpPr>
            <p:spPr>
              <a:xfrm>
                <a:off x="6552557" y="4047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3" name="Freeform 39892">
                <a:extLst>
                  <a:ext uri="{FF2B5EF4-FFF2-40B4-BE49-F238E27FC236}">
                    <a16:creationId xmlns:a16="http://schemas.microsoft.com/office/drawing/2014/main" id="{DA6BD544-8358-FB9E-B679-5CF5D9889E1E}"/>
                  </a:ext>
                </a:extLst>
              </p:cNvPr>
              <p:cNvSpPr/>
              <p:nvPr/>
            </p:nvSpPr>
            <p:spPr>
              <a:xfrm>
                <a:off x="6553152" y="4038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4" name="Freeform 39893">
                <a:extLst>
                  <a:ext uri="{FF2B5EF4-FFF2-40B4-BE49-F238E27FC236}">
                    <a16:creationId xmlns:a16="http://schemas.microsoft.com/office/drawing/2014/main" id="{6C425B36-6BAF-5A84-8CFD-E6EADA9D3BBF}"/>
                  </a:ext>
                </a:extLst>
              </p:cNvPr>
              <p:cNvSpPr/>
              <p:nvPr/>
            </p:nvSpPr>
            <p:spPr>
              <a:xfrm>
                <a:off x="6553648" y="3975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5" name="Freeform 39894">
                <a:extLst>
                  <a:ext uri="{FF2B5EF4-FFF2-40B4-BE49-F238E27FC236}">
                    <a16:creationId xmlns:a16="http://schemas.microsoft.com/office/drawing/2014/main" id="{85509328-4021-66F4-053D-5E60276EF3A9}"/>
                  </a:ext>
                </a:extLst>
              </p:cNvPr>
              <p:cNvSpPr/>
              <p:nvPr/>
            </p:nvSpPr>
            <p:spPr>
              <a:xfrm>
                <a:off x="6554145" y="3633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6" name="Freeform 39895">
                <a:extLst>
                  <a:ext uri="{FF2B5EF4-FFF2-40B4-BE49-F238E27FC236}">
                    <a16:creationId xmlns:a16="http://schemas.microsoft.com/office/drawing/2014/main" id="{843658FC-2B9D-CC86-F331-48C67F4E3947}"/>
                  </a:ext>
                </a:extLst>
              </p:cNvPr>
              <p:cNvSpPr/>
              <p:nvPr/>
            </p:nvSpPr>
            <p:spPr>
              <a:xfrm>
                <a:off x="6554740" y="3678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7" name="Freeform 39896">
                <a:extLst>
                  <a:ext uri="{FF2B5EF4-FFF2-40B4-BE49-F238E27FC236}">
                    <a16:creationId xmlns:a16="http://schemas.microsoft.com/office/drawing/2014/main" id="{15DF95D7-F663-A653-262A-7C05AF6F9171}"/>
                  </a:ext>
                </a:extLst>
              </p:cNvPr>
              <p:cNvSpPr/>
              <p:nvPr/>
            </p:nvSpPr>
            <p:spPr>
              <a:xfrm>
                <a:off x="6555236" y="3777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8" name="Freeform 39897">
                <a:extLst>
                  <a:ext uri="{FF2B5EF4-FFF2-40B4-BE49-F238E27FC236}">
                    <a16:creationId xmlns:a16="http://schemas.microsoft.com/office/drawing/2014/main" id="{F7A25321-2B24-C333-AE1D-659BE1FCD055}"/>
                  </a:ext>
                </a:extLst>
              </p:cNvPr>
              <p:cNvSpPr/>
              <p:nvPr/>
            </p:nvSpPr>
            <p:spPr>
              <a:xfrm>
                <a:off x="6555732" y="3729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99" name="Freeform 39898">
                <a:extLst>
                  <a:ext uri="{FF2B5EF4-FFF2-40B4-BE49-F238E27FC236}">
                    <a16:creationId xmlns:a16="http://schemas.microsoft.com/office/drawing/2014/main" id="{979EE2BD-53A9-39D3-52C4-D02754E48F84}"/>
                  </a:ext>
                </a:extLst>
              </p:cNvPr>
              <p:cNvSpPr/>
              <p:nvPr/>
            </p:nvSpPr>
            <p:spPr>
              <a:xfrm>
                <a:off x="6556327" y="3681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0" name="Freeform 39899">
                <a:extLst>
                  <a:ext uri="{FF2B5EF4-FFF2-40B4-BE49-F238E27FC236}">
                    <a16:creationId xmlns:a16="http://schemas.microsoft.com/office/drawing/2014/main" id="{448AC919-8102-73A6-F4A1-7D16ABC304D5}"/>
                  </a:ext>
                </a:extLst>
              </p:cNvPr>
              <p:cNvSpPr/>
              <p:nvPr/>
            </p:nvSpPr>
            <p:spPr>
              <a:xfrm>
                <a:off x="6556823" y="3677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1" name="Freeform 39900">
                <a:extLst>
                  <a:ext uri="{FF2B5EF4-FFF2-40B4-BE49-F238E27FC236}">
                    <a16:creationId xmlns:a16="http://schemas.microsoft.com/office/drawing/2014/main" id="{55B42BC4-BA29-8630-0275-E934E5D4BB7F}"/>
                  </a:ext>
                </a:extLst>
              </p:cNvPr>
              <p:cNvSpPr/>
              <p:nvPr/>
            </p:nvSpPr>
            <p:spPr>
              <a:xfrm>
                <a:off x="6557320" y="3687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2" name="Freeform 39901">
                <a:extLst>
                  <a:ext uri="{FF2B5EF4-FFF2-40B4-BE49-F238E27FC236}">
                    <a16:creationId xmlns:a16="http://schemas.microsoft.com/office/drawing/2014/main" id="{DD35E32C-FBC7-2600-89F3-61B12DF08480}"/>
                  </a:ext>
                </a:extLst>
              </p:cNvPr>
              <p:cNvSpPr/>
              <p:nvPr/>
            </p:nvSpPr>
            <p:spPr>
              <a:xfrm>
                <a:off x="6557915" y="3664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3" name="Freeform 39902">
                <a:extLst>
                  <a:ext uri="{FF2B5EF4-FFF2-40B4-BE49-F238E27FC236}">
                    <a16:creationId xmlns:a16="http://schemas.microsoft.com/office/drawing/2014/main" id="{83F926BE-30CE-E406-EB02-3BB7E1035613}"/>
                  </a:ext>
                </a:extLst>
              </p:cNvPr>
              <p:cNvSpPr/>
              <p:nvPr/>
            </p:nvSpPr>
            <p:spPr>
              <a:xfrm>
                <a:off x="6558411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4" name="Freeform 39903">
                <a:extLst>
                  <a:ext uri="{FF2B5EF4-FFF2-40B4-BE49-F238E27FC236}">
                    <a16:creationId xmlns:a16="http://schemas.microsoft.com/office/drawing/2014/main" id="{C3220F46-A0DA-2B72-70F4-1599B15338F1}"/>
                  </a:ext>
                </a:extLst>
              </p:cNvPr>
              <p:cNvSpPr/>
              <p:nvPr/>
            </p:nvSpPr>
            <p:spPr>
              <a:xfrm>
                <a:off x="6558907" y="3619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5" name="Freeform 39904">
                <a:extLst>
                  <a:ext uri="{FF2B5EF4-FFF2-40B4-BE49-F238E27FC236}">
                    <a16:creationId xmlns:a16="http://schemas.microsoft.com/office/drawing/2014/main" id="{E180D6B5-6633-5713-ECE5-8770C6C2A03A}"/>
                  </a:ext>
                </a:extLst>
              </p:cNvPr>
              <p:cNvSpPr/>
              <p:nvPr/>
            </p:nvSpPr>
            <p:spPr>
              <a:xfrm>
                <a:off x="6559502" y="3577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6" name="Freeform 39905">
                <a:extLst>
                  <a:ext uri="{FF2B5EF4-FFF2-40B4-BE49-F238E27FC236}">
                    <a16:creationId xmlns:a16="http://schemas.microsoft.com/office/drawing/2014/main" id="{FD394E8A-6B5A-372D-EE19-BE989D39C5D6}"/>
                  </a:ext>
                </a:extLst>
              </p:cNvPr>
              <p:cNvSpPr/>
              <p:nvPr/>
            </p:nvSpPr>
            <p:spPr>
              <a:xfrm>
                <a:off x="6559998" y="3784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7" name="Freeform 39906">
                <a:extLst>
                  <a:ext uri="{FF2B5EF4-FFF2-40B4-BE49-F238E27FC236}">
                    <a16:creationId xmlns:a16="http://schemas.microsoft.com/office/drawing/2014/main" id="{84C99697-EE27-CB39-9896-F1411F82F36C}"/>
                  </a:ext>
                </a:extLst>
              </p:cNvPr>
              <p:cNvSpPr/>
              <p:nvPr/>
            </p:nvSpPr>
            <p:spPr>
              <a:xfrm>
                <a:off x="6560495" y="390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8" name="Freeform 39907">
                <a:extLst>
                  <a:ext uri="{FF2B5EF4-FFF2-40B4-BE49-F238E27FC236}">
                    <a16:creationId xmlns:a16="http://schemas.microsoft.com/office/drawing/2014/main" id="{E1211D0C-A0F7-0393-43D3-6B7B10A00BDF}"/>
                  </a:ext>
                </a:extLst>
              </p:cNvPr>
              <p:cNvSpPr/>
              <p:nvPr/>
            </p:nvSpPr>
            <p:spPr>
              <a:xfrm>
                <a:off x="6560991" y="3955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09" name="Freeform 39908">
                <a:extLst>
                  <a:ext uri="{FF2B5EF4-FFF2-40B4-BE49-F238E27FC236}">
                    <a16:creationId xmlns:a16="http://schemas.microsoft.com/office/drawing/2014/main" id="{3EAC3AAC-C923-F3E3-1F67-4B7C200F2D84}"/>
                  </a:ext>
                </a:extLst>
              </p:cNvPr>
              <p:cNvSpPr/>
              <p:nvPr/>
            </p:nvSpPr>
            <p:spPr>
              <a:xfrm>
                <a:off x="6561586" y="3971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0" name="Freeform 39909">
                <a:extLst>
                  <a:ext uri="{FF2B5EF4-FFF2-40B4-BE49-F238E27FC236}">
                    <a16:creationId xmlns:a16="http://schemas.microsoft.com/office/drawing/2014/main" id="{4CA766E1-D0DA-30D4-D467-962C2E6CA7CA}"/>
                  </a:ext>
                </a:extLst>
              </p:cNvPr>
              <p:cNvSpPr/>
              <p:nvPr/>
            </p:nvSpPr>
            <p:spPr>
              <a:xfrm>
                <a:off x="6562082" y="3976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1" name="Freeform 39910">
                <a:extLst>
                  <a:ext uri="{FF2B5EF4-FFF2-40B4-BE49-F238E27FC236}">
                    <a16:creationId xmlns:a16="http://schemas.microsoft.com/office/drawing/2014/main" id="{10341205-B350-F261-91EB-2D0797F65C28}"/>
                  </a:ext>
                </a:extLst>
              </p:cNvPr>
              <p:cNvSpPr/>
              <p:nvPr/>
            </p:nvSpPr>
            <p:spPr>
              <a:xfrm>
                <a:off x="6562578" y="3987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2" name="Freeform 39911">
                <a:extLst>
                  <a:ext uri="{FF2B5EF4-FFF2-40B4-BE49-F238E27FC236}">
                    <a16:creationId xmlns:a16="http://schemas.microsoft.com/office/drawing/2014/main" id="{6084A9CD-88F4-5530-912B-0092B1522ADE}"/>
                  </a:ext>
                </a:extLst>
              </p:cNvPr>
              <p:cNvSpPr/>
              <p:nvPr/>
            </p:nvSpPr>
            <p:spPr>
              <a:xfrm>
                <a:off x="6563173" y="3989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3" name="Freeform 39912">
                <a:extLst>
                  <a:ext uri="{FF2B5EF4-FFF2-40B4-BE49-F238E27FC236}">
                    <a16:creationId xmlns:a16="http://schemas.microsoft.com/office/drawing/2014/main" id="{6CAA6B58-269D-9C3B-DFD7-BC5F7375E208}"/>
                  </a:ext>
                </a:extLst>
              </p:cNvPr>
              <p:cNvSpPr/>
              <p:nvPr/>
            </p:nvSpPr>
            <p:spPr>
              <a:xfrm>
                <a:off x="6563670" y="3986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4" name="Freeform 39913">
                <a:extLst>
                  <a:ext uri="{FF2B5EF4-FFF2-40B4-BE49-F238E27FC236}">
                    <a16:creationId xmlns:a16="http://schemas.microsoft.com/office/drawing/2014/main" id="{259CA3E6-AA7D-7198-013E-43CEA9C827D7}"/>
                  </a:ext>
                </a:extLst>
              </p:cNvPr>
              <p:cNvSpPr/>
              <p:nvPr/>
            </p:nvSpPr>
            <p:spPr>
              <a:xfrm>
                <a:off x="6564166" y="3984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5" name="Freeform 39914">
                <a:extLst>
                  <a:ext uri="{FF2B5EF4-FFF2-40B4-BE49-F238E27FC236}">
                    <a16:creationId xmlns:a16="http://schemas.microsoft.com/office/drawing/2014/main" id="{E17F4999-65D2-43E4-98B7-AB44B87ADEF1}"/>
                  </a:ext>
                </a:extLst>
              </p:cNvPr>
              <p:cNvSpPr/>
              <p:nvPr/>
            </p:nvSpPr>
            <p:spPr>
              <a:xfrm>
                <a:off x="6564761" y="3968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6" name="Freeform 39915">
                <a:extLst>
                  <a:ext uri="{FF2B5EF4-FFF2-40B4-BE49-F238E27FC236}">
                    <a16:creationId xmlns:a16="http://schemas.microsoft.com/office/drawing/2014/main" id="{F13544C3-DF90-276C-DACB-D02EE84E62ED}"/>
                  </a:ext>
                </a:extLst>
              </p:cNvPr>
              <p:cNvSpPr/>
              <p:nvPr/>
            </p:nvSpPr>
            <p:spPr>
              <a:xfrm>
                <a:off x="6565257" y="39472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7" name="Freeform 39916">
                <a:extLst>
                  <a:ext uri="{FF2B5EF4-FFF2-40B4-BE49-F238E27FC236}">
                    <a16:creationId xmlns:a16="http://schemas.microsoft.com/office/drawing/2014/main" id="{9AECECFC-7686-6769-0CC6-3D3007DBCE2C}"/>
                  </a:ext>
                </a:extLst>
              </p:cNvPr>
              <p:cNvSpPr/>
              <p:nvPr/>
            </p:nvSpPr>
            <p:spPr>
              <a:xfrm>
                <a:off x="6565753" y="3940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8" name="Freeform 39917">
                <a:extLst>
                  <a:ext uri="{FF2B5EF4-FFF2-40B4-BE49-F238E27FC236}">
                    <a16:creationId xmlns:a16="http://schemas.microsoft.com/office/drawing/2014/main" id="{C0956723-E44C-E492-3F28-07E1A307CBFD}"/>
                  </a:ext>
                </a:extLst>
              </p:cNvPr>
              <p:cNvSpPr/>
              <p:nvPr/>
            </p:nvSpPr>
            <p:spPr>
              <a:xfrm>
                <a:off x="6566348" y="3722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19" name="Freeform 39918">
                <a:extLst>
                  <a:ext uri="{FF2B5EF4-FFF2-40B4-BE49-F238E27FC236}">
                    <a16:creationId xmlns:a16="http://schemas.microsoft.com/office/drawing/2014/main" id="{2628426B-B951-C7FF-0824-EB8F1CD85909}"/>
                  </a:ext>
                </a:extLst>
              </p:cNvPr>
              <p:cNvSpPr/>
              <p:nvPr/>
            </p:nvSpPr>
            <p:spPr>
              <a:xfrm>
                <a:off x="6566845" y="3559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0" name="Freeform 39919">
                <a:extLst>
                  <a:ext uri="{FF2B5EF4-FFF2-40B4-BE49-F238E27FC236}">
                    <a16:creationId xmlns:a16="http://schemas.microsoft.com/office/drawing/2014/main" id="{4F1FF9AD-42A8-CDA3-D6CB-8D5C6439570A}"/>
                  </a:ext>
                </a:extLst>
              </p:cNvPr>
              <p:cNvSpPr/>
              <p:nvPr/>
            </p:nvSpPr>
            <p:spPr>
              <a:xfrm>
                <a:off x="6567341" y="3541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1" name="Freeform 39920">
                <a:extLst>
                  <a:ext uri="{FF2B5EF4-FFF2-40B4-BE49-F238E27FC236}">
                    <a16:creationId xmlns:a16="http://schemas.microsoft.com/office/drawing/2014/main" id="{F6B6C001-F2E0-0CCE-2713-F8FBC1CFF071}"/>
                  </a:ext>
                </a:extLst>
              </p:cNvPr>
              <p:cNvSpPr/>
              <p:nvPr/>
            </p:nvSpPr>
            <p:spPr>
              <a:xfrm>
                <a:off x="6567936" y="3522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2" name="Freeform 39921">
                <a:extLst>
                  <a:ext uri="{FF2B5EF4-FFF2-40B4-BE49-F238E27FC236}">
                    <a16:creationId xmlns:a16="http://schemas.microsoft.com/office/drawing/2014/main" id="{9A064CF9-15CA-2DA2-9414-F2627B56B079}"/>
                  </a:ext>
                </a:extLst>
              </p:cNvPr>
              <p:cNvSpPr/>
              <p:nvPr/>
            </p:nvSpPr>
            <p:spPr>
              <a:xfrm>
                <a:off x="6568432" y="345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3" name="Freeform 39922">
                <a:extLst>
                  <a:ext uri="{FF2B5EF4-FFF2-40B4-BE49-F238E27FC236}">
                    <a16:creationId xmlns:a16="http://schemas.microsoft.com/office/drawing/2014/main" id="{BC666BD0-308E-2F88-13D3-CCA5FBBEACA6}"/>
                  </a:ext>
                </a:extLst>
              </p:cNvPr>
              <p:cNvSpPr/>
              <p:nvPr/>
            </p:nvSpPr>
            <p:spPr>
              <a:xfrm>
                <a:off x="6568928" y="3380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4" name="Freeform 39923">
                <a:extLst>
                  <a:ext uri="{FF2B5EF4-FFF2-40B4-BE49-F238E27FC236}">
                    <a16:creationId xmlns:a16="http://schemas.microsoft.com/office/drawing/2014/main" id="{368BFAA8-8837-745C-FF97-55FA4F3D0525}"/>
                  </a:ext>
                </a:extLst>
              </p:cNvPr>
              <p:cNvSpPr/>
              <p:nvPr/>
            </p:nvSpPr>
            <p:spPr>
              <a:xfrm>
                <a:off x="6569523" y="3289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5" name="Freeform 39924">
                <a:extLst>
                  <a:ext uri="{FF2B5EF4-FFF2-40B4-BE49-F238E27FC236}">
                    <a16:creationId xmlns:a16="http://schemas.microsoft.com/office/drawing/2014/main" id="{3DF961D9-7741-2779-A67C-B6E33DE714AD}"/>
                  </a:ext>
                </a:extLst>
              </p:cNvPr>
              <p:cNvSpPr/>
              <p:nvPr/>
            </p:nvSpPr>
            <p:spPr>
              <a:xfrm>
                <a:off x="6570020" y="3357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6" name="Freeform 39925">
                <a:extLst>
                  <a:ext uri="{FF2B5EF4-FFF2-40B4-BE49-F238E27FC236}">
                    <a16:creationId xmlns:a16="http://schemas.microsoft.com/office/drawing/2014/main" id="{EA48917E-4B53-A259-DBA4-3A679EDD4298}"/>
                  </a:ext>
                </a:extLst>
              </p:cNvPr>
              <p:cNvSpPr/>
              <p:nvPr/>
            </p:nvSpPr>
            <p:spPr>
              <a:xfrm>
                <a:off x="6570516" y="3371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7" name="Freeform 39926">
                <a:extLst>
                  <a:ext uri="{FF2B5EF4-FFF2-40B4-BE49-F238E27FC236}">
                    <a16:creationId xmlns:a16="http://schemas.microsoft.com/office/drawing/2014/main" id="{830944C5-EBAE-ED47-D68C-2B688D5733E9}"/>
                  </a:ext>
                </a:extLst>
              </p:cNvPr>
              <p:cNvSpPr/>
              <p:nvPr/>
            </p:nvSpPr>
            <p:spPr>
              <a:xfrm>
                <a:off x="6571111" y="3334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8" name="Freeform 39927">
                <a:extLst>
                  <a:ext uri="{FF2B5EF4-FFF2-40B4-BE49-F238E27FC236}">
                    <a16:creationId xmlns:a16="http://schemas.microsoft.com/office/drawing/2014/main" id="{B9DDA35E-4F00-6619-7CA4-A64ABC14971B}"/>
                  </a:ext>
                </a:extLst>
              </p:cNvPr>
              <p:cNvSpPr/>
              <p:nvPr/>
            </p:nvSpPr>
            <p:spPr>
              <a:xfrm>
                <a:off x="6571607" y="32962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29" name="Freeform 39928">
                <a:extLst>
                  <a:ext uri="{FF2B5EF4-FFF2-40B4-BE49-F238E27FC236}">
                    <a16:creationId xmlns:a16="http://schemas.microsoft.com/office/drawing/2014/main" id="{6261E8CB-E05C-192B-902C-29A35DBE8B40}"/>
                  </a:ext>
                </a:extLst>
              </p:cNvPr>
              <p:cNvSpPr/>
              <p:nvPr/>
            </p:nvSpPr>
            <p:spPr>
              <a:xfrm>
                <a:off x="6572103" y="3280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0" name="Freeform 39929">
                <a:extLst>
                  <a:ext uri="{FF2B5EF4-FFF2-40B4-BE49-F238E27FC236}">
                    <a16:creationId xmlns:a16="http://schemas.microsoft.com/office/drawing/2014/main" id="{600CC6B6-92ED-DFEA-58F2-67678F82449D}"/>
                  </a:ext>
                </a:extLst>
              </p:cNvPr>
              <p:cNvSpPr/>
              <p:nvPr/>
            </p:nvSpPr>
            <p:spPr>
              <a:xfrm>
                <a:off x="6572599" y="3530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1" name="Freeform 39930">
                <a:extLst>
                  <a:ext uri="{FF2B5EF4-FFF2-40B4-BE49-F238E27FC236}">
                    <a16:creationId xmlns:a16="http://schemas.microsoft.com/office/drawing/2014/main" id="{DE024350-CDBD-62C8-5909-E3136469C4A8}"/>
                  </a:ext>
                </a:extLst>
              </p:cNvPr>
              <p:cNvSpPr/>
              <p:nvPr/>
            </p:nvSpPr>
            <p:spPr>
              <a:xfrm>
                <a:off x="6573195" y="3687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2" name="Freeform 39931">
                <a:extLst>
                  <a:ext uri="{FF2B5EF4-FFF2-40B4-BE49-F238E27FC236}">
                    <a16:creationId xmlns:a16="http://schemas.microsoft.com/office/drawing/2014/main" id="{3F333CB6-C5A0-26CA-CB2D-9A7A0C64D605}"/>
                  </a:ext>
                </a:extLst>
              </p:cNvPr>
              <p:cNvSpPr/>
              <p:nvPr/>
            </p:nvSpPr>
            <p:spPr>
              <a:xfrm>
                <a:off x="6573691" y="3740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3" name="Freeform 39932">
                <a:extLst>
                  <a:ext uri="{FF2B5EF4-FFF2-40B4-BE49-F238E27FC236}">
                    <a16:creationId xmlns:a16="http://schemas.microsoft.com/office/drawing/2014/main" id="{D0C8C83E-08DA-6415-1430-9051D83DFAC6}"/>
                  </a:ext>
                </a:extLst>
              </p:cNvPr>
              <p:cNvSpPr/>
              <p:nvPr/>
            </p:nvSpPr>
            <p:spPr>
              <a:xfrm>
                <a:off x="6574187" y="3789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4" name="Freeform 39933">
                <a:extLst>
                  <a:ext uri="{FF2B5EF4-FFF2-40B4-BE49-F238E27FC236}">
                    <a16:creationId xmlns:a16="http://schemas.microsoft.com/office/drawing/2014/main" id="{64A86712-92B5-55FD-B871-A6E5530320CF}"/>
                  </a:ext>
                </a:extLst>
              </p:cNvPr>
              <p:cNvSpPr/>
              <p:nvPr/>
            </p:nvSpPr>
            <p:spPr>
              <a:xfrm>
                <a:off x="6574782" y="3822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5" name="Freeform 39934">
                <a:extLst>
                  <a:ext uri="{FF2B5EF4-FFF2-40B4-BE49-F238E27FC236}">
                    <a16:creationId xmlns:a16="http://schemas.microsoft.com/office/drawing/2014/main" id="{CA4CA9E7-B860-2E70-66EB-3F0E66655A88}"/>
                  </a:ext>
                </a:extLst>
              </p:cNvPr>
              <p:cNvSpPr/>
              <p:nvPr/>
            </p:nvSpPr>
            <p:spPr>
              <a:xfrm>
                <a:off x="6575278" y="3828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6" name="Freeform 39935">
                <a:extLst>
                  <a:ext uri="{FF2B5EF4-FFF2-40B4-BE49-F238E27FC236}">
                    <a16:creationId xmlns:a16="http://schemas.microsoft.com/office/drawing/2014/main" id="{4FAA909F-43C6-3A19-A4F5-6CB6B37D25CB}"/>
                  </a:ext>
                </a:extLst>
              </p:cNvPr>
              <p:cNvSpPr/>
              <p:nvPr/>
            </p:nvSpPr>
            <p:spPr>
              <a:xfrm>
                <a:off x="6575774" y="38329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7" name="Freeform 39936">
                <a:extLst>
                  <a:ext uri="{FF2B5EF4-FFF2-40B4-BE49-F238E27FC236}">
                    <a16:creationId xmlns:a16="http://schemas.microsoft.com/office/drawing/2014/main" id="{56FEA4C4-E8E7-1553-6E14-65F9AB2E2A10}"/>
                  </a:ext>
                </a:extLst>
              </p:cNvPr>
              <p:cNvSpPr/>
              <p:nvPr/>
            </p:nvSpPr>
            <p:spPr>
              <a:xfrm>
                <a:off x="6576370" y="3833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8" name="Freeform 39937">
                <a:extLst>
                  <a:ext uri="{FF2B5EF4-FFF2-40B4-BE49-F238E27FC236}">
                    <a16:creationId xmlns:a16="http://schemas.microsoft.com/office/drawing/2014/main" id="{74C7D8D3-F655-1DCB-7425-3595E30AE12B}"/>
                  </a:ext>
                </a:extLst>
              </p:cNvPr>
              <p:cNvSpPr/>
              <p:nvPr/>
            </p:nvSpPr>
            <p:spPr>
              <a:xfrm>
                <a:off x="6576866" y="3840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39" name="Freeform 39938">
                <a:extLst>
                  <a:ext uri="{FF2B5EF4-FFF2-40B4-BE49-F238E27FC236}">
                    <a16:creationId xmlns:a16="http://schemas.microsoft.com/office/drawing/2014/main" id="{C541A59A-33C3-81E8-2EDD-3C6C7B862027}"/>
                  </a:ext>
                </a:extLst>
              </p:cNvPr>
              <p:cNvSpPr/>
              <p:nvPr/>
            </p:nvSpPr>
            <p:spPr>
              <a:xfrm>
                <a:off x="6577362" y="3840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0" name="Freeform 39939">
                <a:extLst>
                  <a:ext uri="{FF2B5EF4-FFF2-40B4-BE49-F238E27FC236}">
                    <a16:creationId xmlns:a16="http://schemas.microsoft.com/office/drawing/2014/main" id="{DA513773-B6AB-209D-ED1B-98B90DE944CA}"/>
                  </a:ext>
                </a:extLst>
              </p:cNvPr>
              <p:cNvSpPr/>
              <p:nvPr/>
            </p:nvSpPr>
            <p:spPr>
              <a:xfrm>
                <a:off x="6577957" y="3857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1" name="Freeform 39940">
                <a:extLst>
                  <a:ext uri="{FF2B5EF4-FFF2-40B4-BE49-F238E27FC236}">
                    <a16:creationId xmlns:a16="http://schemas.microsoft.com/office/drawing/2014/main" id="{389BF855-FE0A-D554-CB68-31EE3C3614EB}"/>
                  </a:ext>
                </a:extLst>
              </p:cNvPr>
              <p:cNvSpPr/>
              <p:nvPr/>
            </p:nvSpPr>
            <p:spPr>
              <a:xfrm>
                <a:off x="6578453" y="3765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2" name="Freeform 39941">
                <a:extLst>
                  <a:ext uri="{FF2B5EF4-FFF2-40B4-BE49-F238E27FC236}">
                    <a16:creationId xmlns:a16="http://schemas.microsoft.com/office/drawing/2014/main" id="{0E36A015-765B-11C2-CA96-57059E879C1E}"/>
                  </a:ext>
                </a:extLst>
              </p:cNvPr>
              <p:cNvSpPr/>
              <p:nvPr/>
            </p:nvSpPr>
            <p:spPr>
              <a:xfrm>
                <a:off x="6578949" y="3651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3" name="Freeform 39942">
                <a:extLst>
                  <a:ext uri="{FF2B5EF4-FFF2-40B4-BE49-F238E27FC236}">
                    <a16:creationId xmlns:a16="http://schemas.microsoft.com/office/drawing/2014/main" id="{D77D4737-69F3-7EF1-4A20-8B2B5E9E2014}"/>
                  </a:ext>
                </a:extLst>
              </p:cNvPr>
              <p:cNvSpPr/>
              <p:nvPr/>
            </p:nvSpPr>
            <p:spPr>
              <a:xfrm>
                <a:off x="6579545" y="3322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4" name="Freeform 39943">
                <a:extLst>
                  <a:ext uri="{FF2B5EF4-FFF2-40B4-BE49-F238E27FC236}">
                    <a16:creationId xmlns:a16="http://schemas.microsoft.com/office/drawing/2014/main" id="{985014B4-2917-4282-2541-1F2315032551}"/>
                  </a:ext>
                </a:extLst>
              </p:cNvPr>
              <p:cNvSpPr/>
              <p:nvPr/>
            </p:nvSpPr>
            <p:spPr>
              <a:xfrm>
                <a:off x="6580041" y="3428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5" name="Freeform 39944">
                <a:extLst>
                  <a:ext uri="{FF2B5EF4-FFF2-40B4-BE49-F238E27FC236}">
                    <a16:creationId xmlns:a16="http://schemas.microsoft.com/office/drawing/2014/main" id="{C1A5587D-2F73-F07B-7509-94C0ED5D8463}"/>
                  </a:ext>
                </a:extLst>
              </p:cNvPr>
              <p:cNvSpPr/>
              <p:nvPr/>
            </p:nvSpPr>
            <p:spPr>
              <a:xfrm>
                <a:off x="6580537" y="3479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6" name="Freeform 39945">
                <a:extLst>
                  <a:ext uri="{FF2B5EF4-FFF2-40B4-BE49-F238E27FC236}">
                    <a16:creationId xmlns:a16="http://schemas.microsoft.com/office/drawing/2014/main" id="{02D7D9A6-0227-A57A-4366-E23A42A1512F}"/>
                  </a:ext>
                </a:extLst>
              </p:cNvPr>
              <p:cNvSpPr/>
              <p:nvPr/>
            </p:nvSpPr>
            <p:spPr>
              <a:xfrm>
                <a:off x="6581132" y="3462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7" name="Freeform 39946">
                <a:extLst>
                  <a:ext uri="{FF2B5EF4-FFF2-40B4-BE49-F238E27FC236}">
                    <a16:creationId xmlns:a16="http://schemas.microsoft.com/office/drawing/2014/main" id="{5762B41B-64F3-1128-AA61-0D6AB9180173}"/>
                  </a:ext>
                </a:extLst>
              </p:cNvPr>
              <p:cNvSpPr/>
              <p:nvPr/>
            </p:nvSpPr>
            <p:spPr>
              <a:xfrm>
                <a:off x="6581628" y="3437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8" name="Freeform 39947">
                <a:extLst>
                  <a:ext uri="{FF2B5EF4-FFF2-40B4-BE49-F238E27FC236}">
                    <a16:creationId xmlns:a16="http://schemas.microsoft.com/office/drawing/2014/main" id="{5FB3B1B7-EA68-D732-DD0F-9AEDCF68556C}"/>
                  </a:ext>
                </a:extLst>
              </p:cNvPr>
              <p:cNvSpPr/>
              <p:nvPr/>
            </p:nvSpPr>
            <p:spPr>
              <a:xfrm>
                <a:off x="6582124" y="3499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49" name="Freeform 39948">
                <a:extLst>
                  <a:ext uri="{FF2B5EF4-FFF2-40B4-BE49-F238E27FC236}">
                    <a16:creationId xmlns:a16="http://schemas.microsoft.com/office/drawing/2014/main" id="{C6E1EBEE-095C-72FE-A467-4EA8E36080D8}"/>
                  </a:ext>
                </a:extLst>
              </p:cNvPr>
              <p:cNvSpPr/>
              <p:nvPr/>
            </p:nvSpPr>
            <p:spPr>
              <a:xfrm>
                <a:off x="6582720" y="3452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0" name="Freeform 39949">
                <a:extLst>
                  <a:ext uri="{FF2B5EF4-FFF2-40B4-BE49-F238E27FC236}">
                    <a16:creationId xmlns:a16="http://schemas.microsoft.com/office/drawing/2014/main" id="{14F6ABD8-9317-B0BE-38E7-946934D017AE}"/>
                  </a:ext>
                </a:extLst>
              </p:cNvPr>
              <p:cNvSpPr/>
              <p:nvPr/>
            </p:nvSpPr>
            <p:spPr>
              <a:xfrm>
                <a:off x="6583216" y="3422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1" name="Freeform 39950">
                <a:extLst>
                  <a:ext uri="{FF2B5EF4-FFF2-40B4-BE49-F238E27FC236}">
                    <a16:creationId xmlns:a16="http://schemas.microsoft.com/office/drawing/2014/main" id="{236257BF-BBD2-5C90-CE36-EE115C5F75E4}"/>
                  </a:ext>
                </a:extLst>
              </p:cNvPr>
              <p:cNvSpPr/>
              <p:nvPr/>
            </p:nvSpPr>
            <p:spPr>
              <a:xfrm>
                <a:off x="6583712" y="3334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2" name="Freeform 39951">
                <a:extLst>
                  <a:ext uri="{FF2B5EF4-FFF2-40B4-BE49-F238E27FC236}">
                    <a16:creationId xmlns:a16="http://schemas.microsoft.com/office/drawing/2014/main" id="{229D6B4F-469D-F814-31AA-B3A232B2BB86}"/>
                  </a:ext>
                </a:extLst>
              </p:cNvPr>
              <p:cNvSpPr/>
              <p:nvPr/>
            </p:nvSpPr>
            <p:spPr>
              <a:xfrm>
                <a:off x="6584208" y="3284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3" name="Freeform 39952">
                <a:extLst>
                  <a:ext uri="{FF2B5EF4-FFF2-40B4-BE49-F238E27FC236}">
                    <a16:creationId xmlns:a16="http://schemas.microsoft.com/office/drawing/2014/main" id="{13615DF1-9BE4-ECF0-1A7D-6007B896F7C5}"/>
                  </a:ext>
                </a:extLst>
              </p:cNvPr>
              <p:cNvSpPr/>
              <p:nvPr/>
            </p:nvSpPr>
            <p:spPr>
              <a:xfrm>
                <a:off x="6584803" y="3310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4" name="Freeform 39953">
                <a:extLst>
                  <a:ext uri="{FF2B5EF4-FFF2-40B4-BE49-F238E27FC236}">
                    <a16:creationId xmlns:a16="http://schemas.microsoft.com/office/drawing/2014/main" id="{1CDF37E3-CB0C-87E0-7973-8BF7731C6D8B}"/>
                  </a:ext>
                </a:extLst>
              </p:cNvPr>
              <p:cNvSpPr/>
              <p:nvPr/>
            </p:nvSpPr>
            <p:spPr>
              <a:xfrm>
                <a:off x="6585299" y="3652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5" name="Freeform 39954">
                <a:extLst>
                  <a:ext uri="{FF2B5EF4-FFF2-40B4-BE49-F238E27FC236}">
                    <a16:creationId xmlns:a16="http://schemas.microsoft.com/office/drawing/2014/main" id="{13F820F1-8AAC-946F-DE3F-51D0A5269D8B}"/>
                  </a:ext>
                </a:extLst>
              </p:cNvPr>
              <p:cNvSpPr/>
              <p:nvPr/>
            </p:nvSpPr>
            <p:spPr>
              <a:xfrm>
                <a:off x="6585795" y="3801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6" name="Freeform 39955">
                <a:extLst>
                  <a:ext uri="{FF2B5EF4-FFF2-40B4-BE49-F238E27FC236}">
                    <a16:creationId xmlns:a16="http://schemas.microsoft.com/office/drawing/2014/main" id="{5DF6E4E8-CF2C-71D0-045F-C2922E3E0898}"/>
                  </a:ext>
                </a:extLst>
              </p:cNvPr>
              <p:cNvSpPr/>
              <p:nvPr/>
            </p:nvSpPr>
            <p:spPr>
              <a:xfrm>
                <a:off x="6586391" y="3844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7" name="Freeform 39956">
                <a:extLst>
                  <a:ext uri="{FF2B5EF4-FFF2-40B4-BE49-F238E27FC236}">
                    <a16:creationId xmlns:a16="http://schemas.microsoft.com/office/drawing/2014/main" id="{E03FEC76-D609-265D-0D2B-5244E932D225}"/>
                  </a:ext>
                </a:extLst>
              </p:cNvPr>
              <p:cNvSpPr/>
              <p:nvPr/>
            </p:nvSpPr>
            <p:spPr>
              <a:xfrm>
                <a:off x="6586887" y="3862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8" name="Freeform 39957">
                <a:extLst>
                  <a:ext uri="{FF2B5EF4-FFF2-40B4-BE49-F238E27FC236}">
                    <a16:creationId xmlns:a16="http://schemas.microsoft.com/office/drawing/2014/main" id="{90B256EF-1F3B-829E-57D5-80FADD820426}"/>
                  </a:ext>
                </a:extLst>
              </p:cNvPr>
              <p:cNvSpPr/>
              <p:nvPr/>
            </p:nvSpPr>
            <p:spPr>
              <a:xfrm>
                <a:off x="6587383" y="3870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59" name="Freeform 39958">
                <a:extLst>
                  <a:ext uri="{FF2B5EF4-FFF2-40B4-BE49-F238E27FC236}">
                    <a16:creationId xmlns:a16="http://schemas.microsoft.com/office/drawing/2014/main" id="{C43A2528-9859-E714-7C8B-2EF7C10B76C7}"/>
                  </a:ext>
                </a:extLst>
              </p:cNvPr>
              <p:cNvSpPr/>
              <p:nvPr/>
            </p:nvSpPr>
            <p:spPr>
              <a:xfrm>
                <a:off x="6587978" y="3875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0" name="Freeform 39959">
                <a:extLst>
                  <a:ext uri="{FF2B5EF4-FFF2-40B4-BE49-F238E27FC236}">
                    <a16:creationId xmlns:a16="http://schemas.microsoft.com/office/drawing/2014/main" id="{9B16ECED-A8EA-6F23-50FC-8C2F05F934CB}"/>
                  </a:ext>
                </a:extLst>
              </p:cNvPr>
              <p:cNvSpPr/>
              <p:nvPr/>
            </p:nvSpPr>
            <p:spPr>
              <a:xfrm>
                <a:off x="6588474" y="3885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1" name="Freeform 39960">
                <a:extLst>
                  <a:ext uri="{FF2B5EF4-FFF2-40B4-BE49-F238E27FC236}">
                    <a16:creationId xmlns:a16="http://schemas.microsoft.com/office/drawing/2014/main" id="{CD6F7883-E13B-4260-4514-2154FAB256ED}"/>
                  </a:ext>
                </a:extLst>
              </p:cNvPr>
              <p:cNvSpPr/>
              <p:nvPr/>
            </p:nvSpPr>
            <p:spPr>
              <a:xfrm>
                <a:off x="6588970" y="3894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2" name="Freeform 39961">
                <a:extLst>
                  <a:ext uri="{FF2B5EF4-FFF2-40B4-BE49-F238E27FC236}">
                    <a16:creationId xmlns:a16="http://schemas.microsoft.com/office/drawing/2014/main" id="{1783A3BB-235B-6A92-8847-98612246081C}"/>
                  </a:ext>
                </a:extLst>
              </p:cNvPr>
              <p:cNvSpPr/>
              <p:nvPr/>
            </p:nvSpPr>
            <p:spPr>
              <a:xfrm>
                <a:off x="6589566" y="3897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3" name="Freeform 39962">
                <a:extLst>
                  <a:ext uri="{FF2B5EF4-FFF2-40B4-BE49-F238E27FC236}">
                    <a16:creationId xmlns:a16="http://schemas.microsoft.com/office/drawing/2014/main" id="{692D8940-82D2-4FDA-3A85-E1F92F91FD4A}"/>
                  </a:ext>
                </a:extLst>
              </p:cNvPr>
              <p:cNvSpPr/>
              <p:nvPr/>
            </p:nvSpPr>
            <p:spPr>
              <a:xfrm>
                <a:off x="6590062" y="3901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4" name="Freeform 39963">
                <a:extLst>
                  <a:ext uri="{FF2B5EF4-FFF2-40B4-BE49-F238E27FC236}">
                    <a16:creationId xmlns:a16="http://schemas.microsoft.com/office/drawing/2014/main" id="{0B54DB32-53BC-1111-0B0F-41EBE26A25AF}"/>
                  </a:ext>
                </a:extLst>
              </p:cNvPr>
              <p:cNvSpPr/>
              <p:nvPr/>
            </p:nvSpPr>
            <p:spPr>
              <a:xfrm>
                <a:off x="6590558" y="3896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5" name="Freeform 39964">
                <a:extLst>
                  <a:ext uri="{FF2B5EF4-FFF2-40B4-BE49-F238E27FC236}">
                    <a16:creationId xmlns:a16="http://schemas.microsoft.com/office/drawing/2014/main" id="{DDD3687B-5336-6CF6-9C3A-B5EF9BB26A4B}"/>
                  </a:ext>
                </a:extLst>
              </p:cNvPr>
              <p:cNvSpPr/>
              <p:nvPr/>
            </p:nvSpPr>
            <p:spPr>
              <a:xfrm>
                <a:off x="6591153" y="3883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6" name="Freeform 39965">
                <a:extLst>
                  <a:ext uri="{FF2B5EF4-FFF2-40B4-BE49-F238E27FC236}">
                    <a16:creationId xmlns:a16="http://schemas.microsoft.com/office/drawing/2014/main" id="{16128847-5CB6-E9C7-3C45-4DE32AAFB211}"/>
                  </a:ext>
                </a:extLst>
              </p:cNvPr>
              <p:cNvSpPr/>
              <p:nvPr/>
            </p:nvSpPr>
            <p:spPr>
              <a:xfrm>
                <a:off x="6591649" y="3747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7" name="Freeform 39966">
                <a:extLst>
                  <a:ext uri="{FF2B5EF4-FFF2-40B4-BE49-F238E27FC236}">
                    <a16:creationId xmlns:a16="http://schemas.microsoft.com/office/drawing/2014/main" id="{B01E9BE6-9A6B-F252-C91D-5BA1EAA85D3D}"/>
                  </a:ext>
                </a:extLst>
              </p:cNvPr>
              <p:cNvSpPr/>
              <p:nvPr/>
            </p:nvSpPr>
            <p:spPr>
              <a:xfrm>
                <a:off x="6592145" y="3529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8" name="Freeform 39967">
                <a:extLst>
                  <a:ext uri="{FF2B5EF4-FFF2-40B4-BE49-F238E27FC236}">
                    <a16:creationId xmlns:a16="http://schemas.microsoft.com/office/drawing/2014/main" id="{A54731C0-E4B4-6D8A-CAD2-23D017DE2B74}"/>
                  </a:ext>
                </a:extLst>
              </p:cNvPr>
              <p:cNvSpPr/>
              <p:nvPr/>
            </p:nvSpPr>
            <p:spPr>
              <a:xfrm>
                <a:off x="6592741" y="3505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69" name="Freeform 39968">
                <a:extLst>
                  <a:ext uri="{FF2B5EF4-FFF2-40B4-BE49-F238E27FC236}">
                    <a16:creationId xmlns:a16="http://schemas.microsoft.com/office/drawing/2014/main" id="{1A6450D9-904D-02CD-C1C6-5B34A3A01601}"/>
                  </a:ext>
                </a:extLst>
              </p:cNvPr>
              <p:cNvSpPr/>
              <p:nvPr/>
            </p:nvSpPr>
            <p:spPr>
              <a:xfrm>
                <a:off x="6593237" y="3544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0" name="Freeform 39969">
                <a:extLst>
                  <a:ext uri="{FF2B5EF4-FFF2-40B4-BE49-F238E27FC236}">
                    <a16:creationId xmlns:a16="http://schemas.microsoft.com/office/drawing/2014/main" id="{A5018584-4DCC-64EC-03AF-D6BBDD3B9067}"/>
                  </a:ext>
                </a:extLst>
              </p:cNvPr>
              <p:cNvSpPr/>
              <p:nvPr/>
            </p:nvSpPr>
            <p:spPr>
              <a:xfrm>
                <a:off x="6593733" y="3561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1" name="Freeform 39970">
                <a:extLst>
                  <a:ext uri="{FF2B5EF4-FFF2-40B4-BE49-F238E27FC236}">
                    <a16:creationId xmlns:a16="http://schemas.microsoft.com/office/drawing/2014/main" id="{379122FA-DBF6-2944-46B5-45D223F0ED8E}"/>
                  </a:ext>
                </a:extLst>
              </p:cNvPr>
              <p:cNvSpPr/>
              <p:nvPr/>
            </p:nvSpPr>
            <p:spPr>
              <a:xfrm>
                <a:off x="6594328" y="3522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2" name="Freeform 39971">
                <a:extLst>
                  <a:ext uri="{FF2B5EF4-FFF2-40B4-BE49-F238E27FC236}">
                    <a16:creationId xmlns:a16="http://schemas.microsoft.com/office/drawing/2014/main" id="{6A98369B-C1A6-ECBA-454E-7B93CCBDC26C}"/>
                  </a:ext>
                </a:extLst>
              </p:cNvPr>
              <p:cNvSpPr/>
              <p:nvPr/>
            </p:nvSpPr>
            <p:spPr>
              <a:xfrm>
                <a:off x="6594824" y="3491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3" name="Freeform 39972">
                <a:extLst>
                  <a:ext uri="{FF2B5EF4-FFF2-40B4-BE49-F238E27FC236}">
                    <a16:creationId xmlns:a16="http://schemas.microsoft.com/office/drawing/2014/main" id="{D1B4CFBB-73DB-1927-5E38-E0D577270EF9}"/>
                  </a:ext>
                </a:extLst>
              </p:cNvPr>
              <p:cNvSpPr/>
              <p:nvPr/>
            </p:nvSpPr>
            <p:spPr>
              <a:xfrm>
                <a:off x="6595320" y="3424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4" name="Freeform 39973">
                <a:extLst>
                  <a:ext uri="{FF2B5EF4-FFF2-40B4-BE49-F238E27FC236}">
                    <a16:creationId xmlns:a16="http://schemas.microsoft.com/office/drawing/2014/main" id="{BD3E87AC-7134-F13B-5AB9-D11250E85D66}"/>
                  </a:ext>
                </a:extLst>
              </p:cNvPr>
              <p:cNvSpPr/>
              <p:nvPr/>
            </p:nvSpPr>
            <p:spPr>
              <a:xfrm>
                <a:off x="6595916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5" name="Freeform 39974">
                <a:extLst>
                  <a:ext uri="{FF2B5EF4-FFF2-40B4-BE49-F238E27FC236}">
                    <a16:creationId xmlns:a16="http://schemas.microsoft.com/office/drawing/2014/main" id="{8526F938-AB3F-B146-1724-D8E90310EF59}"/>
                  </a:ext>
                </a:extLst>
              </p:cNvPr>
              <p:cNvSpPr/>
              <p:nvPr/>
            </p:nvSpPr>
            <p:spPr>
              <a:xfrm>
                <a:off x="6596412" y="3303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6" name="Freeform 39975">
                <a:extLst>
                  <a:ext uri="{FF2B5EF4-FFF2-40B4-BE49-F238E27FC236}">
                    <a16:creationId xmlns:a16="http://schemas.microsoft.com/office/drawing/2014/main" id="{EF08855F-C04B-72EA-7D83-196B0286B038}"/>
                  </a:ext>
                </a:extLst>
              </p:cNvPr>
              <p:cNvSpPr/>
              <p:nvPr/>
            </p:nvSpPr>
            <p:spPr>
              <a:xfrm>
                <a:off x="6596908" y="3335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7" name="Freeform 39976">
                <a:extLst>
                  <a:ext uri="{FF2B5EF4-FFF2-40B4-BE49-F238E27FC236}">
                    <a16:creationId xmlns:a16="http://schemas.microsoft.com/office/drawing/2014/main" id="{6809DFE5-1E8C-6C24-174F-AE76B07FB964}"/>
                  </a:ext>
                </a:extLst>
              </p:cNvPr>
              <p:cNvSpPr/>
              <p:nvPr/>
            </p:nvSpPr>
            <p:spPr>
              <a:xfrm>
                <a:off x="6597404" y="3396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8" name="Freeform 39977">
                <a:extLst>
                  <a:ext uri="{FF2B5EF4-FFF2-40B4-BE49-F238E27FC236}">
                    <a16:creationId xmlns:a16="http://schemas.microsoft.com/office/drawing/2014/main" id="{34DEAEB9-915E-7BA5-6FD3-BA306E80952C}"/>
                  </a:ext>
                </a:extLst>
              </p:cNvPr>
              <p:cNvSpPr/>
              <p:nvPr/>
            </p:nvSpPr>
            <p:spPr>
              <a:xfrm>
                <a:off x="6597999" y="3761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79" name="Freeform 39978">
                <a:extLst>
                  <a:ext uri="{FF2B5EF4-FFF2-40B4-BE49-F238E27FC236}">
                    <a16:creationId xmlns:a16="http://schemas.microsoft.com/office/drawing/2014/main" id="{4051FA84-236B-DFF0-683B-1F22FD3BD32C}"/>
                  </a:ext>
                </a:extLst>
              </p:cNvPr>
              <p:cNvSpPr/>
              <p:nvPr/>
            </p:nvSpPr>
            <p:spPr>
              <a:xfrm>
                <a:off x="6598495" y="3868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0" name="Freeform 39979">
                <a:extLst>
                  <a:ext uri="{FF2B5EF4-FFF2-40B4-BE49-F238E27FC236}">
                    <a16:creationId xmlns:a16="http://schemas.microsoft.com/office/drawing/2014/main" id="{33C4D61B-2BE3-BC9E-C1C5-A2DA4FB87764}"/>
                  </a:ext>
                </a:extLst>
              </p:cNvPr>
              <p:cNvSpPr/>
              <p:nvPr/>
            </p:nvSpPr>
            <p:spPr>
              <a:xfrm>
                <a:off x="6598991" y="3908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1" name="Freeform 39980">
                <a:extLst>
                  <a:ext uri="{FF2B5EF4-FFF2-40B4-BE49-F238E27FC236}">
                    <a16:creationId xmlns:a16="http://schemas.microsoft.com/office/drawing/2014/main" id="{4FCB90BE-510C-6E3D-58CB-32CDF0CD07BB}"/>
                  </a:ext>
                </a:extLst>
              </p:cNvPr>
              <p:cNvSpPr/>
              <p:nvPr/>
            </p:nvSpPr>
            <p:spPr>
              <a:xfrm>
                <a:off x="6599587" y="3921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2" name="Freeform 39981">
                <a:extLst>
                  <a:ext uri="{FF2B5EF4-FFF2-40B4-BE49-F238E27FC236}">
                    <a16:creationId xmlns:a16="http://schemas.microsoft.com/office/drawing/2014/main" id="{5EDF6D41-9350-BBF2-CC71-DCAC2975A63D}"/>
                  </a:ext>
                </a:extLst>
              </p:cNvPr>
              <p:cNvSpPr/>
              <p:nvPr/>
            </p:nvSpPr>
            <p:spPr>
              <a:xfrm>
                <a:off x="6600083" y="392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3" name="Freeform 39982">
                <a:extLst>
                  <a:ext uri="{FF2B5EF4-FFF2-40B4-BE49-F238E27FC236}">
                    <a16:creationId xmlns:a16="http://schemas.microsoft.com/office/drawing/2014/main" id="{6EEC1982-2A91-84F8-D31C-7F15B66C54E8}"/>
                  </a:ext>
                </a:extLst>
              </p:cNvPr>
              <p:cNvSpPr/>
              <p:nvPr/>
            </p:nvSpPr>
            <p:spPr>
              <a:xfrm>
                <a:off x="6600579" y="3936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4" name="Freeform 39983">
                <a:extLst>
                  <a:ext uri="{FF2B5EF4-FFF2-40B4-BE49-F238E27FC236}">
                    <a16:creationId xmlns:a16="http://schemas.microsoft.com/office/drawing/2014/main" id="{6251548E-B6F5-B447-1D5C-596F2492229D}"/>
                  </a:ext>
                </a:extLst>
              </p:cNvPr>
              <p:cNvSpPr/>
              <p:nvPr/>
            </p:nvSpPr>
            <p:spPr>
              <a:xfrm>
                <a:off x="6601174" y="3940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5" name="Freeform 39984">
                <a:extLst>
                  <a:ext uri="{FF2B5EF4-FFF2-40B4-BE49-F238E27FC236}">
                    <a16:creationId xmlns:a16="http://schemas.microsoft.com/office/drawing/2014/main" id="{1D963985-25D2-5A04-E5F5-989B57DD3CAE}"/>
                  </a:ext>
                </a:extLst>
              </p:cNvPr>
              <p:cNvSpPr/>
              <p:nvPr/>
            </p:nvSpPr>
            <p:spPr>
              <a:xfrm>
                <a:off x="6601670" y="394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6" name="Freeform 39985">
                <a:extLst>
                  <a:ext uri="{FF2B5EF4-FFF2-40B4-BE49-F238E27FC236}">
                    <a16:creationId xmlns:a16="http://schemas.microsoft.com/office/drawing/2014/main" id="{4E2509A9-F30D-8795-88C1-02885D006CE6}"/>
                  </a:ext>
                </a:extLst>
              </p:cNvPr>
              <p:cNvSpPr/>
              <p:nvPr/>
            </p:nvSpPr>
            <p:spPr>
              <a:xfrm>
                <a:off x="6602166" y="3943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7" name="Freeform 39986">
                <a:extLst>
                  <a:ext uri="{FF2B5EF4-FFF2-40B4-BE49-F238E27FC236}">
                    <a16:creationId xmlns:a16="http://schemas.microsoft.com/office/drawing/2014/main" id="{F5DCE4F9-8DD3-9093-B0F8-391148A92A6B}"/>
                  </a:ext>
                </a:extLst>
              </p:cNvPr>
              <p:cNvSpPr/>
              <p:nvPr/>
            </p:nvSpPr>
            <p:spPr>
              <a:xfrm>
                <a:off x="6602762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8" name="Freeform 39987">
                <a:extLst>
                  <a:ext uri="{FF2B5EF4-FFF2-40B4-BE49-F238E27FC236}">
                    <a16:creationId xmlns:a16="http://schemas.microsoft.com/office/drawing/2014/main" id="{09C1FD3F-ADA4-452C-2BA2-84A528269C66}"/>
                  </a:ext>
                </a:extLst>
              </p:cNvPr>
              <p:cNvSpPr/>
              <p:nvPr/>
            </p:nvSpPr>
            <p:spPr>
              <a:xfrm>
                <a:off x="6603258" y="3929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89" name="Freeform 39988">
                <a:extLst>
                  <a:ext uri="{FF2B5EF4-FFF2-40B4-BE49-F238E27FC236}">
                    <a16:creationId xmlns:a16="http://schemas.microsoft.com/office/drawing/2014/main" id="{9C908B58-6C8B-D7F3-69A5-D4553FD61725}"/>
                  </a:ext>
                </a:extLst>
              </p:cNvPr>
              <p:cNvSpPr/>
              <p:nvPr/>
            </p:nvSpPr>
            <p:spPr>
              <a:xfrm>
                <a:off x="6603754" y="3861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0" name="Freeform 39989">
                <a:extLst>
                  <a:ext uri="{FF2B5EF4-FFF2-40B4-BE49-F238E27FC236}">
                    <a16:creationId xmlns:a16="http://schemas.microsoft.com/office/drawing/2014/main" id="{0BF72981-F785-C835-8C18-D1BC134C266B}"/>
                  </a:ext>
                </a:extLst>
              </p:cNvPr>
              <p:cNvSpPr/>
              <p:nvPr/>
            </p:nvSpPr>
            <p:spPr>
              <a:xfrm>
                <a:off x="6604349" y="3721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1" name="Freeform 39990">
                <a:extLst>
                  <a:ext uri="{FF2B5EF4-FFF2-40B4-BE49-F238E27FC236}">
                    <a16:creationId xmlns:a16="http://schemas.microsoft.com/office/drawing/2014/main" id="{6176E2FF-A94F-9AD4-5613-F44F550FBC45}"/>
                  </a:ext>
                </a:extLst>
              </p:cNvPr>
              <p:cNvSpPr/>
              <p:nvPr/>
            </p:nvSpPr>
            <p:spPr>
              <a:xfrm>
                <a:off x="6604845" y="3530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2" name="Freeform 39991">
                <a:extLst>
                  <a:ext uri="{FF2B5EF4-FFF2-40B4-BE49-F238E27FC236}">
                    <a16:creationId xmlns:a16="http://schemas.microsoft.com/office/drawing/2014/main" id="{5E9634E8-CEF7-D497-8BC7-76827088B374}"/>
                  </a:ext>
                </a:extLst>
              </p:cNvPr>
              <p:cNvSpPr/>
              <p:nvPr/>
            </p:nvSpPr>
            <p:spPr>
              <a:xfrm>
                <a:off x="6605341" y="3489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3" name="Freeform 39992">
                <a:extLst>
                  <a:ext uri="{FF2B5EF4-FFF2-40B4-BE49-F238E27FC236}">
                    <a16:creationId xmlns:a16="http://schemas.microsoft.com/office/drawing/2014/main" id="{423CF1F2-74CF-D132-8A83-3AA456F3A8DC}"/>
                  </a:ext>
                </a:extLst>
              </p:cNvPr>
              <p:cNvSpPr/>
              <p:nvPr/>
            </p:nvSpPr>
            <p:spPr>
              <a:xfrm>
                <a:off x="6605937" y="3552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4" name="Freeform 39993">
                <a:extLst>
                  <a:ext uri="{FF2B5EF4-FFF2-40B4-BE49-F238E27FC236}">
                    <a16:creationId xmlns:a16="http://schemas.microsoft.com/office/drawing/2014/main" id="{191CE666-68C8-DF9B-80B7-DA1E5F682F7D}"/>
                  </a:ext>
                </a:extLst>
              </p:cNvPr>
              <p:cNvSpPr/>
              <p:nvPr/>
            </p:nvSpPr>
            <p:spPr>
              <a:xfrm>
                <a:off x="6606433" y="3563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5" name="Freeform 39994">
                <a:extLst>
                  <a:ext uri="{FF2B5EF4-FFF2-40B4-BE49-F238E27FC236}">
                    <a16:creationId xmlns:a16="http://schemas.microsoft.com/office/drawing/2014/main" id="{95BAA3B8-29B6-F00F-648A-D454AD28AD7E}"/>
                  </a:ext>
                </a:extLst>
              </p:cNvPr>
              <p:cNvSpPr/>
              <p:nvPr/>
            </p:nvSpPr>
            <p:spPr>
              <a:xfrm>
                <a:off x="6606929" y="3594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6" name="Freeform 39995">
                <a:extLst>
                  <a:ext uri="{FF2B5EF4-FFF2-40B4-BE49-F238E27FC236}">
                    <a16:creationId xmlns:a16="http://schemas.microsoft.com/office/drawing/2014/main" id="{4A0078C0-0AC8-70D1-A2A4-CFAACDF7D62C}"/>
                  </a:ext>
                </a:extLst>
              </p:cNvPr>
              <p:cNvSpPr/>
              <p:nvPr/>
            </p:nvSpPr>
            <p:spPr>
              <a:xfrm>
                <a:off x="6607524" y="3594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7" name="Freeform 39996">
                <a:extLst>
                  <a:ext uri="{FF2B5EF4-FFF2-40B4-BE49-F238E27FC236}">
                    <a16:creationId xmlns:a16="http://schemas.microsoft.com/office/drawing/2014/main" id="{2F6C3B85-BF22-1705-74B3-F96C97075C80}"/>
                  </a:ext>
                </a:extLst>
              </p:cNvPr>
              <p:cNvSpPr/>
              <p:nvPr/>
            </p:nvSpPr>
            <p:spPr>
              <a:xfrm>
                <a:off x="6608020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8" name="Freeform 39997">
                <a:extLst>
                  <a:ext uri="{FF2B5EF4-FFF2-40B4-BE49-F238E27FC236}">
                    <a16:creationId xmlns:a16="http://schemas.microsoft.com/office/drawing/2014/main" id="{0308EA35-E379-F9E8-0658-54EC32E1770E}"/>
                  </a:ext>
                </a:extLst>
              </p:cNvPr>
              <p:cNvSpPr/>
              <p:nvPr/>
            </p:nvSpPr>
            <p:spPr>
              <a:xfrm>
                <a:off x="6608516" y="3505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99" name="Freeform 39998">
                <a:extLst>
                  <a:ext uri="{FF2B5EF4-FFF2-40B4-BE49-F238E27FC236}">
                    <a16:creationId xmlns:a16="http://schemas.microsoft.com/office/drawing/2014/main" id="{630B4B25-C479-AD2A-FBDD-D3315A548E57}"/>
                  </a:ext>
                </a:extLst>
              </p:cNvPr>
              <p:cNvSpPr/>
              <p:nvPr/>
            </p:nvSpPr>
            <p:spPr>
              <a:xfrm>
                <a:off x="6609013" y="3466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0" name="Freeform 39999">
                <a:extLst>
                  <a:ext uri="{FF2B5EF4-FFF2-40B4-BE49-F238E27FC236}">
                    <a16:creationId xmlns:a16="http://schemas.microsoft.com/office/drawing/2014/main" id="{EA084908-9673-F6CC-A427-FF18E65FAEA7}"/>
                  </a:ext>
                </a:extLst>
              </p:cNvPr>
              <p:cNvSpPr/>
              <p:nvPr/>
            </p:nvSpPr>
            <p:spPr>
              <a:xfrm>
                <a:off x="6609608" y="3423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1" name="Freeform 40000">
                <a:extLst>
                  <a:ext uri="{FF2B5EF4-FFF2-40B4-BE49-F238E27FC236}">
                    <a16:creationId xmlns:a16="http://schemas.microsoft.com/office/drawing/2014/main" id="{9B881EF7-A2CB-FDC3-1CA1-9B788584D391}"/>
                  </a:ext>
                </a:extLst>
              </p:cNvPr>
              <p:cNvSpPr/>
              <p:nvPr/>
            </p:nvSpPr>
            <p:spPr>
              <a:xfrm>
                <a:off x="6610104" y="3412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2" name="Freeform 40001">
                <a:extLst>
                  <a:ext uri="{FF2B5EF4-FFF2-40B4-BE49-F238E27FC236}">
                    <a16:creationId xmlns:a16="http://schemas.microsoft.com/office/drawing/2014/main" id="{38A83781-E85B-3AAA-6445-8BFDCD50E608}"/>
                  </a:ext>
                </a:extLst>
              </p:cNvPr>
              <p:cNvSpPr/>
              <p:nvPr/>
            </p:nvSpPr>
            <p:spPr>
              <a:xfrm>
                <a:off x="6610600" y="3723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3" name="Freeform 40002">
                <a:extLst>
                  <a:ext uri="{FF2B5EF4-FFF2-40B4-BE49-F238E27FC236}">
                    <a16:creationId xmlns:a16="http://schemas.microsoft.com/office/drawing/2014/main" id="{3F4C0C1F-14BA-B8E4-0F0B-5D06F11F108C}"/>
                  </a:ext>
                </a:extLst>
              </p:cNvPr>
              <p:cNvSpPr/>
              <p:nvPr/>
            </p:nvSpPr>
            <p:spPr>
              <a:xfrm>
                <a:off x="6611195" y="3857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4" name="Freeform 40003">
                <a:extLst>
                  <a:ext uri="{FF2B5EF4-FFF2-40B4-BE49-F238E27FC236}">
                    <a16:creationId xmlns:a16="http://schemas.microsoft.com/office/drawing/2014/main" id="{448493D4-45D8-ED7B-A578-A028B1B7A523}"/>
                  </a:ext>
                </a:extLst>
              </p:cNvPr>
              <p:cNvSpPr/>
              <p:nvPr/>
            </p:nvSpPr>
            <p:spPr>
              <a:xfrm>
                <a:off x="6611691" y="3899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5" name="Freeform 40004">
                <a:extLst>
                  <a:ext uri="{FF2B5EF4-FFF2-40B4-BE49-F238E27FC236}">
                    <a16:creationId xmlns:a16="http://schemas.microsoft.com/office/drawing/2014/main" id="{593DC965-A3C4-BC92-97E2-5CCD64FFAE91}"/>
                  </a:ext>
                </a:extLst>
              </p:cNvPr>
              <p:cNvSpPr/>
              <p:nvPr/>
            </p:nvSpPr>
            <p:spPr>
              <a:xfrm>
                <a:off x="6612188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6" name="Freeform 40005">
                <a:extLst>
                  <a:ext uri="{FF2B5EF4-FFF2-40B4-BE49-F238E27FC236}">
                    <a16:creationId xmlns:a16="http://schemas.microsoft.com/office/drawing/2014/main" id="{8F53D786-5165-6FE8-1B4C-EA6D33D85177}"/>
                  </a:ext>
                </a:extLst>
              </p:cNvPr>
              <p:cNvSpPr/>
              <p:nvPr/>
            </p:nvSpPr>
            <p:spPr>
              <a:xfrm>
                <a:off x="6612783" y="3925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7" name="Freeform 40006">
                <a:extLst>
                  <a:ext uri="{FF2B5EF4-FFF2-40B4-BE49-F238E27FC236}">
                    <a16:creationId xmlns:a16="http://schemas.microsoft.com/office/drawing/2014/main" id="{31F7FA4D-4361-AC05-9C3D-4F4C5F73AE81}"/>
                  </a:ext>
                </a:extLst>
              </p:cNvPr>
              <p:cNvSpPr/>
              <p:nvPr/>
            </p:nvSpPr>
            <p:spPr>
              <a:xfrm>
                <a:off x="6613279" y="3933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8" name="Freeform 40007">
                <a:extLst>
                  <a:ext uri="{FF2B5EF4-FFF2-40B4-BE49-F238E27FC236}">
                    <a16:creationId xmlns:a16="http://schemas.microsoft.com/office/drawing/2014/main" id="{59CEBD02-DB44-8D19-96D5-4B26232BBB06}"/>
                  </a:ext>
                </a:extLst>
              </p:cNvPr>
              <p:cNvSpPr/>
              <p:nvPr/>
            </p:nvSpPr>
            <p:spPr>
              <a:xfrm>
                <a:off x="6613775" y="3937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09" name="Freeform 40008">
                <a:extLst>
                  <a:ext uri="{FF2B5EF4-FFF2-40B4-BE49-F238E27FC236}">
                    <a16:creationId xmlns:a16="http://schemas.microsoft.com/office/drawing/2014/main" id="{484E0180-628A-6B31-688A-34D33DE50342}"/>
                  </a:ext>
                </a:extLst>
              </p:cNvPr>
              <p:cNvSpPr/>
              <p:nvPr/>
            </p:nvSpPr>
            <p:spPr>
              <a:xfrm>
                <a:off x="6614370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0" name="Freeform 40009">
                <a:extLst>
                  <a:ext uri="{FF2B5EF4-FFF2-40B4-BE49-F238E27FC236}">
                    <a16:creationId xmlns:a16="http://schemas.microsoft.com/office/drawing/2014/main" id="{16279FDD-9789-B627-F5DD-CE009A370170}"/>
                  </a:ext>
                </a:extLst>
              </p:cNvPr>
              <p:cNvSpPr/>
              <p:nvPr/>
            </p:nvSpPr>
            <p:spPr>
              <a:xfrm>
                <a:off x="6614866" y="3937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1" name="Freeform 40010">
                <a:extLst>
                  <a:ext uri="{FF2B5EF4-FFF2-40B4-BE49-F238E27FC236}">
                    <a16:creationId xmlns:a16="http://schemas.microsoft.com/office/drawing/2014/main" id="{14C6EF77-9E53-A0E9-FB10-D7B51A6CD446}"/>
                  </a:ext>
                </a:extLst>
              </p:cNvPr>
              <p:cNvSpPr/>
              <p:nvPr/>
            </p:nvSpPr>
            <p:spPr>
              <a:xfrm>
                <a:off x="6615363" y="39431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2" name="Freeform 40011">
                <a:extLst>
                  <a:ext uri="{FF2B5EF4-FFF2-40B4-BE49-F238E27FC236}">
                    <a16:creationId xmlns:a16="http://schemas.microsoft.com/office/drawing/2014/main" id="{AFCCD328-A347-E114-895A-44E842B327A9}"/>
                  </a:ext>
                </a:extLst>
              </p:cNvPr>
              <p:cNvSpPr/>
              <p:nvPr/>
            </p:nvSpPr>
            <p:spPr>
              <a:xfrm>
                <a:off x="6615958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3" name="Freeform 40012">
                <a:extLst>
                  <a:ext uri="{FF2B5EF4-FFF2-40B4-BE49-F238E27FC236}">
                    <a16:creationId xmlns:a16="http://schemas.microsoft.com/office/drawing/2014/main" id="{8C682E34-BF44-5FC7-7BBE-F1E22290DDAB}"/>
                  </a:ext>
                </a:extLst>
              </p:cNvPr>
              <p:cNvSpPr/>
              <p:nvPr/>
            </p:nvSpPr>
            <p:spPr>
              <a:xfrm>
                <a:off x="6616454" y="3924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4" name="Freeform 40013">
                <a:extLst>
                  <a:ext uri="{FF2B5EF4-FFF2-40B4-BE49-F238E27FC236}">
                    <a16:creationId xmlns:a16="http://schemas.microsoft.com/office/drawing/2014/main" id="{70C864E3-068C-288C-6408-EC9E390BE609}"/>
                  </a:ext>
                </a:extLst>
              </p:cNvPr>
              <p:cNvSpPr/>
              <p:nvPr/>
            </p:nvSpPr>
            <p:spPr>
              <a:xfrm>
                <a:off x="6616950" y="3783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5" name="Freeform 40014">
                <a:extLst>
                  <a:ext uri="{FF2B5EF4-FFF2-40B4-BE49-F238E27FC236}">
                    <a16:creationId xmlns:a16="http://schemas.microsoft.com/office/drawing/2014/main" id="{54A8A9BA-CD05-7C53-1429-09AEE54ADC77}"/>
                  </a:ext>
                </a:extLst>
              </p:cNvPr>
              <p:cNvSpPr/>
              <p:nvPr/>
            </p:nvSpPr>
            <p:spPr>
              <a:xfrm>
                <a:off x="6617545" y="3620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6" name="Freeform 40015">
                <a:extLst>
                  <a:ext uri="{FF2B5EF4-FFF2-40B4-BE49-F238E27FC236}">
                    <a16:creationId xmlns:a16="http://schemas.microsoft.com/office/drawing/2014/main" id="{091C4E20-1BF4-C678-5BAE-2AAAE3A6ECD6}"/>
                  </a:ext>
                </a:extLst>
              </p:cNvPr>
              <p:cNvSpPr/>
              <p:nvPr/>
            </p:nvSpPr>
            <p:spPr>
              <a:xfrm>
                <a:off x="6618041" y="3612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7" name="Freeform 40016">
                <a:extLst>
                  <a:ext uri="{FF2B5EF4-FFF2-40B4-BE49-F238E27FC236}">
                    <a16:creationId xmlns:a16="http://schemas.microsoft.com/office/drawing/2014/main" id="{891A043D-C05C-FCE5-EA65-7063E387CA18}"/>
                  </a:ext>
                </a:extLst>
              </p:cNvPr>
              <p:cNvSpPr/>
              <p:nvPr/>
            </p:nvSpPr>
            <p:spPr>
              <a:xfrm>
                <a:off x="6618538" y="3621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8" name="Freeform 40017">
                <a:extLst>
                  <a:ext uri="{FF2B5EF4-FFF2-40B4-BE49-F238E27FC236}">
                    <a16:creationId xmlns:a16="http://schemas.microsoft.com/office/drawing/2014/main" id="{F4A7F754-D7FF-A5BB-92BE-F8C7A61078CF}"/>
                  </a:ext>
                </a:extLst>
              </p:cNvPr>
              <p:cNvSpPr/>
              <p:nvPr/>
            </p:nvSpPr>
            <p:spPr>
              <a:xfrm>
                <a:off x="6619133" y="3641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19" name="Freeform 40018">
                <a:extLst>
                  <a:ext uri="{FF2B5EF4-FFF2-40B4-BE49-F238E27FC236}">
                    <a16:creationId xmlns:a16="http://schemas.microsoft.com/office/drawing/2014/main" id="{12662719-1AAF-70B5-9282-AA8C12C5523B}"/>
                  </a:ext>
                </a:extLst>
              </p:cNvPr>
              <p:cNvSpPr/>
              <p:nvPr/>
            </p:nvSpPr>
            <p:spPr>
              <a:xfrm>
                <a:off x="6619629" y="3631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0" name="Freeform 40019">
                <a:extLst>
                  <a:ext uri="{FF2B5EF4-FFF2-40B4-BE49-F238E27FC236}">
                    <a16:creationId xmlns:a16="http://schemas.microsoft.com/office/drawing/2014/main" id="{E02667CD-F420-EE9C-7C7A-9DD2C826B25C}"/>
                  </a:ext>
                </a:extLst>
              </p:cNvPr>
              <p:cNvSpPr/>
              <p:nvPr/>
            </p:nvSpPr>
            <p:spPr>
              <a:xfrm>
                <a:off x="6620125" y="3602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1" name="Freeform 40020">
                <a:extLst>
                  <a:ext uri="{FF2B5EF4-FFF2-40B4-BE49-F238E27FC236}">
                    <a16:creationId xmlns:a16="http://schemas.microsoft.com/office/drawing/2014/main" id="{A0A1B70D-DCA8-DC15-34BC-05B5319FCC66}"/>
                  </a:ext>
                </a:extLst>
              </p:cNvPr>
              <p:cNvSpPr/>
              <p:nvPr/>
            </p:nvSpPr>
            <p:spPr>
              <a:xfrm>
                <a:off x="6620720" y="3542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2" name="Freeform 40021">
                <a:extLst>
                  <a:ext uri="{FF2B5EF4-FFF2-40B4-BE49-F238E27FC236}">
                    <a16:creationId xmlns:a16="http://schemas.microsoft.com/office/drawing/2014/main" id="{CC054910-D8D7-96C8-E9C8-8E9E4FEF17F5}"/>
                  </a:ext>
                </a:extLst>
              </p:cNvPr>
              <p:cNvSpPr/>
              <p:nvPr/>
            </p:nvSpPr>
            <p:spPr>
              <a:xfrm>
                <a:off x="6621216" y="3489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3" name="Freeform 40022">
                <a:extLst>
                  <a:ext uri="{FF2B5EF4-FFF2-40B4-BE49-F238E27FC236}">
                    <a16:creationId xmlns:a16="http://schemas.microsoft.com/office/drawing/2014/main" id="{9A5F5AFA-9630-85EF-6090-31A1F3E32BC7}"/>
                  </a:ext>
                </a:extLst>
              </p:cNvPr>
              <p:cNvSpPr/>
              <p:nvPr/>
            </p:nvSpPr>
            <p:spPr>
              <a:xfrm>
                <a:off x="6621713" y="3444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4" name="Freeform 40023">
                <a:extLst>
                  <a:ext uri="{FF2B5EF4-FFF2-40B4-BE49-F238E27FC236}">
                    <a16:creationId xmlns:a16="http://schemas.microsoft.com/office/drawing/2014/main" id="{E6DD23FD-25E0-92E4-6D64-12B844ADF8A5}"/>
                  </a:ext>
                </a:extLst>
              </p:cNvPr>
              <p:cNvSpPr/>
              <p:nvPr/>
            </p:nvSpPr>
            <p:spPr>
              <a:xfrm>
                <a:off x="6622209" y="3403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5" name="Freeform 40024">
                <a:extLst>
                  <a:ext uri="{FF2B5EF4-FFF2-40B4-BE49-F238E27FC236}">
                    <a16:creationId xmlns:a16="http://schemas.microsoft.com/office/drawing/2014/main" id="{8CF5E748-883F-4CB3-4002-15DD1688C223}"/>
                  </a:ext>
                </a:extLst>
              </p:cNvPr>
              <p:cNvSpPr/>
              <p:nvPr/>
            </p:nvSpPr>
            <p:spPr>
              <a:xfrm>
                <a:off x="6622804" y="3422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6" name="Freeform 40025">
                <a:extLst>
                  <a:ext uri="{FF2B5EF4-FFF2-40B4-BE49-F238E27FC236}">
                    <a16:creationId xmlns:a16="http://schemas.microsoft.com/office/drawing/2014/main" id="{6FDA40D0-0532-7B80-E174-D41F0E2D08CE}"/>
                  </a:ext>
                </a:extLst>
              </p:cNvPr>
              <p:cNvSpPr/>
              <p:nvPr/>
            </p:nvSpPr>
            <p:spPr>
              <a:xfrm>
                <a:off x="6623300" y="3722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7" name="Freeform 40026">
                <a:extLst>
                  <a:ext uri="{FF2B5EF4-FFF2-40B4-BE49-F238E27FC236}">
                    <a16:creationId xmlns:a16="http://schemas.microsoft.com/office/drawing/2014/main" id="{896936BB-81B5-8344-9444-75F35A994CF3}"/>
                  </a:ext>
                </a:extLst>
              </p:cNvPr>
              <p:cNvSpPr/>
              <p:nvPr/>
            </p:nvSpPr>
            <p:spPr>
              <a:xfrm>
                <a:off x="6623796" y="3860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8" name="Freeform 40027">
                <a:extLst>
                  <a:ext uri="{FF2B5EF4-FFF2-40B4-BE49-F238E27FC236}">
                    <a16:creationId xmlns:a16="http://schemas.microsoft.com/office/drawing/2014/main" id="{0109BF29-EDB4-5180-E3D5-941420095B95}"/>
                  </a:ext>
                </a:extLst>
              </p:cNvPr>
              <p:cNvSpPr/>
              <p:nvPr/>
            </p:nvSpPr>
            <p:spPr>
              <a:xfrm>
                <a:off x="6624391" y="392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29" name="Freeform 40028">
                <a:extLst>
                  <a:ext uri="{FF2B5EF4-FFF2-40B4-BE49-F238E27FC236}">
                    <a16:creationId xmlns:a16="http://schemas.microsoft.com/office/drawing/2014/main" id="{EE21FA25-145B-483A-C22C-D2A1212D3C2B}"/>
                  </a:ext>
                </a:extLst>
              </p:cNvPr>
              <p:cNvSpPr/>
              <p:nvPr/>
            </p:nvSpPr>
            <p:spPr>
              <a:xfrm>
                <a:off x="6624888" y="3930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0" name="Freeform 40029">
                <a:extLst>
                  <a:ext uri="{FF2B5EF4-FFF2-40B4-BE49-F238E27FC236}">
                    <a16:creationId xmlns:a16="http://schemas.microsoft.com/office/drawing/2014/main" id="{5B65E4CD-89C9-4D81-8930-02B7FBB7A1D9}"/>
                  </a:ext>
                </a:extLst>
              </p:cNvPr>
              <p:cNvSpPr/>
              <p:nvPr/>
            </p:nvSpPr>
            <p:spPr>
              <a:xfrm>
                <a:off x="6625384" y="3946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1" name="Freeform 40030">
                <a:extLst>
                  <a:ext uri="{FF2B5EF4-FFF2-40B4-BE49-F238E27FC236}">
                    <a16:creationId xmlns:a16="http://schemas.microsoft.com/office/drawing/2014/main" id="{45FEFA25-5B1C-CCF7-4D3F-8966A7F17242}"/>
                  </a:ext>
                </a:extLst>
              </p:cNvPr>
              <p:cNvSpPr/>
              <p:nvPr/>
            </p:nvSpPr>
            <p:spPr>
              <a:xfrm>
                <a:off x="6625979" y="39520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2" name="Freeform 40031">
                <a:extLst>
                  <a:ext uri="{FF2B5EF4-FFF2-40B4-BE49-F238E27FC236}">
                    <a16:creationId xmlns:a16="http://schemas.microsoft.com/office/drawing/2014/main" id="{AAD07CD0-6C1A-8EB3-A078-A6E5CCFAA246}"/>
                  </a:ext>
                </a:extLst>
              </p:cNvPr>
              <p:cNvSpPr/>
              <p:nvPr/>
            </p:nvSpPr>
            <p:spPr>
              <a:xfrm>
                <a:off x="6626475" y="3950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3" name="Freeform 40032">
                <a:extLst>
                  <a:ext uri="{FF2B5EF4-FFF2-40B4-BE49-F238E27FC236}">
                    <a16:creationId xmlns:a16="http://schemas.microsoft.com/office/drawing/2014/main" id="{01532DBF-543F-F54D-335B-F0E8AD2B028E}"/>
                  </a:ext>
                </a:extLst>
              </p:cNvPr>
              <p:cNvSpPr/>
              <p:nvPr/>
            </p:nvSpPr>
            <p:spPr>
              <a:xfrm>
                <a:off x="6626971" y="3955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4" name="Freeform 40033">
                <a:extLst>
                  <a:ext uri="{FF2B5EF4-FFF2-40B4-BE49-F238E27FC236}">
                    <a16:creationId xmlns:a16="http://schemas.microsoft.com/office/drawing/2014/main" id="{E92B54C0-D940-793B-A02A-A8DC90769442}"/>
                  </a:ext>
                </a:extLst>
              </p:cNvPr>
              <p:cNvSpPr/>
              <p:nvPr/>
            </p:nvSpPr>
            <p:spPr>
              <a:xfrm>
                <a:off x="6627566" y="3956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5" name="Freeform 40034">
                <a:extLst>
                  <a:ext uri="{FF2B5EF4-FFF2-40B4-BE49-F238E27FC236}">
                    <a16:creationId xmlns:a16="http://schemas.microsoft.com/office/drawing/2014/main" id="{00678A36-78CE-7FE4-D1DA-4012A829BF20}"/>
                  </a:ext>
                </a:extLst>
              </p:cNvPr>
              <p:cNvSpPr/>
              <p:nvPr/>
            </p:nvSpPr>
            <p:spPr>
              <a:xfrm>
                <a:off x="6628063" y="3959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6" name="Freeform 40035">
                <a:extLst>
                  <a:ext uri="{FF2B5EF4-FFF2-40B4-BE49-F238E27FC236}">
                    <a16:creationId xmlns:a16="http://schemas.microsoft.com/office/drawing/2014/main" id="{FFDFF044-8509-AAA6-E23A-9B9DAC9FCE13}"/>
                  </a:ext>
                </a:extLst>
              </p:cNvPr>
              <p:cNvSpPr/>
              <p:nvPr/>
            </p:nvSpPr>
            <p:spPr>
              <a:xfrm>
                <a:off x="6628559" y="39586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7" name="Freeform 40036">
                <a:extLst>
                  <a:ext uri="{FF2B5EF4-FFF2-40B4-BE49-F238E27FC236}">
                    <a16:creationId xmlns:a16="http://schemas.microsoft.com/office/drawing/2014/main" id="{F381CA0A-75FF-6730-C57F-AFE36B56F190}"/>
                  </a:ext>
                </a:extLst>
              </p:cNvPr>
              <p:cNvSpPr/>
              <p:nvPr/>
            </p:nvSpPr>
            <p:spPr>
              <a:xfrm>
                <a:off x="6629154" y="39435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8" name="Freeform 40037">
                <a:extLst>
                  <a:ext uri="{FF2B5EF4-FFF2-40B4-BE49-F238E27FC236}">
                    <a16:creationId xmlns:a16="http://schemas.microsoft.com/office/drawing/2014/main" id="{ADC3D281-30BB-32D3-FD3F-2A8F17F94130}"/>
                  </a:ext>
                </a:extLst>
              </p:cNvPr>
              <p:cNvSpPr/>
              <p:nvPr/>
            </p:nvSpPr>
            <p:spPr>
              <a:xfrm>
                <a:off x="6629650" y="3800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39" name="Freeform 40038">
                <a:extLst>
                  <a:ext uri="{FF2B5EF4-FFF2-40B4-BE49-F238E27FC236}">
                    <a16:creationId xmlns:a16="http://schemas.microsoft.com/office/drawing/2014/main" id="{4C541DDE-F435-9D25-6877-8B53DCCD14D9}"/>
                  </a:ext>
                </a:extLst>
              </p:cNvPr>
              <p:cNvSpPr/>
              <p:nvPr/>
            </p:nvSpPr>
            <p:spPr>
              <a:xfrm>
                <a:off x="6630146" y="3514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0" name="Freeform 40039">
                <a:extLst>
                  <a:ext uri="{FF2B5EF4-FFF2-40B4-BE49-F238E27FC236}">
                    <a16:creationId xmlns:a16="http://schemas.microsoft.com/office/drawing/2014/main" id="{30B6D551-4CFD-BADD-9B2D-4EB2CC3511DA}"/>
                  </a:ext>
                </a:extLst>
              </p:cNvPr>
              <p:cNvSpPr/>
              <p:nvPr/>
            </p:nvSpPr>
            <p:spPr>
              <a:xfrm>
                <a:off x="6630741" y="3520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1" name="Freeform 40040">
                <a:extLst>
                  <a:ext uri="{FF2B5EF4-FFF2-40B4-BE49-F238E27FC236}">
                    <a16:creationId xmlns:a16="http://schemas.microsoft.com/office/drawing/2014/main" id="{4FB5F48B-C77A-86D6-C236-FFE8DAAADB52}"/>
                  </a:ext>
                </a:extLst>
              </p:cNvPr>
              <p:cNvSpPr/>
              <p:nvPr/>
            </p:nvSpPr>
            <p:spPr>
              <a:xfrm>
                <a:off x="6631238" y="3606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2" name="Freeform 40041">
                <a:extLst>
                  <a:ext uri="{FF2B5EF4-FFF2-40B4-BE49-F238E27FC236}">
                    <a16:creationId xmlns:a16="http://schemas.microsoft.com/office/drawing/2014/main" id="{08C6AE0B-F615-75EF-C2FA-FED41B4752FA}"/>
                  </a:ext>
                </a:extLst>
              </p:cNvPr>
              <p:cNvSpPr/>
              <p:nvPr/>
            </p:nvSpPr>
            <p:spPr>
              <a:xfrm>
                <a:off x="6631734" y="3657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3" name="Freeform 40042">
                <a:extLst>
                  <a:ext uri="{FF2B5EF4-FFF2-40B4-BE49-F238E27FC236}">
                    <a16:creationId xmlns:a16="http://schemas.microsoft.com/office/drawing/2014/main" id="{19EDDCB0-F656-8FDD-9B6F-D93E969580CD}"/>
                  </a:ext>
                </a:extLst>
              </p:cNvPr>
              <p:cNvSpPr/>
              <p:nvPr/>
            </p:nvSpPr>
            <p:spPr>
              <a:xfrm>
                <a:off x="6632329" y="3685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4" name="Freeform 40043">
                <a:extLst>
                  <a:ext uri="{FF2B5EF4-FFF2-40B4-BE49-F238E27FC236}">
                    <a16:creationId xmlns:a16="http://schemas.microsoft.com/office/drawing/2014/main" id="{FA3AD79C-618B-E439-E080-4046DCFBC794}"/>
                  </a:ext>
                </a:extLst>
              </p:cNvPr>
              <p:cNvSpPr/>
              <p:nvPr/>
            </p:nvSpPr>
            <p:spPr>
              <a:xfrm>
                <a:off x="6632825" y="368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5" name="Freeform 40044">
                <a:extLst>
                  <a:ext uri="{FF2B5EF4-FFF2-40B4-BE49-F238E27FC236}">
                    <a16:creationId xmlns:a16="http://schemas.microsoft.com/office/drawing/2014/main" id="{905B89C6-E10C-9698-CFA1-205580B459A6}"/>
                  </a:ext>
                </a:extLst>
              </p:cNvPr>
              <p:cNvSpPr/>
              <p:nvPr/>
            </p:nvSpPr>
            <p:spPr>
              <a:xfrm>
                <a:off x="6633321" y="3645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6" name="Freeform 40045">
                <a:extLst>
                  <a:ext uri="{FF2B5EF4-FFF2-40B4-BE49-F238E27FC236}">
                    <a16:creationId xmlns:a16="http://schemas.microsoft.com/office/drawing/2014/main" id="{4C1532A5-1D92-8EBE-F838-76610024E569}"/>
                  </a:ext>
                </a:extLst>
              </p:cNvPr>
              <p:cNvSpPr/>
              <p:nvPr/>
            </p:nvSpPr>
            <p:spPr>
              <a:xfrm>
                <a:off x="6633817" y="3621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7" name="Freeform 40046">
                <a:extLst>
                  <a:ext uri="{FF2B5EF4-FFF2-40B4-BE49-F238E27FC236}">
                    <a16:creationId xmlns:a16="http://schemas.microsoft.com/office/drawing/2014/main" id="{FD04D677-4804-A08E-A527-A2731FC6E5A4}"/>
                  </a:ext>
                </a:extLst>
              </p:cNvPr>
              <p:cNvSpPr/>
              <p:nvPr/>
            </p:nvSpPr>
            <p:spPr>
              <a:xfrm>
                <a:off x="6634413" y="3579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8" name="Freeform 40047">
                <a:extLst>
                  <a:ext uri="{FF2B5EF4-FFF2-40B4-BE49-F238E27FC236}">
                    <a16:creationId xmlns:a16="http://schemas.microsoft.com/office/drawing/2014/main" id="{996CA659-F75C-E4DD-52A0-5B9842B3EA78}"/>
                  </a:ext>
                </a:extLst>
              </p:cNvPr>
              <p:cNvSpPr/>
              <p:nvPr/>
            </p:nvSpPr>
            <p:spPr>
              <a:xfrm>
                <a:off x="6634909" y="3557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49" name="Freeform 40048">
                <a:extLst>
                  <a:ext uri="{FF2B5EF4-FFF2-40B4-BE49-F238E27FC236}">
                    <a16:creationId xmlns:a16="http://schemas.microsoft.com/office/drawing/2014/main" id="{FDD1F7C5-9AA7-358A-A61D-BEF7451F2F7B}"/>
                  </a:ext>
                </a:extLst>
              </p:cNvPr>
              <p:cNvSpPr/>
              <p:nvPr/>
            </p:nvSpPr>
            <p:spPr>
              <a:xfrm>
                <a:off x="6635405" y="3569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0" name="Freeform 40049">
                <a:extLst>
                  <a:ext uri="{FF2B5EF4-FFF2-40B4-BE49-F238E27FC236}">
                    <a16:creationId xmlns:a16="http://schemas.microsoft.com/office/drawing/2014/main" id="{7F936673-10D2-8703-8805-550DF70AFEF7}"/>
                  </a:ext>
                </a:extLst>
              </p:cNvPr>
              <p:cNvSpPr/>
              <p:nvPr/>
            </p:nvSpPr>
            <p:spPr>
              <a:xfrm>
                <a:off x="6636000" y="3800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1" name="Freeform 40050">
                <a:extLst>
                  <a:ext uri="{FF2B5EF4-FFF2-40B4-BE49-F238E27FC236}">
                    <a16:creationId xmlns:a16="http://schemas.microsoft.com/office/drawing/2014/main" id="{2AA98A8E-4C54-ACC2-A689-5BD9BF1303DE}"/>
                  </a:ext>
                </a:extLst>
              </p:cNvPr>
              <p:cNvSpPr/>
              <p:nvPr/>
            </p:nvSpPr>
            <p:spPr>
              <a:xfrm>
                <a:off x="6636496" y="39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2" name="Freeform 40051">
                <a:extLst>
                  <a:ext uri="{FF2B5EF4-FFF2-40B4-BE49-F238E27FC236}">
                    <a16:creationId xmlns:a16="http://schemas.microsoft.com/office/drawing/2014/main" id="{1AB33720-8514-8E92-A057-FD050E60AA5C}"/>
                  </a:ext>
                </a:extLst>
              </p:cNvPr>
              <p:cNvSpPr/>
              <p:nvPr/>
            </p:nvSpPr>
            <p:spPr>
              <a:xfrm>
                <a:off x="6636992" y="394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3" name="Freeform 40052">
                <a:extLst>
                  <a:ext uri="{FF2B5EF4-FFF2-40B4-BE49-F238E27FC236}">
                    <a16:creationId xmlns:a16="http://schemas.microsoft.com/office/drawing/2014/main" id="{5A0A6D64-1163-547D-3C32-E712C5AC2B2E}"/>
                  </a:ext>
                </a:extLst>
              </p:cNvPr>
              <p:cNvSpPr/>
              <p:nvPr/>
            </p:nvSpPr>
            <p:spPr>
              <a:xfrm>
                <a:off x="6637588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4" name="Freeform 40053">
                <a:extLst>
                  <a:ext uri="{FF2B5EF4-FFF2-40B4-BE49-F238E27FC236}">
                    <a16:creationId xmlns:a16="http://schemas.microsoft.com/office/drawing/2014/main" id="{5B321CDB-A9F9-0DBD-CFF7-D1EFFE5C1292}"/>
                  </a:ext>
                </a:extLst>
              </p:cNvPr>
              <p:cNvSpPr/>
              <p:nvPr/>
            </p:nvSpPr>
            <p:spPr>
              <a:xfrm>
                <a:off x="6638084" y="3980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5" name="Freeform 40054">
                <a:extLst>
                  <a:ext uri="{FF2B5EF4-FFF2-40B4-BE49-F238E27FC236}">
                    <a16:creationId xmlns:a16="http://schemas.microsoft.com/office/drawing/2014/main" id="{EF6B44A7-5751-F5FD-54A0-0CBBEC4235D3}"/>
                  </a:ext>
                </a:extLst>
              </p:cNvPr>
              <p:cNvSpPr/>
              <p:nvPr/>
            </p:nvSpPr>
            <p:spPr>
              <a:xfrm>
                <a:off x="6638580" y="3983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6" name="Freeform 40055">
                <a:extLst>
                  <a:ext uri="{FF2B5EF4-FFF2-40B4-BE49-F238E27FC236}">
                    <a16:creationId xmlns:a16="http://schemas.microsoft.com/office/drawing/2014/main" id="{08BBAFDB-B8EE-945B-9494-6FE54A3416CB}"/>
                  </a:ext>
                </a:extLst>
              </p:cNvPr>
              <p:cNvSpPr/>
              <p:nvPr/>
            </p:nvSpPr>
            <p:spPr>
              <a:xfrm>
                <a:off x="6639175" y="3985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7" name="Freeform 40056">
                <a:extLst>
                  <a:ext uri="{FF2B5EF4-FFF2-40B4-BE49-F238E27FC236}">
                    <a16:creationId xmlns:a16="http://schemas.microsoft.com/office/drawing/2014/main" id="{8BBA5257-5559-5DB0-33BA-1D1064BD85E6}"/>
                  </a:ext>
                </a:extLst>
              </p:cNvPr>
              <p:cNvSpPr/>
              <p:nvPr/>
            </p:nvSpPr>
            <p:spPr>
              <a:xfrm>
                <a:off x="6639671" y="3986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8" name="Freeform 40057">
                <a:extLst>
                  <a:ext uri="{FF2B5EF4-FFF2-40B4-BE49-F238E27FC236}">
                    <a16:creationId xmlns:a16="http://schemas.microsoft.com/office/drawing/2014/main" id="{10F2DA9B-57F9-D30A-BDF2-DEB06738FE37}"/>
                  </a:ext>
                </a:extLst>
              </p:cNvPr>
              <p:cNvSpPr/>
              <p:nvPr/>
            </p:nvSpPr>
            <p:spPr>
              <a:xfrm>
                <a:off x="6640167" y="3987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59" name="Freeform 40058">
                <a:extLst>
                  <a:ext uri="{FF2B5EF4-FFF2-40B4-BE49-F238E27FC236}">
                    <a16:creationId xmlns:a16="http://schemas.microsoft.com/office/drawing/2014/main" id="{3E6D8715-8880-2AB2-21CD-B674B1F5FB0F}"/>
                  </a:ext>
                </a:extLst>
              </p:cNvPr>
              <p:cNvSpPr/>
              <p:nvPr/>
            </p:nvSpPr>
            <p:spPr>
              <a:xfrm>
                <a:off x="6640763" y="3987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0" name="Freeform 40059">
                <a:extLst>
                  <a:ext uri="{FF2B5EF4-FFF2-40B4-BE49-F238E27FC236}">
                    <a16:creationId xmlns:a16="http://schemas.microsoft.com/office/drawing/2014/main" id="{D4836EF9-0E7F-7435-0B82-447D6C204105}"/>
                  </a:ext>
                </a:extLst>
              </p:cNvPr>
              <p:cNvSpPr/>
              <p:nvPr/>
            </p:nvSpPr>
            <p:spPr>
              <a:xfrm>
                <a:off x="6641259" y="3983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1" name="Freeform 40060">
                <a:extLst>
                  <a:ext uri="{FF2B5EF4-FFF2-40B4-BE49-F238E27FC236}">
                    <a16:creationId xmlns:a16="http://schemas.microsoft.com/office/drawing/2014/main" id="{4321DAA2-52F7-3DEF-E5D0-46A8C6E12EE5}"/>
                  </a:ext>
                </a:extLst>
              </p:cNvPr>
              <p:cNvSpPr/>
              <p:nvPr/>
            </p:nvSpPr>
            <p:spPr>
              <a:xfrm>
                <a:off x="6641755" y="3963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2" name="Freeform 40061">
                <a:extLst>
                  <a:ext uri="{FF2B5EF4-FFF2-40B4-BE49-F238E27FC236}">
                    <a16:creationId xmlns:a16="http://schemas.microsoft.com/office/drawing/2014/main" id="{F0BEA093-BEB4-4305-81A3-649BA6E5F45F}"/>
                  </a:ext>
                </a:extLst>
              </p:cNvPr>
              <p:cNvSpPr/>
              <p:nvPr/>
            </p:nvSpPr>
            <p:spPr>
              <a:xfrm>
                <a:off x="6642350" y="3821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3" name="Freeform 40062">
                <a:extLst>
                  <a:ext uri="{FF2B5EF4-FFF2-40B4-BE49-F238E27FC236}">
                    <a16:creationId xmlns:a16="http://schemas.microsoft.com/office/drawing/2014/main" id="{A51A4A43-A361-E7DB-4F07-F0822CFE132E}"/>
                  </a:ext>
                </a:extLst>
              </p:cNvPr>
              <p:cNvSpPr/>
              <p:nvPr/>
            </p:nvSpPr>
            <p:spPr>
              <a:xfrm>
                <a:off x="6642846" y="356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4" name="Freeform 40063">
                <a:extLst>
                  <a:ext uri="{FF2B5EF4-FFF2-40B4-BE49-F238E27FC236}">
                    <a16:creationId xmlns:a16="http://schemas.microsoft.com/office/drawing/2014/main" id="{4EEDDB14-3FCA-8E86-5D83-7ACE54DF9825}"/>
                  </a:ext>
                </a:extLst>
              </p:cNvPr>
              <p:cNvSpPr/>
              <p:nvPr/>
            </p:nvSpPr>
            <p:spPr>
              <a:xfrm>
                <a:off x="6643342" y="3594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5" name="Freeform 40064">
                <a:extLst>
                  <a:ext uri="{FF2B5EF4-FFF2-40B4-BE49-F238E27FC236}">
                    <a16:creationId xmlns:a16="http://schemas.microsoft.com/office/drawing/2014/main" id="{EFEFE83E-8DE0-AFD3-8283-9B5D9EC11087}"/>
                  </a:ext>
                </a:extLst>
              </p:cNvPr>
              <p:cNvSpPr/>
              <p:nvPr/>
            </p:nvSpPr>
            <p:spPr>
              <a:xfrm>
                <a:off x="6643938" y="3681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6" name="Freeform 40065">
                <a:extLst>
                  <a:ext uri="{FF2B5EF4-FFF2-40B4-BE49-F238E27FC236}">
                    <a16:creationId xmlns:a16="http://schemas.microsoft.com/office/drawing/2014/main" id="{05BEC924-5170-EEE8-04FA-E8385AC0EFEC}"/>
                  </a:ext>
                </a:extLst>
              </p:cNvPr>
              <p:cNvSpPr/>
              <p:nvPr/>
            </p:nvSpPr>
            <p:spPr>
              <a:xfrm>
                <a:off x="6644434" y="3710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7" name="Freeform 40066">
                <a:extLst>
                  <a:ext uri="{FF2B5EF4-FFF2-40B4-BE49-F238E27FC236}">
                    <a16:creationId xmlns:a16="http://schemas.microsoft.com/office/drawing/2014/main" id="{A2145ACF-9C87-2519-E034-9AEFA55B0217}"/>
                  </a:ext>
                </a:extLst>
              </p:cNvPr>
              <p:cNvSpPr/>
              <p:nvPr/>
            </p:nvSpPr>
            <p:spPr>
              <a:xfrm>
                <a:off x="6644930" y="3691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8" name="Freeform 40067">
                <a:extLst>
                  <a:ext uri="{FF2B5EF4-FFF2-40B4-BE49-F238E27FC236}">
                    <a16:creationId xmlns:a16="http://schemas.microsoft.com/office/drawing/2014/main" id="{B5CECCCB-5138-4CAF-F99B-0CDD0C352756}"/>
                  </a:ext>
                </a:extLst>
              </p:cNvPr>
              <p:cNvSpPr/>
              <p:nvPr/>
            </p:nvSpPr>
            <p:spPr>
              <a:xfrm>
                <a:off x="6645426" y="3655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69" name="Freeform 40068">
                <a:extLst>
                  <a:ext uri="{FF2B5EF4-FFF2-40B4-BE49-F238E27FC236}">
                    <a16:creationId xmlns:a16="http://schemas.microsoft.com/office/drawing/2014/main" id="{4244671D-9742-E723-BB5B-4589269D738B}"/>
                  </a:ext>
                </a:extLst>
              </p:cNvPr>
              <p:cNvSpPr/>
              <p:nvPr/>
            </p:nvSpPr>
            <p:spPr>
              <a:xfrm>
                <a:off x="6646021" y="3600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0" name="Freeform 40069">
                <a:extLst>
                  <a:ext uri="{FF2B5EF4-FFF2-40B4-BE49-F238E27FC236}">
                    <a16:creationId xmlns:a16="http://schemas.microsoft.com/office/drawing/2014/main" id="{51FE620F-44C4-973B-8D19-FCA9121F19B1}"/>
                  </a:ext>
                </a:extLst>
              </p:cNvPr>
              <p:cNvSpPr/>
              <p:nvPr/>
            </p:nvSpPr>
            <p:spPr>
              <a:xfrm>
                <a:off x="6646517" y="3598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1" name="Freeform 40070">
                <a:extLst>
                  <a:ext uri="{FF2B5EF4-FFF2-40B4-BE49-F238E27FC236}">
                    <a16:creationId xmlns:a16="http://schemas.microsoft.com/office/drawing/2014/main" id="{BF36FA59-1C2E-9227-37E8-EA39B6A0F149}"/>
                  </a:ext>
                </a:extLst>
              </p:cNvPr>
              <p:cNvSpPr/>
              <p:nvPr/>
            </p:nvSpPr>
            <p:spPr>
              <a:xfrm>
                <a:off x="6647013" y="3571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2" name="Freeform 40071">
                <a:extLst>
                  <a:ext uri="{FF2B5EF4-FFF2-40B4-BE49-F238E27FC236}">
                    <a16:creationId xmlns:a16="http://schemas.microsoft.com/office/drawing/2014/main" id="{363129E2-B796-81E1-F884-223406A4177C}"/>
                  </a:ext>
                </a:extLst>
              </p:cNvPr>
              <p:cNvSpPr/>
              <p:nvPr/>
            </p:nvSpPr>
            <p:spPr>
              <a:xfrm>
                <a:off x="6647609" y="3550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3" name="Freeform 40072">
                <a:extLst>
                  <a:ext uri="{FF2B5EF4-FFF2-40B4-BE49-F238E27FC236}">
                    <a16:creationId xmlns:a16="http://schemas.microsoft.com/office/drawing/2014/main" id="{D7632226-DBAB-EC24-7AAE-EF69EFE1941B}"/>
                  </a:ext>
                </a:extLst>
              </p:cNvPr>
              <p:cNvSpPr/>
              <p:nvPr/>
            </p:nvSpPr>
            <p:spPr>
              <a:xfrm>
                <a:off x="6648105" y="351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4" name="Freeform 40073">
                <a:extLst>
                  <a:ext uri="{FF2B5EF4-FFF2-40B4-BE49-F238E27FC236}">
                    <a16:creationId xmlns:a16="http://schemas.microsoft.com/office/drawing/2014/main" id="{608BA1F1-653D-3CA1-5A80-094FB542F77E}"/>
                  </a:ext>
                </a:extLst>
              </p:cNvPr>
              <p:cNvSpPr/>
              <p:nvPr/>
            </p:nvSpPr>
            <p:spPr>
              <a:xfrm>
                <a:off x="6648601" y="3795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5" name="Freeform 40074">
                <a:extLst>
                  <a:ext uri="{FF2B5EF4-FFF2-40B4-BE49-F238E27FC236}">
                    <a16:creationId xmlns:a16="http://schemas.microsoft.com/office/drawing/2014/main" id="{E8B159DD-0BB5-611C-A038-3F4DE8212561}"/>
                  </a:ext>
                </a:extLst>
              </p:cNvPr>
              <p:cNvSpPr/>
              <p:nvPr/>
            </p:nvSpPr>
            <p:spPr>
              <a:xfrm>
                <a:off x="6649196" y="3925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6" name="Freeform 40075">
                <a:extLst>
                  <a:ext uri="{FF2B5EF4-FFF2-40B4-BE49-F238E27FC236}">
                    <a16:creationId xmlns:a16="http://schemas.microsoft.com/office/drawing/2014/main" id="{43B848F2-55FA-A9DA-EFCA-4F7ABD4FB4A1}"/>
                  </a:ext>
                </a:extLst>
              </p:cNvPr>
              <p:cNvSpPr/>
              <p:nvPr/>
            </p:nvSpPr>
            <p:spPr>
              <a:xfrm>
                <a:off x="6649692" y="3952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7" name="Freeform 40076">
                <a:extLst>
                  <a:ext uri="{FF2B5EF4-FFF2-40B4-BE49-F238E27FC236}">
                    <a16:creationId xmlns:a16="http://schemas.microsoft.com/office/drawing/2014/main" id="{C76DAA9C-AD6D-CF83-97F0-4E685BB2EC1C}"/>
                  </a:ext>
                </a:extLst>
              </p:cNvPr>
              <p:cNvSpPr/>
              <p:nvPr/>
            </p:nvSpPr>
            <p:spPr>
              <a:xfrm>
                <a:off x="6650188" y="3965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8" name="Freeform 40077">
                <a:extLst>
                  <a:ext uri="{FF2B5EF4-FFF2-40B4-BE49-F238E27FC236}">
                    <a16:creationId xmlns:a16="http://schemas.microsoft.com/office/drawing/2014/main" id="{8DA8C545-D27B-79D7-5DE7-183D45D5C714}"/>
                  </a:ext>
                </a:extLst>
              </p:cNvPr>
              <p:cNvSpPr/>
              <p:nvPr/>
            </p:nvSpPr>
            <p:spPr>
              <a:xfrm>
                <a:off x="6650784" y="3974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79" name="Freeform 40078">
                <a:extLst>
                  <a:ext uri="{FF2B5EF4-FFF2-40B4-BE49-F238E27FC236}">
                    <a16:creationId xmlns:a16="http://schemas.microsoft.com/office/drawing/2014/main" id="{8D76E92A-18D8-F9D1-170D-673E2D68C551}"/>
                  </a:ext>
                </a:extLst>
              </p:cNvPr>
              <p:cNvSpPr/>
              <p:nvPr/>
            </p:nvSpPr>
            <p:spPr>
              <a:xfrm>
                <a:off x="6651280" y="3982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0" name="Freeform 40079">
                <a:extLst>
                  <a:ext uri="{FF2B5EF4-FFF2-40B4-BE49-F238E27FC236}">
                    <a16:creationId xmlns:a16="http://schemas.microsoft.com/office/drawing/2014/main" id="{8ED96121-797C-07C9-9733-DE26FCC25496}"/>
                  </a:ext>
                </a:extLst>
              </p:cNvPr>
              <p:cNvSpPr/>
              <p:nvPr/>
            </p:nvSpPr>
            <p:spPr>
              <a:xfrm>
                <a:off x="6651776" y="3986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1" name="Freeform 40080">
                <a:extLst>
                  <a:ext uri="{FF2B5EF4-FFF2-40B4-BE49-F238E27FC236}">
                    <a16:creationId xmlns:a16="http://schemas.microsoft.com/office/drawing/2014/main" id="{AEB78324-0C5C-3F37-A682-05AB19BD6F89}"/>
                  </a:ext>
                </a:extLst>
              </p:cNvPr>
              <p:cNvSpPr/>
              <p:nvPr/>
            </p:nvSpPr>
            <p:spPr>
              <a:xfrm>
                <a:off x="6652371" y="399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2" name="Freeform 40081">
                <a:extLst>
                  <a:ext uri="{FF2B5EF4-FFF2-40B4-BE49-F238E27FC236}">
                    <a16:creationId xmlns:a16="http://schemas.microsoft.com/office/drawing/2014/main" id="{876874B7-1186-9628-8CCD-A89A7B58107A}"/>
                  </a:ext>
                </a:extLst>
              </p:cNvPr>
              <p:cNvSpPr/>
              <p:nvPr/>
            </p:nvSpPr>
            <p:spPr>
              <a:xfrm>
                <a:off x="6652867" y="399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3" name="Freeform 40082">
                <a:extLst>
                  <a:ext uri="{FF2B5EF4-FFF2-40B4-BE49-F238E27FC236}">
                    <a16:creationId xmlns:a16="http://schemas.microsoft.com/office/drawing/2014/main" id="{11822A10-6406-4A5F-4FC7-F991717F8487}"/>
                  </a:ext>
                </a:extLst>
              </p:cNvPr>
              <p:cNvSpPr/>
              <p:nvPr/>
            </p:nvSpPr>
            <p:spPr>
              <a:xfrm>
                <a:off x="6653363" y="3994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4" name="Freeform 40083">
                <a:extLst>
                  <a:ext uri="{FF2B5EF4-FFF2-40B4-BE49-F238E27FC236}">
                    <a16:creationId xmlns:a16="http://schemas.microsoft.com/office/drawing/2014/main" id="{5849F5DA-73C8-F6B4-341D-45766249BBD2}"/>
                  </a:ext>
                </a:extLst>
              </p:cNvPr>
              <p:cNvSpPr/>
              <p:nvPr/>
            </p:nvSpPr>
            <p:spPr>
              <a:xfrm>
                <a:off x="6653959" y="3991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5" name="Freeform 40084">
                <a:extLst>
                  <a:ext uri="{FF2B5EF4-FFF2-40B4-BE49-F238E27FC236}">
                    <a16:creationId xmlns:a16="http://schemas.microsoft.com/office/drawing/2014/main" id="{C7FDE634-1869-0B99-D4E0-897389971DB6}"/>
                  </a:ext>
                </a:extLst>
              </p:cNvPr>
              <p:cNvSpPr/>
              <p:nvPr/>
            </p:nvSpPr>
            <p:spPr>
              <a:xfrm>
                <a:off x="6654455" y="3977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6" name="Freeform 40085">
                <a:extLst>
                  <a:ext uri="{FF2B5EF4-FFF2-40B4-BE49-F238E27FC236}">
                    <a16:creationId xmlns:a16="http://schemas.microsoft.com/office/drawing/2014/main" id="{2DBDD131-6C98-7E8E-47C8-65039DD3541B}"/>
                  </a:ext>
                </a:extLst>
              </p:cNvPr>
              <p:cNvSpPr/>
              <p:nvPr/>
            </p:nvSpPr>
            <p:spPr>
              <a:xfrm>
                <a:off x="6654951" y="3850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7" name="Freeform 40086">
                <a:extLst>
                  <a:ext uri="{FF2B5EF4-FFF2-40B4-BE49-F238E27FC236}">
                    <a16:creationId xmlns:a16="http://schemas.microsoft.com/office/drawing/2014/main" id="{7E12256E-185A-FB78-6968-56214E260742}"/>
                  </a:ext>
                </a:extLst>
              </p:cNvPr>
              <p:cNvSpPr/>
              <p:nvPr/>
            </p:nvSpPr>
            <p:spPr>
              <a:xfrm>
                <a:off x="6655546" y="3406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8" name="Freeform 40087">
                <a:extLst>
                  <a:ext uri="{FF2B5EF4-FFF2-40B4-BE49-F238E27FC236}">
                    <a16:creationId xmlns:a16="http://schemas.microsoft.com/office/drawing/2014/main" id="{58945701-2981-BBC5-679E-3FF5D1CF26E1}"/>
                  </a:ext>
                </a:extLst>
              </p:cNvPr>
              <p:cNvSpPr/>
              <p:nvPr/>
            </p:nvSpPr>
            <p:spPr>
              <a:xfrm>
                <a:off x="6656042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89" name="Freeform 40088">
                <a:extLst>
                  <a:ext uri="{FF2B5EF4-FFF2-40B4-BE49-F238E27FC236}">
                    <a16:creationId xmlns:a16="http://schemas.microsoft.com/office/drawing/2014/main" id="{904625E1-26AD-B51B-7245-C8E64E55223E}"/>
                  </a:ext>
                </a:extLst>
              </p:cNvPr>
              <p:cNvSpPr/>
              <p:nvPr/>
            </p:nvSpPr>
            <p:spPr>
              <a:xfrm>
                <a:off x="6656538" y="3549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0" name="Freeform 40089">
                <a:extLst>
                  <a:ext uri="{FF2B5EF4-FFF2-40B4-BE49-F238E27FC236}">
                    <a16:creationId xmlns:a16="http://schemas.microsoft.com/office/drawing/2014/main" id="{C78E9E13-62CE-AB5B-A4CA-D4AB1C382C3D}"/>
                  </a:ext>
                </a:extLst>
              </p:cNvPr>
              <p:cNvSpPr/>
              <p:nvPr/>
            </p:nvSpPr>
            <p:spPr>
              <a:xfrm>
                <a:off x="6657134" y="3601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1" name="Freeform 40090">
                <a:extLst>
                  <a:ext uri="{FF2B5EF4-FFF2-40B4-BE49-F238E27FC236}">
                    <a16:creationId xmlns:a16="http://schemas.microsoft.com/office/drawing/2014/main" id="{B32D6F91-146B-7F27-A578-1F563566202F}"/>
                  </a:ext>
                </a:extLst>
              </p:cNvPr>
              <p:cNvSpPr/>
              <p:nvPr/>
            </p:nvSpPr>
            <p:spPr>
              <a:xfrm>
                <a:off x="6657630" y="3605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2" name="Freeform 40091">
                <a:extLst>
                  <a:ext uri="{FF2B5EF4-FFF2-40B4-BE49-F238E27FC236}">
                    <a16:creationId xmlns:a16="http://schemas.microsoft.com/office/drawing/2014/main" id="{912FF73E-BAB0-80BF-49B4-126BE4B6BE89}"/>
                  </a:ext>
                </a:extLst>
              </p:cNvPr>
              <p:cNvSpPr/>
              <p:nvPr/>
            </p:nvSpPr>
            <p:spPr>
              <a:xfrm>
                <a:off x="6658126" y="3633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3" name="Freeform 40092">
                <a:extLst>
                  <a:ext uri="{FF2B5EF4-FFF2-40B4-BE49-F238E27FC236}">
                    <a16:creationId xmlns:a16="http://schemas.microsoft.com/office/drawing/2014/main" id="{3C827D11-A495-C65F-1998-78643DFED67F}"/>
                  </a:ext>
                </a:extLst>
              </p:cNvPr>
              <p:cNvSpPr/>
              <p:nvPr/>
            </p:nvSpPr>
            <p:spPr>
              <a:xfrm>
                <a:off x="6658622" y="3592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4" name="Freeform 40093">
                <a:extLst>
                  <a:ext uri="{FF2B5EF4-FFF2-40B4-BE49-F238E27FC236}">
                    <a16:creationId xmlns:a16="http://schemas.microsoft.com/office/drawing/2014/main" id="{3F075995-A255-005C-7CDB-4D25BE98A83B}"/>
                  </a:ext>
                </a:extLst>
              </p:cNvPr>
              <p:cNvSpPr/>
              <p:nvPr/>
            </p:nvSpPr>
            <p:spPr>
              <a:xfrm>
                <a:off x="6659217" y="3556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5" name="Freeform 40094">
                <a:extLst>
                  <a:ext uri="{FF2B5EF4-FFF2-40B4-BE49-F238E27FC236}">
                    <a16:creationId xmlns:a16="http://schemas.microsoft.com/office/drawing/2014/main" id="{C75136CA-733E-B73F-94A3-E69D04406830}"/>
                  </a:ext>
                </a:extLst>
              </p:cNvPr>
              <p:cNvSpPr/>
              <p:nvPr/>
            </p:nvSpPr>
            <p:spPr>
              <a:xfrm>
                <a:off x="6659713" y="3493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6" name="Freeform 40095">
                <a:extLst>
                  <a:ext uri="{FF2B5EF4-FFF2-40B4-BE49-F238E27FC236}">
                    <a16:creationId xmlns:a16="http://schemas.microsoft.com/office/drawing/2014/main" id="{1AD7F64D-675E-D1EA-16DA-3668E28A1CA0}"/>
                  </a:ext>
                </a:extLst>
              </p:cNvPr>
              <p:cNvSpPr/>
              <p:nvPr/>
            </p:nvSpPr>
            <p:spPr>
              <a:xfrm>
                <a:off x="6660209" y="3441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7" name="Freeform 40096">
                <a:extLst>
                  <a:ext uri="{FF2B5EF4-FFF2-40B4-BE49-F238E27FC236}">
                    <a16:creationId xmlns:a16="http://schemas.microsoft.com/office/drawing/2014/main" id="{8A99E2C5-4673-E080-5B25-75295DAB8B65}"/>
                  </a:ext>
                </a:extLst>
              </p:cNvPr>
              <p:cNvSpPr/>
              <p:nvPr/>
            </p:nvSpPr>
            <p:spPr>
              <a:xfrm>
                <a:off x="6660805" y="3435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8" name="Freeform 40097">
                <a:extLst>
                  <a:ext uri="{FF2B5EF4-FFF2-40B4-BE49-F238E27FC236}">
                    <a16:creationId xmlns:a16="http://schemas.microsoft.com/office/drawing/2014/main" id="{797CED85-786E-1A69-E041-E7F5E1AB2F6A}"/>
                  </a:ext>
                </a:extLst>
              </p:cNvPr>
              <p:cNvSpPr/>
              <p:nvPr/>
            </p:nvSpPr>
            <p:spPr>
              <a:xfrm>
                <a:off x="6661301" y="3753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99" name="Freeform 40098">
                <a:extLst>
                  <a:ext uri="{FF2B5EF4-FFF2-40B4-BE49-F238E27FC236}">
                    <a16:creationId xmlns:a16="http://schemas.microsoft.com/office/drawing/2014/main" id="{2D5D1CD2-EF44-F4FD-4DCA-5BDCD9B6E3F4}"/>
                  </a:ext>
                </a:extLst>
              </p:cNvPr>
              <p:cNvSpPr/>
              <p:nvPr/>
            </p:nvSpPr>
            <p:spPr>
              <a:xfrm>
                <a:off x="6661797" y="3888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0" name="Freeform 40099">
                <a:extLst>
                  <a:ext uri="{FF2B5EF4-FFF2-40B4-BE49-F238E27FC236}">
                    <a16:creationId xmlns:a16="http://schemas.microsoft.com/office/drawing/2014/main" id="{96E58F4D-1A93-D762-744C-5007E02B6CE5}"/>
                  </a:ext>
                </a:extLst>
              </p:cNvPr>
              <p:cNvSpPr/>
              <p:nvPr/>
            </p:nvSpPr>
            <p:spPr>
              <a:xfrm>
                <a:off x="6662392" y="3924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1" name="Freeform 40100">
                <a:extLst>
                  <a:ext uri="{FF2B5EF4-FFF2-40B4-BE49-F238E27FC236}">
                    <a16:creationId xmlns:a16="http://schemas.microsoft.com/office/drawing/2014/main" id="{3DBC22A6-2841-0123-A660-41607416E642}"/>
                  </a:ext>
                </a:extLst>
              </p:cNvPr>
              <p:cNvSpPr/>
              <p:nvPr/>
            </p:nvSpPr>
            <p:spPr>
              <a:xfrm>
                <a:off x="6662888" y="3933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2" name="Freeform 40101">
                <a:extLst>
                  <a:ext uri="{FF2B5EF4-FFF2-40B4-BE49-F238E27FC236}">
                    <a16:creationId xmlns:a16="http://schemas.microsoft.com/office/drawing/2014/main" id="{7A862596-DD5A-1C4D-E7C0-BA521F49BAE1}"/>
                  </a:ext>
                </a:extLst>
              </p:cNvPr>
              <p:cNvSpPr/>
              <p:nvPr/>
            </p:nvSpPr>
            <p:spPr>
              <a:xfrm>
                <a:off x="6663384" y="39439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3" name="Freeform 40102">
                <a:extLst>
                  <a:ext uri="{FF2B5EF4-FFF2-40B4-BE49-F238E27FC236}">
                    <a16:creationId xmlns:a16="http://schemas.microsoft.com/office/drawing/2014/main" id="{E52E21DC-F363-584E-D02E-670FFC0F8BD5}"/>
                  </a:ext>
                </a:extLst>
              </p:cNvPr>
              <p:cNvSpPr/>
              <p:nvPr/>
            </p:nvSpPr>
            <p:spPr>
              <a:xfrm>
                <a:off x="6663980" y="39472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4" name="Freeform 40103">
                <a:extLst>
                  <a:ext uri="{FF2B5EF4-FFF2-40B4-BE49-F238E27FC236}">
                    <a16:creationId xmlns:a16="http://schemas.microsoft.com/office/drawing/2014/main" id="{B12D7434-C426-7929-7212-3FF528685034}"/>
                  </a:ext>
                </a:extLst>
              </p:cNvPr>
              <p:cNvSpPr/>
              <p:nvPr/>
            </p:nvSpPr>
            <p:spPr>
              <a:xfrm>
                <a:off x="6664476" y="395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5" name="Freeform 40104">
                <a:extLst>
                  <a:ext uri="{FF2B5EF4-FFF2-40B4-BE49-F238E27FC236}">
                    <a16:creationId xmlns:a16="http://schemas.microsoft.com/office/drawing/2014/main" id="{93B99C94-5A60-A3E9-E311-9553B7BFAA47}"/>
                  </a:ext>
                </a:extLst>
              </p:cNvPr>
              <p:cNvSpPr/>
              <p:nvPr/>
            </p:nvSpPr>
            <p:spPr>
              <a:xfrm>
                <a:off x="6664972" y="3955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6" name="Freeform 40105">
                <a:extLst>
                  <a:ext uri="{FF2B5EF4-FFF2-40B4-BE49-F238E27FC236}">
                    <a16:creationId xmlns:a16="http://schemas.microsoft.com/office/drawing/2014/main" id="{9F62FBEB-138E-E6AE-5D7D-BBDF152BB7A8}"/>
                  </a:ext>
                </a:extLst>
              </p:cNvPr>
              <p:cNvSpPr/>
              <p:nvPr/>
            </p:nvSpPr>
            <p:spPr>
              <a:xfrm>
                <a:off x="6665567" y="3957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7" name="Freeform 40106">
                <a:extLst>
                  <a:ext uri="{FF2B5EF4-FFF2-40B4-BE49-F238E27FC236}">
                    <a16:creationId xmlns:a16="http://schemas.microsoft.com/office/drawing/2014/main" id="{8DA66CC0-E1F9-C565-2F7B-D70714CEC3F8}"/>
                  </a:ext>
                </a:extLst>
              </p:cNvPr>
              <p:cNvSpPr/>
              <p:nvPr/>
            </p:nvSpPr>
            <p:spPr>
              <a:xfrm>
                <a:off x="6666063" y="394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8" name="Freeform 40107">
                <a:extLst>
                  <a:ext uri="{FF2B5EF4-FFF2-40B4-BE49-F238E27FC236}">
                    <a16:creationId xmlns:a16="http://schemas.microsoft.com/office/drawing/2014/main" id="{41DE2F53-742B-4FC7-BB2D-DBA36FBCF66F}"/>
                  </a:ext>
                </a:extLst>
              </p:cNvPr>
              <p:cNvSpPr/>
              <p:nvPr/>
            </p:nvSpPr>
            <p:spPr>
              <a:xfrm>
                <a:off x="6666559" y="3946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09" name="Freeform 40108">
                <a:extLst>
                  <a:ext uri="{FF2B5EF4-FFF2-40B4-BE49-F238E27FC236}">
                    <a16:creationId xmlns:a16="http://schemas.microsoft.com/office/drawing/2014/main" id="{CC9B6EB5-7C36-04DF-7046-2B39889E94A1}"/>
                  </a:ext>
                </a:extLst>
              </p:cNvPr>
              <p:cNvSpPr/>
              <p:nvPr/>
            </p:nvSpPr>
            <p:spPr>
              <a:xfrm>
                <a:off x="6667155" y="3924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0" name="Freeform 40109">
                <a:extLst>
                  <a:ext uri="{FF2B5EF4-FFF2-40B4-BE49-F238E27FC236}">
                    <a16:creationId xmlns:a16="http://schemas.microsoft.com/office/drawing/2014/main" id="{4070D3A1-EE62-4869-760F-BED8388D0FED}"/>
                  </a:ext>
                </a:extLst>
              </p:cNvPr>
              <p:cNvSpPr/>
              <p:nvPr/>
            </p:nvSpPr>
            <p:spPr>
              <a:xfrm>
                <a:off x="6667651" y="3806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1" name="Freeform 40110">
                <a:extLst>
                  <a:ext uri="{FF2B5EF4-FFF2-40B4-BE49-F238E27FC236}">
                    <a16:creationId xmlns:a16="http://schemas.microsoft.com/office/drawing/2014/main" id="{3DCF240F-05CE-2C7E-A2BD-D97CF460D7F9}"/>
                  </a:ext>
                </a:extLst>
              </p:cNvPr>
              <p:cNvSpPr/>
              <p:nvPr/>
            </p:nvSpPr>
            <p:spPr>
              <a:xfrm>
                <a:off x="6668147" y="350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2" name="Freeform 40111">
                <a:extLst>
                  <a:ext uri="{FF2B5EF4-FFF2-40B4-BE49-F238E27FC236}">
                    <a16:creationId xmlns:a16="http://schemas.microsoft.com/office/drawing/2014/main" id="{8360A18B-5363-E1B3-DED0-DF3CEC447938}"/>
                  </a:ext>
                </a:extLst>
              </p:cNvPr>
              <p:cNvSpPr/>
              <p:nvPr/>
            </p:nvSpPr>
            <p:spPr>
              <a:xfrm>
                <a:off x="6668742" y="3616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3" name="Freeform 40112">
                <a:extLst>
                  <a:ext uri="{FF2B5EF4-FFF2-40B4-BE49-F238E27FC236}">
                    <a16:creationId xmlns:a16="http://schemas.microsoft.com/office/drawing/2014/main" id="{8F0A0333-2F52-5F81-35D3-95DD7F9757D7}"/>
                  </a:ext>
                </a:extLst>
              </p:cNvPr>
              <p:cNvSpPr/>
              <p:nvPr/>
            </p:nvSpPr>
            <p:spPr>
              <a:xfrm>
                <a:off x="6669238" y="3699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4" name="Freeform 40113">
                <a:extLst>
                  <a:ext uri="{FF2B5EF4-FFF2-40B4-BE49-F238E27FC236}">
                    <a16:creationId xmlns:a16="http://schemas.microsoft.com/office/drawing/2014/main" id="{4888ECCC-A555-4999-679F-CF971EE06DAB}"/>
                  </a:ext>
                </a:extLst>
              </p:cNvPr>
              <p:cNvSpPr/>
              <p:nvPr/>
            </p:nvSpPr>
            <p:spPr>
              <a:xfrm>
                <a:off x="6669734" y="3705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5" name="Freeform 40114">
                <a:extLst>
                  <a:ext uri="{FF2B5EF4-FFF2-40B4-BE49-F238E27FC236}">
                    <a16:creationId xmlns:a16="http://schemas.microsoft.com/office/drawing/2014/main" id="{D84795BA-2B5E-3078-2D52-895D34B632B7}"/>
                  </a:ext>
                </a:extLst>
              </p:cNvPr>
              <p:cNvSpPr/>
              <p:nvPr/>
            </p:nvSpPr>
            <p:spPr>
              <a:xfrm>
                <a:off x="6670230" y="3703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6" name="Freeform 40115">
                <a:extLst>
                  <a:ext uri="{FF2B5EF4-FFF2-40B4-BE49-F238E27FC236}">
                    <a16:creationId xmlns:a16="http://schemas.microsoft.com/office/drawing/2014/main" id="{4B66AFA2-4DDD-8AC7-4572-BA76510854B3}"/>
                  </a:ext>
                </a:extLst>
              </p:cNvPr>
              <p:cNvSpPr/>
              <p:nvPr/>
            </p:nvSpPr>
            <p:spPr>
              <a:xfrm>
                <a:off x="6670826" y="3726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7" name="Freeform 40116">
                <a:extLst>
                  <a:ext uri="{FF2B5EF4-FFF2-40B4-BE49-F238E27FC236}">
                    <a16:creationId xmlns:a16="http://schemas.microsoft.com/office/drawing/2014/main" id="{E2F21DC5-B311-354D-D1F4-BDD2BC3F5986}"/>
                  </a:ext>
                </a:extLst>
              </p:cNvPr>
              <p:cNvSpPr/>
              <p:nvPr/>
            </p:nvSpPr>
            <p:spPr>
              <a:xfrm>
                <a:off x="6671322" y="3743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8" name="Freeform 40117">
                <a:extLst>
                  <a:ext uri="{FF2B5EF4-FFF2-40B4-BE49-F238E27FC236}">
                    <a16:creationId xmlns:a16="http://schemas.microsoft.com/office/drawing/2014/main" id="{BF3BF045-55BC-72DB-C697-0E86E891E30A}"/>
                  </a:ext>
                </a:extLst>
              </p:cNvPr>
              <p:cNvSpPr/>
              <p:nvPr/>
            </p:nvSpPr>
            <p:spPr>
              <a:xfrm>
                <a:off x="6671818" y="3743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19" name="Freeform 40118">
                <a:extLst>
                  <a:ext uri="{FF2B5EF4-FFF2-40B4-BE49-F238E27FC236}">
                    <a16:creationId xmlns:a16="http://schemas.microsoft.com/office/drawing/2014/main" id="{51438101-79E5-8991-D830-6985046FD805}"/>
                  </a:ext>
                </a:extLst>
              </p:cNvPr>
              <p:cNvSpPr/>
              <p:nvPr/>
            </p:nvSpPr>
            <p:spPr>
              <a:xfrm>
                <a:off x="6672413" y="3680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0" name="Freeform 40119">
                <a:extLst>
                  <a:ext uri="{FF2B5EF4-FFF2-40B4-BE49-F238E27FC236}">
                    <a16:creationId xmlns:a16="http://schemas.microsoft.com/office/drawing/2014/main" id="{8AE57065-662C-5A1F-ABA7-343764CA7C0A}"/>
                  </a:ext>
                </a:extLst>
              </p:cNvPr>
              <p:cNvSpPr/>
              <p:nvPr/>
            </p:nvSpPr>
            <p:spPr>
              <a:xfrm>
                <a:off x="6672909" y="3699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1" name="Freeform 40120">
                <a:extLst>
                  <a:ext uri="{FF2B5EF4-FFF2-40B4-BE49-F238E27FC236}">
                    <a16:creationId xmlns:a16="http://schemas.microsoft.com/office/drawing/2014/main" id="{1CADB20C-2E34-B81E-02A5-E0B00C039F14}"/>
                  </a:ext>
                </a:extLst>
              </p:cNvPr>
              <p:cNvSpPr/>
              <p:nvPr/>
            </p:nvSpPr>
            <p:spPr>
              <a:xfrm>
                <a:off x="6673405" y="3670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2" name="Freeform 40121">
                <a:extLst>
                  <a:ext uri="{FF2B5EF4-FFF2-40B4-BE49-F238E27FC236}">
                    <a16:creationId xmlns:a16="http://schemas.microsoft.com/office/drawing/2014/main" id="{91275746-5E81-258F-2B1E-AF4691FDA2F6}"/>
                  </a:ext>
                </a:extLst>
              </p:cNvPr>
              <p:cNvSpPr/>
              <p:nvPr/>
            </p:nvSpPr>
            <p:spPr>
              <a:xfrm>
                <a:off x="6674001" y="3874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3" name="Freeform 40122">
                <a:extLst>
                  <a:ext uri="{FF2B5EF4-FFF2-40B4-BE49-F238E27FC236}">
                    <a16:creationId xmlns:a16="http://schemas.microsoft.com/office/drawing/2014/main" id="{7EFB4082-7087-2FE1-2E37-3833834EA7F0}"/>
                  </a:ext>
                </a:extLst>
              </p:cNvPr>
              <p:cNvSpPr/>
              <p:nvPr/>
            </p:nvSpPr>
            <p:spPr>
              <a:xfrm>
                <a:off x="6674497" y="3975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4" name="Freeform 40123">
                <a:extLst>
                  <a:ext uri="{FF2B5EF4-FFF2-40B4-BE49-F238E27FC236}">
                    <a16:creationId xmlns:a16="http://schemas.microsoft.com/office/drawing/2014/main" id="{68D4AE9F-9146-0A30-76A3-ED984198FC87}"/>
                  </a:ext>
                </a:extLst>
              </p:cNvPr>
              <p:cNvSpPr/>
              <p:nvPr/>
            </p:nvSpPr>
            <p:spPr>
              <a:xfrm>
                <a:off x="6674993" y="3999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5" name="Freeform 40124">
                <a:extLst>
                  <a:ext uri="{FF2B5EF4-FFF2-40B4-BE49-F238E27FC236}">
                    <a16:creationId xmlns:a16="http://schemas.microsoft.com/office/drawing/2014/main" id="{D591E492-79B9-0DBC-CDEE-0A3325F1A0A3}"/>
                  </a:ext>
                </a:extLst>
              </p:cNvPr>
              <p:cNvSpPr/>
              <p:nvPr/>
            </p:nvSpPr>
            <p:spPr>
              <a:xfrm>
                <a:off x="6675588" y="400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6" name="Freeform 40125">
                <a:extLst>
                  <a:ext uri="{FF2B5EF4-FFF2-40B4-BE49-F238E27FC236}">
                    <a16:creationId xmlns:a16="http://schemas.microsoft.com/office/drawing/2014/main" id="{EA573916-8BC5-4C08-B855-38FDB5F6830E}"/>
                  </a:ext>
                </a:extLst>
              </p:cNvPr>
              <p:cNvSpPr/>
              <p:nvPr/>
            </p:nvSpPr>
            <p:spPr>
              <a:xfrm>
                <a:off x="6676084" y="40088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7" name="Freeform 40126">
                <a:extLst>
                  <a:ext uri="{FF2B5EF4-FFF2-40B4-BE49-F238E27FC236}">
                    <a16:creationId xmlns:a16="http://schemas.microsoft.com/office/drawing/2014/main" id="{9F88E9ED-A240-6E50-B110-6B9B03798663}"/>
                  </a:ext>
                </a:extLst>
              </p:cNvPr>
              <p:cNvSpPr/>
              <p:nvPr/>
            </p:nvSpPr>
            <p:spPr>
              <a:xfrm>
                <a:off x="6676580" y="4017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8" name="Freeform 40127">
                <a:extLst>
                  <a:ext uri="{FF2B5EF4-FFF2-40B4-BE49-F238E27FC236}">
                    <a16:creationId xmlns:a16="http://schemas.microsoft.com/office/drawing/2014/main" id="{BA60ED09-A240-7D2E-BE83-577863D5FA94}"/>
                  </a:ext>
                </a:extLst>
              </p:cNvPr>
              <p:cNvSpPr/>
              <p:nvPr/>
            </p:nvSpPr>
            <p:spPr>
              <a:xfrm>
                <a:off x="6677176" y="4024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29" name="Freeform 40128">
                <a:extLst>
                  <a:ext uri="{FF2B5EF4-FFF2-40B4-BE49-F238E27FC236}">
                    <a16:creationId xmlns:a16="http://schemas.microsoft.com/office/drawing/2014/main" id="{35C96057-3FE5-64E6-BD0C-F6F02113BC03}"/>
                  </a:ext>
                </a:extLst>
              </p:cNvPr>
              <p:cNvSpPr/>
              <p:nvPr/>
            </p:nvSpPr>
            <p:spPr>
              <a:xfrm>
                <a:off x="6677672" y="4030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0" name="Freeform 40129">
                <a:extLst>
                  <a:ext uri="{FF2B5EF4-FFF2-40B4-BE49-F238E27FC236}">
                    <a16:creationId xmlns:a16="http://schemas.microsoft.com/office/drawing/2014/main" id="{9EB54733-0807-3CCC-2967-2DBA9D1A4A9A}"/>
                  </a:ext>
                </a:extLst>
              </p:cNvPr>
              <p:cNvSpPr/>
              <p:nvPr/>
            </p:nvSpPr>
            <p:spPr>
              <a:xfrm>
                <a:off x="6678168" y="4033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1" name="Freeform 40130">
                <a:extLst>
                  <a:ext uri="{FF2B5EF4-FFF2-40B4-BE49-F238E27FC236}">
                    <a16:creationId xmlns:a16="http://schemas.microsoft.com/office/drawing/2014/main" id="{7FA5F377-9204-8BDD-EE1A-305362190E62}"/>
                  </a:ext>
                </a:extLst>
              </p:cNvPr>
              <p:cNvSpPr/>
              <p:nvPr/>
            </p:nvSpPr>
            <p:spPr>
              <a:xfrm>
                <a:off x="6678763" y="4034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2" name="Freeform 40131">
                <a:extLst>
                  <a:ext uri="{FF2B5EF4-FFF2-40B4-BE49-F238E27FC236}">
                    <a16:creationId xmlns:a16="http://schemas.microsoft.com/office/drawing/2014/main" id="{C7C35397-7F8A-367C-93BF-CEC1DAED9232}"/>
                  </a:ext>
                </a:extLst>
              </p:cNvPr>
              <p:cNvSpPr/>
              <p:nvPr/>
            </p:nvSpPr>
            <p:spPr>
              <a:xfrm>
                <a:off x="6679259" y="4029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3" name="Freeform 40132">
                <a:extLst>
                  <a:ext uri="{FF2B5EF4-FFF2-40B4-BE49-F238E27FC236}">
                    <a16:creationId xmlns:a16="http://schemas.microsoft.com/office/drawing/2014/main" id="{F7544086-CE0A-B1DC-35E0-F061FAAB827A}"/>
                  </a:ext>
                </a:extLst>
              </p:cNvPr>
              <p:cNvSpPr/>
              <p:nvPr/>
            </p:nvSpPr>
            <p:spPr>
              <a:xfrm>
                <a:off x="6679755" y="4017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4" name="Freeform 40133">
                <a:extLst>
                  <a:ext uri="{FF2B5EF4-FFF2-40B4-BE49-F238E27FC236}">
                    <a16:creationId xmlns:a16="http://schemas.microsoft.com/office/drawing/2014/main" id="{5888FB45-773F-5F8C-F5B3-A257C22B7A27}"/>
                  </a:ext>
                </a:extLst>
              </p:cNvPr>
              <p:cNvSpPr/>
              <p:nvPr/>
            </p:nvSpPr>
            <p:spPr>
              <a:xfrm>
                <a:off x="6680351" y="3915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5" name="Freeform 40134">
                <a:extLst>
                  <a:ext uri="{FF2B5EF4-FFF2-40B4-BE49-F238E27FC236}">
                    <a16:creationId xmlns:a16="http://schemas.microsoft.com/office/drawing/2014/main" id="{15469897-4079-BB9E-7D5D-ABDA69CF6012}"/>
                  </a:ext>
                </a:extLst>
              </p:cNvPr>
              <p:cNvSpPr/>
              <p:nvPr/>
            </p:nvSpPr>
            <p:spPr>
              <a:xfrm>
                <a:off x="6680847" y="3698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6" name="Freeform 40135">
                <a:extLst>
                  <a:ext uri="{FF2B5EF4-FFF2-40B4-BE49-F238E27FC236}">
                    <a16:creationId xmlns:a16="http://schemas.microsoft.com/office/drawing/2014/main" id="{E0329882-AD46-7D52-2FD8-2FA5B876BB74}"/>
                  </a:ext>
                </a:extLst>
              </p:cNvPr>
              <p:cNvSpPr/>
              <p:nvPr/>
            </p:nvSpPr>
            <p:spPr>
              <a:xfrm>
                <a:off x="6681343" y="3713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7" name="Freeform 40136">
                <a:extLst>
                  <a:ext uri="{FF2B5EF4-FFF2-40B4-BE49-F238E27FC236}">
                    <a16:creationId xmlns:a16="http://schemas.microsoft.com/office/drawing/2014/main" id="{638D108B-F7FF-FA2F-3D52-F77469E2E3C0}"/>
                  </a:ext>
                </a:extLst>
              </p:cNvPr>
              <p:cNvSpPr/>
              <p:nvPr/>
            </p:nvSpPr>
            <p:spPr>
              <a:xfrm>
                <a:off x="6681839" y="3783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8" name="Freeform 40137">
                <a:extLst>
                  <a:ext uri="{FF2B5EF4-FFF2-40B4-BE49-F238E27FC236}">
                    <a16:creationId xmlns:a16="http://schemas.microsoft.com/office/drawing/2014/main" id="{661E007C-EAB9-D02B-7D12-EFF6B2C51685}"/>
                  </a:ext>
                </a:extLst>
              </p:cNvPr>
              <p:cNvSpPr/>
              <p:nvPr/>
            </p:nvSpPr>
            <p:spPr>
              <a:xfrm>
                <a:off x="6682434" y="3791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39" name="Freeform 40138">
                <a:extLst>
                  <a:ext uri="{FF2B5EF4-FFF2-40B4-BE49-F238E27FC236}">
                    <a16:creationId xmlns:a16="http://schemas.microsoft.com/office/drawing/2014/main" id="{787FACC4-39C7-6451-8C31-4E97E491B021}"/>
                  </a:ext>
                </a:extLst>
              </p:cNvPr>
              <p:cNvSpPr/>
              <p:nvPr/>
            </p:nvSpPr>
            <p:spPr>
              <a:xfrm>
                <a:off x="6682930" y="3803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0" name="Freeform 40139">
                <a:extLst>
                  <a:ext uri="{FF2B5EF4-FFF2-40B4-BE49-F238E27FC236}">
                    <a16:creationId xmlns:a16="http://schemas.microsoft.com/office/drawing/2014/main" id="{9563C130-ABE9-C9C8-AAB8-13AF403BD8DA}"/>
                  </a:ext>
                </a:extLst>
              </p:cNvPr>
              <p:cNvSpPr/>
              <p:nvPr/>
            </p:nvSpPr>
            <p:spPr>
              <a:xfrm>
                <a:off x="6683427" y="3819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1" name="Freeform 40140">
                <a:extLst>
                  <a:ext uri="{FF2B5EF4-FFF2-40B4-BE49-F238E27FC236}">
                    <a16:creationId xmlns:a16="http://schemas.microsoft.com/office/drawing/2014/main" id="{E9DFE67E-09A3-E65B-BDBF-1A1A65F78F27}"/>
                  </a:ext>
                </a:extLst>
              </p:cNvPr>
              <p:cNvSpPr/>
              <p:nvPr/>
            </p:nvSpPr>
            <p:spPr>
              <a:xfrm>
                <a:off x="6684022" y="3833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2" name="Freeform 40141">
                <a:extLst>
                  <a:ext uri="{FF2B5EF4-FFF2-40B4-BE49-F238E27FC236}">
                    <a16:creationId xmlns:a16="http://schemas.microsoft.com/office/drawing/2014/main" id="{48209A6B-E515-7A24-8372-430D262089C5}"/>
                  </a:ext>
                </a:extLst>
              </p:cNvPr>
              <p:cNvSpPr/>
              <p:nvPr/>
            </p:nvSpPr>
            <p:spPr>
              <a:xfrm>
                <a:off x="6684518" y="3786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3" name="Freeform 40142">
                <a:extLst>
                  <a:ext uri="{FF2B5EF4-FFF2-40B4-BE49-F238E27FC236}">
                    <a16:creationId xmlns:a16="http://schemas.microsoft.com/office/drawing/2014/main" id="{C6E7CA1B-6AE1-B00E-9E9F-9AF03BA61AA1}"/>
                  </a:ext>
                </a:extLst>
              </p:cNvPr>
              <p:cNvSpPr/>
              <p:nvPr/>
            </p:nvSpPr>
            <p:spPr>
              <a:xfrm>
                <a:off x="6685014" y="3767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4" name="Freeform 40143">
                <a:extLst>
                  <a:ext uri="{FF2B5EF4-FFF2-40B4-BE49-F238E27FC236}">
                    <a16:creationId xmlns:a16="http://schemas.microsoft.com/office/drawing/2014/main" id="{C6B8F5E8-6AF7-1C33-3B08-CA9F76F8B24F}"/>
                  </a:ext>
                </a:extLst>
              </p:cNvPr>
              <p:cNvSpPr/>
              <p:nvPr/>
            </p:nvSpPr>
            <p:spPr>
              <a:xfrm>
                <a:off x="6685609" y="3752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5" name="Freeform 40144">
                <a:extLst>
                  <a:ext uri="{FF2B5EF4-FFF2-40B4-BE49-F238E27FC236}">
                    <a16:creationId xmlns:a16="http://schemas.microsoft.com/office/drawing/2014/main" id="{8D3C96E1-224A-6114-9B64-4FE55572DFC5}"/>
                  </a:ext>
                </a:extLst>
              </p:cNvPr>
              <p:cNvSpPr/>
              <p:nvPr/>
            </p:nvSpPr>
            <p:spPr>
              <a:xfrm>
                <a:off x="6686105" y="3743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6" name="Freeform 40145">
                <a:extLst>
                  <a:ext uri="{FF2B5EF4-FFF2-40B4-BE49-F238E27FC236}">
                    <a16:creationId xmlns:a16="http://schemas.microsoft.com/office/drawing/2014/main" id="{79D62F7A-0E5C-89E8-86E7-7025A51CAD20}"/>
                  </a:ext>
                </a:extLst>
              </p:cNvPr>
              <p:cNvSpPr/>
              <p:nvPr/>
            </p:nvSpPr>
            <p:spPr>
              <a:xfrm>
                <a:off x="6686602" y="3882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7" name="Freeform 40146">
                <a:extLst>
                  <a:ext uri="{FF2B5EF4-FFF2-40B4-BE49-F238E27FC236}">
                    <a16:creationId xmlns:a16="http://schemas.microsoft.com/office/drawing/2014/main" id="{ACCE4338-85DC-EBCE-8FE2-4E18D7876B8B}"/>
                  </a:ext>
                </a:extLst>
              </p:cNvPr>
              <p:cNvSpPr/>
              <p:nvPr/>
            </p:nvSpPr>
            <p:spPr>
              <a:xfrm>
                <a:off x="6687197" y="398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8" name="Freeform 40147">
                <a:extLst>
                  <a:ext uri="{FF2B5EF4-FFF2-40B4-BE49-F238E27FC236}">
                    <a16:creationId xmlns:a16="http://schemas.microsoft.com/office/drawing/2014/main" id="{BF60ADF0-3193-7F2D-57B7-7D029DF6FEC1}"/>
                  </a:ext>
                </a:extLst>
              </p:cNvPr>
              <p:cNvSpPr/>
              <p:nvPr/>
            </p:nvSpPr>
            <p:spPr>
              <a:xfrm>
                <a:off x="6687693" y="400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49" name="Freeform 40148">
                <a:extLst>
                  <a:ext uri="{FF2B5EF4-FFF2-40B4-BE49-F238E27FC236}">
                    <a16:creationId xmlns:a16="http://schemas.microsoft.com/office/drawing/2014/main" id="{74393613-AB41-6923-4FD8-AC36834F437C}"/>
                  </a:ext>
                </a:extLst>
              </p:cNvPr>
              <p:cNvSpPr/>
              <p:nvPr/>
            </p:nvSpPr>
            <p:spPr>
              <a:xfrm>
                <a:off x="6688189" y="4012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0" name="Freeform 40149">
                <a:extLst>
                  <a:ext uri="{FF2B5EF4-FFF2-40B4-BE49-F238E27FC236}">
                    <a16:creationId xmlns:a16="http://schemas.microsoft.com/office/drawing/2014/main" id="{89D78D34-8F30-86C9-E3C2-8F3B2A6344B3}"/>
                  </a:ext>
                </a:extLst>
              </p:cNvPr>
              <p:cNvSpPr/>
              <p:nvPr/>
            </p:nvSpPr>
            <p:spPr>
              <a:xfrm>
                <a:off x="6688784" y="4017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1" name="Freeform 40150">
                <a:extLst>
                  <a:ext uri="{FF2B5EF4-FFF2-40B4-BE49-F238E27FC236}">
                    <a16:creationId xmlns:a16="http://schemas.microsoft.com/office/drawing/2014/main" id="{0FB7DD12-649C-6473-A583-8F4231A29F5F}"/>
                  </a:ext>
                </a:extLst>
              </p:cNvPr>
              <p:cNvSpPr/>
              <p:nvPr/>
            </p:nvSpPr>
            <p:spPr>
              <a:xfrm>
                <a:off x="6689280" y="4021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2" name="Freeform 40151">
                <a:extLst>
                  <a:ext uri="{FF2B5EF4-FFF2-40B4-BE49-F238E27FC236}">
                    <a16:creationId xmlns:a16="http://schemas.microsoft.com/office/drawing/2014/main" id="{B48FD782-BD25-C7E4-F8A0-56DBBA5CCD34}"/>
                  </a:ext>
                </a:extLst>
              </p:cNvPr>
              <p:cNvSpPr/>
              <p:nvPr/>
            </p:nvSpPr>
            <p:spPr>
              <a:xfrm>
                <a:off x="6689777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3" name="Freeform 40152">
                <a:extLst>
                  <a:ext uri="{FF2B5EF4-FFF2-40B4-BE49-F238E27FC236}">
                    <a16:creationId xmlns:a16="http://schemas.microsoft.com/office/drawing/2014/main" id="{35D6C67E-71CD-AA15-BBE6-6D521BF4E503}"/>
                  </a:ext>
                </a:extLst>
              </p:cNvPr>
              <p:cNvSpPr/>
              <p:nvPr/>
            </p:nvSpPr>
            <p:spPr>
              <a:xfrm>
                <a:off x="6690372" y="4020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4" name="Freeform 40153">
                <a:extLst>
                  <a:ext uri="{FF2B5EF4-FFF2-40B4-BE49-F238E27FC236}">
                    <a16:creationId xmlns:a16="http://schemas.microsoft.com/office/drawing/2014/main" id="{52618C84-C8B7-3121-4256-B652366B5A0A}"/>
                  </a:ext>
                </a:extLst>
              </p:cNvPr>
              <p:cNvSpPr/>
              <p:nvPr/>
            </p:nvSpPr>
            <p:spPr>
              <a:xfrm>
                <a:off x="6690868" y="4017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5" name="Freeform 40154">
                <a:extLst>
                  <a:ext uri="{FF2B5EF4-FFF2-40B4-BE49-F238E27FC236}">
                    <a16:creationId xmlns:a16="http://schemas.microsoft.com/office/drawing/2014/main" id="{D82BD9C7-3ABB-BC71-D6ED-444E000547B7}"/>
                  </a:ext>
                </a:extLst>
              </p:cNvPr>
              <p:cNvSpPr/>
              <p:nvPr/>
            </p:nvSpPr>
            <p:spPr>
              <a:xfrm>
                <a:off x="6691364" y="4014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6" name="Freeform 40155">
                <a:extLst>
                  <a:ext uri="{FF2B5EF4-FFF2-40B4-BE49-F238E27FC236}">
                    <a16:creationId xmlns:a16="http://schemas.microsoft.com/office/drawing/2014/main" id="{CF9800FB-1086-3496-4A8F-494F7A10A284}"/>
                  </a:ext>
                </a:extLst>
              </p:cNvPr>
              <p:cNvSpPr/>
              <p:nvPr/>
            </p:nvSpPr>
            <p:spPr>
              <a:xfrm>
                <a:off x="6691959" y="4009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7" name="Freeform 40156">
                <a:extLst>
                  <a:ext uri="{FF2B5EF4-FFF2-40B4-BE49-F238E27FC236}">
                    <a16:creationId xmlns:a16="http://schemas.microsoft.com/office/drawing/2014/main" id="{B5BCFD79-614A-FD5F-5B34-07FFE025ED8D}"/>
                  </a:ext>
                </a:extLst>
              </p:cNvPr>
              <p:cNvSpPr/>
              <p:nvPr/>
            </p:nvSpPr>
            <p:spPr>
              <a:xfrm>
                <a:off x="6692455" y="3999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8" name="Freeform 40157">
                <a:extLst>
                  <a:ext uri="{FF2B5EF4-FFF2-40B4-BE49-F238E27FC236}">
                    <a16:creationId xmlns:a16="http://schemas.microsoft.com/office/drawing/2014/main" id="{6144C776-FBCD-FE07-730B-D1A3D16BB7AB}"/>
                  </a:ext>
                </a:extLst>
              </p:cNvPr>
              <p:cNvSpPr/>
              <p:nvPr/>
            </p:nvSpPr>
            <p:spPr>
              <a:xfrm>
                <a:off x="6692952" y="39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59" name="Freeform 40158">
                <a:extLst>
                  <a:ext uri="{FF2B5EF4-FFF2-40B4-BE49-F238E27FC236}">
                    <a16:creationId xmlns:a16="http://schemas.microsoft.com/office/drawing/2014/main" id="{39EB9F4A-5514-9A26-6A70-772755662DA1}"/>
                  </a:ext>
                </a:extLst>
              </p:cNvPr>
              <p:cNvSpPr/>
              <p:nvPr/>
            </p:nvSpPr>
            <p:spPr>
              <a:xfrm>
                <a:off x="6693547" y="3846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0" name="Freeform 40159">
                <a:extLst>
                  <a:ext uri="{FF2B5EF4-FFF2-40B4-BE49-F238E27FC236}">
                    <a16:creationId xmlns:a16="http://schemas.microsoft.com/office/drawing/2014/main" id="{E37AF6B2-B8CD-B71D-F937-FB0EC6AE4A8A}"/>
                  </a:ext>
                </a:extLst>
              </p:cNvPr>
              <p:cNvSpPr/>
              <p:nvPr/>
            </p:nvSpPr>
            <p:spPr>
              <a:xfrm>
                <a:off x="6694043" y="3763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1" name="Freeform 40160">
                <a:extLst>
                  <a:ext uri="{FF2B5EF4-FFF2-40B4-BE49-F238E27FC236}">
                    <a16:creationId xmlns:a16="http://schemas.microsoft.com/office/drawing/2014/main" id="{E94B4C71-0E86-F7AA-0266-446C1D3D030E}"/>
                  </a:ext>
                </a:extLst>
              </p:cNvPr>
              <p:cNvSpPr/>
              <p:nvPr/>
            </p:nvSpPr>
            <p:spPr>
              <a:xfrm>
                <a:off x="6694539" y="3775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2" name="Freeform 40161">
                <a:extLst>
                  <a:ext uri="{FF2B5EF4-FFF2-40B4-BE49-F238E27FC236}">
                    <a16:creationId xmlns:a16="http://schemas.microsoft.com/office/drawing/2014/main" id="{C45F003C-BAC7-D2B2-9628-F9E69D27D7DE}"/>
                  </a:ext>
                </a:extLst>
              </p:cNvPr>
              <p:cNvSpPr/>
              <p:nvPr/>
            </p:nvSpPr>
            <p:spPr>
              <a:xfrm>
                <a:off x="6695035" y="3819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3" name="Freeform 40162">
                <a:extLst>
                  <a:ext uri="{FF2B5EF4-FFF2-40B4-BE49-F238E27FC236}">
                    <a16:creationId xmlns:a16="http://schemas.microsoft.com/office/drawing/2014/main" id="{1F7757F1-AD3F-3425-8975-834CF1A65987}"/>
                  </a:ext>
                </a:extLst>
              </p:cNvPr>
              <p:cNvSpPr/>
              <p:nvPr/>
            </p:nvSpPr>
            <p:spPr>
              <a:xfrm>
                <a:off x="6695630" y="3808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4" name="Freeform 40163">
                <a:extLst>
                  <a:ext uri="{FF2B5EF4-FFF2-40B4-BE49-F238E27FC236}">
                    <a16:creationId xmlns:a16="http://schemas.microsoft.com/office/drawing/2014/main" id="{A031B3AC-DF6F-B909-D58B-F0A11F8216F4}"/>
                  </a:ext>
                </a:extLst>
              </p:cNvPr>
              <p:cNvSpPr/>
              <p:nvPr/>
            </p:nvSpPr>
            <p:spPr>
              <a:xfrm>
                <a:off x="6696127" y="3796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5" name="Freeform 40164">
                <a:extLst>
                  <a:ext uri="{FF2B5EF4-FFF2-40B4-BE49-F238E27FC236}">
                    <a16:creationId xmlns:a16="http://schemas.microsoft.com/office/drawing/2014/main" id="{C8E34A9D-1C47-52FA-E4FA-C0E57027244B}"/>
                  </a:ext>
                </a:extLst>
              </p:cNvPr>
              <p:cNvSpPr/>
              <p:nvPr/>
            </p:nvSpPr>
            <p:spPr>
              <a:xfrm>
                <a:off x="6696623" y="3780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6" name="Freeform 40165">
                <a:extLst>
                  <a:ext uri="{FF2B5EF4-FFF2-40B4-BE49-F238E27FC236}">
                    <a16:creationId xmlns:a16="http://schemas.microsoft.com/office/drawing/2014/main" id="{7031A86C-C9C5-72BD-812E-1B456C6DDCE7}"/>
                  </a:ext>
                </a:extLst>
              </p:cNvPr>
              <p:cNvSpPr/>
              <p:nvPr/>
            </p:nvSpPr>
            <p:spPr>
              <a:xfrm>
                <a:off x="6697218" y="3764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7" name="Freeform 40166">
                <a:extLst>
                  <a:ext uri="{FF2B5EF4-FFF2-40B4-BE49-F238E27FC236}">
                    <a16:creationId xmlns:a16="http://schemas.microsoft.com/office/drawing/2014/main" id="{D3346687-66B7-5B74-D06A-BD6D72D69FA3}"/>
                  </a:ext>
                </a:extLst>
              </p:cNvPr>
              <p:cNvSpPr/>
              <p:nvPr/>
            </p:nvSpPr>
            <p:spPr>
              <a:xfrm>
                <a:off x="6697714" y="3726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8" name="Freeform 40167">
                <a:extLst>
                  <a:ext uri="{FF2B5EF4-FFF2-40B4-BE49-F238E27FC236}">
                    <a16:creationId xmlns:a16="http://schemas.microsoft.com/office/drawing/2014/main" id="{E8378ACE-9341-FE86-E19C-1AD0AC6E9F6F}"/>
                  </a:ext>
                </a:extLst>
              </p:cNvPr>
              <p:cNvSpPr/>
              <p:nvPr/>
            </p:nvSpPr>
            <p:spPr>
              <a:xfrm>
                <a:off x="6698210" y="3698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69" name="Freeform 40168">
                <a:extLst>
                  <a:ext uri="{FF2B5EF4-FFF2-40B4-BE49-F238E27FC236}">
                    <a16:creationId xmlns:a16="http://schemas.microsoft.com/office/drawing/2014/main" id="{B14011C0-949A-3553-9F42-DF6ECE5B5F4A}"/>
                  </a:ext>
                </a:extLst>
              </p:cNvPr>
              <p:cNvSpPr/>
              <p:nvPr/>
            </p:nvSpPr>
            <p:spPr>
              <a:xfrm>
                <a:off x="6698805" y="3681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0" name="Freeform 40169">
                <a:extLst>
                  <a:ext uri="{FF2B5EF4-FFF2-40B4-BE49-F238E27FC236}">
                    <a16:creationId xmlns:a16="http://schemas.microsoft.com/office/drawing/2014/main" id="{5694D3D6-D5C2-D5F0-0781-C4378939E9BD}"/>
                  </a:ext>
                </a:extLst>
              </p:cNvPr>
              <p:cNvSpPr/>
              <p:nvPr/>
            </p:nvSpPr>
            <p:spPr>
              <a:xfrm>
                <a:off x="6699302" y="384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1" name="Freeform 40170">
                <a:extLst>
                  <a:ext uri="{FF2B5EF4-FFF2-40B4-BE49-F238E27FC236}">
                    <a16:creationId xmlns:a16="http://schemas.microsoft.com/office/drawing/2014/main" id="{99D4CB01-5DED-E676-0A18-55D30E334857}"/>
                  </a:ext>
                </a:extLst>
              </p:cNvPr>
              <p:cNvSpPr/>
              <p:nvPr/>
            </p:nvSpPr>
            <p:spPr>
              <a:xfrm>
                <a:off x="6699798" y="3951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2" name="Freeform 40171">
                <a:extLst>
                  <a:ext uri="{FF2B5EF4-FFF2-40B4-BE49-F238E27FC236}">
                    <a16:creationId xmlns:a16="http://schemas.microsoft.com/office/drawing/2014/main" id="{85C5AD22-6256-C812-A5EC-BEBF7BE6CB54}"/>
                  </a:ext>
                </a:extLst>
              </p:cNvPr>
              <p:cNvSpPr/>
              <p:nvPr/>
            </p:nvSpPr>
            <p:spPr>
              <a:xfrm>
                <a:off x="6700393" y="3981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3" name="Freeform 40172">
                <a:extLst>
                  <a:ext uri="{FF2B5EF4-FFF2-40B4-BE49-F238E27FC236}">
                    <a16:creationId xmlns:a16="http://schemas.microsoft.com/office/drawing/2014/main" id="{3AD69C3A-2F31-22E1-4355-A104C06A0568}"/>
                  </a:ext>
                </a:extLst>
              </p:cNvPr>
              <p:cNvSpPr/>
              <p:nvPr/>
            </p:nvSpPr>
            <p:spPr>
              <a:xfrm>
                <a:off x="6700889" y="3995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4" name="Freeform 40173">
                <a:extLst>
                  <a:ext uri="{FF2B5EF4-FFF2-40B4-BE49-F238E27FC236}">
                    <a16:creationId xmlns:a16="http://schemas.microsoft.com/office/drawing/2014/main" id="{457C5962-6C35-7546-BF72-05767E2A0300}"/>
                  </a:ext>
                </a:extLst>
              </p:cNvPr>
              <p:cNvSpPr/>
              <p:nvPr/>
            </p:nvSpPr>
            <p:spPr>
              <a:xfrm>
                <a:off x="6701385" y="399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5" name="Freeform 40174">
                <a:extLst>
                  <a:ext uri="{FF2B5EF4-FFF2-40B4-BE49-F238E27FC236}">
                    <a16:creationId xmlns:a16="http://schemas.microsoft.com/office/drawing/2014/main" id="{FBB4158A-1700-5A2A-5314-8026B7B167AA}"/>
                  </a:ext>
                </a:extLst>
              </p:cNvPr>
              <p:cNvSpPr/>
              <p:nvPr/>
            </p:nvSpPr>
            <p:spPr>
              <a:xfrm>
                <a:off x="6701980" y="4000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6" name="Freeform 40175">
                <a:extLst>
                  <a:ext uri="{FF2B5EF4-FFF2-40B4-BE49-F238E27FC236}">
                    <a16:creationId xmlns:a16="http://schemas.microsoft.com/office/drawing/2014/main" id="{98F1A783-4B46-0E5C-D43C-0C25B07F0FE9}"/>
                  </a:ext>
                </a:extLst>
              </p:cNvPr>
              <p:cNvSpPr/>
              <p:nvPr/>
            </p:nvSpPr>
            <p:spPr>
              <a:xfrm>
                <a:off x="6702477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7" name="Freeform 40176">
                <a:extLst>
                  <a:ext uri="{FF2B5EF4-FFF2-40B4-BE49-F238E27FC236}">
                    <a16:creationId xmlns:a16="http://schemas.microsoft.com/office/drawing/2014/main" id="{0EF5E3EB-CE1B-9082-B141-D1EA6D36E468}"/>
                  </a:ext>
                </a:extLst>
              </p:cNvPr>
              <p:cNvSpPr/>
              <p:nvPr/>
            </p:nvSpPr>
            <p:spPr>
              <a:xfrm>
                <a:off x="6702973" y="4003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8" name="Freeform 40177">
                <a:extLst>
                  <a:ext uri="{FF2B5EF4-FFF2-40B4-BE49-F238E27FC236}">
                    <a16:creationId xmlns:a16="http://schemas.microsoft.com/office/drawing/2014/main" id="{3ACED558-A5E2-1941-409E-2512D0F830B5}"/>
                  </a:ext>
                </a:extLst>
              </p:cNvPr>
              <p:cNvSpPr/>
              <p:nvPr/>
            </p:nvSpPr>
            <p:spPr>
              <a:xfrm>
                <a:off x="6703568" y="4005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79" name="Freeform 40178">
                <a:extLst>
                  <a:ext uri="{FF2B5EF4-FFF2-40B4-BE49-F238E27FC236}">
                    <a16:creationId xmlns:a16="http://schemas.microsoft.com/office/drawing/2014/main" id="{5EADF500-7EB7-1A1C-85E2-6E8ED7B9F8E8}"/>
                  </a:ext>
                </a:extLst>
              </p:cNvPr>
              <p:cNvSpPr/>
              <p:nvPr/>
            </p:nvSpPr>
            <p:spPr>
              <a:xfrm>
                <a:off x="6704064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0" name="Freeform 40179">
                <a:extLst>
                  <a:ext uri="{FF2B5EF4-FFF2-40B4-BE49-F238E27FC236}">
                    <a16:creationId xmlns:a16="http://schemas.microsoft.com/office/drawing/2014/main" id="{28F304EC-F5E6-AC9E-9CB1-E45907CA2DC0}"/>
                  </a:ext>
                </a:extLst>
              </p:cNvPr>
              <p:cNvSpPr/>
              <p:nvPr/>
            </p:nvSpPr>
            <p:spPr>
              <a:xfrm>
                <a:off x="6704560" y="3996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1" name="Freeform 40180">
                <a:extLst>
                  <a:ext uri="{FF2B5EF4-FFF2-40B4-BE49-F238E27FC236}">
                    <a16:creationId xmlns:a16="http://schemas.microsoft.com/office/drawing/2014/main" id="{FDE390CD-9A7A-AD29-7F9A-D9D13A069894}"/>
                  </a:ext>
                </a:extLst>
              </p:cNvPr>
              <p:cNvSpPr/>
              <p:nvPr/>
            </p:nvSpPr>
            <p:spPr>
              <a:xfrm>
                <a:off x="6705155" y="3983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2" name="Freeform 40181">
                <a:extLst>
                  <a:ext uri="{FF2B5EF4-FFF2-40B4-BE49-F238E27FC236}">
                    <a16:creationId xmlns:a16="http://schemas.microsoft.com/office/drawing/2014/main" id="{EEB534B2-6686-AB43-BBBA-3F19ECEFD525}"/>
                  </a:ext>
                </a:extLst>
              </p:cNvPr>
              <p:cNvSpPr/>
              <p:nvPr/>
            </p:nvSpPr>
            <p:spPr>
              <a:xfrm>
                <a:off x="6705652" y="3879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3" name="Freeform 40182">
                <a:extLst>
                  <a:ext uri="{FF2B5EF4-FFF2-40B4-BE49-F238E27FC236}">
                    <a16:creationId xmlns:a16="http://schemas.microsoft.com/office/drawing/2014/main" id="{58F01E07-7822-75F9-1EE0-A50AE52BE93B}"/>
                  </a:ext>
                </a:extLst>
              </p:cNvPr>
              <p:cNvSpPr/>
              <p:nvPr/>
            </p:nvSpPr>
            <p:spPr>
              <a:xfrm>
                <a:off x="6706148" y="3697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4" name="Freeform 40183">
                <a:extLst>
                  <a:ext uri="{FF2B5EF4-FFF2-40B4-BE49-F238E27FC236}">
                    <a16:creationId xmlns:a16="http://schemas.microsoft.com/office/drawing/2014/main" id="{8B12375B-0DD1-F981-4BA6-400956414FDA}"/>
                  </a:ext>
                </a:extLst>
              </p:cNvPr>
              <p:cNvSpPr/>
              <p:nvPr/>
            </p:nvSpPr>
            <p:spPr>
              <a:xfrm>
                <a:off x="6706644" y="3716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5" name="Freeform 40184">
                <a:extLst>
                  <a:ext uri="{FF2B5EF4-FFF2-40B4-BE49-F238E27FC236}">
                    <a16:creationId xmlns:a16="http://schemas.microsoft.com/office/drawing/2014/main" id="{1633A8A3-210A-3FB2-5E20-5594AADECE12}"/>
                  </a:ext>
                </a:extLst>
              </p:cNvPr>
              <p:cNvSpPr/>
              <p:nvPr/>
            </p:nvSpPr>
            <p:spPr>
              <a:xfrm>
                <a:off x="6707239" y="371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6" name="Freeform 40185">
                <a:extLst>
                  <a:ext uri="{FF2B5EF4-FFF2-40B4-BE49-F238E27FC236}">
                    <a16:creationId xmlns:a16="http://schemas.microsoft.com/office/drawing/2014/main" id="{5F5328A6-BD44-CB58-6A2B-0BC3412B5F10}"/>
                  </a:ext>
                </a:extLst>
              </p:cNvPr>
              <p:cNvSpPr/>
              <p:nvPr/>
            </p:nvSpPr>
            <p:spPr>
              <a:xfrm>
                <a:off x="6707735" y="3722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7" name="Freeform 40186">
                <a:extLst>
                  <a:ext uri="{FF2B5EF4-FFF2-40B4-BE49-F238E27FC236}">
                    <a16:creationId xmlns:a16="http://schemas.microsoft.com/office/drawing/2014/main" id="{A16BDA69-F8B6-7DE5-7568-EE13B3D6BD3A}"/>
                  </a:ext>
                </a:extLst>
              </p:cNvPr>
              <p:cNvSpPr/>
              <p:nvPr/>
            </p:nvSpPr>
            <p:spPr>
              <a:xfrm>
                <a:off x="6708231" y="3713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8" name="Freeform 40187">
                <a:extLst>
                  <a:ext uri="{FF2B5EF4-FFF2-40B4-BE49-F238E27FC236}">
                    <a16:creationId xmlns:a16="http://schemas.microsoft.com/office/drawing/2014/main" id="{A1B4F372-61F6-4B41-B167-194711FCCEA3}"/>
                  </a:ext>
                </a:extLst>
              </p:cNvPr>
              <p:cNvSpPr/>
              <p:nvPr/>
            </p:nvSpPr>
            <p:spPr>
              <a:xfrm>
                <a:off x="6708827" y="3696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89" name="Freeform 40188">
                <a:extLst>
                  <a:ext uri="{FF2B5EF4-FFF2-40B4-BE49-F238E27FC236}">
                    <a16:creationId xmlns:a16="http://schemas.microsoft.com/office/drawing/2014/main" id="{C7C1A8E1-DF7B-83E3-3A5D-3C1D6516597B}"/>
                  </a:ext>
                </a:extLst>
              </p:cNvPr>
              <p:cNvSpPr/>
              <p:nvPr/>
            </p:nvSpPr>
            <p:spPr>
              <a:xfrm>
                <a:off x="6709323" y="3669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0" name="Freeform 40189">
                <a:extLst>
                  <a:ext uri="{FF2B5EF4-FFF2-40B4-BE49-F238E27FC236}">
                    <a16:creationId xmlns:a16="http://schemas.microsoft.com/office/drawing/2014/main" id="{024FE523-CFD7-BA23-FF17-B71A661E329B}"/>
                  </a:ext>
                </a:extLst>
              </p:cNvPr>
              <p:cNvSpPr/>
              <p:nvPr/>
            </p:nvSpPr>
            <p:spPr>
              <a:xfrm>
                <a:off x="6709819" y="3661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1" name="Freeform 40190">
                <a:extLst>
                  <a:ext uri="{FF2B5EF4-FFF2-40B4-BE49-F238E27FC236}">
                    <a16:creationId xmlns:a16="http://schemas.microsoft.com/office/drawing/2014/main" id="{4F9D4D65-7451-555F-54FF-A5FA8B725B3F}"/>
                  </a:ext>
                </a:extLst>
              </p:cNvPr>
              <p:cNvSpPr/>
              <p:nvPr/>
            </p:nvSpPr>
            <p:spPr>
              <a:xfrm>
                <a:off x="6710414" y="3677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2" name="Freeform 40191">
                <a:extLst>
                  <a:ext uri="{FF2B5EF4-FFF2-40B4-BE49-F238E27FC236}">
                    <a16:creationId xmlns:a16="http://schemas.microsoft.com/office/drawing/2014/main" id="{35098F56-1090-2D8E-6EC0-AC6F96EDC7A0}"/>
                  </a:ext>
                </a:extLst>
              </p:cNvPr>
              <p:cNvSpPr/>
              <p:nvPr/>
            </p:nvSpPr>
            <p:spPr>
              <a:xfrm>
                <a:off x="6710910" y="3674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3" name="Freeform 40192">
                <a:extLst>
                  <a:ext uri="{FF2B5EF4-FFF2-40B4-BE49-F238E27FC236}">
                    <a16:creationId xmlns:a16="http://schemas.microsoft.com/office/drawing/2014/main" id="{D133A492-545A-F79B-1D38-D88818D832C5}"/>
                  </a:ext>
                </a:extLst>
              </p:cNvPr>
              <p:cNvSpPr/>
              <p:nvPr/>
            </p:nvSpPr>
            <p:spPr>
              <a:xfrm>
                <a:off x="6711406" y="3656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4" name="Freeform 40193">
                <a:extLst>
                  <a:ext uri="{FF2B5EF4-FFF2-40B4-BE49-F238E27FC236}">
                    <a16:creationId xmlns:a16="http://schemas.microsoft.com/office/drawing/2014/main" id="{BF0841A0-2AC7-7C44-67A1-B3704E1E4A33}"/>
                  </a:ext>
                </a:extLst>
              </p:cNvPr>
              <p:cNvSpPr/>
              <p:nvPr/>
            </p:nvSpPr>
            <p:spPr>
              <a:xfrm>
                <a:off x="6712002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5" name="Freeform 40194">
                <a:extLst>
                  <a:ext uri="{FF2B5EF4-FFF2-40B4-BE49-F238E27FC236}">
                    <a16:creationId xmlns:a16="http://schemas.microsoft.com/office/drawing/2014/main" id="{550CF3E3-17A7-EB5F-68BA-043BAF5AA43E}"/>
                  </a:ext>
                </a:extLst>
              </p:cNvPr>
              <p:cNvSpPr/>
              <p:nvPr/>
            </p:nvSpPr>
            <p:spPr>
              <a:xfrm>
                <a:off x="6712498" y="3937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6" name="Freeform 40195">
                <a:extLst>
                  <a:ext uri="{FF2B5EF4-FFF2-40B4-BE49-F238E27FC236}">
                    <a16:creationId xmlns:a16="http://schemas.microsoft.com/office/drawing/2014/main" id="{A9C9B5C5-80A6-0955-154E-63BFE77FC914}"/>
                  </a:ext>
                </a:extLst>
              </p:cNvPr>
              <p:cNvSpPr/>
              <p:nvPr/>
            </p:nvSpPr>
            <p:spPr>
              <a:xfrm>
                <a:off x="6712994" y="39753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7" name="Freeform 40196">
                <a:extLst>
                  <a:ext uri="{FF2B5EF4-FFF2-40B4-BE49-F238E27FC236}">
                    <a16:creationId xmlns:a16="http://schemas.microsoft.com/office/drawing/2014/main" id="{4F21B693-B2B8-ED24-EAC5-9902E2973776}"/>
                  </a:ext>
                </a:extLst>
              </p:cNvPr>
              <p:cNvSpPr/>
              <p:nvPr/>
            </p:nvSpPr>
            <p:spPr>
              <a:xfrm>
                <a:off x="6713589" y="3986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8" name="Freeform 40197">
                <a:extLst>
                  <a:ext uri="{FF2B5EF4-FFF2-40B4-BE49-F238E27FC236}">
                    <a16:creationId xmlns:a16="http://schemas.microsoft.com/office/drawing/2014/main" id="{CB51F6B0-DCCA-55E2-4ECC-033DFF92F3C9}"/>
                  </a:ext>
                </a:extLst>
              </p:cNvPr>
              <p:cNvSpPr/>
              <p:nvPr/>
            </p:nvSpPr>
            <p:spPr>
              <a:xfrm>
                <a:off x="6714085" y="3992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99" name="Freeform 40198">
                <a:extLst>
                  <a:ext uri="{FF2B5EF4-FFF2-40B4-BE49-F238E27FC236}">
                    <a16:creationId xmlns:a16="http://schemas.microsoft.com/office/drawing/2014/main" id="{310CE899-C665-B0F9-BE22-2C21A332DC24}"/>
                  </a:ext>
                </a:extLst>
              </p:cNvPr>
              <p:cNvSpPr/>
              <p:nvPr/>
            </p:nvSpPr>
            <p:spPr>
              <a:xfrm>
                <a:off x="6714581" y="3997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0" name="Freeform 40199">
                <a:extLst>
                  <a:ext uri="{FF2B5EF4-FFF2-40B4-BE49-F238E27FC236}">
                    <a16:creationId xmlns:a16="http://schemas.microsoft.com/office/drawing/2014/main" id="{9B7EAD2C-0BF4-7BA8-507D-4D7E183A9364}"/>
                  </a:ext>
                </a:extLst>
              </p:cNvPr>
              <p:cNvSpPr/>
              <p:nvPr/>
            </p:nvSpPr>
            <p:spPr>
              <a:xfrm>
                <a:off x="6715177" y="4001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1" name="Freeform 40200">
                <a:extLst>
                  <a:ext uri="{FF2B5EF4-FFF2-40B4-BE49-F238E27FC236}">
                    <a16:creationId xmlns:a16="http://schemas.microsoft.com/office/drawing/2014/main" id="{FE8BD301-0970-B955-3D90-66A11EC0B575}"/>
                  </a:ext>
                </a:extLst>
              </p:cNvPr>
              <p:cNvSpPr/>
              <p:nvPr/>
            </p:nvSpPr>
            <p:spPr>
              <a:xfrm>
                <a:off x="6715673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2" name="Freeform 40201">
                <a:extLst>
                  <a:ext uri="{FF2B5EF4-FFF2-40B4-BE49-F238E27FC236}">
                    <a16:creationId xmlns:a16="http://schemas.microsoft.com/office/drawing/2014/main" id="{12F288AB-D4A0-DBA3-ADA9-DF5E75287ED6}"/>
                  </a:ext>
                </a:extLst>
              </p:cNvPr>
              <p:cNvSpPr/>
              <p:nvPr/>
            </p:nvSpPr>
            <p:spPr>
              <a:xfrm>
                <a:off x="6716169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3" name="Freeform 40202">
                <a:extLst>
                  <a:ext uri="{FF2B5EF4-FFF2-40B4-BE49-F238E27FC236}">
                    <a16:creationId xmlns:a16="http://schemas.microsoft.com/office/drawing/2014/main" id="{41D5E620-8BA1-7199-4C3D-D2AAF5CC4A0A}"/>
                  </a:ext>
                </a:extLst>
              </p:cNvPr>
              <p:cNvSpPr/>
              <p:nvPr/>
            </p:nvSpPr>
            <p:spPr>
              <a:xfrm>
                <a:off x="6716764" y="3992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4" name="Freeform 40203">
                <a:extLst>
                  <a:ext uri="{FF2B5EF4-FFF2-40B4-BE49-F238E27FC236}">
                    <a16:creationId xmlns:a16="http://schemas.microsoft.com/office/drawing/2014/main" id="{9C957386-584D-8AF4-23C0-E1CAE5E500D3}"/>
                  </a:ext>
                </a:extLst>
              </p:cNvPr>
              <p:cNvSpPr/>
              <p:nvPr/>
            </p:nvSpPr>
            <p:spPr>
              <a:xfrm>
                <a:off x="6717260" y="3988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5" name="Freeform 40204">
                <a:extLst>
                  <a:ext uri="{FF2B5EF4-FFF2-40B4-BE49-F238E27FC236}">
                    <a16:creationId xmlns:a16="http://schemas.microsoft.com/office/drawing/2014/main" id="{CEF96D11-864A-80F5-4E1C-BCD7C47599F3}"/>
                  </a:ext>
                </a:extLst>
              </p:cNvPr>
              <p:cNvSpPr/>
              <p:nvPr/>
            </p:nvSpPr>
            <p:spPr>
              <a:xfrm>
                <a:off x="6717756" y="3987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6" name="Freeform 40205">
                <a:extLst>
                  <a:ext uri="{FF2B5EF4-FFF2-40B4-BE49-F238E27FC236}">
                    <a16:creationId xmlns:a16="http://schemas.microsoft.com/office/drawing/2014/main" id="{DD3C3402-7951-F951-37E8-B082A3769DB1}"/>
                  </a:ext>
                </a:extLst>
              </p:cNvPr>
              <p:cNvSpPr/>
              <p:nvPr/>
            </p:nvSpPr>
            <p:spPr>
              <a:xfrm>
                <a:off x="6718252" y="3866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7" name="Freeform 40206">
                <a:extLst>
                  <a:ext uri="{FF2B5EF4-FFF2-40B4-BE49-F238E27FC236}">
                    <a16:creationId xmlns:a16="http://schemas.microsoft.com/office/drawing/2014/main" id="{A5148D0F-7055-CF54-B4BF-AC9B1ACFDCD7}"/>
                  </a:ext>
                </a:extLst>
              </p:cNvPr>
              <p:cNvSpPr/>
              <p:nvPr/>
            </p:nvSpPr>
            <p:spPr>
              <a:xfrm>
                <a:off x="6718848" y="3489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8" name="Freeform 40207">
                <a:extLst>
                  <a:ext uri="{FF2B5EF4-FFF2-40B4-BE49-F238E27FC236}">
                    <a16:creationId xmlns:a16="http://schemas.microsoft.com/office/drawing/2014/main" id="{1B72810E-03B4-FE9E-A00C-E79F523662E5}"/>
                  </a:ext>
                </a:extLst>
              </p:cNvPr>
              <p:cNvSpPr/>
              <p:nvPr/>
            </p:nvSpPr>
            <p:spPr>
              <a:xfrm>
                <a:off x="6719344" y="3554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09" name="Freeform 40208">
                <a:extLst>
                  <a:ext uri="{FF2B5EF4-FFF2-40B4-BE49-F238E27FC236}">
                    <a16:creationId xmlns:a16="http://schemas.microsoft.com/office/drawing/2014/main" id="{277B7C50-DDF7-F90D-CC66-D230336E01CA}"/>
                  </a:ext>
                </a:extLst>
              </p:cNvPr>
              <p:cNvSpPr/>
              <p:nvPr/>
            </p:nvSpPr>
            <p:spPr>
              <a:xfrm>
                <a:off x="6719840" y="3632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0" name="Freeform 40209">
                <a:extLst>
                  <a:ext uri="{FF2B5EF4-FFF2-40B4-BE49-F238E27FC236}">
                    <a16:creationId xmlns:a16="http://schemas.microsoft.com/office/drawing/2014/main" id="{744F9F53-C43C-95A5-5035-4A68ACA4FD7E}"/>
                  </a:ext>
                </a:extLst>
              </p:cNvPr>
              <p:cNvSpPr/>
              <p:nvPr/>
            </p:nvSpPr>
            <p:spPr>
              <a:xfrm>
                <a:off x="6720435" y="3560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1" name="Freeform 40210">
                <a:extLst>
                  <a:ext uri="{FF2B5EF4-FFF2-40B4-BE49-F238E27FC236}">
                    <a16:creationId xmlns:a16="http://schemas.microsoft.com/office/drawing/2014/main" id="{F94E727F-9B25-7F2F-BBD6-1F84E5EE38AC}"/>
                  </a:ext>
                </a:extLst>
              </p:cNvPr>
              <p:cNvSpPr/>
              <p:nvPr/>
            </p:nvSpPr>
            <p:spPr>
              <a:xfrm>
                <a:off x="6720931" y="3589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2" name="Freeform 40211">
                <a:extLst>
                  <a:ext uri="{FF2B5EF4-FFF2-40B4-BE49-F238E27FC236}">
                    <a16:creationId xmlns:a16="http://schemas.microsoft.com/office/drawing/2014/main" id="{E0E1504C-26EC-F759-9CD2-DE6A268544F4}"/>
                  </a:ext>
                </a:extLst>
              </p:cNvPr>
              <p:cNvSpPr/>
              <p:nvPr/>
            </p:nvSpPr>
            <p:spPr>
              <a:xfrm>
                <a:off x="6721427" y="3596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3" name="Freeform 40212">
                <a:extLst>
                  <a:ext uri="{FF2B5EF4-FFF2-40B4-BE49-F238E27FC236}">
                    <a16:creationId xmlns:a16="http://schemas.microsoft.com/office/drawing/2014/main" id="{FC3D0548-FFD5-F7B8-2D1E-6902EBB55D1C}"/>
                  </a:ext>
                </a:extLst>
              </p:cNvPr>
              <p:cNvSpPr/>
              <p:nvPr/>
            </p:nvSpPr>
            <p:spPr>
              <a:xfrm>
                <a:off x="6722023" y="3578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4" name="Freeform 40213">
                <a:extLst>
                  <a:ext uri="{FF2B5EF4-FFF2-40B4-BE49-F238E27FC236}">
                    <a16:creationId xmlns:a16="http://schemas.microsoft.com/office/drawing/2014/main" id="{D5348846-E90C-CF60-9D1B-1017A1147B27}"/>
                  </a:ext>
                </a:extLst>
              </p:cNvPr>
              <p:cNvSpPr/>
              <p:nvPr/>
            </p:nvSpPr>
            <p:spPr>
              <a:xfrm>
                <a:off x="6722519" y="3563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5" name="Freeform 40214">
                <a:extLst>
                  <a:ext uri="{FF2B5EF4-FFF2-40B4-BE49-F238E27FC236}">
                    <a16:creationId xmlns:a16="http://schemas.microsoft.com/office/drawing/2014/main" id="{86B8B7B8-F1E6-EAF5-560A-A6AF55E31DDD}"/>
                  </a:ext>
                </a:extLst>
              </p:cNvPr>
              <p:cNvSpPr/>
              <p:nvPr/>
            </p:nvSpPr>
            <p:spPr>
              <a:xfrm>
                <a:off x="6723015" y="3564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6" name="Freeform 40215">
                <a:extLst>
                  <a:ext uri="{FF2B5EF4-FFF2-40B4-BE49-F238E27FC236}">
                    <a16:creationId xmlns:a16="http://schemas.microsoft.com/office/drawing/2014/main" id="{E1A884AC-7375-E957-E51E-4B19FE0F0153}"/>
                  </a:ext>
                </a:extLst>
              </p:cNvPr>
              <p:cNvSpPr/>
              <p:nvPr/>
            </p:nvSpPr>
            <p:spPr>
              <a:xfrm>
                <a:off x="6723610" y="3534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7" name="Freeform 40216">
                <a:extLst>
                  <a:ext uri="{FF2B5EF4-FFF2-40B4-BE49-F238E27FC236}">
                    <a16:creationId xmlns:a16="http://schemas.microsoft.com/office/drawing/2014/main" id="{89861C46-8380-1FD8-AAD8-8CE1FCDEC846}"/>
                  </a:ext>
                </a:extLst>
              </p:cNvPr>
              <p:cNvSpPr/>
              <p:nvPr/>
            </p:nvSpPr>
            <p:spPr>
              <a:xfrm>
                <a:off x="6724106" y="3527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8" name="Freeform 40217">
                <a:extLst>
                  <a:ext uri="{FF2B5EF4-FFF2-40B4-BE49-F238E27FC236}">
                    <a16:creationId xmlns:a16="http://schemas.microsoft.com/office/drawing/2014/main" id="{90781D1B-3C53-9E60-DD5E-6C454F67DFFA}"/>
                  </a:ext>
                </a:extLst>
              </p:cNvPr>
              <p:cNvSpPr/>
              <p:nvPr/>
            </p:nvSpPr>
            <p:spPr>
              <a:xfrm>
                <a:off x="6724602" y="3626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19" name="Freeform 40218">
                <a:extLst>
                  <a:ext uri="{FF2B5EF4-FFF2-40B4-BE49-F238E27FC236}">
                    <a16:creationId xmlns:a16="http://schemas.microsoft.com/office/drawing/2014/main" id="{24F497AC-0F67-0FE0-CAEC-A28B144EFD5D}"/>
                  </a:ext>
                </a:extLst>
              </p:cNvPr>
              <p:cNvSpPr/>
              <p:nvPr/>
            </p:nvSpPr>
            <p:spPr>
              <a:xfrm>
                <a:off x="6725198" y="3792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0" name="Freeform 40219">
                <a:extLst>
                  <a:ext uri="{FF2B5EF4-FFF2-40B4-BE49-F238E27FC236}">
                    <a16:creationId xmlns:a16="http://schemas.microsoft.com/office/drawing/2014/main" id="{574A40DF-DAEF-7367-C161-79B4E8F87935}"/>
                  </a:ext>
                </a:extLst>
              </p:cNvPr>
              <p:cNvSpPr/>
              <p:nvPr/>
            </p:nvSpPr>
            <p:spPr>
              <a:xfrm>
                <a:off x="6725694" y="3839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1" name="Freeform 40220">
                <a:extLst>
                  <a:ext uri="{FF2B5EF4-FFF2-40B4-BE49-F238E27FC236}">
                    <a16:creationId xmlns:a16="http://schemas.microsoft.com/office/drawing/2014/main" id="{8409AD73-67D3-1DCE-2AEE-9C335781DCEE}"/>
                  </a:ext>
                </a:extLst>
              </p:cNvPr>
              <p:cNvSpPr/>
              <p:nvPr/>
            </p:nvSpPr>
            <p:spPr>
              <a:xfrm>
                <a:off x="6726190" y="3861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2" name="Freeform 40221">
                <a:extLst>
                  <a:ext uri="{FF2B5EF4-FFF2-40B4-BE49-F238E27FC236}">
                    <a16:creationId xmlns:a16="http://schemas.microsoft.com/office/drawing/2014/main" id="{4D68DACA-F637-C95A-FD5D-B8E859435EEA}"/>
                  </a:ext>
                </a:extLst>
              </p:cNvPr>
              <p:cNvSpPr/>
              <p:nvPr/>
            </p:nvSpPr>
            <p:spPr>
              <a:xfrm>
                <a:off x="6726785" y="3880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3" name="Freeform 40222">
                <a:extLst>
                  <a:ext uri="{FF2B5EF4-FFF2-40B4-BE49-F238E27FC236}">
                    <a16:creationId xmlns:a16="http://schemas.microsoft.com/office/drawing/2014/main" id="{699FDBF1-29B1-6267-A699-1ED1F4970357}"/>
                  </a:ext>
                </a:extLst>
              </p:cNvPr>
              <p:cNvSpPr/>
              <p:nvPr/>
            </p:nvSpPr>
            <p:spPr>
              <a:xfrm>
                <a:off x="6727281" y="3903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4" name="Freeform 40223">
                <a:extLst>
                  <a:ext uri="{FF2B5EF4-FFF2-40B4-BE49-F238E27FC236}">
                    <a16:creationId xmlns:a16="http://schemas.microsoft.com/office/drawing/2014/main" id="{9F4A8B9F-6BB5-54B2-7204-EF85244AD59D}"/>
                  </a:ext>
                </a:extLst>
              </p:cNvPr>
              <p:cNvSpPr/>
              <p:nvPr/>
            </p:nvSpPr>
            <p:spPr>
              <a:xfrm>
                <a:off x="6727777" y="3910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5" name="Freeform 40224">
                <a:extLst>
                  <a:ext uri="{FF2B5EF4-FFF2-40B4-BE49-F238E27FC236}">
                    <a16:creationId xmlns:a16="http://schemas.microsoft.com/office/drawing/2014/main" id="{36F253CD-40BF-7646-FC89-4139D0CB9C24}"/>
                  </a:ext>
                </a:extLst>
              </p:cNvPr>
              <p:cNvSpPr/>
              <p:nvPr/>
            </p:nvSpPr>
            <p:spPr>
              <a:xfrm>
                <a:off x="6728373" y="392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6" name="Freeform 40225">
                <a:extLst>
                  <a:ext uri="{FF2B5EF4-FFF2-40B4-BE49-F238E27FC236}">
                    <a16:creationId xmlns:a16="http://schemas.microsoft.com/office/drawing/2014/main" id="{7759AA86-0956-82A3-23CA-F85193A64E9D}"/>
                  </a:ext>
                </a:extLst>
              </p:cNvPr>
              <p:cNvSpPr/>
              <p:nvPr/>
            </p:nvSpPr>
            <p:spPr>
              <a:xfrm>
                <a:off x="6728869" y="3938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7" name="Freeform 40226">
                <a:extLst>
                  <a:ext uri="{FF2B5EF4-FFF2-40B4-BE49-F238E27FC236}">
                    <a16:creationId xmlns:a16="http://schemas.microsoft.com/office/drawing/2014/main" id="{0B4F0D71-D007-8162-28E0-5A6886837240}"/>
                  </a:ext>
                </a:extLst>
              </p:cNvPr>
              <p:cNvSpPr/>
              <p:nvPr/>
            </p:nvSpPr>
            <p:spPr>
              <a:xfrm>
                <a:off x="6729365" y="394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8" name="Freeform 40227">
                <a:extLst>
                  <a:ext uri="{FF2B5EF4-FFF2-40B4-BE49-F238E27FC236}">
                    <a16:creationId xmlns:a16="http://schemas.microsoft.com/office/drawing/2014/main" id="{C4BFC6C8-42BC-1F4B-6E53-412F9CB50605}"/>
                  </a:ext>
                </a:extLst>
              </p:cNvPr>
              <p:cNvSpPr/>
              <p:nvPr/>
            </p:nvSpPr>
            <p:spPr>
              <a:xfrm>
                <a:off x="6729960" y="3936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29" name="Freeform 40228">
                <a:extLst>
                  <a:ext uri="{FF2B5EF4-FFF2-40B4-BE49-F238E27FC236}">
                    <a16:creationId xmlns:a16="http://schemas.microsoft.com/office/drawing/2014/main" id="{C3BAE678-4F99-2464-5D6F-132CF445F91A}"/>
                  </a:ext>
                </a:extLst>
              </p:cNvPr>
              <p:cNvSpPr/>
              <p:nvPr/>
            </p:nvSpPr>
            <p:spPr>
              <a:xfrm>
                <a:off x="6730456" y="3929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0" name="Freeform 40229">
                <a:extLst>
                  <a:ext uri="{FF2B5EF4-FFF2-40B4-BE49-F238E27FC236}">
                    <a16:creationId xmlns:a16="http://schemas.microsoft.com/office/drawing/2014/main" id="{1FF71C0A-359A-D154-A632-0CF9E46D27E6}"/>
                  </a:ext>
                </a:extLst>
              </p:cNvPr>
              <p:cNvSpPr/>
              <p:nvPr/>
            </p:nvSpPr>
            <p:spPr>
              <a:xfrm>
                <a:off x="6730952" y="3811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1" name="Freeform 40230">
                <a:extLst>
                  <a:ext uri="{FF2B5EF4-FFF2-40B4-BE49-F238E27FC236}">
                    <a16:creationId xmlns:a16="http://schemas.microsoft.com/office/drawing/2014/main" id="{C115F290-B88F-B4B4-C3D6-BAD8A81E6E01}"/>
                  </a:ext>
                </a:extLst>
              </p:cNvPr>
              <p:cNvSpPr/>
              <p:nvPr/>
            </p:nvSpPr>
            <p:spPr>
              <a:xfrm>
                <a:off x="6731448" y="3380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2" name="Freeform 40231">
                <a:extLst>
                  <a:ext uri="{FF2B5EF4-FFF2-40B4-BE49-F238E27FC236}">
                    <a16:creationId xmlns:a16="http://schemas.microsoft.com/office/drawing/2014/main" id="{2E865F15-1D9D-C595-48D1-3A4B09ACD3B6}"/>
                  </a:ext>
                </a:extLst>
              </p:cNvPr>
              <p:cNvSpPr/>
              <p:nvPr/>
            </p:nvSpPr>
            <p:spPr>
              <a:xfrm>
                <a:off x="6732044" y="3439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3" name="Freeform 40232">
                <a:extLst>
                  <a:ext uri="{FF2B5EF4-FFF2-40B4-BE49-F238E27FC236}">
                    <a16:creationId xmlns:a16="http://schemas.microsoft.com/office/drawing/2014/main" id="{4D916881-D1FC-80F1-349D-F5FA0DEDFD72}"/>
                  </a:ext>
                </a:extLst>
              </p:cNvPr>
              <p:cNvSpPr/>
              <p:nvPr/>
            </p:nvSpPr>
            <p:spPr>
              <a:xfrm>
                <a:off x="6732540" y="3535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4" name="Freeform 40233">
                <a:extLst>
                  <a:ext uri="{FF2B5EF4-FFF2-40B4-BE49-F238E27FC236}">
                    <a16:creationId xmlns:a16="http://schemas.microsoft.com/office/drawing/2014/main" id="{1614ED6E-B3A5-51F6-32EE-FD8A0A343BB2}"/>
                  </a:ext>
                </a:extLst>
              </p:cNvPr>
              <p:cNvSpPr/>
              <p:nvPr/>
            </p:nvSpPr>
            <p:spPr>
              <a:xfrm>
                <a:off x="6733036" y="3486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5" name="Freeform 40234">
                <a:extLst>
                  <a:ext uri="{FF2B5EF4-FFF2-40B4-BE49-F238E27FC236}">
                    <a16:creationId xmlns:a16="http://schemas.microsoft.com/office/drawing/2014/main" id="{AE2C6194-F569-9C18-27BC-BEBB9762698A}"/>
                  </a:ext>
                </a:extLst>
              </p:cNvPr>
              <p:cNvSpPr/>
              <p:nvPr/>
            </p:nvSpPr>
            <p:spPr>
              <a:xfrm>
                <a:off x="6733631" y="3618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6" name="Freeform 40235">
                <a:extLst>
                  <a:ext uri="{FF2B5EF4-FFF2-40B4-BE49-F238E27FC236}">
                    <a16:creationId xmlns:a16="http://schemas.microsoft.com/office/drawing/2014/main" id="{E92ED75B-B735-296F-2EDC-93940185F956}"/>
                  </a:ext>
                </a:extLst>
              </p:cNvPr>
              <p:cNvSpPr/>
              <p:nvPr/>
            </p:nvSpPr>
            <p:spPr>
              <a:xfrm>
                <a:off x="6734127" y="3696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7" name="Freeform 40236">
                <a:extLst>
                  <a:ext uri="{FF2B5EF4-FFF2-40B4-BE49-F238E27FC236}">
                    <a16:creationId xmlns:a16="http://schemas.microsoft.com/office/drawing/2014/main" id="{24C85616-4889-036A-F575-FBA131EE6E62}"/>
                  </a:ext>
                </a:extLst>
              </p:cNvPr>
              <p:cNvSpPr/>
              <p:nvPr/>
            </p:nvSpPr>
            <p:spPr>
              <a:xfrm>
                <a:off x="6734623" y="3695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8" name="Freeform 40237">
                <a:extLst>
                  <a:ext uri="{FF2B5EF4-FFF2-40B4-BE49-F238E27FC236}">
                    <a16:creationId xmlns:a16="http://schemas.microsoft.com/office/drawing/2014/main" id="{028071BC-0962-28CC-B82B-DF1964619084}"/>
                  </a:ext>
                </a:extLst>
              </p:cNvPr>
              <p:cNvSpPr/>
              <p:nvPr/>
            </p:nvSpPr>
            <p:spPr>
              <a:xfrm>
                <a:off x="6735219" y="3681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39" name="Freeform 40238">
                <a:extLst>
                  <a:ext uri="{FF2B5EF4-FFF2-40B4-BE49-F238E27FC236}">
                    <a16:creationId xmlns:a16="http://schemas.microsoft.com/office/drawing/2014/main" id="{218B571F-C09C-2276-4A4C-EFE548478BC9}"/>
                  </a:ext>
                </a:extLst>
              </p:cNvPr>
              <p:cNvSpPr/>
              <p:nvPr/>
            </p:nvSpPr>
            <p:spPr>
              <a:xfrm>
                <a:off x="6735715" y="3674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0" name="Freeform 40239">
                <a:extLst>
                  <a:ext uri="{FF2B5EF4-FFF2-40B4-BE49-F238E27FC236}">
                    <a16:creationId xmlns:a16="http://schemas.microsoft.com/office/drawing/2014/main" id="{512E2AB9-2DD5-5C64-DE36-D1A6A64E3125}"/>
                  </a:ext>
                </a:extLst>
              </p:cNvPr>
              <p:cNvSpPr/>
              <p:nvPr/>
            </p:nvSpPr>
            <p:spPr>
              <a:xfrm>
                <a:off x="6736211" y="3695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1" name="Freeform 40240">
                <a:extLst>
                  <a:ext uri="{FF2B5EF4-FFF2-40B4-BE49-F238E27FC236}">
                    <a16:creationId xmlns:a16="http://schemas.microsoft.com/office/drawing/2014/main" id="{23B8D533-8F50-4FBB-9A57-88DE2A2396B4}"/>
                  </a:ext>
                </a:extLst>
              </p:cNvPr>
              <p:cNvSpPr/>
              <p:nvPr/>
            </p:nvSpPr>
            <p:spPr>
              <a:xfrm>
                <a:off x="6736806" y="3711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2" name="Freeform 40241">
                <a:extLst>
                  <a:ext uri="{FF2B5EF4-FFF2-40B4-BE49-F238E27FC236}">
                    <a16:creationId xmlns:a16="http://schemas.microsoft.com/office/drawing/2014/main" id="{78F48A07-8685-B0B7-2CC3-B522B82EF3BC}"/>
                  </a:ext>
                </a:extLst>
              </p:cNvPr>
              <p:cNvSpPr/>
              <p:nvPr/>
            </p:nvSpPr>
            <p:spPr>
              <a:xfrm>
                <a:off x="6737302" y="3821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3" name="Freeform 40242">
                <a:extLst>
                  <a:ext uri="{FF2B5EF4-FFF2-40B4-BE49-F238E27FC236}">
                    <a16:creationId xmlns:a16="http://schemas.microsoft.com/office/drawing/2014/main" id="{4F6348BD-49E5-3C28-4F94-266ECA335290}"/>
                  </a:ext>
                </a:extLst>
              </p:cNvPr>
              <p:cNvSpPr/>
              <p:nvPr/>
            </p:nvSpPr>
            <p:spPr>
              <a:xfrm>
                <a:off x="6737798" y="39341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4" name="Freeform 40243">
                <a:extLst>
                  <a:ext uri="{FF2B5EF4-FFF2-40B4-BE49-F238E27FC236}">
                    <a16:creationId xmlns:a16="http://schemas.microsoft.com/office/drawing/2014/main" id="{E519D2B9-2D69-E780-4101-3E74BF585ACF}"/>
                  </a:ext>
                </a:extLst>
              </p:cNvPr>
              <p:cNvSpPr/>
              <p:nvPr/>
            </p:nvSpPr>
            <p:spPr>
              <a:xfrm>
                <a:off x="6738394" y="3953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5" name="Freeform 40244">
                <a:extLst>
                  <a:ext uri="{FF2B5EF4-FFF2-40B4-BE49-F238E27FC236}">
                    <a16:creationId xmlns:a16="http://schemas.microsoft.com/office/drawing/2014/main" id="{90660912-7A2F-5EC7-3307-0660CC0C9F2D}"/>
                  </a:ext>
                </a:extLst>
              </p:cNvPr>
              <p:cNvSpPr/>
              <p:nvPr/>
            </p:nvSpPr>
            <p:spPr>
              <a:xfrm>
                <a:off x="6738890" y="3972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6" name="Freeform 40245">
                <a:extLst>
                  <a:ext uri="{FF2B5EF4-FFF2-40B4-BE49-F238E27FC236}">
                    <a16:creationId xmlns:a16="http://schemas.microsoft.com/office/drawing/2014/main" id="{AB9C10FA-FCF8-D84B-7DD5-36CBA5CDA53C}"/>
                  </a:ext>
                </a:extLst>
              </p:cNvPr>
              <p:cNvSpPr/>
              <p:nvPr/>
            </p:nvSpPr>
            <p:spPr>
              <a:xfrm>
                <a:off x="6739386" y="39798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7" name="Freeform 40246">
                <a:extLst>
                  <a:ext uri="{FF2B5EF4-FFF2-40B4-BE49-F238E27FC236}">
                    <a16:creationId xmlns:a16="http://schemas.microsoft.com/office/drawing/2014/main" id="{DE85D377-884B-6F74-5182-96113F55F6AE}"/>
                  </a:ext>
                </a:extLst>
              </p:cNvPr>
              <p:cNvSpPr/>
              <p:nvPr/>
            </p:nvSpPr>
            <p:spPr>
              <a:xfrm>
                <a:off x="6739981" y="3988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8" name="Freeform 40247">
                <a:extLst>
                  <a:ext uri="{FF2B5EF4-FFF2-40B4-BE49-F238E27FC236}">
                    <a16:creationId xmlns:a16="http://schemas.microsoft.com/office/drawing/2014/main" id="{FE1F46A9-A034-68A4-20EB-A93784076852}"/>
                  </a:ext>
                </a:extLst>
              </p:cNvPr>
              <p:cNvSpPr/>
              <p:nvPr/>
            </p:nvSpPr>
            <p:spPr>
              <a:xfrm>
                <a:off x="6740477" y="3995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49" name="Freeform 40248">
                <a:extLst>
                  <a:ext uri="{FF2B5EF4-FFF2-40B4-BE49-F238E27FC236}">
                    <a16:creationId xmlns:a16="http://schemas.microsoft.com/office/drawing/2014/main" id="{90AFD7D1-AB4F-56F3-DFAD-A8C8446613FE}"/>
                  </a:ext>
                </a:extLst>
              </p:cNvPr>
              <p:cNvSpPr/>
              <p:nvPr/>
            </p:nvSpPr>
            <p:spPr>
              <a:xfrm>
                <a:off x="6740973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0" name="Freeform 40249">
                <a:extLst>
                  <a:ext uri="{FF2B5EF4-FFF2-40B4-BE49-F238E27FC236}">
                    <a16:creationId xmlns:a16="http://schemas.microsoft.com/office/drawing/2014/main" id="{65C89E07-B410-8776-9DB4-E2457851D4DD}"/>
                  </a:ext>
                </a:extLst>
              </p:cNvPr>
              <p:cNvSpPr/>
              <p:nvPr/>
            </p:nvSpPr>
            <p:spPr>
              <a:xfrm>
                <a:off x="6741569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1" name="Freeform 40250">
                <a:extLst>
                  <a:ext uri="{FF2B5EF4-FFF2-40B4-BE49-F238E27FC236}">
                    <a16:creationId xmlns:a16="http://schemas.microsoft.com/office/drawing/2014/main" id="{75571695-F5F7-628F-221E-C733A286BEF5}"/>
                  </a:ext>
                </a:extLst>
              </p:cNvPr>
              <p:cNvSpPr/>
              <p:nvPr/>
            </p:nvSpPr>
            <p:spPr>
              <a:xfrm>
                <a:off x="6742065" y="4012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2" name="Freeform 40251">
                <a:extLst>
                  <a:ext uri="{FF2B5EF4-FFF2-40B4-BE49-F238E27FC236}">
                    <a16:creationId xmlns:a16="http://schemas.microsoft.com/office/drawing/2014/main" id="{154D1F49-62DC-C7F9-02D7-45F5BA2C757F}"/>
                  </a:ext>
                </a:extLst>
              </p:cNvPr>
              <p:cNvSpPr/>
              <p:nvPr/>
            </p:nvSpPr>
            <p:spPr>
              <a:xfrm>
                <a:off x="6742561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3" name="Freeform 40252">
                <a:extLst>
                  <a:ext uri="{FF2B5EF4-FFF2-40B4-BE49-F238E27FC236}">
                    <a16:creationId xmlns:a16="http://schemas.microsoft.com/office/drawing/2014/main" id="{B8D7B37E-D50A-C19B-B7A0-67BEEEE433A6}"/>
                  </a:ext>
                </a:extLst>
              </p:cNvPr>
              <p:cNvSpPr/>
              <p:nvPr/>
            </p:nvSpPr>
            <p:spPr>
              <a:xfrm>
                <a:off x="6743057" y="399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4" name="Freeform 40253">
                <a:extLst>
                  <a:ext uri="{FF2B5EF4-FFF2-40B4-BE49-F238E27FC236}">
                    <a16:creationId xmlns:a16="http://schemas.microsoft.com/office/drawing/2014/main" id="{D02D4619-D2E8-AFFA-7A38-01195DCF3D67}"/>
                  </a:ext>
                </a:extLst>
              </p:cNvPr>
              <p:cNvSpPr/>
              <p:nvPr/>
            </p:nvSpPr>
            <p:spPr>
              <a:xfrm>
                <a:off x="6743652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5" name="Freeform 40254">
                <a:extLst>
                  <a:ext uri="{FF2B5EF4-FFF2-40B4-BE49-F238E27FC236}">
                    <a16:creationId xmlns:a16="http://schemas.microsoft.com/office/drawing/2014/main" id="{037311D1-3C4F-BD3D-BFE3-A109DFE7BB84}"/>
                  </a:ext>
                </a:extLst>
              </p:cNvPr>
              <p:cNvSpPr/>
              <p:nvPr/>
            </p:nvSpPr>
            <p:spPr>
              <a:xfrm>
                <a:off x="6744148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6" name="Freeform 40255">
                <a:extLst>
                  <a:ext uri="{FF2B5EF4-FFF2-40B4-BE49-F238E27FC236}">
                    <a16:creationId xmlns:a16="http://schemas.microsoft.com/office/drawing/2014/main" id="{1453CF76-5773-9A31-9ADD-EA08DCA3CF93}"/>
                  </a:ext>
                </a:extLst>
              </p:cNvPr>
              <p:cNvSpPr/>
              <p:nvPr/>
            </p:nvSpPr>
            <p:spPr>
              <a:xfrm>
                <a:off x="6744645" y="3453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7" name="Freeform 40256">
                <a:extLst>
                  <a:ext uri="{FF2B5EF4-FFF2-40B4-BE49-F238E27FC236}">
                    <a16:creationId xmlns:a16="http://schemas.microsoft.com/office/drawing/2014/main" id="{261C4E76-2B9E-D7C8-E72F-6E725C1CCCD7}"/>
                  </a:ext>
                </a:extLst>
              </p:cNvPr>
              <p:cNvSpPr/>
              <p:nvPr/>
            </p:nvSpPr>
            <p:spPr>
              <a:xfrm>
                <a:off x="6745240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8" name="Freeform 40257">
                <a:extLst>
                  <a:ext uri="{FF2B5EF4-FFF2-40B4-BE49-F238E27FC236}">
                    <a16:creationId xmlns:a16="http://schemas.microsoft.com/office/drawing/2014/main" id="{7C65865C-2A7C-A630-1666-AEAEF9096F26}"/>
                  </a:ext>
                </a:extLst>
              </p:cNvPr>
              <p:cNvSpPr/>
              <p:nvPr/>
            </p:nvSpPr>
            <p:spPr>
              <a:xfrm>
                <a:off x="6745736" y="3558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59" name="Freeform 40258">
                <a:extLst>
                  <a:ext uri="{FF2B5EF4-FFF2-40B4-BE49-F238E27FC236}">
                    <a16:creationId xmlns:a16="http://schemas.microsoft.com/office/drawing/2014/main" id="{EE9DBAFD-74C5-3BA5-9F73-0B54FA4B11A8}"/>
                  </a:ext>
                </a:extLst>
              </p:cNvPr>
              <p:cNvSpPr/>
              <p:nvPr/>
            </p:nvSpPr>
            <p:spPr>
              <a:xfrm>
                <a:off x="6746232" y="3679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0" name="Freeform 40259">
                <a:extLst>
                  <a:ext uri="{FF2B5EF4-FFF2-40B4-BE49-F238E27FC236}">
                    <a16:creationId xmlns:a16="http://schemas.microsoft.com/office/drawing/2014/main" id="{0F9616F3-BD1D-4D2C-AA3C-5D2087C534E2}"/>
                  </a:ext>
                </a:extLst>
              </p:cNvPr>
              <p:cNvSpPr/>
              <p:nvPr/>
            </p:nvSpPr>
            <p:spPr>
              <a:xfrm>
                <a:off x="6746827" y="3756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1" name="Freeform 40260">
                <a:extLst>
                  <a:ext uri="{FF2B5EF4-FFF2-40B4-BE49-F238E27FC236}">
                    <a16:creationId xmlns:a16="http://schemas.microsoft.com/office/drawing/2014/main" id="{08187B7B-A7E5-D5CE-4110-2F7A3ADDC350}"/>
                  </a:ext>
                </a:extLst>
              </p:cNvPr>
              <p:cNvSpPr/>
              <p:nvPr/>
            </p:nvSpPr>
            <p:spPr>
              <a:xfrm>
                <a:off x="6747323" y="3761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2" name="Freeform 40261">
                <a:extLst>
                  <a:ext uri="{FF2B5EF4-FFF2-40B4-BE49-F238E27FC236}">
                    <a16:creationId xmlns:a16="http://schemas.microsoft.com/office/drawing/2014/main" id="{2B2C7B2F-3944-5E2E-18F9-F1E8687C935C}"/>
                  </a:ext>
                </a:extLst>
              </p:cNvPr>
              <p:cNvSpPr/>
              <p:nvPr/>
            </p:nvSpPr>
            <p:spPr>
              <a:xfrm>
                <a:off x="6747820" y="3755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3" name="Freeform 40262">
                <a:extLst>
                  <a:ext uri="{FF2B5EF4-FFF2-40B4-BE49-F238E27FC236}">
                    <a16:creationId xmlns:a16="http://schemas.microsoft.com/office/drawing/2014/main" id="{164973AC-F7A7-A03C-879D-12BB88C727CF}"/>
                  </a:ext>
                </a:extLst>
              </p:cNvPr>
              <p:cNvSpPr/>
              <p:nvPr/>
            </p:nvSpPr>
            <p:spPr>
              <a:xfrm>
                <a:off x="6748415" y="3744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4" name="Freeform 40263">
                <a:extLst>
                  <a:ext uri="{FF2B5EF4-FFF2-40B4-BE49-F238E27FC236}">
                    <a16:creationId xmlns:a16="http://schemas.microsoft.com/office/drawing/2014/main" id="{FEADD6F7-4274-9F0D-3072-40830EF23ECE}"/>
                  </a:ext>
                </a:extLst>
              </p:cNvPr>
              <p:cNvSpPr/>
              <p:nvPr/>
            </p:nvSpPr>
            <p:spPr>
              <a:xfrm>
                <a:off x="6748911" y="3750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5" name="Freeform 40264">
                <a:extLst>
                  <a:ext uri="{FF2B5EF4-FFF2-40B4-BE49-F238E27FC236}">
                    <a16:creationId xmlns:a16="http://schemas.microsoft.com/office/drawing/2014/main" id="{A3488FCD-038F-CD50-B80D-DBE4AD071710}"/>
                  </a:ext>
                </a:extLst>
              </p:cNvPr>
              <p:cNvSpPr/>
              <p:nvPr/>
            </p:nvSpPr>
            <p:spPr>
              <a:xfrm>
                <a:off x="6749407" y="3726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6" name="Freeform 40265">
                <a:extLst>
                  <a:ext uri="{FF2B5EF4-FFF2-40B4-BE49-F238E27FC236}">
                    <a16:creationId xmlns:a16="http://schemas.microsoft.com/office/drawing/2014/main" id="{B674299A-0662-2928-B8A6-DC9943EB2F66}"/>
                  </a:ext>
                </a:extLst>
              </p:cNvPr>
              <p:cNvSpPr/>
              <p:nvPr/>
            </p:nvSpPr>
            <p:spPr>
              <a:xfrm>
                <a:off x="6750002" y="3852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7" name="Freeform 40266">
                <a:extLst>
                  <a:ext uri="{FF2B5EF4-FFF2-40B4-BE49-F238E27FC236}">
                    <a16:creationId xmlns:a16="http://schemas.microsoft.com/office/drawing/2014/main" id="{943AD0CC-3394-C268-A248-92DED10B2473}"/>
                  </a:ext>
                </a:extLst>
              </p:cNvPr>
              <p:cNvSpPr/>
              <p:nvPr/>
            </p:nvSpPr>
            <p:spPr>
              <a:xfrm>
                <a:off x="6750498" y="3950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8" name="Freeform 40267">
                <a:extLst>
                  <a:ext uri="{FF2B5EF4-FFF2-40B4-BE49-F238E27FC236}">
                    <a16:creationId xmlns:a16="http://schemas.microsoft.com/office/drawing/2014/main" id="{6E22CCFB-9AEA-A314-5405-56F9CDF56EF1}"/>
                  </a:ext>
                </a:extLst>
              </p:cNvPr>
              <p:cNvSpPr/>
              <p:nvPr/>
            </p:nvSpPr>
            <p:spPr>
              <a:xfrm>
                <a:off x="6750995" y="3979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69" name="Freeform 40268">
                <a:extLst>
                  <a:ext uri="{FF2B5EF4-FFF2-40B4-BE49-F238E27FC236}">
                    <a16:creationId xmlns:a16="http://schemas.microsoft.com/office/drawing/2014/main" id="{2C179BB6-A46C-BE36-EBB5-8531EAF98E42}"/>
                  </a:ext>
                </a:extLst>
              </p:cNvPr>
              <p:cNvSpPr/>
              <p:nvPr/>
            </p:nvSpPr>
            <p:spPr>
              <a:xfrm>
                <a:off x="6751590" y="3990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0" name="Freeform 40269">
                <a:extLst>
                  <a:ext uri="{FF2B5EF4-FFF2-40B4-BE49-F238E27FC236}">
                    <a16:creationId xmlns:a16="http://schemas.microsoft.com/office/drawing/2014/main" id="{63344914-036C-5911-2610-2EF6C1027907}"/>
                  </a:ext>
                </a:extLst>
              </p:cNvPr>
              <p:cNvSpPr/>
              <p:nvPr/>
            </p:nvSpPr>
            <p:spPr>
              <a:xfrm>
                <a:off x="6752086" y="3991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1" name="Freeform 40270">
                <a:extLst>
                  <a:ext uri="{FF2B5EF4-FFF2-40B4-BE49-F238E27FC236}">
                    <a16:creationId xmlns:a16="http://schemas.microsoft.com/office/drawing/2014/main" id="{8296EA7E-8FC8-6976-AC4C-BAEF47AE8215}"/>
                  </a:ext>
                </a:extLst>
              </p:cNvPr>
              <p:cNvSpPr/>
              <p:nvPr/>
            </p:nvSpPr>
            <p:spPr>
              <a:xfrm>
                <a:off x="6752582" y="3999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2" name="Freeform 40271">
                <a:extLst>
                  <a:ext uri="{FF2B5EF4-FFF2-40B4-BE49-F238E27FC236}">
                    <a16:creationId xmlns:a16="http://schemas.microsoft.com/office/drawing/2014/main" id="{0512FB54-7A07-E256-9250-95A4DD3312D5}"/>
                  </a:ext>
                </a:extLst>
              </p:cNvPr>
              <p:cNvSpPr/>
              <p:nvPr/>
            </p:nvSpPr>
            <p:spPr>
              <a:xfrm>
                <a:off x="6753177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3" name="Freeform 40272">
                <a:extLst>
                  <a:ext uri="{FF2B5EF4-FFF2-40B4-BE49-F238E27FC236}">
                    <a16:creationId xmlns:a16="http://schemas.microsoft.com/office/drawing/2014/main" id="{3C3599D9-F401-D0F9-0E16-44DACB955C77}"/>
                  </a:ext>
                </a:extLst>
              </p:cNvPr>
              <p:cNvSpPr/>
              <p:nvPr/>
            </p:nvSpPr>
            <p:spPr>
              <a:xfrm>
                <a:off x="6753673" y="40137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4" name="Freeform 40273">
                <a:extLst>
                  <a:ext uri="{FF2B5EF4-FFF2-40B4-BE49-F238E27FC236}">
                    <a16:creationId xmlns:a16="http://schemas.microsoft.com/office/drawing/2014/main" id="{0F5737F2-C35F-49F0-E48A-544FA4B9776B}"/>
                  </a:ext>
                </a:extLst>
              </p:cNvPr>
              <p:cNvSpPr/>
              <p:nvPr/>
            </p:nvSpPr>
            <p:spPr>
              <a:xfrm>
                <a:off x="6754170" y="4016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5" name="Freeform 40274">
                <a:extLst>
                  <a:ext uri="{FF2B5EF4-FFF2-40B4-BE49-F238E27FC236}">
                    <a16:creationId xmlns:a16="http://schemas.microsoft.com/office/drawing/2014/main" id="{0C3F09AA-DC00-665E-2EED-7B71568D794D}"/>
                  </a:ext>
                </a:extLst>
              </p:cNvPr>
              <p:cNvSpPr/>
              <p:nvPr/>
            </p:nvSpPr>
            <p:spPr>
              <a:xfrm>
                <a:off x="6754666" y="4017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6" name="Freeform 40275">
                <a:extLst>
                  <a:ext uri="{FF2B5EF4-FFF2-40B4-BE49-F238E27FC236}">
                    <a16:creationId xmlns:a16="http://schemas.microsoft.com/office/drawing/2014/main" id="{57E623D0-3242-E317-9981-3C9AEE6D8820}"/>
                  </a:ext>
                </a:extLst>
              </p:cNvPr>
              <p:cNvSpPr/>
              <p:nvPr/>
            </p:nvSpPr>
            <p:spPr>
              <a:xfrm>
                <a:off x="6755261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7" name="Freeform 40276">
                <a:extLst>
                  <a:ext uri="{FF2B5EF4-FFF2-40B4-BE49-F238E27FC236}">
                    <a16:creationId xmlns:a16="http://schemas.microsoft.com/office/drawing/2014/main" id="{924BAF04-8423-4014-9FA7-AE939ED00B42}"/>
                  </a:ext>
                </a:extLst>
              </p:cNvPr>
              <p:cNvSpPr/>
              <p:nvPr/>
            </p:nvSpPr>
            <p:spPr>
              <a:xfrm>
                <a:off x="6755757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8" name="Freeform 40277">
                <a:extLst>
                  <a:ext uri="{FF2B5EF4-FFF2-40B4-BE49-F238E27FC236}">
                    <a16:creationId xmlns:a16="http://schemas.microsoft.com/office/drawing/2014/main" id="{BF1BE102-4C6E-5754-4969-5114EF7497AA}"/>
                  </a:ext>
                </a:extLst>
              </p:cNvPr>
              <p:cNvSpPr/>
              <p:nvPr/>
            </p:nvSpPr>
            <p:spPr>
              <a:xfrm>
                <a:off x="6756253" y="3761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79" name="Freeform 40278">
                <a:extLst>
                  <a:ext uri="{FF2B5EF4-FFF2-40B4-BE49-F238E27FC236}">
                    <a16:creationId xmlns:a16="http://schemas.microsoft.com/office/drawing/2014/main" id="{BB63ABB7-B6D2-695D-E507-F4D067AF45FE}"/>
                  </a:ext>
                </a:extLst>
              </p:cNvPr>
              <p:cNvSpPr/>
              <p:nvPr/>
            </p:nvSpPr>
            <p:spPr>
              <a:xfrm>
                <a:off x="6756848" y="3350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0" name="Freeform 40279">
                <a:extLst>
                  <a:ext uri="{FF2B5EF4-FFF2-40B4-BE49-F238E27FC236}">
                    <a16:creationId xmlns:a16="http://schemas.microsoft.com/office/drawing/2014/main" id="{2CE3C578-37A5-081A-752E-A6B51260CFFE}"/>
                  </a:ext>
                </a:extLst>
              </p:cNvPr>
              <p:cNvSpPr/>
              <p:nvPr/>
            </p:nvSpPr>
            <p:spPr>
              <a:xfrm>
                <a:off x="6757345" y="3392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1" name="Freeform 40280">
                <a:extLst>
                  <a:ext uri="{FF2B5EF4-FFF2-40B4-BE49-F238E27FC236}">
                    <a16:creationId xmlns:a16="http://schemas.microsoft.com/office/drawing/2014/main" id="{1ACF9B13-26FA-6F72-F1B0-2F190747BC94}"/>
                  </a:ext>
                </a:extLst>
              </p:cNvPr>
              <p:cNvSpPr/>
              <p:nvPr/>
            </p:nvSpPr>
            <p:spPr>
              <a:xfrm>
                <a:off x="6757841" y="3450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2" name="Freeform 40281">
                <a:extLst>
                  <a:ext uri="{FF2B5EF4-FFF2-40B4-BE49-F238E27FC236}">
                    <a16:creationId xmlns:a16="http://schemas.microsoft.com/office/drawing/2014/main" id="{F798ACD9-CE11-0BBA-C4FB-A40635987548}"/>
                  </a:ext>
                </a:extLst>
              </p:cNvPr>
              <p:cNvSpPr/>
              <p:nvPr/>
            </p:nvSpPr>
            <p:spPr>
              <a:xfrm>
                <a:off x="6758436" y="3488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3" name="Freeform 40282">
                <a:extLst>
                  <a:ext uri="{FF2B5EF4-FFF2-40B4-BE49-F238E27FC236}">
                    <a16:creationId xmlns:a16="http://schemas.microsoft.com/office/drawing/2014/main" id="{B619B024-40A9-BB2E-60FD-111F16C794E9}"/>
                  </a:ext>
                </a:extLst>
              </p:cNvPr>
              <p:cNvSpPr/>
              <p:nvPr/>
            </p:nvSpPr>
            <p:spPr>
              <a:xfrm>
                <a:off x="6758932" y="3597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4" name="Freeform 40283">
                <a:extLst>
                  <a:ext uri="{FF2B5EF4-FFF2-40B4-BE49-F238E27FC236}">
                    <a16:creationId xmlns:a16="http://schemas.microsoft.com/office/drawing/2014/main" id="{D481DC00-98C4-896B-8B7B-2C223B5A9B6E}"/>
                  </a:ext>
                </a:extLst>
              </p:cNvPr>
              <p:cNvSpPr/>
              <p:nvPr/>
            </p:nvSpPr>
            <p:spPr>
              <a:xfrm>
                <a:off x="6759428" y="3662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5" name="Freeform 40284">
                <a:extLst>
                  <a:ext uri="{FF2B5EF4-FFF2-40B4-BE49-F238E27FC236}">
                    <a16:creationId xmlns:a16="http://schemas.microsoft.com/office/drawing/2014/main" id="{DD8505FE-CFDB-665A-6C71-CB9848247B77}"/>
                  </a:ext>
                </a:extLst>
              </p:cNvPr>
              <p:cNvSpPr/>
              <p:nvPr/>
            </p:nvSpPr>
            <p:spPr>
              <a:xfrm>
                <a:off x="6760023" y="3692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6" name="Freeform 40285">
                <a:extLst>
                  <a:ext uri="{FF2B5EF4-FFF2-40B4-BE49-F238E27FC236}">
                    <a16:creationId xmlns:a16="http://schemas.microsoft.com/office/drawing/2014/main" id="{6664085E-7A0F-412D-9D86-87637030D56F}"/>
                  </a:ext>
                </a:extLst>
              </p:cNvPr>
              <p:cNvSpPr/>
              <p:nvPr/>
            </p:nvSpPr>
            <p:spPr>
              <a:xfrm>
                <a:off x="6760520" y="3651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7" name="Freeform 40286">
                <a:extLst>
                  <a:ext uri="{FF2B5EF4-FFF2-40B4-BE49-F238E27FC236}">
                    <a16:creationId xmlns:a16="http://schemas.microsoft.com/office/drawing/2014/main" id="{9DB2ECAC-608C-62D8-02BE-AAD4395654E0}"/>
                  </a:ext>
                </a:extLst>
              </p:cNvPr>
              <p:cNvSpPr/>
              <p:nvPr/>
            </p:nvSpPr>
            <p:spPr>
              <a:xfrm>
                <a:off x="6761016" y="3659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8" name="Freeform 40287">
                <a:extLst>
                  <a:ext uri="{FF2B5EF4-FFF2-40B4-BE49-F238E27FC236}">
                    <a16:creationId xmlns:a16="http://schemas.microsoft.com/office/drawing/2014/main" id="{116ED43E-BE30-B59C-BBB4-0EE5E5DE4238}"/>
                  </a:ext>
                </a:extLst>
              </p:cNvPr>
              <p:cNvSpPr/>
              <p:nvPr/>
            </p:nvSpPr>
            <p:spPr>
              <a:xfrm>
                <a:off x="6761611" y="3602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89" name="Freeform 40288">
                <a:extLst>
                  <a:ext uri="{FF2B5EF4-FFF2-40B4-BE49-F238E27FC236}">
                    <a16:creationId xmlns:a16="http://schemas.microsoft.com/office/drawing/2014/main" id="{D2FE138A-C13F-E5F2-67A5-5ACF01A8026F}"/>
                  </a:ext>
                </a:extLst>
              </p:cNvPr>
              <p:cNvSpPr/>
              <p:nvPr/>
            </p:nvSpPr>
            <p:spPr>
              <a:xfrm>
                <a:off x="6762107" y="3607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0" name="Freeform 40289">
                <a:extLst>
                  <a:ext uri="{FF2B5EF4-FFF2-40B4-BE49-F238E27FC236}">
                    <a16:creationId xmlns:a16="http://schemas.microsoft.com/office/drawing/2014/main" id="{783F0B5E-8E7D-71B5-15B7-A03D74CCE117}"/>
                  </a:ext>
                </a:extLst>
              </p:cNvPr>
              <p:cNvSpPr/>
              <p:nvPr/>
            </p:nvSpPr>
            <p:spPr>
              <a:xfrm>
                <a:off x="6762603" y="3840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1" name="Freeform 40290">
                <a:extLst>
                  <a:ext uri="{FF2B5EF4-FFF2-40B4-BE49-F238E27FC236}">
                    <a16:creationId xmlns:a16="http://schemas.microsoft.com/office/drawing/2014/main" id="{62EBC192-9BC1-F3D2-ACB8-2986AF82D8F7}"/>
                  </a:ext>
                </a:extLst>
              </p:cNvPr>
              <p:cNvSpPr/>
              <p:nvPr/>
            </p:nvSpPr>
            <p:spPr>
              <a:xfrm>
                <a:off x="6763198" y="3940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2" name="Freeform 40291">
                <a:extLst>
                  <a:ext uri="{FF2B5EF4-FFF2-40B4-BE49-F238E27FC236}">
                    <a16:creationId xmlns:a16="http://schemas.microsoft.com/office/drawing/2014/main" id="{54D3AA16-6F9F-CAC7-21B4-799CBDBE51E6}"/>
                  </a:ext>
                </a:extLst>
              </p:cNvPr>
              <p:cNvSpPr/>
              <p:nvPr/>
            </p:nvSpPr>
            <p:spPr>
              <a:xfrm>
                <a:off x="6763695" y="3972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3" name="Freeform 40292">
                <a:extLst>
                  <a:ext uri="{FF2B5EF4-FFF2-40B4-BE49-F238E27FC236}">
                    <a16:creationId xmlns:a16="http://schemas.microsoft.com/office/drawing/2014/main" id="{E4155EAB-DF78-DDA4-DC6D-9109E1F8F53D}"/>
                  </a:ext>
                </a:extLst>
              </p:cNvPr>
              <p:cNvSpPr/>
              <p:nvPr/>
            </p:nvSpPr>
            <p:spPr>
              <a:xfrm>
                <a:off x="6764191" y="3982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4" name="Freeform 40293">
                <a:extLst>
                  <a:ext uri="{FF2B5EF4-FFF2-40B4-BE49-F238E27FC236}">
                    <a16:creationId xmlns:a16="http://schemas.microsoft.com/office/drawing/2014/main" id="{9C4EFB1C-E061-66D4-1ADA-C7FE9A8F656C}"/>
                  </a:ext>
                </a:extLst>
              </p:cNvPr>
              <p:cNvSpPr/>
              <p:nvPr/>
            </p:nvSpPr>
            <p:spPr>
              <a:xfrm>
                <a:off x="6764786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5" name="Freeform 40294">
                <a:extLst>
                  <a:ext uri="{FF2B5EF4-FFF2-40B4-BE49-F238E27FC236}">
                    <a16:creationId xmlns:a16="http://schemas.microsoft.com/office/drawing/2014/main" id="{22BE967B-20FE-414A-28C1-F97160FABFC4}"/>
                  </a:ext>
                </a:extLst>
              </p:cNvPr>
              <p:cNvSpPr/>
              <p:nvPr/>
            </p:nvSpPr>
            <p:spPr>
              <a:xfrm>
                <a:off x="6765282" y="4005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6" name="Freeform 40295">
                <a:extLst>
                  <a:ext uri="{FF2B5EF4-FFF2-40B4-BE49-F238E27FC236}">
                    <a16:creationId xmlns:a16="http://schemas.microsoft.com/office/drawing/2014/main" id="{6AC7088A-91CA-5DBD-B3BA-87B12AA565DF}"/>
                  </a:ext>
                </a:extLst>
              </p:cNvPr>
              <p:cNvSpPr/>
              <p:nvPr/>
            </p:nvSpPr>
            <p:spPr>
              <a:xfrm>
                <a:off x="6765778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7" name="Freeform 40296">
                <a:extLst>
                  <a:ext uri="{FF2B5EF4-FFF2-40B4-BE49-F238E27FC236}">
                    <a16:creationId xmlns:a16="http://schemas.microsoft.com/office/drawing/2014/main" id="{212C4195-F105-85E4-6EA7-125E2D0C1EFC}"/>
                  </a:ext>
                </a:extLst>
              </p:cNvPr>
              <p:cNvSpPr/>
              <p:nvPr/>
            </p:nvSpPr>
            <p:spPr>
              <a:xfrm>
                <a:off x="6766373" y="4005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8" name="Freeform 40297">
                <a:extLst>
                  <a:ext uri="{FF2B5EF4-FFF2-40B4-BE49-F238E27FC236}">
                    <a16:creationId xmlns:a16="http://schemas.microsoft.com/office/drawing/2014/main" id="{8A539B38-D76B-9413-8EB5-7E36FEBAE09D}"/>
                  </a:ext>
                </a:extLst>
              </p:cNvPr>
              <p:cNvSpPr/>
              <p:nvPr/>
            </p:nvSpPr>
            <p:spPr>
              <a:xfrm>
                <a:off x="6766870" y="4003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99" name="Freeform 40298">
                <a:extLst>
                  <a:ext uri="{FF2B5EF4-FFF2-40B4-BE49-F238E27FC236}">
                    <a16:creationId xmlns:a16="http://schemas.microsoft.com/office/drawing/2014/main" id="{C2E205C3-CA75-44D5-82B4-7DCAE68BF988}"/>
                  </a:ext>
                </a:extLst>
              </p:cNvPr>
              <p:cNvSpPr/>
              <p:nvPr/>
            </p:nvSpPr>
            <p:spPr>
              <a:xfrm>
                <a:off x="6767366" y="401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0" name="Freeform 40299">
                <a:extLst>
                  <a:ext uri="{FF2B5EF4-FFF2-40B4-BE49-F238E27FC236}">
                    <a16:creationId xmlns:a16="http://schemas.microsoft.com/office/drawing/2014/main" id="{D8647D87-031A-95E2-BF03-27E906393AA5}"/>
                  </a:ext>
                </a:extLst>
              </p:cNvPr>
              <p:cNvSpPr/>
              <p:nvPr/>
            </p:nvSpPr>
            <p:spPr>
              <a:xfrm>
                <a:off x="6767862" y="3991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1" name="Freeform 40300">
                <a:extLst>
                  <a:ext uri="{FF2B5EF4-FFF2-40B4-BE49-F238E27FC236}">
                    <a16:creationId xmlns:a16="http://schemas.microsoft.com/office/drawing/2014/main" id="{E7037DB6-7AB3-A7CF-E710-5BA94910D01C}"/>
                  </a:ext>
                </a:extLst>
              </p:cNvPr>
              <p:cNvSpPr/>
              <p:nvPr/>
            </p:nvSpPr>
            <p:spPr>
              <a:xfrm>
                <a:off x="6768457" y="3905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2" name="Freeform 40301">
                <a:extLst>
                  <a:ext uri="{FF2B5EF4-FFF2-40B4-BE49-F238E27FC236}">
                    <a16:creationId xmlns:a16="http://schemas.microsoft.com/office/drawing/2014/main" id="{E7C9DB3B-031A-8336-B1F0-7B707B411654}"/>
                  </a:ext>
                </a:extLst>
              </p:cNvPr>
              <p:cNvSpPr/>
              <p:nvPr/>
            </p:nvSpPr>
            <p:spPr>
              <a:xfrm>
                <a:off x="6768953" y="3750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3" name="Freeform 40302">
                <a:extLst>
                  <a:ext uri="{FF2B5EF4-FFF2-40B4-BE49-F238E27FC236}">
                    <a16:creationId xmlns:a16="http://schemas.microsoft.com/office/drawing/2014/main" id="{A7DA4D6E-C86C-89CD-9E09-5DC6D3FEA983}"/>
                  </a:ext>
                </a:extLst>
              </p:cNvPr>
              <p:cNvSpPr/>
              <p:nvPr/>
            </p:nvSpPr>
            <p:spPr>
              <a:xfrm>
                <a:off x="6769449" y="3498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4" name="Freeform 40303">
                <a:extLst>
                  <a:ext uri="{FF2B5EF4-FFF2-40B4-BE49-F238E27FC236}">
                    <a16:creationId xmlns:a16="http://schemas.microsoft.com/office/drawing/2014/main" id="{5A0ADEC6-E003-BC42-6485-3AF4166E2FBB}"/>
                  </a:ext>
                </a:extLst>
              </p:cNvPr>
              <p:cNvSpPr/>
              <p:nvPr/>
            </p:nvSpPr>
            <p:spPr>
              <a:xfrm>
                <a:off x="6770045" y="3524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5" name="Freeform 40304">
                <a:extLst>
                  <a:ext uri="{FF2B5EF4-FFF2-40B4-BE49-F238E27FC236}">
                    <a16:creationId xmlns:a16="http://schemas.microsoft.com/office/drawing/2014/main" id="{0EC7AE60-2A87-DF77-3DA3-FEDF00CF3651}"/>
                  </a:ext>
                </a:extLst>
              </p:cNvPr>
              <p:cNvSpPr/>
              <p:nvPr/>
            </p:nvSpPr>
            <p:spPr>
              <a:xfrm>
                <a:off x="6770541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6" name="Freeform 40305">
                <a:extLst>
                  <a:ext uri="{FF2B5EF4-FFF2-40B4-BE49-F238E27FC236}">
                    <a16:creationId xmlns:a16="http://schemas.microsoft.com/office/drawing/2014/main" id="{F49B1869-928F-0F8A-39A7-6814BBFB6471}"/>
                  </a:ext>
                </a:extLst>
              </p:cNvPr>
              <p:cNvSpPr/>
              <p:nvPr/>
            </p:nvSpPr>
            <p:spPr>
              <a:xfrm>
                <a:off x="6771037" y="3521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7" name="Freeform 40306">
                <a:extLst>
                  <a:ext uri="{FF2B5EF4-FFF2-40B4-BE49-F238E27FC236}">
                    <a16:creationId xmlns:a16="http://schemas.microsoft.com/office/drawing/2014/main" id="{67D2EE5F-C434-C209-9FF9-5249C36D9F7E}"/>
                  </a:ext>
                </a:extLst>
              </p:cNvPr>
              <p:cNvSpPr/>
              <p:nvPr/>
            </p:nvSpPr>
            <p:spPr>
              <a:xfrm>
                <a:off x="6771632" y="3497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8" name="Freeform 40307">
                <a:extLst>
                  <a:ext uri="{FF2B5EF4-FFF2-40B4-BE49-F238E27FC236}">
                    <a16:creationId xmlns:a16="http://schemas.microsoft.com/office/drawing/2014/main" id="{620022E2-DFD9-F9C8-2E78-0BB0BB619F5C}"/>
                  </a:ext>
                </a:extLst>
              </p:cNvPr>
              <p:cNvSpPr/>
              <p:nvPr/>
            </p:nvSpPr>
            <p:spPr>
              <a:xfrm>
                <a:off x="6772128" y="3509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09" name="Freeform 40308">
                <a:extLst>
                  <a:ext uri="{FF2B5EF4-FFF2-40B4-BE49-F238E27FC236}">
                    <a16:creationId xmlns:a16="http://schemas.microsoft.com/office/drawing/2014/main" id="{8FB3608D-5595-236F-BC90-EB05B4C65D94}"/>
                  </a:ext>
                </a:extLst>
              </p:cNvPr>
              <p:cNvSpPr/>
              <p:nvPr/>
            </p:nvSpPr>
            <p:spPr>
              <a:xfrm>
                <a:off x="6772624" y="3462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0" name="Freeform 40309">
                <a:extLst>
                  <a:ext uri="{FF2B5EF4-FFF2-40B4-BE49-F238E27FC236}">
                    <a16:creationId xmlns:a16="http://schemas.microsoft.com/office/drawing/2014/main" id="{E0CA844C-707F-0EAA-D6AC-772E6B557E51}"/>
                  </a:ext>
                </a:extLst>
              </p:cNvPr>
              <p:cNvSpPr/>
              <p:nvPr/>
            </p:nvSpPr>
            <p:spPr>
              <a:xfrm>
                <a:off x="6773220" y="3414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1" name="Freeform 40310">
                <a:extLst>
                  <a:ext uri="{FF2B5EF4-FFF2-40B4-BE49-F238E27FC236}">
                    <a16:creationId xmlns:a16="http://schemas.microsoft.com/office/drawing/2014/main" id="{20BA335C-D289-F4E3-9875-13FB36E8430E}"/>
                  </a:ext>
                </a:extLst>
              </p:cNvPr>
              <p:cNvSpPr/>
              <p:nvPr/>
            </p:nvSpPr>
            <p:spPr>
              <a:xfrm>
                <a:off x="6773716" y="3335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2" name="Freeform 40311">
                <a:extLst>
                  <a:ext uri="{FF2B5EF4-FFF2-40B4-BE49-F238E27FC236}">
                    <a16:creationId xmlns:a16="http://schemas.microsoft.com/office/drawing/2014/main" id="{F1663C5D-0BE2-4F0D-3582-E14A0D20BB92}"/>
                  </a:ext>
                </a:extLst>
              </p:cNvPr>
              <p:cNvSpPr/>
              <p:nvPr/>
            </p:nvSpPr>
            <p:spPr>
              <a:xfrm>
                <a:off x="6774212" y="3302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3" name="Freeform 40312">
                <a:extLst>
                  <a:ext uri="{FF2B5EF4-FFF2-40B4-BE49-F238E27FC236}">
                    <a16:creationId xmlns:a16="http://schemas.microsoft.com/office/drawing/2014/main" id="{B959D525-C76B-6097-6AA1-0766266F2904}"/>
                  </a:ext>
                </a:extLst>
              </p:cNvPr>
              <p:cNvSpPr/>
              <p:nvPr/>
            </p:nvSpPr>
            <p:spPr>
              <a:xfrm>
                <a:off x="6774807" y="32717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4" name="Freeform 40313">
                <a:extLst>
                  <a:ext uri="{FF2B5EF4-FFF2-40B4-BE49-F238E27FC236}">
                    <a16:creationId xmlns:a16="http://schemas.microsoft.com/office/drawing/2014/main" id="{689FFDDB-DD3D-CDF1-6796-0A6C4850CB04}"/>
                  </a:ext>
                </a:extLst>
              </p:cNvPr>
              <p:cNvSpPr/>
              <p:nvPr/>
            </p:nvSpPr>
            <p:spPr>
              <a:xfrm>
                <a:off x="6775303" y="3575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5" name="Freeform 40314">
                <a:extLst>
                  <a:ext uri="{FF2B5EF4-FFF2-40B4-BE49-F238E27FC236}">
                    <a16:creationId xmlns:a16="http://schemas.microsoft.com/office/drawing/2014/main" id="{615CCCAB-F8BD-06D6-1B00-678B9217BAFC}"/>
                  </a:ext>
                </a:extLst>
              </p:cNvPr>
              <p:cNvSpPr/>
              <p:nvPr/>
            </p:nvSpPr>
            <p:spPr>
              <a:xfrm>
                <a:off x="6775799" y="3781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6" name="Freeform 40315">
                <a:extLst>
                  <a:ext uri="{FF2B5EF4-FFF2-40B4-BE49-F238E27FC236}">
                    <a16:creationId xmlns:a16="http://schemas.microsoft.com/office/drawing/2014/main" id="{11D3FF3A-42E5-0100-BF1F-9F3BD03BD3BA}"/>
                  </a:ext>
                </a:extLst>
              </p:cNvPr>
              <p:cNvSpPr/>
              <p:nvPr/>
            </p:nvSpPr>
            <p:spPr>
              <a:xfrm>
                <a:off x="6776395" y="3838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7" name="Freeform 40316">
                <a:extLst>
                  <a:ext uri="{FF2B5EF4-FFF2-40B4-BE49-F238E27FC236}">
                    <a16:creationId xmlns:a16="http://schemas.microsoft.com/office/drawing/2014/main" id="{50885B0A-7A3B-C2B0-CADF-8F386B50C06C}"/>
                  </a:ext>
                </a:extLst>
              </p:cNvPr>
              <p:cNvSpPr/>
              <p:nvPr/>
            </p:nvSpPr>
            <p:spPr>
              <a:xfrm>
                <a:off x="6776891" y="3865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8" name="Freeform 40317">
                <a:extLst>
                  <a:ext uri="{FF2B5EF4-FFF2-40B4-BE49-F238E27FC236}">
                    <a16:creationId xmlns:a16="http://schemas.microsoft.com/office/drawing/2014/main" id="{72046023-0FAB-F561-699A-0753E1ED216A}"/>
                  </a:ext>
                </a:extLst>
              </p:cNvPr>
              <p:cNvSpPr/>
              <p:nvPr/>
            </p:nvSpPr>
            <p:spPr>
              <a:xfrm>
                <a:off x="6777387" y="385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19" name="Freeform 40318">
                <a:extLst>
                  <a:ext uri="{FF2B5EF4-FFF2-40B4-BE49-F238E27FC236}">
                    <a16:creationId xmlns:a16="http://schemas.microsoft.com/office/drawing/2014/main" id="{D89EAFAC-EA12-2E30-3E33-93763B37029F}"/>
                  </a:ext>
                </a:extLst>
              </p:cNvPr>
              <p:cNvSpPr/>
              <p:nvPr/>
            </p:nvSpPr>
            <p:spPr>
              <a:xfrm>
                <a:off x="6777982" y="3874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0" name="Freeform 40319">
                <a:extLst>
                  <a:ext uri="{FF2B5EF4-FFF2-40B4-BE49-F238E27FC236}">
                    <a16:creationId xmlns:a16="http://schemas.microsoft.com/office/drawing/2014/main" id="{432EECF9-A149-21F9-A01A-227E10CBC09F}"/>
                  </a:ext>
                </a:extLst>
              </p:cNvPr>
              <p:cNvSpPr/>
              <p:nvPr/>
            </p:nvSpPr>
            <p:spPr>
              <a:xfrm>
                <a:off x="6778478" y="38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1" name="Freeform 40320">
                <a:extLst>
                  <a:ext uri="{FF2B5EF4-FFF2-40B4-BE49-F238E27FC236}">
                    <a16:creationId xmlns:a16="http://schemas.microsoft.com/office/drawing/2014/main" id="{523E4239-627A-BE7D-D061-CFD6F950BD2A}"/>
                  </a:ext>
                </a:extLst>
              </p:cNvPr>
              <p:cNvSpPr/>
              <p:nvPr/>
            </p:nvSpPr>
            <p:spPr>
              <a:xfrm>
                <a:off x="6778974" y="3888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2" name="Freeform 40321">
                <a:extLst>
                  <a:ext uri="{FF2B5EF4-FFF2-40B4-BE49-F238E27FC236}">
                    <a16:creationId xmlns:a16="http://schemas.microsoft.com/office/drawing/2014/main" id="{0B84E694-CA4F-8E12-3BAB-103A2E8E3246}"/>
                  </a:ext>
                </a:extLst>
              </p:cNvPr>
              <p:cNvSpPr/>
              <p:nvPr/>
            </p:nvSpPr>
            <p:spPr>
              <a:xfrm>
                <a:off x="6779470" y="3881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3" name="Freeform 40322">
                <a:extLst>
                  <a:ext uri="{FF2B5EF4-FFF2-40B4-BE49-F238E27FC236}">
                    <a16:creationId xmlns:a16="http://schemas.microsoft.com/office/drawing/2014/main" id="{65DFC619-ED60-DEAC-8B31-05638BD01FB3}"/>
                  </a:ext>
                </a:extLst>
              </p:cNvPr>
              <p:cNvSpPr/>
              <p:nvPr/>
            </p:nvSpPr>
            <p:spPr>
              <a:xfrm>
                <a:off x="6780066" y="38867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4" name="Freeform 40323">
                <a:extLst>
                  <a:ext uri="{FF2B5EF4-FFF2-40B4-BE49-F238E27FC236}">
                    <a16:creationId xmlns:a16="http://schemas.microsoft.com/office/drawing/2014/main" id="{BEED2375-B6F2-A433-3780-3C77F360956C}"/>
                  </a:ext>
                </a:extLst>
              </p:cNvPr>
              <p:cNvSpPr/>
              <p:nvPr/>
            </p:nvSpPr>
            <p:spPr>
              <a:xfrm>
                <a:off x="6780562" y="3874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5" name="Freeform 40324">
                <a:extLst>
                  <a:ext uri="{FF2B5EF4-FFF2-40B4-BE49-F238E27FC236}">
                    <a16:creationId xmlns:a16="http://schemas.microsoft.com/office/drawing/2014/main" id="{582770BD-7DF1-635C-D5CD-9E0067A28669}"/>
                  </a:ext>
                </a:extLst>
              </p:cNvPr>
              <p:cNvSpPr/>
              <p:nvPr/>
            </p:nvSpPr>
            <p:spPr>
              <a:xfrm>
                <a:off x="6781058" y="3829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6" name="Freeform 40325">
                <a:extLst>
                  <a:ext uri="{FF2B5EF4-FFF2-40B4-BE49-F238E27FC236}">
                    <a16:creationId xmlns:a16="http://schemas.microsoft.com/office/drawing/2014/main" id="{05EF2245-48D9-A598-2D61-BD1EB361BCEF}"/>
                  </a:ext>
                </a:extLst>
              </p:cNvPr>
              <p:cNvSpPr/>
              <p:nvPr/>
            </p:nvSpPr>
            <p:spPr>
              <a:xfrm>
                <a:off x="6781653" y="3641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7" name="Freeform 40326">
                <a:extLst>
                  <a:ext uri="{FF2B5EF4-FFF2-40B4-BE49-F238E27FC236}">
                    <a16:creationId xmlns:a16="http://schemas.microsoft.com/office/drawing/2014/main" id="{F9EA9E18-2E37-F7E1-2B15-1B994A19BB63}"/>
                  </a:ext>
                </a:extLst>
              </p:cNvPr>
              <p:cNvSpPr/>
              <p:nvPr/>
            </p:nvSpPr>
            <p:spPr>
              <a:xfrm>
                <a:off x="6782149" y="33574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8" name="Freeform 40327">
                <a:extLst>
                  <a:ext uri="{FF2B5EF4-FFF2-40B4-BE49-F238E27FC236}">
                    <a16:creationId xmlns:a16="http://schemas.microsoft.com/office/drawing/2014/main" id="{88D9CFE9-C4CD-C5E5-C534-D2E094973B50}"/>
                  </a:ext>
                </a:extLst>
              </p:cNvPr>
              <p:cNvSpPr/>
              <p:nvPr/>
            </p:nvSpPr>
            <p:spPr>
              <a:xfrm>
                <a:off x="6782645" y="3447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29" name="Freeform 40328">
                <a:extLst>
                  <a:ext uri="{FF2B5EF4-FFF2-40B4-BE49-F238E27FC236}">
                    <a16:creationId xmlns:a16="http://schemas.microsoft.com/office/drawing/2014/main" id="{11778C53-00AE-D00C-B30D-4E89B4FFF03A}"/>
                  </a:ext>
                </a:extLst>
              </p:cNvPr>
              <p:cNvSpPr/>
              <p:nvPr/>
            </p:nvSpPr>
            <p:spPr>
              <a:xfrm>
                <a:off x="6783241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0" name="Freeform 40329">
                <a:extLst>
                  <a:ext uri="{FF2B5EF4-FFF2-40B4-BE49-F238E27FC236}">
                    <a16:creationId xmlns:a16="http://schemas.microsoft.com/office/drawing/2014/main" id="{DBCC2EAD-B86F-80C9-83F6-79C9BA589DC1}"/>
                  </a:ext>
                </a:extLst>
              </p:cNvPr>
              <p:cNvSpPr/>
              <p:nvPr/>
            </p:nvSpPr>
            <p:spPr>
              <a:xfrm>
                <a:off x="6783737" y="3477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1" name="Freeform 40330">
                <a:extLst>
                  <a:ext uri="{FF2B5EF4-FFF2-40B4-BE49-F238E27FC236}">
                    <a16:creationId xmlns:a16="http://schemas.microsoft.com/office/drawing/2014/main" id="{DBE81F86-B210-CCED-F085-8624229246F6}"/>
                  </a:ext>
                </a:extLst>
              </p:cNvPr>
              <p:cNvSpPr/>
              <p:nvPr/>
            </p:nvSpPr>
            <p:spPr>
              <a:xfrm>
                <a:off x="6784233" y="3497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2" name="Freeform 40331">
                <a:extLst>
                  <a:ext uri="{FF2B5EF4-FFF2-40B4-BE49-F238E27FC236}">
                    <a16:creationId xmlns:a16="http://schemas.microsoft.com/office/drawing/2014/main" id="{8322EB2A-D900-4CF0-B39E-006E21066AA4}"/>
                  </a:ext>
                </a:extLst>
              </p:cNvPr>
              <p:cNvSpPr/>
              <p:nvPr/>
            </p:nvSpPr>
            <p:spPr>
              <a:xfrm>
                <a:off x="6784828" y="3508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3" name="Freeform 40332">
                <a:extLst>
                  <a:ext uri="{FF2B5EF4-FFF2-40B4-BE49-F238E27FC236}">
                    <a16:creationId xmlns:a16="http://schemas.microsoft.com/office/drawing/2014/main" id="{8128E29C-F1FB-1D67-97A6-5BD619D02183}"/>
                  </a:ext>
                </a:extLst>
              </p:cNvPr>
              <p:cNvSpPr/>
              <p:nvPr/>
            </p:nvSpPr>
            <p:spPr>
              <a:xfrm>
                <a:off x="6785324" y="3520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4" name="Freeform 40333">
                <a:extLst>
                  <a:ext uri="{FF2B5EF4-FFF2-40B4-BE49-F238E27FC236}">
                    <a16:creationId xmlns:a16="http://schemas.microsoft.com/office/drawing/2014/main" id="{C52A44F3-B2C5-AA38-9277-5378691D1951}"/>
                  </a:ext>
                </a:extLst>
              </p:cNvPr>
              <p:cNvSpPr/>
              <p:nvPr/>
            </p:nvSpPr>
            <p:spPr>
              <a:xfrm>
                <a:off x="6785820" y="3481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5" name="Freeform 40334">
                <a:extLst>
                  <a:ext uri="{FF2B5EF4-FFF2-40B4-BE49-F238E27FC236}">
                    <a16:creationId xmlns:a16="http://schemas.microsoft.com/office/drawing/2014/main" id="{DDF73E62-3093-0F63-285D-C21017AA2EA3}"/>
                  </a:ext>
                </a:extLst>
              </p:cNvPr>
              <p:cNvSpPr/>
              <p:nvPr/>
            </p:nvSpPr>
            <p:spPr>
              <a:xfrm>
                <a:off x="6786416" y="3457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6" name="Freeform 40335">
                <a:extLst>
                  <a:ext uri="{FF2B5EF4-FFF2-40B4-BE49-F238E27FC236}">
                    <a16:creationId xmlns:a16="http://schemas.microsoft.com/office/drawing/2014/main" id="{42D017DB-9A38-2AA2-6122-91F751C160CF}"/>
                  </a:ext>
                </a:extLst>
              </p:cNvPr>
              <p:cNvSpPr/>
              <p:nvPr/>
            </p:nvSpPr>
            <p:spPr>
              <a:xfrm>
                <a:off x="6786912" y="3464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7" name="Freeform 40336">
                <a:extLst>
                  <a:ext uri="{FF2B5EF4-FFF2-40B4-BE49-F238E27FC236}">
                    <a16:creationId xmlns:a16="http://schemas.microsoft.com/office/drawing/2014/main" id="{961580A9-C1F3-3F5A-0EBF-F4DEF8D457C1}"/>
                  </a:ext>
                </a:extLst>
              </p:cNvPr>
              <p:cNvSpPr/>
              <p:nvPr/>
            </p:nvSpPr>
            <p:spPr>
              <a:xfrm>
                <a:off x="6787408" y="3415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8" name="Freeform 40337">
                <a:extLst>
                  <a:ext uri="{FF2B5EF4-FFF2-40B4-BE49-F238E27FC236}">
                    <a16:creationId xmlns:a16="http://schemas.microsoft.com/office/drawing/2014/main" id="{900BE85C-35C0-BA30-660A-C78EFAC24741}"/>
                  </a:ext>
                </a:extLst>
              </p:cNvPr>
              <p:cNvSpPr/>
              <p:nvPr/>
            </p:nvSpPr>
            <p:spPr>
              <a:xfrm>
                <a:off x="6788003" y="3627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39" name="Freeform 40338">
                <a:extLst>
                  <a:ext uri="{FF2B5EF4-FFF2-40B4-BE49-F238E27FC236}">
                    <a16:creationId xmlns:a16="http://schemas.microsoft.com/office/drawing/2014/main" id="{9875123D-05EF-9A0B-67D9-6E67F703229E}"/>
                  </a:ext>
                </a:extLst>
              </p:cNvPr>
              <p:cNvSpPr/>
              <p:nvPr/>
            </p:nvSpPr>
            <p:spPr>
              <a:xfrm>
                <a:off x="6788499" y="383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0" name="Freeform 40339">
                <a:extLst>
                  <a:ext uri="{FF2B5EF4-FFF2-40B4-BE49-F238E27FC236}">
                    <a16:creationId xmlns:a16="http://schemas.microsoft.com/office/drawing/2014/main" id="{A1E39B8C-E98F-0FE6-F57A-537D38F7771B}"/>
                  </a:ext>
                </a:extLst>
              </p:cNvPr>
              <p:cNvSpPr/>
              <p:nvPr/>
            </p:nvSpPr>
            <p:spPr>
              <a:xfrm>
                <a:off x="6788995" y="3875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1" name="Freeform 40340">
                <a:extLst>
                  <a:ext uri="{FF2B5EF4-FFF2-40B4-BE49-F238E27FC236}">
                    <a16:creationId xmlns:a16="http://schemas.microsoft.com/office/drawing/2014/main" id="{5D4E7714-0A1B-53E8-7334-9CBB21362DCB}"/>
                  </a:ext>
                </a:extLst>
              </p:cNvPr>
              <p:cNvSpPr/>
              <p:nvPr/>
            </p:nvSpPr>
            <p:spPr>
              <a:xfrm>
                <a:off x="6789591" y="3892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2" name="Freeform 40341">
                <a:extLst>
                  <a:ext uri="{FF2B5EF4-FFF2-40B4-BE49-F238E27FC236}">
                    <a16:creationId xmlns:a16="http://schemas.microsoft.com/office/drawing/2014/main" id="{47A6BA84-ADDF-7843-F977-E370C9748B9A}"/>
                  </a:ext>
                </a:extLst>
              </p:cNvPr>
              <p:cNvSpPr/>
              <p:nvPr/>
            </p:nvSpPr>
            <p:spPr>
              <a:xfrm>
                <a:off x="6790087" y="3899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3" name="Freeform 40342">
                <a:extLst>
                  <a:ext uri="{FF2B5EF4-FFF2-40B4-BE49-F238E27FC236}">
                    <a16:creationId xmlns:a16="http://schemas.microsoft.com/office/drawing/2014/main" id="{84891519-6BA3-1062-2821-026D3D94B5BA}"/>
                  </a:ext>
                </a:extLst>
              </p:cNvPr>
              <p:cNvSpPr/>
              <p:nvPr/>
            </p:nvSpPr>
            <p:spPr>
              <a:xfrm>
                <a:off x="6790583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4" name="Freeform 40343">
                <a:extLst>
                  <a:ext uri="{FF2B5EF4-FFF2-40B4-BE49-F238E27FC236}">
                    <a16:creationId xmlns:a16="http://schemas.microsoft.com/office/drawing/2014/main" id="{AA488214-3DA4-72BA-0646-4DF0ADF19B33}"/>
                  </a:ext>
                </a:extLst>
              </p:cNvPr>
              <p:cNvSpPr/>
              <p:nvPr/>
            </p:nvSpPr>
            <p:spPr>
              <a:xfrm>
                <a:off x="6791178" y="3912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5" name="Freeform 40344">
                <a:extLst>
                  <a:ext uri="{FF2B5EF4-FFF2-40B4-BE49-F238E27FC236}">
                    <a16:creationId xmlns:a16="http://schemas.microsoft.com/office/drawing/2014/main" id="{A8312068-E935-03B4-2BDA-4B7B0FAAE4A7}"/>
                  </a:ext>
                </a:extLst>
              </p:cNvPr>
              <p:cNvSpPr/>
              <p:nvPr/>
            </p:nvSpPr>
            <p:spPr>
              <a:xfrm>
                <a:off x="6791674" y="3914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6" name="Freeform 40345">
                <a:extLst>
                  <a:ext uri="{FF2B5EF4-FFF2-40B4-BE49-F238E27FC236}">
                    <a16:creationId xmlns:a16="http://schemas.microsoft.com/office/drawing/2014/main" id="{C5AC93F3-63C2-58F2-02E8-CED06C0E3C53}"/>
                  </a:ext>
                </a:extLst>
              </p:cNvPr>
              <p:cNvSpPr/>
              <p:nvPr/>
            </p:nvSpPr>
            <p:spPr>
              <a:xfrm>
                <a:off x="6792170" y="390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7" name="Freeform 40346">
                <a:extLst>
                  <a:ext uri="{FF2B5EF4-FFF2-40B4-BE49-F238E27FC236}">
                    <a16:creationId xmlns:a16="http://schemas.microsoft.com/office/drawing/2014/main" id="{AE0A6FED-8F1A-9D31-6A6E-180435AD9E07}"/>
                  </a:ext>
                </a:extLst>
              </p:cNvPr>
              <p:cNvSpPr/>
              <p:nvPr/>
            </p:nvSpPr>
            <p:spPr>
              <a:xfrm>
                <a:off x="6792666" y="3903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8" name="Freeform 40347">
                <a:extLst>
                  <a:ext uri="{FF2B5EF4-FFF2-40B4-BE49-F238E27FC236}">
                    <a16:creationId xmlns:a16="http://schemas.microsoft.com/office/drawing/2014/main" id="{0706949F-AF48-AACE-0315-2A34C6EF12EF}"/>
                  </a:ext>
                </a:extLst>
              </p:cNvPr>
              <p:cNvSpPr/>
              <p:nvPr/>
            </p:nvSpPr>
            <p:spPr>
              <a:xfrm>
                <a:off x="6793262" y="3890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49" name="Freeform 40348">
                <a:extLst>
                  <a:ext uri="{FF2B5EF4-FFF2-40B4-BE49-F238E27FC236}">
                    <a16:creationId xmlns:a16="http://schemas.microsoft.com/office/drawing/2014/main" id="{92ACDBE8-9C33-AE73-ECC0-C748D7BE7485}"/>
                  </a:ext>
                </a:extLst>
              </p:cNvPr>
              <p:cNvSpPr/>
              <p:nvPr/>
            </p:nvSpPr>
            <p:spPr>
              <a:xfrm>
                <a:off x="6793758" y="3878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0" name="Freeform 40349">
                <a:extLst>
                  <a:ext uri="{FF2B5EF4-FFF2-40B4-BE49-F238E27FC236}">
                    <a16:creationId xmlns:a16="http://schemas.microsoft.com/office/drawing/2014/main" id="{2C399A8F-A372-C763-6185-367CCC12A684}"/>
                  </a:ext>
                </a:extLst>
              </p:cNvPr>
              <p:cNvSpPr/>
              <p:nvPr/>
            </p:nvSpPr>
            <p:spPr>
              <a:xfrm>
                <a:off x="6794254" y="3644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1" name="Freeform 40350">
                <a:extLst>
                  <a:ext uri="{FF2B5EF4-FFF2-40B4-BE49-F238E27FC236}">
                    <a16:creationId xmlns:a16="http://schemas.microsoft.com/office/drawing/2014/main" id="{CC61E20C-5E63-A3B1-115F-17140D41FD75}"/>
                  </a:ext>
                </a:extLst>
              </p:cNvPr>
              <p:cNvSpPr/>
              <p:nvPr/>
            </p:nvSpPr>
            <p:spPr>
              <a:xfrm>
                <a:off x="6794849" y="3351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2" name="Freeform 40351">
                <a:extLst>
                  <a:ext uri="{FF2B5EF4-FFF2-40B4-BE49-F238E27FC236}">
                    <a16:creationId xmlns:a16="http://schemas.microsoft.com/office/drawing/2014/main" id="{66F925A2-2269-D011-5F96-12CBF5C4946E}"/>
                  </a:ext>
                </a:extLst>
              </p:cNvPr>
              <p:cNvSpPr/>
              <p:nvPr/>
            </p:nvSpPr>
            <p:spPr>
              <a:xfrm>
                <a:off x="6795345" y="3440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3" name="Freeform 40352">
                <a:extLst>
                  <a:ext uri="{FF2B5EF4-FFF2-40B4-BE49-F238E27FC236}">
                    <a16:creationId xmlns:a16="http://schemas.microsoft.com/office/drawing/2014/main" id="{13E3DE9E-C115-DCFC-785B-616F99A34ED6}"/>
                  </a:ext>
                </a:extLst>
              </p:cNvPr>
              <p:cNvSpPr/>
              <p:nvPr/>
            </p:nvSpPr>
            <p:spPr>
              <a:xfrm>
                <a:off x="6795841" y="3443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4" name="Freeform 40353">
                <a:extLst>
                  <a:ext uri="{FF2B5EF4-FFF2-40B4-BE49-F238E27FC236}">
                    <a16:creationId xmlns:a16="http://schemas.microsoft.com/office/drawing/2014/main" id="{524140ED-E485-16C7-590A-3AACAE17CBB5}"/>
                  </a:ext>
                </a:extLst>
              </p:cNvPr>
              <p:cNvSpPr/>
              <p:nvPr/>
            </p:nvSpPr>
            <p:spPr>
              <a:xfrm>
                <a:off x="6796437" y="3399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5" name="Freeform 40354">
                <a:extLst>
                  <a:ext uri="{FF2B5EF4-FFF2-40B4-BE49-F238E27FC236}">
                    <a16:creationId xmlns:a16="http://schemas.microsoft.com/office/drawing/2014/main" id="{EF60656C-4426-512C-A395-352ABBDA03D9}"/>
                  </a:ext>
                </a:extLst>
              </p:cNvPr>
              <p:cNvSpPr/>
              <p:nvPr/>
            </p:nvSpPr>
            <p:spPr>
              <a:xfrm>
                <a:off x="6796933" y="3419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6" name="Freeform 40355">
                <a:extLst>
                  <a:ext uri="{FF2B5EF4-FFF2-40B4-BE49-F238E27FC236}">
                    <a16:creationId xmlns:a16="http://schemas.microsoft.com/office/drawing/2014/main" id="{074D5246-C688-7F12-12DD-3CA4BB0305E4}"/>
                  </a:ext>
                </a:extLst>
              </p:cNvPr>
              <p:cNvSpPr/>
              <p:nvPr/>
            </p:nvSpPr>
            <p:spPr>
              <a:xfrm>
                <a:off x="6797429" y="3466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7" name="Freeform 40356">
                <a:extLst>
                  <a:ext uri="{FF2B5EF4-FFF2-40B4-BE49-F238E27FC236}">
                    <a16:creationId xmlns:a16="http://schemas.microsoft.com/office/drawing/2014/main" id="{2AA40A91-1BB8-7914-2AF4-399871D256D6}"/>
                  </a:ext>
                </a:extLst>
              </p:cNvPr>
              <p:cNvSpPr/>
              <p:nvPr/>
            </p:nvSpPr>
            <p:spPr>
              <a:xfrm>
                <a:off x="6798024" y="34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8" name="Freeform 40357">
                <a:extLst>
                  <a:ext uri="{FF2B5EF4-FFF2-40B4-BE49-F238E27FC236}">
                    <a16:creationId xmlns:a16="http://schemas.microsoft.com/office/drawing/2014/main" id="{D3FA0B06-D24D-E950-84AF-7346AEC63C44}"/>
                  </a:ext>
                </a:extLst>
              </p:cNvPr>
              <p:cNvSpPr/>
              <p:nvPr/>
            </p:nvSpPr>
            <p:spPr>
              <a:xfrm>
                <a:off x="6798520" y="3446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59" name="Freeform 40358">
                <a:extLst>
                  <a:ext uri="{FF2B5EF4-FFF2-40B4-BE49-F238E27FC236}">
                    <a16:creationId xmlns:a16="http://schemas.microsoft.com/office/drawing/2014/main" id="{0054055B-B03E-7AE1-6933-36C623E6867E}"/>
                  </a:ext>
                </a:extLst>
              </p:cNvPr>
              <p:cNvSpPr/>
              <p:nvPr/>
            </p:nvSpPr>
            <p:spPr>
              <a:xfrm>
                <a:off x="6799016" y="3471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0" name="Freeform 40359">
                <a:extLst>
                  <a:ext uri="{FF2B5EF4-FFF2-40B4-BE49-F238E27FC236}">
                    <a16:creationId xmlns:a16="http://schemas.microsoft.com/office/drawing/2014/main" id="{F7BE490B-CC03-64F3-219A-ACE8A6451BB1}"/>
                  </a:ext>
                </a:extLst>
              </p:cNvPr>
              <p:cNvSpPr/>
              <p:nvPr/>
            </p:nvSpPr>
            <p:spPr>
              <a:xfrm>
                <a:off x="6799612" y="3464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1" name="Freeform 40360">
                <a:extLst>
                  <a:ext uri="{FF2B5EF4-FFF2-40B4-BE49-F238E27FC236}">
                    <a16:creationId xmlns:a16="http://schemas.microsoft.com/office/drawing/2014/main" id="{9EFC9FC6-0446-2D34-4711-705DC13D155C}"/>
                  </a:ext>
                </a:extLst>
              </p:cNvPr>
              <p:cNvSpPr/>
              <p:nvPr/>
            </p:nvSpPr>
            <p:spPr>
              <a:xfrm>
                <a:off x="6800108" y="3455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2" name="Freeform 40361">
                <a:extLst>
                  <a:ext uri="{FF2B5EF4-FFF2-40B4-BE49-F238E27FC236}">
                    <a16:creationId xmlns:a16="http://schemas.microsoft.com/office/drawing/2014/main" id="{64C4B6E9-308B-0B16-95D7-002C160D4889}"/>
                  </a:ext>
                </a:extLst>
              </p:cNvPr>
              <p:cNvSpPr/>
              <p:nvPr/>
            </p:nvSpPr>
            <p:spPr>
              <a:xfrm>
                <a:off x="6800604" y="3554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3" name="Freeform 40362">
                <a:extLst>
                  <a:ext uri="{FF2B5EF4-FFF2-40B4-BE49-F238E27FC236}">
                    <a16:creationId xmlns:a16="http://schemas.microsoft.com/office/drawing/2014/main" id="{2EA060B3-B445-99BB-C0EB-14A8E0EC3B1C}"/>
                  </a:ext>
                </a:extLst>
              </p:cNvPr>
              <p:cNvSpPr/>
              <p:nvPr/>
            </p:nvSpPr>
            <p:spPr>
              <a:xfrm>
                <a:off x="6801199" y="374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4" name="Freeform 40363">
                <a:extLst>
                  <a:ext uri="{FF2B5EF4-FFF2-40B4-BE49-F238E27FC236}">
                    <a16:creationId xmlns:a16="http://schemas.microsoft.com/office/drawing/2014/main" id="{099FD96A-7628-D5DB-ED98-2081384E8F85}"/>
                  </a:ext>
                </a:extLst>
              </p:cNvPr>
              <p:cNvSpPr/>
              <p:nvPr/>
            </p:nvSpPr>
            <p:spPr>
              <a:xfrm>
                <a:off x="6801695" y="3812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5" name="Freeform 40364">
                <a:extLst>
                  <a:ext uri="{FF2B5EF4-FFF2-40B4-BE49-F238E27FC236}">
                    <a16:creationId xmlns:a16="http://schemas.microsoft.com/office/drawing/2014/main" id="{10A0DF89-5293-DE24-7F49-F893DAACCA75}"/>
                  </a:ext>
                </a:extLst>
              </p:cNvPr>
              <p:cNvSpPr/>
              <p:nvPr/>
            </p:nvSpPr>
            <p:spPr>
              <a:xfrm>
                <a:off x="6802191" y="3819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6" name="Freeform 40365">
                <a:extLst>
                  <a:ext uri="{FF2B5EF4-FFF2-40B4-BE49-F238E27FC236}">
                    <a16:creationId xmlns:a16="http://schemas.microsoft.com/office/drawing/2014/main" id="{92C909C5-8E8B-AD74-AE0D-43DD2CE918F5}"/>
                  </a:ext>
                </a:extLst>
              </p:cNvPr>
              <p:cNvSpPr/>
              <p:nvPr/>
            </p:nvSpPr>
            <p:spPr>
              <a:xfrm>
                <a:off x="6802787" y="3835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7" name="Freeform 40366">
                <a:extLst>
                  <a:ext uri="{FF2B5EF4-FFF2-40B4-BE49-F238E27FC236}">
                    <a16:creationId xmlns:a16="http://schemas.microsoft.com/office/drawing/2014/main" id="{8431E853-1CD7-4A9F-79A3-8608D3289304}"/>
                  </a:ext>
                </a:extLst>
              </p:cNvPr>
              <p:cNvSpPr/>
              <p:nvPr/>
            </p:nvSpPr>
            <p:spPr>
              <a:xfrm>
                <a:off x="6803283" y="3845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8" name="Freeform 40367">
                <a:extLst>
                  <a:ext uri="{FF2B5EF4-FFF2-40B4-BE49-F238E27FC236}">
                    <a16:creationId xmlns:a16="http://schemas.microsoft.com/office/drawing/2014/main" id="{502A2091-FE6A-801B-492B-588663C2C6F0}"/>
                  </a:ext>
                </a:extLst>
              </p:cNvPr>
              <p:cNvSpPr/>
              <p:nvPr/>
            </p:nvSpPr>
            <p:spPr>
              <a:xfrm>
                <a:off x="6803779" y="3861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69" name="Freeform 40368">
                <a:extLst>
                  <a:ext uri="{FF2B5EF4-FFF2-40B4-BE49-F238E27FC236}">
                    <a16:creationId xmlns:a16="http://schemas.microsoft.com/office/drawing/2014/main" id="{0769FA3F-DC15-641F-3807-AF4BD68F1CD8}"/>
                  </a:ext>
                </a:extLst>
              </p:cNvPr>
              <p:cNvSpPr/>
              <p:nvPr/>
            </p:nvSpPr>
            <p:spPr>
              <a:xfrm>
                <a:off x="6804275" y="3862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0" name="Freeform 40369">
                <a:extLst>
                  <a:ext uri="{FF2B5EF4-FFF2-40B4-BE49-F238E27FC236}">
                    <a16:creationId xmlns:a16="http://schemas.microsoft.com/office/drawing/2014/main" id="{AEDDB4E2-9915-A1D4-2448-3E88724DDAA8}"/>
                  </a:ext>
                </a:extLst>
              </p:cNvPr>
              <p:cNvSpPr/>
              <p:nvPr/>
            </p:nvSpPr>
            <p:spPr>
              <a:xfrm>
                <a:off x="6804870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1" name="Freeform 40370">
                <a:extLst>
                  <a:ext uri="{FF2B5EF4-FFF2-40B4-BE49-F238E27FC236}">
                    <a16:creationId xmlns:a16="http://schemas.microsoft.com/office/drawing/2014/main" id="{2FA6FAA9-00F8-702E-9010-C4728A38E3E6}"/>
                  </a:ext>
                </a:extLst>
              </p:cNvPr>
              <p:cNvSpPr/>
              <p:nvPr/>
            </p:nvSpPr>
            <p:spPr>
              <a:xfrm>
                <a:off x="6805366" y="3870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2" name="Freeform 40371">
                <a:extLst>
                  <a:ext uri="{FF2B5EF4-FFF2-40B4-BE49-F238E27FC236}">
                    <a16:creationId xmlns:a16="http://schemas.microsoft.com/office/drawing/2014/main" id="{C6CBE0CB-2E9A-C899-EF1A-F036B1E4F79D}"/>
                  </a:ext>
                </a:extLst>
              </p:cNvPr>
              <p:cNvSpPr/>
              <p:nvPr/>
            </p:nvSpPr>
            <p:spPr>
              <a:xfrm>
                <a:off x="6805863" y="3874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3" name="Freeform 40372">
                <a:extLst>
                  <a:ext uri="{FF2B5EF4-FFF2-40B4-BE49-F238E27FC236}">
                    <a16:creationId xmlns:a16="http://schemas.microsoft.com/office/drawing/2014/main" id="{C27EE017-CD3D-A051-5E0F-03793D2F4345}"/>
                  </a:ext>
                </a:extLst>
              </p:cNvPr>
              <p:cNvSpPr/>
              <p:nvPr/>
            </p:nvSpPr>
            <p:spPr>
              <a:xfrm>
                <a:off x="6806458" y="3775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4" name="Freeform 40373">
                <a:extLst>
                  <a:ext uri="{FF2B5EF4-FFF2-40B4-BE49-F238E27FC236}">
                    <a16:creationId xmlns:a16="http://schemas.microsoft.com/office/drawing/2014/main" id="{37ED7B0C-2433-6378-835B-FEF12C6C30D7}"/>
                  </a:ext>
                </a:extLst>
              </p:cNvPr>
              <p:cNvSpPr/>
              <p:nvPr/>
            </p:nvSpPr>
            <p:spPr>
              <a:xfrm>
                <a:off x="6806954" y="3593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5" name="Freeform 40374">
                <a:extLst>
                  <a:ext uri="{FF2B5EF4-FFF2-40B4-BE49-F238E27FC236}">
                    <a16:creationId xmlns:a16="http://schemas.microsoft.com/office/drawing/2014/main" id="{256FD08F-8EA6-ED14-D567-C80DB055E085}"/>
                  </a:ext>
                </a:extLst>
              </p:cNvPr>
              <p:cNvSpPr/>
              <p:nvPr/>
            </p:nvSpPr>
            <p:spPr>
              <a:xfrm>
                <a:off x="6807450" y="3114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6" name="Freeform 40375">
                <a:extLst>
                  <a:ext uri="{FF2B5EF4-FFF2-40B4-BE49-F238E27FC236}">
                    <a16:creationId xmlns:a16="http://schemas.microsoft.com/office/drawing/2014/main" id="{C0B5B717-CB54-688C-DADF-BC11532E01F0}"/>
                  </a:ext>
                </a:extLst>
              </p:cNvPr>
              <p:cNvSpPr/>
              <p:nvPr/>
            </p:nvSpPr>
            <p:spPr>
              <a:xfrm>
                <a:off x="6808045" y="3204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7" name="Freeform 40376">
                <a:extLst>
                  <a:ext uri="{FF2B5EF4-FFF2-40B4-BE49-F238E27FC236}">
                    <a16:creationId xmlns:a16="http://schemas.microsoft.com/office/drawing/2014/main" id="{9012BA97-DAC8-1045-3338-EFC282DE6B96}"/>
                  </a:ext>
                </a:extLst>
              </p:cNvPr>
              <p:cNvSpPr/>
              <p:nvPr/>
            </p:nvSpPr>
            <p:spPr>
              <a:xfrm>
                <a:off x="6808541" y="3293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8" name="Freeform 40377">
                <a:extLst>
                  <a:ext uri="{FF2B5EF4-FFF2-40B4-BE49-F238E27FC236}">
                    <a16:creationId xmlns:a16="http://schemas.microsoft.com/office/drawing/2014/main" id="{626FD9AA-8801-0FD3-89A0-D2CC66F7A175}"/>
                  </a:ext>
                </a:extLst>
              </p:cNvPr>
              <p:cNvSpPr/>
              <p:nvPr/>
            </p:nvSpPr>
            <p:spPr>
              <a:xfrm>
                <a:off x="6809038" y="3197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79" name="Freeform 40378">
                <a:extLst>
                  <a:ext uri="{FF2B5EF4-FFF2-40B4-BE49-F238E27FC236}">
                    <a16:creationId xmlns:a16="http://schemas.microsoft.com/office/drawing/2014/main" id="{DC84E6FB-EED0-8220-AE37-823217EBCA90}"/>
                  </a:ext>
                </a:extLst>
              </p:cNvPr>
              <p:cNvSpPr/>
              <p:nvPr/>
            </p:nvSpPr>
            <p:spPr>
              <a:xfrm>
                <a:off x="6809633" y="3370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0" name="Freeform 40379">
                <a:extLst>
                  <a:ext uri="{FF2B5EF4-FFF2-40B4-BE49-F238E27FC236}">
                    <a16:creationId xmlns:a16="http://schemas.microsoft.com/office/drawing/2014/main" id="{C3947F9A-7588-F7B1-F99F-9C4A3DBCFC3E}"/>
                  </a:ext>
                </a:extLst>
              </p:cNvPr>
              <p:cNvSpPr/>
              <p:nvPr/>
            </p:nvSpPr>
            <p:spPr>
              <a:xfrm>
                <a:off x="6810129" y="344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1" name="Freeform 40380">
                <a:extLst>
                  <a:ext uri="{FF2B5EF4-FFF2-40B4-BE49-F238E27FC236}">
                    <a16:creationId xmlns:a16="http://schemas.microsoft.com/office/drawing/2014/main" id="{8FF263D7-8AED-CB58-6E23-3E25B0DD0DE9}"/>
                  </a:ext>
                </a:extLst>
              </p:cNvPr>
              <p:cNvSpPr/>
              <p:nvPr/>
            </p:nvSpPr>
            <p:spPr>
              <a:xfrm>
                <a:off x="6810625" y="345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2" name="Freeform 40381">
                <a:extLst>
                  <a:ext uri="{FF2B5EF4-FFF2-40B4-BE49-F238E27FC236}">
                    <a16:creationId xmlns:a16="http://schemas.microsoft.com/office/drawing/2014/main" id="{13F71C22-5A16-198C-3A3D-43A6C786E3C5}"/>
                  </a:ext>
                </a:extLst>
              </p:cNvPr>
              <p:cNvSpPr/>
              <p:nvPr/>
            </p:nvSpPr>
            <p:spPr>
              <a:xfrm>
                <a:off x="6811220" y="3429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3" name="Freeform 40382">
                <a:extLst>
                  <a:ext uri="{FF2B5EF4-FFF2-40B4-BE49-F238E27FC236}">
                    <a16:creationId xmlns:a16="http://schemas.microsoft.com/office/drawing/2014/main" id="{85A35B02-5D60-6EAE-71B2-3AA7CEA1340B}"/>
                  </a:ext>
                </a:extLst>
              </p:cNvPr>
              <p:cNvSpPr/>
              <p:nvPr/>
            </p:nvSpPr>
            <p:spPr>
              <a:xfrm>
                <a:off x="6811716" y="3425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4" name="Freeform 40383">
                <a:extLst>
                  <a:ext uri="{FF2B5EF4-FFF2-40B4-BE49-F238E27FC236}">
                    <a16:creationId xmlns:a16="http://schemas.microsoft.com/office/drawing/2014/main" id="{D55B3EE6-120B-9955-7985-5B5E2F8865DC}"/>
                  </a:ext>
                </a:extLst>
              </p:cNvPr>
              <p:cNvSpPr/>
              <p:nvPr/>
            </p:nvSpPr>
            <p:spPr>
              <a:xfrm>
                <a:off x="6812213" y="3379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5" name="Freeform 40384">
                <a:extLst>
                  <a:ext uri="{FF2B5EF4-FFF2-40B4-BE49-F238E27FC236}">
                    <a16:creationId xmlns:a16="http://schemas.microsoft.com/office/drawing/2014/main" id="{5637228B-92B0-5903-B985-62CF9265F761}"/>
                  </a:ext>
                </a:extLst>
              </p:cNvPr>
              <p:cNvSpPr/>
              <p:nvPr/>
            </p:nvSpPr>
            <p:spPr>
              <a:xfrm>
                <a:off x="6812808" y="3364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6" name="Freeform 40385">
                <a:extLst>
                  <a:ext uri="{FF2B5EF4-FFF2-40B4-BE49-F238E27FC236}">
                    <a16:creationId xmlns:a16="http://schemas.microsoft.com/office/drawing/2014/main" id="{29FA98CC-473A-952A-26F2-4206B2599AE9}"/>
                  </a:ext>
                </a:extLst>
              </p:cNvPr>
              <p:cNvSpPr/>
              <p:nvPr/>
            </p:nvSpPr>
            <p:spPr>
              <a:xfrm>
                <a:off x="6813304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7" name="Freeform 40386">
                <a:extLst>
                  <a:ext uri="{FF2B5EF4-FFF2-40B4-BE49-F238E27FC236}">
                    <a16:creationId xmlns:a16="http://schemas.microsoft.com/office/drawing/2014/main" id="{D1FDC32A-2E2F-AE2B-C324-6E22F2902D10}"/>
                  </a:ext>
                </a:extLst>
              </p:cNvPr>
              <p:cNvSpPr/>
              <p:nvPr/>
            </p:nvSpPr>
            <p:spPr>
              <a:xfrm>
                <a:off x="6813800" y="3761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8" name="Freeform 40387">
                <a:extLst>
                  <a:ext uri="{FF2B5EF4-FFF2-40B4-BE49-F238E27FC236}">
                    <a16:creationId xmlns:a16="http://schemas.microsoft.com/office/drawing/2014/main" id="{75233DCD-0583-C21D-9DF3-23AC4BE8E4FC}"/>
                  </a:ext>
                </a:extLst>
              </p:cNvPr>
              <p:cNvSpPr/>
              <p:nvPr/>
            </p:nvSpPr>
            <p:spPr>
              <a:xfrm>
                <a:off x="6814395" y="380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89" name="Freeform 40388">
                <a:extLst>
                  <a:ext uri="{FF2B5EF4-FFF2-40B4-BE49-F238E27FC236}">
                    <a16:creationId xmlns:a16="http://schemas.microsoft.com/office/drawing/2014/main" id="{42259014-EB92-84B1-01E7-A8BF47C31B10}"/>
                  </a:ext>
                </a:extLst>
              </p:cNvPr>
              <p:cNvSpPr/>
              <p:nvPr/>
            </p:nvSpPr>
            <p:spPr>
              <a:xfrm>
                <a:off x="6814891" y="3834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0" name="Freeform 40389">
                <a:extLst>
                  <a:ext uri="{FF2B5EF4-FFF2-40B4-BE49-F238E27FC236}">
                    <a16:creationId xmlns:a16="http://schemas.microsoft.com/office/drawing/2014/main" id="{284AB933-8F46-50CD-D90C-1BE6352ACA4B}"/>
                  </a:ext>
                </a:extLst>
              </p:cNvPr>
              <p:cNvSpPr/>
              <p:nvPr/>
            </p:nvSpPr>
            <p:spPr>
              <a:xfrm>
                <a:off x="6815388" y="3832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1" name="Freeform 40390">
                <a:extLst>
                  <a:ext uri="{FF2B5EF4-FFF2-40B4-BE49-F238E27FC236}">
                    <a16:creationId xmlns:a16="http://schemas.microsoft.com/office/drawing/2014/main" id="{5E7DE595-A4E8-57F5-7465-3488DC946CA2}"/>
                  </a:ext>
                </a:extLst>
              </p:cNvPr>
              <p:cNvSpPr/>
              <p:nvPr/>
            </p:nvSpPr>
            <p:spPr>
              <a:xfrm>
                <a:off x="6815884" y="3829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2" name="Freeform 40391">
                <a:extLst>
                  <a:ext uri="{FF2B5EF4-FFF2-40B4-BE49-F238E27FC236}">
                    <a16:creationId xmlns:a16="http://schemas.microsoft.com/office/drawing/2014/main" id="{F89A4A59-6643-7945-A194-DD4ECD6987D1}"/>
                  </a:ext>
                </a:extLst>
              </p:cNvPr>
              <p:cNvSpPr/>
              <p:nvPr/>
            </p:nvSpPr>
            <p:spPr>
              <a:xfrm>
                <a:off x="6816479" y="3828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3" name="Freeform 40392">
                <a:extLst>
                  <a:ext uri="{FF2B5EF4-FFF2-40B4-BE49-F238E27FC236}">
                    <a16:creationId xmlns:a16="http://schemas.microsoft.com/office/drawing/2014/main" id="{151217F3-F41C-9D0E-A1F2-47033157145C}"/>
                  </a:ext>
                </a:extLst>
              </p:cNvPr>
              <p:cNvSpPr/>
              <p:nvPr/>
            </p:nvSpPr>
            <p:spPr>
              <a:xfrm>
                <a:off x="6816975" y="3829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4" name="Freeform 40393">
                <a:extLst>
                  <a:ext uri="{FF2B5EF4-FFF2-40B4-BE49-F238E27FC236}">
                    <a16:creationId xmlns:a16="http://schemas.microsoft.com/office/drawing/2014/main" id="{42638B11-2130-26FF-31CE-796FE20677AA}"/>
                  </a:ext>
                </a:extLst>
              </p:cNvPr>
              <p:cNvSpPr/>
              <p:nvPr/>
            </p:nvSpPr>
            <p:spPr>
              <a:xfrm>
                <a:off x="6817471" y="3830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5" name="Freeform 40394">
                <a:extLst>
                  <a:ext uri="{FF2B5EF4-FFF2-40B4-BE49-F238E27FC236}">
                    <a16:creationId xmlns:a16="http://schemas.microsoft.com/office/drawing/2014/main" id="{2F78B452-ED24-5442-054A-7D97A5CD6A7B}"/>
                  </a:ext>
                </a:extLst>
              </p:cNvPr>
              <p:cNvSpPr/>
              <p:nvPr/>
            </p:nvSpPr>
            <p:spPr>
              <a:xfrm>
                <a:off x="6818066" y="3834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6" name="Freeform 40395">
                <a:extLst>
                  <a:ext uri="{FF2B5EF4-FFF2-40B4-BE49-F238E27FC236}">
                    <a16:creationId xmlns:a16="http://schemas.microsoft.com/office/drawing/2014/main" id="{7FEE8D72-039F-6717-2905-57D378DF5729}"/>
                  </a:ext>
                </a:extLst>
              </p:cNvPr>
              <p:cNvSpPr/>
              <p:nvPr/>
            </p:nvSpPr>
            <p:spPr>
              <a:xfrm>
                <a:off x="6818563" y="3837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7" name="Freeform 40396">
                <a:extLst>
                  <a:ext uri="{FF2B5EF4-FFF2-40B4-BE49-F238E27FC236}">
                    <a16:creationId xmlns:a16="http://schemas.microsoft.com/office/drawing/2014/main" id="{24052D93-ED86-B74D-C548-CE518A268AAA}"/>
                  </a:ext>
                </a:extLst>
              </p:cNvPr>
              <p:cNvSpPr/>
              <p:nvPr/>
            </p:nvSpPr>
            <p:spPr>
              <a:xfrm>
                <a:off x="6819059" y="3783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8" name="Freeform 40397">
                <a:extLst>
                  <a:ext uri="{FF2B5EF4-FFF2-40B4-BE49-F238E27FC236}">
                    <a16:creationId xmlns:a16="http://schemas.microsoft.com/office/drawing/2014/main" id="{090114EC-BF20-0E22-FCAC-0CBC4C2B42D5}"/>
                  </a:ext>
                </a:extLst>
              </p:cNvPr>
              <p:cNvSpPr/>
              <p:nvPr/>
            </p:nvSpPr>
            <p:spPr>
              <a:xfrm>
                <a:off x="6819654" y="3544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99" name="Freeform 40398">
                <a:extLst>
                  <a:ext uri="{FF2B5EF4-FFF2-40B4-BE49-F238E27FC236}">
                    <a16:creationId xmlns:a16="http://schemas.microsoft.com/office/drawing/2014/main" id="{ACD16721-4E10-D815-FBE6-DF24B1B3A09C}"/>
                  </a:ext>
                </a:extLst>
              </p:cNvPr>
              <p:cNvSpPr/>
              <p:nvPr/>
            </p:nvSpPr>
            <p:spPr>
              <a:xfrm>
                <a:off x="6820150" y="3152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0" name="Freeform 40399">
                <a:extLst>
                  <a:ext uri="{FF2B5EF4-FFF2-40B4-BE49-F238E27FC236}">
                    <a16:creationId xmlns:a16="http://schemas.microsoft.com/office/drawing/2014/main" id="{CF0CA727-B273-2487-B881-F1A81858FF8A}"/>
                  </a:ext>
                </a:extLst>
              </p:cNvPr>
              <p:cNvSpPr/>
              <p:nvPr/>
            </p:nvSpPr>
            <p:spPr>
              <a:xfrm>
                <a:off x="6820646" y="3178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1" name="Freeform 40400">
                <a:extLst>
                  <a:ext uri="{FF2B5EF4-FFF2-40B4-BE49-F238E27FC236}">
                    <a16:creationId xmlns:a16="http://schemas.microsoft.com/office/drawing/2014/main" id="{1BD0AF35-F148-4C52-A8E6-454C17B7E8CC}"/>
                  </a:ext>
                </a:extLst>
              </p:cNvPr>
              <p:cNvSpPr/>
              <p:nvPr/>
            </p:nvSpPr>
            <p:spPr>
              <a:xfrm>
                <a:off x="6821241" y="32537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2" name="Freeform 40401">
                <a:extLst>
                  <a:ext uri="{FF2B5EF4-FFF2-40B4-BE49-F238E27FC236}">
                    <a16:creationId xmlns:a16="http://schemas.microsoft.com/office/drawing/2014/main" id="{278281D9-8E18-FFF3-C64E-69CE7B784DD3}"/>
                  </a:ext>
                </a:extLst>
              </p:cNvPr>
              <p:cNvSpPr/>
              <p:nvPr/>
            </p:nvSpPr>
            <p:spPr>
              <a:xfrm>
                <a:off x="6821738" y="3141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3" name="Freeform 40402">
                <a:extLst>
                  <a:ext uri="{FF2B5EF4-FFF2-40B4-BE49-F238E27FC236}">
                    <a16:creationId xmlns:a16="http://schemas.microsoft.com/office/drawing/2014/main" id="{AE23A0D3-D4BC-3700-516C-96349D8DF3C8}"/>
                  </a:ext>
                </a:extLst>
              </p:cNvPr>
              <p:cNvSpPr/>
              <p:nvPr/>
            </p:nvSpPr>
            <p:spPr>
              <a:xfrm>
                <a:off x="6822234" y="3364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4" name="Freeform 40403">
                <a:extLst>
                  <a:ext uri="{FF2B5EF4-FFF2-40B4-BE49-F238E27FC236}">
                    <a16:creationId xmlns:a16="http://schemas.microsoft.com/office/drawing/2014/main" id="{7C765ACB-9083-D64A-1F88-10D37D0E7942}"/>
                  </a:ext>
                </a:extLst>
              </p:cNvPr>
              <p:cNvSpPr/>
              <p:nvPr/>
            </p:nvSpPr>
            <p:spPr>
              <a:xfrm>
                <a:off x="6822829" y="3485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5" name="Freeform 40404">
                <a:extLst>
                  <a:ext uri="{FF2B5EF4-FFF2-40B4-BE49-F238E27FC236}">
                    <a16:creationId xmlns:a16="http://schemas.microsoft.com/office/drawing/2014/main" id="{15343643-209D-3ADD-31E7-7F5BE839F148}"/>
                  </a:ext>
                </a:extLst>
              </p:cNvPr>
              <p:cNvSpPr/>
              <p:nvPr/>
            </p:nvSpPr>
            <p:spPr>
              <a:xfrm>
                <a:off x="6823325" y="3551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6" name="Freeform 40405">
                <a:extLst>
                  <a:ext uri="{FF2B5EF4-FFF2-40B4-BE49-F238E27FC236}">
                    <a16:creationId xmlns:a16="http://schemas.microsoft.com/office/drawing/2014/main" id="{05B27253-B6BE-8007-6876-7DE54DAAA16E}"/>
                  </a:ext>
                </a:extLst>
              </p:cNvPr>
              <p:cNvSpPr/>
              <p:nvPr/>
            </p:nvSpPr>
            <p:spPr>
              <a:xfrm>
                <a:off x="6823821" y="3539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7" name="Freeform 40406">
                <a:extLst>
                  <a:ext uri="{FF2B5EF4-FFF2-40B4-BE49-F238E27FC236}">
                    <a16:creationId xmlns:a16="http://schemas.microsoft.com/office/drawing/2014/main" id="{10255F07-4D80-EDC6-46D3-0F242AAA7438}"/>
                  </a:ext>
                </a:extLst>
              </p:cNvPr>
              <p:cNvSpPr/>
              <p:nvPr/>
            </p:nvSpPr>
            <p:spPr>
              <a:xfrm>
                <a:off x="6824416" y="3541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8" name="Freeform 40407">
                <a:extLst>
                  <a:ext uri="{FF2B5EF4-FFF2-40B4-BE49-F238E27FC236}">
                    <a16:creationId xmlns:a16="http://schemas.microsoft.com/office/drawing/2014/main" id="{FB91362A-5680-5B55-AA39-4D69DFF5ED9B}"/>
                  </a:ext>
                </a:extLst>
              </p:cNvPr>
              <p:cNvSpPr/>
              <p:nvPr/>
            </p:nvSpPr>
            <p:spPr>
              <a:xfrm>
                <a:off x="6824913" y="3528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09" name="Freeform 40408">
                <a:extLst>
                  <a:ext uri="{FF2B5EF4-FFF2-40B4-BE49-F238E27FC236}">
                    <a16:creationId xmlns:a16="http://schemas.microsoft.com/office/drawing/2014/main" id="{0C92E345-ED42-8761-A336-F91CD3B976ED}"/>
                  </a:ext>
                </a:extLst>
              </p:cNvPr>
              <p:cNvSpPr/>
              <p:nvPr/>
            </p:nvSpPr>
            <p:spPr>
              <a:xfrm>
                <a:off x="6825409" y="3478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0" name="Freeform 40409">
                <a:extLst>
                  <a:ext uri="{FF2B5EF4-FFF2-40B4-BE49-F238E27FC236}">
                    <a16:creationId xmlns:a16="http://schemas.microsoft.com/office/drawing/2014/main" id="{0075EA94-BC1B-C3F4-6717-0050426E54E0}"/>
                  </a:ext>
                </a:extLst>
              </p:cNvPr>
              <p:cNvSpPr/>
              <p:nvPr/>
            </p:nvSpPr>
            <p:spPr>
              <a:xfrm>
                <a:off x="6826004" y="3659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1" name="Freeform 40410">
                <a:extLst>
                  <a:ext uri="{FF2B5EF4-FFF2-40B4-BE49-F238E27FC236}">
                    <a16:creationId xmlns:a16="http://schemas.microsoft.com/office/drawing/2014/main" id="{DB0EB193-646C-87A0-553C-032EC6E62A8C}"/>
                  </a:ext>
                </a:extLst>
              </p:cNvPr>
              <p:cNvSpPr/>
              <p:nvPr/>
            </p:nvSpPr>
            <p:spPr>
              <a:xfrm>
                <a:off x="6826500" y="3817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2" name="Freeform 40411">
                <a:extLst>
                  <a:ext uri="{FF2B5EF4-FFF2-40B4-BE49-F238E27FC236}">
                    <a16:creationId xmlns:a16="http://schemas.microsoft.com/office/drawing/2014/main" id="{9677AEFC-A1E5-F02A-D3A3-218C2A4E2D44}"/>
                  </a:ext>
                </a:extLst>
              </p:cNvPr>
              <p:cNvSpPr/>
              <p:nvPr/>
            </p:nvSpPr>
            <p:spPr>
              <a:xfrm>
                <a:off x="6826996" y="3861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3" name="Freeform 40412">
                <a:extLst>
                  <a:ext uri="{FF2B5EF4-FFF2-40B4-BE49-F238E27FC236}">
                    <a16:creationId xmlns:a16="http://schemas.microsoft.com/office/drawing/2014/main" id="{7570657F-B8E5-4281-522E-94D1C6028575}"/>
                  </a:ext>
                </a:extLst>
              </p:cNvPr>
              <p:cNvSpPr/>
              <p:nvPr/>
            </p:nvSpPr>
            <p:spPr>
              <a:xfrm>
                <a:off x="6827591" y="38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4" name="Freeform 40413">
                <a:extLst>
                  <a:ext uri="{FF2B5EF4-FFF2-40B4-BE49-F238E27FC236}">
                    <a16:creationId xmlns:a16="http://schemas.microsoft.com/office/drawing/2014/main" id="{2F64A400-8117-0DE3-6E3D-081A04F0CBF8}"/>
                  </a:ext>
                </a:extLst>
              </p:cNvPr>
              <p:cNvSpPr/>
              <p:nvPr/>
            </p:nvSpPr>
            <p:spPr>
              <a:xfrm>
                <a:off x="6828088" y="3901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5" name="Freeform 40414">
                <a:extLst>
                  <a:ext uri="{FF2B5EF4-FFF2-40B4-BE49-F238E27FC236}">
                    <a16:creationId xmlns:a16="http://schemas.microsoft.com/office/drawing/2014/main" id="{798B2AEC-EBE0-9D41-5CE7-D98EDBDBDD93}"/>
                  </a:ext>
                </a:extLst>
              </p:cNvPr>
              <p:cNvSpPr/>
              <p:nvPr/>
            </p:nvSpPr>
            <p:spPr>
              <a:xfrm>
                <a:off x="6828584" y="3906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6" name="Freeform 40415">
                <a:extLst>
                  <a:ext uri="{FF2B5EF4-FFF2-40B4-BE49-F238E27FC236}">
                    <a16:creationId xmlns:a16="http://schemas.microsoft.com/office/drawing/2014/main" id="{3A55FA08-6149-50CA-B972-ACFB70268A25}"/>
                  </a:ext>
                </a:extLst>
              </p:cNvPr>
              <p:cNvSpPr/>
              <p:nvPr/>
            </p:nvSpPr>
            <p:spPr>
              <a:xfrm>
                <a:off x="6829080" y="389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7" name="Freeform 40416">
                <a:extLst>
                  <a:ext uri="{FF2B5EF4-FFF2-40B4-BE49-F238E27FC236}">
                    <a16:creationId xmlns:a16="http://schemas.microsoft.com/office/drawing/2014/main" id="{52748078-DFE9-A26E-CDB2-F6804CDC0F59}"/>
                  </a:ext>
                </a:extLst>
              </p:cNvPr>
              <p:cNvSpPr/>
              <p:nvPr/>
            </p:nvSpPr>
            <p:spPr>
              <a:xfrm>
                <a:off x="6829675" y="3910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8" name="Freeform 40417">
                <a:extLst>
                  <a:ext uri="{FF2B5EF4-FFF2-40B4-BE49-F238E27FC236}">
                    <a16:creationId xmlns:a16="http://schemas.microsoft.com/office/drawing/2014/main" id="{A553F9D8-8C14-C5A6-49B8-BC3738E21C0D}"/>
                  </a:ext>
                </a:extLst>
              </p:cNvPr>
              <p:cNvSpPr/>
              <p:nvPr/>
            </p:nvSpPr>
            <p:spPr>
              <a:xfrm>
                <a:off x="6830171" y="3907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19" name="Freeform 40418">
                <a:extLst>
                  <a:ext uri="{FF2B5EF4-FFF2-40B4-BE49-F238E27FC236}">
                    <a16:creationId xmlns:a16="http://schemas.microsoft.com/office/drawing/2014/main" id="{58887578-5CBF-99CF-A96C-18D8DD2068BE}"/>
                  </a:ext>
                </a:extLst>
              </p:cNvPr>
              <p:cNvSpPr/>
              <p:nvPr/>
            </p:nvSpPr>
            <p:spPr>
              <a:xfrm>
                <a:off x="6830667" y="3905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0" name="Freeform 40419">
                <a:extLst>
                  <a:ext uri="{FF2B5EF4-FFF2-40B4-BE49-F238E27FC236}">
                    <a16:creationId xmlns:a16="http://schemas.microsoft.com/office/drawing/2014/main" id="{604013F8-B67B-226B-89B4-09C2920B6674}"/>
                  </a:ext>
                </a:extLst>
              </p:cNvPr>
              <p:cNvSpPr/>
              <p:nvPr/>
            </p:nvSpPr>
            <p:spPr>
              <a:xfrm>
                <a:off x="6831263" y="3897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1" name="Freeform 40420">
                <a:extLst>
                  <a:ext uri="{FF2B5EF4-FFF2-40B4-BE49-F238E27FC236}">
                    <a16:creationId xmlns:a16="http://schemas.microsoft.com/office/drawing/2014/main" id="{3CBEEB38-CD04-A540-31CB-1D3C6A447D94}"/>
                  </a:ext>
                </a:extLst>
              </p:cNvPr>
              <p:cNvSpPr/>
              <p:nvPr/>
            </p:nvSpPr>
            <p:spPr>
              <a:xfrm>
                <a:off x="6831759" y="3865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2" name="Freeform 40421">
                <a:extLst>
                  <a:ext uri="{FF2B5EF4-FFF2-40B4-BE49-F238E27FC236}">
                    <a16:creationId xmlns:a16="http://schemas.microsoft.com/office/drawing/2014/main" id="{F1A9E414-50CE-77D1-F818-652239EE70FC}"/>
                  </a:ext>
                </a:extLst>
              </p:cNvPr>
              <p:cNvSpPr/>
              <p:nvPr/>
            </p:nvSpPr>
            <p:spPr>
              <a:xfrm>
                <a:off x="6832255" y="3549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3" name="Freeform 40422">
                <a:extLst>
                  <a:ext uri="{FF2B5EF4-FFF2-40B4-BE49-F238E27FC236}">
                    <a16:creationId xmlns:a16="http://schemas.microsoft.com/office/drawing/2014/main" id="{E3DC1794-4AC8-C1D4-F236-B3ED0962407E}"/>
                  </a:ext>
                </a:extLst>
              </p:cNvPr>
              <p:cNvSpPr/>
              <p:nvPr/>
            </p:nvSpPr>
            <p:spPr>
              <a:xfrm>
                <a:off x="6832850" y="3189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4" name="Freeform 40423">
                <a:extLst>
                  <a:ext uri="{FF2B5EF4-FFF2-40B4-BE49-F238E27FC236}">
                    <a16:creationId xmlns:a16="http://schemas.microsoft.com/office/drawing/2014/main" id="{D16525AF-DA3B-5929-9C70-8DE34411807C}"/>
                  </a:ext>
                </a:extLst>
              </p:cNvPr>
              <p:cNvSpPr/>
              <p:nvPr/>
            </p:nvSpPr>
            <p:spPr>
              <a:xfrm>
                <a:off x="6833346" y="3223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5" name="Freeform 40424">
                <a:extLst>
                  <a:ext uri="{FF2B5EF4-FFF2-40B4-BE49-F238E27FC236}">
                    <a16:creationId xmlns:a16="http://schemas.microsoft.com/office/drawing/2014/main" id="{8ED75910-109E-583F-EECA-9D5501B2226B}"/>
                  </a:ext>
                </a:extLst>
              </p:cNvPr>
              <p:cNvSpPr/>
              <p:nvPr/>
            </p:nvSpPr>
            <p:spPr>
              <a:xfrm>
                <a:off x="6833842" y="3283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6" name="Freeform 40425">
                <a:extLst>
                  <a:ext uri="{FF2B5EF4-FFF2-40B4-BE49-F238E27FC236}">
                    <a16:creationId xmlns:a16="http://schemas.microsoft.com/office/drawing/2014/main" id="{7834496C-D6F1-9211-1C7D-603EB6286F86}"/>
                  </a:ext>
                </a:extLst>
              </p:cNvPr>
              <p:cNvSpPr/>
              <p:nvPr/>
            </p:nvSpPr>
            <p:spPr>
              <a:xfrm>
                <a:off x="6834438" y="3248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7" name="Freeform 40426">
                <a:extLst>
                  <a:ext uri="{FF2B5EF4-FFF2-40B4-BE49-F238E27FC236}">
                    <a16:creationId xmlns:a16="http://schemas.microsoft.com/office/drawing/2014/main" id="{7B472216-BC08-18E5-C55B-B7A8B1717094}"/>
                  </a:ext>
                </a:extLst>
              </p:cNvPr>
              <p:cNvSpPr/>
              <p:nvPr/>
            </p:nvSpPr>
            <p:spPr>
              <a:xfrm>
                <a:off x="6834934" y="3381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8" name="Freeform 40427">
                <a:extLst>
                  <a:ext uri="{FF2B5EF4-FFF2-40B4-BE49-F238E27FC236}">
                    <a16:creationId xmlns:a16="http://schemas.microsoft.com/office/drawing/2014/main" id="{065B2DDD-8D25-7252-0F85-A2913A0CEE1D}"/>
                  </a:ext>
                </a:extLst>
              </p:cNvPr>
              <p:cNvSpPr/>
              <p:nvPr/>
            </p:nvSpPr>
            <p:spPr>
              <a:xfrm>
                <a:off x="6835430" y="3401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29" name="Freeform 40428">
                <a:extLst>
                  <a:ext uri="{FF2B5EF4-FFF2-40B4-BE49-F238E27FC236}">
                    <a16:creationId xmlns:a16="http://schemas.microsoft.com/office/drawing/2014/main" id="{13CDCC16-3485-8421-0903-6077A53B72C0}"/>
                  </a:ext>
                </a:extLst>
              </p:cNvPr>
              <p:cNvSpPr/>
              <p:nvPr/>
            </p:nvSpPr>
            <p:spPr>
              <a:xfrm>
                <a:off x="6836025" y="3361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0" name="Freeform 40429">
                <a:extLst>
                  <a:ext uri="{FF2B5EF4-FFF2-40B4-BE49-F238E27FC236}">
                    <a16:creationId xmlns:a16="http://schemas.microsoft.com/office/drawing/2014/main" id="{E2C72C45-D2B3-2825-A380-B66CE951BB9F}"/>
                  </a:ext>
                </a:extLst>
              </p:cNvPr>
              <p:cNvSpPr/>
              <p:nvPr/>
            </p:nvSpPr>
            <p:spPr>
              <a:xfrm>
                <a:off x="6836521" y="3359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1" name="Freeform 40430">
                <a:extLst>
                  <a:ext uri="{FF2B5EF4-FFF2-40B4-BE49-F238E27FC236}">
                    <a16:creationId xmlns:a16="http://schemas.microsoft.com/office/drawing/2014/main" id="{14281EFD-71B7-05D9-7D52-C2F8BC9F5EC8}"/>
                  </a:ext>
                </a:extLst>
              </p:cNvPr>
              <p:cNvSpPr/>
              <p:nvPr/>
            </p:nvSpPr>
            <p:spPr>
              <a:xfrm>
                <a:off x="6837017" y="3402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2" name="Freeform 40431">
                <a:extLst>
                  <a:ext uri="{FF2B5EF4-FFF2-40B4-BE49-F238E27FC236}">
                    <a16:creationId xmlns:a16="http://schemas.microsoft.com/office/drawing/2014/main" id="{AC0FDF73-238B-7379-F80C-6C48205D4796}"/>
                  </a:ext>
                </a:extLst>
              </p:cNvPr>
              <p:cNvSpPr/>
              <p:nvPr/>
            </p:nvSpPr>
            <p:spPr>
              <a:xfrm>
                <a:off x="6837613" y="3398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3" name="Freeform 40432">
                <a:extLst>
                  <a:ext uri="{FF2B5EF4-FFF2-40B4-BE49-F238E27FC236}">
                    <a16:creationId xmlns:a16="http://schemas.microsoft.com/office/drawing/2014/main" id="{ACEEB262-E77C-D7E9-65CD-C8F066F32E1B}"/>
                  </a:ext>
                </a:extLst>
              </p:cNvPr>
              <p:cNvSpPr/>
              <p:nvPr/>
            </p:nvSpPr>
            <p:spPr>
              <a:xfrm>
                <a:off x="6838109" y="3403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4" name="Freeform 40433">
                <a:extLst>
                  <a:ext uri="{FF2B5EF4-FFF2-40B4-BE49-F238E27FC236}">
                    <a16:creationId xmlns:a16="http://schemas.microsoft.com/office/drawing/2014/main" id="{FB91404F-EC8A-AB13-7966-EBF13A0F5E4F}"/>
                  </a:ext>
                </a:extLst>
              </p:cNvPr>
              <p:cNvSpPr/>
              <p:nvPr/>
            </p:nvSpPr>
            <p:spPr>
              <a:xfrm>
                <a:off x="6838605" y="3598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5" name="Freeform 40434">
                <a:extLst>
                  <a:ext uri="{FF2B5EF4-FFF2-40B4-BE49-F238E27FC236}">
                    <a16:creationId xmlns:a16="http://schemas.microsoft.com/office/drawing/2014/main" id="{8FA35535-18DC-7460-3352-17B096C592AD}"/>
                  </a:ext>
                </a:extLst>
              </p:cNvPr>
              <p:cNvSpPr/>
              <p:nvPr/>
            </p:nvSpPr>
            <p:spPr>
              <a:xfrm>
                <a:off x="6839200" y="3775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6" name="Freeform 40435">
                <a:extLst>
                  <a:ext uri="{FF2B5EF4-FFF2-40B4-BE49-F238E27FC236}">
                    <a16:creationId xmlns:a16="http://schemas.microsoft.com/office/drawing/2014/main" id="{E4EEA3FB-63E2-81F1-488D-7CA0FFA056F0}"/>
                  </a:ext>
                </a:extLst>
              </p:cNvPr>
              <p:cNvSpPr/>
              <p:nvPr/>
            </p:nvSpPr>
            <p:spPr>
              <a:xfrm>
                <a:off x="6839696" y="3833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7" name="Freeform 40436">
                <a:extLst>
                  <a:ext uri="{FF2B5EF4-FFF2-40B4-BE49-F238E27FC236}">
                    <a16:creationId xmlns:a16="http://schemas.microsoft.com/office/drawing/2014/main" id="{E2274BF6-86A3-1088-E5AE-ACB94098CC42}"/>
                  </a:ext>
                </a:extLst>
              </p:cNvPr>
              <p:cNvSpPr/>
              <p:nvPr/>
            </p:nvSpPr>
            <p:spPr>
              <a:xfrm>
                <a:off x="6840192" y="3839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8" name="Freeform 40437">
                <a:extLst>
                  <a:ext uri="{FF2B5EF4-FFF2-40B4-BE49-F238E27FC236}">
                    <a16:creationId xmlns:a16="http://schemas.microsoft.com/office/drawing/2014/main" id="{3B01D680-D171-3725-CC15-BDF639FEE759}"/>
                  </a:ext>
                </a:extLst>
              </p:cNvPr>
              <p:cNvSpPr/>
              <p:nvPr/>
            </p:nvSpPr>
            <p:spPr>
              <a:xfrm>
                <a:off x="6840688" y="3850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39" name="Freeform 40438">
                <a:extLst>
                  <a:ext uri="{FF2B5EF4-FFF2-40B4-BE49-F238E27FC236}">
                    <a16:creationId xmlns:a16="http://schemas.microsoft.com/office/drawing/2014/main" id="{6505B3A4-A071-0297-5CBB-E7216D1FF765}"/>
                  </a:ext>
                </a:extLst>
              </p:cNvPr>
              <p:cNvSpPr/>
              <p:nvPr/>
            </p:nvSpPr>
            <p:spPr>
              <a:xfrm>
                <a:off x="6841284" y="3862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0" name="Freeform 40439">
                <a:extLst>
                  <a:ext uri="{FF2B5EF4-FFF2-40B4-BE49-F238E27FC236}">
                    <a16:creationId xmlns:a16="http://schemas.microsoft.com/office/drawing/2014/main" id="{A344B3AF-05FF-C675-514D-5E5A95C7D75E}"/>
                  </a:ext>
                </a:extLst>
              </p:cNvPr>
              <p:cNvSpPr/>
              <p:nvPr/>
            </p:nvSpPr>
            <p:spPr>
              <a:xfrm>
                <a:off x="6841780" y="3870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1" name="Freeform 40440">
                <a:extLst>
                  <a:ext uri="{FF2B5EF4-FFF2-40B4-BE49-F238E27FC236}">
                    <a16:creationId xmlns:a16="http://schemas.microsoft.com/office/drawing/2014/main" id="{F8A03729-FF0F-3C2C-221A-9F231FC589A0}"/>
                  </a:ext>
                </a:extLst>
              </p:cNvPr>
              <p:cNvSpPr/>
              <p:nvPr/>
            </p:nvSpPr>
            <p:spPr>
              <a:xfrm>
                <a:off x="6842276" y="3859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2" name="Freeform 40441">
                <a:extLst>
                  <a:ext uri="{FF2B5EF4-FFF2-40B4-BE49-F238E27FC236}">
                    <a16:creationId xmlns:a16="http://schemas.microsoft.com/office/drawing/2014/main" id="{DA24CA5B-F9B2-E5AA-FAF6-66933D4FE2C5}"/>
                  </a:ext>
                </a:extLst>
              </p:cNvPr>
              <p:cNvSpPr/>
              <p:nvPr/>
            </p:nvSpPr>
            <p:spPr>
              <a:xfrm>
                <a:off x="6842871" y="3848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3" name="Freeform 40442">
                <a:extLst>
                  <a:ext uri="{FF2B5EF4-FFF2-40B4-BE49-F238E27FC236}">
                    <a16:creationId xmlns:a16="http://schemas.microsoft.com/office/drawing/2014/main" id="{385B0766-C54E-1986-57F2-837492762F7A}"/>
                  </a:ext>
                </a:extLst>
              </p:cNvPr>
              <p:cNvSpPr/>
              <p:nvPr/>
            </p:nvSpPr>
            <p:spPr>
              <a:xfrm>
                <a:off x="6843367" y="3837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4" name="Freeform 40443">
                <a:extLst>
                  <a:ext uri="{FF2B5EF4-FFF2-40B4-BE49-F238E27FC236}">
                    <a16:creationId xmlns:a16="http://schemas.microsoft.com/office/drawing/2014/main" id="{604FD9D3-CF65-9212-D821-59F61401C2DC}"/>
                  </a:ext>
                </a:extLst>
              </p:cNvPr>
              <p:cNvSpPr/>
              <p:nvPr/>
            </p:nvSpPr>
            <p:spPr>
              <a:xfrm>
                <a:off x="6843863" y="3843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5" name="Freeform 40444">
                <a:extLst>
                  <a:ext uri="{FF2B5EF4-FFF2-40B4-BE49-F238E27FC236}">
                    <a16:creationId xmlns:a16="http://schemas.microsoft.com/office/drawing/2014/main" id="{8405E52D-B04C-20B3-57A2-A217E12BC259}"/>
                  </a:ext>
                </a:extLst>
              </p:cNvPr>
              <p:cNvSpPr/>
              <p:nvPr/>
            </p:nvSpPr>
            <p:spPr>
              <a:xfrm>
                <a:off x="6844459" y="3699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6" name="Freeform 40445">
                <a:extLst>
                  <a:ext uri="{FF2B5EF4-FFF2-40B4-BE49-F238E27FC236}">
                    <a16:creationId xmlns:a16="http://schemas.microsoft.com/office/drawing/2014/main" id="{4F1AA92F-66B6-71D2-F626-639434DBD777}"/>
                  </a:ext>
                </a:extLst>
              </p:cNvPr>
              <p:cNvSpPr/>
              <p:nvPr/>
            </p:nvSpPr>
            <p:spPr>
              <a:xfrm>
                <a:off x="6844955" y="3505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7" name="Freeform 40446">
                <a:extLst>
                  <a:ext uri="{FF2B5EF4-FFF2-40B4-BE49-F238E27FC236}">
                    <a16:creationId xmlns:a16="http://schemas.microsoft.com/office/drawing/2014/main" id="{63D3DBA5-09F1-29B2-3A21-6DECD2448B8D}"/>
                  </a:ext>
                </a:extLst>
              </p:cNvPr>
              <p:cNvSpPr/>
              <p:nvPr/>
            </p:nvSpPr>
            <p:spPr>
              <a:xfrm>
                <a:off x="6845451" y="3205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8" name="Freeform 40447">
                <a:extLst>
                  <a:ext uri="{FF2B5EF4-FFF2-40B4-BE49-F238E27FC236}">
                    <a16:creationId xmlns:a16="http://schemas.microsoft.com/office/drawing/2014/main" id="{E35FA6FB-167E-D5D8-9DAC-9412D4D8C3D7}"/>
                  </a:ext>
                </a:extLst>
              </p:cNvPr>
              <p:cNvSpPr/>
              <p:nvPr/>
            </p:nvSpPr>
            <p:spPr>
              <a:xfrm>
                <a:off x="6846046" y="3257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49" name="Freeform 40448">
                <a:extLst>
                  <a:ext uri="{FF2B5EF4-FFF2-40B4-BE49-F238E27FC236}">
                    <a16:creationId xmlns:a16="http://schemas.microsoft.com/office/drawing/2014/main" id="{43162BA3-81F2-7C8C-B161-3A47562EB355}"/>
                  </a:ext>
                </a:extLst>
              </p:cNvPr>
              <p:cNvSpPr/>
              <p:nvPr/>
            </p:nvSpPr>
            <p:spPr>
              <a:xfrm>
                <a:off x="6846542" y="3310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0" name="Freeform 40449">
                <a:extLst>
                  <a:ext uri="{FF2B5EF4-FFF2-40B4-BE49-F238E27FC236}">
                    <a16:creationId xmlns:a16="http://schemas.microsoft.com/office/drawing/2014/main" id="{2B3FBB85-84E8-EC15-FE6E-B5A83B494912}"/>
                  </a:ext>
                </a:extLst>
              </p:cNvPr>
              <p:cNvSpPr/>
              <p:nvPr/>
            </p:nvSpPr>
            <p:spPr>
              <a:xfrm>
                <a:off x="6847038" y="3293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1" name="Freeform 40450">
                <a:extLst>
                  <a:ext uri="{FF2B5EF4-FFF2-40B4-BE49-F238E27FC236}">
                    <a16:creationId xmlns:a16="http://schemas.microsoft.com/office/drawing/2014/main" id="{D9E00F44-C585-4E73-F156-B5BDF70995BA}"/>
                  </a:ext>
                </a:extLst>
              </p:cNvPr>
              <p:cNvSpPr/>
              <p:nvPr/>
            </p:nvSpPr>
            <p:spPr>
              <a:xfrm>
                <a:off x="6847634" y="3401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2" name="Freeform 40451">
                <a:extLst>
                  <a:ext uri="{FF2B5EF4-FFF2-40B4-BE49-F238E27FC236}">
                    <a16:creationId xmlns:a16="http://schemas.microsoft.com/office/drawing/2014/main" id="{A24B8A62-1383-2474-CA4C-E07B3571631B}"/>
                  </a:ext>
                </a:extLst>
              </p:cNvPr>
              <p:cNvSpPr/>
              <p:nvPr/>
            </p:nvSpPr>
            <p:spPr>
              <a:xfrm>
                <a:off x="6848130" y="3361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3" name="Freeform 40452">
                <a:extLst>
                  <a:ext uri="{FF2B5EF4-FFF2-40B4-BE49-F238E27FC236}">
                    <a16:creationId xmlns:a16="http://schemas.microsoft.com/office/drawing/2014/main" id="{F94E3E8A-80F8-4404-BB66-D4E95690B6BC}"/>
                  </a:ext>
                </a:extLst>
              </p:cNvPr>
              <p:cNvSpPr/>
              <p:nvPr/>
            </p:nvSpPr>
            <p:spPr>
              <a:xfrm>
                <a:off x="6848626" y="3271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4" name="Freeform 40453">
                <a:extLst>
                  <a:ext uri="{FF2B5EF4-FFF2-40B4-BE49-F238E27FC236}">
                    <a16:creationId xmlns:a16="http://schemas.microsoft.com/office/drawing/2014/main" id="{77509375-974B-7CF1-039D-14A40EE33746}"/>
                  </a:ext>
                </a:extLst>
              </p:cNvPr>
              <p:cNvSpPr/>
              <p:nvPr/>
            </p:nvSpPr>
            <p:spPr>
              <a:xfrm>
                <a:off x="6849221" y="3210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5" name="Freeform 40454">
                <a:extLst>
                  <a:ext uri="{FF2B5EF4-FFF2-40B4-BE49-F238E27FC236}">
                    <a16:creationId xmlns:a16="http://schemas.microsoft.com/office/drawing/2014/main" id="{1F4133A1-50BD-58BF-9E1F-96F222EEA79F}"/>
                  </a:ext>
                </a:extLst>
              </p:cNvPr>
              <p:cNvSpPr/>
              <p:nvPr/>
            </p:nvSpPr>
            <p:spPr>
              <a:xfrm>
                <a:off x="6849717" y="31599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6" name="Freeform 40455">
                <a:extLst>
                  <a:ext uri="{FF2B5EF4-FFF2-40B4-BE49-F238E27FC236}">
                    <a16:creationId xmlns:a16="http://schemas.microsoft.com/office/drawing/2014/main" id="{10CA8E5A-B858-01CA-6677-1C81650E767F}"/>
                  </a:ext>
                </a:extLst>
              </p:cNvPr>
              <p:cNvSpPr/>
              <p:nvPr/>
            </p:nvSpPr>
            <p:spPr>
              <a:xfrm>
                <a:off x="6850213" y="31688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7" name="Freeform 40456">
                <a:extLst>
                  <a:ext uri="{FF2B5EF4-FFF2-40B4-BE49-F238E27FC236}">
                    <a16:creationId xmlns:a16="http://schemas.microsoft.com/office/drawing/2014/main" id="{78A622B5-B5FF-8BE8-9F9B-C9DCFE3B7E91}"/>
                  </a:ext>
                </a:extLst>
              </p:cNvPr>
              <p:cNvSpPr/>
              <p:nvPr/>
            </p:nvSpPr>
            <p:spPr>
              <a:xfrm>
                <a:off x="6850809" y="3149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8" name="Freeform 40457">
                <a:extLst>
                  <a:ext uri="{FF2B5EF4-FFF2-40B4-BE49-F238E27FC236}">
                    <a16:creationId xmlns:a16="http://schemas.microsoft.com/office/drawing/2014/main" id="{FA17CB7C-FE03-944B-EE26-A85D116DC9C1}"/>
                  </a:ext>
                </a:extLst>
              </p:cNvPr>
              <p:cNvSpPr/>
              <p:nvPr/>
            </p:nvSpPr>
            <p:spPr>
              <a:xfrm>
                <a:off x="6851305" y="3494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59" name="Freeform 40458">
                <a:extLst>
                  <a:ext uri="{FF2B5EF4-FFF2-40B4-BE49-F238E27FC236}">
                    <a16:creationId xmlns:a16="http://schemas.microsoft.com/office/drawing/2014/main" id="{CBE5FA26-D2F8-EF72-057D-43563C837EE6}"/>
                  </a:ext>
                </a:extLst>
              </p:cNvPr>
              <p:cNvSpPr/>
              <p:nvPr/>
            </p:nvSpPr>
            <p:spPr>
              <a:xfrm>
                <a:off x="6851801" y="374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0" name="Freeform 40459">
                <a:extLst>
                  <a:ext uri="{FF2B5EF4-FFF2-40B4-BE49-F238E27FC236}">
                    <a16:creationId xmlns:a16="http://schemas.microsoft.com/office/drawing/2014/main" id="{F1995DD6-5764-E6E4-525A-BE14AAFF381A}"/>
                  </a:ext>
                </a:extLst>
              </p:cNvPr>
              <p:cNvSpPr/>
              <p:nvPr/>
            </p:nvSpPr>
            <p:spPr>
              <a:xfrm>
                <a:off x="6852297" y="3806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1" name="Freeform 40460">
                <a:extLst>
                  <a:ext uri="{FF2B5EF4-FFF2-40B4-BE49-F238E27FC236}">
                    <a16:creationId xmlns:a16="http://schemas.microsoft.com/office/drawing/2014/main" id="{5AC3ADE7-E127-6C98-2C9D-4F6EECED0D66}"/>
                  </a:ext>
                </a:extLst>
              </p:cNvPr>
              <p:cNvSpPr/>
              <p:nvPr/>
            </p:nvSpPr>
            <p:spPr>
              <a:xfrm>
                <a:off x="6852892" y="3821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2" name="Freeform 40461">
                <a:extLst>
                  <a:ext uri="{FF2B5EF4-FFF2-40B4-BE49-F238E27FC236}">
                    <a16:creationId xmlns:a16="http://schemas.microsoft.com/office/drawing/2014/main" id="{5B881B75-6652-2547-52CC-17374B331746}"/>
                  </a:ext>
                </a:extLst>
              </p:cNvPr>
              <p:cNvSpPr/>
              <p:nvPr/>
            </p:nvSpPr>
            <p:spPr>
              <a:xfrm>
                <a:off x="6853388" y="3835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3" name="Freeform 40462">
                <a:extLst>
                  <a:ext uri="{FF2B5EF4-FFF2-40B4-BE49-F238E27FC236}">
                    <a16:creationId xmlns:a16="http://schemas.microsoft.com/office/drawing/2014/main" id="{C15BFA7F-FCED-0093-CF81-C951A109D87D}"/>
                  </a:ext>
                </a:extLst>
              </p:cNvPr>
              <p:cNvSpPr/>
              <p:nvPr/>
            </p:nvSpPr>
            <p:spPr>
              <a:xfrm>
                <a:off x="6853884" y="3840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4" name="Freeform 40463">
                <a:extLst>
                  <a:ext uri="{FF2B5EF4-FFF2-40B4-BE49-F238E27FC236}">
                    <a16:creationId xmlns:a16="http://schemas.microsoft.com/office/drawing/2014/main" id="{AD162E5B-A45A-5382-9B00-CC03FE2AEC1E}"/>
                  </a:ext>
                </a:extLst>
              </p:cNvPr>
              <p:cNvSpPr/>
              <p:nvPr/>
            </p:nvSpPr>
            <p:spPr>
              <a:xfrm>
                <a:off x="6854480" y="3838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5" name="Freeform 40464">
                <a:extLst>
                  <a:ext uri="{FF2B5EF4-FFF2-40B4-BE49-F238E27FC236}">
                    <a16:creationId xmlns:a16="http://schemas.microsoft.com/office/drawing/2014/main" id="{5330891A-EA6E-BECF-01E8-7C5FABC12C43}"/>
                  </a:ext>
                </a:extLst>
              </p:cNvPr>
              <p:cNvSpPr/>
              <p:nvPr/>
            </p:nvSpPr>
            <p:spPr>
              <a:xfrm>
                <a:off x="6854976" y="3834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6" name="Freeform 40465">
                <a:extLst>
                  <a:ext uri="{FF2B5EF4-FFF2-40B4-BE49-F238E27FC236}">
                    <a16:creationId xmlns:a16="http://schemas.microsoft.com/office/drawing/2014/main" id="{1EA4DFC5-6A94-6EFF-F33F-3CB10489A6AE}"/>
                  </a:ext>
                </a:extLst>
              </p:cNvPr>
              <p:cNvSpPr/>
              <p:nvPr/>
            </p:nvSpPr>
            <p:spPr>
              <a:xfrm>
                <a:off x="6855472" y="3825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7" name="Freeform 40466">
                <a:extLst>
                  <a:ext uri="{FF2B5EF4-FFF2-40B4-BE49-F238E27FC236}">
                    <a16:creationId xmlns:a16="http://schemas.microsoft.com/office/drawing/2014/main" id="{056FCA1F-B804-9BAE-11FA-B463B7F08059}"/>
                  </a:ext>
                </a:extLst>
              </p:cNvPr>
              <p:cNvSpPr/>
              <p:nvPr/>
            </p:nvSpPr>
            <p:spPr>
              <a:xfrm>
                <a:off x="6856067" y="3827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8" name="Freeform 40467">
                <a:extLst>
                  <a:ext uri="{FF2B5EF4-FFF2-40B4-BE49-F238E27FC236}">
                    <a16:creationId xmlns:a16="http://schemas.microsoft.com/office/drawing/2014/main" id="{05776955-0C10-781A-2017-F35644466FE3}"/>
                  </a:ext>
                </a:extLst>
              </p:cNvPr>
              <p:cNvSpPr/>
              <p:nvPr/>
            </p:nvSpPr>
            <p:spPr>
              <a:xfrm>
                <a:off x="6856563" y="3798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69" name="Freeform 40468">
                <a:extLst>
                  <a:ext uri="{FF2B5EF4-FFF2-40B4-BE49-F238E27FC236}">
                    <a16:creationId xmlns:a16="http://schemas.microsoft.com/office/drawing/2014/main" id="{64BBF390-B9AC-0633-1AC6-382894470DC5}"/>
                  </a:ext>
                </a:extLst>
              </p:cNvPr>
              <p:cNvSpPr/>
              <p:nvPr/>
            </p:nvSpPr>
            <p:spPr>
              <a:xfrm>
                <a:off x="6857059" y="3642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0" name="Freeform 40469">
                <a:extLst>
                  <a:ext uri="{FF2B5EF4-FFF2-40B4-BE49-F238E27FC236}">
                    <a16:creationId xmlns:a16="http://schemas.microsoft.com/office/drawing/2014/main" id="{E420FBD3-725A-C4B9-6B2F-73F7416189E1}"/>
                  </a:ext>
                </a:extLst>
              </p:cNvPr>
              <p:cNvSpPr/>
              <p:nvPr/>
            </p:nvSpPr>
            <p:spPr>
              <a:xfrm>
                <a:off x="6857655" y="3477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1" name="Freeform 40470">
                <a:extLst>
                  <a:ext uri="{FF2B5EF4-FFF2-40B4-BE49-F238E27FC236}">
                    <a16:creationId xmlns:a16="http://schemas.microsoft.com/office/drawing/2014/main" id="{ADE95980-36AF-BA2D-BD28-1C07830CB076}"/>
                  </a:ext>
                </a:extLst>
              </p:cNvPr>
              <p:cNvSpPr/>
              <p:nvPr/>
            </p:nvSpPr>
            <p:spPr>
              <a:xfrm>
                <a:off x="6858151" y="3219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2" name="Freeform 40471">
                <a:extLst>
                  <a:ext uri="{FF2B5EF4-FFF2-40B4-BE49-F238E27FC236}">
                    <a16:creationId xmlns:a16="http://schemas.microsoft.com/office/drawing/2014/main" id="{2D51AABA-567C-7A3F-7862-C43EE9C8A0D1}"/>
                  </a:ext>
                </a:extLst>
              </p:cNvPr>
              <p:cNvSpPr/>
              <p:nvPr/>
            </p:nvSpPr>
            <p:spPr>
              <a:xfrm>
                <a:off x="6858647" y="3269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3" name="Freeform 40472">
                <a:extLst>
                  <a:ext uri="{FF2B5EF4-FFF2-40B4-BE49-F238E27FC236}">
                    <a16:creationId xmlns:a16="http://schemas.microsoft.com/office/drawing/2014/main" id="{100484C8-9CF4-2748-6589-4D289B1572FC}"/>
                  </a:ext>
                </a:extLst>
              </p:cNvPr>
              <p:cNvSpPr/>
              <p:nvPr/>
            </p:nvSpPr>
            <p:spPr>
              <a:xfrm>
                <a:off x="6859242" y="3305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4" name="Freeform 40473">
                <a:extLst>
                  <a:ext uri="{FF2B5EF4-FFF2-40B4-BE49-F238E27FC236}">
                    <a16:creationId xmlns:a16="http://schemas.microsoft.com/office/drawing/2014/main" id="{3FF11521-2AAE-088A-E8ED-898CA03EBFA8}"/>
                  </a:ext>
                </a:extLst>
              </p:cNvPr>
              <p:cNvSpPr/>
              <p:nvPr/>
            </p:nvSpPr>
            <p:spPr>
              <a:xfrm>
                <a:off x="6859738" y="3272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5" name="Freeform 40474">
                <a:extLst>
                  <a:ext uri="{FF2B5EF4-FFF2-40B4-BE49-F238E27FC236}">
                    <a16:creationId xmlns:a16="http://schemas.microsoft.com/office/drawing/2014/main" id="{F07B035C-1E8B-61B1-2B97-D0592025E6EB}"/>
                  </a:ext>
                </a:extLst>
              </p:cNvPr>
              <p:cNvSpPr/>
              <p:nvPr/>
            </p:nvSpPr>
            <p:spPr>
              <a:xfrm>
                <a:off x="6860234" y="3369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6" name="Freeform 40475">
                <a:extLst>
                  <a:ext uri="{FF2B5EF4-FFF2-40B4-BE49-F238E27FC236}">
                    <a16:creationId xmlns:a16="http://schemas.microsoft.com/office/drawing/2014/main" id="{B42CC527-83A0-67CA-4DF4-45EF9C001E2E}"/>
                  </a:ext>
                </a:extLst>
              </p:cNvPr>
              <p:cNvSpPr/>
              <p:nvPr/>
            </p:nvSpPr>
            <p:spPr>
              <a:xfrm>
                <a:off x="6860830" y="3353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7" name="Freeform 40476">
                <a:extLst>
                  <a:ext uri="{FF2B5EF4-FFF2-40B4-BE49-F238E27FC236}">
                    <a16:creationId xmlns:a16="http://schemas.microsoft.com/office/drawing/2014/main" id="{74912DFE-D0D1-0040-07A6-86A15C292D90}"/>
                  </a:ext>
                </a:extLst>
              </p:cNvPr>
              <p:cNvSpPr/>
              <p:nvPr/>
            </p:nvSpPr>
            <p:spPr>
              <a:xfrm>
                <a:off x="6861326" y="33231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8" name="Freeform 40477">
                <a:extLst>
                  <a:ext uri="{FF2B5EF4-FFF2-40B4-BE49-F238E27FC236}">
                    <a16:creationId xmlns:a16="http://schemas.microsoft.com/office/drawing/2014/main" id="{DB1DC394-3FBA-5298-CC77-7276D38F4342}"/>
                  </a:ext>
                </a:extLst>
              </p:cNvPr>
              <p:cNvSpPr/>
              <p:nvPr/>
            </p:nvSpPr>
            <p:spPr>
              <a:xfrm>
                <a:off x="6861822" y="3248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79" name="Freeform 40478">
                <a:extLst>
                  <a:ext uri="{FF2B5EF4-FFF2-40B4-BE49-F238E27FC236}">
                    <a16:creationId xmlns:a16="http://schemas.microsoft.com/office/drawing/2014/main" id="{9D6FFADD-BFBF-E40A-4AC4-6321686ABB38}"/>
                  </a:ext>
                </a:extLst>
              </p:cNvPr>
              <p:cNvSpPr/>
              <p:nvPr/>
            </p:nvSpPr>
            <p:spPr>
              <a:xfrm>
                <a:off x="6862417" y="3205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0" name="Freeform 40479">
                <a:extLst>
                  <a:ext uri="{FF2B5EF4-FFF2-40B4-BE49-F238E27FC236}">
                    <a16:creationId xmlns:a16="http://schemas.microsoft.com/office/drawing/2014/main" id="{E63FF9DB-80C3-3548-B648-E4336601C507}"/>
                  </a:ext>
                </a:extLst>
              </p:cNvPr>
              <p:cNvSpPr/>
              <p:nvPr/>
            </p:nvSpPr>
            <p:spPr>
              <a:xfrm>
                <a:off x="6862913" y="31721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1" name="Freeform 40480">
                <a:extLst>
                  <a:ext uri="{FF2B5EF4-FFF2-40B4-BE49-F238E27FC236}">
                    <a16:creationId xmlns:a16="http://schemas.microsoft.com/office/drawing/2014/main" id="{77C99496-1CED-5E74-8798-4D0D24F49D50}"/>
                  </a:ext>
                </a:extLst>
              </p:cNvPr>
              <p:cNvSpPr/>
              <p:nvPr/>
            </p:nvSpPr>
            <p:spPr>
              <a:xfrm>
                <a:off x="6863409" y="3143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2" name="Freeform 40481">
                <a:extLst>
                  <a:ext uri="{FF2B5EF4-FFF2-40B4-BE49-F238E27FC236}">
                    <a16:creationId xmlns:a16="http://schemas.microsoft.com/office/drawing/2014/main" id="{993E57EE-0175-8247-875D-54D495910E03}"/>
                  </a:ext>
                </a:extLst>
              </p:cNvPr>
              <p:cNvSpPr/>
              <p:nvPr/>
            </p:nvSpPr>
            <p:spPr>
              <a:xfrm>
                <a:off x="6864005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3" name="Freeform 40482">
                <a:extLst>
                  <a:ext uri="{FF2B5EF4-FFF2-40B4-BE49-F238E27FC236}">
                    <a16:creationId xmlns:a16="http://schemas.microsoft.com/office/drawing/2014/main" id="{EFA9517C-8E1C-C5A0-5DDF-9633B68AE38B}"/>
                  </a:ext>
                </a:extLst>
              </p:cNvPr>
              <p:cNvSpPr/>
              <p:nvPr/>
            </p:nvSpPr>
            <p:spPr>
              <a:xfrm>
                <a:off x="6864501" y="3736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4" name="Freeform 40483">
                <a:extLst>
                  <a:ext uri="{FF2B5EF4-FFF2-40B4-BE49-F238E27FC236}">
                    <a16:creationId xmlns:a16="http://schemas.microsoft.com/office/drawing/2014/main" id="{45D4CFD5-C190-826A-5A5C-37F87D0ECFC0}"/>
                  </a:ext>
                </a:extLst>
              </p:cNvPr>
              <p:cNvSpPr/>
              <p:nvPr/>
            </p:nvSpPr>
            <p:spPr>
              <a:xfrm>
                <a:off x="6864997" y="3817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5" name="Freeform 40484">
                <a:extLst>
                  <a:ext uri="{FF2B5EF4-FFF2-40B4-BE49-F238E27FC236}">
                    <a16:creationId xmlns:a16="http://schemas.microsoft.com/office/drawing/2014/main" id="{4C758020-731E-137E-B602-DB679F3BC6BF}"/>
                  </a:ext>
                </a:extLst>
              </p:cNvPr>
              <p:cNvSpPr/>
              <p:nvPr/>
            </p:nvSpPr>
            <p:spPr>
              <a:xfrm>
                <a:off x="6865493" y="3848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6" name="Freeform 40485">
                <a:extLst>
                  <a:ext uri="{FF2B5EF4-FFF2-40B4-BE49-F238E27FC236}">
                    <a16:creationId xmlns:a16="http://schemas.microsoft.com/office/drawing/2014/main" id="{E83DBB8C-D481-1261-4605-E54211F7D2DC}"/>
                  </a:ext>
                </a:extLst>
              </p:cNvPr>
              <p:cNvSpPr/>
              <p:nvPr/>
            </p:nvSpPr>
            <p:spPr>
              <a:xfrm>
                <a:off x="6866088" y="3850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7" name="Freeform 40486">
                <a:extLst>
                  <a:ext uri="{FF2B5EF4-FFF2-40B4-BE49-F238E27FC236}">
                    <a16:creationId xmlns:a16="http://schemas.microsoft.com/office/drawing/2014/main" id="{68C96A7B-FB97-DF3A-F73E-E6E9B19AC729}"/>
                  </a:ext>
                </a:extLst>
              </p:cNvPr>
              <p:cNvSpPr/>
              <p:nvPr/>
            </p:nvSpPr>
            <p:spPr>
              <a:xfrm>
                <a:off x="6866584" y="3861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8" name="Freeform 40487">
                <a:extLst>
                  <a:ext uri="{FF2B5EF4-FFF2-40B4-BE49-F238E27FC236}">
                    <a16:creationId xmlns:a16="http://schemas.microsoft.com/office/drawing/2014/main" id="{C5308689-505D-ADFB-74C6-7617C62A76DE}"/>
                  </a:ext>
                </a:extLst>
              </p:cNvPr>
              <p:cNvSpPr/>
              <p:nvPr/>
            </p:nvSpPr>
            <p:spPr>
              <a:xfrm>
                <a:off x="6867080" y="3860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89" name="Freeform 40488">
                <a:extLst>
                  <a:ext uri="{FF2B5EF4-FFF2-40B4-BE49-F238E27FC236}">
                    <a16:creationId xmlns:a16="http://schemas.microsoft.com/office/drawing/2014/main" id="{42D2BE2C-E904-ED57-CD3C-47952DF3DF10}"/>
                  </a:ext>
                </a:extLst>
              </p:cNvPr>
              <p:cNvSpPr/>
              <p:nvPr/>
            </p:nvSpPr>
            <p:spPr>
              <a:xfrm>
                <a:off x="6867676" y="3846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0" name="Freeform 40489">
                <a:extLst>
                  <a:ext uri="{FF2B5EF4-FFF2-40B4-BE49-F238E27FC236}">
                    <a16:creationId xmlns:a16="http://schemas.microsoft.com/office/drawing/2014/main" id="{44145072-19E4-BD3E-2F18-AE5E20A5B73F}"/>
                  </a:ext>
                </a:extLst>
              </p:cNvPr>
              <p:cNvSpPr/>
              <p:nvPr/>
            </p:nvSpPr>
            <p:spPr>
              <a:xfrm>
                <a:off x="6868172" y="3812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1" name="Freeform 40490">
                <a:extLst>
                  <a:ext uri="{FF2B5EF4-FFF2-40B4-BE49-F238E27FC236}">
                    <a16:creationId xmlns:a16="http://schemas.microsoft.com/office/drawing/2014/main" id="{55F3D95D-AD4E-D1B7-7990-5E82C3E62AC1}"/>
                  </a:ext>
                </a:extLst>
              </p:cNvPr>
              <p:cNvSpPr/>
              <p:nvPr/>
            </p:nvSpPr>
            <p:spPr>
              <a:xfrm>
                <a:off x="6868668" y="3730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2" name="Freeform 40491">
                <a:extLst>
                  <a:ext uri="{FF2B5EF4-FFF2-40B4-BE49-F238E27FC236}">
                    <a16:creationId xmlns:a16="http://schemas.microsoft.com/office/drawing/2014/main" id="{4D06BCBA-17EB-9B38-26E6-0192D92C3C5E}"/>
                  </a:ext>
                </a:extLst>
              </p:cNvPr>
              <p:cNvSpPr/>
              <p:nvPr/>
            </p:nvSpPr>
            <p:spPr>
              <a:xfrm>
                <a:off x="6869263" y="3639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3" name="Freeform 40492">
                <a:extLst>
                  <a:ext uri="{FF2B5EF4-FFF2-40B4-BE49-F238E27FC236}">
                    <a16:creationId xmlns:a16="http://schemas.microsoft.com/office/drawing/2014/main" id="{5EA0B024-6469-9091-774A-F7317F3EF017}"/>
                  </a:ext>
                </a:extLst>
              </p:cNvPr>
              <p:cNvSpPr/>
              <p:nvPr/>
            </p:nvSpPr>
            <p:spPr>
              <a:xfrm>
                <a:off x="6869759" y="3637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4" name="Freeform 40493">
                <a:extLst>
                  <a:ext uri="{FF2B5EF4-FFF2-40B4-BE49-F238E27FC236}">
                    <a16:creationId xmlns:a16="http://schemas.microsoft.com/office/drawing/2014/main" id="{430AEA0E-54DE-8C56-12C9-7922BE48E3C6}"/>
                  </a:ext>
                </a:extLst>
              </p:cNvPr>
              <p:cNvSpPr/>
              <p:nvPr/>
            </p:nvSpPr>
            <p:spPr>
              <a:xfrm>
                <a:off x="6870255" y="3530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5" name="Freeform 40494">
                <a:extLst>
                  <a:ext uri="{FF2B5EF4-FFF2-40B4-BE49-F238E27FC236}">
                    <a16:creationId xmlns:a16="http://schemas.microsoft.com/office/drawing/2014/main" id="{E1C2BD3A-39E8-5A25-3C11-348371784AD9}"/>
                  </a:ext>
                </a:extLst>
              </p:cNvPr>
              <p:cNvSpPr/>
              <p:nvPr/>
            </p:nvSpPr>
            <p:spPr>
              <a:xfrm>
                <a:off x="6870851" y="3210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6" name="Freeform 40495">
                <a:extLst>
                  <a:ext uri="{FF2B5EF4-FFF2-40B4-BE49-F238E27FC236}">
                    <a16:creationId xmlns:a16="http://schemas.microsoft.com/office/drawing/2014/main" id="{A4401D95-0D44-DDB4-F07D-2B8730A604DA}"/>
                  </a:ext>
                </a:extLst>
              </p:cNvPr>
              <p:cNvSpPr/>
              <p:nvPr/>
            </p:nvSpPr>
            <p:spPr>
              <a:xfrm>
                <a:off x="6871347" y="3330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7" name="Freeform 40496">
                <a:extLst>
                  <a:ext uri="{FF2B5EF4-FFF2-40B4-BE49-F238E27FC236}">
                    <a16:creationId xmlns:a16="http://schemas.microsoft.com/office/drawing/2014/main" id="{F96031E0-D832-22E1-F281-F23C1C353E59}"/>
                  </a:ext>
                </a:extLst>
              </p:cNvPr>
              <p:cNvSpPr/>
              <p:nvPr/>
            </p:nvSpPr>
            <p:spPr>
              <a:xfrm>
                <a:off x="6871843" y="3390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8" name="Freeform 40497">
                <a:extLst>
                  <a:ext uri="{FF2B5EF4-FFF2-40B4-BE49-F238E27FC236}">
                    <a16:creationId xmlns:a16="http://schemas.microsoft.com/office/drawing/2014/main" id="{B3CF46B6-666D-0363-D927-671A40BD5954}"/>
                  </a:ext>
                </a:extLst>
              </p:cNvPr>
              <p:cNvSpPr/>
              <p:nvPr/>
            </p:nvSpPr>
            <p:spPr>
              <a:xfrm>
                <a:off x="6872438" y="3311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99" name="Freeform 40498">
                <a:extLst>
                  <a:ext uri="{FF2B5EF4-FFF2-40B4-BE49-F238E27FC236}">
                    <a16:creationId xmlns:a16="http://schemas.microsoft.com/office/drawing/2014/main" id="{970A0A85-794C-DE06-EA13-3B60A149247F}"/>
                  </a:ext>
                </a:extLst>
              </p:cNvPr>
              <p:cNvSpPr/>
              <p:nvPr/>
            </p:nvSpPr>
            <p:spPr>
              <a:xfrm>
                <a:off x="6872934" y="3357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0" name="Freeform 40499">
                <a:extLst>
                  <a:ext uri="{FF2B5EF4-FFF2-40B4-BE49-F238E27FC236}">
                    <a16:creationId xmlns:a16="http://schemas.microsoft.com/office/drawing/2014/main" id="{DE89146B-B65F-EF07-0088-D34B19E4D617}"/>
                  </a:ext>
                </a:extLst>
              </p:cNvPr>
              <p:cNvSpPr/>
              <p:nvPr/>
            </p:nvSpPr>
            <p:spPr>
              <a:xfrm>
                <a:off x="6873430" y="3326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1" name="Freeform 40500">
                <a:extLst>
                  <a:ext uri="{FF2B5EF4-FFF2-40B4-BE49-F238E27FC236}">
                    <a16:creationId xmlns:a16="http://schemas.microsoft.com/office/drawing/2014/main" id="{58C8C838-3A0E-97DA-AF11-A515525C00E1}"/>
                  </a:ext>
                </a:extLst>
              </p:cNvPr>
              <p:cNvSpPr/>
              <p:nvPr/>
            </p:nvSpPr>
            <p:spPr>
              <a:xfrm>
                <a:off x="6874026" y="3285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2" name="Freeform 40501">
                <a:extLst>
                  <a:ext uri="{FF2B5EF4-FFF2-40B4-BE49-F238E27FC236}">
                    <a16:creationId xmlns:a16="http://schemas.microsoft.com/office/drawing/2014/main" id="{5B697890-2FDD-7021-1706-1F841280704E}"/>
                  </a:ext>
                </a:extLst>
              </p:cNvPr>
              <p:cNvSpPr/>
              <p:nvPr/>
            </p:nvSpPr>
            <p:spPr>
              <a:xfrm>
                <a:off x="6874522" y="3230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3" name="Freeform 40502">
                <a:extLst>
                  <a:ext uri="{FF2B5EF4-FFF2-40B4-BE49-F238E27FC236}">
                    <a16:creationId xmlns:a16="http://schemas.microsoft.com/office/drawing/2014/main" id="{5ABB15B6-45C4-3256-F93A-8FF68017DCC9}"/>
                  </a:ext>
                </a:extLst>
              </p:cNvPr>
              <p:cNvSpPr/>
              <p:nvPr/>
            </p:nvSpPr>
            <p:spPr>
              <a:xfrm>
                <a:off x="6875018" y="3153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4" name="Freeform 40503">
                <a:extLst>
                  <a:ext uri="{FF2B5EF4-FFF2-40B4-BE49-F238E27FC236}">
                    <a16:creationId xmlns:a16="http://schemas.microsoft.com/office/drawing/2014/main" id="{FD3FAA29-F42E-1564-0679-E33E97060540}"/>
                  </a:ext>
                </a:extLst>
              </p:cNvPr>
              <p:cNvSpPr/>
              <p:nvPr/>
            </p:nvSpPr>
            <p:spPr>
              <a:xfrm>
                <a:off x="6875613" y="3093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5" name="Freeform 40504">
                <a:extLst>
                  <a:ext uri="{FF2B5EF4-FFF2-40B4-BE49-F238E27FC236}">
                    <a16:creationId xmlns:a16="http://schemas.microsoft.com/office/drawing/2014/main" id="{CE41EE7B-E5BC-2DEB-DBD9-796E676C9378}"/>
                  </a:ext>
                </a:extLst>
              </p:cNvPr>
              <p:cNvSpPr/>
              <p:nvPr/>
            </p:nvSpPr>
            <p:spPr>
              <a:xfrm>
                <a:off x="6876109" y="3061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6" name="Freeform 40505">
                <a:extLst>
                  <a:ext uri="{FF2B5EF4-FFF2-40B4-BE49-F238E27FC236}">
                    <a16:creationId xmlns:a16="http://schemas.microsoft.com/office/drawing/2014/main" id="{7B49A091-6729-928C-CE2C-8B11DA435470}"/>
                  </a:ext>
                </a:extLst>
              </p:cNvPr>
              <p:cNvSpPr/>
              <p:nvPr/>
            </p:nvSpPr>
            <p:spPr>
              <a:xfrm>
                <a:off x="6876605" y="3363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7" name="Freeform 40506">
                <a:extLst>
                  <a:ext uri="{FF2B5EF4-FFF2-40B4-BE49-F238E27FC236}">
                    <a16:creationId xmlns:a16="http://schemas.microsoft.com/office/drawing/2014/main" id="{151197DB-B433-D3BD-3DC4-A7F787B3364E}"/>
                  </a:ext>
                </a:extLst>
              </p:cNvPr>
              <p:cNvSpPr/>
              <p:nvPr/>
            </p:nvSpPr>
            <p:spPr>
              <a:xfrm>
                <a:off x="6877102" y="3695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8" name="Freeform 40507">
                <a:extLst>
                  <a:ext uri="{FF2B5EF4-FFF2-40B4-BE49-F238E27FC236}">
                    <a16:creationId xmlns:a16="http://schemas.microsoft.com/office/drawing/2014/main" id="{E75C71FA-3126-2824-C9DE-88AEFB8E547C}"/>
                  </a:ext>
                </a:extLst>
              </p:cNvPr>
              <p:cNvSpPr/>
              <p:nvPr/>
            </p:nvSpPr>
            <p:spPr>
              <a:xfrm>
                <a:off x="6877697" y="3763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09" name="Freeform 40508">
                <a:extLst>
                  <a:ext uri="{FF2B5EF4-FFF2-40B4-BE49-F238E27FC236}">
                    <a16:creationId xmlns:a16="http://schemas.microsoft.com/office/drawing/2014/main" id="{EBEEB036-D1F6-9A81-5775-2625150BCBE8}"/>
                  </a:ext>
                </a:extLst>
              </p:cNvPr>
              <p:cNvSpPr/>
              <p:nvPr/>
            </p:nvSpPr>
            <p:spPr>
              <a:xfrm>
                <a:off x="6878193" y="3808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0" name="Freeform 40509">
                <a:extLst>
                  <a:ext uri="{FF2B5EF4-FFF2-40B4-BE49-F238E27FC236}">
                    <a16:creationId xmlns:a16="http://schemas.microsoft.com/office/drawing/2014/main" id="{A4F41AD0-13F4-B89A-179B-BFB3217C4FB0}"/>
                  </a:ext>
                </a:extLst>
              </p:cNvPr>
              <p:cNvSpPr/>
              <p:nvPr/>
            </p:nvSpPr>
            <p:spPr>
              <a:xfrm>
                <a:off x="6878689" y="3830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1" name="Freeform 40510">
                <a:extLst>
                  <a:ext uri="{FF2B5EF4-FFF2-40B4-BE49-F238E27FC236}">
                    <a16:creationId xmlns:a16="http://schemas.microsoft.com/office/drawing/2014/main" id="{75EF3076-ECD2-2EA6-1E74-D94802D8C826}"/>
                  </a:ext>
                </a:extLst>
              </p:cNvPr>
              <p:cNvSpPr/>
              <p:nvPr/>
            </p:nvSpPr>
            <p:spPr>
              <a:xfrm>
                <a:off x="6879284" y="3831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2" name="Freeform 40511">
                <a:extLst>
                  <a:ext uri="{FF2B5EF4-FFF2-40B4-BE49-F238E27FC236}">
                    <a16:creationId xmlns:a16="http://schemas.microsoft.com/office/drawing/2014/main" id="{B702B9DB-0389-41DD-D5E9-CB75DEB4E64D}"/>
                  </a:ext>
                </a:extLst>
              </p:cNvPr>
              <p:cNvSpPr/>
              <p:nvPr/>
            </p:nvSpPr>
            <p:spPr>
              <a:xfrm>
                <a:off x="6879780" y="384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3" name="Freeform 40512">
                <a:extLst>
                  <a:ext uri="{FF2B5EF4-FFF2-40B4-BE49-F238E27FC236}">
                    <a16:creationId xmlns:a16="http://schemas.microsoft.com/office/drawing/2014/main" id="{D8A93E29-C895-B9FB-7B11-9CFFC83AB98E}"/>
                  </a:ext>
                </a:extLst>
              </p:cNvPr>
              <p:cNvSpPr/>
              <p:nvPr/>
            </p:nvSpPr>
            <p:spPr>
              <a:xfrm>
                <a:off x="6880277" y="3833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4" name="Freeform 40513">
                <a:extLst>
                  <a:ext uri="{FF2B5EF4-FFF2-40B4-BE49-F238E27FC236}">
                    <a16:creationId xmlns:a16="http://schemas.microsoft.com/office/drawing/2014/main" id="{ECC4AC4D-5810-11A7-9701-6BCF3789AF72}"/>
                  </a:ext>
                </a:extLst>
              </p:cNvPr>
              <p:cNvSpPr/>
              <p:nvPr/>
            </p:nvSpPr>
            <p:spPr>
              <a:xfrm>
                <a:off x="6880872" y="3822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5" name="Freeform 40514">
                <a:extLst>
                  <a:ext uri="{FF2B5EF4-FFF2-40B4-BE49-F238E27FC236}">
                    <a16:creationId xmlns:a16="http://schemas.microsoft.com/office/drawing/2014/main" id="{B8DB3A03-8F6B-D494-E503-AB8CDC743DE3}"/>
                  </a:ext>
                </a:extLst>
              </p:cNvPr>
              <p:cNvSpPr/>
              <p:nvPr/>
            </p:nvSpPr>
            <p:spPr>
              <a:xfrm>
                <a:off x="6881368" y="3792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6" name="Freeform 40515">
                <a:extLst>
                  <a:ext uri="{FF2B5EF4-FFF2-40B4-BE49-F238E27FC236}">
                    <a16:creationId xmlns:a16="http://schemas.microsoft.com/office/drawing/2014/main" id="{8F3AE7F3-A6B6-4205-205F-7DDF53FF8603}"/>
                  </a:ext>
                </a:extLst>
              </p:cNvPr>
              <p:cNvSpPr/>
              <p:nvPr/>
            </p:nvSpPr>
            <p:spPr>
              <a:xfrm>
                <a:off x="6881864" y="3748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7" name="Freeform 40516">
                <a:extLst>
                  <a:ext uri="{FF2B5EF4-FFF2-40B4-BE49-F238E27FC236}">
                    <a16:creationId xmlns:a16="http://schemas.microsoft.com/office/drawing/2014/main" id="{EA17BFA8-5125-274C-A46D-44AF932C63A5}"/>
                  </a:ext>
                </a:extLst>
              </p:cNvPr>
              <p:cNvSpPr/>
              <p:nvPr/>
            </p:nvSpPr>
            <p:spPr>
              <a:xfrm>
                <a:off x="6882459" y="3604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8" name="Freeform 40517">
                <a:extLst>
                  <a:ext uri="{FF2B5EF4-FFF2-40B4-BE49-F238E27FC236}">
                    <a16:creationId xmlns:a16="http://schemas.microsoft.com/office/drawing/2014/main" id="{52D34655-E76F-113D-605A-21A6066FA3C4}"/>
                  </a:ext>
                </a:extLst>
              </p:cNvPr>
              <p:cNvSpPr/>
              <p:nvPr/>
            </p:nvSpPr>
            <p:spPr>
              <a:xfrm>
                <a:off x="6882955" y="3440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19" name="Freeform 40518">
                <a:extLst>
                  <a:ext uri="{FF2B5EF4-FFF2-40B4-BE49-F238E27FC236}">
                    <a16:creationId xmlns:a16="http://schemas.microsoft.com/office/drawing/2014/main" id="{EEDB9A20-6588-B711-66AD-29C96F5A817F}"/>
                  </a:ext>
                </a:extLst>
              </p:cNvPr>
              <p:cNvSpPr/>
              <p:nvPr/>
            </p:nvSpPr>
            <p:spPr>
              <a:xfrm>
                <a:off x="6883452" y="3227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0" name="Freeform 40519">
                <a:extLst>
                  <a:ext uri="{FF2B5EF4-FFF2-40B4-BE49-F238E27FC236}">
                    <a16:creationId xmlns:a16="http://schemas.microsoft.com/office/drawing/2014/main" id="{2CEBE307-F51C-CBF9-86E7-F3DB84197D6A}"/>
                  </a:ext>
                </a:extLst>
              </p:cNvPr>
              <p:cNvSpPr/>
              <p:nvPr/>
            </p:nvSpPr>
            <p:spPr>
              <a:xfrm>
                <a:off x="6884047" y="3356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1" name="Freeform 40520">
                <a:extLst>
                  <a:ext uri="{FF2B5EF4-FFF2-40B4-BE49-F238E27FC236}">
                    <a16:creationId xmlns:a16="http://schemas.microsoft.com/office/drawing/2014/main" id="{7E55CE4C-F58E-1678-1115-93776AC1B4BF}"/>
                  </a:ext>
                </a:extLst>
              </p:cNvPr>
              <p:cNvSpPr/>
              <p:nvPr/>
            </p:nvSpPr>
            <p:spPr>
              <a:xfrm>
                <a:off x="6884543" y="3386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2" name="Freeform 40521">
                <a:extLst>
                  <a:ext uri="{FF2B5EF4-FFF2-40B4-BE49-F238E27FC236}">
                    <a16:creationId xmlns:a16="http://schemas.microsoft.com/office/drawing/2014/main" id="{EF6B0B4F-B123-82A9-AF07-E44E0B0769E0}"/>
                  </a:ext>
                </a:extLst>
              </p:cNvPr>
              <p:cNvSpPr/>
              <p:nvPr/>
            </p:nvSpPr>
            <p:spPr>
              <a:xfrm>
                <a:off x="6885039" y="3318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3" name="Freeform 40522">
                <a:extLst>
                  <a:ext uri="{FF2B5EF4-FFF2-40B4-BE49-F238E27FC236}">
                    <a16:creationId xmlns:a16="http://schemas.microsoft.com/office/drawing/2014/main" id="{664AAE89-7E5A-493E-1B30-66DD47D3F9C5}"/>
                  </a:ext>
                </a:extLst>
              </p:cNvPr>
              <p:cNvSpPr/>
              <p:nvPr/>
            </p:nvSpPr>
            <p:spPr>
              <a:xfrm>
                <a:off x="6885634" y="3360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4" name="Freeform 40523">
                <a:extLst>
                  <a:ext uri="{FF2B5EF4-FFF2-40B4-BE49-F238E27FC236}">
                    <a16:creationId xmlns:a16="http://schemas.microsoft.com/office/drawing/2014/main" id="{7CB558CD-625B-A61C-F0BA-5BF5EDDA4294}"/>
                  </a:ext>
                </a:extLst>
              </p:cNvPr>
              <p:cNvSpPr/>
              <p:nvPr/>
            </p:nvSpPr>
            <p:spPr>
              <a:xfrm>
                <a:off x="6886130" y="3352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5" name="Freeform 40524">
                <a:extLst>
                  <a:ext uri="{FF2B5EF4-FFF2-40B4-BE49-F238E27FC236}">
                    <a16:creationId xmlns:a16="http://schemas.microsoft.com/office/drawing/2014/main" id="{603EE097-D8B4-6930-0FD6-F5DE0C9F7658}"/>
                  </a:ext>
                </a:extLst>
              </p:cNvPr>
              <p:cNvSpPr/>
              <p:nvPr/>
            </p:nvSpPr>
            <p:spPr>
              <a:xfrm>
                <a:off x="6886627" y="3301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6" name="Freeform 40525">
                <a:extLst>
                  <a:ext uri="{FF2B5EF4-FFF2-40B4-BE49-F238E27FC236}">
                    <a16:creationId xmlns:a16="http://schemas.microsoft.com/office/drawing/2014/main" id="{AEBACFC0-4F88-1E68-D82C-59AAF284BD02}"/>
                  </a:ext>
                </a:extLst>
              </p:cNvPr>
              <p:cNvSpPr/>
              <p:nvPr/>
            </p:nvSpPr>
            <p:spPr>
              <a:xfrm>
                <a:off x="6887222" y="3273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7" name="Freeform 40526">
                <a:extLst>
                  <a:ext uri="{FF2B5EF4-FFF2-40B4-BE49-F238E27FC236}">
                    <a16:creationId xmlns:a16="http://schemas.microsoft.com/office/drawing/2014/main" id="{21E38226-EBD1-17E6-13D1-90FD26C1D156}"/>
                  </a:ext>
                </a:extLst>
              </p:cNvPr>
              <p:cNvSpPr/>
              <p:nvPr/>
            </p:nvSpPr>
            <p:spPr>
              <a:xfrm>
                <a:off x="6887718" y="31937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8" name="Freeform 40527">
                <a:extLst>
                  <a:ext uri="{FF2B5EF4-FFF2-40B4-BE49-F238E27FC236}">
                    <a16:creationId xmlns:a16="http://schemas.microsoft.com/office/drawing/2014/main" id="{D5CF8A90-A475-AE03-2F54-998402BF47E8}"/>
                  </a:ext>
                </a:extLst>
              </p:cNvPr>
              <p:cNvSpPr/>
              <p:nvPr/>
            </p:nvSpPr>
            <p:spPr>
              <a:xfrm>
                <a:off x="6888214" y="3166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29" name="Freeform 40528">
                <a:extLst>
                  <a:ext uri="{FF2B5EF4-FFF2-40B4-BE49-F238E27FC236}">
                    <a16:creationId xmlns:a16="http://schemas.microsoft.com/office/drawing/2014/main" id="{C9F64E65-D2A3-8DF1-F79C-D8206CF612D1}"/>
                  </a:ext>
                </a:extLst>
              </p:cNvPr>
              <p:cNvSpPr/>
              <p:nvPr/>
            </p:nvSpPr>
            <p:spPr>
              <a:xfrm>
                <a:off x="6888710" y="3141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0" name="Freeform 40529">
                <a:extLst>
                  <a:ext uri="{FF2B5EF4-FFF2-40B4-BE49-F238E27FC236}">
                    <a16:creationId xmlns:a16="http://schemas.microsoft.com/office/drawing/2014/main" id="{5F4E7BD9-F237-D029-E99E-80D008F4C0BC}"/>
                  </a:ext>
                </a:extLst>
              </p:cNvPr>
              <p:cNvSpPr/>
              <p:nvPr/>
            </p:nvSpPr>
            <p:spPr>
              <a:xfrm>
                <a:off x="6889305" y="3436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1" name="Freeform 40530">
                <a:extLst>
                  <a:ext uri="{FF2B5EF4-FFF2-40B4-BE49-F238E27FC236}">
                    <a16:creationId xmlns:a16="http://schemas.microsoft.com/office/drawing/2014/main" id="{A578D239-BD97-CDE4-2362-5A5E8E53E3E8}"/>
                  </a:ext>
                </a:extLst>
              </p:cNvPr>
              <p:cNvSpPr/>
              <p:nvPr/>
            </p:nvSpPr>
            <p:spPr>
              <a:xfrm>
                <a:off x="6889802" y="3733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2" name="Freeform 40531">
                <a:extLst>
                  <a:ext uri="{FF2B5EF4-FFF2-40B4-BE49-F238E27FC236}">
                    <a16:creationId xmlns:a16="http://schemas.microsoft.com/office/drawing/2014/main" id="{F62A0DB1-439C-04EA-A558-FD470E9B7C65}"/>
                  </a:ext>
                </a:extLst>
              </p:cNvPr>
              <p:cNvSpPr/>
              <p:nvPr/>
            </p:nvSpPr>
            <p:spPr>
              <a:xfrm>
                <a:off x="6890298" y="3805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3" name="Freeform 40532">
                <a:extLst>
                  <a:ext uri="{FF2B5EF4-FFF2-40B4-BE49-F238E27FC236}">
                    <a16:creationId xmlns:a16="http://schemas.microsoft.com/office/drawing/2014/main" id="{B38ED129-4568-8FBA-DCCD-2AA13C4A11A3}"/>
                  </a:ext>
                </a:extLst>
              </p:cNvPr>
              <p:cNvSpPr/>
              <p:nvPr/>
            </p:nvSpPr>
            <p:spPr>
              <a:xfrm>
                <a:off x="6890893" y="3831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4" name="Freeform 40533">
                <a:extLst>
                  <a:ext uri="{FF2B5EF4-FFF2-40B4-BE49-F238E27FC236}">
                    <a16:creationId xmlns:a16="http://schemas.microsoft.com/office/drawing/2014/main" id="{F0AF0319-B28F-798A-3BA9-240E6DC0B6E9}"/>
                  </a:ext>
                </a:extLst>
              </p:cNvPr>
              <p:cNvSpPr/>
              <p:nvPr/>
            </p:nvSpPr>
            <p:spPr>
              <a:xfrm>
                <a:off x="6891389" y="383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5" name="Freeform 40534">
                <a:extLst>
                  <a:ext uri="{FF2B5EF4-FFF2-40B4-BE49-F238E27FC236}">
                    <a16:creationId xmlns:a16="http://schemas.microsoft.com/office/drawing/2014/main" id="{36C96065-24E9-A27F-FDFB-C13270D8CE4E}"/>
                  </a:ext>
                </a:extLst>
              </p:cNvPr>
              <p:cNvSpPr/>
              <p:nvPr/>
            </p:nvSpPr>
            <p:spPr>
              <a:xfrm>
                <a:off x="6891885" y="383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6" name="Freeform 40535">
                <a:extLst>
                  <a:ext uri="{FF2B5EF4-FFF2-40B4-BE49-F238E27FC236}">
                    <a16:creationId xmlns:a16="http://schemas.microsoft.com/office/drawing/2014/main" id="{48DDAF79-578A-DB05-5F8B-8F752C16710E}"/>
                  </a:ext>
                </a:extLst>
              </p:cNvPr>
              <p:cNvSpPr/>
              <p:nvPr/>
            </p:nvSpPr>
            <p:spPr>
              <a:xfrm>
                <a:off x="6892480" y="3828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7" name="Freeform 40536">
                <a:extLst>
                  <a:ext uri="{FF2B5EF4-FFF2-40B4-BE49-F238E27FC236}">
                    <a16:creationId xmlns:a16="http://schemas.microsoft.com/office/drawing/2014/main" id="{0A19B0D9-6C84-B2DA-487D-EB29A092E911}"/>
                  </a:ext>
                </a:extLst>
              </p:cNvPr>
              <p:cNvSpPr/>
              <p:nvPr/>
            </p:nvSpPr>
            <p:spPr>
              <a:xfrm>
                <a:off x="6892977" y="3800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8" name="Freeform 40537">
                <a:extLst>
                  <a:ext uri="{FF2B5EF4-FFF2-40B4-BE49-F238E27FC236}">
                    <a16:creationId xmlns:a16="http://schemas.microsoft.com/office/drawing/2014/main" id="{FEBD06A6-6BFD-F40A-A9E0-EBB4F9F2D1D9}"/>
                  </a:ext>
                </a:extLst>
              </p:cNvPr>
              <p:cNvSpPr/>
              <p:nvPr/>
            </p:nvSpPr>
            <p:spPr>
              <a:xfrm>
                <a:off x="6893473" y="3801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39" name="Freeform 40538">
                <a:extLst>
                  <a:ext uri="{FF2B5EF4-FFF2-40B4-BE49-F238E27FC236}">
                    <a16:creationId xmlns:a16="http://schemas.microsoft.com/office/drawing/2014/main" id="{ADCF497C-0E71-21EC-0BE4-00F47F64C0FF}"/>
                  </a:ext>
                </a:extLst>
              </p:cNvPr>
              <p:cNvSpPr/>
              <p:nvPr/>
            </p:nvSpPr>
            <p:spPr>
              <a:xfrm>
                <a:off x="6894068" y="3791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0" name="Freeform 40539">
                <a:extLst>
                  <a:ext uri="{FF2B5EF4-FFF2-40B4-BE49-F238E27FC236}">
                    <a16:creationId xmlns:a16="http://schemas.microsoft.com/office/drawing/2014/main" id="{531F2A1B-01F5-E073-1A88-3D42BA7913C8}"/>
                  </a:ext>
                </a:extLst>
              </p:cNvPr>
              <p:cNvSpPr/>
              <p:nvPr/>
            </p:nvSpPr>
            <p:spPr>
              <a:xfrm>
                <a:off x="6894564" y="3674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1" name="Freeform 40540">
                <a:extLst>
                  <a:ext uri="{FF2B5EF4-FFF2-40B4-BE49-F238E27FC236}">
                    <a16:creationId xmlns:a16="http://schemas.microsoft.com/office/drawing/2014/main" id="{DB83F9CD-FE25-1A31-0EBB-DA16986511A7}"/>
                  </a:ext>
                </a:extLst>
              </p:cNvPr>
              <p:cNvSpPr/>
              <p:nvPr/>
            </p:nvSpPr>
            <p:spPr>
              <a:xfrm>
                <a:off x="6895060" y="3620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2" name="Freeform 40541">
                <a:extLst>
                  <a:ext uri="{FF2B5EF4-FFF2-40B4-BE49-F238E27FC236}">
                    <a16:creationId xmlns:a16="http://schemas.microsoft.com/office/drawing/2014/main" id="{436A36FD-5A0C-170B-480C-1D644C8468C1}"/>
                  </a:ext>
                </a:extLst>
              </p:cNvPr>
              <p:cNvSpPr/>
              <p:nvPr/>
            </p:nvSpPr>
            <p:spPr>
              <a:xfrm>
                <a:off x="6895655" y="3343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3" name="Freeform 40542">
                <a:extLst>
                  <a:ext uri="{FF2B5EF4-FFF2-40B4-BE49-F238E27FC236}">
                    <a16:creationId xmlns:a16="http://schemas.microsoft.com/office/drawing/2014/main" id="{2C25D145-144B-D494-7570-96AD307F4F22}"/>
                  </a:ext>
                </a:extLst>
              </p:cNvPr>
              <p:cNvSpPr/>
              <p:nvPr/>
            </p:nvSpPr>
            <p:spPr>
              <a:xfrm>
                <a:off x="6896152" y="3091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4" name="Freeform 40543">
                <a:extLst>
                  <a:ext uri="{FF2B5EF4-FFF2-40B4-BE49-F238E27FC236}">
                    <a16:creationId xmlns:a16="http://schemas.microsoft.com/office/drawing/2014/main" id="{87C19A1A-5525-2DEA-686F-C59E365F247D}"/>
                  </a:ext>
                </a:extLst>
              </p:cNvPr>
              <p:cNvSpPr/>
              <p:nvPr/>
            </p:nvSpPr>
            <p:spPr>
              <a:xfrm>
                <a:off x="6896648" y="3174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5" name="Freeform 40544">
                <a:extLst>
                  <a:ext uri="{FF2B5EF4-FFF2-40B4-BE49-F238E27FC236}">
                    <a16:creationId xmlns:a16="http://schemas.microsoft.com/office/drawing/2014/main" id="{72A8841D-C4B3-A885-FFB7-419DCF9CA054}"/>
                  </a:ext>
                </a:extLst>
              </p:cNvPr>
              <p:cNvSpPr/>
              <p:nvPr/>
            </p:nvSpPr>
            <p:spPr>
              <a:xfrm>
                <a:off x="6897243" y="3230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6" name="Freeform 40545">
                <a:extLst>
                  <a:ext uri="{FF2B5EF4-FFF2-40B4-BE49-F238E27FC236}">
                    <a16:creationId xmlns:a16="http://schemas.microsoft.com/office/drawing/2014/main" id="{0314A015-F693-6B3C-9833-7CFD493ADDBB}"/>
                  </a:ext>
                </a:extLst>
              </p:cNvPr>
              <p:cNvSpPr/>
              <p:nvPr/>
            </p:nvSpPr>
            <p:spPr>
              <a:xfrm>
                <a:off x="6897739" y="3179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7" name="Freeform 40546">
                <a:extLst>
                  <a:ext uri="{FF2B5EF4-FFF2-40B4-BE49-F238E27FC236}">
                    <a16:creationId xmlns:a16="http://schemas.microsoft.com/office/drawing/2014/main" id="{7F073142-4E36-FA88-C79E-64F3150ED88D}"/>
                  </a:ext>
                </a:extLst>
              </p:cNvPr>
              <p:cNvSpPr/>
              <p:nvPr/>
            </p:nvSpPr>
            <p:spPr>
              <a:xfrm>
                <a:off x="6898235" y="3316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8" name="Freeform 40547">
                <a:extLst>
                  <a:ext uri="{FF2B5EF4-FFF2-40B4-BE49-F238E27FC236}">
                    <a16:creationId xmlns:a16="http://schemas.microsoft.com/office/drawing/2014/main" id="{7CC45E8C-98A9-1CEB-90A7-C227362FB8F5}"/>
                  </a:ext>
                </a:extLst>
              </p:cNvPr>
              <p:cNvSpPr/>
              <p:nvPr/>
            </p:nvSpPr>
            <p:spPr>
              <a:xfrm>
                <a:off x="6898830" y="3352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49" name="Freeform 40548">
                <a:extLst>
                  <a:ext uri="{FF2B5EF4-FFF2-40B4-BE49-F238E27FC236}">
                    <a16:creationId xmlns:a16="http://schemas.microsoft.com/office/drawing/2014/main" id="{7E631902-C3A3-A55C-6579-B169A53F3506}"/>
                  </a:ext>
                </a:extLst>
              </p:cNvPr>
              <p:cNvSpPr/>
              <p:nvPr/>
            </p:nvSpPr>
            <p:spPr>
              <a:xfrm>
                <a:off x="6899327" y="3313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0" name="Freeform 40549">
                <a:extLst>
                  <a:ext uri="{FF2B5EF4-FFF2-40B4-BE49-F238E27FC236}">
                    <a16:creationId xmlns:a16="http://schemas.microsoft.com/office/drawing/2014/main" id="{A5F1E6D2-2554-3CDF-D1BA-1B46F59403AA}"/>
                  </a:ext>
                </a:extLst>
              </p:cNvPr>
              <p:cNvSpPr/>
              <p:nvPr/>
            </p:nvSpPr>
            <p:spPr>
              <a:xfrm>
                <a:off x="6899823" y="325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1" name="Freeform 40550">
                <a:extLst>
                  <a:ext uri="{FF2B5EF4-FFF2-40B4-BE49-F238E27FC236}">
                    <a16:creationId xmlns:a16="http://schemas.microsoft.com/office/drawing/2014/main" id="{478F829E-1294-19E2-8671-FD8A16F8D5A2}"/>
                  </a:ext>
                </a:extLst>
              </p:cNvPr>
              <p:cNvSpPr/>
              <p:nvPr/>
            </p:nvSpPr>
            <p:spPr>
              <a:xfrm>
                <a:off x="6900418" y="3239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2" name="Freeform 40551">
                <a:extLst>
                  <a:ext uri="{FF2B5EF4-FFF2-40B4-BE49-F238E27FC236}">
                    <a16:creationId xmlns:a16="http://schemas.microsoft.com/office/drawing/2014/main" id="{F398549A-EC82-ADB6-C73B-D87A6B20194A}"/>
                  </a:ext>
                </a:extLst>
              </p:cNvPr>
              <p:cNvSpPr/>
              <p:nvPr/>
            </p:nvSpPr>
            <p:spPr>
              <a:xfrm>
                <a:off x="6900914" y="31607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3" name="Freeform 40552">
                <a:extLst>
                  <a:ext uri="{FF2B5EF4-FFF2-40B4-BE49-F238E27FC236}">
                    <a16:creationId xmlns:a16="http://schemas.microsoft.com/office/drawing/2014/main" id="{9ADFE6AD-F51D-0296-4552-F1296ACCEFC7}"/>
                  </a:ext>
                </a:extLst>
              </p:cNvPr>
              <p:cNvSpPr/>
              <p:nvPr/>
            </p:nvSpPr>
            <p:spPr>
              <a:xfrm>
                <a:off x="6901410" y="3168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4" name="Freeform 40553">
                <a:extLst>
                  <a:ext uri="{FF2B5EF4-FFF2-40B4-BE49-F238E27FC236}">
                    <a16:creationId xmlns:a16="http://schemas.microsoft.com/office/drawing/2014/main" id="{9545CE86-B62F-4084-55C7-6461910031D3}"/>
                  </a:ext>
                </a:extLst>
              </p:cNvPr>
              <p:cNvSpPr/>
              <p:nvPr/>
            </p:nvSpPr>
            <p:spPr>
              <a:xfrm>
                <a:off x="6901906" y="3481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5" name="Freeform 40554">
                <a:extLst>
                  <a:ext uri="{FF2B5EF4-FFF2-40B4-BE49-F238E27FC236}">
                    <a16:creationId xmlns:a16="http://schemas.microsoft.com/office/drawing/2014/main" id="{84F2421C-5F47-085A-D1A0-A408438AC508}"/>
                  </a:ext>
                </a:extLst>
              </p:cNvPr>
              <p:cNvSpPr/>
              <p:nvPr/>
            </p:nvSpPr>
            <p:spPr>
              <a:xfrm>
                <a:off x="6902502" y="3742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6" name="Freeform 40555">
                <a:extLst>
                  <a:ext uri="{FF2B5EF4-FFF2-40B4-BE49-F238E27FC236}">
                    <a16:creationId xmlns:a16="http://schemas.microsoft.com/office/drawing/2014/main" id="{E7BA656F-D2C2-408D-4D7F-F61D572FEBBB}"/>
                  </a:ext>
                </a:extLst>
              </p:cNvPr>
              <p:cNvSpPr/>
              <p:nvPr/>
            </p:nvSpPr>
            <p:spPr>
              <a:xfrm>
                <a:off x="6902998" y="3820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7" name="Freeform 40556">
                <a:extLst>
                  <a:ext uri="{FF2B5EF4-FFF2-40B4-BE49-F238E27FC236}">
                    <a16:creationId xmlns:a16="http://schemas.microsoft.com/office/drawing/2014/main" id="{CFFFCBA1-2055-558E-68F0-DA1147BE49BF}"/>
                  </a:ext>
                </a:extLst>
              </p:cNvPr>
              <p:cNvSpPr/>
              <p:nvPr/>
            </p:nvSpPr>
            <p:spPr>
              <a:xfrm>
                <a:off x="6903494" y="3839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8" name="Freeform 40557">
                <a:extLst>
                  <a:ext uri="{FF2B5EF4-FFF2-40B4-BE49-F238E27FC236}">
                    <a16:creationId xmlns:a16="http://schemas.microsoft.com/office/drawing/2014/main" id="{1CFC5A7A-2B97-B93F-23C8-A60A90C81F55}"/>
                  </a:ext>
                </a:extLst>
              </p:cNvPr>
              <p:cNvSpPr/>
              <p:nvPr/>
            </p:nvSpPr>
            <p:spPr>
              <a:xfrm>
                <a:off x="6904089" y="3850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59" name="Freeform 40558">
                <a:extLst>
                  <a:ext uri="{FF2B5EF4-FFF2-40B4-BE49-F238E27FC236}">
                    <a16:creationId xmlns:a16="http://schemas.microsoft.com/office/drawing/2014/main" id="{C2D452C1-94A7-71C6-A293-AA0AF453FDDC}"/>
                  </a:ext>
                </a:extLst>
              </p:cNvPr>
              <p:cNvSpPr/>
              <p:nvPr/>
            </p:nvSpPr>
            <p:spPr>
              <a:xfrm>
                <a:off x="6904585" y="3850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0" name="Freeform 40559">
                <a:extLst>
                  <a:ext uri="{FF2B5EF4-FFF2-40B4-BE49-F238E27FC236}">
                    <a16:creationId xmlns:a16="http://schemas.microsoft.com/office/drawing/2014/main" id="{1FBDDB47-1B64-9376-B439-FBD1D4124BEF}"/>
                  </a:ext>
                </a:extLst>
              </p:cNvPr>
              <p:cNvSpPr/>
              <p:nvPr/>
            </p:nvSpPr>
            <p:spPr>
              <a:xfrm>
                <a:off x="6905081" y="3847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1" name="Freeform 40560">
                <a:extLst>
                  <a:ext uri="{FF2B5EF4-FFF2-40B4-BE49-F238E27FC236}">
                    <a16:creationId xmlns:a16="http://schemas.microsoft.com/office/drawing/2014/main" id="{5C103D64-E467-8B0A-38D3-A697E56E76DD}"/>
                  </a:ext>
                </a:extLst>
              </p:cNvPr>
              <p:cNvSpPr/>
              <p:nvPr/>
            </p:nvSpPr>
            <p:spPr>
              <a:xfrm>
                <a:off x="6905677" y="38443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2" name="Freeform 40561">
                <a:extLst>
                  <a:ext uri="{FF2B5EF4-FFF2-40B4-BE49-F238E27FC236}">
                    <a16:creationId xmlns:a16="http://schemas.microsoft.com/office/drawing/2014/main" id="{84FA50F6-E9C2-CD5F-A860-0FA80FF80C05}"/>
                  </a:ext>
                </a:extLst>
              </p:cNvPr>
              <p:cNvSpPr/>
              <p:nvPr/>
            </p:nvSpPr>
            <p:spPr>
              <a:xfrm>
                <a:off x="6906173" y="3848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3" name="Freeform 40562">
                <a:extLst>
                  <a:ext uri="{FF2B5EF4-FFF2-40B4-BE49-F238E27FC236}">
                    <a16:creationId xmlns:a16="http://schemas.microsoft.com/office/drawing/2014/main" id="{F041B398-A40A-5832-A2A7-A2E16A91742C}"/>
                  </a:ext>
                </a:extLst>
              </p:cNvPr>
              <p:cNvSpPr/>
              <p:nvPr/>
            </p:nvSpPr>
            <p:spPr>
              <a:xfrm>
                <a:off x="6906669" y="3855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4" name="Freeform 40563">
                <a:extLst>
                  <a:ext uri="{FF2B5EF4-FFF2-40B4-BE49-F238E27FC236}">
                    <a16:creationId xmlns:a16="http://schemas.microsoft.com/office/drawing/2014/main" id="{F7C0BC84-DFB6-8CB9-9FE2-DF7DE745355B}"/>
                  </a:ext>
                </a:extLst>
              </p:cNvPr>
              <p:cNvSpPr/>
              <p:nvPr/>
            </p:nvSpPr>
            <p:spPr>
              <a:xfrm>
                <a:off x="6907264" y="3761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5" name="Freeform 40564">
                <a:extLst>
                  <a:ext uri="{FF2B5EF4-FFF2-40B4-BE49-F238E27FC236}">
                    <a16:creationId xmlns:a16="http://schemas.microsoft.com/office/drawing/2014/main" id="{A36352E8-24B8-9EB9-D927-809E47CBD3D9}"/>
                  </a:ext>
                </a:extLst>
              </p:cNvPr>
              <p:cNvSpPr/>
              <p:nvPr/>
            </p:nvSpPr>
            <p:spPr>
              <a:xfrm>
                <a:off x="6907760" y="3650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6" name="Freeform 40565">
                <a:extLst>
                  <a:ext uri="{FF2B5EF4-FFF2-40B4-BE49-F238E27FC236}">
                    <a16:creationId xmlns:a16="http://schemas.microsoft.com/office/drawing/2014/main" id="{788FBEC8-B423-4E6D-0BF6-43B98BB2EE77}"/>
                  </a:ext>
                </a:extLst>
              </p:cNvPr>
              <p:cNvSpPr/>
              <p:nvPr/>
            </p:nvSpPr>
            <p:spPr>
              <a:xfrm>
                <a:off x="6908256" y="3470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7" name="Freeform 40566">
                <a:extLst>
                  <a:ext uri="{FF2B5EF4-FFF2-40B4-BE49-F238E27FC236}">
                    <a16:creationId xmlns:a16="http://schemas.microsoft.com/office/drawing/2014/main" id="{FFDD9423-D870-59F3-24A2-07B2D482E810}"/>
                  </a:ext>
                </a:extLst>
              </p:cNvPr>
              <p:cNvSpPr/>
              <p:nvPr/>
            </p:nvSpPr>
            <p:spPr>
              <a:xfrm>
                <a:off x="6908852" y="3164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8" name="Freeform 40567">
                <a:extLst>
                  <a:ext uri="{FF2B5EF4-FFF2-40B4-BE49-F238E27FC236}">
                    <a16:creationId xmlns:a16="http://schemas.microsoft.com/office/drawing/2014/main" id="{483779AE-3BB3-DD8D-829D-3961E277E4A2}"/>
                  </a:ext>
                </a:extLst>
              </p:cNvPr>
              <p:cNvSpPr/>
              <p:nvPr/>
            </p:nvSpPr>
            <p:spPr>
              <a:xfrm>
                <a:off x="6909348" y="3265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69" name="Freeform 40568">
                <a:extLst>
                  <a:ext uri="{FF2B5EF4-FFF2-40B4-BE49-F238E27FC236}">
                    <a16:creationId xmlns:a16="http://schemas.microsoft.com/office/drawing/2014/main" id="{5DE487D8-9E30-F09D-B474-B596E895CF49}"/>
                  </a:ext>
                </a:extLst>
              </p:cNvPr>
              <p:cNvSpPr/>
              <p:nvPr/>
            </p:nvSpPr>
            <p:spPr>
              <a:xfrm>
                <a:off x="6909844" y="3340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0" name="Freeform 40569">
                <a:extLst>
                  <a:ext uri="{FF2B5EF4-FFF2-40B4-BE49-F238E27FC236}">
                    <a16:creationId xmlns:a16="http://schemas.microsoft.com/office/drawing/2014/main" id="{57B09871-4817-66B5-9751-FF59CD01A639}"/>
                  </a:ext>
                </a:extLst>
              </p:cNvPr>
              <p:cNvSpPr/>
              <p:nvPr/>
            </p:nvSpPr>
            <p:spPr>
              <a:xfrm>
                <a:off x="6910439" y="3219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1" name="Freeform 40570">
                <a:extLst>
                  <a:ext uri="{FF2B5EF4-FFF2-40B4-BE49-F238E27FC236}">
                    <a16:creationId xmlns:a16="http://schemas.microsoft.com/office/drawing/2014/main" id="{3D9A6815-F6A4-FF1A-9FFC-92B704763FB2}"/>
                  </a:ext>
                </a:extLst>
              </p:cNvPr>
              <p:cNvSpPr/>
              <p:nvPr/>
            </p:nvSpPr>
            <p:spPr>
              <a:xfrm>
                <a:off x="6910935" y="3375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2" name="Freeform 40571">
                <a:extLst>
                  <a:ext uri="{FF2B5EF4-FFF2-40B4-BE49-F238E27FC236}">
                    <a16:creationId xmlns:a16="http://schemas.microsoft.com/office/drawing/2014/main" id="{B664B0CD-353E-B7D4-FD0C-0E4E83B3BD26}"/>
                  </a:ext>
                </a:extLst>
              </p:cNvPr>
              <p:cNvSpPr/>
              <p:nvPr/>
            </p:nvSpPr>
            <p:spPr>
              <a:xfrm>
                <a:off x="6911431" y="3367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3" name="Freeform 40572">
                <a:extLst>
                  <a:ext uri="{FF2B5EF4-FFF2-40B4-BE49-F238E27FC236}">
                    <a16:creationId xmlns:a16="http://schemas.microsoft.com/office/drawing/2014/main" id="{00F21F76-6FBC-F702-0748-6AD7F037ECCF}"/>
                  </a:ext>
                </a:extLst>
              </p:cNvPr>
              <p:cNvSpPr/>
              <p:nvPr/>
            </p:nvSpPr>
            <p:spPr>
              <a:xfrm>
                <a:off x="6912027" y="3326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4" name="Freeform 40573">
                <a:extLst>
                  <a:ext uri="{FF2B5EF4-FFF2-40B4-BE49-F238E27FC236}">
                    <a16:creationId xmlns:a16="http://schemas.microsoft.com/office/drawing/2014/main" id="{EC2DF85A-56DA-BC08-E2BE-E7B556F4E261}"/>
                  </a:ext>
                </a:extLst>
              </p:cNvPr>
              <p:cNvSpPr/>
              <p:nvPr/>
            </p:nvSpPr>
            <p:spPr>
              <a:xfrm>
                <a:off x="6912523" y="32904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5" name="Freeform 40574">
                <a:extLst>
                  <a:ext uri="{FF2B5EF4-FFF2-40B4-BE49-F238E27FC236}">
                    <a16:creationId xmlns:a16="http://schemas.microsoft.com/office/drawing/2014/main" id="{0FEA80F0-0470-EEEB-DCC2-05A42C189B52}"/>
                  </a:ext>
                </a:extLst>
              </p:cNvPr>
              <p:cNvSpPr/>
              <p:nvPr/>
            </p:nvSpPr>
            <p:spPr>
              <a:xfrm>
                <a:off x="6913019" y="3262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6" name="Freeform 40575">
                <a:extLst>
                  <a:ext uri="{FF2B5EF4-FFF2-40B4-BE49-F238E27FC236}">
                    <a16:creationId xmlns:a16="http://schemas.microsoft.com/office/drawing/2014/main" id="{67CB5B9A-51B7-0367-C182-843B6BBE6775}"/>
                  </a:ext>
                </a:extLst>
              </p:cNvPr>
              <p:cNvSpPr/>
              <p:nvPr/>
            </p:nvSpPr>
            <p:spPr>
              <a:xfrm>
                <a:off x="6913515" y="3216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7" name="Freeform 40576">
                <a:extLst>
                  <a:ext uri="{FF2B5EF4-FFF2-40B4-BE49-F238E27FC236}">
                    <a16:creationId xmlns:a16="http://schemas.microsoft.com/office/drawing/2014/main" id="{0671E8E8-9A86-94A0-F7B4-A941877A0E7E}"/>
                  </a:ext>
                </a:extLst>
              </p:cNvPr>
              <p:cNvSpPr/>
              <p:nvPr/>
            </p:nvSpPr>
            <p:spPr>
              <a:xfrm>
                <a:off x="6914110" y="3206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8" name="Freeform 40577">
                <a:extLst>
                  <a:ext uri="{FF2B5EF4-FFF2-40B4-BE49-F238E27FC236}">
                    <a16:creationId xmlns:a16="http://schemas.microsoft.com/office/drawing/2014/main" id="{70F623C4-70CD-8B37-1627-C3740178F754}"/>
                  </a:ext>
                </a:extLst>
              </p:cNvPr>
              <p:cNvSpPr/>
              <p:nvPr/>
            </p:nvSpPr>
            <p:spPr>
              <a:xfrm>
                <a:off x="6914606" y="3493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79" name="Freeform 40578">
                <a:extLst>
                  <a:ext uri="{FF2B5EF4-FFF2-40B4-BE49-F238E27FC236}">
                    <a16:creationId xmlns:a16="http://schemas.microsoft.com/office/drawing/2014/main" id="{CDC296BF-3B94-204B-D350-15DBAECCADB6}"/>
                  </a:ext>
                </a:extLst>
              </p:cNvPr>
              <p:cNvSpPr/>
              <p:nvPr/>
            </p:nvSpPr>
            <p:spPr>
              <a:xfrm>
                <a:off x="6915102" y="3711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0" name="Freeform 40579">
                <a:extLst>
                  <a:ext uri="{FF2B5EF4-FFF2-40B4-BE49-F238E27FC236}">
                    <a16:creationId xmlns:a16="http://schemas.microsoft.com/office/drawing/2014/main" id="{A307B7BE-3C63-41C4-6900-BABBCACCA0D9}"/>
                  </a:ext>
                </a:extLst>
              </p:cNvPr>
              <p:cNvSpPr/>
              <p:nvPr/>
            </p:nvSpPr>
            <p:spPr>
              <a:xfrm>
                <a:off x="6915698" y="3780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1" name="Freeform 40580">
                <a:extLst>
                  <a:ext uri="{FF2B5EF4-FFF2-40B4-BE49-F238E27FC236}">
                    <a16:creationId xmlns:a16="http://schemas.microsoft.com/office/drawing/2014/main" id="{FD851B2D-F3C5-58A1-2728-A15D8F352304}"/>
                  </a:ext>
                </a:extLst>
              </p:cNvPr>
              <p:cNvSpPr/>
              <p:nvPr/>
            </p:nvSpPr>
            <p:spPr>
              <a:xfrm>
                <a:off x="6916194" y="3805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2" name="Freeform 40581">
                <a:extLst>
                  <a:ext uri="{FF2B5EF4-FFF2-40B4-BE49-F238E27FC236}">
                    <a16:creationId xmlns:a16="http://schemas.microsoft.com/office/drawing/2014/main" id="{E45E5BB5-45D6-DCA5-BA99-A3C149C795A1}"/>
                  </a:ext>
                </a:extLst>
              </p:cNvPr>
              <p:cNvSpPr/>
              <p:nvPr/>
            </p:nvSpPr>
            <p:spPr>
              <a:xfrm>
                <a:off x="6916690" y="3810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3" name="Freeform 40582">
                <a:extLst>
                  <a:ext uri="{FF2B5EF4-FFF2-40B4-BE49-F238E27FC236}">
                    <a16:creationId xmlns:a16="http://schemas.microsoft.com/office/drawing/2014/main" id="{D24D24D2-0869-D3CB-1D6E-231496CC2833}"/>
                  </a:ext>
                </a:extLst>
              </p:cNvPr>
              <p:cNvSpPr/>
              <p:nvPr/>
            </p:nvSpPr>
            <p:spPr>
              <a:xfrm>
                <a:off x="6917285" y="3804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4" name="Freeform 40583">
                <a:extLst>
                  <a:ext uri="{FF2B5EF4-FFF2-40B4-BE49-F238E27FC236}">
                    <a16:creationId xmlns:a16="http://schemas.microsoft.com/office/drawing/2014/main" id="{F58DBAAC-D077-81E3-7E6F-23F4D880E39A}"/>
                  </a:ext>
                </a:extLst>
              </p:cNvPr>
              <p:cNvSpPr/>
              <p:nvPr/>
            </p:nvSpPr>
            <p:spPr>
              <a:xfrm>
                <a:off x="6917781" y="3808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5" name="Freeform 40584">
                <a:extLst>
                  <a:ext uri="{FF2B5EF4-FFF2-40B4-BE49-F238E27FC236}">
                    <a16:creationId xmlns:a16="http://schemas.microsoft.com/office/drawing/2014/main" id="{3653EB00-3319-C7C6-5119-72304011D823}"/>
                  </a:ext>
                </a:extLst>
              </p:cNvPr>
              <p:cNvSpPr/>
              <p:nvPr/>
            </p:nvSpPr>
            <p:spPr>
              <a:xfrm>
                <a:off x="6918277" y="3809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6" name="Freeform 40585">
                <a:extLst>
                  <a:ext uri="{FF2B5EF4-FFF2-40B4-BE49-F238E27FC236}">
                    <a16:creationId xmlns:a16="http://schemas.microsoft.com/office/drawing/2014/main" id="{43D6C53D-61E9-FB47-B6CC-A6135AF7FBD7}"/>
                  </a:ext>
                </a:extLst>
              </p:cNvPr>
              <p:cNvSpPr/>
              <p:nvPr/>
            </p:nvSpPr>
            <p:spPr>
              <a:xfrm>
                <a:off x="6918873" y="3790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7" name="Freeform 40586">
                <a:extLst>
                  <a:ext uri="{FF2B5EF4-FFF2-40B4-BE49-F238E27FC236}">
                    <a16:creationId xmlns:a16="http://schemas.microsoft.com/office/drawing/2014/main" id="{A574106B-59FB-B83C-6C2C-55B4F90CFA5D}"/>
                  </a:ext>
                </a:extLst>
              </p:cNvPr>
              <p:cNvSpPr/>
              <p:nvPr/>
            </p:nvSpPr>
            <p:spPr>
              <a:xfrm>
                <a:off x="6919369" y="3774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8" name="Freeform 40587">
                <a:extLst>
                  <a:ext uri="{FF2B5EF4-FFF2-40B4-BE49-F238E27FC236}">
                    <a16:creationId xmlns:a16="http://schemas.microsoft.com/office/drawing/2014/main" id="{D75B55BF-C616-621B-56BB-535BF6061730}"/>
                  </a:ext>
                </a:extLst>
              </p:cNvPr>
              <p:cNvSpPr/>
              <p:nvPr/>
            </p:nvSpPr>
            <p:spPr>
              <a:xfrm>
                <a:off x="6919865" y="3768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89" name="Freeform 40588">
                <a:extLst>
                  <a:ext uri="{FF2B5EF4-FFF2-40B4-BE49-F238E27FC236}">
                    <a16:creationId xmlns:a16="http://schemas.microsoft.com/office/drawing/2014/main" id="{7998688F-C27F-A213-8006-2FCCCBF1ED82}"/>
                  </a:ext>
                </a:extLst>
              </p:cNvPr>
              <p:cNvSpPr/>
              <p:nvPr/>
            </p:nvSpPr>
            <p:spPr>
              <a:xfrm>
                <a:off x="6920460" y="3595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0" name="Freeform 40589">
                <a:extLst>
                  <a:ext uri="{FF2B5EF4-FFF2-40B4-BE49-F238E27FC236}">
                    <a16:creationId xmlns:a16="http://schemas.microsoft.com/office/drawing/2014/main" id="{774E02B5-4D83-B7C4-62CF-69145C3B7EE0}"/>
                  </a:ext>
                </a:extLst>
              </p:cNvPr>
              <p:cNvSpPr/>
              <p:nvPr/>
            </p:nvSpPr>
            <p:spPr>
              <a:xfrm>
                <a:off x="6920956" y="3409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1" name="Freeform 40590">
                <a:extLst>
                  <a:ext uri="{FF2B5EF4-FFF2-40B4-BE49-F238E27FC236}">
                    <a16:creationId xmlns:a16="http://schemas.microsoft.com/office/drawing/2014/main" id="{1AE455AF-9A79-A920-24C6-19C4C1A792FD}"/>
                  </a:ext>
                </a:extLst>
              </p:cNvPr>
              <p:cNvSpPr/>
              <p:nvPr/>
            </p:nvSpPr>
            <p:spPr>
              <a:xfrm>
                <a:off x="6921452" y="3302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2" name="Freeform 40591">
                <a:extLst>
                  <a:ext uri="{FF2B5EF4-FFF2-40B4-BE49-F238E27FC236}">
                    <a16:creationId xmlns:a16="http://schemas.microsoft.com/office/drawing/2014/main" id="{4416ECA2-5B62-2DFE-FD8D-7E050E4FC1D1}"/>
                  </a:ext>
                </a:extLst>
              </p:cNvPr>
              <p:cNvSpPr/>
              <p:nvPr/>
            </p:nvSpPr>
            <p:spPr>
              <a:xfrm>
                <a:off x="6922048" y="3317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3" name="Freeform 40592">
                <a:extLst>
                  <a:ext uri="{FF2B5EF4-FFF2-40B4-BE49-F238E27FC236}">
                    <a16:creationId xmlns:a16="http://schemas.microsoft.com/office/drawing/2014/main" id="{DB9A17F7-F37A-6FAB-6F62-E2D648BE6585}"/>
                  </a:ext>
                </a:extLst>
              </p:cNvPr>
              <p:cNvSpPr/>
              <p:nvPr/>
            </p:nvSpPr>
            <p:spPr>
              <a:xfrm>
                <a:off x="6922544" y="33170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4" name="Freeform 40593">
                <a:extLst>
                  <a:ext uri="{FF2B5EF4-FFF2-40B4-BE49-F238E27FC236}">
                    <a16:creationId xmlns:a16="http://schemas.microsoft.com/office/drawing/2014/main" id="{CCDF8A49-1A6F-55A6-42AD-5913CE70D6A9}"/>
                  </a:ext>
                </a:extLst>
              </p:cNvPr>
              <p:cNvSpPr/>
              <p:nvPr/>
            </p:nvSpPr>
            <p:spPr>
              <a:xfrm>
                <a:off x="6923040" y="3280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5" name="Freeform 40594">
                <a:extLst>
                  <a:ext uri="{FF2B5EF4-FFF2-40B4-BE49-F238E27FC236}">
                    <a16:creationId xmlns:a16="http://schemas.microsoft.com/office/drawing/2014/main" id="{80524C7F-7722-53C4-064A-424229E69DFA}"/>
                  </a:ext>
                </a:extLst>
              </p:cNvPr>
              <p:cNvSpPr/>
              <p:nvPr/>
            </p:nvSpPr>
            <p:spPr>
              <a:xfrm>
                <a:off x="6923635" y="3233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6" name="Freeform 40595">
                <a:extLst>
                  <a:ext uri="{FF2B5EF4-FFF2-40B4-BE49-F238E27FC236}">
                    <a16:creationId xmlns:a16="http://schemas.microsoft.com/office/drawing/2014/main" id="{976B93D4-2B30-9166-7B5C-B5F9209110D4}"/>
                  </a:ext>
                </a:extLst>
              </p:cNvPr>
              <p:cNvSpPr/>
              <p:nvPr/>
            </p:nvSpPr>
            <p:spPr>
              <a:xfrm>
                <a:off x="6924131" y="3167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7" name="Freeform 40596">
                <a:extLst>
                  <a:ext uri="{FF2B5EF4-FFF2-40B4-BE49-F238E27FC236}">
                    <a16:creationId xmlns:a16="http://schemas.microsoft.com/office/drawing/2014/main" id="{13535D6D-7899-1A39-6C63-D669A8CA1C4D}"/>
                  </a:ext>
                </a:extLst>
              </p:cNvPr>
              <p:cNvSpPr/>
              <p:nvPr/>
            </p:nvSpPr>
            <p:spPr>
              <a:xfrm>
                <a:off x="6924627" y="3157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8" name="Freeform 40597">
                <a:extLst>
                  <a:ext uri="{FF2B5EF4-FFF2-40B4-BE49-F238E27FC236}">
                    <a16:creationId xmlns:a16="http://schemas.microsoft.com/office/drawing/2014/main" id="{E4447C65-9F2C-D9E4-8977-EB4AE65571E4}"/>
                  </a:ext>
                </a:extLst>
              </p:cNvPr>
              <p:cNvSpPr/>
              <p:nvPr/>
            </p:nvSpPr>
            <p:spPr>
              <a:xfrm>
                <a:off x="6925123" y="3062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99" name="Freeform 40598">
                <a:extLst>
                  <a:ext uri="{FF2B5EF4-FFF2-40B4-BE49-F238E27FC236}">
                    <a16:creationId xmlns:a16="http://schemas.microsoft.com/office/drawing/2014/main" id="{1BD6FDE9-97BA-F626-07CF-13772BBE5F87}"/>
                  </a:ext>
                </a:extLst>
              </p:cNvPr>
              <p:cNvSpPr/>
              <p:nvPr/>
            </p:nvSpPr>
            <p:spPr>
              <a:xfrm>
                <a:off x="6925719" y="2995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0" name="Freeform 40599">
                <a:extLst>
                  <a:ext uri="{FF2B5EF4-FFF2-40B4-BE49-F238E27FC236}">
                    <a16:creationId xmlns:a16="http://schemas.microsoft.com/office/drawing/2014/main" id="{3006E9D6-905F-7C83-794A-9EF82F88E663}"/>
                  </a:ext>
                </a:extLst>
              </p:cNvPr>
              <p:cNvSpPr/>
              <p:nvPr/>
            </p:nvSpPr>
            <p:spPr>
              <a:xfrm>
                <a:off x="6926215" y="2950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1" name="Freeform 40600">
                <a:extLst>
                  <a:ext uri="{FF2B5EF4-FFF2-40B4-BE49-F238E27FC236}">
                    <a16:creationId xmlns:a16="http://schemas.microsoft.com/office/drawing/2014/main" id="{B236FD38-0D58-E41A-E3B8-AB9D3D449251}"/>
                  </a:ext>
                </a:extLst>
              </p:cNvPr>
              <p:cNvSpPr/>
              <p:nvPr/>
            </p:nvSpPr>
            <p:spPr>
              <a:xfrm>
                <a:off x="6926711" y="2992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2" name="Freeform 40601">
                <a:extLst>
                  <a:ext uri="{FF2B5EF4-FFF2-40B4-BE49-F238E27FC236}">
                    <a16:creationId xmlns:a16="http://schemas.microsoft.com/office/drawing/2014/main" id="{DF0504A7-DA82-7A12-F56B-0FFB3D7696A1}"/>
                  </a:ext>
                </a:extLst>
              </p:cNvPr>
              <p:cNvSpPr/>
              <p:nvPr/>
            </p:nvSpPr>
            <p:spPr>
              <a:xfrm>
                <a:off x="6927306" y="3186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3" name="Freeform 40602">
                <a:extLst>
                  <a:ext uri="{FF2B5EF4-FFF2-40B4-BE49-F238E27FC236}">
                    <a16:creationId xmlns:a16="http://schemas.microsoft.com/office/drawing/2014/main" id="{275A8658-21D1-3F73-E64B-8C4A108AA6ED}"/>
                  </a:ext>
                </a:extLst>
              </p:cNvPr>
              <p:cNvSpPr/>
              <p:nvPr/>
            </p:nvSpPr>
            <p:spPr>
              <a:xfrm>
                <a:off x="6927802" y="3552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4" name="Freeform 40603">
                <a:extLst>
                  <a:ext uri="{FF2B5EF4-FFF2-40B4-BE49-F238E27FC236}">
                    <a16:creationId xmlns:a16="http://schemas.microsoft.com/office/drawing/2014/main" id="{6D5C5A38-4641-AC24-4AD4-DADA06694D1F}"/>
                  </a:ext>
                </a:extLst>
              </p:cNvPr>
              <p:cNvSpPr/>
              <p:nvPr/>
            </p:nvSpPr>
            <p:spPr>
              <a:xfrm>
                <a:off x="6928298" y="3642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5" name="Freeform 40604">
                <a:extLst>
                  <a:ext uri="{FF2B5EF4-FFF2-40B4-BE49-F238E27FC236}">
                    <a16:creationId xmlns:a16="http://schemas.microsoft.com/office/drawing/2014/main" id="{2F9BF2B1-39A2-0245-A7E8-7A00CBF33E15}"/>
                  </a:ext>
                </a:extLst>
              </p:cNvPr>
              <p:cNvSpPr/>
              <p:nvPr/>
            </p:nvSpPr>
            <p:spPr>
              <a:xfrm>
                <a:off x="6928894" y="3679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6" name="Freeform 40605">
                <a:extLst>
                  <a:ext uri="{FF2B5EF4-FFF2-40B4-BE49-F238E27FC236}">
                    <a16:creationId xmlns:a16="http://schemas.microsoft.com/office/drawing/2014/main" id="{37F6103D-8175-57B3-BEA4-8530FA070BFE}"/>
                  </a:ext>
                </a:extLst>
              </p:cNvPr>
              <p:cNvSpPr/>
              <p:nvPr/>
            </p:nvSpPr>
            <p:spPr>
              <a:xfrm>
                <a:off x="6929390" y="3716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7" name="Freeform 40606">
                <a:extLst>
                  <a:ext uri="{FF2B5EF4-FFF2-40B4-BE49-F238E27FC236}">
                    <a16:creationId xmlns:a16="http://schemas.microsoft.com/office/drawing/2014/main" id="{8D525DE9-F0F8-853D-F2DC-7F5713C7F4CB}"/>
                  </a:ext>
                </a:extLst>
              </p:cNvPr>
              <p:cNvSpPr/>
              <p:nvPr/>
            </p:nvSpPr>
            <p:spPr>
              <a:xfrm>
                <a:off x="6929886" y="3726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8" name="Freeform 40607">
                <a:extLst>
                  <a:ext uri="{FF2B5EF4-FFF2-40B4-BE49-F238E27FC236}">
                    <a16:creationId xmlns:a16="http://schemas.microsoft.com/office/drawing/2014/main" id="{E5BFFA7D-5C4B-E40A-68C7-201A572152AD}"/>
                  </a:ext>
                </a:extLst>
              </p:cNvPr>
              <p:cNvSpPr/>
              <p:nvPr/>
            </p:nvSpPr>
            <p:spPr>
              <a:xfrm>
                <a:off x="6930481" y="374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09" name="Freeform 40608">
                <a:extLst>
                  <a:ext uri="{FF2B5EF4-FFF2-40B4-BE49-F238E27FC236}">
                    <a16:creationId xmlns:a16="http://schemas.microsoft.com/office/drawing/2014/main" id="{A8D853E0-01A4-3322-6F64-6D4A650B9399}"/>
                  </a:ext>
                </a:extLst>
              </p:cNvPr>
              <p:cNvSpPr/>
              <p:nvPr/>
            </p:nvSpPr>
            <p:spPr>
              <a:xfrm>
                <a:off x="6930977" y="374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0" name="Freeform 40609">
                <a:extLst>
                  <a:ext uri="{FF2B5EF4-FFF2-40B4-BE49-F238E27FC236}">
                    <a16:creationId xmlns:a16="http://schemas.microsoft.com/office/drawing/2014/main" id="{DE9C0A27-FF1D-9066-36F0-1C5F993512A6}"/>
                  </a:ext>
                </a:extLst>
              </p:cNvPr>
              <p:cNvSpPr/>
              <p:nvPr/>
            </p:nvSpPr>
            <p:spPr>
              <a:xfrm>
                <a:off x="6931473" y="3743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1" name="Freeform 40610">
                <a:extLst>
                  <a:ext uri="{FF2B5EF4-FFF2-40B4-BE49-F238E27FC236}">
                    <a16:creationId xmlns:a16="http://schemas.microsoft.com/office/drawing/2014/main" id="{925C5509-63F8-6821-DCCF-7A4E10E7EC86}"/>
                  </a:ext>
                </a:extLst>
              </p:cNvPr>
              <p:cNvSpPr/>
              <p:nvPr/>
            </p:nvSpPr>
            <p:spPr>
              <a:xfrm>
                <a:off x="6932069" y="374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2" name="Freeform 40611">
                <a:extLst>
                  <a:ext uri="{FF2B5EF4-FFF2-40B4-BE49-F238E27FC236}">
                    <a16:creationId xmlns:a16="http://schemas.microsoft.com/office/drawing/2014/main" id="{1816EC69-8222-95B4-246C-465C3CE69691}"/>
                  </a:ext>
                </a:extLst>
              </p:cNvPr>
              <p:cNvSpPr/>
              <p:nvPr/>
            </p:nvSpPr>
            <p:spPr>
              <a:xfrm>
                <a:off x="6932565" y="3648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3" name="Freeform 40612">
                <a:extLst>
                  <a:ext uri="{FF2B5EF4-FFF2-40B4-BE49-F238E27FC236}">
                    <a16:creationId xmlns:a16="http://schemas.microsoft.com/office/drawing/2014/main" id="{94B7CFC0-3467-0C2D-8EC6-4D7A726BCDCE}"/>
                  </a:ext>
                </a:extLst>
              </p:cNvPr>
              <p:cNvSpPr/>
              <p:nvPr/>
            </p:nvSpPr>
            <p:spPr>
              <a:xfrm>
                <a:off x="6933061" y="3591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4" name="Freeform 40613">
                <a:extLst>
                  <a:ext uri="{FF2B5EF4-FFF2-40B4-BE49-F238E27FC236}">
                    <a16:creationId xmlns:a16="http://schemas.microsoft.com/office/drawing/2014/main" id="{007B457C-F9A6-D8EA-4852-D4C565A1781C}"/>
                  </a:ext>
                </a:extLst>
              </p:cNvPr>
              <p:cNvSpPr/>
              <p:nvPr/>
            </p:nvSpPr>
            <p:spPr>
              <a:xfrm>
                <a:off x="6933656" y="3374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5" name="Freeform 40614">
                <a:extLst>
                  <a:ext uri="{FF2B5EF4-FFF2-40B4-BE49-F238E27FC236}">
                    <a16:creationId xmlns:a16="http://schemas.microsoft.com/office/drawing/2014/main" id="{EF7B9829-ABFE-FC1A-0E88-0694C049B6EA}"/>
                  </a:ext>
                </a:extLst>
              </p:cNvPr>
              <p:cNvSpPr/>
              <p:nvPr/>
            </p:nvSpPr>
            <p:spPr>
              <a:xfrm>
                <a:off x="6934152" y="3056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6" name="Freeform 40615">
                <a:extLst>
                  <a:ext uri="{FF2B5EF4-FFF2-40B4-BE49-F238E27FC236}">
                    <a16:creationId xmlns:a16="http://schemas.microsoft.com/office/drawing/2014/main" id="{4E974019-0AC7-877D-27B6-EB3073C70EE0}"/>
                  </a:ext>
                </a:extLst>
              </p:cNvPr>
              <p:cNvSpPr/>
              <p:nvPr/>
            </p:nvSpPr>
            <p:spPr>
              <a:xfrm>
                <a:off x="6934648" y="3156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7" name="Freeform 40616">
                <a:extLst>
                  <a:ext uri="{FF2B5EF4-FFF2-40B4-BE49-F238E27FC236}">
                    <a16:creationId xmlns:a16="http://schemas.microsoft.com/office/drawing/2014/main" id="{5FC19718-42B7-0042-5BF2-67C5DAE6FDCA}"/>
                  </a:ext>
                </a:extLst>
              </p:cNvPr>
              <p:cNvSpPr/>
              <p:nvPr/>
            </p:nvSpPr>
            <p:spPr>
              <a:xfrm>
                <a:off x="6935244" y="32427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8" name="Freeform 40617">
                <a:extLst>
                  <a:ext uri="{FF2B5EF4-FFF2-40B4-BE49-F238E27FC236}">
                    <a16:creationId xmlns:a16="http://schemas.microsoft.com/office/drawing/2014/main" id="{0A27487F-EAB9-B059-852B-CFA1562EDCCC}"/>
                  </a:ext>
                </a:extLst>
              </p:cNvPr>
              <p:cNvSpPr/>
              <p:nvPr/>
            </p:nvSpPr>
            <p:spPr>
              <a:xfrm>
                <a:off x="6935740" y="3240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19" name="Freeform 40618">
                <a:extLst>
                  <a:ext uri="{FF2B5EF4-FFF2-40B4-BE49-F238E27FC236}">
                    <a16:creationId xmlns:a16="http://schemas.microsoft.com/office/drawing/2014/main" id="{9757B79B-69CF-FB5C-A127-D08EE1804AAA}"/>
                  </a:ext>
                </a:extLst>
              </p:cNvPr>
              <p:cNvSpPr/>
              <p:nvPr/>
            </p:nvSpPr>
            <p:spPr>
              <a:xfrm>
                <a:off x="6936236" y="3239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0" name="Freeform 40619">
                <a:extLst>
                  <a:ext uri="{FF2B5EF4-FFF2-40B4-BE49-F238E27FC236}">
                    <a16:creationId xmlns:a16="http://schemas.microsoft.com/office/drawing/2014/main" id="{A458909C-71DD-11D5-E7E5-E5B99455F3CD}"/>
                  </a:ext>
                </a:extLst>
              </p:cNvPr>
              <p:cNvSpPr/>
              <p:nvPr/>
            </p:nvSpPr>
            <p:spPr>
              <a:xfrm>
                <a:off x="6936831" y="3184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1" name="Freeform 40620">
                <a:extLst>
                  <a:ext uri="{FF2B5EF4-FFF2-40B4-BE49-F238E27FC236}">
                    <a16:creationId xmlns:a16="http://schemas.microsoft.com/office/drawing/2014/main" id="{58E45D36-6FCC-EF1C-F644-3B99A7496FE6}"/>
                  </a:ext>
                </a:extLst>
              </p:cNvPr>
              <p:cNvSpPr/>
              <p:nvPr/>
            </p:nvSpPr>
            <p:spPr>
              <a:xfrm>
                <a:off x="6937327" y="3150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2" name="Freeform 40621">
                <a:extLst>
                  <a:ext uri="{FF2B5EF4-FFF2-40B4-BE49-F238E27FC236}">
                    <a16:creationId xmlns:a16="http://schemas.microsoft.com/office/drawing/2014/main" id="{338BF488-4C0C-6C68-9E9A-A29336721D13}"/>
                  </a:ext>
                </a:extLst>
              </p:cNvPr>
              <p:cNvSpPr/>
              <p:nvPr/>
            </p:nvSpPr>
            <p:spPr>
              <a:xfrm>
                <a:off x="6937823" y="3077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3" name="Freeform 40622">
                <a:extLst>
                  <a:ext uri="{FF2B5EF4-FFF2-40B4-BE49-F238E27FC236}">
                    <a16:creationId xmlns:a16="http://schemas.microsoft.com/office/drawing/2014/main" id="{3DED2BFC-C83E-18CF-EFBA-8AC9A33C36F9}"/>
                  </a:ext>
                </a:extLst>
              </p:cNvPr>
              <p:cNvSpPr/>
              <p:nvPr/>
            </p:nvSpPr>
            <p:spPr>
              <a:xfrm>
                <a:off x="6938320" y="3013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4" name="Freeform 40623">
                <a:extLst>
                  <a:ext uri="{FF2B5EF4-FFF2-40B4-BE49-F238E27FC236}">
                    <a16:creationId xmlns:a16="http://schemas.microsoft.com/office/drawing/2014/main" id="{54C0F323-356B-956E-1DC4-84ED680EEA24}"/>
                  </a:ext>
                </a:extLst>
              </p:cNvPr>
              <p:cNvSpPr/>
              <p:nvPr/>
            </p:nvSpPr>
            <p:spPr>
              <a:xfrm>
                <a:off x="6938915" y="3013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5" name="Freeform 40624">
                <a:extLst>
                  <a:ext uri="{FF2B5EF4-FFF2-40B4-BE49-F238E27FC236}">
                    <a16:creationId xmlns:a16="http://schemas.microsoft.com/office/drawing/2014/main" id="{454F2125-2D5F-B78E-4859-DFCFCEF5A8CF}"/>
                  </a:ext>
                </a:extLst>
              </p:cNvPr>
              <p:cNvSpPr/>
              <p:nvPr/>
            </p:nvSpPr>
            <p:spPr>
              <a:xfrm>
                <a:off x="6939411" y="2993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6" name="Freeform 40625">
                <a:extLst>
                  <a:ext uri="{FF2B5EF4-FFF2-40B4-BE49-F238E27FC236}">
                    <a16:creationId xmlns:a16="http://schemas.microsoft.com/office/drawing/2014/main" id="{BFD8CB19-2FC4-262F-A5FD-6210DCDDAD99}"/>
                  </a:ext>
                </a:extLst>
              </p:cNvPr>
              <p:cNvSpPr/>
              <p:nvPr/>
            </p:nvSpPr>
            <p:spPr>
              <a:xfrm>
                <a:off x="6939907" y="31778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7" name="Freeform 40626">
                <a:extLst>
                  <a:ext uri="{FF2B5EF4-FFF2-40B4-BE49-F238E27FC236}">
                    <a16:creationId xmlns:a16="http://schemas.microsoft.com/office/drawing/2014/main" id="{BDCC57E9-18F3-F364-9EA2-74E90A913437}"/>
                  </a:ext>
                </a:extLst>
              </p:cNvPr>
              <p:cNvSpPr/>
              <p:nvPr/>
            </p:nvSpPr>
            <p:spPr>
              <a:xfrm>
                <a:off x="6940502" y="3501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8" name="Freeform 40627">
                <a:extLst>
                  <a:ext uri="{FF2B5EF4-FFF2-40B4-BE49-F238E27FC236}">
                    <a16:creationId xmlns:a16="http://schemas.microsoft.com/office/drawing/2014/main" id="{680552D2-3F9B-B2DD-DBF2-7155D7B52B6A}"/>
                  </a:ext>
                </a:extLst>
              </p:cNvPr>
              <p:cNvSpPr/>
              <p:nvPr/>
            </p:nvSpPr>
            <p:spPr>
              <a:xfrm>
                <a:off x="6940998" y="3596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29" name="Freeform 40628">
                <a:extLst>
                  <a:ext uri="{FF2B5EF4-FFF2-40B4-BE49-F238E27FC236}">
                    <a16:creationId xmlns:a16="http://schemas.microsoft.com/office/drawing/2014/main" id="{E53B48C4-B4CF-71AF-8A17-62C71CC4476E}"/>
                  </a:ext>
                </a:extLst>
              </p:cNvPr>
              <p:cNvSpPr/>
              <p:nvPr/>
            </p:nvSpPr>
            <p:spPr>
              <a:xfrm>
                <a:off x="6941495" y="3633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0" name="Freeform 40629">
                <a:extLst>
                  <a:ext uri="{FF2B5EF4-FFF2-40B4-BE49-F238E27FC236}">
                    <a16:creationId xmlns:a16="http://schemas.microsoft.com/office/drawing/2014/main" id="{70A7008F-B690-9BFF-8F5C-B04B975BADB5}"/>
                  </a:ext>
                </a:extLst>
              </p:cNvPr>
              <p:cNvSpPr/>
              <p:nvPr/>
            </p:nvSpPr>
            <p:spPr>
              <a:xfrm>
                <a:off x="6942090" y="3668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1" name="Freeform 40630">
                <a:extLst>
                  <a:ext uri="{FF2B5EF4-FFF2-40B4-BE49-F238E27FC236}">
                    <a16:creationId xmlns:a16="http://schemas.microsoft.com/office/drawing/2014/main" id="{2451AC4F-32E5-6FE9-17E3-AC297395ABF7}"/>
                  </a:ext>
                </a:extLst>
              </p:cNvPr>
              <p:cNvSpPr/>
              <p:nvPr/>
            </p:nvSpPr>
            <p:spPr>
              <a:xfrm>
                <a:off x="6942586" y="3687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2" name="Freeform 40631">
                <a:extLst>
                  <a:ext uri="{FF2B5EF4-FFF2-40B4-BE49-F238E27FC236}">
                    <a16:creationId xmlns:a16="http://schemas.microsoft.com/office/drawing/2014/main" id="{95816A49-BCC9-028F-0CA9-2932553835C1}"/>
                  </a:ext>
                </a:extLst>
              </p:cNvPr>
              <p:cNvSpPr/>
              <p:nvPr/>
            </p:nvSpPr>
            <p:spPr>
              <a:xfrm>
                <a:off x="6943082" y="3697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3" name="Freeform 40632">
                <a:extLst>
                  <a:ext uri="{FF2B5EF4-FFF2-40B4-BE49-F238E27FC236}">
                    <a16:creationId xmlns:a16="http://schemas.microsoft.com/office/drawing/2014/main" id="{E8C30EF6-573D-9464-B75F-05B817F35BB6}"/>
                  </a:ext>
                </a:extLst>
              </p:cNvPr>
              <p:cNvSpPr/>
              <p:nvPr/>
            </p:nvSpPr>
            <p:spPr>
              <a:xfrm>
                <a:off x="6943677" y="367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4" name="Freeform 40633">
                <a:extLst>
                  <a:ext uri="{FF2B5EF4-FFF2-40B4-BE49-F238E27FC236}">
                    <a16:creationId xmlns:a16="http://schemas.microsoft.com/office/drawing/2014/main" id="{95389A85-80F8-B2E1-C91B-8ECE72F99615}"/>
                  </a:ext>
                </a:extLst>
              </p:cNvPr>
              <p:cNvSpPr/>
              <p:nvPr/>
            </p:nvSpPr>
            <p:spPr>
              <a:xfrm>
                <a:off x="6944173" y="367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5" name="Freeform 40634">
                <a:extLst>
                  <a:ext uri="{FF2B5EF4-FFF2-40B4-BE49-F238E27FC236}">
                    <a16:creationId xmlns:a16="http://schemas.microsoft.com/office/drawing/2014/main" id="{DAB22113-5EBF-A645-C6B5-2B568A52D51F}"/>
                  </a:ext>
                </a:extLst>
              </p:cNvPr>
              <p:cNvSpPr/>
              <p:nvPr/>
            </p:nvSpPr>
            <p:spPr>
              <a:xfrm>
                <a:off x="6944670" y="3699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6" name="Freeform 40635">
                <a:extLst>
                  <a:ext uri="{FF2B5EF4-FFF2-40B4-BE49-F238E27FC236}">
                    <a16:creationId xmlns:a16="http://schemas.microsoft.com/office/drawing/2014/main" id="{8143E64E-0456-3469-1813-B47C68F33326}"/>
                  </a:ext>
                </a:extLst>
              </p:cNvPr>
              <p:cNvSpPr/>
              <p:nvPr/>
            </p:nvSpPr>
            <p:spPr>
              <a:xfrm>
                <a:off x="6945265" y="3659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7" name="Freeform 40636">
                <a:extLst>
                  <a:ext uri="{FF2B5EF4-FFF2-40B4-BE49-F238E27FC236}">
                    <a16:creationId xmlns:a16="http://schemas.microsoft.com/office/drawing/2014/main" id="{A7AA8507-524C-9586-4394-540AC7863887}"/>
                  </a:ext>
                </a:extLst>
              </p:cNvPr>
              <p:cNvSpPr/>
              <p:nvPr/>
            </p:nvSpPr>
            <p:spPr>
              <a:xfrm>
                <a:off x="6945761" y="3553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8" name="Freeform 40637">
                <a:extLst>
                  <a:ext uri="{FF2B5EF4-FFF2-40B4-BE49-F238E27FC236}">
                    <a16:creationId xmlns:a16="http://schemas.microsoft.com/office/drawing/2014/main" id="{A621BBE3-1AEA-A209-DF72-3C5E9FF89BD6}"/>
                  </a:ext>
                </a:extLst>
              </p:cNvPr>
              <p:cNvSpPr/>
              <p:nvPr/>
            </p:nvSpPr>
            <p:spPr>
              <a:xfrm>
                <a:off x="6946257" y="3411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39" name="Freeform 40638">
                <a:extLst>
                  <a:ext uri="{FF2B5EF4-FFF2-40B4-BE49-F238E27FC236}">
                    <a16:creationId xmlns:a16="http://schemas.microsoft.com/office/drawing/2014/main" id="{077B7C88-D9B0-7A37-4AE9-846376BEAE8D}"/>
                  </a:ext>
                </a:extLst>
              </p:cNvPr>
              <p:cNvSpPr/>
              <p:nvPr/>
            </p:nvSpPr>
            <p:spPr>
              <a:xfrm>
                <a:off x="6946852" y="3212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0" name="Freeform 40639">
                <a:extLst>
                  <a:ext uri="{FF2B5EF4-FFF2-40B4-BE49-F238E27FC236}">
                    <a16:creationId xmlns:a16="http://schemas.microsoft.com/office/drawing/2014/main" id="{66FBDF96-A4B8-060F-F202-465FBEAA8588}"/>
                  </a:ext>
                </a:extLst>
              </p:cNvPr>
              <p:cNvSpPr/>
              <p:nvPr/>
            </p:nvSpPr>
            <p:spPr>
              <a:xfrm>
                <a:off x="6947348" y="3274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1" name="Freeform 40640">
                <a:extLst>
                  <a:ext uri="{FF2B5EF4-FFF2-40B4-BE49-F238E27FC236}">
                    <a16:creationId xmlns:a16="http://schemas.microsoft.com/office/drawing/2014/main" id="{92EF4A3D-1F9A-5D34-503B-F1C30B745020}"/>
                  </a:ext>
                </a:extLst>
              </p:cNvPr>
              <p:cNvSpPr/>
              <p:nvPr/>
            </p:nvSpPr>
            <p:spPr>
              <a:xfrm>
                <a:off x="6947845" y="3306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2" name="Freeform 40641">
                <a:extLst>
                  <a:ext uri="{FF2B5EF4-FFF2-40B4-BE49-F238E27FC236}">
                    <a16:creationId xmlns:a16="http://schemas.microsoft.com/office/drawing/2014/main" id="{4083DCE7-F7C3-CFF7-42B6-29732F6437A4}"/>
                  </a:ext>
                </a:extLst>
              </p:cNvPr>
              <p:cNvSpPr/>
              <p:nvPr/>
            </p:nvSpPr>
            <p:spPr>
              <a:xfrm>
                <a:off x="6948440" y="3258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3" name="Freeform 40642">
                <a:extLst>
                  <a:ext uri="{FF2B5EF4-FFF2-40B4-BE49-F238E27FC236}">
                    <a16:creationId xmlns:a16="http://schemas.microsoft.com/office/drawing/2014/main" id="{828319C3-C99A-744B-70C9-47CBCEF3B491}"/>
                  </a:ext>
                </a:extLst>
              </p:cNvPr>
              <p:cNvSpPr/>
              <p:nvPr/>
            </p:nvSpPr>
            <p:spPr>
              <a:xfrm>
                <a:off x="6948936" y="325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4" name="Freeform 40643">
                <a:extLst>
                  <a:ext uri="{FF2B5EF4-FFF2-40B4-BE49-F238E27FC236}">
                    <a16:creationId xmlns:a16="http://schemas.microsoft.com/office/drawing/2014/main" id="{519C4685-3FCB-C9A7-B06F-5F94E9C4F2D3}"/>
                  </a:ext>
                </a:extLst>
              </p:cNvPr>
              <p:cNvSpPr/>
              <p:nvPr/>
            </p:nvSpPr>
            <p:spPr>
              <a:xfrm>
                <a:off x="6949432" y="3267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5" name="Freeform 40644">
                <a:extLst>
                  <a:ext uri="{FF2B5EF4-FFF2-40B4-BE49-F238E27FC236}">
                    <a16:creationId xmlns:a16="http://schemas.microsoft.com/office/drawing/2014/main" id="{A1CD9B89-E92E-617C-9DB7-6FC6F0D9A796}"/>
                  </a:ext>
                </a:extLst>
              </p:cNvPr>
              <p:cNvSpPr/>
              <p:nvPr/>
            </p:nvSpPr>
            <p:spPr>
              <a:xfrm>
                <a:off x="6949928" y="3202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6" name="Freeform 40645">
                <a:extLst>
                  <a:ext uri="{FF2B5EF4-FFF2-40B4-BE49-F238E27FC236}">
                    <a16:creationId xmlns:a16="http://schemas.microsoft.com/office/drawing/2014/main" id="{0CCE1CED-BD3C-FF07-4108-09E2F437DFFD}"/>
                  </a:ext>
                </a:extLst>
              </p:cNvPr>
              <p:cNvSpPr/>
              <p:nvPr/>
            </p:nvSpPr>
            <p:spPr>
              <a:xfrm>
                <a:off x="6950523" y="3148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7" name="Freeform 40646">
                <a:extLst>
                  <a:ext uri="{FF2B5EF4-FFF2-40B4-BE49-F238E27FC236}">
                    <a16:creationId xmlns:a16="http://schemas.microsoft.com/office/drawing/2014/main" id="{86C59114-C522-490A-1284-E4FB681AD534}"/>
                  </a:ext>
                </a:extLst>
              </p:cNvPr>
              <p:cNvSpPr/>
              <p:nvPr/>
            </p:nvSpPr>
            <p:spPr>
              <a:xfrm>
                <a:off x="6951020" y="3096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8" name="Freeform 40647">
                <a:extLst>
                  <a:ext uri="{FF2B5EF4-FFF2-40B4-BE49-F238E27FC236}">
                    <a16:creationId xmlns:a16="http://schemas.microsoft.com/office/drawing/2014/main" id="{DF680B05-CBE4-306C-E13F-FBE8473FF0FC}"/>
                  </a:ext>
                </a:extLst>
              </p:cNvPr>
              <p:cNvSpPr/>
              <p:nvPr/>
            </p:nvSpPr>
            <p:spPr>
              <a:xfrm>
                <a:off x="6951516" y="3060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49" name="Freeform 40648">
                <a:extLst>
                  <a:ext uri="{FF2B5EF4-FFF2-40B4-BE49-F238E27FC236}">
                    <a16:creationId xmlns:a16="http://schemas.microsoft.com/office/drawing/2014/main" id="{C9FBA37A-FF1C-FC74-A7BB-09D8A4FC1207}"/>
                  </a:ext>
                </a:extLst>
              </p:cNvPr>
              <p:cNvSpPr/>
              <p:nvPr/>
            </p:nvSpPr>
            <p:spPr>
              <a:xfrm>
                <a:off x="6952111" y="3081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0" name="Freeform 40649">
                <a:extLst>
                  <a:ext uri="{FF2B5EF4-FFF2-40B4-BE49-F238E27FC236}">
                    <a16:creationId xmlns:a16="http://schemas.microsoft.com/office/drawing/2014/main" id="{DCA7FCF1-B7B2-FE62-750D-C14403E95036}"/>
                  </a:ext>
                </a:extLst>
              </p:cNvPr>
              <p:cNvSpPr/>
              <p:nvPr/>
            </p:nvSpPr>
            <p:spPr>
              <a:xfrm>
                <a:off x="6952607" y="3305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1" name="Freeform 40650">
                <a:extLst>
                  <a:ext uri="{FF2B5EF4-FFF2-40B4-BE49-F238E27FC236}">
                    <a16:creationId xmlns:a16="http://schemas.microsoft.com/office/drawing/2014/main" id="{906BD8CA-F061-0637-3E5F-392BA0BCC6A9}"/>
                  </a:ext>
                </a:extLst>
              </p:cNvPr>
              <p:cNvSpPr/>
              <p:nvPr/>
            </p:nvSpPr>
            <p:spPr>
              <a:xfrm>
                <a:off x="6953103" y="3653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2" name="Freeform 40651">
                <a:extLst>
                  <a:ext uri="{FF2B5EF4-FFF2-40B4-BE49-F238E27FC236}">
                    <a16:creationId xmlns:a16="http://schemas.microsoft.com/office/drawing/2014/main" id="{D0785813-2D06-E832-A5F5-305CF09DA4A4}"/>
                  </a:ext>
                </a:extLst>
              </p:cNvPr>
              <p:cNvSpPr/>
              <p:nvPr/>
            </p:nvSpPr>
            <p:spPr>
              <a:xfrm>
                <a:off x="6953698" y="3751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3" name="Freeform 40652">
                <a:extLst>
                  <a:ext uri="{FF2B5EF4-FFF2-40B4-BE49-F238E27FC236}">
                    <a16:creationId xmlns:a16="http://schemas.microsoft.com/office/drawing/2014/main" id="{81EB4683-7413-8F1D-4E69-05000F9E8EEE}"/>
                  </a:ext>
                </a:extLst>
              </p:cNvPr>
              <p:cNvSpPr/>
              <p:nvPr/>
            </p:nvSpPr>
            <p:spPr>
              <a:xfrm>
                <a:off x="6954195" y="3794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4" name="Freeform 40653">
                <a:extLst>
                  <a:ext uri="{FF2B5EF4-FFF2-40B4-BE49-F238E27FC236}">
                    <a16:creationId xmlns:a16="http://schemas.microsoft.com/office/drawing/2014/main" id="{D7B66696-1B79-0E53-7056-13771D39F2F5}"/>
                  </a:ext>
                </a:extLst>
              </p:cNvPr>
              <p:cNvSpPr/>
              <p:nvPr/>
            </p:nvSpPr>
            <p:spPr>
              <a:xfrm>
                <a:off x="6954691" y="3823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5" name="Freeform 40654">
                <a:extLst>
                  <a:ext uri="{FF2B5EF4-FFF2-40B4-BE49-F238E27FC236}">
                    <a16:creationId xmlns:a16="http://schemas.microsoft.com/office/drawing/2014/main" id="{0534ED81-DC7C-F6ED-2115-288176AAEF84}"/>
                  </a:ext>
                </a:extLst>
              </p:cNvPr>
              <p:cNvSpPr/>
              <p:nvPr/>
            </p:nvSpPr>
            <p:spPr>
              <a:xfrm>
                <a:off x="6955286" y="3830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6" name="Freeform 40655">
                <a:extLst>
                  <a:ext uri="{FF2B5EF4-FFF2-40B4-BE49-F238E27FC236}">
                    <a16:creationId xmlns:a16="http://schemas.microsoft.com/office/drawing/2014/main" id="{079D87BC-05EA-1F9D-EF60-E4CAF19F7268}"/>
                  </a:ext>
                </a:extLst>
              </p:cNvPr>
              <p:cNvSpPr/>
              <p:nvPr/>
            </p:nvSpPr>
            <p:spPr>
              <a:xfrm>
                <a:off x="6955782" y="3825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7" name="Freeform 40656">
                <a:extLst>
                  <a:ext uri="{FF2B5EF4-FFF2-40B4-BE49-F238E27FC236}">
                    <a16:creationId xmlns:a16="http://schemas.microsoft.com/office/drawing/2014/main" id="{226EDAAC-2CAB-8230-BE19-0B1BFCAFB7F8}"/>
                  </a:ext>
                </a:extLst>
              </p:cNvPr>
              <p:cNvSpPr/>
              <p:nvPr/>
            </p:nvSpPr>
            <p:spPr>
              <a:xfrm>
                <a:off x="6956278" y="3823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8" name="Freeform 40657">
                <a:extLst>
                  <a:ext uri="{FF2B5EF4-FFF2-40B4-BE49-F238E27FC236}">
                    <a16:creationId xmlns:a16="http://schemas.microsoft.com/office/drawing/2014/main" id="{73A18C53-B7EC-4630-9917-E680BB3EA30B}"/>
                  </a:ext>
                </a:extLst>
              </p:cNvPr>
              <p:cNvSpPr/>
              <p:nvPr/>
            </p:nvSpPr>
            <p:spPr>
              <a:xfrm>
                <a:off x="6956873" y="3805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59" name="Freeform 40658">
                <a:extLst>
                  <a:ext uri="{FF2B5EF4-FFF2-40B4-BE49-F238E27FC236}">
                    <a16:creationId xmlns:a16="http://schemas.microsoft.com/office/drawing/2014/main" id="{D05A1214-CC11-975D-A4E2-2EA890970B38}"/>
                  </a:ext>
                </a:extLst>
              </p:cNvPr>
              <p:cNvSpPr/>
              <p:nvPr/>
            </p:nvSpPr>
            <p:spPr>
              <a:xfrm>
                <a:off x="6957370" y="3808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0" name="Freeform 40659">
                <a:extLst>
                  <a:ext uri="{FF2B5EF4-FFF2-40B4-BE49-F238E27FC236}">
                    <a16:creationId xmlns:a16="http://schemas.microsoft.com/office/drawing/2014/main" id="{FB04D4B6-3FC8-7B53-707A-434EC9D81715}"/>
                  </a:ext>
                </a:extLst>
              </p:cNvPr>
              <p:cNvSpPr/>
              <p:nvPr/>
            </p:nvSpPr>
            <p:spPr>
              <a:xfrm>
                <a:off x="6957866" y="3812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1" name="Freeform 40660">
                <a:extLst>
                  <a:ext uri="{FF2B5EF4-FFF2-40B4-BE49-F238E27FC236}">
                    <a16:creationId xmlns:a16="http://schemas.microsoft.com/office/drawing/2014/main" id="{556ACC10-C449-E267-E1C4-DA296CECECAB}"/>
                  </a:ext>
                </a:extLst>
              </p:cNvPr>
              <p:cNvSpPr/>
              <p:nvPr/>
            </p:nvSpPr>
            <p:spPr>
              <a:xfrm>
                <a:off x="6958461" y="3661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2" name="Freeform 40661">
                <a:extLst>
                  <a:ext uri="{FF2B5EF4-FFF2-40B4-BE49-F238E27FC236}">
                    <a16:creationId xmlns:a16="http://schemas.microsoft.com/office/drawing/2014/main" id="{D6D04CE4-3EE6-2827-89B9-E2153157791A}"/>
                  </a:ext>
                </a:extLst>
              </p:cNvPr>
              <p:cNvSpPr/>
              <p:nvPr/>
            </p:nvSpPr>
            <p:spPr>
              <a:xfrm>
                <a:off x="6958957" y="3504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3" name="Freeform 40662">
                <a:extLst>
                  <a:ext uri="{FF2B5EF4-FFF2-40B4-BE49-F238E27FC236}">
                    <a16:creationId xmlns:a16="http://schemas.microsoft.com/office/drawing/2014/main" id="{98CAC84F-2062-2BE6-4FB2-C1EFDAE80AFD}"/>
                  </a:ext>
                </a:extLst>
              </p:cNvPr>
              <p:cNvSpPr/>
              <p:nvPr/>
            </p:nvSpPr>
            <p:spPr>
              <a:xfrm>
                <a:off x="6959453" y="3377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4" name="Freeform 40663">
                <a:extLst>
                  <a:ext uri="{FF2B5EF4-FFF2-40B4-BE49-F238E27FC236}">
                    <a16:creationId xmlns:a16="http://schemas.microsoft.com/office/drawing/2014/main" id="{F33306F4-466C-7370-22B3-A962E371867D}"/>
                  </a:ext>
                </a:extLst>
              </p:cNvPr>
              <p:cNvSpPr/>
              <p:nvPr/>
            </p:nvSpPr>
            <p:spPr>
              <a:xfrm>
                <a:off x="6960048" y="3418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5" name="Freeform 40664">
                <a:extLst>
                  <a:ext uri="{FF2B5EF4-FFF2-40B4-BE49-F238E27FC236}">
                    <a16:creationId xmlns:a16="http://schemas.microsoft.com/office/drawing/2014/main" id="{B8AD7BF9-3FB3-ECC6-4BBF-57CB9EE9E789}"/>
                  </a:ext>
                </a:extLst>
              </p:cNvPr>
              <p:cNvSpPr/>
              <p:nvPr/>
            </p:nvSpPr>
            <p:spPr>
              <a:xfrm>
                <a:off x="6960545" y="3438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6" name="Freeform 40665">
                <a:extLst>
                  <a:ext uri="{FF2B5EF4-FFF2-40B4-BE49-F238E27FC236}">
                    <a16:creationId xmlns:a16="http://schemas.microsoft.com/office/drawing/2014/main" id="{A16CD08F-D0AE-2225-40AF-E30F13611EAC}"/>
                  </a:ext>
                </a:extLst>
              </p:cNvPr>
              <p:cNvSpPr/>
              <p:nvPr/>
            </p:nvSpPr>
            <p:spPr>
              <a:xfrm>
                <a:off x="6961041" y="3416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7" name="Freeform 40666">
                <a:extLst>
                  <a:ext uri="{FF2B5EF4-FFF2-40B4-BE49-F238E27FC236}">
                    <a16:creationId xmlns:a16="http://schemas.microsoft.com/office/drawing/2014/main" id="{4E8F8AFF-DFFF-3F0A-D142-EA9E364E27D1}"/>
                  </a:ext>
                </a:extLst>
              </p:cNvPr>
              <p:cNvSpPr/>
              <p:nvPr/>
            </p:nvSpPr>
            <p:spPr>
              <a:xfrm>
                <a:off x="6961636" y="3382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8" name="Freeform 40667">
                <a:extLst>
                  <a:ext uri="{FF2B5EF4-FFF2-40B4-BE49-F238E27FC236}">
                    <a16:creationId xmlns:a16="http://schemas.microsoft.com/office/drawing/2014/main" id="{DBDBE77E-CFCF-D753-D949-FA44EBDAA461}"/>
                  </a:ext>
                </a:extLst>
              </p:cNvPr>
              <p:cNvSpPr/>
              <p:nvPr/>
            </p:nvSpPr>
            <p:spPr>
              <a:xfrm>
                <a:off x="6962132" y="3366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69" name="Freeform 40668">
                <a:extLst>
                  <a:ext uri="{FF2B5EF4-FFF2-40B4-BE49-F238E27FC236}">
                    <a16:creationId xmlns:a16="http://schemas.microsoft.com/office/drawing/2014/main" id="{F03FA739-F5DE-4204-66CA-D38A9C029D4D}"/>
                  </a:ext>
                </a:extLst>
              </p:cNvPr>
              <p:cNvSpPr/>
              <p:nvPr/>
            </p:nvSpPr>
            <p:spPr>
              <a:xfrm>
                <a:off x="6962628" y="3334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0" name="Freeform 40669">
                <a:extLst>
                  <a:ext uri="{FF2B5EF4-FFF2-40B4-BE49-F238E27FC236}">
                    <a16:creationId xmlns:a16="http://schemas.microsoft.com/office/drawing/2014/main" id="{2F061205-44B2-14A7-4A4D-74C774CD765F}"/>
                  </a:ext>
                </a:extLst>
              </p:cNvPr>
              <p:cNvSpPr/>
              <p:nvPr/>
            </p:nvSpPr>
            <p:spPr>
              <a:xfrm>
                <a:off x="6963124" y="3303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1" name="Freeform 40670">
                <a:extLst>
                  <a:ext uri="{FF2B5EF4-FFF2-40B4-BE49-F238E27FC236}">
                    <a16:creationId xmlns:a16="http://schemas.microsoft.com/office/drawing/2014/main" id="{6BDAA5B9-1D83-00AC-D0C1-5B293398C9BE}"/>
                  </a:ext>
                </a:extLst>
              </p:cNvPr>
              <p:cNvSpPr/>
              <p:nvPr/>
            </p:nvSpPr>
            <p:spPr>
              <a:xfrm>
                <a:off x="6963720" y="3310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2" name="Freeform 40671">
                <a:extLst>
                  <a:ext uri="{FF2B5EF4-FFF2-40B4-BE49-F238E27FC236}">
                    <a16:creationId xmlns:a16="http://schemas.microsoft.com/office/drawing/2014/main" id="{EAAB83BC-3833-FF08-9AE9-3AA5E8A2347B}"/>
                  </a:ext>
                </a:extLst>
              </p:cNvPr>
              <p:cNvSpPr/>
              <p:nvPr/>
            </p:nvSpPr>
            <p:spPr>
              <a:xfrm>
                <a:off x="6964216" y="3335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3" name="Freeform 40672">
                <a:extLst>
                  <a:ext uri="{FF2B5EF4-FFF2-40B4-BE49-F238E27FC236}">
                    <a16:creationId xmlns:a16="http://schemas.microsoft.com/office/drawing/2014/main" id="{11A2AA26-FDF4-DBE5-C38B-B9CDAEDAAFBC}"/>
                  </a:ext>
                </a:extLst>
              </p:cNvPr>
              <p:cNvSpPr/>
              <p:nvPr/>
            </p:nvSpPr>
            <p:spPr>
              <a:xfrm>
                <a:off x="6964712" y="3245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4" name="Freeform 40673">
                <a:extLst>
                  <a:ext uri="{FF2B5EF4-FFF2-40B4-BE49-F238E27FC236}">
                    <a16:creationId xmlns:a16="http://schemas.microsoft.com/office/drawing/2014/main" id="{8FAC9ACE-83F5-982F-11DB-16F213CE5CA7}"/>
                  </a:ext>
                </a:extLst>
              </p:cNvPr>
              <p:cNvSpPr/>
              <p:nvPr/>
            </p:nvSpPr>
            <p:spPr>
              <a:xfrm>
                <a:off x="6965307" y="3508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5" name="Freeform 40674">
                <a:extLst>
                  <a:ext uri="{FF2B5EF4-FFF2-40B4-BE49-F238E27FC236}">
                    <a16:creationId xmlns:a16="http://schemas.microsoft.com/office/drawing/2014/main" id="{A886FF6C-AFD6-6B3F-E77C-79798D7C5A06}"/>
                  </a:ext>
                </a:extLst>
              </p:cNvPr>
              <p:cNvSpPr/>
              <p:nvPr/>
            </p:nvSpPr>
            <p:spPr>
              <a:xfrm>
                <a:off x="6965803" y="3788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6" name="Freeform 40675">
                <a:extLst>
                  <a:ext uri="{FF2B5EF4-FFF2-40B4-BE49-F238E27FC236}">
                    <a16:creationId xmlns:a16="http://schemas.microsoft.com/office/drawing/2014/main" id="{5D0551B1-A3F7-0F4C-C288-DE0D75DBE2D3}"/>
                  </a:ext>
                </a:extLst>
              </p:cNvPr>
              <p:cNvSpPr/>
              <p:nvPr/>
            </p:nvSpPr>
            <p:spPr>
              <a:xfrm>
                <a:off x="6966299" y="3840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7" name="Freeform 40676">
                <a:extLst>
                  <a:ext uri="{FF2B5EF4-FFF2-40B4-BE49-F238E27FC236}">
                    <a16:creationId xmlns:a16="http://schemas.microsoft.com/office/drawing/2014/main" id="{926ADC08-5C79-A5E6-1CB6-89C457EF5538}"/>
                  </a:ext>
                </a:extLst>
              </p:cNvPr>
              <p:cNvSpPr/>
              <p:nvPr/>
            </p:nvSpPr>
            <p:spPr>
              <a:xfrm>
                <a:off x="6966895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8" name="Freeform 40677">
                <a:extLst>
                  <a:ext uri="{FF2B5EF4-FFF2-40B4-BE49-F238E27FC236}">
                    <a16:creationId xmlns:a16="http://schemas.microsoft.com/office/drawing/2014/main" id="{64F6D1A7-F9DF-66BC-6640-DFC6DB1D4D3D}"/>
                  </a:ext>
                </a:extLst>
              </p:cNvPr>
              <p:cNvSpPr/>
              <p:nvPr/>
            </p:nvSpPr>
            <p:spPr>
              <a:xfrm>
                <a:off x="6967391" y="3878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79" name="Freeform 40678">
                <a:extLst>
                  <a:ext uri="{FF2B5EF4-FFF2-40B4-BE49-F238E27FC236}">
                    <a16:creationId xmlns:a16="http://schemas.microsoft.com/office/drawing/2014/main" id="{EC0E9A8A-F973-062D-AB01-0716AA91BAE3}"/>
                  </a:ext>
                </a:extLst>
              </p:cNvPr>
              <p:cNvSpPr/>
              <p:nvPr/>
            </p:nvSpPr>
            <p:spPr>
              <a:xfrm>
                <a:off x="6967887" y="3880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0" name="Freeform 40679">
                <a:extLst>
                  <a:ext uri="{FF2B5EF4-FFF2-40B4-BE49-F238E27FC236}">
                    <a16:creationId xmlns:a16="http://schemas.microsoft.com/office/drawing/2014/main" id="{CF310051-D6F8-244E-6B7E-4A9053DE3C02}"/>
                  </a:ext>
                </a:extLst>
              </p:cNvPr>
              <p:cNvSpPr/>
              <p:nvPr/>
            </p:nvSpPr>
            <p:spPr>
              <a:xfrm>
                <a:off x="6968482" y="388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1" name="Freeform 40680">
                <a:extLst>
                  <a:ext uri="{FF2B5EF4-FFF2-40B4-BE49-F238E27FC236}">
                    <a16:creationId xmlns:a16="http://schemas.microsoft.com/office/drawing/2014/main" id="{8A7E7665-13A2-7703-C02F-781C07FD64EB}"/>
                  </a:ext>
                </a:extLst>
              </p:cNvPr>
              <p:cNvSpPr/>
              <p:nvPr/>
            </p:nvSpPr>
            <p:spPr>
              <a:xfrm>
                <a:off x="6968978" y="389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2" name="Freeform 40681">
                <a:extLst>
                  <a:ext uri="{FF2B5EF4-FFF2-40B4-BE49-F238E27FC236}">
                    <a16:creationId xmlns:a16="http://schemas.microsoft.com/office/drawing/2014/main" id="{73BE1AC0-6AF2-3ED8-1256-6AAF32E2402D}"/>
                  </a:ext>
                </a:extLst>
              </p:cNvPr>
              <p:cNvSpPr/>
              <p:nvPr/>
            </p:nvSpPr>
            <p:spPr>
              <a:xfrm>
                <a:off x="6969474" y="3899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3" name="Freeform 40682">
                <a:extLst>
                  <a:ext uri="{FF2B5EF4-FFF2-40B4-BE49-F238E27FC236}">
                    <a16:creationId xmlns:a16="http://schemas.microsoft.com/office/drawing/2014/main" id="{596DF396-F11D-F1A8-D323-1B9D0DE3E3AA}"/>
                  </a:ext>
                </a:extLst>
              </p:cNvPr>
              <p:cNvSpPr/>
              <p:nvPr/>
            </p:nvSpPr>
            <p:spPr>
              <a:xfrm>
                <a:off x="6970070" y="3900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4" name="Freeform 40683">
                <a:extLst>
                  <a:ext uri="{FF2B5EF4-FFF2-40B4-BE49-F238E27FC236}">
                    <a16:creationId xmlns:a16="http://schemas.microsoft.com/office/drawing/2014/main" id="{50F992E3-7920-7201-F7FD-749D725128C5}"/>
                  </a:ext>
                </a:extLst>
              </p:cNvPr>
              <p:cNvSpPr/>
              <p:nvPr/>
            </p:nvSpPr>
            <p:spPr>
              <a:xfrm>
                <a:off x="6970566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5" name="Freeform 40684">
                <a:extLst>
                  <a:ext uri="{FF2B5EF4-FFF2-40B4-BE49-F238E27FC236}">
                    <a16:creationId xmlns:a16="http://schemas.microsoft.com/office/drawing/2014/main" id="{2EEBA6AF-7621-B3CA-018E-3FFF440F20D8}"/>
                  </a:ext>
                </a:extLst>
              </p:cNvPr>
              <p:cNvSpPr/>
              <p:nvPr/>
            </p:nvSpPr>
            <p:spPr>
              <a:xfrm>
                <a:off x="6971062" y="3799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6" name="Freeform 40685">
                <a:extLst>
                  <a:ext uri="{FF2B5EF4-FFF2-40B4-BE49-F238E27FC236}">
                    <a16:creationId xmlns:a16="http://schemas.microsoft.com/office/drawing/2014/main" id="{E59BE8BD-BEEB-E95F-FEFD-07ECE2A7172C}"/>
                  </a:ext>
                </a:extLst>
              </p:cNvPr>
              <p:cNvSpPr/>
              <p:nvPr/>
            </p:nvSpPr>
            <p:spPr>
              <a:xfrm>
                <a:off x="6971657" y="3618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7" name="Freeform 40686">
                <a:extLst>
                  <a:ext uri="{FF2B5EF4-FFF2-40B4-BE49-F238E27FC236}">
                    <a16:creationId xmlns:a16="http://schemas.microsoft.com/office/drawing/2014/main" id="{A679AC59-4636-868F-B87C-8C871174BFA0}"/>
                  </a:ext>
                </a:extLst>
              </p:cNvPr>
              <p:cNvSpPr/>
              <p:nvPr/>
            </p:nvSpPr>
            <p:spPr>
              <a:xfrm>
                <a:off x="6972153" y="3439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8" name="Freeform 40687">
                <a:extLst>
                  <a:ext uri="{FF2B5EF4-FFF2-40B4-BE49-F238E27FC236}">
                    <a16:creationId xmlns:a16="http://schemas.microsoft.com/office/drawing/2014/main" id="{CAD77DC6-9C8F-C409-1B5D-FB5790787DCA}"/>
                  </a:ext>
                </a:extLst>
              </p:cNvPr>
              <p:cNvSpPr/>
              <p:nvPr/>
            </p:nvSpPr>
            <p:spPr>
              <a:xfrm>
                <a:off x="6972649" y="3483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89" name="Freeform 40688">
                <a:extLst>
                  <a:ext uri="{FF2B5EF4-FFF2-40B4-BE49-F238E27FC236}">
                    <a16:creationId xmlns:a16="http://schemas.microsoft.com/office/drawing/2014/main" id="{44D9A705-DACE-4CDF-B565-16392CDCAFBA}"/>
                  </a:ext>
                </a:extLst>
              </p:cNvPr>
              <p:cNvSpPr/>
              <p:nvPr/>
            </p:nvSpPr>
            <p:spPr>
              <a:xfrm>
                <a:off x="6973245" y="3476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0" name="Freeform 40689">
                <a:extLst>
                  <a:ext uri="{FF2B5EF4-FFF2-40B4-BE49-F238E27FC236}">
                    <a16:creationId xmlns:a16="http://schemas.microsoft.com/office/drawing/2014/main" id="{832740AE-210B-73E4-022B-1E254491D9A2}"/>
                  </a:ext>
                </a:extLst>
              </p:cNvPr>
              <p:cNvSpPr/>
              <p:nvPr/>
            </p:nvSpPr>
            <p:spPr>
              <a:xfrm>
                <a:off x="6973741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1" name="Freeform 40690">
                <a:extLst>
                  <a:ext uri="{FF2B5EF4-FFF2-40B4-BE49-F238E27FC236}">
                    <a16:creationId xmlns:a16="http://schemas.microsoft.com/office/drawing/2014/main" id="{5E9CD76E-5599-395D-D44A-21DD21AECB17}"/>
                  </a:ext>
                </a:extLst>
              </p:cNvPr>
              <p:cNvSpPr/>
              <p:nvPr/>
            </p:nvSpPr>
            <p:spPr>
              <a:xfrm>
                <a:off x="6974237" y="3404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2" name="Freeform 40691">
                <a:extLst>
                  <a:ext uri="{FF2B5EF4-FFF2-40B4-BE49-F238E27FC236}">
                    <a16:creationId xmlns:a16="http://schemas.microsoft.com/office/drawing/2014/main" id="{7F186421-B9BA-96E2-B14C-9B4786B3B182}"/>
                  </a:ext>
                </a:extLst>
              </p:cNvPr>
              <p:cNvSpPr/>
              <p:nvPr/>
            </p:nvSpPr>
            <p:spPr>
              <a:xfrm>
                <a:off x="6974733" y="3397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3" name="Freeform 40692">
                <a:extLst>
                  <a:ext uri="{FF2B5EF4-FFF2-40B4-BE49-F238E27FC236}">
                    <a16:creationId xmlns:a16="http://schemas.microsoft.com/office/drawing/2014/main" id="{C7B3A6A3-0A5F-B112-264E-015AF0DB7213}"/>
                  </a:ext>
                </a:extLst>
              </p:cNvPr>
              <p:cNvSpPr/>
              <p:nvPr/>
            </p:nvSpPr>
            <p:spPr>
              <a:xfrm>
                <a:off x="6975328" y="3344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4" name="Freeform 40693">
                <a:extLst>
                  <a:ext uri="{FF2B5EF4-FFF2-40B4-BE49-F238E27FC236}">
                    <a16:creationId xmlns:a16="http://schemas.microsoft.com/office/drawing/2014/main" id="{F5DBC91F-3DCC-5B07-6D41-ABD172D197C4}"/>
                  </a:ext>
                </a:extLst>
              </p:cNvPr>
              <p:cNvSpPr/>
              <p:nvPr/>
            </p:nvSpPr>
            <p:spPr>
              <a:xfrm>
                <a:off x="6975824" y="3292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5" name="Freeform 40694">
                <a:extLst>
                  <a:ext uri="{FF2B5EF4-FFF2-40B4-BE49-F238E27FC236}">
                    <a16:creationId xmlns:a16="http://schemas.microsoft.com/office/drawing/2014/main" id="{48128176-5687-1D23-6BFD-E507C445B4E3}"/>
                  </a:ext>
                </a:extLst>
              </p:cNvPr>
              <p:cNvSpPr/>
              <p:nvPr/>
            </p:nvSpPr>
            <p:spPr>
              <a:xfrm>
                <a:off x="6976320" y="3224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6" name="Freeform 40695">
                <a:extLst>
                  <a:ext uri="{FF2B5EF4-FFF2-40B4-BE49-F238E27FC236}">
                    <a16:creationId xmlns:a16="http://schemas.microsoft.com/office/drawing/2014/main" id="{5FF5D58A-AFF9-59F6-35A6-CF95C158DE6B}"/>
                  </a:ext>
                </a:extLst>
              </p:cNvPr>
              <p:cNvSpPr/>
              <p:nvPr/>
            </p:nvSpPr>
            <p:spPr>
              <a:xfrm>
                <a:off x="6976916" y="32182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7" name="Freeform 40696">
                <a:extLst>
                  <a:ext uri="{FF2B5EF4-FFF2-40B4-BE49-F238E27FC236}">
                    <a16:creationId xmlns:a16="http://schemas.microsoft.com/office/drawing/2014/main" id="{7A06B02D-0B4F-695B-EF75-95E68ECDEBD1}"/>
                  </a:ext>
                </a:extLst>
              </p:cNvPr>
              <p:cNvSpPr/>
              <p:nvPr/>
            </p:nvSpPr>
            <p:spPr>
              <a:xfrm>
                <a:off x="6977412" y="3218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8" name="Freeform 40697">
                <a:extLst>
                  <a:ext uri="{FF2B5EF4-FFF2-40B4-BE49-F238E27FC236}">
                    <a16:creationId xmlns:a16="http://schemas.microsoft.com/office/drawing/2014/main" id="{21FFD28A-6D99-F36A-A60B-5268A72572FD}"/>
                  </a:ext>
                </a:extLst>
              </p:cNvPr>
              <p:cNvSpPr/>
              <p:nvPr/>
            </p:nvSpPr>
            <p:spPr>
              <a:xfrm>
                <a:off x="6977908" y="3534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99" name="Freeform 40698">
                <a:extLst>
                  <a:ext uri="{FF2B5EF4-FFF2-40B4-BE49-F238E27FC236}">
                    <a16:creationId xmlns:a16="http://schemas.microsoft.com/office/drawing/2014/main" id="{78E6D8F1-2930-98BA-5941-A1A968310BC9}"/>
                  </a:ext>
                </a:extLst>
              </p:cNvPr>
              <p:cNvSpPr/>
              <p:nvPr/>
            </p:nvSpPr>
            <p:spPr>
              <a:xfrm>
                <a:off x="6978503" y="3781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0" name="Freeform 40699">
                <a:extLst>
                  <a:ext uri="{FF2B5EF4-FFF2-40B4-BE49-F238E27FC236}">
                    <a16:creationId xmlns:a16="http://schemas.microsoft.com/office/drawing/2014/main" id="{90B50A79-2EBC-FDD3-46E4-9648ED14DA67}"/>
                  </a:ext>
                </a:extLst>
              </p:cNvPr>
              <p:cNvSpPr/>
              <p:nvPr/>
            </p:nvSpPr>
            <p:spPr>
              <a:xfrm>
                <a:off x="6978999" y="3841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1" name="Freeform 40700">
                <a:extLst>
                  <a:ext uri="{FF2B5EF4-FFF2-40B4-BE49-F238E27FC236}">
                    <a16:creationId xmlns:a16="http://schemas.microsoft.com/office/drawing/2014/main" id="{10FEE8F1-E9D0-859F-55E6-EB3CBDB75F69}"/>
                  </a:ext>
                </a:extLst>
              </p:cNvPr>
              <p:cNvSpPr/>
              <p:nvPr/>
            </p:nvSpPr>
            <p:spPr>
              <a:xfrm>
                <a:off x="6979495" y="3859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2" name="Freeform 40701">
                <a:extLst>
                  <a:ext uri="{FF2B5EF4-FFF2-40B4-BE49-F238E27FC236}">
                    <a16:creationId xmlns:a16="http://schemas.microsoft.com/office/drawing/2014/main" id="{11199B7C-1926-8889-8E2F-EA9C9AFC134A}"/>
                  </a:ext>
                </a:extLst>
              </p:cNvPr>
              <p:cNvSpPr/>
              <p:nvPr/>
            </p:nvSpPr>
            <p:spPr>
              <a:xfrm>
                <a:off x="6980091" y="3863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3" name="Freeform 40702">
                <a:extLst>
                  <a:ext uri="{FF2B5EF4-FFF2-40B4-BE49-F238E27FC236}">
                    <a16:creationId xmlns:a16="http://schemas.microsoft.com/office/drawing/2014/main" id="{038C9F20-9DBC-A49A-8D58-4BF189828393}"/>
                  </a:ext>
                </a:extLst>
              </p:cNvPr>
              <p:cNvSpPr/>
              <p:nvPr/>
            </p:nvSpPr>
            <p:spPr>
              <a:xfrm>
                <a:off x="6980587" y="3875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4" name="Freeform 40703">
                <a:extLst>
                  <a:ext uri="{FF2B5EF4-FFF2-40B4-BE49-F238E27FC236}">
                    <a16:creationId xmlns:a16="http://schemas.microsoft.com/office/drawing/2014/main" id="{48C89B8F-5274-79CE-1766-4D7B3DEE7DEF}"/>
                  </a:ext>
                </a:extLst>
              </p:cNvPr>
              <p:cNvSpPr/>
              <p:nvPr/>
            </p:nvSpPr>
            <p:spPr>
              <a:xfrm>
                <a:off x="6981083" y="387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5" name="Freeform 40704">
                <a:extLst>
                  <a:ext uri="{FF2B5EF4-FFF2-40B4-BE49-F238E27FC236}">
                    <a16:creationId xmlns:a16="http://schemas.microsoft.com/office/drawing/2014/main" id="{BA63155E-BFA9-9BFD-E630-C0E675541B81}"/>
                  </a:ext>
                </a:extLst>
              </p:cNvPr>
              <p:cNvSpPr/>
              <p:nvPr/>
            </p:nvSpPr>
            <p:spPr>
              <a:xfrm>
                <a:off x="6981678" y="3872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6" name="Freeform 40705">
                <a:extLst>
                  <a:ext uri="{FF2B5EF4-FFF2-40B4-BE49-F238E27FC236}">
                    <a16:creationId xmlns:a16="http://schemas.microsoft.com/office/drawing/2014/main" id="{C6288E54-0A79-8442-EFAB-B93E5A895814}"/>
                  </a:ext>
                </a:extLst>
              </p:cNvPr>
              <p:cNvSpPr/>
              <p:nvPr/>
            </p:nvSpPr>
            <p:spPr>
              <a:xfrm>
                <a:off x="6982174" y="3885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7" name="Freeform 40706">
                <a:extLst>
                  <a:ext uri="{FF2B5EF4-FFF2-40B4-BE49-F238E27FC236}">
                    <a16:creationId xmlns:a16="http://schemas.microsoft.com/office/drawing/2014/main" id="{12ADBFC4-808E-A706-3358-24798438E578}"/>
                  </a:ext>
                </a:extLst>
              </p:cNvPr>
              <p:cNvSpPr/>
              <p:nvPr/>
            </p:nvSpPr>
            <p:spPr>
              <a:xfrm>
                <a:off x="6982670" y="3874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8" name="Freeform 40707">
                <a:extLst>
                  <a:ext uri="{FF2B5EF4-FFF2-40B4-BE49-F238E27FC236}">
                    <a16:creationId xmlns:a16="http://schemas.microsoft.com/office/drawing/2014/main" id="{737AAA0B-2460-6F94-8299-E5297C9CCB2B}"/>
                  </a:ext>
                </a:extLst>
              </p:cNvPr>
              <p:cNvSpPr/>
              <p:nvPr/>
            </p:nvSpPr>
            <p:spPr>
              <a:xfrm>
                <a:off x="6983266" y="386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09" name="Freeform 40708">
                <a:extLst>
                  <a:ext uri="{FF2B5EF4-FFF2-40B4-BE49-F238E27FC236}">
                    <a16:creationId xmlns:a16="http://schemas.microsoft.com/office/drawing/2014/main" id="{8D45F3DB-B213-A1E5-F5F3-0737739B4E0C}"/>
                  </a:ext>
                </a:extLst>
              </p:cNvPr>
              <p:cNvSpPr/>
              <p:nvPr/>
            </p:nvSpPr>
            <p:spPr>
              <a:xfrm>
                <a:off x="6983762" y="3686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0" name="Freeform 40709">
                <a:extLst>
                  <a:ext uri="{FF2B5EF4-FFF2-40B4-BE49-F238E27FC236}">
                    <a16:creationId xmlns:a16="http://schemas.microsoft.com/office/drawing/2014/main" id="{F38D461A-8E20-C815-2EF8-CA1627FE1120}"/>
                  </a:ext>
                </a:extLst>
              </p:cNvPr>
              <p:cNvSpPr/>
              <p:nvPr/>
            </p:nvSpPr>
            <p:spPr>
              <a:xfrm>
                <a:off x="6984258" y="3459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1" name="Freeform 40710">
                <a:extLst>
                  <a:ext uri="{FF2B5EF4-FFF2-40B4-BE49-F238E27FC236}">
                    <a16:creationId xmlns:a16="http://schemas.microsoft.com/office/drawing/2014/main" id="{FDFCA8F9-41CD-7C14-D5BC-FC84A82E89ED}"/>
                  </a:ext>
                </a:extLst>
              </p:cNvPr>
              <p:cNvSpPr/>
              <p:nvPr/>
            </p:nvSpPr>
            <p:spPr>
              <a:xfrm>
                <a:off x="6984853" y="3217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2" name="Freeform 40711">
                <a:extLst>
                  <a:ext uri="{FF2B5EF4-FFF2-40B4-BE49-F238E27FC236}">
                    <a16:creationId xmlns:a16="http://schemas.microsoft.com/office/drawing/2014/main" id="{C6AA30E8-ADB9-1843-3201-1DD4F969E921}"/>
                  </a:ext>
                </a:extLst>
              </p:cNvPr>
              <p:cNvSpPr/>
              <p:nvPr/>
            </p:nvSpPr>
            <p:spPr>
              <a:xfrm>
                <a:off x="6985349" y="3280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3" name="Freeform 40712">
                <a:extLst>
                  <a:ext uri="{FF2B5EF4-FFF2-40B4-BE49-F238E27FC236}">
                    <a16:creationId xmlns:a16="http://schemas.microsoft.com/office/drawing/2014/main" id="{DD6E4601-DE2C-4D5C-13B0-B4D83E751B19}"/>
                  </a:ext>
                </a:extLst>
              </p:cNvPr>
              <p:cNvSpPr/>
              <p:nvPr/>
            </p:nvSpPr>
            <p:spPr>
              <a:xfrm>
                <a:off x="6985845" y="3332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4" name="Freeform 40713">
                <a:extLst>
                  <a:ext uri="{FF2B5EF4-FFF2-40B4-BE49-F238E27FC236}">
                    <a16:creationId xmlns:a16="http://schemas.microsoft.com/office/drawing/2014/main" id="{CB12F885-2C44-53C5-3DC4-FD4D0E6E7A9A}"/>
                  </a:ext>
                </a:extLst>
              </p:cNvPr>
              <p:cNvSpPr/>
              <p:nvPr/>
            </p:nvSpPr>
            <p:spPr>
              <a:xfrm>
                <a:off x="6986341" y="3308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5" name="Freeform 40714">
                <a:extLst>
                  <a:ext uri="{FF2B5EF4-FFF2-40B4-BE49-F238E27FC236}">
                    <a16:creationId xmlns:a16="http://schemas.microsoft.com/office/drawing/2014/main" id="{1C0491BA-1B60-BD70-F4EE-28442A56EF2C}"/>
                  </a:ext>
                </a:extLst>
              </p:cNvPr>
              <p:cNvSpPr/>
              <p:nvPr/>
            </p:nvSpPr>
            <p:spPr>
              <a:xfrm>
                <a:off x="6986937" y="34182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6" name="Freeform 40715">
                <a:extLst>
                  <a:ext uri="{FF2B5EF4-FFF2-40B4-BE49-F238E27FC236}">
                    <a16:creationId xmlns:a16="http://schemas.microsoft.com/office/drawing/2014/main" id="{D37C1345-801C-2CC7-1079-F0F7B1AA95D4}"/>
                  </a:ext>
                </a:extLst>
              </p:cNvPr>
              <p:cNvSpPr/>
              <p:nvPr/>
            </p:nvSpPr>
            <p:spPr>
              <a:xfrm>
                <a:off x="6987433" y="3391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7" name="Freeform 40716">
                <a:extLst>
                  <a:ext uri="{FF2B5EF4-FFF2-40B4-BE49-F238E27FC236}">
                    <a16:creationId xmlns:a16="http://schemas.microsoft.com/office/drawing/2014/main" id="{292BA9A3-2CC1-984E-7309-2469F208FD78}"/>
                  </a:ext>
                </a:extLst>
              </p:cNvPr>
              <p:cNvSpPr/>
              <p:nvPr/>
            </p:nvSpPr>
            <p:spPr>
              <a:xfrm>
                <a:off x="6987929" y="3358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8" name="Freeform 40717">
                <a:extLst>
                  <a:ext uri="{FF2B5EF4-FFF2-40B4-BE49-F238E27FC236}">
                    <a16:creationId xmlns:a16="http://schemas.microsoft.com/office/drawing/2014/main" id="{7FF0EAA8-125A-6830-4BAC-249759E493A8}"/>
                  </a:ext>
                </a:extLst>
              </p:cNvPr>
              <p:cNvSpPr/>
              <p:nvPr/>
            </p:nvSpPr>
            <p:spPr>
              <a:xfrm>
                <a:off x="6988524" y="332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19" name="Freeform 40718">
                <a:extLst>
                  <a:ext uri="{FF2B5EF4-FFF2-40B4-BE49-F238E27FC236}">
                    <a16:creationId xmlns:a16="http://schemas.microsoft.com/office/drawing/2014/main" id="{723E5BF3-8605-B626-3EDE-D1ECF1A93831}"/>
                  </a:ext>
                </a:extLst>
              </p:cNvPr>
              <p:cNvSpPr/>
              <p:nvPr/>
            </p:nvSpPr>
            <p:spPr>
              <a:xfrm>
                <a:off x="6989020" y="3319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0" name="Freeform 40719">
                <a:extLst>
                  <a:ext uri="{FF2B5EF4-FFF2-40B4-BE49-F238E27FC236}">
                    <a16:creationId xmlns:a16="http://schemas.microsoft.com/office/drawing/2014/main" id="{C372595B-DB82-A823-E0B4-C961EF5DF7B2}"/>
                  </a:ext>
                </a:extLst>
              </p:cNvPr>
              <p:cNvSpPr/>
              <p:nvPr/>
            </p:nvSpPr>
            <p:spPr>
              <a:xfrm>
                <a:off x="6989516" y="3296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1" name="Freeform 40720">
                <a:extLst>
                  <a:ext uri="{FF2B5EF4-FFF2-40B4-BE49-F238E27FC236}">
                    <a16:creationId xmlns:a16="http://schemas.microsoft.com/office/drawing/2014/main" id="{748CE864-713E-344A-5B21-C7BD569CC8AC}"/>
                  </a:ext>
                </a:extLst>
              </p:cNvPr>
              <p:cNvSpPr/>
              <p:nvPr/>
            </p:nvSpPr>
            <p:spPr>
              <a:xfrm>
                <a:off x="6990112" y="32958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2" name="Freeform 40721">
                <a:extLst>
                  <a:ext uri="{FF2B5EF4-FFF2-40B4-BE49-F238E27FC236}">
                    <a16:creationId xmlns:a16="http://schemas.microsoft.com/office/drawing/2014/main" id="{C463A11B-ED06-EFAF-FCF5-8BCD21AB26C8}"/>
                  </a:ext>
                </a:extLst>
              </p:cNvPr>
              <p:cNvSpPr/>
              <p:nvPr/>
            </p:nvSpPr>
            <p:spPr>
              <a:xfrm>
                <a:off x="6990608" y="3595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3" name="Freeform 40722">
                <a:extLst>
                  <a:ext uri="{FF2B5EF4-FFF2-40B4-BE49-F238E27FC236}">
                    <a16:creationId xmlns:a16="http://schemas.microsoft.com/office/drawing/2014/main" id="{4736EC95-07F8-47BA-75A0-0C0CC6C778A4}"/>
                  </a:ext>
                </a:extLst>
              </p:cNvPr>
              <p:cNvSpPr/>
              <p:nvPr/>
            </p:nvSpPr>
            <p:spPr>
              <a:xfrm>
                <a:off x="6991104" y="3784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4" name="Freeform 40723">
                <a:extLst>
                  <a:ext uri="{FF2B5EF4-FFF2-40B4-BE49-F238E27FC236}">
                    <a16:creationId xmlns:a16="http://schemas.microsoft.com/office/drawing/2014/main" id="{5927E41D-54A2-3322-4D0A-E673FC969A28}"/>
                  </a:ext>
                </a:extLst>
              </p:cNvPr>
              <p:cNvSpPr/>
              <p:nvPr/>
            </p:nvSpPr>
            <p:spPr>
              <a:xfrm>
                <a:off x="6991699" y="384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5" name="Freeform 40724">
                <a:extLst>
                  <a:ext uri="{FF2B5EF4-FFF2-40B4-BE49-F238E27FC236}">
                    <a16:creationId xmlns:a16="http://schemas.microsoft.com/office/drawing/2014/main" id="{1B9AE61A-79CD-B7EE-2177-E9C1649A558E}"/>
                  </a:ext>
                </a:extLst>
              </p:cNvPr>
              <p:cNvSpPr/>
              <p:nvPr/>
            </p:nvSpPr>
            <p:spPr>
              <a:xfrm>
                <a:off x="6992195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6" name="Freeform 40725">
                <a:extLst>
                  <a:ext uri="{FF2B5EF4-FFF2-40B4-BE49-F238E27FC236}">
                    <a16:creationId xmlns:a16="http://schemas.microsoft.com/office/drawing/2014/main" id="{B9E1FA96-1163-0A20-84AA-40029AAA5BEF}"/>
                  </a:ext>
                </a:extLst>
              </p:cNvPr>
              <p:cNvSpPr/>
              <p:nvPr/>
            </p:nvSpPr>
            <p:spPr>
              <a:xfrm>
                <a:off x="6992691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7" name="Freeform 40726">
                <a:extLst>
                  <a:ext uri="{FF2B5EF4-FFF2-40B4-BE49-F238E27FC236}">
                    <a16:creationId xmlns:a16="http://schemas.microsoft.com/office/drawing/2014/main" id="{0649ADFB-F5B4-2D57-C5AD-50A44598157E}"/>
                  </a:ext>
                </a:extLst>
              </p:cNvPr>
              <p:cNvSpPr/>
              <p:nvPr/>
            </p:nvSpPr>
            <p:spPr>
              <a:xfrm>
                <a:off x="6993287" y="3878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8" name="Freeform 40727">
                <a:extLst>
                  <a:ext uri="{FF2B5EF4-FFF2-40B4-BE49-F238E27FC236}">
                    <a16:creationId xmlns:a16="http://schemas.microsoft.com/office/drawing/2014/main" id="{39CB3EF4-15E7-73C8-D910-E3303392B082}"/>
                  </a:ext>
                </a:extLst>
              </p:cNvPr>
              <p:cNvSpPr/>
              <p:nvPr/>
            </p:nvSpPr>
            <p:spPr>
              <a:xfrm>
                <a:off x="6993783" y="3888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29" name="Freeform 40728">
                <a:extLst>
                  <a:ext uri="{FF2B5EF4-FFF2-40B4-BE49-F238E27FC236}">
                    <a16:creationId xmlns:a16="http://schemas.microsoft.com/office/drawing/2014/main" id="{9A69BEDD-E3CE-DD82-7FFA-EDF793A6D224}"/>
                  </a:ext>
                </a:extLst>
              </p:cNvPr>
              <p:cNvSpPr/>
              <p:nvPr/>
            </p:nvSpPr>
            <p:spPr>
              <a:xfrm>
                <a:off x="6994279" y="3886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0" name="Freeform 40729">
                <a:extLst>
                  <a:ext uri="{FF2B5EF4-FFF2-40B4-BE49-F238E27FC236}">
                    <a16:creationId xmlns:a16="http://schemas.microsoft.com/office/drawing/2014/main" id="{32ACF9DE-C788-AAE1-9A86-F434E974D276}"/>
                  </a:ext>
                </a:extLst>
              </p:cNvPr>
              <p:cNvSpPr/>
              <p:nvPr/>
            </p:nvSpPr>
            <p:spPr>
              <a:xfrm>
                <a:off x="6994874" y="3902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1" name="Freeform 40730">
                <a:extLst>
                  <a:ext uri="{FF2B5EF4-FFF2-40B4-BE49-F238E27FC236}">
                    <a16:creationId xmlns:a16="http://schemas.microsoft.com/office/drawing/2014/main" id="{213A53E4-D440-7D8E-B1C8-F74F5B5C76D0}"/>
                  </a:ext>
                </a:extLst>
              </p:cNvPr>
              <p:cNvSpPr/>
              <p:nvPr/>
            </p:nvSpPr>
            <p:spPr>
              <a:xfrm>
                <a:off x="6995370" y="3889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2" name="Freeform 40731">
                <a:extLst>
                  <a:ext uri="{FF2B5EF4-FFF2-40B4-BE49-F238E27FC236}">
                    <a16:creationId xmlns:a16="http://schemas.microsoft.com/office/drawing/2014/main" id="{972983EA-EC4F-0E86-3F16-E561174F23BD}"/>
                  </a:ext>
                </a:extLst>
              </p:cNvPr>
              <p:cNvSpPr/>
              <p:nvPr/>
            </p:nvSpPr>
            <p:spPr>
              <a:xfrm>
                <a:off x="6995866" y="38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3" name="Freeform 40732">
                <a:extLst>
                  <a:ext uri="{FF2B5EF4-FFF2-40B4-BE49-F238E27FC236}">
                    <a16:creationId xmlns:a16="http://schemas.microsoft.com/office/drawing/2014/main" id="{A233A39E-A9CC-36A5-F08D-A3CC02CBA3EB}"/>
                  </a:ext>
                </a:extLst>
              </p:cNvPr>
              <p:cNvSpPr/>
              <p:nvPr/>
            </p:nvSpPr>
            <p:spPr>
              <a:xfrm>
                <a:off x="6996462" y="3739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4" name="Freeform 40733">
                <a:extLst>
                  <a:ext uri="{FF2B5EF4-FFF2-40B4-BE49-F238E27FC236}">
                    <a16:creationId xmlns:a16="http://schemas.microsoft.com/office/drawing/2014/main" id="{9507F49F-957E-E54E-EBF2-43E51615E179}"/>
                  </a:ext>
                </a:extLst>
              </p:cNvPr>
              <p:cNvSpPr/>
              <p:nvPr/>
            </p:nvSpPr>
            <p:spPr>
              <a:xfrm>
                <a:off x="6996958" y="3580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5" name="Freeform 40734">
                <a:extLst>
                  <a:ext uri="{FF2B5EF4-FFF2-40B4-BE49-F238E27FC236}">
                    <a16:creationId xmlns:a16="http://schemas.microsoft.com/office/drawing/2014/main" id="{09440EBC-92BA-2E13-B2C1-4E73FD382926}"/>
                  </a:ext>
                </a:extLst>
              </p:cNvPr>
              <p:cNvSpPr/>
              <p:nvPr/>
            </p:nvSpPr>
            <p:spPr>
              <a:xfrm>
                <a:off x="6997454" y="3462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6" name="Freeform 40735">
                <a:extLst>
                  <a:ext uri="{FF2B5EF4-FFF2-40B4-BE49-F238E27FC236}">
                    <a16:creationId xmlns:a16="http://schemas.microsoft.com/office/drawing/2014/main" id="{A492FF3E-A712-2314-67DA-2665B1838345}"/>
                  </a:ext>
                </a:extLst>
              </p:cNvPr>
              <p:cNvSpPr/>
              <p:nvPr/>
            </p:nvSpPr>
            <p:spPr>
              <a:xfrm>
                <a:off x="6998049" y="3506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7" name="Freeform 40736">
                <a:extLst>
                  <a:ext uri="{FF2B5EF4-FFF2-40B4-BE49-F238E27FC236}">
                    <a16:creationId xmlns:a16="http://schemas.microsoft.com/office/drawing/2014/main" id="{9FCC0391-2C85-7714-6400-41C1C117C559}"/>
                  </a:ext>
                </a:extLst>
              </p:cNvPr>
              <p:cNvSpPr/>
              <p:nvPr/>
            </p:nvSpPr>
            <p:spPr>
              <a:xfrm>
                <a:off x="6998545" y="3518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8" name="Freeform 40737">
                <a:extLst>
                  <a:ext uri="{FF2B5EF4-FFF2-40B4-BE49-F238E27FC236}">
                    <a16:creationId xmlns:a16="http://schemas.microsoft.com/office/drawing/2014/main" id="{A7654471-B80D-6408-11B8-29146C181AB5}"/>
                  </a:ext>
                </a:extLst>
              </p:cNvPr>
              <p:cNvSpPr/>
              <p:nvPr/>
            </p:nvSpPr>
            <p:spPr>
              <a:xfrm>
                <a:off x="6999041" y="3503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39" name="Freeform 40738">
                <a:extLst>
                  <a:ext uri="{FF2B5EF4-FFF2-40B4-BE49-F238E27FC236}">
                    <a16:creationId xmlns:a16="http://schemas.microsoft.com/office/drawing/2014/main" id="{0DA1DEBD-3C12-A48B-EAE9-310D0FE98EDE}"/>
                  </a:ext>
                </a:extLst>
              </p:cNvPr>
              <p:cNvSpPr/>
              <p:nvPr/>
            </p:nvSpPr>
            <p:spPr>
              <a:xfrm>
                <a:off x="6999538" y="3497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0" name="Freeform 40739">
                <a:extLst>
                  <a:ext uri="{FF2B5EF4-FFF2-40B4-BE49-F238E27FC236}">
                    <a16:creationId xmlns:a16="http://schemas.microsoft.com/office/drawing/2014/main" id="{5BE2BC4F-D782-8532-9C68-379F2615BCC0}"/>
                  </a:ext>
                </a:extLst>
              </p:cNvPr>
              <p:cNvSpPr/>
              <p:nvPr/>
            </p:nvSpPr>
            <p:spPr>
              <a:xfrm>
                <a:off x="7000133" y="3479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1" name="Freeform 40740">
                <a:extLst>
                  <a:ext uri="{FF2B5EF4-FFF2-40B4-BE49-F238E27FC236}">
                    <a16:creationId xmlns:a16="http://schemas.microsoft.com/office/drawing/2014/main" id="{D166CB9D-61D0-FEC1-CFAB-C8B6C82FB3CE}"/>
                  </a:ext>
                </a:extLst>
              </p:cNvPr>
              <p:cNvSpPr/>
              <p:nvPr/>
            </p:nvSpPr>
            <p:spPr>
              <a:xfrm>
                <a:off x="7000629" y="345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2" name="Freeform 40741">
                <a:extLst>
                  <a:ext uri="{FF2B5EF4-FFF2-40B4-BE49-F238E27FC236}">
                    <a16:creationId xmlns:a16="http://schemas.microsoft.com/office/drawing/2014/main" id="{0DCC021F-8345-F870-6CE6-8B36282A0145}"/>
                  </a:ext>
                </a:extLst>
              </p:cNvPr>
              <p:cNvSpPr/>
              <p:nvPr/>
            </p:nvSpPr>
            <p:spPr>
              <a:xfrm>
                <a:off x="7001125" y="3414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3" name="Freeform 40742">
                <a:extLst>
                  <a:ext uri="{FF2B5EF4-FFF2-40B4-BE49-F238E27FC236}">
                    <a16:creationId xmlns:a16="http://schemas.microsoft.com/office/drawing/2014/main" id="{15CD1373-931C-4C5B-AA03-980AFEEB3E3E}"/>
                  </a:ext>
                </a:extLst>
              </p:cNvPr>
              <p:cNvSpPr/>
              <p:nvPr/>
            </p:nvSpPr>
            <p:spPr>
              <a:xfrm>
                <a:off x="7001720" y="33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4" name="Freeform 40743">
                <a:extLst>
                  <a:ext uri="{FF2B5EF4-FFF2-40B4-BE49-F238E27FC236}">
                    <a16:creationId xmlns:a16="http://schemas.microsoft.com/office/drawing/2014/main" id="{F0EA05AE-6651-CCD7-5974-D6AADC67E27D}"/>
                  </a:ext>
                </a:extLst>
              </p:cNvPr>
              <p:cNvSpPr/>
              <p:nvPr/>
            </p:nvSpPr>
            <p:spPr>
              <a:xfrm>
                <a:off x="7002216" y="3392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5" name="Freeform 40744">
                <a:extLst>
                  <a:ext uri="{FF2B5EF4-FFF2-40B4-BE49-F238E27FC236}">
                    <a16:creationId xmlns:a16="http://schemas.microsoft.com/office/drawing/2014/main" id="{E9AF63DE-63AB-0296-C33C-0B5AE53BAAE3}"/>
                  </a:ext>
                </a:extLst>
              </p:cNvPr>
              <p:cNvSpPr/>
              <p:nvPr/>
            </p:nvSpPr>
            <p:spPr>
              <a:xfrm>
                <a:off x="7002713" y="3368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6" name="Freeform 40745">
                <a:extLst>
                  <a:ext uri="{FF2B5EF4-FFF2-40B4-BE49-F238E27FC236}">
                    <a16:creationId xmlns:a16="http://schemas.microsoft.com/office/drawing/2014/main" id="{99F9718A-5859-F201-E5DC-F31636FA5D4C}"/>
                  </a:ext>
                </a:extLst>
              </p:cNvPr>
              <p:cNvSpPr/>
              <p:nvPr/>
            </p:nvSpPr>
            <p:spPr>
              <a:xfrm>
                <a:off x="7003308" y="3576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7" name="Freeform 40746">
                <a:extLst>
                  <a:ext uri="{FF2B5EF4-FFF2-40B4-BE49-F238E27FC236}">
                    <a16:creationId xmlns:a16="http://schemas.microsoft.com/office/drawing/2014/main" id="{449C884C-B1D0-A91B-6391-F0AB1329837D}"/>
                  </a:ext>
                </a:extLst>
              </p:cNvPr>
              <p:cNvSpPr/>
              <p:nvPr/>
            </p:nvSpPr>
            <p:spPr>
              <a:xfrm>
                <a:off x="7003804" y="3703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8" name="Freeform 40747">
                <a:extLst>
                  <a:ext uri="{FF2B5EF4-FFF2-40B4-BE49-F238E27FC236}">
                    <a16:creationId xmlns:a16="http://schemas.microsoft.com/office/drawing/2014/main" id="{BB97CC7E-0BBA-F9E3-8E7C-14819E4E16F0}"/>
                  </a:ext>
                </a:extLst>
              </p:cNvPr>
              <p:cNvSpPr/>
              <p:nvPr/>
            </p:nvSpPr>
            <p:spPr>
              <a:xfrm>
                <a:off x="7004300" y="3781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49" name="Freeform 40748">
                <a:extLst>
                  <a:ext uri="{FF2B5EF4-FFF2-40B4-BE49-F238E27FC236}">
                    <a16:creationId xmlns:a16="http://schemas.microsoft.com/office/drawing/2014/main" id="{91481221-D103-5AF4-2593-F293735CAD0A}"/>
                  </a:ext>
                </a:extLst>
              </p:cNvPr>
              <p:cNvSpPr/>
              <p:nvPr/>
            </p:nvSpPr>
            <p:spPr>
              <a:xfrm>
                <a:off x="7004895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0" name="Freeform 40749">
                <a:extLst>
                  <a:ext uri="{FF2B5EF4-FFF2-40B4-BE49-F238E27FC236}">
                    <a16:creationId xmlns:a16="http://schemas.microsoft.com/office/drawing/2014/main" id="{4E3E12E1-8D62-D877-E785-7CAE42B94DDB}"/>
                  </a:ext>
                </a:extLst>
              </p:cNvPr>
              <p:cNvSpPr/>
              <p:nvPr/>
            </p:nvSpPr>
            <p:spPr>
              <a:xfrm>
                <a:off x="7005391" y="3836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1" name="Freeform 40750">
                <a:extLst>
                  <a:ext uri="{FF2B5EF4-FFF2-40B4-BE49-F238E27FC236}">
                    <a16:creationId xmlns:a16="http://schemas.microsoft.com/office/drawing/2014/main" id="{739BE62F-5BDC-C460-4162-B920B164A476}"/>
                  </a:ext>
                </a:extLst>
              </p:cNvPr>
              <p:cNvSpPr/>
              <p:nvPr/>
            </p:nvSpPr>
            <p:spPr>
              <a:xfrm>
                <a:off x="7005888" y="384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2" name="Freeform 40751">
                <a:extLst>
                  <a:ext uri="{FF2B5EF4-FFF2-40B4-BE49-F238E27FC236}">
                    <a16:creationId xmlns:a16="http://schemas.microsoft.com/office/drawing/2014/main" id="{6731278B-7E29-A94E-B0BE-EE2C5F751636}"/>
                  </a:ext>
                </a:extLst>
              </p:cNvPr>
              <p:cNvSpPr/>
              <p:nvPr/>
            </p:nvSpPr>
            <p:spPr>
              <a:xfrm>
                <a:off x="7006483" y="385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3" name="Freeform 40752">
                <a:extLst>
                  <a:ext uri="{FF2B5EF4-FFF2-40B4-BE49-F238E27FC236}">
                    <a16:creationId xmlns:a16="http://schemas.microsoft.com/office/drawing/2014/main" id="{A0F77A0C-35C3-31EE-8F27-1B53DFB22FAD}"/>
                  </a:ext>
                </a:extLst>
              </p:cNvPr>
              <p:cNvSpPr/>
              <p:nvPr/>
            </p:nvSpPr>
            <p:spPr>
              <a:xfrm>
                <a:off x="7006979" y="3853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4" name="Freeform 40753">
                <a:extLst>
                  <a:ext uri="{FF2B5EF4-FFF2-40B4-BE49-F238E27FC236}">
                    <a16:creationId xmlns:a16="http://schemas.microsoft.com/office/drawing/2014/main" id="{227E3CD1-9C57-FB05-D77F-E5DD0B4E11DD}"/>
                  </a:ext>
                </a:extLst>
              </p:cNvPr>
              <p:cNvSpPr/>
              <p:nvPr/>
            </p:nvSpPr>
            <p:spPr>
              <a:xfrm>
                <a:off x="7007475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5" name="Freeform 40754">
                <a:extLst>
                  <a:ext uri="{FF2B5EF4-FFF2-40B4-BE49-F238E27FC236}">
                    <a16:creationId xmlns:a16="http://schemas.microsoft.com/office/drawing/2014/main" id="{F0950337-6761-89DD-3637-D6D90DBC988B}"/>
                  </a:ext>
                </a:extLst>
              </p:cNvPr>
              <p:cNvSpPr/>
              <p:nvPr/>
            </p:nvSpPr>
            <p:spPr>
              <a:xfrm>
                <a:off x="7008070" y="3861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6" name="Freeform 40755">
                <a:extLst>
                  <a:ext uri="{FF2B5EF4-FFF2-40B4-BE49-F238E27FC236}">
                    <a16:creationId xmlns:a16="http://schemas.microsoft.com/office/drawing/2014/main" id="{C56F299E-6436-B076-6071-258CDA9491EE}"/>
                  </a:ext>
                </a:extLst>
              </p:cNvPr>
              <p:cNvSpPr/>
              <p:nvPr/>
            </p:nvSpPr>
            <p:spPr>
              <a:xfrm>
                <a:off x="7008566" y="3848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7" name="Freeform 40756">
                <a:extLst>
                  <a:ext uri="{FF2B5EF4-FFF2-40B4-BE49-F238E27FC236}">
                    <a16:creationId xmlns:a16="http://schemas.microsoft.com/office/drawing/2014/main" id="{31E75440-CDDE-1522-852D-9440E2B2D7C6}"/>
                  </a:ext>
                </a:extLst>
              </p:cNvPr>
              <p:cNvSpPr/>
              <p:nvPr/>
            </p:nvSpPr>
            <p:spPr>
              <a:xfrm>
                <a:off x="7009063" y="3774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8" name="Freeform 40757">
                <a:extLst>
                  <a:ext uri="{FF2B5EF4-FFF2-40B4-BE49-F238E27FC236}">
                    <a16:creationId xmlns:a16="http://schemas.microsoft.com/office/drawing/2014/main" id="{780EF0FC-F67D-1653-587E-5FC8428E4861}"/>
                  </a:ext>
                </a:extLst>
              </p:cNvPr>
              <p:cNvSpPr/>
              <p:nvPr/>
            </p:nvSpPr>
            <p:spPr>
              <a:xfrm>
                <a:off x="7009658" y="3606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59" name="Freeform 40758">
                <a:extLst>
                  <a:ext uri="{FF2B5EF4-FFF2-40B4-BE49-F238E27FC236}">
                    <a16:creationId xmlns:a16="http://schemas.microsoft.com/office/drawing/2014/main" id="{962D18BF-761A-6B2D-716F-8ADA92948021}"/>
                  </a:ext>
                </a:extLst>
              </p:cNvPr>
              <p:cNvSpPr/>
              <p:nvPr/>
            </p:nvSpPr>
            <p:spPr>
              <a:xfrm>
                <a:off x="7010154" y="3530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0" name="Freeform 40759">
                <a:extLst>
                  <a:ext uri="{FF2B5EF4-FFF2-40B4-BE49-F238E27FC236}">
                    <a16:creationId xmlns:a16="http://schemas.microsoft.com/office/drawing/2014/main" id="{6966D810-6470-8A6E-DFAE-E0116C683E41}"/>
                  </a:ext>
                </a:extLst>
              </p:cNvPr>
              <p:cNvSpPr/>
              <p:nvPr/>
            </p:nvSpPr>
            <p:spPr>
              <a:xfrm>
                <a:off x="7010650" y="3568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1" name="Freeform 40760">
                <a:extLst>
                  <a:ext uri="{FF2B5EF4-FFF2-40B4-BE49-F238E27FC236}">
                    <a16:creationId xmlns:a16="http://schemas.microsoft.com/office/drawing/2014/main" id="{3CB9BA9A-876A-A433-11F1-0FE93F31FE45}"/>
                  </a:ext>
                </a:extLst>
              </p:cNvPr>
              <p:cNvSpPr/>
              <p:nvPr/>
            </p:nvSpPr>
            <p:spPr>
              <a:xfrm>
                <a:off x="7011146" y="3585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2" name="Freeform 40761">
                <a:extLst>
                  <a:ext uri="{FF2B5EF4-FFF2-40B4-BE49-F238E27FC236}">
                    <a16:creationId xmlns:a16="http://schemas.microsoft.com/office/drawing/2014/main" id="{F955A4DA-904F-FC98-EDBB-4A131CDCFCAF}"/>
                  </a:ext>
                </a:extLst>
              </p:cNvPr>
              <p:cNvSpPr/>
              <p:nvPr/>
            </p:nvSpPr>
            <p:spPr>
              <a:xfrm>
                <a:off x="7011741" y="3556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3" name="Freeform 40762">
                <a:extLst>
                  <a:ext uri="{FF2B5EF4-FFF2-40B4-BE49-F238E27FC236}">
                    <a16:creationId xmlns:a16="http://schemas.microsoft.com/office/drawing/2014/main" id="{62E0E4DF-D3B1-AE28-BBC8-BB8737EE5DD7}"/>
                  </a:ext>
                </a:extLst>
              </p:cNvPr>
              <p:cNvSpPr/>
              <p:nvPr/>
            </p:nvSpPr>
            <p:spPr>
              <a:xfrm>
                <a:off x="7012238" y="3620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4" name="Freeform 40763">
                <a:extLst>
                  <a:ext uri="{FF2B5EF4-FFF2-40B4-BE49-F238E27FC236}">
                    <a16:creationId xmlns:a16="http://schemas.microsoft.com/office/drawing/2014/main" id="{0354B796-4894-69FF-491D-2F8F256E9DC5}"/>
                  </a:ext>
                </a:extLst>
              </p:cNvPr>
              <p:cNvSpPr/>
              <p:nvPr/>
            </p:nvSpPr>
            <p:spPr>
              <a:xfrm>
                <a:off x="7012734" y="3620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5" name="Freeform 40764">
                <a:extLst>
                  <a:ext uri="{FF2B5EF4-FFF2-40B4-BE49-F238E27FC236}">
                    <a16:creationId xmlns:a16="http://schemas.microsoft.com/office/drawing/2014/main" id="{072B5918-883F-4503-66AD-06289A012417}"/>
                  </a:ext>
                </a:extLst>
              </p:cNvPr>
              <p:cNvSpPr/>
              <p:nvPr/>
            </p:nvSpPr>
            <p:spPr>
              <a:xfrm>
                <a:off x="7013329" y="357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6" name="Freeform 40765">
                <a:extLst>
                  <a:ext uri="{FF2B5EF4-FFF2-40B4-BE49-F238E27FC236}">
                    <a16:creationId xmlns:a16="http://schemas.microsoft.com/office/drawing/2014/main" id="{F69A7A9E-26B3-2E12-A207-B49989C6F15A}"/>
                  </a:ext>
                </a:extLst>
              </p:cNvPr>
              <p:cNvSpPr/>
              <p:nvPr/>
            </p:nvSpPr>
            <p:spPr>
              <a:xfrm>
                <a:off x="7013825" y="3535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7" name="Freeform 40766">
                <a:extLst>
                  <a:ext uri="{FF2B5EF4-FFF2-40B4-BE49-F238E27FC236}">
                    <a16:creationId xmlns:a16="http://schemas.microsoft.com/office/drawing/2014/main" id="{266FB22D-EECD-20B0-E85B-F296AEC416A8}"/>
                  </a:ext>
                </a:extLst>
              </p:cNvPr>
              <p:cNvSpPr/>
              <p:nvPr/>
            </p:nvSpPr>
            <p:spPr>
              <a:xfrm>
                <a:off x="7014321" y="3505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8" name="Freeform 40767">
                <a:extLst>
                  <a:ext uri="{FF2B5EF4-FFF2-40B4-BE49-F238E27FC236}">
                    <a16:creationId xmlns:a16="http://schemas.microsoft.com/office/drawing/2014/main" id="{B28F8614-DC22-EE0B-CB73-7E865281C35B}"/>
                  </a:ext>
                </a:extLst>
              </p:cNvPr>
              <p:cNvSpPr/>
              <p:nvPr/>
            </p:nvSpPr>
            <p:spPr>
              <a:xfrm>
                <a:off x="7014916" y="348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69" name="Freeform 40768">
                <a:extLst>
                  <a:ext uri="{FF2B5EF4-FFF2-40B4-BE49-F238E27FC236}">
                    <a16:creationId xmlns:a16="http://schemas.microsoft.com/office/drawing/2014/main" id="{F87494EE-7DDC-7B18-B6F5-E7F94734A441}"/>
                  </a:ext>
                </a:extLst>
              </p:cNvPr>
              <p:cNvSpPr/>
              <p:nvPr/>
            </p:nvSpPr>
            <p:spPr>
              <a:xfrm>
                <a:off x="7015413" y="3469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0" name="Freeform 40769">
                <a:extLst>
                  <a:ext uri="{FF2B5EF4-FFF2-40B4-BE49-F238E27FC236}">
                    <a16:creationId xmlns:a16="http://schemas.microsoft.com/office/drawing/2014/main" id="{6A056344-092C-7C33-3935-F781EC2C8179}"/>
                  </a:ext>
                </a:extLst>
              </p:cNvPr>
              <p:cNvSpPr/>
              <p:nvPr/>
            </p:nvSpPr>
            <p:spPr>
              <a:xfrm>
                <a:off x="7015909" y="3640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1" name="Freeform 40770">
                <a:extLst>
                  <a:ext uri="{FF2B5EF4-FFF2-40B4-BE49-F238E27FC236}">
                    <a16:creationId xmlns:a16="http://schemas.microsoft.com/office/drawing/2014/main" id="{17E719CD-8DA8-F123-C164-2789A4F2751B}"/>
                  </a:ext>
                </a:extLst>
              </p:cNvPr>
              <p:cNvSpPr/>
              <p:nvPr/>
            </p:nvSpPr>
            <p:spPr>
              <a:xfrm>
                <a:off x="7016504" y="3848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2" name="Freeform 40771">
                <a:extLst>
                  <a:ext uri="{FF2B5EF4-FFF2-40B4-BE49-F238E27FC236}">
                    <a16:creationId xmlns:a16="http://schemas.microsoft.com/office/drawing/2014/main" id="{520FC6F2-4AE2-AF08-59A7-3FC5A4AF2C42}"/>
                  </a:ext>
                </a:extLst>
              </p:cNvPr>
              <p:cNvSpPr/>
              <p:nvPr/>
            </p:nvSpPr>
            <p:spPr>
              <a:xfrm>
                <a:off x="7017000" y="3894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3" name="Freeform 40772">
                <a:extLst>
                  <a:ext uri="{FF2B5EF4-FFF2-40B4-BE49-F238E27FC236}">
                    <a16:creationId xmlns:a16="http://schemas.microsoft.com/office/drawing/2014/main" id="{8702F85E-8CAD-8D22-1EF3-48DB12A1C5CA}"/>
                  </a:ext>
                </a:extLst>
              </p:cNvPr>
              <p:cNvSpPr/>
              <p:nvPr/>
            </p:nvSpPr>
            <p:spPr>
              <a:xfrm>
                <a:off x="7017496" y="3910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4" name="Freeform 40773">
                <a:extLst>
                  <a:ext uri="{FF2B5EF4-FFF2-40B4-BE49-F238E27FC236}">
                    <a16:creationId xmlns:a16="http://schemas.microsoft.com/office/drawing/2014/main" id="{DFE06650-4144-8996-D571-24BE4CF1797F}"/>
                  </a:ext>
                </a:extLst>
              </p:cNvPr>
              <p:cNvSpPr/>
              <p:nvPr/>
            </p:nvSpPr>
            <p:spPr>
              <a:xfrm>
                <a:off x="7018091" y="392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5" name="Freeform 40774">
                <a:extLst>
                  <a:ext uri="{FF2B5EF4-FFF2-40B4-BE49-F238E27FC236}">
                    <a16:creationId xmlns:a16="http://schemas.microsoft.com/office/drawing/2014/main" id="{9494D76C-5CBF-6D7B-A322-CAC5A1EC8FD2}"/>
                  </a:ext>
                </a:extLst>
              </p:cNvPr>
              <p:cNvSpPr/>
              <p:nvPr/>
            </p:nvSpPr>
            <p:spPr>
              <a:xfrm>
                <a:off x="7018588" y="3937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6" name="Freeform 40775">
                <a:extLst>
                  <a:ext uri="{FF2B5EF4-FFF2-40B4-BE49-F238E27FC236}">
                    <a16:creationId xmlns:a16="http://schemas.microsoft.com/office/drawing/2014/main" id="{DF8FF20F-D0E4-6149-FC84-B4FC0DE77C07}"/>
                  </a:ext>
                </a:extLst>
              </p:cNvPr>
              <p:cNvSpPr/>
              <p:nvPr/>
            </p:nvSpPr>
            <p:spPr>
              <a:xfrm>
                <a:off x="7019084" y="3942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7" name="Freeform 40776">
                <a:extLst>
                  <a:ext uri="{FF2B5EF4-FFF2-40B4-BE49-F238E27FC236}">
                    <a16:creationId xmlns:a16="http://schemas.microsoft.com/office/drawing/2014/main" id="{20082B9C-4A94-F0B0-2EBE-05A8B1CE2CBF}"/>
                  </a:ext>
                </a:extLst>
              </p:cNvPr>
              <p:cNvSpPr/>
              <p:nvPr/>
            </p:nvSpPr>
            <p:spPr>
              <a:xfrm>
                <a:off x="7019679" y="394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8" name="Freeform 40777">
                <a:extLst>
                  <a:ext uri="{FF2B5EF4-FFF2-40B4-BE49-F238E27FC236}">
                    <a16:creationId xmlns:a16="http://schemas.microsoft.com/office/drawing/2014/main" id="{BD24C244-F338-C52C-0E29-3E398B25B2A3}"/>
                  </a:ext>
                </a:extLst>
              </p:cNvPr>
              <p:cNvSpPr/>
              <p:nvPr/>
            </p:nvSpPr>
            <p:spPr>
              <a:xfrm>
                <a:off x="7020175" y="394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79" name="Freeform 40778">
                <a:extLst>
                  <a:ext uri="{FF2B5EF4-FFF2-40B4-BE49-F238E27FC236}">
                    <a16:creationId xmlns:a16="http://schemas.microsoft.com/office/drawing/2014/main" id="{78C1D66A-8FA6-54F7-5385-9042311977C1}"/>
                  </a:ext>
                </a:extLst>
              </p:cNvPr>
              <p:cNvSpPr/>
              <p:nvPr/>
            </p:nvSpPr>
            <p:spPr>
              <a:xfrm>
                <a:off x="7020671" y="3941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0" name="Freeform 40779">
                <a:extLst>
                  <a:ext uri="{FF2B5EF4-FFF2-40B4-BE49-F238E27FC236}">
                    <a16:creationId xmlns:a16="http://schemas.microsoft.com/office/drawing/2014/main" id="{D2AF5195-F048-42A7-FCA9-F7723F6E7AB5}"/>
                  </a:ext>
                </a:extLst>
              </p:cNvPr>
              <p:cNvSpPr/>
              <p:nvPr/>
            </p:nvSpPr>
            <p:spPr>
              <a:xfrm>
                <a:off x="7021266" y="3933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1" name="Freeform 40780">
                <a:extLst>
                  <a:ext uri="{FF2B5EF4-FFF2-40B4-BE49-F238E27FC236}">
                    <a16:creationId xmlns:a16="http://schemas.microsoft.com/office/drawing/2014/main" id="{CB82B157-3F81-DAAD-04C3-50BFFF71E2B5}"/>
                  </a:ext>
                </a:extLst>
              </p:cNvPr>
              <p:cNvSpPr/>
              <p:nvPr/>
            </p:nvSpPr>
            <p:spPr>
              <a:xfrm>
                <a:off x="7021763" y="3911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2" name="Freeform 40781">
                <a:extLst>
                  <a:ext uri="{FF2B5EF4-FFF2-40B4-BE49-F238E27FC236}">
                    <a16:creationId xmlns:a16="http://schemas.microsoft.com/office/drawing/2014/main" id="{B8AE4446-55ED-0D2A-5C7C-85402458F735}"/>
                  </a:ext>
                </a:extLst>
              </p:cNvPr>
              <p:cNvSpPr/>
              <p:nvPr/>
            </p:nvSpPr>
            <p:spPr>
              <a:xfrm>
                <a:off x="7022259" y="3717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3" name="Freeform 40782">
                <a:extLst>
                  <a:ext uri="{FF2B5EF4-FFF2-40B4-BE49-F238E27FC236}">
                    <a16:creationId xmlns:a16="http://schemas.microsoft.com/office/drawing/2014/main" id="{F0CFC9E2-E7BE-B2C4-0823-8C809699F9A8}"/>
                  </a:ext>
                </a:extLst>
              </p:cNvPr>
              <p:cNvSpPr/>
              <p:nvPr/>
            </p:nvSpPr>
            <p:spPr>
              <a:xfrm>
                <a:off x="7022755" y="3528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4" name="Freeform 40783">
                <a:extLst>
                  <a:ext uri="{FF2B5EF4-FFF2-40B4-BE49-F238E27FC236}">
                    <a16:creationId xmlns:a16="http://schemas.microsoft.com/office/drawing/2014/main" id="{83EFFCF5-FB13-E480-9239-2E58B9854763}"/>
                  </a:ext>
                </a:extLst>
              </p:cNvPr>
              <p:cNvSpPr/>
              <p:nvPr/>
            </p:nvSpPr>
            <p:spPr>
              <a:xfrm>
                <a:off x="7023350" y="3577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5" name="Freeform 40784">
                <a:extLst>
                  <a:ext uri="{FF2B5EF4-FFF2-40B4-BE49-F238E27FC236}">
                    <a16:creationId xmlns:a16="http://schemas.microsoft.com/office/drawing/2014/main" id="{BF685718-0CF4-E70C-9444-E527F8DF51F0}"/>
                  </a:ext>
                </a:extLst>
              </p:cNvPr>
              <p:cNvSpPr/>
              <p:nvPr/>
            </p:nvSpPr>
            <p:spPr>
              <a:xfrm>
                <a:off x="7023846" y="3606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6" name="Freeform 40785">
                <a:extLst>
                  <a:ext uri="{FF2B5EF4-FFF2-40B4-BE49-F238E27FC236}">
                    <a16:creationId xmlns:a16="http://schemas.microsoft.com/office/drawing/2014/main" id="{AA03A8E6-39F9-2B31-CAA8-225ABF626B34}"/>
                  </a:ext>
                </a:extLst>
              </p:cNvPr>
              <p:cNvSpPr/>
              <p:nvPr/>
            </p:nvSpPr>
            <p:spPr>
              <a:xfrm>
                <a:off x="7024342" y="3585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7" name="Freeform 40786">
                <a:extLst>
                  <a:ext uri="{FF2B5EF4-FFF2-40B4-BE49-F238E27FC236}">
                    <a16:creationId xmlns:a16="http://schemas.microsoft.com/office/drawing/2014/main" id="{8AA54E0F-1EE2-659E-2086-57F176D7617C}"/>
                  </a:ext>
                </a:extLst>
              </p:cNvPr>
              <p:cNvSpPr/>
              <p:nvPr/>
            </p:nvSpPr>
            <p:spPr>
              <a:xfrm>
                <a:off x="7024938" y="3610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8" name="Freeform 40787">
                <a:extLst>
                  <a:ext uri="{FF2B5EF4-FFF2-40B4-BE49-F238E27FC236}">
                    <a16:creationId xmlns:a16="http://schemas.microsoft.com/office/drawing/2014/main" id="{D3899EE0-7BBE-5B74-A6C5-2FE73EE7A68B}"/>
                  </a:ext>
                </a:extLst>
              </p:cNvPr>
              <p:cNvSpPr/>
              <p:nvPr/>
            </p:nvSpPr>
            <p:spPr>
              <a:xfrm>
                <a:off x="7025434" y="3583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89" name="Freeform 40788">
                <a:extLst>
                  <a:ext uri="{FF2B5EF4-FFF2-40B4-BE49-F238E27FC236}">
                    <a16:creationId xmlns:a16="http://schemas.microsoft.com/office/drawing/2014/main" id="{A001AA46-0F86-33C1-9D9A-36C5A0984A8E}"/>
                  </a:ext>
                </a:extLst>
              </p:cNvPr>
              <p:cNvSpPr/>
              <p:nvPr/>
            </p:nvSpPr>
            <p:spPr>
              <a:xfrm>
                <a:off x="7025930" y="3599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0" name="Freeform 40789">
                <a:extLst>
                  <a:ext uri="{FF2B5EF4-FFF2-40B4-BE49-F238E27FC236}">
                    <a16:creationId xmlns:a16="http://schemas.microsoft.com/office/drawing/2014/main" id="{1C94E762-A24F-1099-DE4C-4199B0176138}"/>
                  </a:ext>
                </a:extLst>
              </p:cNvPr>
              <p:cNvSpPr/>
              <p:nvPr/>
            </p:nvSpPr>
            <p:spPr>
              <a:xfrm>
                <a:off x="7026525" y="357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1" name="Freeform 40790">
                <a:extLst>
                  <a:ext uri="{FF2B5EF4-FFF2-40B4-BE49-F238E27FC236}">
                    <a16:creationId xmlns:a16="http://schemas.microsoft.com/office/drawing/2014/main" id="{1DC9077B-5E0D-958A-9E5A-9782471EB8AE}"/>
                  </a:ext>
                </a:extLst>
              </p:cNvPr>
              <p:cNvSpPr/>
              <p:nvPr/>
            </p:nvSpPr>
            <p:spPr>
              <a:xfrm>
                <a:off x="7027021" y="3563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2" name="Freeform 40791">
                <a:extLst>
                  <a:ext uri="{FF2B5EF4-FFF2-40B4-BE49-F238E27FC236}">
                    <a16:creationId xmlns:a16="http://schemas.microsoft.com/office/drawing/2014/main" id="{8DDE7582-9829-7F32-D1B4-25BB18174EEA}"/>
                  </a:ext>
                </a:extLst>
              </p:cNvPr>
              <p:cNvSpPr/>
              <p:nvPr/>
            </p:nvSpPr>
            <p:spPr>
              <a:xfrm>
                <a:off x="7027517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3" name="Freeform 40792">
                <a:extLst>
                  <a:ext uri="{FF2B5EF4-FFF2-40B4-BE49-F238E27FC236}">
                    <a16:creationId xmlns:a16="http://schemas.microsoft.com/office/drawing/2014/main" id="{F9E36509-0688-7203-EB87-443B9294670A}"/>
                  </a:ext>
                </a:extLst>
              </p:cNvPr>
              <p:cNvSpPr/>
              <p:nvPr/>
            </p:nvSpPr>
            <p:spPr>
              <a:xfrm>
                <a:off x="7028113" y="3509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4" name="Freeform 40793">
                <a:extLst>
                  <a:ext uri="{FF2B5EF4-FFF2-40B4-BE49-F238E27FC236}">
                    <a16:creationId xmlns:a16="http://schemas.microsoft.com/office/drawing/2014/main" id="{60BAAE0C-E86D-50C6-B949-461F86356FA1}"/>
                  </a:ext>
                </a:extLst>
              </p:cNvPr>
              <p:cNvSpPr/>
              <p:nvPr/>
            </p:nvSpPr>
            <p:spPr>
              <a:xfrm>
                <a:off x="7028609" y="370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5" name="Freeform 40794">
                <a:extLst>
                  <a:ext uri="{FF2B5EF4-FFF2-40B4-BE49-F238E27FC236}">
                    <a16:creationId xmlns:a16="http://schemas.microsoft.com/office/drawing/2014/main" id="{3C58D85F-61EC-F86C-443E-9A64E6AAB2DE}"/>
                  </a:ext>
                </a:extLst>
              </p:cNvPr>
              <p:cNvSpPr/>
              <p:nvPr/>
            </p:nvSpPr>
            <p:spPr>
              <a:xfrm>
                <a:off x="7029105" y="3937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6" name="Freeform 40795">
                <a:extLst>
                  <a:ext uri="{FF2B5EF4-FFF2-40B4-BE49-F238E27FC236}">
                    <a16:creationId xmlns:a16="http://schemas.microsoft.com/office/drawing/2014/main" id="{E53080D8-6DD9-AE8D-9138-BDA6E5799B71}"/>
                  </a:ext>
                </a:extLst>
              </p:cNvPr>
              <p:cNvSpPr/>
              <p:nvPr/>
            </p:nvSpPr>
            <p:spPr>
              <a:xfrm>
                <a:off x="7029700" y="3982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7" name="Freeform 40796">
                <a:extLst>
                  <a:ext uri="{FF2B5EF4-FFF2-40B4-BE49-F238E27FC236}">
                    <a16:creationId xmlns:a16="http://schemas.microsoft.com/office/drawing/2014/main" id="{D594C417-EE1B-2972-78FA-EC30D6ABDC8C}"/>
                  </a:ext>
                </a:extLst>
              </p:cNvPr>
              <p:cNvSpPr/>
              <p:nvPr/>
            </p:nvSpPr>
            <p:spPr>
              <a:xfrm>
                <a:off x="7030196" y="3988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8" name="Freeform 40797">
                <a:extLst>
                  <a:ext uri="{FF2B5EF4-FFF2-40B4-BE49-F238E27FC236}">
                    <a16:creationId xmlns:a16="http://schemas.microsoft.com/office/drawing/2014/main" id="{0F23A66D-BFC1-491D-B7B4-66B1D7EC30A1}"/>
                  </a:ext>
                </a:extLst>
              </p:cNvPr>
              <p:cNvSpPr/>
              <p:nvPr/>
            </p:nvSpPr>
            <p:spPr>
              <a:xfrm>
                <a:off x="7030692" y="3988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99" name="Freeform 40798">
                <a:extLst>
                  <a:ext uri="{FF2B5EF4-FFF2-40B4-BE49-F238E27FC236}">
                    <a16:creationId xmlns:a16="http://schemas.microsoft.com/office/drawing/2014/main" id="{1C8046DB-02D3-A1DB-4EEA-D76935728B60}"/>
                  </a:ext>
                </a:extLst>
              </p:cNvPr>
              <p:cNvSpPr/>
              <p:nvPr/>
            </p:nvSpPr>
            <p:spPr>
              <a:xfrm>
                <a:off x="7031288" y="3987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0" name="Freeform 40799">
                <a:extLst>
                  <a:ext uri="{FF2B5EF4-FFF2-40B4-BE49-F238E27FC236}">
                    <a16:creationId xmlns:a16="http://schemas.microsoft.com/office/drawing/2014/main" id="{7C90C8DF-D1FA-D5BB-D4A7-67A166A5C811}"/>
                  </a:ext>
                </a:extLst>
              </p:cNvPr>
              <p:cNvSpPr/>
              <p:nvPr/>
            </p:nvSpPr>
            <p:spPr>
              <a:xfrm>
                <a:off x="7031784" y="3988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1" name="Freeform 40800">
                <a:extLst>
                  <a:ext uri="{FF2B5EF4-FFF2-40B4-BE49-F238E27FC236}">
                    <a16:creationId xmlns:a16="http://schemas.microsoft.com/office/drawing/2014/main" id="{2A1AEC5F-6316-1A70-49A0-7774E7714262}"/>
                  </a:ext>
                </a:extLst>
              </p:cNvPr>
              <p:cNvSpPr/>
              <p:nvPr/>
            </p:nvSpPr>
            <p:spPr>
              <a:xfrm>
                <a:off x="7032280" y="3990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2" name="Freeform 40801">
                <a:extLst>
                  <a:ext uri="{FF2B5EF4-FFF2-40B4-BE49-F238E27FC236}">
                    <a16:creationId xmlns:a16="http://schemas.microsoft.com/office/drawing/2014/main" id="{AEA4A7E9-DD4B-F9B2-33BF-5B83C8BAF0C5}"/>
                  </a:ext>
                </a:extLst>
              </p:cNvPr>
              <p:cNvSpPr/>
              <p:nvPr/>
            </p:nvSpPr>
            <p:spPr>
              <a:xfrm>
                <a:off x="7032875" y="3992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3" name="Freeform 40802">
                <a:extLst>
                  <a:ext uri="{FF2B5EF4-FFF2-40B4-BE49-F238E27FC236}">
                    <a16:creationId xmlns:a16="http://schemas.microsoft.com/office/drawing/2014/main" id="{9082DF90-2F0A-E311-B6A5-4F1E82D7A259}"/>
                  </a:ext>
                </a:extLst>
              </p:cNvPr>
              <p:cNvSpPr/>
              <p:nvPr/>
            </p:nvSpPr>
            <p:spPr>
              <a:xfrm>
                <a:off x="7033371" y="399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4" name="Freeform 40803">
                <a:extLst>
                  <a:ext uri="{FF2B5EF4-FFF2-40B4-BE49-F238E27FC236}">
                    <a16:creationId xmlns:a16="http://schemas.microsoft.com/office/drawing/2014/main" id="{81275EBE-0D36-C4DC-439B-194C4CA8FCB3}"/>
                  </a:ext>
                </a:extLst>
              </p:cNvPr>
              <p:cNvSpPr/>
              <p:nvPr/>
            </p:nvSpPr>
            <p:spPr>
              <a:xfrm>
                <a:off x="7033867" y="399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5" name="Freeform 40804">
                <a:extLst>
                  <a:ext uri="{FF2B5EF4-FFF2-40B4-BE49-F238E27FC236}">
                    <a16:creationId xmlns:a16="http://schemas.microsoft.com/office/drawing/2014/main" id="{47A9A284-AF1E-123A-1093-251AB4F523A2}"/>
                  </a:ext>
                </a:extLst>
              </p:cNvPr>
              <p:cNvSpPr/>
              <p:nvPr/>
            </p:nvSpPr>
            <p:spPr>
              <a:xfrm>
                <a:off x="7034463" y="390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6" name="Freeform 40805">
                <a:extLst>
                  <a:ext uri="{FF2B5EF4-FFF2-40B4-BE49-F238E27FC236}">
                    <a16:creationId xmlns:a16="http://schemas.microsoft.com/office/drawing/2014/main" id="{D72849BF-10CD-2097-9CBE-0C8186AE7F47}"/>
                  </a:ext>
                </a:extLst>
              </p:cNvPr>
              <p:cNvSpPr/>
              <p:nvPr/>
            </p:nvSpPr>
            <p:spPr>
              <a:xfrm>
                <a:off x="7034959" y="3719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7" name="Freeform 40806">
                <a:extLst>
                  <a:ext uri="{FF2B5EF4-FFF2-40B4-BE49-F238E27FC236}">
                    <a16:creationId xmlns:a16="http://schemas.microsoft.com/office/drawing/2014/main" id="{E7A73327-D421-D408-96FA-DDAA0C7B112A}"/>
                  </a:ext>
                </a:extLst>
              </p:cNvPr>
              <p:cNvSpPr/>
              <p:nvPr/>
            </p:nvSpPr>
            <p:spPr>
              <a:xfrm>
                <a:off x="7035455" y="3514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8" name="Freeform 40807">
                <a:extLst>
                  <a:ext uri="{FF2B5EF4-FFF2-40B4-BE49-F238E27FC236}">
                    <a16:creationId xmlns:a16="http://schemas.microsoft.com/office/drawing/2014/main" id="{405091BD-30D8-79D5-ACE7-28DCF2605427}"/>
                  </a:ext>
                </a:extLst>
              </p:cNvPr>
              <p:cNvSpPr/>
              <p:nvPr/>
            </p:nvSpPr>
            <p:spPr>
              <a:xfrm>
                <a:off x="7035951" y="3534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09" name="Freeform 40808">
                <a:extLst>
                  <a:ext uri="{FF2B5EF4-FFF2-40B4-BE49-F238E27FC236}">
                    <a16:creationId xmlns:a16="http://schemas.microsoft.com/office/drawing/2014/main" id="{56E4CF4B-BF20-A9DD-C24E-36C0CFDB0AFC}"/>
                  </a:ext>
                </a:extLst>
              </p:cNvPr>
              <p:cNvSpPr/>
              <p:nvPr/>
            </p:nvSpPr>
            <p:spPr>
              <a:xfrm>
                <a:off x="7036546" y="3576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0" name="Freeform 40809">
                <a:extLst>
                  <a:ext uri="{FF2B5EF4-FFF2-40B4-BE49-F238E27FC236}">
                    <a16:creationId xmlns:a16="http://schemas.microsoft.com/office/drawing/2014/main" id="{253A1B96-3D05-62D3-BFC5-A3D9DA24ABCA}"/>
                  </a:ext>
                </a:extLst>
              </p:cNvPr>
              <p:cNvSpPr/>
              <p:nvPr/>
            </p:nvSpPr>
            <p:spPr>
              <a:xfrm>
                <a:off x="7037042" y="3519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1" name="Freeform 40810">
                <a:extLst>
                  <a:ext uri="{FF2B5EF4-FFF2-40B4-BE49-F238E27FC236}">
                    <a16:creationId xmlns:a16="http://schemas.microsoft.com/office/drawing/2014/main" id="{180E6861-844E-0FEA-EC10-15F85D8BFBD0}"/>
                  </a:ext>
                </a:extLst>
              </p:cNvPr>
              <p:cNvSpPr/>
              <p:nvPr/>
            </p:nvSpPr>
            <p:spPr>
              <a:xfrm>
                <a:off x="7037538" y="3566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2" name="Freeform 40811">
                <a:extLst>
                  <a:ext uri="{FF2B5EF4-FFF2-40B4-BE49-F238E27FC236}">
                    <a16:creationId xmlns:a16="http://schemas.microsoft.com/office/drawing/2014/main" id="{22F9BE52-AE5E-D78F-C4FD-BA54956FF6BF}"/>
                  </a:ext>
                </a:extLst>
              </p:cNvPr>
              <p:cNvSpPr/>
              <p:nvPr/>
            </p:nvSpPr>
            <p:spPr>
              <a:xfrm>
                <a:off x="7038134" y="3515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3" name="Freeform 40812">
                <a:extLst>
                  <a:ext uri="{FF2B5EF4-FFF2-40B4-BE49-F238E27FC236}">
                    <a16:creationId xmlns:a16="http://schemas.microsoft.com/office/drawing/2014/main" id="{FDD2B955-0F28-8674-93B9-055AB41A44CF}"/>
                  </a:ext>
                </a:extLst>
              </p:cNvPr>
              <p:cNvSpPr/>
              <p:nvPr/>
            </p:nvSpPr>
            <p:spPr>
              <a:xfrm>
                <a:off x="7038630" y="3571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4" name="Freeform 40813">
                <a:extLst>
                  <a:ext uri="{FF2B5EF4-FFF2-40B4-BE49-F238E27FC236}">
                    <a16:creationId xmlns:a16="http://schemas.microsoft.com/office/drawing/2014/main" id="{382E124B-3430-E3B7-77C0-EAB122573FB3}"/>
                  </a:ext>
                </a:extLst>
              </p:cNvPr>
              <p:cNvSpPr/>
              <p:nvPr/>
            </p:nvSpPr>
            <p:spPr>
              <a:xfrm>
                <a:off x="7039126" y="3537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5" name="Freeform 40814">
                <a:extLst>
                  <a:ext uri="{FF2B5EF4-FFF2-40B4-BE49-F238E27FC236}">
                    <a16:creationId xmlns:a16="http://schemas.microsoft.com/office/drawing/2014/main" id="{6874CE09-12AA-997C-83C6-C3115D337D27}"/>
                  </a:ext>
                </a:extLst>
              </p:cNvPr>
              <p:cNvSpPr/>
              <p:nvPr/>
            </p:nvSpPr>
            <p:spPr>
              <a:xfrm>
                <a:off x="7039721" y="3490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6" name="Freeform 40815">
                <a:extLst>
                  <a:ext uri="{FF2B5EF4-FFF2-40B4-BE49-F238E27FC236}">
                    <a16:creationId xmlns:a16="http://schemas.microsoft.com/office/drawing/2014/main" id="{917C6424-94F6-E935-15FB-605C95017827}"/>
                  </a:ext>
                </a:extLst>
              </p:cNvPr>
              <p:cNvSpPr/>
              <p:nvPr/>
            </p:nvSpPr>
            <p:spPr>
              <a:xfrm>
                <a:off x="7040217" y="3458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7" name="Freeform 40816">
                <a:extLst>
                  <a:ext uri="{FF2B5EF4-FFF2-40B4-BE49-F238E27FC236}">
                    <a16:creationId xmlns:a16="http://schemas.microsoft.com/office/drawing/2014/main" id="{D4CD9E8D-7EA3-E0F2-C717-43DBD9F9BBEF}"/>
                  </a:ext>
                </a:extLst>
              </p:cNvPr>
              <p:cNvSpPr/>
              <p:nvPr/>
            </p:nvSpPr>
            <p:spPr>
              <a:xfrm>
                <a:off x="7040713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8" name="Freeform 40817">
                <a:extLst>
                  <a:ext uri="{FF2B5EF4-FFF2-40B4-BE49-F238E27FC236}">
                    <a16:creationId xmlns:a16="http://schemas.microsoft.com/office/drawing/2014/main" id="{B19E5436-AF94-9978-AA9C-B6006071EA00}"/>
                  </a:ext>
                </a:extLst>
              </p:cNvPr>
              <p:cNvSpPr/>
              <p:nvPr/>
            </p:nvSpPr>
            <p:spPr>
              <a:xfrm>
                <a:off x="7041309" y="3707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19" name="Freeform 40818">
                <a:extLst>
                  <a:ext uri="{FF2B5EF4-FFF2-40B4-BE49-F238E27FC236}">
                    <a16:creationId xmlns:a16="http://schemas.microsoft.com/office/drawing/2014/main" id="{28FC5F10-C70A-F509-38ED-01CCBC1544CB}"/>
                  </a:ext>
                </a:extLst>
              </p:cNvPr>
              <p:cNvSpPr/>
              <p:nvPr/>
            </p:nvSpPr>
            <p:spPr>
              <a:xfrm>
                <a:off x="7041805" y="3914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0" name="Freeform 40819">
                <a:extLst>
                  <a:ext uri="{FF2B5EF4-FFF2-40B4-BE49-F238E27FC236}">
                    <a16:creationId xmlns:a16="http://schemas.microsoft.com/office/drawing/2014/main" id="{EE068158-3C03-7905-5ED1-1443E98CBCEB}"/>
                  </a:ext>
                </a:extLst>
              </p:cNvPr>
              <p:cNvSpPr/>
              <p:nvPr/>
            </p:nvSpPr>
            <p:spPr>
              <a:xfrm>
                <a:off x="7042301" y="395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1" name="Freeform 40820">
                <a:extLst>
                  <a:ext uri="{FF2B5EF4-FFF2-40B4-BE49-F238E27FC236}">
                    <a16:creationId xmlns:a16="http://schemas.microsoft.com/office/drawing/2014/main" id="{0E42D781-196B-6286-8523-77A9E2681F20}"/>
                  </a:ext>
                </a:extLst>
              </p:cNvPr>
              <p:cNvSpPr/>
              <p:nvPr/>
            </p:nvSpPr>
            <p:spPr>
              <a:xfrm>
                <a:off x="7042896" y="3973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2" name="Freeform 40821">
                <a:extLst>
                  <a:ext uri="{FF2B5EF4-FFF2-40B4-BE49-F238E27FC236}">
                    <a16:creationId xmlns:a16="http://schemas.microsoft.com/office/drawing/2014/main" id="{8735828D-1D5F-7A22-056F-5A1DD1A1AAFD}"/>
                  </a:ext>
                </a:extLst>
              </p:cNvPr>
              <p:cNvSpPr/>
              <p:nvPr/>
            </p:nvSpPr>
            <p:spPr>
              <a:xfrm>
                <a:off x="7043392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3" name="Freeform 40822">
                <a:extLst>
                  <a:ext uri="{FF2B5EF4-FFF2-40B4-BE49-F238E27FC236}">
                    <a16:creationId xmlns:a16="http://schemas.microsoft.com/office/drawing/2014/main" id="{392BA9D9-5237-A876-9299-FB1196CC0765}"/>
                  </a:ext>
                </a:extLst>
              </p:cNvPr>
              <p:cNvSpPr/>
              <p:nvPr/>
            </p:nvSpPr>
            <p:spPr>
              <a:xfrm>
                <a:off x="7043888" y="3982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4" name="Freeform 40823">
                <a:extLst>
                  <a:ext uri="{FF2B5EF4-FFF2-40B4-BE49-F238E27FC236}">
                    <a16:creationId xmlns:a16="http://schemas.microsoft.com/office/drawing/2014/main" id="{2363BEF9-D3E8-590D-406E-5A466964F572}"/>
                  </a:ext>
                </a:extLst>
              </p:cNvPr>
              <p:cNvSpPr/>
              <p:nvPr/>
            </p:nvSpPr>
            <p:spPr>
              <a:xfrm>
                <a:off x="7044484" y="399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5" name="Freeform 40824">
                <a:extLst>
                  <a:ext uri="{FF2B5EF4-FFF2-40B4-BE49-F238E27FC236}">
                    <a16:creationId xmlns:a16="http://schemas.microsoft.com/office/drawing/2014/main" id="{069834C0-9C40-652D-76D5-436A685E7A01}"/>
                  </a:ext>
                </a:extLst>
              </p:cNvPr>
              <p:cNvSpPr/>
              <p:nvPr/>
            </p:nvSpPr>
            <p:spPr>
              <a:xfrm>
                <a:off x="7044980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6" name="Freeform 40825">
                <a:extLst>
                  <a:ext uri="{FF2B5EF4-FFF2-40B4-BE49-F238E27FC236}">
                    <a16:creationId xmlns:a16="http://schemas.microsoft.com/office/drawing/2014/main" id="{24EE6D2D-869C-AB37-C7E4-A0EED6A4F67D}"/>
                  </a:ext>
                </a:extLst>
              </p:cNvPr>
              <p:cNvSpPr/>
              <p:nvPr/>
            </p:nvSpPr>
            <p:spPr>
              <a:xfrm>
                <a:off x="7045476" y="400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7" name="Freeform 40826">
                <a:extLst>
                  <a:ext uri="{FF2B5EF4-FFF2-40B4-BE49-F238E27FC236}">
                    <a16:creationId xmlns:a16="http://schemas.microsoft.com/office/drawing/2014/main" id="{0554065F-DCD2-A1B2-68E3-1348E12C78DD}"/>
                  </a:ext>
                </a:extLst>
              </p:cNvPr>
              <p:cNvSpPr/>
              <p:nvPr/>
            </p:nvSpPr>
            <p:spPr>
              <a:xfrm>
                <a:off x="7046071" y="4009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8" name="Freeform 40827">
                <a:extLst>
                  <a:ext uri="{FF2B5EF4-FFF2-40B4-BE49-F238E27FC236}">
                    <a16:creationId xmlns:a16="http://schemas.microsoft.com/office/drawing/2014/main" id="{ACB4B99F-6D07-7F9A-1FC7-9C9EC90EB03A}"/>
                  </a:ext>
                </a:extLst>
              </p:cNvPr>
              <p:cNvSpPr/>
              <p:nvPr/>
            </p:nvSpPr>
            <p:spPr>
              <a:xfrm>
                <a:off x="7046567" y="400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29" name="Freeform 40828">
                <a:extLst>
                  <a:ext uri="{FF2B5EF4-FFF2-40B4-BE49-F238E27FC236}">
                    <a16:creationId xmlns:a16="http://schemas.microsoft.com/office/drawing/2014/main" id="{A65B1A28-A530-2117-5173-D92EFF8D14DE}"/>
                  </a:ext>
                </a:extLst>
              </p:cNvPr>
              <p:cNvSpPr/>
              <p:nvPr/>
            </p:nvSpPr>
            <p:spPr>
              <a:xfrm>
                <a:off x="7047063" y="3950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0" name="Freeform 40829">
                <a:extLst>
                  <a:ext uri="{FF2B5EF4-FFF2-40B4-BE49-F238E27FC236}">
                    <a16:creationId xmlns:a16="http://schemas.microsoft.com/office/drawing/2014/main" id="{B4E4647F-67DC-C62F-4D4D-22A2F2AC7036}"/>
                  </a:ext>
                </a:extLst>
              </p:cNvPr>
              <p:cNvSpPr/>
              <p:nvPr/>
            </p:nvSpPr>
            <p:spPr>
              <a:xfrm>
                <a:off x="7047559" y="3698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1" name="Freeform 40830">
                <a:extLst>
                  <a:ext uri="{FF2B5EF4-FFF2-40B4-BE49-F238E27FC236}">
                    <a16:creationId xmlns:a16="http://schemas.microsoft.com/office/drawing/2014/main" id="{4207173B-80C0-3760-01F1-641A4DE4016A}"/>
                  </a:ext>
                </a:extLst>
              </p:cNvPr>
              <p:cNvSpPr/>
              <p:nvPr/>
            </p:nvSpPr>
            <p:spPr>
              <a:xfrm>
                <a:off x="7048155" y="3533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2" name="Freeform 40831">
                <a:extLst>
                  <a:ext uri="{FF2B5EF4-FFF2-40B4-BE49-F238E27FC236}">
                    <a16:creationId xmlns:a16="http://schemas.microsoft.com/office/drawing/2014/main" id="{B4B9E786-DC2D-56FC-7487-10CBC8712317}"/>
                  </a:ext>
                </a:extLst>
              </p:cNvPr>
              <p:cNvSpPr/>
              <p:nvPr/>
            </p:nvSpPr>
            <p:spPr>
              <a:xfrm>
                <a:off x="7048651" y="3578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3" name="Freeform 40832">
                <a:extLst>
                  <a:ext uri="{FF2B5EF4-FFF2-40B4-BE49-F238E27FC236}">
                    <a16:creationId xmlns:a16="http://schemas.microsoft.com/office/drawing/2014/main" id="{D2BB0A07-73C5-562C-71D8-B58EBF3B4264}"/>
                  </a:ext>
                </a:extLst>
              </p:cNvPr>
              <p:cNvSpPr/>
              <p:nvPr/>
            </p:nvSpPr>
            <p:spPr>
              <a:xfrm>
                <a:off x="7049147" y="3604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4" name="Freeform 40833">
                <a:extLst>
                  <a:ext uri="{FF2B5EF4-FFF2-40B4-BE49-F238E27FC236}">
                    <a16:creationId xmlns:a16="http://schemas.microsoft.com/office/drawing/2014/main" id="{E4E8C391-9299-05C0-A339-C4C616B5F84B}"/>
                  </a:ext>
                </a:extLst>
              </p:cNvPr>
              <p:cNvSpPr/>
              <p:nvPr/>
            </p:nvSpPr>
            <p:spPr>
              <a:xfrm>
                <a:off x="7049742" y="3569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5" name="Freeform 40834">
                <a:extLst>
                  <a:ext uri="{FF2B5EF4-FFF2-40B4-BE49-F238E27FC236}">
                    <a16:creationId xmlns:a16="http://schemas.microsoft.com/office/drawing/2014/main" id="{41AFC8AE-9864-C5D4-E646-6114AF18AC62}"/>
                  </a:ext>
                </a:extLst>
              </p:cNvPr>
              <p:cNvSpPr/>
              <p:nvPr/>
            </p:nvSpPr>
            <p:spPr>
              <a:xfrm>
                <a:off x="7050238" y="3630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6" name="Freeform 40835">
                <a:extLst>
                  <a:ext uri="{FF2B5EF4-FFF2-40B4-BE49-F238E27FC236}">
                    <a16:creationId xmlns:a16="http://schemas.microsoft.com/office/drawing/2014/main" id="{03012078-4796-1BFE-7465-711E008CE0A8}"/>
                  </a:ext>
                </a:extLst>
              </p:cNvPr>
              <p:cNvSpPr/>
              <p:nvPr/>
            </p:nvSpPr>
            <p:spPr>
              <a:xfrm>
                <a:off x="7050734" y="3631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7" name="Freeform 40836">
                <a:extLst>
                  <a:ext uri="{FF2B5EF4-FFF2-40B4-BE49-F238E27FC236}">
                    <a16:creationId xmlns:a16="http://schemas.microsoft.com/office/drawing/2014/main" id="{6420FB21-E897-2104-AE95-8A3E1B87AD8A}"/>
                  </a:ext>
                </a:extLst>
              </p:cNvPr>
              <p:cNvSpPr/>
              <p:nvPr/>
            </p:nvSpPr>
            <p:spPr>
              <a:xfrm>
                <a:off x="7051330" y="3623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8" name="Freeform 40837">
                <a:extLst>
                  <a:ext uri="{FF2B5EF4-FFF2-40B4-BE49-F238E27FC236}">
                    <a16:creationId xmlns:a16="http://schemas.microsoft.com/office/drawing/2014/main" id="{9313A41A-CD66-D379-AAE7-352159A67E25}"/>
                  </a:ext>
                </a:extLst>
              </p:cNvPr>
              <p:cNvSpPr/>
              <p:nvPr/>
            </p:nvSpPr>
            <p:spPr>
              <a:xfrm>
                <a:off x="7051826" y="3577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39" name="Freeform 40838">
                <a:extLst>
                  <a:ext uri="{FF2B5EF4-FFF2-40B4-BE49-F238E27FC236}">
                    <a16:creationId xmlns:a16="http://schemas.microsoft.com/office/drawing/2014/main" id="{38C1AE3B-F2DB-A69A-73BB-D5FDF88D6280}"/>
                  </a:ext>
                </a:extLst>
              </p:cNvPr>
              <p:cNvSpPr/>
              <p:nvPr/>
            </p:nvSpPr>
            <p:spPr>
              <a:xfrm>
                <a:off x="7052322" y="3568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0" name="Freeform 40839">
                <a:extLst>
                  <a:ext uri="{FF2B5EF4-FFF2-40B4-BE49-F238E27FC236}">
                    <a16:creationId xmlns:a16="http://schemas.microsoft.com/office/drawing/2014/main" id="{94422E2B-A09A-536E-25B8-89C3BE8C2DFA}"/>
                  </a:ext>
                </a:extLst>
              </p:cNvPr>
              <p:cNvSpPr/>
              <p:nvPr/>
            </p:nvSpPr>
            <p:spPr>
              <a:xfrm>
                <a:off x="7052917" y="3511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1" name="Freeform 40840">
                <a:extLst>
                  <a:ext uri="{FF2B5EF4-FFF2-40B4-BE49-F238E27FC236}">
                    <a16:creationId xmlns:a16="http://schemas.microsoft.com/office/drawing/2014/main" id="{70A1F634-98E0-B39C-3301-E0DCBF7917F9}"/>
                  </a:ext>
                </a:extLst>
              </p:cNvPr>
              <p:cNvSpPr/>
              <p:nvPr/>
            </p:nvSpPr>
            <p:spPr>
              <a:xfrm>
                <a:off x="7053413" y="3508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2" name="Freeform 40841">
                <a:extLst>
                  <a:ext uri="{FF2B5EF4-FFF2-40B4-BE49-F238E27FC236}">
                    <a16:creationId xmlns:a16="http://schemas.microsoft.com/office/drawing/2014/main" id="{D635FF29-F20F-090F-D669-86BF5F8EBD93}"/>
                  </a:ext>
                </a:extLst>
              </p:cNvPr>
              <p:cNvSpPr/>
              <p:nvPr/>
            </p:nvSpPr>
            <p:spPr>
              <a:xfrm>
                <a:off x="7053909" y="3726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3" name="Freeform 40842">
                <a:extLst>
                  <a:ext uri="{FF2B5EF4-FFF2-40B4-BE49-F238E27FC236}">
                    <a16:creationId xmlns:a16="http://schemas.microsoft.com/office/drawing/2014/main" id="{71B55B91-95ED-9C01-D449-24CE93F3C693}"/>
                  </a:ext>
                </a:extLst>
              </p:cNvPr>
              <p:cNvSpPr/>
              <p:nvPr/>
            </p:nvSpPr>
            <p:spPr>
              <a:xfrm>
                <a:off x="7054505" y="3937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4" name="Freeform 40843">
                <a:extLst>
                  <a:ext uri="{FF2B5EF4-FFF2-40B4-BE49-F238E27FC236}">
                    <a16:creationId xmlns:a16="http://schemas.microsoft.com/office/drawing/2014/main" id="{4B26C2CB-AC68-9804-3F46-2180E4B90F69}"/>
                  </a:ext>
                </a:extLst>
              </p:cNvPr>
              <p:cNvSpPr/>
              <p:nvPr/>
            </p:nvSpPr>
            <p:spPr>
              <a:xfrm>
                <a:off x="7055001" y="39753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5" name="Freeform 40844">
                <a:extLst>
                  <a:ext uri="{FF2B5EF4-FFF2-40B4-BE49-F238E27FC236}">
                    <a16:creationId xmlns:a16="http://schemas.microsoft.com/office/drawing/2014/main" id="{8B87ED64-1C4B-2039-C6B7-0A50DFDB3DC5}"/>
                  </a:ext>
                </a:extLst>
              </p:cNvPr>
              <p:cNvSpPr/>
              <p:nvPr/>
            </p:nvSpPr>
            <p:spPr>
              <a:xfrm>
                <a:off x="7055497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6" name="Freeform 40845">
                <a:extLst>
                  <a:ext uri="{FF2B5EF4-FFF2-40B4-BE49-F238E27FC236}">
                    <a16:creationId xmlns:a16="http://schemas.microsoft.com/office/drawing/2014/main" id="{7DBD7A7A-3422-5F46-45A5-2536FF338444}"/>
                  </a:ext>
                </a:extLst>
              </p:cNvPr>
              <p:cNvSpPr/>
              <p:nvPr/>
            </p:nvSpPr>
            <p:spPr>
              <a:xfrm>
                <a:off x="7056092" y="4007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7" name="Freeform 40846">
                <a:extLst>
                  <a:ext uri="{FF2B5EF4-FFF2-40B4-BE49-F238E27FC236}">
                    <a16:creationId xmlns:a16="http://schemas.microsoft.com/office/drawing/2014/main" id="{F65E9574-DA89-68D4-FCF1-AEAC3E065ABE}"/>
                  </a:ext>
                </a:extLst>
              </p:cNvPr>
              <p:cNvSpPr/>
              <p:nvPr/>
            </p:nvSpPr>
            <p:spPr>
              <a:xfrm>
                <a:off x="7056588" y="40248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8" name="Freeform 40847">
                <a:extLst>
                  <a:ext uri="{FF2B5EF4-FFF2-40B4-BE49-F238E27FC236}">
                    <a16:creationId xmlns:a16="http://schemas.microsoft.com/office/drawing/2014/main" id="{208402A3-F2FD-4046-6502-8B62C4DE2F86}"/>
                  </a:ext>
                </a:extLst>
              </p:cNvPr>
              <p:cNvSpPr/>
              <p:nvPr/>
            </p:nvSpPr>
            <p:spPr>
              <a:xfrm>
                <a:off x="7057084" y="4027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49" name="Freeform 40848">
                <a:extLst>
                  <a:ext uri="{FF2B5EF4-FFF2-40B4-BE49-F238E27FC236}">
                    <a16:creationId xmlns:a16="http://schemas.microsoft.com/office/drawing/2014/main" id="{4AA05F74-86E8-D217-3EC6-D79D5242BF70}"/>
                  </a:ext>
                </a:extLst>
              </p:cNvPr>
              <p:cNvSpPr/>
              <p:nvPr/>
            </p:nvSpPr>
            <p:spPr>
              <a:xfrm>
                <a:off x="7057680" y="402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0" name="Freeform 40849">
                <a:extLst>
                  <a:ext uri="{FF2B5EF4-FFF2-40B4-BE49-F238E27FC236}">
                    <a16:creationId xmlns:a16="http://schemas.microsoft.com/office/drawing/2014/main" id="{75BE13CA-4742-24B6-CB30-ED3F145B5E52}"/>
                  </a:ext>
                </a:extLst>
              </p:cNvPr>
              <p:cNvSpPr/>
              <p:nvPr/>
            </p:nvSpPr>
            <p:spPr>
              <a:xfrm>
                <a:off x="7058176" y="4027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1" name="Freeform 40850">
                <a:extLst>
                  <a:ext uri="{FF2B5EF4-FFF2-40B4-BE49-F238E27FC236}">
                    <a16:creationId xmlns:a16="http://schemas.microsoft.com/office/drawing/2014/main" id="{0C1658CE-C5A3-44DD-94B9-E1EB5A679CE5}"/>
                  </a:ext>
                </a:extLst>
              </p:cNvPr>
              <p:cNvSpPr/>
              <p:nvPr/>
            </p:nvSpPr>
            <p:spPr>
              <a:xfrm>
                <a:off x="7058672" y="4027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2" name="Freeform 40851">
                <a:extLst>
                  <a:ext uri="{FF2B5EF4-FFF2-40B4-BE49-F238E27FC236}">
                    <a16:creationId xmlns:a16="http://schemas.microsoft.com/office/drawing/2014/main" id="{FE908C33-46BD-95A7-79F5-8214F4E5402F}"/>
                  </a:ext>
                </a:extLst>
              </p:cNvPr>
              <p:cNvSpPr/>
              <p:nvPr/>
            </p:nvSpPr>
            <p:spPr>
              <a:xfrm>
                <a:off x="7059168" y="400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3" name="Freeform 40852">
                <a:extLst>
                  <a:ext uri="{FF2B5EF4-FFF2-40B4-BE49-F238E27FC236}">
                    <a16:creationId xmlns:a16="http://schemas.microsoft.com/office/drawing/2014/main" id="{6241613E-6C48-E4E5-EADC-7070B06CD13A}"/>
                  </a:ext>
                </a:extLst>
              </p:cNvPr>
              <p:cNvSpPr/>
              <p:nvPr/>
            </p:nvSpPr>
            <p:spPr>
              <a:xfrm>
                <a:off x="7059763" y="3972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4" name="Freeform 40853">
                <a:extLst>
                  <a:ext uri="{FF2B5EF4-FFF2-40B4-BE49-F238E27FC236}">
                    <a16:creationId xmlns:a16="http://schemas.microsoft.com/office/drawing/2014/main" id="{5D513A20-1C4E-EF60-B221-768D8E13C3E6}"/>
                  </a:ext>
                </a:extLst>
              </p:cNvPr>
              <p:cNvSpPr/>
              <p:nvPr/>
            </p:nvSpPr>
            <p:spPr>
              <a:xfrm>
                <a:off x="7060259" y="3765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5" name="Freeform 40854">
                <a:extLst>
                  <a:ext uri="{FF2B5EF4-FFF2-40B4-BE49-F238E27FC236}">
                    <a16:creationId xmlns:a16="http://schemas.microsoft.com/office/drawing/2014/main" id="{396279E5-307D-C585-3738-C6F944AEA76D}"/>
                  </a:ext>
                </a:extLst>
              </p:cNvPr>
              <p:cNvSpPr/>
              <p:nvPr/>
            </p:nvSpPr>
            <p:spPr>
              <a:xfrm>
                <a:off x="7060755" y="3637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6" name="Freeform 40855">
                <a:extLst>
                  <a:ext uri="{FF2B5EF4-FFF2-40B4-BE49-F238E27FC236}">
                    <a16:creationId xmlns:a16="http://schemas.microsoft.com/office/drawing/2014/main" id="{658171B3-91E9-1FAF-36E3-35234BA54511}"/>
                  </a:ext>
                </a:extLst>
              </p:cNvPr>
              <p:cNvSpPr/>
              <p:nvPr/>
            </p:nvSpPr>
            <p:spPr>
              <a:xfrm>
                <a:off x="7061351" y="3646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7" name="Freeform 40856">
                <a:extLst>
                  <a:ext uri="{FF2B5EF4-FFF2-40B4-BE49-F238E27FC236}">
                    <a16:creationId xmlns:a16="http://schemas.microsoft.com/office/drawing/2014/main" id="{614A23C4-2EB1-1DC5-6C36-A0ABB9EF1717}"/>
                  </a:ext>
                </a:extLst>
              </p:cNvPr>
              <p:cNvSpPr/>
              <p:nvPr/>
            </p:nvSpPr>
            <p:spPr>
              <a:xfrm>
                <a:off x="7061847" y="3600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8" name="Freeform 40857">
                <a:extLst>
                  <a:ext uri="{FF2B5EF4-FFF2-40B4-BE49-F238E27FC236}">
                    <a16:creationId xmlns:a16="http://schemas.microsoft.com/office/drawing/2014/main" id="{5A81A362-96D2-8F83-049A-D2312B94C419}"/>
                  </a:ext>
                </a:extLst>
              </p:cNvPr>
              <p:cNvSpPr/>
              <p:nvPr/>
            </p:nvSpPr>
            <p:spPr>
              <a:xfrm>
                <a:off x="7062343" y="3502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59" name="Freeform 40858">
                <a:extLst>
                  <a:ext uri="{FF2B5EF4-FFF2-40B4-BE49-F238E27FC236}">
                    <a16:creationId xmlns:a16="http://schemas.microsoft.com/office/drawing/2014/main" id="{83781F0A-5EB7-45CB-9418-843879943F48}"/>
                  </a:ext>
                </a:extLst>
              </p:cNvPr>
              <p:cNvSpPr/>
              <p:nvPr/>
            </p:nvSpPr>
            <p:spPr>
              <a:xfrm>
                <a:off x="7062938" y="3590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0" name="Freeform 40859">
                <a:extLst>
                  <a:ext uri="{FF2B5EF4-FFF2-40B4-BE49-F238E27FC236}">
                    <a16:creationId xmlns:a16="http://schemas.microsoft.com/office/drawing/2014/main" id="{FD3D55D6-DAA7-F511-D41C-D72B4DF4DB91}"/>
                  </a:ext>
                </a:extLst>
              </p:cNvPr>
              <p:cNvSpPr/>
              <p:nvPr/>
            </p:nvSpPr>
            <p:spPr>
              <a:xfrm>
                <a:off x="7063434" y="3601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1" name="Freeform 40860">
                <a:extLst>
                  <a:ext uri="{FF2B5EF4-FFF2-40B4-BE49-F238E27FC236}">
                    <a16:creationId xmlns:a16="http://schemas.microsoft.com/office/drawing/2014/main" id="{1594E228-9244-CD32-D63A-CC5260D3E3AE}"/>
                  </a:ext>
                </a:extLst>
              </p:cNvPr>
              <p:cNvSpPr/>
              <p:nvPr/>
            </p:nvSpPr>
            <p:spPr>
              <a:xfrm>
                <a:off x="7063930" y="3554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2" name="Freeform 40861">
                <a:extLst>
                  <a:ext uri="{FF2B5EF4-FFF2-40B4-BE49-F238E27FC236}">
                    <a16:creationId xmlns:a16="http://schemas.microsoft.com/office/drawing/2014/main" id="{2C3829DD-60CF-BCC8-6AD4-628EDAC014D4}"/>
                  </a:ext>
                </a:extLst>
              </p:cNvPr>
              <p:cNvSpPr/>
              <p:nvPr/>
            </p:nvSpPr>
            <p:spPr>
              <a:xfrm>
                <a:off x="7064526" y="3570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3" name="Freeform 40862">
                <a:extLst>
                  <a:ext uri="{FF2B5EF4-FFF2-40B4-BE49-F238E27FC236}">
                    <a16:creationId xmlns:a16="http://schemas.microsoft.com/office/drawing/2014/main" id="{21BCB549-3D9D-D6AC-0D99-F70312037F74}"/>
                  </a:ext>
                </a:extLst>
              </p:cNvPr>
              <p:cNvSpPr/>
              <p:nvPr/>
            </p:nvSpPr>
            <p:spPr>
              <a:xfrm>
                <a:off x="7065022" y="3585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4" name="Freeform 40863">
                <a:extLst>
                  <a:ext uri="{FF2B5EF4-FFF2-40B4-BE49-F238E27FC236}">
                    <a16:creationId xmlns:a16="http://schemas.microsoft.com/office/drawing/2014/main" id="{F91B6DB8-F1A1-2D24-822B-63578E1115B7}"/>
                  </a:ext>
                </a:extLst>
              </p:cNvPr>
              <p:cNvSpPr/>
              <p:nvPr/>
            </p:nvSpPr>
            <p:spPr>
              <a:xfrm>
                <a:off x="7065518" y="3548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5" name="Freeform 40864">
                <a:extLst>
                  <a:ext uri="{FF2B5EF4-FFF2-40B4-BE49-F238E27FC236}">
                    <a16:creationId xmlns:a16="http://schemas.microsoft.com/office/drawing/2014/main" id="{93942D69-B1A2-C7A9-5C4B-0D28DB0A694A}"/>
                  </a:ext>
                </a:extLst>
              </p:cNvPr>
              <p:cNvSpPr/>
              <p:nvPr/>
            </p:nvSpPr>
            <p:spPr>
              <a:xfrm>
                <a:off x="7066113" y="3536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6" name="Freeform 40865">
                <a:extLst>
                  <a:ext uri="{FF2B5EF4-FFF2-40B4-BE49-F238E27FC236}">
                    <a16:creationId xmlns:a16="http://schemas.microsoft.com/office/drawing/2014/main" id="{6D357335-467A-45B4-4008-631EC9CB2973}"/>
                  </a:ext>
                </a:extLst>
              </p:cNvPr>
              <p:cNvSpPr/>
              <p:nvPr/>
            </p:nvSpPr>
            <p:spPr>
              <a:xfrm>
                <a:off x="7066609" y="3594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7" name="Freeform 40866">
                <a:extLst>
                  <a:ext uri="{FF2B5EF4-FFF2-40B4-BE49-F238E27FC236}">
                    <a16:creationId xmlns:a16="http://schemas.microsoft.com/office/drawing/2014/main" id="{B10D4193-2B40-8E00-6B31-A1DDEDFFE729}"/>
                  </a:ext>
                </a:extLst>
              </p:cNvPr>
              <p:cNvSpPr/>
              <p:nvPr/>
            </p:nvSpPr>
            <p:spPr>
              <a:xfrm>
                <a:off x="7067105" y="3858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8" name="Freeform 40867">
                <a:extLst>
                  <a:ext uri="{FF2B5EF4-FFF2-40B4-BE49-F238E27FC236}">
                    <a16:creationId xmlns:a16="http://schemas.microsoft.com/office/drawing/2014/main" id="{A67EDA8A-5EB4-644E-8BC0-BBE02D21126A}"/>
                  </a:ext>
                </a:extLst>
              </p:cNvPr>
              <p:cNvSpPr/>
              <p:nvPr/>
            </p:nvSpPr>
            <p:spPr>
              <a:xfrm>
                <a:off x="7067701" y="3918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69" name="Freeform 40868">
                <a:extLst>
                  <a:ext uri="{FF2B5EF4-FFF2-40B4-BE49-F238E27FC236}">
                    <a16:creationId xmlns:a16="http://schemas.microsoft.com/office/drawing/2014/main" id="{3CF139E1-00DE-D520-DB29-24E087FCF697}"/>
                  </a:ext>
                </a:extLst>
              </p:cNvPr>
              <p:cNvSpPr/>
              <p:nvPr/>
            </p:nvSpPr>
            <p:spPr>
              <a:xfrm>
                <a:off x="7068197" y="3931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0" name="Freeform 40869">
                <a:extLst>
                  <a:ext uri="{FF2B5EF4-FFF2-40B4-BE49-F238E27FC236}">
                    <a16:creationId xmlns:a16="http://schemas.microsoft.com/office/drawing/2014/main" id="{82A8E494-02A3-0E07-3C33-B795E14EEC6D}"/>
                  </a:ext>
                </a:extLst>
              </p:cNvPr>
              <p:cNvSpPr/>
              <p:nvPr/>
            </p:nvSpPr>
            <p:spPr>
              <a:xfrm>
                <a:off x="7068693" y="3934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1" name="Freeform 40870">
                <a:extLst>
                  <a:ext uri="{FF2B5EF4-FFF2-40B4-BE49-F238E27FC236}">
                    <a16:creationId xmlns:a16="http://schemas.microsoft.com/office/drawing/2014/main" id="{E941D1D2-C69B-ECA1-B0A8-F0F68D7AB412}"/>
                  </a:ext>
                </a:extLst>
              </p:cNvPr>
              <p:cNvSpPr/>
              <p:nvPr/>
            </p:nvSpPr>
            <p:spPr>
              <a:xfrm>
                <a:off x="7069288" y="3935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2" name="Freeform 40871">
                <a:extLst>
                  <a:ext uri="{FF2B5EF4-FFF2-40B4-BE49-F238E27FC236}">
                    <a16:creationId xmlns:a16="http://schemas.microsoft.com/office/drawing/2014/main" id="{47906949-EE3C-5567-6082-60A28AC32F98}"/>
                  </a:ext>
                </a:extLst>
              </p:cNvPr>
              <p:cNvSpPr/>
              <p:nvPr/>
            </p:nvSpPr>
            <p:spPr>
              <a:xfrm>
                <a:off x="7069784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3" name="Freeform 40872">
                <a:extLst>
                  <a:ext uri="{FF2B5EF4-FFF2-40B4-BE49-F238E27FC236}">
                    <a16:creationId xmlns:a16="http://schemas.microsoft.com/office/drawing/2014/main" id="{33B60F9D-D022-D3F2-24FC-FB5DEE4E3A7D}"/>
                  </a:ext>
                </a:extLst>
              </p:cNvPr>
              <p:cNvSpPr/>
              <p:nvPr/>
            </p:nvSpPr>
            <p:spPr>
              <a:xfrm>
                <a:off x="7070280" y="3940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4" name="Freeform 40873">
                <a:extLst>
                  <a:ext uri="{FF2B5EF4-FFF2-40B4-BE49-F238E27FC236}">
                    <a16:creationId xmlns:a16="http://schemas.microsoft.com/office/drawing/2014/main" id="{AECAD454-A64C-E562-62B9-0F98E742CEF9}"/>
                  </a:ext>
                </a:extLst>
              </p:cNvPr>
              <p:cNvSpPr/>
              <p:nvPr/>
            </p:nvSpPr>
            <p:spPr>
              <a:xfrm>
                <a:off x="7070876" y="3946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5" name="Freeform 40874">
                <a:extLst>
                  <a:ext uri="{FF2B5EF4-FFF2-40B4-BE49-F238E27FC236}">
                    <a16:creationId xmlns:a16="http://schemas.microsoft.com/office/drawing/2014/main" id="{BE0438EF-7103-F556-4846-E1402BE61472}"/>
                  </a:ext>
                </a:extLst>
              </p:cNvPr>
              <p:cNvSpPr/>
              <p:nvPr/>
            </p:nvSpPr>
            <p:spPr>
              <a:xfrm>
                <a:off x="7071372" y="3951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6" name="Freeform 40875">
                <a:extLst>
                  <a:ext uri="{FF2B5EF4-FFF2-40B4-BE49-F238E27FC236}">
                    <a16:creationId xmlns:a16="http://schemas.microsoft.com/office/drawing/2014/main" id="{CEEF2DEF-7B6F-3F6E-8ED9-89004E1C9FFB}"/>
                  </a:ext>
                </a:extLst>
              </p:cNvPr>
              <p:cNvSpPr/>
              <p:nvPr/>
            </p:nvSpPr>
            <p:spPr>
              <a:xfrm>
                <a:off x="7071868" y="39435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7" name="Freeform 40876">
                <a:extLst>
                  <a:ext uri="{FF2B5EF4-FFF2-40B4-BE49-F238E27FC236}">
                    <a16:creationId xmlns:a16="http://schemas.microsoft.com/office/drawing/2014/main" id="{4601DB05-DAFC-489D-E223-6D7111D81257}"/>
                  </a:ext>
                </a:extLst>
              </p:cNvPr>
              <p:cNvSpPr/>
              <p:nvPr/>
            </p:nvSpPr>
            <p:spPr>
              <a:xfrm>
                <a:off x="7072364" y="389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8" name="Freeform 40877">
                <a:extLst>
                  <a:ext uri="{FF2B5EF4-FFF2-40B4-BE49-F238E27FC236}">
                    <a16:creationId xmlns:a16="http://schemas.microsoft.com/office/drawing/2014/main" id="{6C677A6B-5D46-2104-D166-37069DF61301}"/>
                  </a:ext>
                </a:extLst>
              </p:cNvPr>
              <p:cNvSpPr/>
              <p:nvPr/>
            </p:nvSpPr>
            <p:spPr>
              <a:xfrm>
                <a:off x="7072959" y="3528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79" name="Freeform 40878">
                <a:extLst>
                  <a:ext uri="{FF2B5EF4-FFF2-40B4-BE49-F238E27FC236}">
                    <a16:creationId xmlns:a16="http://schemas.microsoft.com/office/drawing/2014/main" id="{4AB9DA8C-A8A4-DFD0-21FF-9959D453FBC2}"/>
                  </a:ext>
                </a:extLst>
              </p:cNvPr>
              <p:cNvSpPr/>
              <p:nvPr/>
            </p:nvSpPr>
            <p:spPr>
              <a:xfrm>
                <a:off x="7073455" y="3256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0" name="Freeform 40879">
                <a:extLst>
                  <a:ext uri="{FF2B5EF4-FFF2-40B4-BE49-F238E27FC236}">
                    <a16:creationId xmlns:a16="http://schemas.microsoft.com/office/drawing/2014/main" id="{4BFA5892-DE57-C1C6-C3C5-5BF77676FDB4}"/>
                  </a:ext>
                </a:extLst>
              </p:cNvPr>
              <p:cNvSpPr/>
              <p:nvPr/>
            </p:nvSpPr>
            <p:spPr>
              <a:xfrm>
                <a:off x="7073952" y="3352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1" name="Freeform 40880">
                <a:extLst>
                  <a:ext uri="{FF2B5EF4-FFF2-40B4-BE49-F238E27FC236}">
                    <a16:creationId xmlns:a16="http://schemas.microsoft.com/office/drawing/2014/main" id="{81BBCBB3-5A7B-3076-6F44-B480DF93F6C0}"/>
                  </a:ext>
                </a:extLst>
              </p:cNvPr>
              <p:cNvSpPr/>
              <p:nvPr/>
            </p:nvSpPr>
            <p:spPr>
              <a:xfrm>
                <a:off x="7074547" y="3447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2" name="Freeform 40881">
                <a:extLst>
                  <a:ext uri="{FF2B5EF4-FFF2-40B4-BE49-F238E27FC236}">
                    <a16:creationId xmlns:a16="http://schemas.microsoft.com/office/drawing/2014/main" id="{2EA00C7C-FA65-1D84-2560-F9F6B567B813}"/>
                  </a:ext>
                </a:extLst>
              </p:cNvPr>
              <p:cNvSpPr/>
              <p:nvPr/>
            </p:nvSpPr>
            <p:spPr>
              <a:xfrm>
                <a:off x="7075043" y="3320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3" name="Freeform 40882">
                <a:extLst>
                  <a:ext uri="{FF2B5EF4-FFF2-40B4-BE49-F238E27FC236}">
                    <a16:creationId xmlns:a16="http://schemas.microsoft.com/office/drawing/2014/main" id="{0E5C0F0B-F897-4343-5590-347009FC5524}"/>
                  </a:ext>
                </a:extLst>
              </p:cNvPr>
              <p:cNvSpPr/>
              <p:nvPr/>
            </p:nvSpPr>
            <p:spPr>
              <a:xfrm>
                <a:off x="7075539" y="3435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4" name="Freeform 40883">
                <a:extLst>
                  <a:ext uri="{FF2B5EF4-FFF2-40B4-BE49-F238E27FC236}">
                    <a16:creationId xmlns:a16="http://schemas.microsoft.com/office/drawing/2014/main" id="{149F5E98-58AD-2802-8169-D3F90585D9DE}"/>
                  </a:ext>
                </a:extLst>
              </p:cNvPr>
              <p:cNvSpPr/>
              <p:nvPr/>
            </p:nvSpPr>
            <p:spPr>
              <a:xfrm>
                <a:off x="7076134" y="3533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5" name="Freeform 40884">
                <a:extLst>
                  <a:ext uri="{FF2B5EF4-FFF2-40B4-BE49-F238E27FC236}">
                    <a16:creationId xmlns:a16="http://schemas.microsoft.com/office/drawing/2014/main" id="{798C10F5-A138-468A-38D0-60AFCC72CC80}"/>
                  </a:ext>
                </a:extLst>
              </p:cNvPr>
              <p:cNvSpPr/>
              <p:nvPr/>
            </p:nvSpPr>
            <p:spPr>
              <a:xfrm>
                <a:off x="7076630" y="3496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6" name="Freeform 40885">
                <a:extLst>
                  <a:ext uri="{FF2B5EF4-FFF2-40B4-BE49-F238E27FC236}">
                    <a16:creationId xmlns:a16="http://schemas.microsoft.com/office/drawing/2014/main" id="{C6727993-B106-8C99-82C5-4C33A72759F2}"/>
                  </a:ext>
                </a:extLst>
              </p:cNvPr>
              <p:cNvSpPr/>
              <p:nvPr/>
            </p:nvSpPr>
            <p:spPr>
              <a:xfrm>
                <a:off x="7077127" y="34542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7" name="Freeform 40886">
                <a:extLst>
                  <a:ext uri="{FF2B5EF4-FFF2-40B4-BE49-F238E27FC236}">
                    <a16:creationId xmlns:a16="http://schemas.microsoft.com/office/drawing/2014/main" id="{9AC2AAA3-1F75-4E94-B5F3-9F25141A45BC}"/>
                  </a:ext>
                </a:extLst>
              </p:cNvPr>
              <p:cNvSpPr/>
              <p:nvPr/>
            </p:nvSpPr>
            <p:spPr>
              <a:xfrm>
                <a:off x="7077722" y="3403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8" name="Freeform 40887">
                <a:extLst>
                  <a:ext uri="{FF2B5EF4-FFF2-40B4-BE49-F238E27FC236}">
                    <a16:creationId xmlns:a16="http://schemas.microsoft.com/office/drawing/2014/main" id="{D4C3BB7F-8AA0-330E-BB36-3073CB3859E0}"/>
                  </a:ext>
                </a:extLst>
              </p:cNvPr>
              <p:cNvSpPr/>
              <p:nvPr/>
            </p:nvSpPr>
            <p:spPr>
              <a:xfrm>
                <a:off x="7078218" y="3367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89" name="Freeform 40888">
                <a:extLst>
                  <a:ext uri="{FF2B5EF4-FFF2-40B4-BE49-F238E27FC236}">
                    <a16:creationId xmlns:a16="http://schemas.microsoft.com/office/drawing/2014/main" id="{3BA53782-B041-F32C-084B-6E2818CAD76A}"/>
                  </a:ext>
                </a:extLst>
              </p:cNvPr>
              <p:cNvSpPr/>
              <p:nvPr/>
            </p:nvSpPr>
            <p:spPr>
              <a:xfrm>
                <a:off x="7078714" y="3310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0" name="Freeform 40889">
                <a:extLst>
                  <a:ext uri="{FF2B5EF4-FFF2-40B4-BE49-F238E27FC236}">
                    <a16:creationId xmlns:a16="http://schemas.microsoft.com/office/drawing/2014/main" id="{4C6924C2-B262-AAD7-995F-56FC6DA9C398}"/>
                  </a:ext>
                </a:extLst>
              </p:cNvPr>
              <p:cNvSpPr/>
              <p:nvPr/>
            </p:nvSpPr>
            <p:spPr>
              <a:xfrm>
                <a:off x="7079309" y="3510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1" name="Freeform 40890">
                <a:extLst>
                  <a:ext uri="{FF2B5EF4-FFF2-40B4-BE49-F238E27FC236}">
                    <a16:creationId xmlns:a16="http://schemas.microsoft.com/office/drawing/2014/main" id="{C12B1AFA-8EFA-3ACA-A6EA-4D24720DC0FF}"/>
                  </a:ext>
                </a:extLst>
              </p:cNvPr>
              <p:cNvSpPr/>
              <p:nvPr/>
            </p:nvSpPr>
            <p:spPr>
              <a:xfrm>
                <a:off x="7079805" y="380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2" name="Freeform 40891">
                <a:extLst>
                  <a:ext uri="{FF2B5EF4-FFF2-40B4-BE49-F238E27FC236}">
                    <a16:creationId xmlns:a16="http://schemas.microsoft.com/office/drawing/2014/main" id="{507888DE-60B3-1E09-FDEA-1846FD560E97}"/>
                  </a:ext>
                </a:extLst>
              </p:cNvPr>
              <p:cNvSpPr/>
              <p:nvPr/>
            </p:nvSpPr>
            <p:spPr>
              <a:xfrm>
                <a:off x="7080302" y="3869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3" name="Freeform 40892">
                <a:extLst>
                  <a:ext uri="{FF2B5EF4-FFF2-40B4-BE49-F238E27FC236}">
                    <a16:creationId xmlns:a16="http://schemas.microsoft.com/office/drawing/2014/main" id="{00D00F5D-FD05-C8B8-0EF4-A954FA8819FE}"/>
                  </a:ext>
                </a:extLst>
              </p:cNvPr>
              <p:cNvSpPr/>
              <p:nvPr/>
            </p:nvSpPr>
            <p:spPr>
              <a:xfrm>
                <a:off x="7080897" y="3879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4" name="Freeform 40893">
                <a:extLst>
                  <a:ext uri="{FF2B5EF4-FFF2-40B4-BE49-F238E27FC236}">
                    <a16:creationId xmlns:a16="http://schemas.microsoft.com/office/drawing/2014/main" id="{BC729024-2DD7-C0BD-DDC9-7B4A2C5E6A80}"/>
                  </a:ext>
                </a:extLst>
              </p:cNvPr>
              <p:cNvSpPr/>
              <p:nvPr/>
            </p:nvSpPr>
            <p:spPr>
              <a:xfrm>
                <a:off x="7081393" y="3881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5" name="Freeform 40894">
                <a:extLst>
                  <a:ext uri="{FF2B5EF4-FFF2-40B4-BE49-F238E27FC236}">
                    <a16:creationId xmlns:a16="http://schemas.microsoft.com/office/drawing/2014/main" id="{BEDEF84B-27FB-8A63-6069-1493C314D4D1}"/>
                  </a:ext>
                </a:extLst>
              </p:cNvPr>
              <p:cNvSpPr/>
              <p:nvPr/>
            </p:nvSpPr>
            <p:spPr>
              <a:xfrm>
                <a:off x="7081889" y="3883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6" name="Freeform 40895">
                <a:extLst>
                  <a:ext uri="{FF2B5EF4-FFF2-40B4-BE49-F238E27FC236}">
                    <a16:creationId xmlns:a16="http://schemas.microsoft.com/office/drawing/2014/main" id="{647D5811-0A6C-C7C7-F0DD-8CC7735186DF}"/>
                  </a:ext>
                </a:extLst>
              </p:cNvPr>
              <p:cNvSpPr/>
              <p:nvPr/>
            </p:nvSpPr>
            <p:spPr>
              <a:xfrm>
                <a:off x="7082484" y="3886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7" name="Freeform 40896">
                <a:extLst>
                  <a:ext uri="{FF2B5EF4-FFF2-40B4-BE49-F238E27FC236}">
                    <a16:creationId xmlns:a16="http://schemas.microsoft.com/office/drawing/2014/main" id="{BFE05A48-10C5-730C-9585-8A9A86C741F8}"/>
                  </a:ext>
                </a:extLst>
              </p:cNvPr>
              <p:cNvSpPr/>
              <p:nvPr/>
            </p:nvSpPr>
            <p:spPr>
              <a:xfrm>
                <a:off x="7082980" y="3873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8" name="Freeform 40897">
                <a:extLst>
                  <a:ext uri="{FF2B5EF4-FFF2-40B4-BE49-F238E27FC236}">
                    <a16:creationId xmlns:a16="http://schemas.microsoft.com/office/drawing/2014/main" id="{55F19F8B-1918-DF32-5F57-79E4AE4A53DE}"/>
                  </a:ext>
                </a:extLst>
              </p:cNvPr>
              <p:cNvSpPr/>
              <p:nvPr/>
            </p:nvSpPr>
            <p:spPr>
              <a:xfrm>
                <a:off x="7083477" y="3873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99" name="Freeform 40898">
                <a:extLst>
                  <a:ext uri="{FF2B5EF4-FFF2-40B4-BE49-F238E27FC236}">
                    <a16:creationId xmlns:a16="http://schemas.microsoft.com/office/drawing/2014/main" id="{FDBEBA95-6AE7-3662-3D88-C07ECF2B118C}"/>
                  </a:ext>
                </a:extLst>
              </p:cNvPr>
              <p:cNvSpPr/>
              <p:nvPr/>
            </p:nvSpPr>
            <p:spPr>
              <a:xfrm>
                <a:off x="7083973" y="3880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0" name="Freeform 40899">
                <a:extLst>
                  <a:ext uri="{FF2B5EF4-FFF2-40B4-BE49-F238E27FC236}">
                    <a16:creationId xmlns:a16="http://schemas.microsoft.com/office/drawing/2014/main" id="{12DBB935-8F4B-A9CB-C300-E291482FA4CA}"/>
                  </a:ext>
                </a:extLst>
              </p:cNvPr>
              <p:cNvSpPr/>
              <p:nvPr/>
            </p:nvSpPr>
            <p:spPr>
              <a:xfrm>
                <a:off x="7084568" y="3880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1" name="Freeform 40900">
                <a:extLst>
                  <a:ext uri="{FF2B5EF4-FFF2-40B4-BE49-F238E27FC236}">
                    <a16:creationId xmlns:a16="http://schemas.microsoft.com/office/drawing/2014/main" id="{2AB73676-C36B-89D6-AA6D-07A905E3D7B1}"/>
                  </a:ext>
                </a:extLst>
              </p:cNvPr>
              <p:cNvSpPr/>
              <p:nvPr/>
            </p:nvSpPr>
            <p:spPr>
              <a:xfrm>
                <a:off x="7085064" y="3801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2" name="Freeform 40901">
                <a:extLst>
                  <a:ext uri="{FF2B5EF4-FFF2-40B4-BE49-F238E27FC236}">
                    <a16:creationId xmlns:a16="http://schemas.microsoft.com/office/drawing/2014/main" id="{133A6C89-1788-C0E5-9A81-63CC98321C54}"/>
                  </a:ext>
                </a:extLst>
              </p:cNvPr>
              <p:cNvSpPr/>
              <p:nvPr/>
            </p:nvSpPr>
            <p:spPr>
              <a:xfrm>
                <a:off x="7085560" y="3519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3" name="Freeform 40902">
                <a:extLst>
                  <a:ext uri="{FF2B5EF4-FFF2-40B4-BE49-F238E27FC236}">
                    <a16:creationId xmlns:a16="http://schemas.microsoft.com/office/drawing/2014/main" id="{CE19BE09-AF20-BBB3-2380-27184FF79A5E}"/>
                  </a:ext>
                </a:extLst>
              </p:cNvPr>
              <p:cNvSpPr/>
              <p:nvPr/>
            </p:nvSpPr>
            <p:spPr>
              <a:xfrm>
                <a:off x="7086155" y="3324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4" name="Freeform 40903">
                <a:extLst>
                  <a:ext uri="{FF2B5EF4-FFF2-40B4-BE49-F238E27FC236}">
                    <a16:creationId xmlns:a16="http://schemas.microsoft.com/office/drawing/2014/main" id="{9B51D7C7-D3FF-F036-D145-37E2BF051A82}"/>
                  </a:ext>
                </a:extLst>
              </p:cNvPr>
              <p:cNvSpPr/>
              <p:nvPr/>
            </p:nvSpPr>
            <p:spPr>
              <a:xfrm>
                <a:off x="7086652" y="3384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5" name="Freeform 40904">
                <a:extLst>
                  <a:ext uri="{FF2B5EF4-FFF2-40B4-BE49-F238E27FC236}">
                    <a16:creationId xmlns:a16="http://schemas.microsoft.com/office/drawing/2014/main" id="{1C706C04-DDCA-2603-21EE-3BDED42C528D}"/>
                  </a:ext>
                </a:extLst>
              </p:cNvPr>
              <p:cNvSpPr/>
              <p:nvPr/>
            </p:nvSpPr>
            <p:spPr>
              <a:xfrm>
                <a:off x="7087148" y="3443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6" name="Freeform 40905">
                <a:extLst>
                  <a:ext uri="{FF2B5EF4-FFF2-40B4-BE49-F238E27FC236}">
                    <a16:creationId xmlns:a16="http://schemas.microsoft.com/office/drawing/2014/main" id="{CFB5CAF6-224A-D2D4-3E4D-242101505BFD}"/>
                  </a:ext>
                </a:extLst>
              </p:cNvPr>
              <p:cNvSpPr/>
              <p:nvPr/>
            </p:nvSpPr>
            <p:spPr>
              <a:xfrm>
                <a:off x="7087743" y="3350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7" name="Freeform 40906">
                <a:extLst>
                  <a:ext uri="{FF2B5EF4-FFF2-40B4-BE49-F238E27FC236}">
                    <a16:creationId xmlns:a16="http://schemas.microsoft.com/office/drawing/2014/main" id="{14FA8F16-1E57-B02E-B2EE-687600544F99}"/>
                  </a:ext>
                </a:extLst>
              </p:cNvPr>
              <p:cNvSpPr/>
              <p:nvPr/>
            </p:nvSpPr>
            <p:spPr>
              <a:xfrm>
                <a:off x="7088239" y="3424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8" name="Freeform 40907">
                <a:extLst>
                  <a:ext uri="{FF2B5EF4-FFF2-40B4-BE49-F238E27FC236}">
                    <a16:creationId xmlns:a16="http://schemas.microsoft.com/office/drawing/2014/main" id="{7DD28D19-8DEF-417A-A250-82BF7C63FA4D}"/>
                  </a:ext>
                </a:extLst>
              </p:cNvPr>
              <p:cNvSpPr/>
              <p:nvPr/>
            </p:nvSpPr>
            <p:spPr>
              <a:xfrm>
                <a:off x="7088735" y="3521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09" name="Freeform 40908">
                <a:extLst>
                  <a:ext uri="{FF2B5EF4-FFF2-40B4-BE49-F238E27FC236}">
                    <a16:creationId xmlns:a16="http://schemas.microsoft.com/office/drawing/2014/main" id="{D42C7C50-86E9-4314-B82B-CBA8C0764431}"/>
                  </a:ext>
                </a:extLst>
              </p:cNvPr>
              <p:cNvSpPr/>
              <p:nvPr/>
            </p:nvSpPr>
            <p:spPr>
              <a:xfrm>
                <a:off x="7089330" y="3480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0" name="Freeform 40909">
                <a:extLst>
                  <a:ext uri="{FF2B5EF4-FFF2-40B4-BE49-F238E27FC236}">
                    <a16:creationId xmlns:a16="http://schemas.microsoft.com/office/drawing/2014/main" id="{05A3FC5B-BB35-6CAF-9E1A-7861A8A946A6}"/>
                  </a:ext>
                </a:extLst>
              </p:cNvPr>
              <p:cNvSpPr/>
              <p:nvPr/>
            </p:nvSpPr>
            <p:spPr>
              <a:xfrm>
                <a:off x="7089827" y="3457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1" name="Freeform 40910">
                <a:extLst>
                  <a:ext uri="{FF2B5EF4-FFF2-40B4-BE49-F238E27FC236}">
                    <a16:creationId xmlns:a16="http://schemas.microsoft.com/office/drawing/2014/main" id="{995ED044-72D2-5557-4EEA-8BCE88D430E4}"/>
                  </a:ext>
                </a:extLst>
              </p:cNvPr>
              <p:cNvSpPr/>
              <p:nvPr/>
            </p:nvSpPr>
            <p:spPr>
              <a:xfrm>
                <a:off x="7090323" y="3422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2" name="Freeform 40911">
                <a:extLst>
                  <a:ext uri="{FF2B5EF4-FFF2-40B4-BE49-F238E27FC236}">
                    <a16:creationId xmlns:a16="http://schemas.microsoft.com/office/drawing/2014/main" id="{7093E93A-BF01-D243-D6E7-DAA36D6F9843}"/>
                  </a:ext>
                </a:extLst>
              </p:cNvPr>
              <p:cNvSpPr/>
              <p:nvPr/>
            </p:nvSpPr>
            <p:spPr>
              <a:xfrm>
                <a:off x="7090918" y="3383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3" name="Freeform 40912">
                <a:extLst>
                  <a:ext uri="{FF2B5EF4-FFF2-40B4-BE49-F238E27FC236}">
                    <a16:creationId xmlns:a16="http://schemas.microsoft.com/office/drawing/2014/main" id="{914E34F6-83C2-EE71-8EE4-9E4A364B2F23}"/>
                  </a:ext>
                </a:extLst>
              </p:cNvPr>
              <p:cNvSpPr/>
              <p:nvPr/>
            </p:nvSpPr>
            <p:spPr>
              <a:xfrm>
                <a:off x="7091414" y="3319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4" name="Freeform 40913">
                <a:extLst>
                  <a:ext uri="{FF2B5EF4-FFF2-40B4-BE49-F238E27FC236}">
                    <a16:creationId xmlns:a16="http://schemas.microsoft.com/office/drawing/2014/main" id="{C4BCCB7D-8096-3B00-0D7F-37813BA94F1E}"/>
                  </a:ext>
                </a:extLst>
              </p:cNvPr>
              <p:cNvSpPr/>
              <p:nvPr/>
            </p:nvSpPr>
            <p:spPr>
              <a:xfrm>
                <a:off x="7091910" y="3566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5" name="Freeform 40914">
                <a:extLst>
                  <a:ext uri="{FF2B5EF4-FFF2-40B4-BE49-F238E27FC236}">
                    <a16:creationId xmlns:a16="http://schemas.microsoft.com/office/drawing/2014/main" id="{0136DDD4-1526-1DBE-AACE-9E0C8B2707A7}"/>
                  </a:ext>
                </a:extLst>
              </p:cNvPr>
              <p:cNvSpPr/>
              <p:nvPr/>
            </p:nvSpPr>
            <p:spPr>
              <a:xfrm>
                <a:off x="7092505" y="3760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6" name="Freeform 40915">
                <a:extLst>
                  <a:ext uri="{FF2B5EF4-FFF2-40B4-BE49-F238E27FC236}">
                    <a16:creationId xmlns:a16="http://schemas.microsoft.com/office/drawing/2014/main" id="{E4C71979-910F-C163-6DA0-756D9F096849}"/>
                  </a:ext>
                </a:extLst>
              </p:cNvPr>
              <p:cNvSpPr/>
              <p:nvPr/>
            </p:nvSpPr>
            <p:spPr>
              <a:xfrm>
                <a:off x="7093002" y="3852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7" name="Freeform 40916">
                <a:extLst>
                  <a:ext uri="{FF2B5EF4-FFF2-40B4-BE49-F238E27FC236}">
                    <a16:creationId xmlns:a16="http://schemas.microsoft.com/office/drawing/2014/main" id="{74A6C83C-0D87-E382-4371-A57CDA2173D2}"/>
                  </a:ext>
                </a:extLst>
              </p:cNvPr>
              <p:cNvSpPr/>
              <p:nvPr/>
            </p:nvSpPr>
            <p:spPr>
              <a:xfrm>
                <a:off x="7093498" y="3872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8" name="Freeform 40917">
                <a:extLst>
                  <a:ext uri="{FF2B5EF4-FFF2-40B4-BE49-F238E27FC236}">
                    <a16:creationId xmlns:a16="http://schemas.microsoft.com/office/drawing/2014/main" id="{B9E9CB49-516B-60AF-7FF8-82885DBF985A}"/>
                  </a:ext>
                </a:extLst>
              </p:cNvPr>
              <p:cNvSpPr/>
              <p:nvPr/>
            </p:nvSpPr>
            <p:spPr>
              <a:xfrm>
                <a:off x="7094093" y="3874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19" name="Freeform 40918">
                <a:extLst>
                  <a:ext uri="{FF2B5EF4-FFF2-40B4-BE49-F238E27FC236}">
                    <a16:creationId xmlns:a16="http://schemas.microsoft.com/office/drawing/2014/main" id="{EFF91519-14CF-2B81-180F-9DF1BC6E87C3}"/>
                  </a:ext>
                </a:extLst>
              </p:cNvPr>
              <p:cNvSpPr/>
              <p:nvPr/>
            </p:nvSpPr>
            <p:spPr>
              <a:xfrm>
                <a:off x="7094589" y="3868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0" name="Freeform 40919">
                <a:extLst>
                  <a:ext uri="{FF2B5EF4-FFF2-40B4-BE49-F238E27FC236}">
                    <a16:creationId xmlns:a16="http://schemas.microsoft.com/office/drawing/2014/main" id="{D1C1A3AB-03D1-AC66-5566-7394B110D866}"/>
                  </a:ext>
                </a:extLst>
              </p:cNvPr>
              <p:cNvSpPr/>
              <p:nvPr/>
            </p:nvSpPr>
            <p:spPr>
              <a:xfrm>
                <a:off x="7095085" y="386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1" name="Freeform 40920">
                <a:extLst>
                  <a:ext uri="{FF2B5EF4-FFF2-40B4-BE49-F238E27FC236}">
                    <a16:creationId xmlns:a16="http://schemas.microsoft.com/office/drawing/2014/main" id="{684E4276-1462-098F-C263-155AA90CEF2B}"/>
                  </a:ext>
                </a:extLst>
              </p:cNvPr>
              <p:cNvSpPr/>
              <p:nvPr/>
            </p:nvSpPr>
            <p:spPr>
              <a:xfrm>
                <a:off x="7095581" y="3840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2" name="Freeform 40921">
                <a:extLst>
                  <a:ext uri="{FF2B5EF4-FFF2-40B4-BE49-F238E27FC236}">
                    <a16:creationId xmlns:a16="http://schemas.microsoft.com/office/drawing/2014/main" id="{65310158-4BAD-8E06-FAD4-C0FD6B3DB5F6}"/>
                  </a:ext>
                </a:extLst>
              </p:cNvPr>
              <p:cNvSpPr/>
              <p:nvPr/>
            </p:nvSpPr>
            <p:spPr>
              <a:xfrm>
                <a:off x="7096177" y="3843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3" name="Freeform 40922">
                <a:extLst>
                  <a:ext uri="{FF2B5EF4-FFF2-40B4-BE49-F238E27FC236}">
                    <a16:creationId xmlns:a16="http://schemas.microsoft.com/office/drawing/2014/main" id="{F2E2E5E8-31AE-FAF3-2601-CD5000B42DCA}"/>
                  </a:ext>
                </a:extLst>
              </p:cNvPr>
              <p:cNvSpPr/>
              <p:nvPr/>
            </p:nvSpPr>
            <p:spPr>
              <a:xfrm>
                <a:off x="7096673" y="3856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4" name="Freeform 40923">
                <a:extLst>
                  <a:ext uri="{FF2B5EF4-FFF2-40B4-BE49-F238E27FC236}">
                    <a16:creationId xmlns:a16="http://schemas.microsoft.com/office/drawing/2014/main" id="{4EBB8F2B-A1A2-411F-E7AB-1ED7F70071F9}"/>
                  </a:ext>
                </a:extLst>
              </p:cNvPr>
              <p:cNvSpPr/>
              <p:nvPr/>
            </p:nvSpPr>
            <p:spPr>
              <a:xfrm>
                <a:off x="7097169" y="3850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5" name="Freeform 40924">
                <a:extLst>
                  <a:ext uri="{FF2B5EF4-FFF2-40B4-BE49-F238E27FC236}">
                    <a16:creationId xmlns:a16="http://schemas.microsoft.com/office/drawing/2014/main" id="{64935D55-A5E1-3653-CB88-590AD773792B}"/>
                  </a:ext>
                </a:extLst>
              </p:cNvPr>
              <p:cNvSpPr/>
              <p:nvPr/>
            </p:nvSpPr>
            <p:spPr>
              <a:xfrm>
                <a:off x="7097764" y="3692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6" name="Freeform 40925">
                <a:extLst>
                  <a:ext uri="{FF2B5EF4-FFF2-40B4-BE49-F238E27FC236}">
                    <a16:creationId xmlns:a16="http://schemas.microsoft.com/office/drawing/2014/main" id="{C4CAD9E4-9C9E-7663-18E3-9662B5EB087C}"/>
                  </a:ext>
                </a:extLst>
              </p:cNvPr>
              <p:cNvSpPr/>
              <p:nvPr/>
            </p:nvSpPr>
            <p:spPr>
              <a:xfrm>
                <a:off x="7098260" y="3438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7" name="Freeform 40926">
                <a:extLst>
                  <a:ext uri="{FF2B5EF4-FFF2-40B4-BE49-F238E27FC236}">
                    <a16:creationId xmlns:a16="http://schemas.microsoft.com/office/drawing/2014/main" id="{A1CD8B40-A0BD-6A46-834A-76356BFEA9D5}"/>
                  </a:ext>
                </a:extLst>
              </p:cNvPr>
              <p:cNvSpPr/>
              <p:nvPr/>
            </p:nvSpPr>
            <p:spPr>
              <a:xfrm>
                <a:off x="7098756" y="3323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8" name="Freeform 40927">
                <a:extLst>
                  <a:ext uri="{FF2B5EF4-FFF2-40B4-BE49-F238E27FC236}">
                    <a16:creationId xmlns:a16="http://schemas.microsoft.com/office/drawing/2014/main" id="{AEE75853-0170-D499-3BC1-E9082501EE15}"/>
                  </a:ext>
                </a:extLst>
              </p:cNvPr>
              <p:cNvSpPr/>
              <p:nvPr/>
            </p:nvSpPr>
            <p:spPr>
              <a:xfrm>
                <a:off x="7099352" y="3348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29" name="Freeform 40928">
                <a:extLst>
                  <a:ext uri="{FF2B5EF4-FFF2-40B4-BE49-F238E27FC236}">
                    <a16:creationId xmlns:a16="http://schemas.microsoft.com/office/drawing/2014/main" id="{E9A64B54-AC8E-3DE5-7E59-D7A94B3DD1CA}"/>
                  </a:ext>
                </a:extLst>
              </p:cNvPr>
              <p:cNvSpPr/>
              <p:nvPr/>
            </p:nvSpPr>
            <p:spPr>
              <a:xfrm>
                <a:off x="7099848" y="3393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0" name="Freeform 40929">
                <a:extLst>
                  <a:ext uri="{FF2B5EF4-FFF2-40B4-BE49-F238E27FC236}">
                    <a16:creationId xmlns:a16="http://schemas.microsoft.com/office/drawing/2014/main" id="{43B42625-0458-AAFB-C068-C4F8D32D7ABD}"/>
                  </a:ext>
                </a:extLst>
              </p:cNvPr>
              <p:cNvSpPr/>
              <p:nvPr/>
            </p:nvSpPr>
            <p:spPr>
              <a:xfrm>
                <a:off x="7100344" y="3295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1" name="Freeform 40930">
                <a:extLst>
                  <a:ext uri="{FF2B5EF4-FFF2-40B4-BE49-F238E27FC236}">
                    <a16:creationId xmlns:a16="http://schemas.microsoft.com/office/drawing/2014/main" id="{E78B3CCE-B16E-49A5-063A-F6EC2BE3D40B}"/>
                  </a:ext>
                </a:extLst>
              </p:cNvPr>
              <p:cNvSpPr/>
              <p:nvPr/>
            </p:nvSpPr>
            <p:spPr>
              <a:xfrm>
                <a:off x="7100939" y="3312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2" name="Freeform 40931">
                <a:extLst>
                  <a:ext uri="{FF2B5EF4-FFF2-40B4-BE49-F238E27FC236}">
                    <a16:creationId xmlns:a16="http://schemas.microsoft.com/office/drawing/2014/main" id="{4025CDF8-7E6F-C965-7408-FDDAA5A33E65}"/>
                  </a:ext>
                </a:extLst>
              </p:cNvPr>
              <p:cNvSpPr/>
              <p:nvPr/>
            </p:nvSpPr>
            <p:spPr>
              <a:xfrm>
                <a:off x="7101435" y="3254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3" name="Freeform 40932">
                <a:extLst>
                  <a:ext uri="{FF2B5EF4-FFF2-40B4-BE49-F238E27FC236}">
                    <a16:creationId xmlns:a16="http://schemas.microsoft.com/office/drawing/2014/main" id="{EFB6FA98-ADBA-24D0-DE63-F895D45893CF}"/>
                  </a:ext>
                </a:extLst>
              </p:cNvPr>
              <p:cNvSpPr/>
              <p:nvPr/>
            </p:nvSpPr>
            <p:spPr>
              <a:xfrm>
                <a:off x="7101931" y="3230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4" name="Freeform 40933">
                <a:extLst>
                  <a:ext uri="{FF2B5EF4-FFF2-40B4-BE49-F238E27FC236}">
                    <a16:creationId xmlns:a16="http://schemas.microsoft.com/office/drawing/2014/main" id="{742A28E3-7E21-017E-2B44-77773F7DBF72}"/>
                  </a:ext>
                </a:extLst>
              </p:cNvPr>
              <p:cNvSpPr/>
              <p:nvPr/>
            </p:nvSpPr>
            <p:spPr>
              <a:xfrm>
                <a:off x="7102527" y="3178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5" name="Freeform 40934">
                <a:extLst>
                  <a:ext uri="{FF2B5EF4-FFF2-40B4-BE49-F238E27FC236}">
                    <a16:creationId xmlns:a16="http://schemas.microsoft.com/office/drawing/2014/main" id="{5ABAA2BC-45BD-180E-4107-67102CAE21BC}"/>
                  </a:ext>
                </a:extLst>
              </p:cNvPr>
              <p:cNvSpPr/>
              <p:nvPr/>
            </p:nvSpPr>
            <p:spPr>
              <a:xfrm>
                <a:off x="7103023" y="3123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6" name="Freeform 40935">
                <a:extLst>
                  <a:ext uri="{FF2B5EF4-FFF2-40B4-BE49-F238E27FC236}">
                    <a16:creationId xmlns:a16="http://schemas.microsoft.com/office/drawing/2014/main" id="{CC094070-8ECA-4645-DF23-01F6485D0321}"/>
                  </a:ext>
                </a:extLst>
              </p:cNvPr>
              <p:cNvSpPr/>
              <p:nvPr/>
            </p:nvSpPr>
            <p:spPr>
              <a:xfrm>
                <a:off x="7103519" y="3125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7" name="Freeform 40936">
                <a:extLst>
                  <a:ext uri="{FF2B5EF4-FFF2-40B4-BE49-F238E27FC236}">
                    <a16:creationId xmlns:a16="http://schemas.microsoft.com/office/drawing/2014/main" id="{F1A53A2C-C5AA-65BE-59FD-56C65F4151E2}"/>
                  </a:ext>
                </a:extLst>
              </p:cNvPr>
              <p:cNvSpPr/>
              <p:nvPr/>
            </p:nvSpPr>
            <p:spPr>
              <a:xfrm>
                <a:off x="7104114" y="3103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8" name="Freeform 40937">
                <a:extLst>
                  <a:ext uri="{FF2B5EF4-FFF2-40B4-BE49-F238E27FC236}">
                    <a16:creationId xmlns:a16="http://schemas.microsoft.com/office/drawing/2014/main" id="{E7FC817F-2138-1F5C-83FC-748F3909B2D1}"/>
                  </a:ext>
                </a:extLst>
              </p:cNvPr>
              <p:cNvSpPr/>
              <p:nvPr/>
            </p:nvSpPr>
            <p:spPr>
              <a:xfrm>
                <a:off x="7104610" y="3216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39" name="Freeform 40938">
                <a:extLst>
                  <a:ext uri="{FF2B5EF4-FFF2-40B4-BE49-F238E27FC236}">
                    <a16:creationId xmlns:a16="http://schemas.microsoft.com/office/drawing/2014/main" id="{593F01A4-8C06-005C-8337-87E0F462BD95}"/>
                  </a:ext>
                </a:extLst>
              </p:cNvPr>
              <p:cNvSpPr/>
              <p:nvPr/>
            </p:nvSpPr>
            <p:spPr>
              <a:xfrm>
                <a:off x="7105106" y="3693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0" name="Freeform 40939">
                <a:extLst>
                  <a:ext uri="{FF2B5EF4-FFF2-40B4-BE49-F238E27FC236}">
                    <a16:creationId xmlns:a16="http://schemas.microsoft.com/office/drawing/2014/main" id="{60B484E4-052E-0274-E2C5-FCD91B046438}"/>
                  </a:ext>
                </a:extLst>
              </p:cNvPr>
              <p:cNvSpPr/>
              <p:nvPr/>
            </p:nvSpPr>
            <p:spPr>
              <a:xfrm>
                <a:off x="7105702" y="3784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1" name="Freeform 40940">
                <a:extLst>
                  <a:ext uri="{FF2B5EF4-FFF2-40B4-BE49-F238E27FC236}">
                    <a16:creationId xmlns:a16="http://schemas.microsoft.com/office/drawing/2014/main" id="{0070DE8D-7E10-F27C-6F09-64AEBFCE6E95}"/>
                  </a:ext>
                </a:extLst>
              </p:cNvPr>
              <p:cNvSpPr/>
              <p:nvPr/>
            </p:nvSpPr>
            <p:spPr>
              <a:xfrm>
                <a:off x="7106198" y="3800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2" name="Freeform 40941">
                <a:extLst>
                  <a:ext uri="{FF2B5EF4-FFF2-40B4-BE49-F238E27FC236}">
                    <a16:creationId xmlns:a16="http://schemas.microsoft.com/office/drawing/2014/main" id="{E4CDB908-9FD1-8A32-37A6-9E65C8ABF456}"/>
                  </a:ext>
                </a:extLst>
              </p:cNvPr>
              <p:cNvSpPr/>
              <p:nvPr/>
            </p:nvSpPr>
            <p:spPr>
              <a:xfrm>
                <a:off x="7106694" y="3808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3" name="Freeform 40942">
                <a:extLst>
                  <a:ext uri="{FF2B5EF4-FFF2-40B4-BE49-F238E27FC236}">
                    <a16:creationId xmlns:a16="http://schemas.microsoft.com/office/drawing/2014/main" id="{2A929229-CEC6-433A-FE77-27E8F7A68A82}"/>
                  </a:ext>
                </a:extLst>
              </p:cNvPr>
              <p:cNvSpPr/>
              <p:nvPr/>
            </p:nvSpPr>
            <p:spPr>
              <a:xfrm>
                <a:off x="7107289" y="3816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4" name="Freeform 40943">
                <a:extLst>
                  <a:ext uri="{FF2B5EF4-FFF2-40B4-BE49-F238E27FC236}">
                    <a16:creationId xmlns:a16="http://schemas.microsoft.com/office/drawing/2014/main" id="{271B5FB1-9AB3-7E25-5251-3A156F007A7F}"/>
                  </a:ext>
                </a:extLst>
              </p:cNvPr>
              <p:cNvSpPr/>
              <p:nvPr/>
            </p:nvSpPr>
            <p:spPr>
              <a:xfrm>
                <a:off x="7107785" y="3819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5" name="Freeform 40944">
                <a:extLst>
                  <a:ext uri="{FF2B5EF4-FFF2-40B4-BE49-F238E27FC236}">
                    <a16:creationId xmlns:a16="http://schemas.microsoft.com/office/drawing/2014/main" id="{051F9B5B-2D41-B0F3-DEEB-46C8ECB0F4E6}"/>
                  </a:ext>
                </a:extLst>
              </p:cNvPr>
              <p:cNvSpPr/>
              <p:nvPr/>
            </p:nvSpPr>
            <p:spPr>
              <a:xfrm>
                <a:off x="7108281" y="3760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6" name="Freeform 40945">
                <a:extLst>
                  <a:ext uri="{FF2B5EF4-FFF2-40B4-BE49-F238E27FC236}">
                    <a16:creationId xmlns:a16="http://schemas.microsoft.com/office/drawing/2014/main" id="{DCBB57A8-71DF-658D-CE6D-BC8E9E4DD4D7}"/>
                  </a:ext>
                </a:extLst>
              </p:cNvPr>
              <p:cNvSpPr/>
              <p:nvPr/>
            </p:nvSpPr>
            <p:spPr>
              <a:xfrm>
                <a:off x="7108777" y="3726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7" name="Freeform 40946">
                <a:extLst>
                  <a:ext uri="{FF2B5EF4-FFF2-40B4-BE49-F238E27FC236}">
                    <a16:creationId xmlns:a16="http://schemas.microsoft.com/office/drawing/2014/main" id="{69E38BAC-D533-DCB8-345C-AA87DDDA74A2}"/>
                  </a:ext>
                </a:extLst>
              </p:cNvPr>
              <p:cNvSpPr/>
              <p:nvPr/>
            </p:nvSpPr>
            <p:spPr>
              <a:xfrm>
                <a:off x="7109373" y="3671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8" name="Freeform 40947">
                <a:extLst>
                  <a:ext uri="{FF2B5EF4-FFF2-40B4-BE49-F238E27FC236}">
                    <a16:creationId xmlns:a16="http://schemas.microsoft.com/office/drawing/2014/main" id="{8B5AC03C-B100-F651-19FD-C288D71627E4}"/>
                  </a:ext>
                </a:extLst>
              </p:cNvPr>
              <p:cNvSpPr/>
              <p:nvPr/>
            </p:nvSpPr>
            <p:spPr>
              <a:xfrm>
                <a:off x="7109869" y="3712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49" name="Freeform 40948">
                <a:extLst>
                  <a:ext uri="{FF2B5EF4-FFF2-40B4-BE49-F238E27FC236}">
                    <a16:creationId xmlns:a16="http://schemas.microsoft.com/office/drawing/2014/main" id="{F2BC7B30-545A-60B9-34F5-DC33D7982B2D}"/>
                  </a:ext>
                </a:extLst>
              </p:cNvPr>
              <p:cNvSpPr/>
              <p:nvPr/>
            </p:nvSpPr>
            <p:spPr>
              <a:xfrm>
                <a:off x="7110365" y="3562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0" name="Freeform 40949">
                <a:extLst>
                  <a:ext uri="{FF2B5EF4-FFF2-40B4-BE49-F238E27FC236}">
                    <a16:creationId xmlns:a16="http://schemas.microsoft.com/office/drawing/2014/main" id="{C6A1292F-DC0F-3BE0-911C-E449CA88CE28}"/>
                  </a:ext>
                </a:extLst>
              </p:cNvPr>
              <p:cNvSpPr/>
              <p:nvPr/>
            </p:nvSpPr>
            <p:spPr>
              <a:xfrm>
                <a:off x="7110960" y="34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1" name="Freeform 40950">
                <a:extLst>
                  <a:ext uri="{FF2B5EF4-FFF2-40B4-BE49-F238E27FC236}">
                    <a16:creationId xmlns:a16="http://schemas.microsoft.com/office/drawing/2014/main" id="{125F1604-1FDB-C517-0AD9-5489F74E0D18}"/>
                  </a:ext>
                </a:extLst>
              </p:cNvPr>
              <p:cNvSpPr/>
              <p:nvPr/>
            </p:nvSpPr>
            <p:spPr>
              <a:xfrm>
                <a:off x="7111456" y="3312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2" name="Freeform 40951">
                <a:extLst>
                  <a:ext uri="{FF2B5EF4-FFF2-40B4-BE49-F238E27FC236}">
                    <a16:creationId xmlns:a16="http://schemas.microsoft.com/office/drawing/2014/main" id="{3E06DA49-DC31-6027-A42F-AFFAF651E29B}"/>
                  </a:ext>
                </a:extLst>
              </p:cNvPr>
              <p:cNvSpPr/>
              <p:nvPr/>
            </p:nvSpPr>
            <p:spPr>
              <a:xfrm>
                <a:off x="7111952" y="3391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3" name="Freeform 40952">
                <a:extLst>
                  <a:ext uri="{FF2B5EF4-FFF2-40B4-BE49-F238E27FC236}">
                    <a16:creationId xmlns:a16="http://schemas.microsoft.com/office/drawing/2014/main" id="{EB7244B2-229C-BDC6-A38A-CD5A79E986A9}"/>
                  </a:ext>
                </a:extLst>
              </p:cNvPr>
              <p:cNvSpPr/>
              <p:nvPr/>
            </p:nvSpPr>
            <p:spPr>
              <a:xfrm>
                <a:off x="7112548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4" name="Freeform 40953">
                <a:extLst>
                  <a:ext uri="{FF2B5EF4-FFF2-40B4-BE49-F238E27FC236}">
                    <a16:creationId xmlns:a16="http://schemas.microsoft.com/office/drawing/2014/main" id="{349B2DE8-3C9E-89B6-6DCD-EB8C1F030942}"/>
                  </a:ext>
                </a:extLst>
              </p:cNvPr>
              <p:cNvSpPr/>
              <p:nvPr/>
            </p:nvSpPr>
            <p:spPr>
              <a:xfrm>
                <a:off x="7113044" y="3458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5" name="Freeform 40954">
                <a:extLst>
                  <a:ext uri="{FF2B5EF4-FFF2-40B4-BE49-F238E27FC236}">
                    <a16:creationId xmlns:a16="http://schemas.microsoft.com/office/drawing/2014/main" id="{EFF25299-8EDE-9BEA-74B8-2F8E5455B928}"/>
                  </a:ext>
                </a:extLst>
              </p:cNvPr>
              <p:cNvSpPr/>
              <p:nvPr/>
            </p:nvSpPr>
            <p:spPr>
              <a:xfrm>
                <a:off x="7113540" y="3508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6" name="Freeform 40955">
                <a:extLst>
                  <a:ext uri="{FF2B5EF4-FFF2-40B4-BE49-F238E27FC236}">
                    <a16:creationId xmlns:a16="http://schemas.microsoft.com/office/drawing/2014/main" id="{9E7B5759-CDCB-3522-5AD5-5EC12822F331}"/>
                  </a:ext>
                </a:extLst>
              </p:cNvPr>
              <p:cNvSpPr/>
              <p:nvPr/>
            </p:nvSpPr>
            <p:spPr>
              <a:xfrm>
                <a:off x="7114135" y="3477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7" name="Freeform 40956">
                <a:extLst>
                  <a:ext uri="{FF2B5EF4-FFF2-40B4-BE49-F238E27FC236}">
                    <a16:creationId xmlns:a16="http://schemas.microsoft.com/office/drawing/2014/main" id="{7F589078-4039-DD69-E8AC-D09D52F23488}"/>
                  </a:ext>
                </a:extLst>
              </p:cNvPr>
              <p:cNvSpPr/>
              <p:nvPr/>
            </p:nvSpPr>
            <p:spPr>
              <a:xfrm>
                <a:off x="7114631" y="3444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8" name="Freeform 40957">
                <a:extLst>
                  <a:ext uri="{FF2B5EF4-FFF2-40B4-BE49-F238E27FC236}">
                    <a16:creationId xmlns:a16="http://schemas.microsoft.com/office/drawing/2014/main" id="{5C5F65DB-9A23-9BA5-E111-C5CCFBE743C2}"/>
                  </a:ext>
                </a:extLst>
              </p:cNvPr>
              <p:cNvSpPr/>
              <p:nvPr/>
            </p:nvSpPr>
            <p:spPr>
              <a:xfrm>
                <a:off x="7115127" y="3415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59" name="Freeform 40958">
                <a:extLst>
                  <a:ext uri="{FF2B5EF4-FFF2-40B4-BE49-F238E27FC236}">
                    <a16:creationId xmlns:a16="http://schemas.microsoft.com/office/drawing/2014/main" id="{68882A0C-6427-4757-DC2E-190A7BC068FB}"/>
                  </a:ext>
                </a:extLst>
              </p:cNvPr>
              <p:cNvSpPr/>
              <p:nvPr/>
            </p:nvSpPr>
            <p:spPr>
              <a:xfrm>
                <a:off x="7115723" y="3352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0" name="Freeform 40959">
                <a:extLst>
                  <a:ext uri="{FF2B5EF4-FFF2-40B4-BE49-F238E27FC236}">
                    <a16:creationId xmlns:a16="http://schemas.microsoft.com/office/drawing/2014/main" id="{490F4461-CBAE-7832-F470-E8F2078D8A36}"/>
                  </a:ext>
                </a:extLst>
              </p:cNvPr>
              <p:cNvSpPr/>
              <p:nvPr/>
            </p:nvSpPr>
            <p:spPr>
              <a:xfrm>
                <a:off x="7116219" y="3325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1" name="Freeform 40960">
                <a:extLst>
                  <a:ext uri="{FF2B5EF4-FFF2-40B4-BE49-F238E27FC236}">
                    <a16:creationId xmlns:a16="http://schemas.microsoft.com/office/drawing/2014/main" id="{296B5D91-A2EE-665D-8C50-2D5B5A97C18F}"/>
                  </a:ext>
                </a:extLst>
              </p:cNvPr>
              <p:cNvSpPr/>
              <p:nvPr/>
            </p:nvSpPr>
            <p:spPr>
              <a:xfrm>
                <a:off x="7116715" y="3303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2" name="Freeform 40961">
                <a:extLst>
                  <a:ext uri="{FF2B5EF4-FFF2-40B4-BE49-F238E27FC236}">
                    <a16:creationId xmlns:a16="http://schemas.microsoft.com/office/drawing/2014/main" id="{32E8266A-1B31-5254-4947-88B58098FBF4}"/>
                  </a:ext>
                </a:extLst>
              </p:cNvPr>
              <p:cNvSpPr/>
              <p:nvPr/>
            </p:nvSpPr>
            <p:spPr>
              <a:xfrm>
                <a:off x="7117310" y="342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3" name="Freeform 40962">
                <a:extLst>
                  <a:ext uri="{FF2B5EF4-FFF2-40B4-BE49-F238E27FC236}">
                    <a16:creationId xmlns:a16="http://schemas.microsoft.com/office/drawing/2014/main" id="{DFB78087-80BB-DD06-1327-8B7988192989}"/>
                  </a:ext>
                </a:extLst>
              </p:cNvPr>
              <p:cNvSpPr/>
              <p:nvPr/>
            </p:nvSpPr>
            <p:spPr>
              <a:xfrm>
                <a:off x="7117806" y="3817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4" name="Freeform 40963">
                <a:extLst>
                  <a:ext uri="{FF2B5EF4-FFF2-40B4-BE49-F238E27FC236}">
                    <a16:creationId xmlns:a16="http://schemas.microsoft.com/office/drawing/2014/main" id="{9DA770E4-FF41-78EA-4754-64977DF1728A}"/>
                  </a:ext>
                </a:extLst>
              </p:cNvPr>
              <p:cNvSpPr/>
              <p:nvPr/>
            </p:nvSpPr>
            <p:spPr>
              <a:xfrm>
                <a:off x="7118302" y="3872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5" name="Freeform 40964">
                <a:extLst>
                  <a:ext uri="{FF2B5EF4-FFF2-40B4-BE49-F238E27FC236}">
                    <a16:creationId xmlns:a16="http://schemas.microsoft.com/office/drawing/2014/main" id="{724D208C-694F-B337-B615-8B5F6FE50A65}"/>
                  </a:ext>
                </a:extLst>
              </p:cNvPr>
              <p:cNvSpPr/>
              <p:nvPr/>
            </p:nvSpPr>
            <p:spPr>
              <a:xfrm>
                <a:off x="7118898" y="3893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6" name="Freeform 40965">
                <a:extLst>
                  <a:ext uri="{FF2B5EF4-FFF2-40B4-BE49-F238E27FC236}">
                    <a16:creationId xmlns:a16="http://schemas.microsoft.com/office/drawing/2014/main" id="{5F69074B-44E8-E5CF-1292-35413098502E}"/>
                  </a:ext>
                </a:extLst>
              </p:cNvPr>
              <p:cNvSpPr/>
              <p:nvPr/>
            </p:nvSpPr>
            <p:spPr>
              <a:xfrm>
                <a:off x="7119394" y="3892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7" name="Freeform 40966">
                <a:extLst>
                  <a:ext uri="{FF2B5EF4-FFF2-40B4-BE49-F238E27FC236}">
                    <a16:creationId xmlns:a16="http://schemas.microsoft.com/office/drawing/2014/main" id="{9CC59184-13A3-3CA3-27FB-91B858A30554}"/>
                  </a:ext>
                </a:extLst>
              </p:cNvPr>
              <p:cNvSpPr/>
              <p:nvPr/>
            </p:nvSpPr>
            <p:spPr>
              <a:xfrm>
                <a:off x="7119890" y="389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8" name="Freeform 40967">
                <a:extLst>
                  <a:ext uri="{FF2B5EF4-FFF2-40B4-BE49-F238E27FC236}">
                    <a16:creationId xmlns:a16="http://schemas.microsoft.com/office/drawing/2014/main" id="{615F55F4-C77E-A957-00F0-43F511BE8019}"/>
                  </a:ext>
                </a:extLst>
              </p:cNvPr>
              <p:cNvSpPr/>
              <p:nvPr/>
            </p:nvSpPr>
            <p:spPr>
              <a:xfrm>
                <a:off x="7120386" y="3893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69" name="Freeform 40968">
                <a:extLst>
                  <a:ext uri="{FF2B5EF4-FFF2-40B4-BE49-F238E27FC236}">
                    <a16:creationId xmlns:a16="http://schemas.microsoft.com/office/drawing/2014/main" id="{7C3FEAF8-FE9F-F7E7-03C4-3C3FC3B16972}"/>
                  </a:ext>
                </a:extLst>
              </p:cNvPr>
              <p:cNvSpPr/>
              <p:nvPr/>
            </p:nvSpPr>
            <p:spPr>
              <a:xfrm>
                <a:off x="7120981" y="3901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0" name="Freeform 40969">
                <a:extLst>
                  <a:ext uri="{FF2B5EF4-FFF2-40B4-BE49-F238E27FC236}">
                    <a16:creationId xmlns:a16="http://schemas.microsoft.com/office/drawing/2014/main" id="{FAC3EAFC-33F1-110A-14F9-2831B89E3B3C}"/>
                  </a:ext>
                </a:extLst>
              </p:cNvPr>
              <p:cNvSpPr/>
              <p:nvPr/>
            </p:nvSpPr>
            <p:spPr>
              <a:xfrm>
                <a:off x="7121477" y="3919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1" name="Freeform 40970">
                <a:extLst>
                  <a:ext uri="{FF2B5EF4-FFF2-40B4-BE49-F238E27FC236}">
                    <a16:creationId xmlns:a16="http://schemas.microsoft.com/office/drawing/2014/main" id="{C72A2A87-39FD-5E6B-60C7-F2C76673EC0D}"/>
                  </a:ext>
                </a:extLst>
              </p:cNvPr>
              <p:cNvSpPr/>
              <p:nvPr/>
            </p:nvSpPr>
            <p:spPr>
              <a:xfrm>
                <a:off x="7121973" y="3930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2" name="Freeform 40971">
                <a:extLst>
                  <a:ext uri="{FF2B5EF4-FFF2-40B4-BE49-F238E27FC236}">
                    <a16:creationId xmlns:a16="http://schemas.microsoft.com/office/drawing/2014/main" id="{7F365A65-2465-1DD9-628E-B3CE74F66F25}"/>
                  </a:ext>
                </a:extLst>
              </p:cNvPr>
              <p:cNvSpPr/>
              <p:nvPr/>
            </p:nvSpPr>
            <p:spPr>
              <a:xfrm>
                <a:off x="7122569" y="392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3" name="Freeform 40972">
                <a:extLst>
                  <a:ext uri="{FF2B5EF4-FFF2-40B4-BE49-F238E27FC236}">
                    <a16:creationId xmlns:a16="http://schemas.microsoft.com/office/drawing/2014/main" id="{ADA18D09-CA35-AD6A-6107-AB3914DF3B10}"/>
                  </a:ext>
                </a:extLst>
              </p:cNvPr>
              <p:cNvSpPr/>
              <p:nvPr/>
            </p:nvSpPr>
            <p:spPr>
              <a:xfrm>
                <a:off x="7123065" y="3717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4" name="Freeform 40973">
                <a:extLst>
                  <a:ext uri="{FF2B5EF4-FFF2-40B4-BE49-F238E27FC236}">
                    <a16:creationId xmlns:a16="http://schemas.microsoft.com/office/drawing/2014/main" id="{00304A55-3EE3-57AB-4B1A-577559DF454C}"/>
                  </a:ext>
                </a:extLst>
              </p:cNvPr>
              <p:cNvSpPr/>
              <p:nvPr/>
            </p:nvSpPr>
            <p:spPr>
              <a:xfrm>
                <a:off x="7123561" y="3640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5" name="Freeform 40974">
                <a:extLst>
                  <a:ext uri="{FF2B5EF4-FFF2-40B4-BE49-F238E27FC236}">
                    <a16:creationId xmlns:a16="http://schemas.microsoft.com/office/drawing/2014/main" id="{CF1DDBA7-69B0-8D3B-A4F3-0754E54B2395}"/>
                  </a:ext>
                </a:extLst>
              </p:cNvPr>
              <p:cNvSpPr/>
              <p:nvPr/>
            </p:nvSpPr>
            <p:spPr>
              <a:xfrm>
                <a:off x="7124156" y="3564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6" name="Freeform 40975">
                <a:extLst>
                  <a:ext uri="{FF2B5EF4-FFF2-40B4-BE49-F238E27FC236}">
                    <a16:creationId xmlns:a16="http://schemas.microsoft.com/office/drawing/2014/main" id="{EF5A6EC1-A8F1-FC9D-2B3D-9DF26FEB73B7}"/>
                  </a:ext>
                </a:extLst>
              </p:cNvPr>
              <p:cNvSpPr/>
              <p:nvPr/>
            </p:nvSpPr>
            <p:spPr>
              <a:xfrm>
                <a:off x="7124652" y="3583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7" name="Freeform 40976">
                <a:extLst>
                  <a:ext uri="{FF2B5EF4-FFF2-40B4-BE49-F238E27FC236}">
                    <a16:creationId xmlns:a16="http://schemas.microsoft.com/office/drawing/2014/main" id="{EEB1086B-6832-324C-B72A-B5E35BE4D051}"/>
                  </a:ext>
                </a:extLst>
              </p:cNvPr>
              <p:cNvSpPr/>
              <p:nvPr/>
            </p:nvSpPr>
            <p:spPr>
              <a:xfrm>
                <a:off x="7125148" y="3584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8" name="Freeform 40977">
                <a:extLst>
                  <a:ext uri="{FF2B5EF4-FFF2-40B4-BE49-F238E27FC236}">
                    <a16:creationId xmlns:a16="http://schemas.microsoft.com/office/drawing/2014/main" id="{10D6CCD8-1F7B-A2F5-5B3F-AD7DD20AD149}"/>
                  </a:ext>
                </a:extLst>
              </p:cNvPr>
              <p:cNvSpPr/>
              <p:nvPr/>
            </p:nvSpPr>
            <p:spPr>
              <a:xfrm>
                <a:off x="7125744" y="3550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79" name="Freeform 40978">
                <a:extLst>
                  <a:ext uri="{FF2B5EF4-FFF2-40B4-BE49-F238E27FC236}">
                    <a16:creationId xmlns:a16="http://schemas.microsoft.com/office/drawing/2014/main" id="{A7A6D9B1-EDD7-4D66-EE67-DE234716D9A6}"/>
                  </a:ext>
                </a:extLst>
              </p:cNvPr>
              <p:cNvSpPr/>
              <p:nvPr/>
            </p:nvSpPr>
            <p:spPr>
              <a:xfrm>
                <a:off x="7126240" y="3617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0" name="Freeform 40979">
                <a:extLst>
                  <a:ext uri="{FF2B5EF4-FFF2-40B4-BE49-F238E27FC236}">
                    <a16:creationId xmlns:a16="http://schemas.microsoft.com/office/drawing/2014/main" id="{60ECD34E-96DB-2E07-C042-923FC3CC5255}"/>
                  </a:ext>
                </a:extLst>
              </p:cNvPr>
              <p:cNvSpPr/>
              <p:nvPr/>
            </p:nvSpPr>
            <p:spPr>
              <a:xfrm>
                <a:off x="7126736" y="3598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1" name="Freeform 40980">
                <a:extLst>
                  <a:ext uri="{FF2B5EF4-FFF2-40B4-BE49-F238E27FC236}">
                    <a16:creationId xmlns:a16="http://schemas.microsoft.com/office/drawing/2014/main" id="{CC99B7C9-F516-C814-CE87-F867F37107A9}"/>
                  </a:ext>
                </a:extLst>
              </p:cNvPr>
              <p:cNvSpPr/>
              <p:nvPr/>
            </p:nvSpPr>
            <p:spPr>
              <a:xfrm>
                <a:off x="7127331" y="3585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2" name="Freeform 40981">
                <a:extLst>
                  <a:ext uri="{FF2B5EF4-FFF2-40B4-BE49-F238E27FC236}">
                    <a16:creationId xmlns:a16="http://schemas.microsoft.com/office/drawing/2014/main" id="{DEDC8206-66E2-66BA-C485-3F62F005575B}"/>
                  </a:ext>
                </a:extLst>
              </p:cNvPr>
              <p:cNvSpPr/>
              <p:nvPr/>
            </p:nvSpPr>
            <p:spPr>
              <a:xfrm>
                <a:off x="7127827" y="359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3" name="Freeform 40982">
                <a:extLst>
                  <a:ext uri="{FF2B5EF4-FFF2-40B4-BE49-F238E27FC236}">
                    <a16:creationId xmlns:a16="http://schemas.microsoft.com/office/drawing/2014/main" id="{B2A88CA0-6C14-1AB3-B162-62FA2F977906}"/>
                  </a:ext>
                </a:extLst>
              </p:cNvPr>
              <p:cNvSpPr/>
              <p:nvPr/>
            </p:nvSpPr>
            <p:spPr>
              <a:xfrm>
                <a:off x="7128323" y="3495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4" name="Freeform 40983">
                <a:extLst>
                  <a:ext uri="{FF2B5EF4-FFF2-40B4-BE49-F238E27FC236}">
                    <a16:creationId xmlns:a16="http://schemas.microsoft.com/office/drawing/2014/main" id="{1B06D379-4B01-46D0-8177-43887045B99F}"/>
                  </a:ext>
                </a:extLst>
              </p:cNvPr>
              <p:cNvSpPr/>
              <p:nvPr/>
            </p:nvSpPr>
            <p:spPr>
              <a:xfrm>
                <a:off x="7128919" y="3487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5" name="Freeform 40984">
                <a:extLst>
                  <a:ext uri="{FF2B5EF4-FFF2-40B4-BE49-F238E27FC236}">
                    <a16:creationId xmlns:a16="http://schemas.microsoft.com/office/drawing/2014/main" id="{B229FCDA-069D-87C5-5C03-08502488E9F1}"/>
                  </a:ext>
                </a:extLst>
              </p:cNvPr>
              <p:cNvSpPr/>
              <p:nvPr/>
            </p:nvSpPr>
            <p:spPr>
              <a:xfrm>
                <a:off x="7129415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6" name="Freeform 40985">
                <a:extLst>
                  <a:ext uri="{FF2B5EF4-FFF2-40B4-BE49-F238E27FC236}">
                    <a16:creationId xmlns:a16="http://schemas.microsoft.com/office/drawing/2014/main" id="{14CBD738-1506-0809-D5DC-769AAD5A82D5}"/>
                  </a:ext>
                </a:extLst>
              </p:cNvPr>
              <p:cNvSpPr/>
              <p:nvPr/>
            </p:nvSpPr>
            <p:spPr>
              <a:xfrm>
                <a:off x="7129911" y="3847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7" name="Freeform 40986">
                <a:extLst>
                  <a:ext uri="{FF2B5EF4-FFF2-40B4-BE49-F238E27FC236}">
                    <a16:creationId xmlns:a16="http://schemas.microsoft.com/office/drawing/2014/main" id="{9BA30332-62EB-A510-425B-06D9DCCB4C0B}"/>
                  </a:ext>
                </a:extLst>
              </p:cNvPr>
              <p:cNvSpPr/>
              <p:nvPr/>
            </p:nvSpPr>
            <p:spPr>
              <a:xfrm>
                <a:off x="7130506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8" name="Freeform 40987">
                <a:extLst>
                  <a:ext uri="{FF2B5EF4-FFF2-40B4-BE49-F238E27FC236}">
                    <a16:creationId xmlns:a16="http://schemas.microsoft.com/office/drawing/2014/main" id="{AFEC7ED6-49B1-EB25-D35B-CD8BC41A9DB7}"/>
                  </a:ext>
                </a:extLst>
              </p:cNvPr>
              <p:cNvSpPr/>
              <p:nvPr/>
            </p:nvSpPr>
            <p:spPr>
              <a:xfrm>
                <a:off x="7131002" y="4063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89" name="Freeform 40988">
                <a:extLst>
                  <a:ext uri="{FF2B5EF4-FFF2-40B4-BE49-F238E27FC236}">
                    <a16:creationId xmlns:a16="http://schemas.microsoft.com/office/drawing/2014/main" id="{7E38D6B4-1F7E-3ED1-C228-0E180CEC05FE}"/>
                  </a:ext>
                </a:extLst>
              </p:cNvPr>
              <p:cNvSpPr/>
              <p:nvPr/>
            </p:nvSpPr>
            <p:spPr>
              <a:xfrm>
                <a:off x="7131498" y="4062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0" name="Freeform 40989">
                <a:extLst>
                  <a:ext uri="{FF2B5EF4-FFF2-40B4-BE49-F238E27FC236}">
                    <a16:creationId xmlns:a16="http://schemas.microsoft.com/office/drawing/2014/main" id="{9F16FA95-94CC-DE24-BDA8-1858BC1104CA}"/>
                  </a:ext>
                </a:extLst>
              </p:cNvPr>
              <p:cNvSpPr/>
              <p:nvPr/>
            </p:nvSpPr>
            <p:spPr>
              <a:xfrm>
                <a:off x="7131995" y="4074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1" name="Freeform 40990">
                <a:extLst>
                  <a:ext uri="{FF2B5EF4-FFF2-40B4-BE49-F238E27FC236}">
                    <a16:creationId xmlns:a16="http://schemas.microsoft.com/office/drawing/2014/main" id="{ADDC4C38-E8C0-8715-D2F1-DA3FD275A03D}"/>
                  </a:ext>
                </a:extLst>
              </p:cNvPr>
              <p:cNvSpPr/>
              <p:nvPr/>
            </p:nvSpPr>
            <p:spPr>
              <a:xfrm>
                <a:off x="7132590" y="4081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2" name="Freeform 40991">
                <a:extLst>
                  <a:ext uri="{FF2B5EF4-FFF2-40B4-BE49-F238E27FC236}">
                    <a16:creationId xmlns:a16="http://schemas.microsoft.com/office/drawing/2014/main" id="{E9C7B040-DDD3-8667-950C-DC7D0DBF5700}"/>
                  </a:ext>
                </a:extLst>
              </p:cNvPr>
              <p:cNvSpPr/>
              <p:nvPr/>
            </p:nvSpPr>
            <p:spPr>
              <a:xfrm>
                <a:off x="7133086" y="4086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3" name="Freeform 40992">
                <a:extLst>
                  <a:ext uri="{FF2B5EF4-FFF2-40B4-BE49-F238E27FC236}">
                    <a16:creationId xmlns:a16="http://schemas.microsoft.com/office/drawing/2014/main" id="{31608078-A0A5-D14F-6840-0000D6AB2BA1}"/>
                  </a:ext>
                </a:extLst>
              </p:cNvPr>
              <p:cNvSpPr/>
              <p:nvPr/>
            </p:nvSpPr>
            <p:spPr>
              <a:xfrm>
                <a:off x="7133582" y="4092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4" name="Freeform 40993">
                <a:extLst>
                  <a:ext uri="{FF2B5EF4-FFF2-40B4-BE49-F238E27FC236}">
                    <a16:creationId xmlns:a16="http://schemas.microsoft.com/office/drawing/2014/main" id="{5CEA1918-82BF-53AF-CBF2-951B27B21F0D}"/>
                  </a:ext>
                </a:extLst>
              </p:cNvPr>
              <p:cNvSpPr/>
              <p:nvPr/>
            </p:nvSpPr>
            <p:spPr>
              <a:xfrm>
                <a:off x="7134177" y="4094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5" name="Freeform 40994">
                <a:extLst>
                  <a:ext uri="{FF2B5EF4-FFF2-40B4-BE49-F238E27FC236}">
                    <a16:creationId xmlns:a16="http://schemas.microsoft.com/office/drawing/2014/main" id="{9AD5BE06-0CB0-7330-870A-6019C9DA3850}"/>
                  </a:ext>
                </a:extLst>
              </p:cNvPr>
              <p:cNvSpPr/>
              <p:nvPr/>
            </p:nvSpPr>
            <p:spPr>
              <a:xfrm>
                <a:off x="7134673" y="4095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6" name="Freeform 40995">
                <a:extLst>
                  <a:ext uri="{FF2B5EF4-FFF2-40B4-BE49-F238E27FC236}">
                    <a16:creationId xmlns:a16="http://schemas.microsoft.com/office/drawing/2014/main" id="{0DEA0DA6-7981-BFE3-C459-4FEAEB1925BD}"/>
                  </a:ext>
                </a:extLst>
              </p:cNvPr>
              <p:cNvSpPr/>
              <p:nvPr/>
            </p:nvSpPr>
            <p:spPr>
              <a:xfrm>
                <a:off x="7135170" y="4075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7" name="Freeform 40996">
                <a:extLst>
                  <a:ext uri="{FF2B5EF4-FFF2-40B4-BE49-F238E27FC236}">
                    <a16:creationId xmlns:a16="http://schemas.microsoft.com/office/drawing/2014/main" id="{729FD529-F830-3CBB-E43F-D9C2B92D1D86}"/>
                  </a:ext>
                </a:extLst>
              </p:cNvPr>
              <p:cNvSpPr/>
              <p:nvPr/>
            </p:nvSpPr>
            <p:spPr>
              <a:xfrm>
                <a:off x="7135765" y="3999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8" name="Freeform 40997">
                <a:extLst>
                  <a:ext uri="{FF2B5EF4-FFF2-40B4-BE49-F238E27FC236}">
                    <a16:creationId xmlns:a16="http://schemas.microsoft.com/office/drawing/2014/main" id="{6BF15F6B-0CED-F12D-06F1-60C61B6C5B16}"/>
                  </a:ext>
                </a:extLst>
              </p:cNvPr>
              <p:cNvSpPr/>
              <p:nvPr/>
            </p:nvSpPr>
            <p:spPr>
              <a:xfrm>
                <a:off x="7136261" y="3659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99" name="Freeform 40998">
                <a:extLst>
                  <a:ext uri="{FF2B5EF4-FFF2-40B4-BE49-F238E27FC236}">
                    <a16:creationId xmlns:a16="http://schemas.microsoft.com/office/drawing/2014/main" id="{BA893A97-C992-23E9-88BB-3FADCFFC3850}"/>
                  </a:ext>
                </a:extLst>
              </p:cNvPr>
              <p:cNvSpPr/>
              <p:nvPr/>
            </p:nvSpPr>
            <p:spPr>
              <a:xfrm>
                <a:off x="7136757" y="3631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0" name="Freeform 40999">
                <a:extLst>
                  <a:ext uri="{FF2B5EF4-FFF2-40B4-BE49-F238E27FC236}">
                    <a16:creationId xmlns:a16="http://schemas.microsoft.com/office/drawing/2014/main" id="{2872B1E3-343B-E7AB-FAAD-6B38F05A5A6C}"/>
                  </a:ext>
                </a:extLst>
              </p:cNvPr>
              <p:cNvSpPr/>
              <p:nvPr/>
            </p:nvSpPr>
            <p:spPr>
              <a:xfrm>
                <a:off x="7137352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1" name="Freeform 41000">
                <a:extLst>
                  <a:ext uri="{FF2B5EF4-FFF2-40B4-BE49-F238E27FC236}">
                    <a16:creationId xmlns:a16="http://schemas.microsoft.com/office/drawing/2014/main" id="{A1E36526-4C74-3BB7-B31F-08ED0C98D59A}"/>
                  </a:ext>
                </a:extLst>
              </p:cNvPr>
              <p:cNvSpPr/>
              <p:nvPr/>
            </p:nvSpPr>
            <p:spPr>
              <a:xfrm>
                <a:off x="7137848" y="3626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2" name="Freeform 41001">
                <a:extLst>
                  <a:ext uri="{FF2B5EF4-FFF2-40B4-BE49-F238E27FC236}">
                    <a16:creationId xmlns:a16="http://schemas.microsoft.com/office/drawing/2014/main" id="{0F10F8DD-DEAB-CBBA-ABA2-4A75338E6DEB}"/>
                  </a:ext>
                </a:extLst>
              </p:cNvPr>
              <p:cNvSpPr/>
              <p:nvPr/>
            </p:nvSpPr>
            <p:spPr>
              <a:xfrm>
                <a:off x="7138345" y="3654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3" name="Freeform 41002">
                <a:extLst>
                  <a:ext uri="{FF2B5EF4-FFF2-40B4-BE49-F238E27FC236}">
                    <a16:creationId xmlns:a16="http://schemas.microsoft.com/office/drawing/2014/main" id="{2AFD2DDB-2E00-06B2-20CD-EB2B7AE034B9}"/>
                  </a:ext>
                </a:extLst>
              </p:cNvPr>
              <p:cNvSpPr/>
              <p:nvPr/>
            </p:nvSpPr>
            <p:spPr>
              <a:xfrm>
                <a:off x="7138940" y="3717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4" name="Freeform 41003">
                <a:extLst>
                  <a:ext uri="{FF2B5EF4-FFF2-40B4-BE49-F238E27FC236}">
                    <a16:creationId xmlns:a16="http://schemas.microsoft.com/office/drawing/2014/main" id="{9EA62C7C-99E3-6FDA-6FF3-BA480DE4450F}"/>
                  </a:ext>
                </a:extLst>
              </p:cNvPr>
              <p:cNvSpPr/>
              <p:nvPr/>
            </p:nvSpPr>
            <p:spPr>
              <a:xfrm>
                <a:off x="7139436" y="3691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5" name="Freeform 41004">
                <a:extLst>
                  <a:ext uri="{FF2B5EF4-FFF2-40B4-BE49-F238E27FC236}">
                    <a16:creationId xmlns:a16="http://schemas.microsoft.com/office/drawing/2014/main" id="{844875B4-1D47-2B11-9F7B-11B0C3452B70}"/>
                  </a:ext>
                </a:extLst>
              </p:cNvPr>
              <p:cNvSpPr/>
              <p:nvPr/>
            </p:nvSpPr>
            <p:spPr>
              <a:xfrm>
                <a:off x="7139932" y="3675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6" name="Freeform 41005">
                <a:extLst>
                  <a:ext uri="{FF2B5EF4-FFF2-40B4-BE49-F238E27FC236}">
                    <a16:creationId xmlns:a16="http://schemas.microsoft.com/office/drawing/2014/main" id="{ED612CE6-EF23-D2D6-98E1-AA6A21701F65}"/>
                  </a:ext>
                </a:extLst>
              </p:cNvPr>
              <p:cNvSpPr/>
              <p:nvPr/>
            </p:nvSpPr>
            <p:spPr>
              <a:xfrm>
                <a:off x="7140527" y="3663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7" name="Freeform 41006">
                <a:extLst>
                  <a:ext uri="{FF2B5EF4-FFF2-40B4-BE49-F238E27FC236}">
                    <a16:creationId xmlns:a16="http://schemas.microsoft.com/office/drawing/2014/main" id="{97FAADB1-89BA-5655-AA78-FDC5B8D49BF6}"/>
                  </a:ext>
                </a:extLst>
              </p:cNvPr>
              <p:cNvSpPr/>
              <p:nvPr/>
            </p:nvSpPr>
            <p:spPr>
              <a:xfrm>
                <a:off x="7141023" y="3652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8" name="Freeform 41007">
                <a:extLst>
                  <a:ext uri="{FF2B5EF4-FFF2-40B4-BE49-F238E27FC236}">
                    <a16:creationId xmlns:a16="http://schemas.microsoft.com/office/drawing/2014/main" id="{9B37F19D-C4B0-CD6C-185B-D32AD91093B7}"/>
                  </a:ext>
                </a:extLst>
              </p:cNvPr>
              <p:cNvSpPr/>
              <p:nvPr/>
            </p:nvSpPr>
            <p:spPr>
              <a:xfrm>
                <a:off x="7141520" y="3618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09" name="Freeform 41008">
                <a:extLst>
                  <a:ext uri="{FF2B5EF4-FFF2-40B4-BE49-F238E27FC236}">
                    <a16:creationId xmlns:a16="http://schemas.microsoft.com/office/drawing/2014/main" id="{6C7D2844-35BD-BB51-EC98-D2E6BC1B5175}"/>
                  </a:ext>
                </a:extLst>
              </p:cNvPr>
              <p:cNvSpPr/>
              <p:nvPr/>
            </p:nvSpPr>
            <p:spPr>
              <a:xfrm>
                <a:off x="7142115" y="3594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0" name="Freeform 41009">
                <a:extLst>
                  <a:ext uri="{FF2B5EF4-FFF2-40B4-BE49-F238E27FC236}">
                    <a16:creationId xmlns:a16="http://schemas.microsoft.com/office/drawing/2014/main" id="{1BFD4E5A-89B3-FDEF-2893-05636FADE276}"/>
                  </a:ext>
                </a:extLst>
              </p:cNvPr>
              <p:cNvSpPr/>
              <p:nvPr/>
            </p:nvSpPr>
            <p:spPr>
              <a:xfrm>
                <a:off x="7142611" y="3710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1" name="Freeform 41010">
                <a:extLst>
                  <a:ext uri="{FF2B5EF4-FFF2-40B4-BE49-F238E27FC236}">
                    <a16:creationId xmlns:a16="http://schemas.microsoft.com/office/drawing/2014/main" id="{A3F45427-47EB-2DA6-902E-552FB8A9662F}"/>
                  </a:ext>
                </a:extLst>
              </p:cNvPr>
              <p:cNvSpPr/>
              <p:nvPr/>
            </p:nvSpPr>
            <p:spPr>
              <a:xfrm>
                <a:off x="7143107" y="3939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2" name="Freeform 41011">
                <a:extLst>
                  <a:ext uri="{FF2B5EF4-FFF2-40B4-BE49-F238E27FC236}">
                    <a16:creationId xmlns:a16="http://schemas.microsoft.com/office/drawing/2014/main" id="{C338B005-C33B-A696-5E19-D6E4801F9BCF}"/>
                  </a:ext>
                </a:extLst>
              </p:cNvPr>
              <p:cNvSpPr/>
              <p:nvPr/>
            </p:nvSpPr>
            <p:spPr>
              <a:xfrm>
                <a:off x="7143702" y="39933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3" name="Freeform 41012">
                <a:extLst>
                  <a:ext uri="{FF2B5EF4-FFF2-40B4-BE49-F238E27FC236}">
                    <a16:creationId xmlns:a16="http://schemas.microsoft.com/office/drawing/2014/main" id="{8A228A50-B612-2E1E-2D25-CBF55EF3D843}"/>
                  </a:ext>
                </a:extLst>
              </p:cNvPr>
              <p:cNvSpPr/>
              <p:nvPr/>
            </p:nvSpPr>
            <p:spPr>
              <a:xfrm>
                <a:off x="7144198" y="40088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4" name="Freeform 41013">
                <a:extLst>
                  <a:ext uri="{FF2B5EF4-FFF2-40B4-BE49-F238E27FC236}">
                    <a16:creationId xmlns:a16="http://schemas.microsoft.com/office/drawing/2014/main" id="{B1DF7806-A75D-68EE-322E-9EA74016F971}"/>
                  </a:ext>
                </a:extLst>
              </p:cNvPr>
              <p:cNvSpPr/>
              <p:nvPr/>
            </p:nvSpPr>
            <p:spPr>
              <a:xfrm>
                <a:off x="7144695" y="4019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5" name="Freeform 41014">
                <a:extLst>
                  <a:ext uri="{FF2B5EF4-FFF2-40B4-BE49-F238E27FC236}">
                    <a16:creationId xmlns:a16="http://schemas.microsoft.com/office/drawing/2014/main" id="{F21999C8-5A6B-F210-3E3A-260A8D0C0887}"/>
                  </a:ext>
                </a:extLst>
              </p:cNvPr>
              <p:cNvSpPr/>
              <p:nvPr/>
            </p:nvSpPr>
            <p:spPr>
              <a:xfrm>
                <a:off x="7145191" y="4029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6" name="Freeform 41015">
                <a:extLst>
                  <a:ext uri="{FF2B5EF4-FFF2-40B4-BE49-F238E27FC236}">
                    <a16:creationId xmlns:a16="http://schemas.microsoft.com/office/drawing/2014/main" id="{F56FDE37-EA81-ACA7-C923-277C79B17F9D}"/>
                  </a:ext>
                </a:extLst>
              </p:cNvPr>
              <p:cNvSpPr/>
              <p:nvPr/>
            </p:nvSpPr>
            <p:spPr>
              <a:xfrm>
                <a:off x="7145786" y="4030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7" name="Freeform 41016">
                <a:extLst>
                  <a:ext uri="{FF2B5EF4-FFF2-40B4-BE49-F238E27FC236}">
                    <a16:creationId xmlns:a16="http://schemas.microsoft.com/office/drawing/2014/main" id="{1B1ADB61-1080-23E0-2345-F3E2BF3DAC5B}"/>
                  </a:ext>
                </a:extLst>
              </p:cNvPr>
              <p:cNvSpPr/>
              <p:nvPr/>
            </p:nvSpPr>
            <p:spPr>
              <a:xfrm>
                <a:off x="7146282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8" name="Freeform 41017">
                <a:extLst>
                  <a:ext uri="{FF2B5EF4-FFF2-40B4-BE49-F238E27FC236}">
                    <a16:creationId xmlns:a16="http://schemas.microsoft.com/office/drawing/2014/main" id="{35D64820-5870-ABC0-E6BD-72907A088F4B}"/>
                  </a:ext>
                </a:extLst>
              </p:cNvPr>
              <p:cNvSpPr/>
              <p:nvPr/>
            </p:nvSpPr>
            <p:spPr>
              <a:xfrm>
                <a:off x="7146778" y="4033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19" name="Freeform 41018">
                <a:extLst>
                  <a:ext uri="{FF2B5EF4-FFF2-40B4-BE49-F238E27FC236}">
                    <a16:creationId xmlns:a16="http://schemas.microsoft.com/office/drawing/2014/main" id="{D0BED2ED-354E-4086-CE05-DCEB003A6AA6}"/>
                  </a:ext>
                </a:extLst>
              </p:cNvPr>
              <p:cNvSpPr/>
              <p:nvPr/>
            </p:nvSpPr>
            <p:spPr>
              <a:xfrm>
                <a:off x="7147373" y="4034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0" name="Freeform 41019">
                <a:extLst>
                  <a:ext uri="{FF2B5EF4-FFF2-40B4-BE49-F238E27FC236}">
                    <a16:creationId xmlns:a16="http://schemas.microsoft.com/office/drawing/2014/main" id="{8EA47C8A-D867-3D74-320D-88317DC851A5}"/>
                  </a:ext>
                </a:extLst>
              </p:cNvPr>
              <p:cNvSpPr/>
              <p:nvPr/>
            </p:nvSpPr>
            <p:spPr>
              <a:xfrm>
                <a:off x="7147870" y="4030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1" name="Freeform 41020">
                <a:extLst>
                  <a:ext uri="{FF2B5EF4-FFF2-40B4-BE49-F238E27FC236}">
                    <a16:creationId xmlns:a16="http://schemas.microsoft.com/office/drawing/2014/main" id="{39D4CD05-869D-CC52-D5E0-DFD099FBDE20}"/>
                  </a:ext>
                </a:extLst>
              </p:cNvPr>
              <p:cNvSpPr/>
              <p:nvPr/>
            </p:nvSpPr>
            <p:spPr>
              <a:xfrm>
                <a:off x="7148366" y="3969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2" name="Freeform 41021">
                <a:extLst>
                  <a:ext uri="{FF2B5EF4-FFF2-40B4-BE49-F238E27FC236}">
                    <a16:creationId xmlns:a16="http://schemas.microsoft.com/office/drawing/2014/main" id="{824E08A7-1201-AF6D-EA7D-A987B04B1C44}"/>
                  </a:ext>
                </a:extLst>
              </p:cNvPr>
              <p:cNvSpPr/>
              <p:nvPr/>
            </p:nvSpPr>
            <p:spPr>
              <a:xfrm>
                <a:off x="7148961" y="3683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3" name="Freeform 41022">
                <a:extLst>
                  <a:ext uri="{FF2B5EF4-FFF2-40B4-BE49-F238E27FC236}">
                    <a16:creationId xmlns:a16="http://schemas.microsoft.com/office/drawing/2014/main" id="{1D2C178F-087F-37DC-D71C-976DE3C6F59C}"/>
                  </a:ext>
                </a:extLst>
              </p:cNvPr>
              <p:cNvSpPr/>
              <p:nvPr/>
            </p:nvSpPr>
            <p:spPr>
              <a:xfrm>
                <a:off x="7149457" y="3612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4" name="Freeform 41023">
                <a:extLst>
                  <a:ext uri="{FF2B5EF4-FFF2-40B4-BE49-F238E27FC236}">
                    <a16:creationId xmlns:a16="http://schemas.microsoft.com/office/drawing/2014/main" id="{EF48F35F-4005-503E-441B-60ED6FBC47CB}"/>
                  </a:ext>
                </a:extLst>
              </p:cNvPr>
              <p:cNvSpPr/>
              <p:nvPr/>
            </p:nvSpPr>
            <p:spPr>
              <a:xfrm>
                <a:off x="7149953" y="3668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5" name="Freeform 41024">
                <a:extLst>
                  <a:ext uri="{FF2B5EF4-FFF2-40B4-BE49-F238E27FC236}">
                    <a16:creationId xmlns:a16="http://schemas.microsoft.com/office/drawing/2014/main" id="{2FC1818B-DD9C-747F-2545-0E9668F25430}"/>
                  </a:ext>
                </a:extLst>
              </p:cNvPr>
              <p:cNvSpPr/>
              <p:nvPr/>
            </p:nvSpPr>
            <p:spPr>
              <a:xfrm>
                <a:off x="7150548" y="3673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6" name="Freeform 41025">
                <a:extLst>
                  <a:ext uri="{FF2B5EF4-FFF2-40B4-BE49-F238E27FC236}">
                    <a16:creationId xmlns:a16="http://schemas.microsoft.com/office/drawing/2014/main" id="{8059218A-951F-9D88-0C00-0A6DF0B88638}"/>
                  </a:ext>
                </a:extLst>
              </p:cNvPr>
              <p:cNvSpPr/>
              <p:nvPr/>
            </p:nvSpPr>
            <p:spPr>
              <a:xfrm>
                <a:off x="7151045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7" name="Freeform 41026">
                <a:extLst>
                  <a:ext uri="{FF2B5EF4-FFF2-40B4-BE49-F238E27FC236}">
                    <a16:creationId xmlns:a16="http://schemas.microsoft.com/office/drawing/2014/main" id="{AD628E63-1FE8-3121-628A-C330865FE9A9}"/>
                  </a:ext>
                </a:extLst>
              </p:cNvPr>
              <p:cNvSpPr/>
              <p:nvPr/>
            </p:nvSpPr>
            <p:spPr>
              <a:xfrm>
                <a:off x="7151541" y="3652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8" name="Freeform 41027">
                <a:extLst>
                  <a:ext uri="{FF2B5EF4-FFF2-40B4-BE49-F238E27FC236}">
                    <a16:creationId xmlns:a16="http://schemas.microsoft.com/office/drawing/2014/main" id="{39C91B7A-22AB-0965-56E7-C71980307DC3}"/>
                  </a:ext>
                </a:extLst>
              </p:cNvPr>
              <p:cNvSpPr/>
              <p:nvPr/>
            </p:nvSpPr>
            <p:spPr>
              <a:xfrm>
                <a:off x="7152136" y="3673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29" name="Freeform 41028">
                <a:extLst>
                  <a:ext uri="{FF2B5EF4-FFF2-40B4-BE49-F238E27FC236}">
                    <a16:creationId xmlns:a16="http://schemas.microsoft.com/office/drawing/2014/main" id="{E344162D-6CB2-BCEB-A4DB-94746F82E3B8}"/>
                  </a:ext>
                </a:extLst>
              </p:cNvPr>
              <p:cNvSpPr/>
              <p:nvPr/>
            </p:nvSpPr>
            <p:spPr>
              <a:xfrm>
                <a:off x="7152632" y="3661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0" name="Freeform 41029">
                <a:extLst>
                  <a:ext uri="{FF2B5EF4-FFF2-40B4-BE49-F238E27FC236}">
                    <a16:creationId xmlns:a16="http://schemas.microsoft.com/office/drawing/2014/main" id="{B3BD7C54-7F1E-6642-9E63-29ECC329026A}"/>
                  </a:ext>
                </a:extLst>
              </p:cNvPr>
              <p:cNvSpPr/>
              <p:nvPr/>
            </p:nvSpPr>
            <p:spPr>
              <a:xfrm>
                <a:off x="7153128" y="3615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1" name="Freeform 41030">
                <a:extLst>
                  <a:ext uri="{FF2B5EF4-FFF2-40B4-BE49-F238E27FC236}">
                    <a16:creationId xmlns:a16="http://schemas.microsoft.com/office/drawing/2014/main" id="{3C0A1A3A-8AC2-D02F-2646-D48A3B181956}"/>
                  </a:ext>
                </a:extLst>
              </p:cNvPr>
              <p:cNvSpPr/>
              <p:nvPr/>
            </p:nvSpPr>
            <p:spPr>
              <a:xfrm>
                <a:off x="7153723" y="3630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2" name="Freeform 41031">
                <a:extLst>
                  <a:ext uri="{FF2B5EF4-FFF2-40B4-BE49-F238E27FC236}">
                    <a16:creationId xmlns:a16="http://schemas.microsoft.com/office/drawing/2014/main" id="{2BCA2F8C-C135-8888-6C57-41A1F83D77FA}"/>
                  </a:ext>
                </a:extLst>
              </p:cNvPr>
              <p:cNvSpPr/>
              <p:nvPr/>
            </p:nvSpPr>
            <p:spPr>
              <a:xfrm>
                <a:off x="7154220" y="3556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3" name="Freeform 41032">
                <a:extLst>
                  <a:ext uri="{FF2B5EF4-FFF2-40B4-BE49-F238E27FC236}">
                    <a16:creationId xmlns:a16="http://schemas.microsoft.com/office/drawing/2014/main" id="{0C5E4995-DB53-A32C-9709-DC0B525C0B62}"/>
                  </a:ext>
                </a:extLst>
              </p:cNvPr>
              <p:cNvSpPr/>
              <p:nvPr/>
            </p:nvSpPr>
            <p:spPr>
              <a:xfrm>
                <a:off x="7154716" y="3583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4" name="Freeform 41033">
                <a:extLst>
                  <a:ext uri="{FF2B5EF4-FFF2-40B4-BE49-F238E27FC236}">
                    <a16:creationId xmlns:a16="http://schemas.microsoft.com/office/drawing/2014/main" id="{28D58DF3-99BE-3589-B3EC-6BA67B8704AE}"/>
                  </a:ext>
                </a:extLst>
              </p:cNvPr>
              <p:cNvSpPr/>
              <p:nvPr/>
            </p:nvSpPr>
            <p:spPr>
              <a:xfrm>
                <a:off x="7155311" y="3625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5" name="Freeform 41034">
                <a:extLst>
                  <a:ext uri="{FF2B5EF4-FFF2-40B4-BE49-F238E27FC236}">
                    <a16:creationId xmlns:a16="http://schemas.microsoft.com/office/drawing/2014/main" id="{9228D814-466E-86CE-0F8A-CCB198F895C0}"/>
                  </a:ext>
                </a:extLst>
              </p:cNvPr>
              <p:cNvSpPr/>
              <p:nvPr/>
            </p:nvSpPr>
            <p:spPr>
              <a:xfrm>
                <a:off x="7155807" y="3950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6" name="Freeform 41035">
                <a:extLst>
                  <a:ext uri="{FF2B5EF4-FFF2-40B4-BE49-F238E27FC236}">
                    <a16:creationId xmlns:a16="http://schemas.microsoft.com/office/drawing/2014/main" id="{1FBBE104-B542-BD47-6497-F4F21C6C6BD6}"/>
                  </a:ext>
                </a:extLst>
              </p:cNvPr>
              <p:cNvSpPr/>
              <p:nvPr/>
            </p:nvSpPr>
            <p:spPr>
              <a:xfrm>
                <a:off x="7156303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7" name="Freeform 41036">
                <a:extLst>
                  <a:ext uri="{FF2B5EF4-FFF2-40B4-BE49-F238E27FC236}">
                    <a16:creationId xmlns:a16="http://schemas.microsoft.com/office/drawing/2014/main" id="{38710131-D1EE-7463-6A62-00265B16FA94}"/>
                  </a:ext>
                </a:extLst>
              </p:cNvPr>
              <p:cNvSpPr/>
              <p:nvPr/>
            </p:nvSpPr>
            <p:spPr>
              <a:xfrm>
                <a:off x="7156799" y="4012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8" name="Freeform 41037">
                <a:extLst>
                  <a:ext uri="{FF2B5EF4-FFF2-40B4-BE49-F238E27FC236}">
                    <a16:creationId xmlns:a16="http://schemas.microsoft.com/office/drawing/2014/main" id="{59756F19-291B-699D-496F-1B25D0DB7349}"/>
                  </a:ext>
                </a:extLst>
              </p:cNvPr>
              <p:cNvSpPr/>
              <p:nvPr/>
            </p:nvSpPr>
            <p:spPr>
              <a:xfrm>
                <a:off x="7157395" y="4012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39" name="Freeform 41038">
                <a:extLst>
                  <a:ext uri="{FF2B5EF4-FFF2-40B4-BE49-F238E27FC236}">
                    <a16:creationId xmlns:a16="http://schemas.microsoft.com/office/drawing/2014/main" id="{552033DD-7D2A-0168-10D4-CFB89E46EEFE}"/>
                  </a:ext>
                </a:extLst>
              </p:cNvPr>
              <p:cNvSpPr/>
              <p:nvPr/>
            </p:nvSpPr>
            <p:spPr>
              <a:xfrm>
                <a:off x="7157891" y="4012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0" name="Freeform 41039">
                <a:extLst>
                  <a:ext uri="{FF2B5EF4-FFF2-40B4-BE49-F238E27FC236}">
                    <a16:creationId xmlns:a16="http://schemas.microsoft.com/office/drawing/2014/main" id="{29336E33-887D-D0B0-7EDA-4CE16025D7E7}"/>
                  </a:ext>
                </a:extLst>
              </p:cNvPr>
              <p:cNvSpPr/>
              <p:nvPr/>
            </p:nvSpPr>
            <p:spPr>
              <a:xfrm>
                <a:off x="7158387" y="4010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1" name="Freeform 41040">
                <a:extLst>
                  <a:ext uri="{FF2B5EF4-FFF2-40B4-BE49-F238E27FC236}">
                    <a16:creationId xmlns:a16="http://schemas.microsoft.com/office/drawing/2014/main" id="{5C74E779-D103-5AE0-19AC-8EF40C8863BA}"/>
                  </a:ext>
                </a:extLst>
              </p:cNvPr>
              <p:cNvSpPr/>
              <p:nvPr/>
            </p:nvSpPr>
            <p:spPr>
              <a:xfrm>
                <a:off x="7158982" y="4014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2" name="Freeform 41041">
                <a:extLst>
                  <a:ext uri="{FF2B5EF4-FFF2-40B4-BE49-F238E27FC236}">
                    <a16:creationId xmlns:a16="http://schemas.microsoft.com/office/drawing/2014/main" id="{73D5FBB3-1BF2-8947-7900-97EFF241407F}"/>
                  </a:ext>
                </a:extLst>
              </p:cNvPr>
              <p:cNvSpPr/>
              <p:nvPr/>
            </p:nvSpPr>
            <p:spPr>
              <a:xfrm>
                <a:off x="7159478" y="40137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3" name="Freeform 41042">
                <a:extLst>
                  <a:ext uri="{FF2B5EF4-FFF2-40B4-BE49-F238E27FC236}">
                    <a16:creationId xmlns:a16="http://schemas.microsoft.com/office/drawing/2014/main" id="{A7299B60-835A-F82C-6B1D-00CED74EB53C}"/>
                  </a:ext>
                </a:extLst>
              </p:cNvPr>
              <p:cNvSpPr/>
              <p:nvPr/>
            </p:nvSpPr>
            <p:spPr>
              <a:xfrm>
                <a:off x="7159974" y="4012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4" name="Freeform 41043">
                <a:extLst>
                  <a:ext uri="{FF2B5EF4-FFF2-40B4-BE49-F238E27FC236}">
                    <a16:creationId xmlns:a16="http://schemas.microsoft.com/office/drawing/2014/main" id="{C31EC883-D05A-0911-0DD4-6899017B84F4}"/>
                  </a:ext>
                </a:extLst>
              </p:cNvPr>
              <p:cNvSpPr/>
              <p:nvPr/>
            </p:nvSpPr>
            <p:spPr>
              <a:xfrm>
                <a:off x="7160570" y="3994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5" name="Freeform 41044">
                <a:extLst>
                  <a:ext uri="{FF2B5EF4-FFF2-40B4-BE49-F238E27FC236}">
                    <a16:creationId xmlns:a16="http://schemas.microsoft.com/office/drawing/2014/main" id="{5D7B7995-0DB9-6791-2B53-CEE466623DDA}"/>
                  </a:ext>
                </a:extLst>
              </p:cNvPr>
              <p:cNvSpPr/>
              <p:nvPr/>
            </p:nvSpPr>
            <p:spPr>
              <a:xfrm>
                <a:off x="7161066" y="387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6" name="Freeform 41045">
                <a:extLst>
                  <a:ext uri="{FF2B5EF4-FFF2-40B4-BE49-F238E27FC236}">
                    <a16:creationId xmlns:a16="http://schemas.microsoft.com/office/drawing/2014/main" id="{DA809BD4-6C23-C8F6-AA4A-C796853BBE0B}"/>
                  </a:ext>
                </a:extLst>
              </p:cNvPr>
              <p:cNvSpPr/>
              <p:nvPr/>
            </p:nvSpPr>
            <p:spPr>
              <a:xfrm>
                <a:off x="7161562" y="3530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7" name="Freeform 41046">
                <a:extLst>
                  <a:ext uri="{FF2B5EF4-FFF2-40B4-BE49-F238E27FC236}">
                    <a16:creationId xmlns:a16="http://schemas.microsoft.com/office/drawing/2014/main" id="{D2A46DC6-7201-41D5-0E75-CB4210CAA1CD}"/>
                  </a:ext>
                </a:extLst>
              </p:cNvPr>
              <p:cNvSpPr/>
              <p:nvPr/>
            </p:nvSpPr>
            <p:spPr>
              <a:xfrm>
                <a:off x="7162157" y="3386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8" name="Freeform 41047">
                <a:extLst>
                  <a:ext uri="{FF2B5EF4-FFF2-40B4-BE49-F238E27FC236}">
                    <a16:creationId xmlns:a16="http://schemas.microsoft.com/office/drawing/2014/main" id="{96E9778E-9600-B43C-3667-CBD6B4C050B7}"/>
                  </a:ext>
                </a:extLst>
              </p:cNvPr>
              <p:cNvSpPr/>
              <p:nvPr/>
            </p:nvSpPr>
            <p:spPr>
              <a:xfrm>
                <a:off x="7162653" y="3412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49" name="Freeform 41048">
                <a:extLst>
                  <a:ext uri="{FF2B5EF4-FFF2-40B4-BE49-F238E27FC236}">
                    <a16:creationId xmlns:a16="http://schemas.microsoft.com/office/drawing/2014/main" id="{82B93597-4952-B2A2-A217-1A060447AEC5}"/>
                  </a:ext>
                </a:extLst>
              </p:cNvPr>
              <p:cNvSpPr/>
              <p:nvPr/>
            </p:nvSpPr>
            <p:spPr>
              <a:xfrm>
                <a:off x="7163149" y="3446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0" name="Freeform 41049">
                <a:extLst>
                  <a:ext uri="{FF2B5EF4-FFF2-40B4-BE49-F238E27FC236}">
                    <a16:creationId xmlns:a16="http://schemas.microsoft.com/office/drawing/2014/main" id="{4755E036-D5A9-2E81-E93C-1BB1E7170707}"/>
                  </a:ext>
                </a:extLst>
              </p:cNvPr>
              <p:cNvSpPr/>
              <p:nvPr/>
            </p:nvSpPr>
            <p:spPr>
              <a:xfrm>
                <a:off x="7163745" y="3370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1" name="Freeform 41050">
                <a:extLst>
                  <a:ext uri="{FF2B5EF4-FFF2-40B4-BE49-F238E27FC236}">
                    <a16:creationId xmlns:a16="http://schemas.microsoft.com/office/drawing/2014/main" id="{A94FE2B3-DEE9-5654-ED42-8FBEE751F5A0}"/>
                  </a:ext>
                </a:extLst>
              </p:cNvPr>
              <p:cNvSpPr/>
              <p:nvPr/>
            </p:nvSpPr>
            <p:spPr>
              <a:xfrm>
                <a:off x="7164241" y="3455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2" name="Freeform 41051">
                <a:extLst>
                  <a:ext uri="{FF2B5EF4-FFF2-40B4-BE49-F238E27FC236}">
                    <a16:creationId xmlns:a16="http://schemas.microsoft.com/office/drawing/2014/main" id="{E9D631A9-41CC-0667-F65C-CFF152121AF9}"/>
                  </a:ext>
                </a:extLst>
              </p:cNvPr>
              <p:cNvSpPr/>
              <p:nvPr/>
            </p:nvSpPr>
            <p:spPr>
              <a:xfrm>
                <a:off x="7164737" y="345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3" name="Freeform 41052">
                <a:extLst>
                  <a:ext uri="{FF2B5EF4-FFF2-40B4-BE49-F238E27FC236}">
                    <a16:creationId xmlns:a16="http://schemas.microsoft.com/office/drawing/2014/main" id="{AD3CD716-D51F-E191-21D0-CBF3999FAA2C}"/>
                  </a:ext>
                </a:extLst>
              </p:cNvPr>
              <p:cNvSpPr/>
              <p:nvPr/>
            </p:nvSpPr>
            <p:spPr>
              <a:xfrm>
                <a:off x="7165332" y="3412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4" name="Freeform 41053">
                <a:extLst>
                  <a:ext uri="{FF2B5EF4-FFF2-40B4-BE49-F238E27FC236}">
                    <a16:creationId xmlns:a16="http://schemas.microsoft.com/office/drawing/2014/main" id="{192BA426-B5F5-AB1A-982F-8329FCB9B6AC}"/>
                  </a:ext>
                </a:extLst>
              </p:cNvPr>
              <p:cNvSpPr/>
              <p:nvPr/>
            </p:nvSpPr>
            <p:spPr>
              <a:xfrm>
                <a:off x="7165828" y="3400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5" name="Freeform 41054">
                <a:extLst>
                  <a:ext uri="{FF2B5EF4-FFF2-40B4-BE49-F238E27FC236}">
                    <a16:creationId xmlns:a16="http://schemas.microsoft.com/office/drawing/2014/main" id="{F090D78F-9682-992B-3E0D-090315666CA6}"/>
                  </a:ext>
                </a:extLst>
              </p:cNvPr>
              <p:cNvSpPr/>
              <p:nvPr/>
            </p:nvSpPr>
            <p:spPr>
              <a:xfrm>
                <a:off x="7166324" y="3387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6" name="Freeform 41055">
                <a:extLst>
                  <a:ext uri="{FF2B5EF4-FFF2-40B4-BE49-F238E27FC236}">
                    <a16:creationId xmlns:a16="http://schemas.microsoft.com/office/drawing/2014/main" id="{1141E770-0D5F-7DD7-042F-F8BF09B4BD35}"/>
                  </a:ext>
                </a:extLst>
              </p:cNvPr>
              <p:cNvSpPr/>
              <p:nvPr/>
            </p:nvSpPr>
            <p:spPr>
              <a:xfrm>
                <a:off x="7166920" y="3328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7" name="Freeform 41056">
                <a:extLst>
                  <a:ext uri="{FF2B5EF4-FFF2-40B4-BE49-F238E27FC236}">
                    <a16:creationId xmlns:a16="http://schemas.microsoft.com/office/drawing/2014/main" id="{7F7DA2C7-1ED4-DB88-3FE8-3BBCAA7EEAF2}"/>
                  </a:ext>
                </a:extLst>
              </p:cNvPr>
              <p:cNvSpPr/>
              <p:nvPr/>
            </p:nvSpPr>
            <p:spPr>
              <a:xfrm>
                <a:off x="7167416" y="3351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8" name="Freeform 41057">
                <a:extLst>
                  <a:ext uri="{FF2B5EF4-FFF2-40B4-BE49-F238E27FC236}">
                    <a16:creationId xmlns:a16="http://schemas.microsoft.com/office/drawing/2014/main" id="{5C49C266-7B21-FF38-F217-709F6CF3DCEF}"/>
                  </a:ext>
                </a:extLst>
              </p:cNvPr>
              <p:cNvSpPr/>
              <p:nvPr/>
            </p:nvSpPr>
            <p:spPr>
              <a:xfrm>
                <a:off x="7167912" y="3470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59" name="Freeform 41058">
                <a:extLst>
                  <a:ext uri="{FF2B5EF4-FFF2-40B4-BE49-F238E27FC236}">
                    <a16:creationId xmlns:a16="http://schemas.microsoft.com/office/drawing/2014/main" id="{F4FD5C14-5467-A23F-7A02-DC7AD7A23769}"/>
                  </a:ext>
                </a:extLst>
              </p:cNvPr>
              <p:cNvSpPr/>
              <p:nvPr/>
            </p:nvSpPr>
            <p:spPr>
              <a:xfrm>
                <a:off x="7168507" y="3742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0" name="Freeform 41059">
                <a:extLst>
                  <a:ext uri="{FF2B5EF4-FFF2-40B4-BE49-F238E27FC236}">
                    <a16:creationId xmlns:a16="http://schemas.microsoft.com/office/drawing/2014/main" id="{2BE3A45B-6435-028B-6C78-BD4CD56B3750}"/>
                  </a:ext>
                </a:extLst>
              </p:cNvPr>
              <p:cNvSpPr/>
              <p:nvPr/>
            </p:nvSpPr>
            <p:spPr>
              <a:xfrm>
                <a:off x="7169003" y="3840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1" name="Freeform 41060">
                <a:extLst>
                  <a:ext uri="{FF2B5EF4-FFF2-40B4-BE49-F238E27FC236}">
                    <a16:creationId xmlns:a16="http://schemas.microsoft.com/office/drawing/2014/main" id="{2D3E80EF-62EE-3AF1-0475-97CC5EF9CB2C}"/>
                  </a:ext>
                </a:extLst>
              </p:cNvPr>
              <p:cNvSpPr/>
              <p:nvPr/>
            </p:nvSpPr>
            <p:spPr>
              <a:xfrm>
                <a:off x="7169499" y="3862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2" name="Freeform 41061">
                <a:extLst>
                  <a:ext uri="{FF2B5EF4-FFF2-40B4-BE49-F238E27FC236}">
                    <a16:creationId xmlns:a16="http://schemas.microsoft.com/office/drawing/2014/main" id="{9732A466-8C08-F9A3-31A3-11DE8C3C387F}"/>
                  </a:ext>
                </a:extLst>
              </p:cNvPr>
              <p:cNvSpPr/>
              <p:nvPr/>
            </p:nvSpPr>
            <p:spPr>
              <a:xfrm>
                <a:off x="7169995" y="386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3" name="Freeform 41062">
                <a:extLst>
                  <a:ext uri="{FF2B5EF4-FFF2-40B4-BE49-F238E27FC236}">
                    <a16:creationId xmlns:a16="http://schemas.microsoft.com/office/drawing/2014/main" id="{BEDAA29F-0605-F407-2AB5-8E628DBB2095}"/>
                  </a:ext>
                </a:extLst>
              </p:cNvPr>
              <p:cNvSpPr/>
              <p:nvPr/>
            </p:nvSpPr>
            <p:spPr>
              <a:xfrm>
                <a:off x="7170591" y="3858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4" name="Freeform 41063">
                <a:extLst>
                  <a:ext uri="{FF2B5EF4-FFF2-40B4-BE49-F238E27FC236}">
                    <a16:creationId xmlns:a16="http://schemas.microsoft.com/office/drawing/2014/main" id="{CD7C3F2E-6426-B1B3-12EC-2ABEAFB7A988}"/>
                  </a:ext>
                </a:extLst>
              </p:cNvPr>
              <p:cNvSpPr/>
              <p:nvPr/>
            </p:nvSpPr>
            <p:spPr>
              <a:xfrm>
                <a:off x="7171087" y="3857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5" name="Freeform 41064">
                <a:extLst>
                  <a:ext uri="{FF2B5EF4-FFF2-40B4-BE49-F238E27FC236}">
                    <a16:creationId xmlns:a16="http://schemas.microsoft.com/office/drawing/2014/main" id="{45F86504-C619-E06C-90B0-E754DF0637C5}"/>
                  </a:ext>
                </a:extLst>
              </p:cNvPr>
              <p:cNvSpPr/>
              <p:nvPr/>
            </p:nvSpPr>
            <p:spPr>
              <a:xfrm>
                <a:off x="7171583" y="3854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6" name="Freeform 41065">
                <a:extLst>
                  <a:ext uri="{FF2B5EF4-FFF2-40B4-BE49-F238E27FC236}">
                    <a16:creationId xmlns:a16="http://schemas.microsoft.com/office/drawing/2014/main" id="{8F8E80DC-813F-827E-D490-F527F5A1E1EF}"/>
                  </a:ext>
                </a:extLst>
              </p:cNvPr>
              <p:cNvSpPr/>
              <p:nvPr/>
            </p:nvSpPr>
            <p:spPr>
              <a:xfrm>
                <a:off x="7172178" y="3857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7" name="Freeform 41066">
                <a:extLst>
                  <a:ext uri="{FF2B5EF4-FFF2-40B4-BE49-F238E27FC236}">
                    <a16:creationId xmlns:a16="http://schemas.microsoft.com/office/drawing/2014/main" id="{8641581B-7030-59B8-0ED4-FBCB44F042EF}"/>
                  </a:ext>
                </a:extLst>
              </p:cNvPr>
              <p:cNvSpPr/>
              <p:nvPr/>
            </p:nvSpPr>
            <p:spPr>
              <a:xfrm>
                <a:off x="7172674" y="3846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8" name="Freeform 41067">
                <a:extLst>
                  <a:ext uri="{FF2B5EF4-FFF2-40B4-BE49-F238E27FC236}">
                    <a16:creationId xmlns:a16="http://schemas.microsoft.com/office/drawing/2014/main" id="{E78817FD-1937-6CD6-821D-08DF4837C022}"/>
                  </a:ext>
                </a:extLst>
              </p:cNvPr>
              <p:cNvSpPr/>
              <p:nvPr/>
            </p:nvSpPr>
            <p:spPr>
              <a:xfrm>
                <a:off x="7173170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69" name="Freeform 41068">
                <a:extLst>
                  <a:ext uri="{FF2B5EF4-FFF2-40B4-BE49-F238E27FC236}">
                    <a16:creationId xmlns:a16="http://schemas.microsoft.com/office/drawing/2014/main" id="{5DC3F4E8-BDD5-2CD1-41DA-4474D6B34004}"/>
                  </a:ext>
                </a:extLst>
              </p:cNvPr>
              <p:cNvSpPr/>
              <p:nvPr/>
            </p:nvSpPr>
            <p:spPr>
              <a:xfrm>
                <a:off x="7173766" y="3639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0" name="Freeform 41069">
                <a:extLst>
                  <a:ext uri="{FF2B5EF4-FFF2-40B4-BE49-F238E27FC236}">
                    <a16:creationId xmlns:a16="http://schemas.microsoft.com/office/drawing/2014/main" id="{3AD4E97D-93AB-AEBE-131B-8440B758F590}"/>
                  </a:ext>
                </a:extLst>
              </p:cNvPr>
              <p:cNvSpPr/>
              <p:nvPr/>
            </p:nvSpPr>
            <p:spPr>
              <a:xfrm>
                <a:off x="7174262" y="3247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1" name="Freeform 41070">
                <a:extLst>
                  <a:ext uri="{FF2B5EF4-FFF2-40B4-BE49-F238E27FC236}">
                    <a16:creationId xmlns:a16="http://schemas.microsoft.com/office/drawing/2014/main" id="{7E4C7C25-0E35-94F4-A949-58884A962F82}"/>
                  </a:ext>
                </a:extLst>
              </p:cNvPr>
              <p:cNvSpPr/>
              <p:nvPr/>
            </p:nvSpPr>
            <p:spPr>
              <a:xfrm>
                <a:off x="7174758" y="3197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2" name="Freeform 41071">
                <a:extLst>
                  <a:ext uri="{FF2B5EF4-FFF2-40B4-BE49-F238E27FC236}">
                    <a16:creationId xmlns:a16="http://schemas.microsoft.com/office/drawing/2014/main" id="{9FC840D5-9D25-C1E3-6B5F-3774381A7574}"/>
                  </a:ext>
                </a:extLst>
              </p:cNvPr>
              <p:cNvSpPr/>
              <p:nvPr/>
            </p:nvSpPr>
            <p:spPr>
              <a:xfrm>
                <a:off x="7175353" y="3245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3" name="Freeform 41072">
                <a:extLst>
                  <a:ext uri="{FF2B5EF4-FFF2-40B4-BE49-F238E27FC236}">
                    <a16:creationId xmlns:a16="http://schemas.microsoft.com/office/drawing/2014/main" id="{D8ACDACF-829D-06CF-B283-4F4CAE31CA27}"/>
                  </a:ext>
                </a:extLst>
              </p:cNvPr>
              <p:cNvSpPr/>
              <p:nvPr/>
            </p:nvSpPr>
            <p:spPr>
              <a:xfrm>
                <a:off x="7175849" y="3335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4" name="Freeform 41073">
                <a:extLst>
                  <a:ext uri="{FF2B5EF4-FFF2-40B4-BE49-F238E27FC236}">
                    <a16:creationId xmlns:a16="http://schemas.microsoft.com/office/drawing/2014/main" id="{D79CF63A-B648-FE71-2528-EDD366F12208}"/>
                  </a:ext>
                </a:extLst>
              </p:cNvPr>
              <p:cNvSpPr/>
              <p:nvPr/>
            </p:nvSpPr>
            <p:spPr>
              <a:xfrm>
                <a:off x="7176345" y="3243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5" name="Freeform 41074">
                <a:extLst>
                  <a:ext uri="{FF2B5EF4-FFF2-40B4-BE49-F238E27FC236}">
                    <a16:creationId xmlns:a16="http://schemas.microsoft.com/office/drawing/2014/main" id="{194444AE-F8DC-BBCE-4CF5-9357CCB757D0}"/>
                  </a:ext>
                </a:extLst>
              </p:cNvPr>
              <p:cNvSpPr/>
              <p:nvPr/>
            </p:nvSpPr>
            <p:spPr>
              <a:xfrm>
                <a:off x="7176941" y="3306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6" name="Freeform 41075">
                <a:extLst>
                  <a:ext uri="{FF2B5EF4-FFF2-40B4-BE49-F238E27FC236}">
                    <a16:creationId xmlns:a16="http://schemas.microsoft.com/office/drawing/2014/main" id="{56A44700-484B-CA59-E85B-6974A6E4B918}"/>
                  </a:ext>
                </a:extLst>
              </p:cNvPr>
              <p:cNvSpPr/>
              <p:nvPr/>
            </p:nvSpPr>
            <p:spPr>
              <a:xfrm>
                <a:off x="7177437" y="3266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7" name="Freeform 41076">
                <a:extLst>
                  <a:ext uri="{FF2B5EF4-FFF2-40B4-BE49-F238E27FC236}">
                    <a16:creationId xmlns:a16="http://schemas.microsoft.com/office/drawing/2014/main" id="{88F21D09-FC4B-13DB-151D-217AFEAC1A43}"/>
                  </a:ext>
                </a:extLst>
              </p:cNvPr>
              <p:cNvSpPr/>
              <p:nvPr/>
            </p:nvSpPr>
            <p:spPr>
              <a:xfrm>
                <a:off x="7177933" y="3252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8" name="Freeform 41077">
                <a:extLst>
                  <a:ext uri="{FF2B5EF4-FFF2-40B4-BE49-F238E27FC236}">
                    <a16:creationId xmlns:a16="http://schemas.microsoft.com/office/drawing/2014/main" id="{1872C190-8A00-D182-320F-778137D79B91}"/>
                  </a:ext>
                </a:extLst>
              </p:cNvPr>
              <p:cNvSpPr/>
              <p:nvPr/>
            </p:nvSpPr>
            <p:spPr>
              <a:xfrm>
                <a:off x="7178528" y="3272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79" name="Freeform 41078">
                <a:extLst>
                  <a:ext uri="{FF2B5EF4-FFF2-40B4-BE49-F238E27FC236}">
                    <a16:creationId xmlns:a16="http://schemas.microsoft.com/office/drawing/2014/main" id="{CC822879-6185-E8AA-5C9C-125C3F75DE52}"/>
                  </a:ext>
                </a:extLst>
              </p:cNvPr>
              <p:cNvSpPr/>
              <p:nvPr/>
            </p:nvSpPr>
            <p:spPr>
              <a:xfrm>
                <a:off x="7179024" y="3308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0" name="Freeform 41079">
                <a:extLst>
                  <a:ext uri="{FF2B5EF4-FFF2-40B4-BE49-F238E27FC236}">
                    <a16:creationId xmlns:a16="http://schemas.microsoft.com/office/drawing/2014/main" id="{00EE83FD-77DE-3F8F-A8AD-936473BDF417}"/>
                  </a:ext>
                </a:extLst>
              </p:cNvPr>
              <p:cNvSpPr/>
              <p:nvPr/>
            </p:nvSpPr>
            <p:spPr>
              <a:xfrm>
                <a:off x="7179520" y="3295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1" name="Freeform 41080">
                <a:extLst>
                  <a:ext uri="{FF2B5EF4-FFF2-40B4-BE49-F238E27FC236}">
                    <a16:creationId xmlns:a16="http://schemas.microsoft.com/office/drawing/2014/main" id="{34F461B9-9E91-2031-20BD-CC6A36E9DD69}"/>
                  </a:ext>
                </a:extLst>
              </p:cNvPr>
              <p:cNvSpPr/>
              <p:nvPr/>
            </p:nvSpPr>
            <p:spPr>
              <a:xfrm>
                <a:off x="7180116" y="3275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2" name="Freeform 41081">
                <a:extLst>
                  <a:ext uri="{FF2B5EF4-FFF2-40B4-BE49-F238E27FC236}">
                    <a16:creationId xmlns:a16="http://schemas.microsoft.com/office/drawing/2014/main" id="{797568A8-4153-ACF2-9147-1F3D213DBF5C}"/>
                  </a:ext>
                </a:extLst>
              </p:cNvPr>
              <p:cNvSpPr/>
              <p:nvPr/>
            </p:nvSpPr>
            <p:spPr>
              <a:xfrm>
                <a:off x="7180612" y="3363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3" name="Freeform 41082">
                <a:extLst>
                  <a:ext uri="{FF2B5EF4-FFF2-40B4-BE49-F238E27FC236}">
                    <a16:creationId xmlns:a16="http://schemas.microsoft.com/office/drawing/2014/main" id="{F98DF4C6-051F-6ABB-7011-E53A06D923CF}"/>
                  </a:ext>
                </a:extLst>
              </p:cNvPr>
              <p:cNvSpPr/>
              <p:nvPr/>
            </p:nvSpPr>
            <p:spPr>
              <a:xfrm>
                <a:off x="7181108" y="358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4" name="Freeform 41083">
                <a:extLst>
                  <a:ext uri="{FF2B5EF4-FFF2-40B4-BE49-F238E27FC236}">
                    <a16:creationId xmlns:a16="http://schemas.microsoft.com/office/drawing/2014/main" id="{E2D22694-4D0E-1748-E7EB-2AF40D4AAD66}"/>
                  </a:ext>
                </a:extLst>
              </p:cNvPr>
              <p:cNvSpPr/>
              <p:nvPr/>
            </p:nvSpPr>
            <p:spPr>
              <a:xfrm>
                <a:off x="7181604" y="370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5" name="Freeform 41084">
                <a:extLst>
                  <a:ext uri="{FF2B5EF4-FFF2-40B4-BE49-F238E27FC236}">
                    <a16:creationId xmlns:a16="http://schemas.microsoft.com/office/drawing/2014/main" id="{B9D62BF7-8373-E5C9-C965-81C7AFD94ADA}"/>
                  </a:ext>
                </a:extLst>
              </p:cNvPr>
              <p:cNvSpPr/>
              <p:nvPr/>
            </p:nvSpPr>
            <p:spPr>
              <a:xfrm>
                <a:off x="7182199" y="3733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6" name="Freeform 41085">
                <a:extLst>
                  <a:ext uri="{FF2B5EF4-FFF2-40B4-BE49-F238E27FC236}">
                    <a16:creationId xmlns:a16="http://schemas.microsoft.com/office/drawing/2014/main" id="{1D8FB05B-B2C6-820C-27A3-875FE9442D56}"/>
                  </a:ext>
                </a:extLst>
              </p:cNvPr>
              <p:cNvSpPr/>
              <p:nvPr/>
            </p:nvSpPr>
            <p:spPr>
              <a:xfrm>
                <a:off x="7182695" y="3724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7" name="Freeform 41086">
                <a:extLst>
                  <a:ext uri="{FF2B5EF4-FFF2-40B4-BE49-F238E27FC236}">
                    <a16:creationId xmlns:a16="http://schemas.microsoft.com/office/drawing/2014/main" id="{B16CE971-5CE3-4B4E-D458-2CB70700D748}"/>
                  </a:ext>
                </a:extLst>
              </p:cNvPr>
              <p:cNvSpPr/>
              <p:nvPr/>
            </p:nvSpPr>
            <p:spPr>
              <a:xfrm>
                <a:off x="7183191" y="3735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8" name="Freeform 41087">
                <a:extLst>
                  <a:ext uri="{FF2B5EF4-FFF2-40B4-BE49-F238E27FC236}">
                    <a16:creationId xmlns:a16="http://schemas.microsoft.com/office/drawing/2014/main" id="{0FD9A396-B373-B4ED-63B4-C0B98A99AC2A}"/>
                  </a:ext>
                </a:extLst>
              </p:cNvPr>
              <p:cNvSpPr/>
              <p:nvPr/>
            </p:nvSpPr>
            <p:spPr>
              <a:xfrm>
                <a:off x="7183787" y="3732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89" name="Freeform 41088">
                <a:extLst>
                  <a:ext uri="{FF2B5EF4-FFF2-40B4-BE49-F238E27FC236}">
                    <a16:creationId xmlns:a16="http://schemas.microsoft.com/office/drawing/2014/main" id="{48F48F9B-FAA4-7DF9-B75C-859E291F74CD}"/>
                  </a:ext>
                </a:extLst>
              </p:cNvPr>
              <p:cNvSpPr/>
              <p:nvPr/>
            </p:nvSpPr>
            <p:spPr>
              <a:xfrm>
                <a:off x="7184283" y="3737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0" name="Freeform 41089">
                <a:extLst>
                  <a:ext uri="{FF2B5EF4-FFF2-40B4-BE49-F238E27FC236}">
                    <a16:creationId xmlns:a16="http://schemas.microsoft.com/office/drawing/2014/main" id="{FB95C174-AD2F-634F-F6D3-AE817FBF25D0}"/>
                  </a:ext>
                </a:extLst>
              </p:cNvPr>
              <p:cNvSpPr/>
              <p:nvPr/>
            </p:nvSpPr>
            <p:spPr>
              <a:xfrm>
                <a:off x="7184779" y="3721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1" name="Freeform 41090">
                <a:extLst>
                  <a:ext uri="{FF2B5EF4-FFF2-40B4-BE49-F238E27FC236}">
                    <a16:creationId xmlns:a16="http://schemas.microsoft.com/office/drawing/2014/main" id="{C85DF103-AF77-B759-E0BF-4D960524F12D}"/>
                  </a:ext>
                </a:extLst>
              </p:cNvPr>
              <p:cNvSpPr/>
              <p:nvPr/>
            </p:nvSpPr>
            <p:spPr>
              <a:xfrm>
                <a:off x="7185374" y="3697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2" name="Freeform 41091">
                <a:extLst>
                  <a:ext uri="{FF2B5EF4-FFF2-40B4-BE49-F238E27FC236}">
                    <a16:creationId xmlns:a16="http://schemas.microsoft.com/office/drawing/2014/main" id="{86788414-658A-9162-14A6-4C1CC93F1A0D}"/>
                  </a:ext>
                </a:extLst>
              </p:cNvPr>
              <p:cNvSpPr/>
              <p:nvPr/>
            </p:nvSpPr>
            <p:spPr>
              <a:xfrm>
                <a:off x="7185870" y="3679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3" name="Freeform 41092">
                <a:extLst>
                  <a:ext uri="{FF2B5EF4-FFF2-40B4-BE49-F238E27FC236}">
                    <a16:creationId xmlns:a16="http://schemas.microsoft.com/office/drawing/2014/main" id="{DF13CA1F-DEEE-9D53-1240-AA9D6D8184FD}"/>
                  </a:ext>
                </a:extLst>
              </p:cNvPr>
              <p:cNvSpPr/>
              <p:nvPr/>
            </p:nvSpPr>
            <p:spPr>
              <a:xfrm>
                <a:off x="7186366" y="3541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4" name="Freeform 41093">
                <a:extLst>
                  <a:ext uri="{FF2B5EF4-FFF2-40B4-BE49-F238E27FC236}">
                    <a16:creationId xmlns:a16="http://schemas.microsoft.com/office/drawing/2014/main" id="{B066B2F5-6ED1-163B-57BF-1B0167E531D0}"/>
                  </a:ext>
                </a:extLst>
              </p:cNvPr>
              <p:cNvSpPr/>
              <p:nvPr/>
            </p:nvSpPr>
            <p:spPr>
              <a:xfrm>
                <a:off x="7186962" y="3437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5" name="Freeform 41094">
                <a:extLst>
                  <a:ext uri="{FF2B5EF4-FFF2-40B4-BE49-F238E27FC236}">
                    <a16:creationId xmlns:a16="http://schemas.microsoft.com/office/drawing/2014/main" id="{849DCBDD-A470-CFCA-FCDC-A9971169B556}"/>
                  </a:ext>
                </a:extLst>
              </p:cNvPr>
              <p:cNvSpPr/>
              <p:nvPr/>
            </p:nvSpPr>
            <p:spPr>
              <a:xfrm>
                <a:off x="7187458" y="3381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6" name="Freeform 41095">
                <a:extLst>
                  <a:ext uri="{FF2B5EF4-FFF2-40B4-BE49-F238E27FC236}">
                    <a16:creationId xmlns:a16="http://schemas.microsoft.com/office/drawing/2014/main" id="{59718E96-D3C8-1ACE-ACED-F09D50DE70BC}"/>
                  </a:ext>
                </a:extLst>
              </p:cNvPr>
              <p:cNvSpPr/>
              <p:nvPr/>
            </p:nvSpPr>
            <p:spPr>
              <a:xfrm>
                <a:off x="7187954" y="3381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7" name="Freeform 41096">
                <a:extLst>
                  <a:ext uri="{FF2B5EF4-FFF2-40B4-BE49-F238E27FC236}">
                    <a16:creationId xmlns:a16="http://schemas.microsoft.com/office/drawing/2014/main" id="{D4ABA4D7-8415-DC8C-54B9-DE33C4CD5376}"/>
                  </a:ext>
                </a:extLst>
              </p:cNvPr>
              <p:cNvSpPr/>
              <p:nvPr/>
            </p:nvSpPr>
            <p:spPr>
              <a:xfrm>
                <a:off x="7188549" y="3394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8" name="Freeform 41097">
                <a:extLst>
                  <a:ext uri="{FF2B5EF4-FFF2-40B4-BE49-F238E27FC236}">
                    <a16:creationId xmlns:a16="http://schemas.microsoft.com/office/drawing/2014/main" id="{0387AAE0-F0DD-21E0-0A9F-F0666C60F799}"/>
                  </a:ext>
                </a:extLst>
              </p:cNvPr>
              <p:cNvSpPr/>
              <p:nvPr/>
            </p:nvSpPr>
            <p:spPr>
              <a:xfrm>
                <a:off x="7189045" y="3297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99" name="Freeform 41098">
                <a:extLst>
                  <a:ext uri="{FF2B5EF4-FFF2-40B4-BE49-F238E27FC236}">
                    <a16:creationId xmlns:a16="http://schemas.microsoft.com/office/drawing/2014/main" id="{5EDD4A77-F92C-0BB0-5C82-A6945F2A1F21}"/>
                  </a:ext>
                </a:extLst>
              </p:cNvPr>
              <p:cNvSpPr/>
              <p:nvPr/>
            </p:nvSpPr>
            <p:spPr>
              <a:xfrm>
                <a:off x="7189541" y="3344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0" name="Freeform 41099">
                <a:extLst>
                  <a:ext uri="{FF2B5EF4-FFF2-40B4-BE49-F238E27FC236}">
                    <a16:creationId xmlns:a16="http://schemas.microsoft.com/office/drawing/2014/main" id="{BCA86D34-B814-A783-9A35-063BCBBF5263}"/>
                  </a:ext>
                </a:extLst>
              </p:cNvPr>
              <p:cNvSpPr/>
              <p:nvPr/>
            </p:nvSpPr>
            <p:spPr>
              <a:xfrm>
                <a:off x="7190137" y="3299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1" name="Freeform 41100">
                <a:extLst>
                  <a:ext uri="{FF2B5EF4-FFF2-40B4-BE49-F238E27FC236}">
                    <a16:creationId xmlns:a16="http://schemas.microsoft.com/office/drawing/2014/main" id="{04197E66-8DFE-CC20-36BD-9FF4A7735002}"/>
                  </a:ext>
                </a:extLst>
              </p:cNvPr>
              <p:cNvSpPr/>
              <p:nvPr/>
            </p:nvSpPr>
            <p:spPr>
              <a:xfrm>
                <a:off x="7190633" y="3243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2" name="Freeform 41101">
                <a:extLst>
                  <a:ext uri="{FF2B5EF4-FFF2-40B4-BE49-F238E27FC236}">
                    <a16:creationId xmlns:a16="http://schemas.microsoft.com/office/drawing/2014/main" id="{3884D0DE-09C4-44B8-E5AF-6E0FC152ABF3}"/>
                  </a:ext>
                </a:extLst>
              </p:cNvPr>
              <p:cNvSpPr/>
              <p:nvPr/>
            </p:nvSpPr>
            <p:spPr>
              <a:xfrm>
                <a:off x="7191129" y="3319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3" name="Freeform 41102">
                <a:extLst>
                  <a:ext uri="{FF2B5EF4-FFF2-40B4-BE49-F238E27FC236}">
                    <a16:creationId xmlns:a16="http://schemas.microsoft.com/office/drawing/2014/main" id="{009BD0EE-5582-8246-AC42-68771654182F}"/>
                  </a:ext>
                </a:extLst>
              </p:cNvPr>
              <p:cNvSpPr/>
              <p:nvPr/>
            </p:nvSpPr>
            <p:spPr>
              <a:xfrm>
                <a:off x="7191724" y="3359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4" name="Freeform 41103">
                <a:extLst>
                  <a:ext uri="{FF2B5EF4-FFF2-40B4-BE49-F238E27FC236}">
                    <a16:creationId xmlns:a16="http://schemas.microsoft.com/office/drawing/2014/main" id="{1B7FA250-5A9D-0BC7-309B-41EB6E8EDCF6}"/>
                  </a:ext>
                </a:extLst>
              </p:cNvPr>
              <p:cNvSpPr/>
              <p:nvPr/>
            </p:nvSpPr>
            <p:spPr>
              <a:xfrm>
                <a:off x="7192220" y="3346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5" name="Freeform 41104">
                <a:extLst>
                  <a:ext uri="{FF2B5EF4-FFF2-40B4-BE49-F238E27FC236}">
                    <a16:creationId xmlns:a16="http://schemas.microsoft.com/office/drawing/2014/main" id="{A0792346-164C-6574-33AE-D59A4ADA57D2}"/>
                  </a:ext>
                </a:extLst>
              </p:cNvPr>
              <p:cNvSpPr/>
              <p:nvPr/>
            </p:nvSpPr>
            <p:spPr>
              <a:xfrm>
                <a:off x="7192716" y="3352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6" name="Freeform 41105">
                <a:extLst>
                  <a:ext uri="{FF2B5EF4-FFF2-40B4-BE49-F238E27FC236}">
                    <a16:creationId xmlns:a16="http://schemas.microsoft.com/office/drawing/2014/main" id="{633DFD3B-1B4B-0ECF-8461-99C46BA26EE5}"/>
                  </a:ext>
                </a:extLst>
              </p:cNvPr>
              <p:cNvSpPr/>
              <p:nvPr/>
            </p:nvSpPr>
            <p:spPr>
              <a:xfrm>
                <a:off x="7193213" y="3433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7" name="Freeform 41106">
                <a:extLst>
                  <a:ext uri="{FF2B5EF4-FFF2-40B4-BE49-F238E27FC236}">
                    <a16:creationId xmlns:a16="http://schemas.microsoft.com/office/drawing/2014/main" id="{12B6C07D-8895-B29E-FCA4-CE4AF52F08AB}"/>
                  </a:ext>
                </a:extLst>
              </p:cNvPr>
              <p:cNvSpPr/>
              <p:nvPr/>
            </p:nvSpPr>
            <p:spPr>
              <a:xfrm>
                <a:off x="7193808" y="3682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8" name="Freeform 41107">
                <a:extLst>
                  <a:ext uri="{FF2B5EF4-FFF2-40B4-BE49-F238E27FC236}">
                    <a16:creationId xmlns:a16="http://schemas.microsoft.com/office/drawing/2014/main" id="{5B561968-D044-791B-3463-CF0BDC8C7BD4}"/>
                  </a:ext>
                </a:extLst>
              </p:cNvPr>
              <p:cNvSpPr/>
              <p:nvPr/>
            </p:nvSpPr>
            <p:spPr>
              <a:xfrm>
                <a:off x="7194304" y="3768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09" name="Freeform 41108">
                <a:extLst>
                  <a:ext uri="{FF2B5EF4-FFF2-40B4-BE49-F238E27FC236}">
                    <a16:creationId xmlns:a16="http://schemas.microsoft.com/office/drawing/2014/main" id="{C2D4C850-0E89-92AA-ABFF-2798DCA421DE}"/>
                  </a:ext>
                </a:extLst>
              </p:cNvPr>
              <p:cNvSpPr/>
              <p:nvPr/>
            </p:nvSpPr>
            <p:spPr>
              <a:xfrm>
                <a:off x="7194800" y="3792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0" name="Freeform 41109">
                <a:extLst>
                  <a:ext uri="{FF2B5EF4-FFF2-40B4-BE49-F238E27FC236}">
                    <a16:creationId xmlns:a16="http://schemas.microsoft.com/office/drawing/2014/main" id="{DD3D4855-55D9-D914-6006-67D6C8172CAA}"/>
                  </a:ext>
                </a:extLst>
              </p:cNvPr>
              <p:cNvSpPr/>
              <p:nvPr/>
            </p:nvSpPr>
            <p:spPr>
              <a:xfrm>
                <a:off x="7195395" y="3781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1" name="Freeform 41110">
                <a:extLst>
                  <a:ext uri="{FF2B5EF4-FFF2-40B4-BE49-F238E27FC236}">
                    <a16:creationId xmlns:a16="http://schemas.microsoft.com/office/drawing/2014/main" id="{CEA59ADA-2C79-3EC5-8805-471812666767}"/>
                  </a:ext>
                </a:extLst>
              </p:cNvPr>
              <p:cNvSpPr/>
              <p:nvPr/>
            </p:nvSpPr>
            <p:spPr>
              <a:xfrm>
                <a:off x="7195891" y="3782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2" name="Freeform 41111">
                <a:extLst>
                  <a:ext uri="{FF2B5EF4-FFF2-40B4-BE49-F238E27FC236}">
                    <a16:creationId xmlns:a16="http://schemas.microsoft.com/office/drawing/2014/main" id="{2859AEAA-CDE3-39C8-FF45-0617F1B6370D}"/>
                  </a:ext>
                </a:extLst>
              </p:cNvPr>
              <p:cNvSpPr/>
              <p:nvPr/>
            </p:nvSpPr>
            <p:spPr>
              <a:xfrm>
                <a:off x="7196388" y="3801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3" name="Freeform 41112">
                <a:extLst>
                  <a:ext uri="{FF2B5EF4-FFF2-40B4-BE49-F238E27FC236}">
                    <a16:creationId xmlns:a16="http://schemas.microsoft.com/office/drawing/2014/main" id="{707170CC-9CFB-2A62-BE0F-3AA844ED5FC0}"/>
                  </a:ext>
                </a:extLst>
              </p:cNvPr>
              <p:cNvSpPr/>
              <p:nvPr/>
            </p:nvSpPr>
            <p:spPr>
              <a:xfrm>
                <a:off x="7196983" y="3802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4" name="Freeform 41113">
                <a:extLst>
                  <a:ext uri="{FF2B5EF4-FFF2-40B4-BE49-F238E27FC236}">
                    <a16:creationId xmlns:a16="http://schemas.microsoft.com/office/drawing/2014/main" id="{0A492B05-B638-EB9E-DBF7-FF8CCC8EF352}"/>
                  </a:ext>
                </a:extLst>
              </p:cNvPr>
              <p:cNvSpPr/>
              <p:nvPr/>
            </p:nvSpPr>
            <p:spPr>
              <a:xfrm>
                <a:off x="7197479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5" name="Freeform 41114">
                <a:extLst>
                  <a:ext uri="{FF2B5EF4-FFF2-40B4-BE49-F238E27FC236}">
                    <a16:creationId xmlns:a16="http://schemas.microsoft.com/office/drawing/2014/main" id="{E3BBDB5E-2E4A-5296-1D9D-A6C1FAC87849}"/>
                  </a:ext>
                </a:extLst>
              </p:cNvPr>
              <p:cNvSpPr/>
              <p:nvPr/>
            </p:nvSpPr>
            <p:spPr>
              <a:xfrm>
                <a:off x="7197975" y="3823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6" name="Freeform 41115">
                <a:extLst>
                  <a:ext uri="{FF2B5EF4-FFF2-40B4-BE49-F238E27FC236}">
                    <a16:creationId xmlns:a16="http://schemas.microsoft.com/office/drawing/2014/main" id="{904B075D-3F6E-59D9-6D43-F81851A897D7}"/>
                  </a:ext>
                </a:extLst>
              </p:cNvPr>
              <p:cNvSpPr/>
              <p:nvPr/>
            </p:nvSpPr>
            <p:spPr>
              <a:xfrm>
                <a:off x="7198570" y="3817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7" name="Freeform 41116">
                <a:extLst>
                  <a:ext uri="{FF2B5EF4-FFF2-40B4-BE49-F238E27FC236}">
                    <a16:creationId xmlns:a16="http://schemas.microsoft.com/office/drawing/2014/main" id="{C55A07C1-FC30-67C5-9828-27AFFD8D93E6}"/>
                  </a:ext>
                </a:extLst>
              </p:cNvPr>
              <p:cNvSpPr/>
              <p:nvPr/>
            </p:nvSpPr>
            <p:spPr>
              <a:xfrm>
                <a:off x="7199066" y="3532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8" name="Freeform 41117">
                <a:extLst>
                  <a:ext uri="{FF2B5EF4-FFF2-40B4-BE49-F238E27FC236}">
                    <a16:creationId xmlns:a16="http://schemas.microsoft.com/office/drawing/2014/main" id="{D38D8DD0-BCAF-0406-E6D9-4180C752B09D}"/>
                  </a:ext>
                </a:extLst>
              </p:cNvPr>
              <p:cNvSpPr/>
              <p:nvPr/>
            </p:nvSpPr>
            <p:spPr>
              <a:xfrm>
                <a:off x="7199563" y="3334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19" name="Freeform 41118">
                <a:extLst>
                  <a:ext uri="{FF2B5EF4-FFF2-40B4-BE49-F238E27FC236}">
                    <a16:creationId xmlns:a16="http://schemas.microsoft.com/office/drawing/2014/main" id="{C9DFE050-05C7-6DA2-6A5E-14E03CF80C77}"/>
                  </a:ext>
                </a:extLst>
              </p:cNvPr>
              <p:cNvSpPr/>
              <p:nvPr/>
            </p:nvSpPr>
            <p:spPr>
              <a:xfrm>
                <a:off x="7200158" y="3310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0" name="Freeform 41119">
                <a:extLst>
                  <a:ext uri="{FF2B5EF4-FFF2-40B4-BE49-F238E27FC236}">
                    <a16:creationId xmlns:a16="http://schemas.microsoft.com/office/drawing/2014/main" id="{3F160439-5A8D-875D-A1C9-C53F125804F5}"/>
                  </a:ext>
                </a:extLst>
              </p:cNvPr>
              <p:cNvSpPr/>
              <p:nvPr/>
            </p:nvSpPr>
            <p:spPr>
              <a:xfrm>
                <a:off x="7200654" y="3347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1" name="Freeform 41120">
                <a:extLst>
                  <a:ext uri="{FF2B5EF4-FFF2-40B4-BE49-F238E27FC236}">
                    <a16:creationId xmlns:a16="http://schemas.microsoft.com/office/drawing/2014/main" id="{CEEBCC86-65F6-4996-ED23-4C22C6D6788C}"/>
                  </a:ext>
                </a:extLst>
              </p:cNvPr>
              <p:cNvSpPr/>
              <p:nvPr/>
            </p:nvSpPr>
            <p:spPr>
              <a:xfrm>
                <a:off x="7201150" y="3351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2" name="Freeform 41121">
                <a:extLst>
                  <a:ext uri="{FF2B5EF4-FFF2-40B4-BE49-F238E27FC236}">
                    <a16:creationId xmlns:a16="http://schemas.microsoft.com/office/drawing/2014/main" id="{C33C8C32-63D0-79BD-98B9-D76BBFDE4F49}"/>
                  </a:ext>
                </a:extLst>
              </p:cNvPr>
              <p:cNvSpPr/>
              <p:nvPr/>
            </p:nvSpPr>
            <p:spPr>
              <a:xfrm>
                <a:off x="7201745" y="3268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3" name="Freeform 41122">
                <a:extLst>
                  <a:ext uri="{FF2B5EF4-FFF2-40B4-BE49-F238E27FC236}">
                    <a16:creationId xmlns:a16="http://schemas.microsoft.com/office/drawing/2014/main" id="{32B86536-0E57-EE93-5CE0-1548E3B45D9B}"/>
                  </a:ext>
                </a:extLst>
              </p:cNvPr>
              <p:cNvSpPr/>
              <p:nvPr/>
            </p:nvSpPr>
            <p:spPr>
              <a:xfrm>
                <a:off x="7202241" y="3240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4" name="Freeform 41123">
                <a:extLst>
                  <a:ext uri="{FF2B5EF4-FFF2-40B4-BE49-F238E27FC236}">
                    <a16:creationId xmlns:a16="http://schemas.microsoft.com/office/drawing/2014/main" id="{BD5D890E-2448-7ECF-5BAD-D76EB8CBDCB6}"/>
                  </a:ext>
                </a:extLst>
              </p:cNvPr>
              <p:cNvSpPr/>
              <p:nvPr/>
            </p:nvSpPr>
            <p:spPr>
              <a:xfrm>
                <a:off x="7202738" y="3159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5" name="Freeform 41124">
                <a:extLst>
                  <a:ext uri="{FF2B5EF4-FFF2-40B4-BE49-F238E27FC236}">
                    <a16:creationId xmlns:a16="http://schemas.microsoft.com/office/drawing/2014/main" id="{3DC0170B-A173-D08D-E8E4-A093B96CF2FA}"/>
                  </a:ext>
                </a:extLst>
              </p:cNvPr>
              <p:cNvSpPr/>
              <p:nvPr/>
            </p:nvSpPr>
            <p:spPr>
              <a:xfrm>
                <a:off x="7203333" y="3097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6" name="Freeform 41125">
                <a:extLst>
                  <a:ext uri="{FF2B5EF4-FFF2-40B4-BE49-F238E27FC236}">
                    <a16:creationId xmlns:a16="http://schemas.microsoft.com/office/drawing/2014/main" id="{B9A31503-758C-6BBF-E4C8-40F62BD9ED1A}"/>
                  </a:ext>
                </a:extLst>
              </p:cNvPr>
              <p:cNvSpPr/>
              <p:nvPr/>
            </p:nvSpPr>
            <p:spPr>
              <a:xfrm>
                <a:off x="7203829" y="3055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7" name="Freeform 41126">
                <a:extLst>
                  <a:ext uri="{FF2B5EF4-FFF2-40B4-BE49-F238E27FC236}">
                    <a16:creationId xmlns:a16="http://schemas.microsoft.com/office/drawing/2014/main" id="{F8B3BA6D-4B43-9ACF-DC13-5CEA3EB08AAC}"/>
                  </a:ext>
                </a:extLst>
              </p:cNvPr>
              <p:cNvSpPr/>
              <p:nvPr/>
            </p:nvSpPr>
            <p:spPr>
              <a:xfrm>
                <a:off x="7204325" y="3001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8" name="Freeform 41127">
                <a:extLst>
                  <a:ext uri="{FF2B5EF4-FFF2-40B4-BE49-F238E27FC236}">
                    <a16:creationId xmlns:a16="http://schemas.microsoft.com/office/drawing/2014/main" id="{20EA795E-4998-21FB-E8E4-848E1AC2D993}"/>
                  </a:ext>
                </a:extLst>
              </p:cNvPr>
              <p:cNvSpPr/>
              <p:nvPr/>
            </p:nvSpPr>
            <p:spPr>
              <a:xfrm>
                <a:off x="7204920" y="2983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29" name="Freeform 41128">
                <a:extLst>
                  <a:ext uri="{FF2B5EF4-FFF2-40B4-BE49-F238E27FC236}">
                    <a16:creationId xmlns:a16="http://schemas.microsoft.com/office/drawing/2014/main" id="{E4A0AAC3-F80E-515F-C37E-504F486E4B93}"/>
                  </a:ext>
                </a:extLst>
              </p:cNvPr>
              <p:cNvSpPr/>
              <p:nvPr/>
            </p:nvSpPr>
            <p:spPr>
              <a:xfrm>
                <a:off x="7205416" y="302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0" name="Freeform 41129">
                <a:extLst>
                  <a:ext uri="{FF2B5EF4-FFF2-40B4-BE49-F238E27FC236}">
                    <a16:creationId xmlns:a16="http://schemas.microsoft.com/office/drawing/2014/main" id="{DCBD9F54-BFC4-ABC9-AA7F-DD87572840ED}"/>
                  </a:ext>
                </a:extLst>
              </p:cNvPr>
              <p:cNvSpPr/>
              <p:nvPr/>
            </p:nvSpPr>
            <p:spPr>
              <a:xfrm>
                <a:off x="7205913" y="3106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1" name="Freeform 41130">
                <a:extLst>
                  <a:ext uri="{FF2B5EF4-FFF2-40B4-BE49-F238E27FC236}">
                    <a16:creationId xmlns:a16="http://schemas.microsoft.com/office/drawing/2014/main" id="{5E4A602E-2E15-2F12-C133-F795CD278B7E}"/>
                  </a:ext>
                </a:extLst>
              </p:cNvPr>
              <p:cNvSpPr/>
              <p:nvPr/>
            </p:nvSpPr>
            <p:spPr>
              <a:xfrm>
                <a:off x="7206409" y="3656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2" name="Freeform 41131">
                <a:extLst>
                  <a:ext uri="{FF2B5EF4-FFF2-40B4-BE49-F238E27FC236}">
                    <a16:creationId xmlns:a16="http://schemas.microsoft.com/office/drawing/2014/main" id="{3786B8E0-412D-00CE-356B-AAC0B8E54258}"/>
                  </a:ext>
                </a:extLst>
              </p:cNvPr>
              <p:cNvSpPr/>
              <p:nvPr/>
            </p:nvSpPr>
            <p:spPr>
              <a:xfrm>
                <a:off x="7207004" y="3738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3" name="Freeform 41132">
                <a:extLst>
                  <a:ext uri="{FF2B5EF4-FFF2-40B4-BE49-F238E27FC236}">
                    <a16:creationId xmlns:a16="http://schemas.microsoft.com/office/drawing/2014/main" id="{B0503906-92B1-A6D1-D889-AA1CB69E6B77}"/>
                  </a:ext>
                </a:extLst>
              </p:cNvPr>
              <p:cNvSpPr/>
              <p:nvPr/>
            </p:nvSpPr>
            <p:spPr>
              <a:xfrm>
                <a:off x="7207500" y="3760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4" name="Freeform 41133">
                <a:extLst>
                  <a:ext uri="{FF2B5EF4-FFF2-40B4-BE49-F238E27FC236}">
                    <a16:creationId xmlns:a16="http://schemas.microsoft.com/office/drawing/2014/main" id="{2F9719EF-F233-E61E-4FE9-8FB6990E8CA0}"/>
                  </a:ext>
                </a:extLst>
              </p:cNvPr>
              <p:cNvSpPr/>
              <p:nvPr/>
            </p:nvSpPr>
            <p:spPr>
              <a:xfrm>
                <a:off x="7207996" y="3769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5" name="Freeform 41134">
                <a:extLst>
                  <a:ext uri="{FF2B5EF4-FFF2-40B4-BE49-F238E27FC236}">
                    <a16:creationId xmlns:a16="http://schemas.microsoft.com/office/drawing/2014/main" id="{61366E22-B4DE-EE7E-F251-88D8590F8D8F}"/>
                  </a:ext>
                </a:extLst>
              </p:cNvPr>
              <p:cNvSpPr/>
              <p:nvPr/>
            </p:nvSpPr>
            <p:spPr>
              <a:xfrm>
                <a:off x="7208591" y="3779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6" name="Freeform 41135">
                <a:extLst>
                  <a:ext uri="{FF2B5EF4-FFF2-40B4-BE49-F238E27FC236}">
                    <a16:creationId xmlns:a16="http://schemas.microsoft.com/office/drawing/2014/main" id="{A6AC2105-9ACE-00C6-BB26-25FE7ADF9B11}"/>
                  </a:ext>
                </a:extLst>
              </p:cNvPr>
              <p:cNvSpPr/>
              <p:nvPr/>
            </p:nvSpPr>
            <p:spPr>
              <a:xfrm>
                <a:off x="7209088" y="3781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7" name="Freeform 41136">
                <a:extLst>
                  <a:ext uri="{FF2B5EF4-FFF2-40B4-BE49-F238E27FC236}">
                    <a16:creationId xmlns:a16="http://schemas.microsoft.com/office/drawing/2014/main" id="{025663F6-CDB5-0A99-7862-9CF49AB00CDA}"/>
                  </a:ext>
                </a:extLst>
              </p:cNvPr>
              <p:cNvSpPr/>
              <p:nvPr/>
            </p:nvSpPr>
            <p:spPr>
              <a:xfrm>
                <a:off x="7209584" y="3780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8" name="Freeform 41137">
                <a:extLst>
                  <a:ext uri="{FF2B5EF4-FFF2-40B4-BE49-F238E27FC236}">
                    <a16:creationId xmlns:a16="http://schemas.microsoft.com/office/drawing/2014/main" id="{A54362AA-5A6B-CC11-795C-02D33422F579}"/>
                  </a:ext>
                </a:extLst>
              </p:cNvPr>
              <p:cNvSpPr/>
              <p:nvPr/>
            </p:nvSpPr>
            <p:spPr>
              <a:xfrm>
                <a:off x="7210179" y="3772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39" name="Freeform 41138">
                <a:extLst>
                  <a:ext uri="{FF2B5EF4-FFF2-40B4-BE49-F238E27FC236}">
                    <a16:creationId xmlns:a16="http://schemas.microsoft.com/office/drawing/2014/main" id="{AE08D3C5-F44D-081F-A522-A3DB3101E00E}"/>
                  </a:ext>
                </a:extLst>
              </p:cNvPr>
              <p:cNvSpPr/>
              <p:nvPr/>
            </p:nvSpPr>
            <p:spPr>
              <a:xfrm>
                <a:off x="7210675" y="3777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0" name="Freeform 41139">
                <a:extLst>
                  <a:ext uri="{FF2B5EF4-FFF2-40B4-BE49-F238E27FC236}">
                    <a16:creationId xmlns:a16="http://schemas.microsoft.com/office/drawing/2014/main" id="{4EA1F147-DB44-A592-FAD3-7083DE9D654E}"/>
                  </a:ext>
                </a:extLst>
              </p:cNvPr>
              <p:cNvSpPr/>
              <p:nvPr/>
            </p:nvSpPr>
            <p:spPr>
              <a:xfrm>
                <a:off x="7211171" y="3681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1" name="Freeform 41140">
                <a:extLst>
                  <a:ext uri="{FF2B5EF4-FFF2-40B4-BE49-F238E27FC236}">
                    <a16:creationId xmlns:a16="http://schemas.microsoft.com/office/drawing/2014/main" id="{8D9AF0D0-2752-D9F1-1189-4BC484FDD0E9}"/>
                  </a:ext>
                </a:extLst>
              </p:cNvPr>
              <p:cNvSpPr/>
              <p:nvPr/>
            </p:nvSpPr>
            <p:spPr>
              <a:xfrm>
                <a:off x="7211766" y="3486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2" name="Freeform 41141">
                <a:extLst>
                  <a:ext uri="{FF2B5EF4-FFF2-40B4-BE49-F238E27FC236}">
                    <a16:creationId xmlns:a16="http://schemas.microsoft.com/office/drawing/2014/main" id="{2333558E-BF9F-867A-79DB-ADC0FA297B6B}"/>
                  </a:ext>
                </a:extLst>
              </p:cNvPr>
              <p:cNvSpPr/>
              <p:nvPr/>
            </p:nvSpPr>
            <p:spPr>
              <a:xfrm>
                <a:off x="7212263" y="3322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3" name="Freeform 41142">
                <a:extLst>
                  <a:ext uri="{FF2B5EF4-FFF2-40B4-BE49-F238E27FC236}">
                    <a16:creationId xmlns:a16="http://schemas.microsoft.com/office/drawing/2014/main" id="{B7BD1744-CEDC-2F34-9698-33D4C4A596F6}"/>
                  </a:ext>
                </a:extLst>
              </p:cNvPr>
              <p:cNvSpPr/>
              <p:nvPr/>
            </p:nvSpPr>
            <p:spPr>
              <a:xfrm>
                <a:off x="7212759" y="3302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4" name="Freeform 41143">
                <a:extLst>
                  <a:ext uri="{FF2B5EF4-FFF2-40B4-BE49-F238E27FC236}">
                    <a16:creationId xmlns:a16="http://schemas.microsoft.com/office/drawing/2014/main" id="{67752E70-3E9B-B237-9C2B-618A76993B0E}"/>
                  </a:ext>
                </a:extLst>
              </p:cNvPr>
              <p:cNvSpPr/>
              <p:nvPr/>
            </p:nvSpPr>
            <p:spPr>
              <a:xfrm>
                <a:off x="7213354" y="3328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5" name="Freeform 41144">
                <a:extLst>
                  <a:ext uri="{FF2B5EF4-FFF2-40B4-BE49-F238E27FC236}">
                    <a16:creationId xmlns:a16="http://schemas.microsoft.com/office/drawing/2014/main" id="{5F0C7103-E1EB-8DD1-0C9F-6B91A9CF4088}"/>
                  </a:ext>
                </a:extLst>
              </p:cNvPr>
              <p:cNvSpPr/>
              <p:nvPr/>
            </p:nvSpPr>
            <p:spPr>
              <a:xfrm>
                <a:off x="7213850" y="3307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6" name="Freeform 41145">
                <a:extLst>
                  <a:ext uri="{FF2B5EF4-FFF2-40B4-BE49-F238E27FC236}">
                    <a16:creationId xmlns:a16="http://schemas.microsoft.com/office/drawing/2014/main" id="{4078FF93-FC97-9AD7-078B-E80022920DBF}"/>
                  </a:ext>
                </a:extLst>
              </p:cNvPr>
              <p:cNvSpPr/>
              <p:nvPr/>
            </p:nvSpPr>
            <p:spPr>
              <a:xfrm>
                <a:off x="7214346" y="3250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7" name="Freeform 41146">
                <a:extLst>
                  <a:ext uri="{FF2B5EF4-FFF2-40B4-BE49-F238E27FC236}">
                    <a16:creationId xmlns:a16="http://schemas.microsoft.com/office/drawing/2014/main" id="{CA770492-A900-6A20-AB1D-D8BF22323FAF}"/>
                  </a:ext>
                </a:extLst>
              </p:cNvPr>
              <p:cNvSpPr/>
              <p:nvPr/>
            </p:nvSpPr>
            <p:spPr>
              <a:xfrm>
                <a:off x="7214941" y="3191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8" name="Freeform 41147">
                <a:extLst>
                  <a:ext uri="{FF2B5EF4-FFF2-40B4-BE49-F238E27FC236}">
                    <a16:creationId xmlns:a16="http://schemas.microsoft.com/office/drawing/2014/main" id="{9BBFC34B-E801-FE03-330F-4B03080B1110}"/>
                  </a:ext>
                </a:extLst>
              </p:cNvPr>
              <p:cNvSpPr/>
              <p:nvPr/>
            </p:nvSpPr>
            <p:spPr>
              <a:xfrm>
                <a:off x="7215438" y="3130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49" name="Freeform 41148">
                <a:extLst>
                  <a:ext uri="{FF2B5EF4-FFF2-40B4-BE49-F238E27FC236}">
                    <a16:creationId xmlns:a16="http://schemas.microsoft.com/office/drawing/2014/main" id="{2B3E70F9-D7AD-C794-0413-94CFFCA916DA}"/>
                  </a:ext>
                </a:extLst>
              </p:cNvPr>
              <p:cNvSpPr/>
              <p:nvPr/>
            </p:nvSpPr>
            <p:spPr>
              <a:xfrm>
                <a:off x="7215934" y="3040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0" name="Freeform 41149">
                <a:extLst>
                  <a:ext uri="{FF2B5EF4-FFF2-40B4-BE49-F238E27FC236}">
                    <a16:creationId xmlns:a16="http://schemas.microsoft.com/office/drawing/2014/main" id="{930FCC5F-9ABA-36C2-690C-A69498BE7BED}"/>
                  </a:ext>
                </a:extLst>
              </p:cNvPr>
              <p:cNvSpPr/>
              <p:nvPr/>
            </p:nvSpPr>
            <p:spPr>
              <a:xfrm>
                <a:off x="7216529" y="295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1" name="Freeform 41150">
                <a:extLst>
                  <a:ext uri="{FF2B5EF4-FFF2-40B4-BE49-F238E27FC236}">
                    <a16:creationId xmlns:a16="http://schemas.microsoft.com/office/drawing/2014/main" id="{41E17791-100A-25F7-F541-DFDA74304621}"/>
                  </a:ext>
                </a:extLst>
              </p:cNvPr>
              <p:cNvSpPr/>
              <p:nvPr/>
            </p:nvSpPr>
            <p:spPr>
              <a:xfrm>
                <a:off x="7217025" y="2896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2" name="Freeform 41151">
                <a:extLst>
                  <a:ext uri="{FF2B5EF4-FFF2-40B4-BE49-F238E27FC236}">
                    <a16:creationId xmlns:a16="http://schemas.microsoft.com/office/drawing/2014/main" id="{F44EB2E9-B1B9-C87C-3C01-85F89C724DB8}"/>
                  </a:ext>
                </a:extLst>
              </p:cNvPr>
              <p:cNvSpPr/>
              <p:nvPr/>
            </p:nvSpPr>
            <p:spPr>
              <a:xfrm>
                <a:off x="7217521" y="2843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3" name="Freeform 41152">
                <a:extLst>
                  <a:ext uri="{FF2B5EF4-FFF2-40B4-BE49-F238E27FC236}">
                    <a16:creationId xmlns:a16="http://schemas.microsoft.com/office/drawing/2014/main" id="{28E5D607-E99A-12AD-FD58-FA63C449F4C9}"/>
                  </a:ext>
                </a:extLst>
              </p:cNvPr>
              <p:cNvSpPr/>
              <p:nvPr/>
            </p:nvSpPr>
            <p:spPr>
              <a:xfrm>
                <a:off x="7218017" y="2822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4" name="Freeform 41153">
                <a:extLst>
                  <a:ext uri="{FF2B5EF4-FFF2-40B4-BE49-F238E27FC236}">
                    <a16:creationId xmlns:a16="http://schemas.microsoft.com/office/drawing/2014/main" id="{85A67615-C31D-625D-4433-879CF5232ADC}"/>
                  </a:ext>
                </a:extLst>
              </p:cNvPr>
              <p:cNvSpPr/>
              <p:nvPr/>
            </p:nvSpPr>
            <p:spPr>
              <a:xfrm>
                <a:off x="7218613" y="2975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5" name="Freeform 41154">
                <a:extLst>
                  <a:ext uri="{FF2B5EF4-FFF2-40B4-BE49-F238E27FC236}">
                    <a16:creationId xmlns:a16="http://schemas.microsoft.com/office/drawing/2014/main" id="{375F8DB2-33D5-5D7B-532E-833A778D2787}"/>
                  </a:ext>
                </a:extLst>
              </p:cNvPr>
              <p:cNvSpPr/>
              <p:nvPr/>
            </p:nvSpPr>
            <p:spPr>
              <a:xfrm>
                <a:off x="7219109" y="3623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6" name="Freeform 41155">
                <a:extLst>
                  <a:ext uri="{FF2B5EF4-FFF2-40B4-BE49-F238E27FC236}">
                    <a16:creationId xmlns:a16="http://schemas.microsoft.com/office/drawing/2014/main" id="{3E142DC3-1109-72F5-A846-1F2BF1644292}"/>
                  </a:ext>
                </a:extLst>
              </p:cNvPr>
              <p:cNvSpPr/>
              <p:nvPr/>
            </p:nvSpPr>
            <p:spPr>
              <a:xfrm>
                <a:off x="7219605" y="3770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7" name="Freeform 41156">
                <a:extLst>
                  <a:ext uri="{FF2B5EF4-FFF2-40B4-BE49-F238E27FC236}">
                    <a16:creationId xmlns:a16="http://schemas.microsoft.com/office/drawing/2014/main" id="{06037FB0-EBDA-77C1-E6DC-70A5E8225816}"/>
                  </a:ext>
                </a:extLst>
              </p:cNvPr>
              <p:cNvSpPr/>
              <p:nvPr/>
            </p:nvSpPr>
            <p:spPr>
              <a:xfrm>
                <a:off x="7220200" y="3795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8" name="Freeform 41157">
                <a:extLst>
                  <a:ext uri="{FF2B5EF4-FFF2-40B4-BE49-F238E27FC236}">
                    <a16:creationId xmlns:a16="http://schemas.microsoft.com/office/drawing/2014/main" id="{C968DB33-BB07-3BCB-8BDB-8B805585230A}"/>
                  </a:ext>
                </a:extLst>
              </p:cNvPr>
              <p:cNvSpPr/>
              <p:nvPr/>
            </p:nvSpPr>
            <p:spPr>
              <a:xfrm>
                <a:off x="7220696" y="3798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59" name="Freeform 41158">
                <a:extLst>
                  <a:ext uri="{FF2B5EF4-FFF2-40B4-BE49-F238E27FC236}">
                    <a16:creationId xmlns:a16="http://schemas.microsoft.com/office/drawing/2014/main" id="{60E26452-18FF-C2CB-D689-9195438DA4F4}"/>
                  </a:ext>
                </a:extLst>
              </p:cNvPr>
              <p:cNvSpPr/>
              <p:nvPr/>
            </p:nvSpPr>
            <p:spPr>
              <a:xfrm>
                <a:off x="7221192" y="3798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0" name="Freeform 41159">
                <a:extLst>
                  <a:ext uri="{FF2B5EF4-FFF2-40B4-BE49-F238E27FC236}">
                    <a16:creationId xmlns:a16="http://schemas.microsoft.com/office/drawing/2014/main" id="{28BB906A-7505-333C-CEEB-7A41BE707F51}"/>
                  </a:ext>
                </a:extLst>
              </p:cNvPr>
              <p:cNvSpPr/>
              <p:nvPr/>
            </p:nvSpPr>
            <p:spPr>
              <a:xfrm>
                <a:off x="7221788" y="3800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1" name="Freeform 41160">
                <a:extLst>
                  <a:ext uri="{FF2B5EF4-FFF2-40B4-BE49-F238E27FC236}">
                    <a16:creationId xmlns:a16="http://schemas.microsoft.com/office/drawing/2014/main" id="{0AD45E6B-2DF4-5CED-8023-D29F86A2757C}"/>
                  </a:ext>
                </a:extLst>
              </p:cNvPr>
              <p:cNvSpPr/>
              <p:nvPr/>
            </p:nvSpPr>
            <p:spPr>
              <a:xfrm>
                <a:off x="7222284" y="3774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2" name="Freeform 41161">
                <a:extLst>
                  <a:ext uri="{FF2B5EF4-FFF2-40B4-BE49-F238E27FC236}">
                    <a16:creationId xmlns:a16="http://schemas.microsoft.com/office/drawing/2014/main" id="{35DE6095-FC79-F41F-D592-CE2EA53536C6}"/>
                  </a:ext>
                </a:extLst>
              </p:cNvPr>
              <p:cNvSpPr/>
              <p:nvPr/>
            </p:nvSpPr>
            <p:spPr>
              <a:xfrm>
                <a:off x="7222780" y="3777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3" name="Freeform 41162">
                <a:extLst>
                  <a:ext uri="{FF2B5EF4-FFF2-40B4-BE49-F238E27FC236}">
                    <a16:creationId xmlns:a16="http://schemas.microsoft.com/office/drawing/2014/main" id="{91340C72-24C2-5E84-B2A6-38F2231DA8A3}"/>
                  </a:ext>
                </a:extLst>
              </p:cNvPr>
              <p:cNvSpPr/>
              <p:nvPr/>
            </p:nvSpPr>
            <p:spPr>
              <a:xfrm>
                <a:off x="7223375" y="3739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4" name="Freeform 41163">
                <a:extLst>
                  <a:ext uri="{FF2B5EF4-FFF2-40B4-BE49-F238E27FC236}">
                    <a16:creationId xmlns:a16="http://schemas.microsoft.com/office/drawing/2014/main" id="{D1413E79-CED8-14EE-B146-F4BC866D3FF5}"/>
                  </a:ext>
                </a:extLst>
              </p:cNvPr>
              <p:cNvSpPr/>
              <p:nvPr/>
            </p:nvSpPr>
            <p:spPr>
              <a:xfrm>
                <a:off x="7223871" y="3639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5" name="Freeform 41164">
                <a:extLst>
                  <a:ext uri="{FF2B5EF4-FFF2-40B4-BE49-F238E27FC236}">
                    <a16:creationId xmlns:a16="http://schemas.microsoft.com/office/drawing/2014/main" id="{032E932A-0DCF-F7F7-38C4-15F95BD05318}"/>
                  </a:ext>
                </a:extLst>
              </p:cNvPr>
              <p:cNvSpPr/>
              <p:nvPr/>
            </p:nvSpPr>
            <p:spPr>
              <a:xfrm>
                <a:off x="7224367" y="3414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6" name="Freeform 41165">
                <a:extLst>
                  <a:ext uri="{FF2B5EF4-FFF2-40B4-BE49-F238E27FC236}">
                    <a16:creationId xmlns:a16="http://schemas.microsoft.com/office/drawing/2014/main" id="{91DE423C-E35A-813B-900E-3597DC11A444}"/>
                  </a:ext>
                </a:extLst>
              </p:cNvPr>
              <p:cNvSpPr/>
              <p:nvPr/>
            </p:nvSpPr>
            <p:spPr>
              <a:xfrm>
                <a:off x="7224963" y="3334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7" name="Freeform 41166">
                <a:extLst>
                  <a:ext uri="{FF2B5EF4-FFF2-40B4-BE49-F238E27FC236}">
                    <a16:creationId xmlns:a16="http://schemas.microsoft.com/office/drawing/2014/main" id="{3F50A94D-88E1-C92F-0E20-AC865A8DF76E}"/>
                  </a:ext>
                </a:extLst>
              </p:cNvPr>
              <p:cNvSpPr/>
              <p:nvPr/>
            </p:nvSpPr>
            <p:spPr>
              <a:xfrm>
                <a:off x="7225459" y="3316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8" name="Freeform 41167">
                <a:extLst>
                  <a:ext uri="{FF2B5EF4-FFF2-40B4-BE49-F238E27FC236}">
                    <a16:creationId xmlns:a16="http://schemas.microsoft.com/office/drawing/2014/main" id="{4622A997-209B-9F01-3755-07EE40EDA5CB}"/>
                  </a:ext>
                </a:extLst>
              </p:cNvPr>
              <p:cNvSpPr/>
              <p:nvPr/>
            </p:nvSpPr>
            <p:spPr>
              <a:xfrm>
                <a:off x="7225955" y="3310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69" name="Freeform 41168">
                <a:extLst>
                  <a:ext uri="{FF2B5EF4-FFF2-40B4-BE49-F238E27FC236}">
                    <a16:creationId xmlns:a16="http://schemas.microsoft.com/office/drawing/2014/main" id="{DB395D40-930B-5688-5E5C-AA066EBC86EF}"/>
                  </a:ext>
                </a:extLst>
              </p:cNvPr>
              <p:cNvSpPr/>
              <p:nvPr/>
            </p:nvSpPr>
            <p:spPr>
              <a:xfrm>
                <a:off x="7226550" y="3319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0" name="Freeform 41169">
                <a:extLst>
                  <a:ext uri="{FF2B5EF4-FFF2-40B4-BE49-F238E27FC236}">
                    <a16:creationId xmlns:a16="http://schemas.microsoft.com/office/drawing/2014/main" id="{EFDBA503-7335-4C0D-BDDE-9AD7BBE3CA2D}"/>
                  </a:ext>
                </a:extLst>
              </p:cNvPr>
              <p:cNvSpPr/>
              <p:nvPr/>
            </p:nvSpPr>
            <p:spPr>
              <a:xfrm>
                <a:off x="7227046" y="3289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1" name="Freeform 41170">
                <a:extLst>
                  <a:ext uri="{FF2B5EF4-FFF2-40B4-BE49-F238E27FC236}">
                    <a16:creationId xmlns:a16="http://schemas.microsoft.com/office/drawing/2014/main" id="{3320E58D-BD22-9853-81FC-F67F9EDA59DE}"/>
                  </a:ext>
                </a:extLst>
              </p:cNvPr>
              <p:cNvSpPr/>
              <p:nvPr/>
            </p:nvSpPr>
            <p:spPr>
              <a:xfrm>
                <a:off x="7227542" y="3277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2" name="Freeform 41171">
                <a:extLst>
                  <a:ext uri="{FF2B5EF4-FFF2-40B4-BE49-F238E27FC236}">
                    <a16:creationId xmlns:a16="http://schemas.microsoft.com/office/drawing/2014/main" id="{0B86A905-1BE9-F1AB-F343-07F61917DCB6}"/>
                  </a:ext>
                </a:extLst>
              </p:cNvPr>
              <p:cNvSpPr/>
              <p:nvPr/>
            </p:nvSpPr>
            <p:spPr>
              <a:xfrm>
                <a:off x="7228138" y="32313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3" name="Freeform 41172">
                <a:extLst>
                  <a:ext uri="{FF2B5EF4-FFF2-40B4-BE49-F238E27FC236}">
                    <a16:creationId xmlns:a16="http://schemas.microsoft.com/office/drawing/2014/main" id="{94A98DD4-BFB3-9EFF-24F2-AD721235C7DC}"/>
                  </a:ext>
                </a:extLst>
              </p:cNvPr>
              <p:cNvSpPr/>
              <p:nvPr/>
            </p:nvSpPr>
            <p:spPr>
              <a:xfrm>
                <a:off x="7228634" y="3208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4" name="Freeform 41173">
                <a:extLst>
                  <a:ext uri="{FF2B5EF4-FFF2-40B4-BE49-F238E27FC236}">
                    <a16:creationId xmlns:a16="http://schemas.microsoft.com/office/drawing/2014/main" id="{E862DE6C-D232-4F4A-5C36-50544375B5F8}"/>
                  </a:ext>
                </a:extLst>
              </p:cNvPr>
              <p:cNvSpPr/>
              <p:nvPr/>
            </p:nvSpPr>
            <p:spPr>
              <a:xfrm>
                <a:off x="7229130" y="3160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5" name="Freeform 41174">
                <a:extLst>
                  <a:ext uri="{FF2B5EF4-FFF2-40B4-BE49-F238E27FC236}">
                    <a16:creationId xmlns:a16="http://schemas.microsoft.com/office/drawing/2014/main" id="{C234C28A-682C-7AEC-E66C-F338854AE10B}"/>
                  </a:ext>
                </a:extLst>
              </p:cNvPr>
              <p:cNvSpPr/>
              <p:nvPr/>
            </p:nvSpPr>
            <p:spPr>
              <a:xfrm>
                <a:off x="7229626" y="3120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6" name="Freeform 41175">
                <a:extLst>
                  <a:ext uri="{FF2B5EF4-FFF2-40B4-BE49-F238E27FC236}">
                    <a16:creationId xmlns:a16="http://schemas.microsoft.com/office/drawing/2014/main" id="{DFD8697B-E081-DF21-0BA6-D39B84D8F061}"/>
                  </a:ext>
                </a:extLst>
              </p:cNvPr>
              <p:cNvSpPr/>
              <p:nvPr/>
            </p:nvSpPr>
            <p:spPr>
              <a:xfrm>
                <a:off x="7230221" y="3070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7" name="Freeform 41176">
                <a:extLst>
                  <a:ext uri="{FF2B5EF4-FFF2-40B4-BE49-F238E27FC236}">
                    <a16:creationId xmlns:a16="http://schemas.microsoft.com/office/drawing/2014/main" id="{2888CB24-565E-68A9-7C5E-C3EAA3A56510}"/>
                  </a:ext>
                </a:extLst>
              </p:cNvPr>
              <p:cNvSpPr/>
              <p:nvPr/>
            </p:nvSpPr>
            <p:spPr>
              <a:xfrm>
                <a:off x="7230717" y="3103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8" name="Freeform 41177">
                <a:extLst>
                  <a:ext uri="{FF2B5EF4-FFF2-40B4-BE49-F238E27FC236}">
                    <a16:creationId xmlns:a16="http://schemas.microsoft.com/office/drawing/2014/main" id="{C14A5311-87D2-14C8-F2F5-DD77C6D4268B}"/>
                  </a:ext>
                </a:extLst>
              </p:cNvPr>
              <p:cNvSpPr/>
              <p:nvPr/>
            </p:nvSpPr>
            <p:spPr>
              <a:xfrm>
                <a:off x="7231213" y="3337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79" name="Freeform 41178">
                <a:extLst>
                  <a:ext uri="{FF2B5EF4-FFF2-40B4-BE49-F238E27FC236}">
                    <a16:creationId xmlns:a16="http://schemas.microsoft.com/office/drawing/2014/main" id="{C22D7C3C-AC2C-42C8-0FE9-7D138992C064}"/>
                  </a:ext>
                </a:extLst>
              </p:cNvPr>
              <p:cNvSpPr/>
              <p:nvPr/>
            </p:nvSpPr>
            <p:spPr>
              <a:xfrm>
                <a:off x="7231809" y="3801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0" name="Freeform 41179">
                <a:extLst>
                  <a:ext uri="{FF2B5EF4-FFF2-40B4-BE49-F238E27FC236}">
                    <a16:creationId xmlns:a16="http://schemas.microsoft.com/office/drawing/2014/main" id="{1960F233-035C-8A29-A2D5-A78550377F40}"/>
                  </a:ext>
                </a:extLst>
              </p:cNvPr>
              <p:cNvSpPr/>
              <p:nvPr/>
            </p:nvSpPr>
            <p:spPr>
              <a:xfrm>
                <a:off x="7232305" y="3890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1" name="Freeform 41180">
                <a:extLst>
                  <a:ext uri="{FF2B5EF4-FFF2-40B4-BE49-F238E27FC236}">
                    <a16:creationId xmlns:a16="http://schemas.microsoft.com/office/drawing/2014/main" id="{0E526B61-E145-260E-B22C-B7887E7C181B}"/>
                  </a:ext>
                </a:extLst>
              </p:cNvPr>
              <p:cNvSpPr/>
              <p:nvPr/>
            </p:nvSpPr>
            <p:spPr>
              <a:xfrm>
                <a:off x="7232801" y="3913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2" name="Freeform 41181">
                <a:extLst>
                  <a:ext uri="{FF2B5EF4-FFF2-40B4-BE49-F238E27FC236}">
                    <a16:creationId xmlns:a16="http://schemas.microsoft.com/office/drawing/2014/main" id="{C4CDCA84-2DC8-31BB-F0F5-3A5C4211C34F}"/>
                  </a:ext>
                </a:extLst>
              </p:cNvPr>
              <p:cNvSpPr/>
              <p:nvPr/>
            </p:nvSpPr>
            <p:spPr>
              <a:xfrm>
                <a:off x="7233396" y="39263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3" name="Freeform 41182">
                <a:extLst>
                  <a:ext uri="{FF2B5EF4-FFF2-40B4-BE49-F238E27FC236}">
                    <a16:creationId xmlns:a16="http://schemas.microsoft.com/office/drawing/2014/main" id="{413E9DF3-951A-3782-B666-5182DCB713D4}"/>
                  </a:ext>
                </a:extLst>
              </p:cNvPr>
              <p:cNvSpPr/>
              <p:nvPr/>
            </p:nvSpPr>
            <p:spPr>
              <a:xfrm>
                <a:off x="7233892" y="3922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4" name="Freeform 41183">
                <a:extLst>
                  <a:ext uri="{FF2B5EF4-FFF2-40B4-BE49-F238E27FC236}">
                    <a16:creationId xmlns:a16="http://schemas.microsoft.com/office/drawing/2014/main" id="{09E629C4-AB65-87D2-E8A7-12AC9A49CE49}"/>
                  </a:ext>
                </a:extLst>
              </p:cNvPr>
              <p:cNvSpPr/>
              <p:nvPr/>
            </p:nvSpPr>
            <p:spPr>
              <a:xfrm>
                <a:off x="7234388" y="3918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5" name="Freeform 41184">
                <a:extLst>
                  <a:ext uri="{FF2B5EF4-FFF2-40B4-BE49-F238E27FC236}">
                    <a16:creationId xmlns:a16="http://schemas.microsoft.com/office/drawing/2014/main" id="{3A78475D-CF87-B0E3-A3F0-5E9662A950A2}"/>
                  </a:ext>
                </a:extLst>
              </p:cNvPr>
              <p:cNvSpPr/>
              <p:nvPr/>
            </p:nvSpPr>
            <p:spPr>
              <a:xfrm>
                <a:off x="7234984" y="391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6" name="Freeform 41185">
                <a:extLst>
                  <a:ext uri="{FF2B5EF4-FFF2-40B4-BE49-F238E27FC236}">
                    <a16:creationId xmlns:a16="http://schemas.microsoft.com/office/drawing/2014/main" id="{4E6A1BD5-DCD1-252D-71D7-2F95F3C347BE}"/>
                  </a:ext>
                </a:extLst>
              </p:cNvPr>
              <p:cNvSpPr/>
              <p:nvPr/>
            </p:nvSpPr>
            <p:spPr>
              <a:xfrm>
                <a:off x="7235480" y="3896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7" name="Freeform 41186">
                <a:extLst>
                  <a:ext uri="{FF2B5EF4-FFF2-40B4-BE49-F238E27FC236}">
                    <a16:creationId xmlns:a16="http://schemas.microsoft.com/office/drawing/2014/main" id="{2E55369A-C414-95D1-BD2A-7E447CA59E65}"/>
                  </a:ext>
                </a:extLst>
              </p:cNvPr>
              <p:cNvSpPr/>
              <p:nvPr/>
            </p:nvSpPr>
            <p:spPr>
              <a:xfrm>
                <a:off x="7235976" y="3868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8" name="Freeform 41187">
                <a:extLst>
                  <a:ext uri="{FF2B5EF4-FFF2-40B4-BE49-F238E27FC236}">
                    <a16:creationId xmlns:a16="http://schemas.microsoft.com/office/drawing/2014/main" id="{88C6D3EC-E27C-D2B0-6844-C91074458A0A}"/>
                  </a:ext>
                </a:extLst>
              </p:cNvPr>
              <p:cNvSpPr/>
              <p:nvPr/>
            </p:nvSpPr>
            <p:spPr>
              <a:xfrm>
                <a:off x="7236571" y="3765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89" name="Freeform 41188">
                <a:extLst>
                  <a:ext uri="{FF2B5EF4-FFF2-40B4-BE49-F238E27FC236}">
                    <a16:creationId xmlns:a16="http://schemas.microsoft.com/office/drawing/2014/main" id="{DBA30F31-35C9-0AD0-0649-D595FDE602E3}"/>
                  </a:ext>
                </a:extLst>
              </p:cNvPr>
              <p:cNvSpPr/>
              <p:nvPr/>
            </p:nvSpPr>
            <p:spPr>
              <a:xfrm>
                <a:off x="7237067" y="360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0" name="Freeform 41189">
                <a:extLst>
                  <a:ext uri="{FF2B5EF4-FFF2-40B4-BE49-F238E27FC236}">
                    <a16:creationId xmlns:a16="http://schemas.microsoft.com/office/drawing/2014/main" id="{A444E657-20A3-93B9-073D-B0705BE2338E}"/>
                  </a:ext>
                </a:extLst>
              </p:cNvPr>
              <p:cNvSpPr/>
              <p:nvPr/>
            </p:nvSpPr>
            <p:spPr>
              <a:xfrm>
                <a:off x="7237563" y="3463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1" name="Freeform 41190">
                <a:extLst>
                  <a:ext uri="{FF2B5EF4-FFF2-40B4-BE49-F238E27FC236}">
                    <a16:creationId xmlns:a16="http://schemas.microsoft.com/office/drawing/2014/main" id="{13EB60AA-E06C-B201-0FF3-E1057744FBAF}"/>
                  </a:ext>
                </a:extLst>
              </p:cNvPr>
              <p:cNvSpPr/>
              <p:nvPr/>
            </p:nvSpPr>
            <p:spPr>
              <a:xfrm>
                <a:off x="7238159" y="34427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2" name="Freeform 41191">
                <a:extLst>
                  <a:ext uri="{FF2B5EF4-FFF2-40B4-BE49-F238E27FC236}">
                    <a16:creationId xmlns:a16="http://schemas.microsoft.com/office/drawing/2014/main" id="{D6D5766C-7702-C26D-7B5B-B37028F156CC}"/>
                  </a:ext>
                </a:extLst>
              </p:cNvPr>
              <p:cNvSpPr/>
              <p:nvPr/>
            </p:nvSpPr>
            <p:spPr>
              <a:xfrm>
                <a:off x="7238655" y="344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3" name="Freeform 41192">
                <a:extLst>
                  <a:ext uri="{FF2B5EF4-FFF2-40B4-BE49-F238E27FC236}">
                    <a16:creationId xmlns:a16="http://schemas.microsoft.com/office/drawing/2014/main" id="{CA92E222-5C99-6F0C-EAE3-740045BB3DFD}"/>
                  </a:ext>
                </a:extLst>
              </p:cNvPr>
              <p:cNvSpPr/>
              <p:nvPr/>
            </p:nvSpPr>
            <p:spPr>
              <a:xfrm>
                <a:off x="7239151" y="3458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4" name="Freeform 41193">
                <a:extLst>
                  <a:ext uri="{FF2B5EF4-FFF2-40B4-BE49-F238E27FC236}">
                    <a16:creationId xmlns:a16="http://schemas.microsoft.com/office/drawing/2014/main" id="{AD6D7C89-C693-5C96-412E-CB8FE979D104}"/>
                  </a:ext>
                </a:extLst>
              </p:cNvPr>
              <p:cNvSpPr/>
              <p:nvPr/>
            </p:nvSpPr>
            <p:spPr>
              <a:xfrm>
                <a:off x="7239746" y="3405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5" name="Freeform 41194">
                <a:extLst>
                  <a:ext uri="{FF2B5EF4-FFF2-40B4-BE49-F238E27FC236}">
                    <a16:creationId xmlns:a16="http://schemas.microsoft.com/office/drawing/2014/main" id="{23A4278B-1E1A-848D-F846-AE73758D4BAB}"/>
                  </a:ext>
                </a:extLst>
              </p:cNvPr>
              <p:cNvSpPr/>
              <p:nvPr/>
            </p:nvSpPr>
            <p:spPr>
              <a:xfrm>
                <a:off x="7240242" y="3415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6" name="Freeform 41195">
                <a:extLst>
                  <a:ext uri="{FF2B5EF4-FFF2-40B4-BE49-F238E27FC236}">
                    <a16:creationId xmlns:a16="http://schemas.microsoft.com/office/drawing/2014/main" id="{D0B16889-0DBD-D662-DB9F-D7DB049F62FC}"/>
                  </a:ext>
                </a:extLst>
              </p:cNvPr>
              <p:cNvSpPr/>
              <p:nvPr/>
            </p:nvSpPr>
            <p:spPr>
              <a:xfrm>
                <a:off x="7240738" y="3416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7" name="Freeform 41196">
                <a:extLst>
                  <a:ext uri="{FF2B5EF4-FFF2-40B4-BE49-F238E27FC236}">
                    <a16:creationId xmlns:a16="http://schemas.microsoft.com/office/drawing/2014/main" id="{766E23D3-4DB6-CC5A-F566-504E795AD62A}"/>
                  </a:ext>
                </a:extLst>
              </p:cNvPr>
              <p:cNvSpPr/>
              <p:nvPr/>
            </p:nvSpPr>
            <p:spPr>
              <a:xfrm>
                <a:off x="7241334" y="3370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8" name="Freeform 41197">
                <a:extLst>
                  <a:ext uri="{FF2B5EF4-FFF2-40B4-BE49-F238E27FC236}">
                    <a16:creationId xmlns:a16="http://schemas.microsoft.com/office/drawing/2014/main" id="{A8586D7E-A560-A2F0-9B77-CB59BE7C60DD}"/>
                  </a:ext>
                </a:extLst>
              </p:cNvPr>
              <p:cNvSpPr/>
              <p:nvPr/>
            </p:nvSpPr>
            <p:spPr>
              <a:xfrm>
                <a:off x="7241830" y="333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99" name="Freeform 41198">
                <a:extLst>
                  <a:ext uri="{FF2B5EF4-FFF2-40B4-BE49-F238E27FC236}">
                    <a16:creationId xmlns:a16="http://schemas.microsoft.com/office/drawing/2014/main" id="{62D423C5-C413-3822-E20C-F74E526FB283}"/>
                  </a:ext>
                </a:extLst>
              </p:cNvPr>
              <p:cNvSpPr/>
              <p:nvPr/>
            </p:nvSpPr>
            <p:spPr>
              <a:xfrm>
                <a:off x="7242326" y="3306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0" name="Freeform 41199">
                <a:extLst>
                  <a:ext uri="{FF2B5EF4-FFF2-40B4-BE49-F238E27FC236}">
                    <a16:creationId xmlns:a16="http://schemas.microsoft.com/office/drawing/2014/main" id="{C4DB4FEB-9961-2C92-8327-3A1120B9FC05}"/>
                  </a:ext>
                </a:extLst>
              </p:cNvPr>
              <p:cNvSpPr/>
              <p:nvPr/>
            </p:nvSpPr>
            <p:spPr>
              <a:xfrm>
                <a:off x="7242822" y="3289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1" name="Freeform 41200">
                <a:extLst>
                  <a:ext uri="{FF2B5EF4-FFF2-40B4-BE49-F238E27FC236}">
                    <a16:creationId xmlns:a16="http://schemas.microsoft.com/office/drawing/2014/main" id="{2F83BC51-E01F-912A-0266-A2AA2E4B7529}"/>
                  </a:ext>
                </a:extLst>
              </p:cNvPr>
              <p:cNvSpPr/>
              <p:nvPr/>
            </p:nvSpPr>
            <p:spPr>
              <a:xfrm>
                <a:off x="7243417" y="32881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2" name="Freeform 41201">
                <a:extLst>
                  <a:ext uri="{FF2B5EF4-FFF2-40B4-BE49-F238E27FC236}">
                    <a16:creationId xmlns:a16="http://schemas.microsoft.com/office/drawing/2014/main" id="{A182D7D6-E3B2-A6B0-8CE7-B368273A6797}"/>
                  </a:ext>
                </a:extLst>
              </p:cNvPr>
              <p:cNvSpPr/>
              <p:nvPr/>
            </p:nvSpPr>
            <p:spPr>
              <a:xfrm>
                <a:off x="7243913" y="3350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3" name="Freeform 41202">
                <a:extLst>
                  <a:ext uri="{FF2B5EF4-FFF2-40B4-BE49-F238E27FC236}">
                    <a16:creationId xmlns:a16="http://schemas.microsoft.com/office/drawing/2014/main" id="{42B59E51-67F5-E84A-BAD0-AC3664C87FC3}"/>
                  </a:ext>
                </a:extLst>
              </p:cNvPr>
              <p:cNvSpPr/>
              <p:nvPr/>
            </p:nvSpPr>
            <p:spPr>
              <a:xfrm>
                <a:off x="7244409" y="3804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4" name="Freeform 41203">
                <a:extLst>
                  <a:ext uri="{FF2B5EF4-FFF2-40B4-BE49-F238E27FC236}">
                    <a16:creationId xmlns:a16="http://schemas.microsoft.com/office/drawing/2014/main" id="{DDDB65BF-64E1-F790-9877-98C8D6D9D728}"/>
                  </a:ext>
                </a:extLst>
              </p:cNvPr>
              <p:cNvSpPr/>
              <p:nvPr/>
            </p:nvSpPr>
            <p:spPr>
              <a:xfrm>
                <a:off x="7245005" y="3889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5" name="Freeform 41204">
                <a:extLst>
                  <a:ext uri="{FF2B5EF4-FFF2-40B4-BE49-F238E27FC236}">
                    <a16:creationId xmlns:a16="http://schemas.microsoft.com/office/drawing/2014/main" id="{CEA51A2A-4DEA-2DCE-26B3-370C33A55562}"/>
                  </a:ext>
                </a:extLst>
              </p:cNvPr>
              <p:cNvSpPr/>
              <p:nvPr/>
            </p:nvSpPr>
            <p:spPr>
              <a:xfrm>
                <a:off x="7245501" y="3920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6" name="Freeform 41205">
                <a:extLst>
                  <a:ext uri="{FF2B5EF4-FFF2-40B4-BE49-F238E27FC236}">
                    <a16:creationId xmlns:a16="http://schemas.microsoft.com/office/drawing/2014/main" id="{22D654C9-9767-E0E0-D4A9-217271B77554}"/>
                  </a:ext>
                </a:extLst>
              </p:cNvPr>
              <p:cNvSpPr/>
              <p:nvPr/>
            </p:nvSpPr>
            <p:spPr>
              <a:xfrm>
                <a:off x="7245997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7" name="Freeform 41206">
                <a:extLst>
                  <a:ext uri="{FF2B5EF4-FFF2-40B4-BE49-F238E27FC236}">
                    <a16:creationId xmlns:a16="http://schemas.microsoft.com/office/drawing/2014/main" id="{498CF0B0-414B-0A7E-DECA-7AA640B23474}"/>
                  </a:ext>
                </a:extLst>
              </p:cNvPr>
              <p:cNvSpPr/>
              <p:nvPr/>
            </p:nvSpPr>
            <p:spPr>
              <a:xfrm>
                <a:off x="7246592" y="3914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8" name="Freeform 41207">
                <a:extLst>
                  <a:ext uri="{FF2B5EF4-FFF2-40B4-BE49-F238E27FC236}">
                    <a16:creationId xmlns:a16="http://schemas.microsoft.com/office/drawing/2014/main" id="{D27DE10C-B5C5-71B0-137D-CE1803682F72}"/>
                  </a:ext>
                </a:extLst>
              </p:cNvPr>
              <p:cNvSpPr/>
              <p:nvPr/>
            </p:nvSpPr>
            <p:spPr>
              <a:xfrm>
                <a:off x="7247088" y="3907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09" name="Freeform 41208">
                <a:extLst>
                  <a:ext uri="{FF2B5EF4-FFF2-40B4-BE49-F238E27FC236}">
                    <a16:creationId xmlns:a16="http://schemas.microsoft.com/office/drawing/2014/main" id="{D0AEB79C-9643-5B69-40DA-6334DAE7F259}"/>
                  </a:ext>
                </a:extLst>
              </p:cNvPr>
              <p:cNvSpPr/>
              <p:nvPr/>
            </p:nvSpPr>
            <p:spPr>
              <a:xfrm>
                <a:off x="7247584" y="3902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0" name="Freeform 41209">
                <a:extLst>
                  <a:ext uri="{FF2B5EF4-FFF2-40B4-BE49-F238E27FC236}">
                    <a16:creationId xmlns:a16="http://schemas.microsoft.com/office/drawing/2014/main" id="{89CA9BCC-B30E-62BB-252F-5E013565F269}"/>
                  </a:ext>
                </a:extLst>
              </p:cNvPr>
              <p:cNvSpPr/>
              <p:nvPr/>
            </p:nvSpPr>
            <p:spPr>
              <a:xfrm>
                <a:off x="7248180" y="390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1" name="Freeform 41210">
                <a:extLst>
                  <a:ext uri="{FF2B5EF4-FFF2-40B4-BE49-F238E27FC236}">
                    <a16:creationId xmlns:a16="http://schemas.microsoft.com/office/drawing/2014/main" id="{2BA956E6-FAB5-011E-5ACF-46488AEF69A0}"/>
                  </a:ext>
                </a:extLst>
              </p:cNvPr>
              <p:cNvSpPr/>
              <p:nvPr/>
            </p:nvSpPr>
            <p:spPr>
              <a:xfrm>
                <a:off x="7248676" y="3906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2" name="Freeform 41211">
                <a:extLst>
                  <a:ext uri="{FF2B5EF4-FFF2-40B4-BE49-F238E27FC236}">
                    <a16:creationId xmlns:a16="http://schemas.microsoft.com/office/drawing/2014/main" id="{5779840C-DC87-DED8-B51C-FD77F2C0775F}"/>
                  </a:ext>
                </a:extLst>
              </p:cNvPr>
              <p:cNvSpPr/>
              <p:nvPr/>
            </p:nvSpPr>
            <p:spPr>
              <a:xfrm>
                <a:off x="7249172" y="3865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3" name="Freeform 41212">
                <a:extLst>
                  <a:ext uri="{FF2B5EF4-FFF2-40B4-BE49-F238E27FC236}">
                    <a16:creationId xmlns:a16="http://schemas.microsoft.com/office/drawing/2014/main" id="{501DC683-B6D7-839E-761C-6D6971B32FBC}"/>
                  </a:ext>
                </a:extLst>
              </p:cNvPr>
              <p:cNvSpPr/>
              <p:nvPr/>
            </p:nvSpPr>
            <p:spPr>
              <a:xfrm>
                <a:off x="7249767" y="3519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4" name="Freeform 41213">
                <a:extLst>
                  <a:ext uri="{FF2B5EF4-FFF2-40B4-BE49-F238E27FC236}">
                    <a16:creationId xmlns:a16="http://schemas.microsoft.com/office/drawing/2014/main" id="{0893A10D-F3F9-6EC8-B098-E92EC3DE4166}"/>
                  </a:ext>
                </a:extLst>
              </p:cNvPr>
              <p:cNvSpPr/>
              <p:nvPr/>
            </p:nvSpPr>
            <p:spPr>
              <a:xfrm>
                <a:off x="7250263" y="3388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5" name="Freeform 41214">
                <a:extLst>
                  <a:ext uri="{FF2B5EF4-FFF2-40B4-BE49-F238E27FC236}">
                    <a16:creationId xmlns:a16="http://schemas.microsoft.com/office/drawing/2014/main" id="{73DE224D-0E2A-671A-2438-0A12EAE8F2A5}"/>
                  </a:ext>
                </a:extLst>
              </p:cNvPr>
              <p:cNvSpPr/>
              <p:nvPr/>
            </p:nvSpPr>
            <p:spPr>
              <a:xfrm>
                <a:off x="7250759" y="3377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6" name="Freeform 41215">
                <a:extLst>
                  <a:ext uri="{FF2B5EF4-FFF2-40B4-BE49-F238E27FC236}">
                    <a16:creationId xmlns:a16="http://schemas.microsoft.com/office/drawing/2014/main" id="{AB5746B1-29EC-F908-CB0F-6E49347A5C5F}"/>
                  </a:ext>
                </a:extLst>
              </p:cNvPr>
              <p:cNvSpPr/>
              <p:nvPr/>
            </p:nvSpPr>
            <p:spPr>
              <a:xfrm>
                <a:off x="7251355" y="3383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7" name="Freeform 41216">
                <a:extLst>
                  <a:ext uri="{FF2B5EF4-FFF2-40B4-BE49-F238E27FC236}">
                    <a16:creationId xmlns:a16="http://schemas.microsoft.com/office/drawing/2014/main" id="{8C1131CE-A0FB-EB5A-5783-A494CFDC7384}"/>
                  </a:ext>
                </a:extLst>
              </p:cNvPr>
              <p:cNvSpPr/>
              <p:nvPr/>
            </p:nvSpPr>
            <p:spPr>
              <a:xfrm>
                <a:off x="7251851" y="3386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8" name="Freeform 41217">
                <a:extLst>
                  <a:ext uri="{FF2B5EF4-FFF2-40B4-BE49-F238E27FC236}">
                    <a16:creationId xmlns:a16="http://schemas.microsoft.com/office/drawing/2014/main" id="{28E60947-7B1B-FA1D-874B-366121E0B035}"/>
                  </a:ext>
                </a:extLst>
              </p:cNvPr>
              <p:cNvSpPr/>
              <p:nvPr/>
            </p:nvSpPr>
            <p:spPr>
              <a:xfrm>
                <a:off x="7252347" y="3382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19" name="Freeform 41218">
                <a:extLst>
                  <a:ext uri="{FF2B5EF4-FFF2-40B4-BE49-F238E27FC236}">
                    <a16:creationId xmlns:a16="http://schemas.microsoft.com/office/drawing/2014/main" id="{142FA5CB-DD61-6675-8C31-D078346AD31B}"/>
                  </a:ext>
                </a:extLst>
              </p:cNvPr>
              <p:cNvSpPr/>
              <p:nvPr/>
            </p:nvSpPr>
            <p:spPr>
              <a:xfrm>
                <a:off x="7252942" y="3343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0" name="Freeform 41219">
                <a:extLst>
                  <a:ext uri="{FF2B5EF4-FFF2-40B4-BE49-F238E27FC236}">
                    <a16:creationId xmlns:a16="http://schemas.microsoft.com/office/drawing/2014/main" id="{F73EC74C-B3BD-F701-60C8-AD96C8F50CD1}"/>
                  </a:ext>
                </a:extLst>
              </p:cNvPr>
              <p:cNvSpPr/>
              <p:nvPr/>
            </p:nvSpPr>
            <p:spPr>
              <a:xfrm>
                <a:off x="7253438" y="3300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1" name="Freeform 41220">
                <a:extLst>
                  <a:ext uri="{FF2B5EF4-FFF2-40B4-BE49-F238E27FC236}">
                    <a16:creationId xmlns:a16="http://schemas.microsoft.com/office/drawing/2014/main" id="{F680BD5F-958E-AA4A-7DCB-647983812FA0}"/>
                  </a:ext>
                </a:extLst>
              </p:cNvPr>
              <p:cNvSpPr/>
              <p:nvPr/>
            </p:nvSpPr>
            <p:spPr>
              <a:xfrm>
                <a:off x="7253934" y="3226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2" name="Freeform 41221">
                <a:extLst>
                  <a:ext uri="{FF2B5EF4-FFF2-40B4-BE49-F238E27FC236}">
                    <a16:creationId xmlns:a16="http://schemas.microsoft.com/office/drawing/2014/main" id="{9A1B8491-08B7-6EA1-D92C-5DB14623B2BB}"/>
                  </a:ext>
                </a:extLst>
              </p:cNvPr>
              <p:cNvSpPr/>
              <p:nvPr/>
            </p:nvSpPr>
            <p:spPr>
              <a:xfrm>
                <a:off x="7254430" y="3170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3" name="Freeform 41222">
                <a:extLst>
                  <a:ext uri="{FF2B5EF4-FFF2-40B4-BE49-F238E27FC236}">
                    <a16:creationId xmlns:a16="http://schemas.microsoft.com/office/drawing/2014/main" id="{1DA37267-5BFC-3106-FB66-97234C2FBD73}"/>
                  </a:ext>
                </a:extLst>
              </p:cNvPr>
              <p:cNvSpPr/>
              <p:nvPr/>
            </p:nvSpPr>
            <p:spPr>
              <a:xfrm>
                <a:off x="7255026" y="3147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4" name="Freeform 41223">
                <a:extLst>
                  <a:ext uri="{FF2B5EF4-FFF2-40B4-BE49-F238E27FC236}">
                    <a16:creationId xmlns:a16="http://schemas.microsoft.com/office/drawing/2014/main" id="{50E9C69D-643A-8202-A3EC-3B94DCB9931C}"/>
                  </a:ext>
                </a:extLst>
              </p:cNvPr>
              <p:cNvSpPr/>
              <p:nvPr/>
            </p:nvSpPr>
            <p:spPr>
              <a:xfrm>
                <a:off x="7255522" y="3119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5" name="Freeform 41224">
                <a:extLst>
                  <a:ext uri="{FF2B5EF4-FFF2-40B4-BE49-F238E27FC236}">
                    <a16:creationId xmlns:a16="http://schemas.microsoft.com/office/drawing/2014/main" id="{08F10F53-C13D-C824-6608-4594D45D8967}"/>
                  </a:ext>
                </a:extLst>
              </p:cNvPr>
              <p:cNvSpPr/>
              <p:nvPr/>
            </p:nvSpPr>
            <p:spPr>
              <a:xfrm>
                <a:off x="7256018" y="3122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6" name="Freeform 41225">
                <a:extLst>
                  <a:ext uri="{FF2B5EF4-FFF2-40B4-BE49-F238E27FC236}">
                    <a16:creationId xmlns:a16="http://schemas.microsoft.com/office/drawing/2014/main" id="{97AE824F-A67B-F06C-3DDB-BBADF1EDC6FF}"/>
                  </a:ext>
                </a:extLst>
              </p:cNvPr>
              <p:cNvSpPr/>
              <p:nvPr/>
            </p:nvSpPr>
            <p:spPr>
              <a:xfrm>
                <a:off x="7256613" y="3170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7" name="Freeform 41226">
                <a:extLst>
                  <a:ext uri="{FF2B5EF4-FFF2-40B4-BE49-F238E27FC236}">
                    <a16:creationId xmlns:a16="http://schemas.microsoft.com/office/drawing/2014/main" id="{B4700FC6-7716-CD61-1D20-53214109B3B0}"/>
                  </a:ext>
                </a:extLst>
              </p:cNvPr>
              <p:cNvSpPr/>
              <p:nvPr/>
            </p:nvSpPr>
            <p:spPr>
              <a:xfrm>
                <a:off x="7257109" y="3687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8" name="Freeform 41227">
                <a:extLst>
                  <a:ext uri="{FF2B5EF4-FFF2-40B4-BE49-F238E27FC236}">
                    <a16:creationId xmlns:a16="http://schemas.microsoft.com/office/drawing/2014/main" id="{5D3AF9BF-0B50-3521-9B1B-92A270D589FE}"/>
                  </a:ext>
                </a:extLst>
              </p:cNvPr>
              <p:cNvSpPr/>
              <p:nvPr/>
            </p:nvSpPr>
            <p:spPr>
              <a:xfrm>
                <a:off x="7257605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29" name="Freeform 41228">
                <a:extLst>
                  <a:ext uri="{FF2B5EF4-FFF2-40B4-BE49-F238E27FC236}">
                    <a16:creationId xmlns:a16="http://schemas.microsoft.com/office/drawing/2014/main" id="{3D0EE685-9BEF-673A-2B4D-645B031E4892}"/>
                  </a:ext>
                </a:extLst>
              </p:cNvPr>
              <p:cNvSpPr/>
              <p:nvPr/>
            </p:nvSpPr>
            <p:spPr>
              <a:xfrm>
                <a:off x="7258201" y="3828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0" name="Freeform 41229">
                <a:extLst>
                  <a:ext uri="{FF2B5EF4-FFF2-40B4-BE49-F238E27FC236}">
                    <a16:creationId xmlns:a16="http://schemas.microsoft.com/office/drawing/2014/main" id="{070CF4A0-7A8A-2E5C-5ECA-EB0C2B37FDE1}"/>
                  </a:ext>
                </a:extLst>
              </p:cNvPr>
              <p:cNvSpPr/>
              <p:nvPr/>
            </p:nvSpPr>
            <p:spPr>
              <a:xfrm>
                <a:off x="7258697" y="3820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1" name="Freeform 41230">
                <a:extLst>
                  <a:ext uri="{FF2B5EF4-FFF2-40B4-BE49-F238E27FC236}">
                    <a16:creationId xmlns:a16="http://schemas.microsoft.com/office/drawing/2014/main" id="{7F08B408-443C-443C-3A74-4A4709F2C04F}"/>
                  </a:ext>
                </a:extLst>
              </p:cNvPr>
              <p:cNvSpPr/>
              <p:nvPr/>
            </p:nvSpPr>
            <p:spPr>
              <a:xfrm>
                <a:off x="7259193" y="383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2" name="Freeform 41231">
                <a:extLst>
                  <a:ext uri="{FF2B5EF4-FFF2-40B4-BE49-F238E27FC236}">
                    <a16:creationId xmlns:a16="http://schemas.microsoft.com/office/drawing/2014/main" id="{802D80E4-0B80-9B6D-B018-CC219E0F5BFF}"/>
                  </a:ext>
                </a:extLst>
              </p:cNvPr>
              <p:cNvSpPr/>
              <p:nvPr/>
            </p:nvSpPr>
            <p:spPr>
              <a:xfrm>
                <a:off x="7259788" y="3821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3" name="Freeform 41232">
                <a:extLst>
                  <a:ext uri="{FF2B5EF4-FFF2-40B4-BE49-F238E27FC236}">
                    <a16:creationId xmlns:a16="http://schemas.microsoft.com/office/drawing/2014/main" id="{DE152338-0E0D-0FAE-1594-A6D0700A8BED}"/>
                  </a:ext>
                </a:extLst>
              </p:cNvPr>
              <p:cNvSpPr/>
              <p:nvPr/>
            </p:nvSpPr>
            <p:spPr>
              <a:xfrm>
                <a:off x="7260284" y="3807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4" name="Freeform 41233">
                <a:extLst>
                  <a:ext uri="{FF2B5EF4-FFF2-40B4-BE49-F238E27FC236}">
                    <a16:creationId xmlns:a16="http://schemas.microsoft.com/office/drawing/2014/main" id="{0AAA3FF5-FA21-3BE3-80A5-4F5DFCA84784}"/>
                  </a:ext>
                </a:extLst>
              </p:cNvPr>
              <p:cNvSpPr/>
              <p:nvPr/>
            </p:nvSpPr>
            <p:spPr>
              <a:xfrm>
                <a:off x="7260780" y="3816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5" name="Freeform 41234">
                <a:extLst>
                  <a:ext uri="{FF2B5EF4-FFF2-40B4-BE49-F238E27FC236}">
                    <a16:creationId xmlns:a16="http://schemas.microsoft.com/office/drawing/2014/main" id="{F7437C96-887C-0718-41F3-5A7A55F0ED13}"/>
                  </a:ext>
                </a:extLst>
              </p:cNvPr>
              <p:cNvSpPr/>
              <p:nvPr/>
            </p:nvSpPr>
            <p:spPr>
              <a:xfrm>
                <a:off x="7261376" y="3829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6" name="Freeform 41235">
                <a:extLst>
                  <a:ext uri="{FF2B5EF4-FFF2-40B4-BE49-F238E27FC236}">
                    <a16:creationId xmlns:a16="http://schemas.microsoft.com/office/drawing/2014/main" id="{A8BC3718-49AC-944E-8252-9CC404CDAAEE}"/>
                  </a:ext>
                </a:extLst>
              </p:cNvPr>
              <p:cNvSpPr/>
              <p:nvPr/>
            </p:nvSpPr>
            <p:spPr>
              <a:xfrm>
                <a:off x="7261872" y="3818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7" name="Freeform 41236">
                <a:extLst>
                  <a:ext uri="{FF2B5EF4-FFF2-40B4-BE49-F238E27FC236}">
                    <a16:creationId xmlns:a16="http://schemas.microsoft.com/office/drawing/2014/main" id="{5B0DE9BB-472B-BFEC-0AF5-7519C1FD9B98}"/>
                  </a:ext>
                </a:extLst>
              </p:cNvPr>
              <p:cNvSpPr/>
              <p:nvPr/>
            </p:nvSpPr>
            <p:spPr>
              <a:xfrm>
                <a:off x="7262368" y="3471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8" name="Freeform 41237">
                <a:extLst>
                  <a:ext uri="{FF2B5EF4-FFF2-40B4-BE49-F238E27FC236}">
                    <a16:creationId xmlns:a16="http://schemas.microsoft.com/office/drawing/2014/main" id="{80A9219E-B170-4E2F-7A80-6532834B7DF0}"/>
                  </a:ext>
                </a:extLst>
              </p:cNvPr>
              <p:cNvSpPr/>
              <p:nvPr/>
            </p:nvSpPr>
            <p:spPr>
              <a:xfrm>
                <a:off x="7262963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39" name="Freeform 41238">
                <a:extLst>
                  <a:ext uri="{FF2B5EF4-FFF2-40B4-BE49-F238E27FC236}">
                    <a16:creationId xmlns:a16="http://schemas.microsoft.com/office/drawing/2014/main" id="{83FAED72-5C99-F3A3-C63D-0A6B23A30919}"/>
                  </a:ext>
                </a:extLst>
              </p:cNvPr>
              <p:cNvSpPr/>
              <p:nvPr/>
            </p:nvSpPr>
            <p:spPr>
              <a:xfrm>
                <a:off x="7263459" y="3372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0" name="Freeform 41239">
                <a:extLst>
                  <a:ext uri="{FF2B5EF4-FFF2-40B4-BE49-F238E27FC236}">
                    <a16:creationId xmlns:a16="http://schemas.microsoft.com/office/drawing/2014/main" id="{CEA22665-76AA-86CE-94A3-1E66A42E2D6D}"/>
                  </a:ext>
                </a:extLst>
              </p:cNvPr>
              <p:cNvSpPr/>
              <p:nvPr/>
            </p:nvSpPr>
            <p:spPr>
              <a:xfrm>
                <a:off x="7263955" y="3367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1" name="Freeform 41240">
                <a:extLst>
                  <a:ext uri="{FF2B5EF4-FFF2-40B4-BE49-F238E27FC236}">
                    <a16:creationId xmlns:a16="http://schemas.microsoft.com/office/drawing/2014/main" id="{109A1BD9-9F2B-B3DF-4F2D-A092BF4FD728}"/>
                  </a:ext>
                </a:extLst>
              </p:cNvPr>
              <p:cNvSpPr/>
              <p:nvPr/>
            </p:nvSpPr>
            <p:spPr>
              <a:xfrm>
                <a:off x="7264551" y="3340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2" name="Freeform 41241">
                <a:extLst>
                  <a:ext uri="{FF2B5EF4-FFF2-40B4-BE49-F238E27FC236}">
                    <a16:creationId xmlns:a16="http://schemas.microsoft.com/office/drawing/2014/main" id="{E104A2CC-6D20-9AA0-F544-2E89D003F031}"/>
                  </a:ext>
                </a:extLst>
              </p:cNvPr>
              <p:cNvSpPr/>
              <p:nvPr/>
            </p:nvSpPr>
            <p:spPr>
              <a:xfrm>
                <a:off x="7265047" y="3306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3" name="Freeform 41242">
                <a:extLst>
                  <a:ext uri="{FF2B5EF4-FFF2-40B4-BE49-F238E27FC236}">
                    <a16:creationId xmlns:a16="http://schemas.microsoft.com/office/drawing/2014/main" id="{EEF41C5D-D710-B7ED-C2BF-9ED70458DAE1}"/>
                  </a:ext>
                </a:extLst>
              </p:cNvPr>
              <p:cNvSpPr/>
              <p:nvPr/>
            </p:nvSpPr>
            <p:spPr>
              <a:xfrm>
                <a:off x="7265543" y="3249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4" name="Freeform 41243">
                <a:extLst>
                  <a:ext uri="{FF2B5EF4-FFF2-40B4-BE49-F238E27FC236}">
                    <a16:creationId xmlns:a16="http://schemas.microsoft.com/office/drawing/2014/main" id="{C71F63DC-3FC3-D2DC-D338-22B534909948}"/>
                  </a:ext>
                </a:extLst>
              </p:cNvPr>
              <p:cNvSpPr/>
              <p:nvPr/>
            </p:nvSpPr>
            <p:spPr>
              <a:xfrm>
                <a:off x="7266039" y="3157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5" name="Freeform 41244">
                <a:extLst>
                  <a:ext uri="{FF2B5EF4-FFF2-40B4-BE49-F238E27FC236}">
                    <a16:creationId xmlns:a16="http://schemas.microsoft.com/office/drawing/2014/main" id="{547FAEE7-AA00-19B0-9780-124E97F62B6F}"/>
                  </a:ext>
                </a:extLst>
              </p:cNvPr>
              <p:cNvSpPr/>
              <p:nvPr/>
            </p:nvSpPr>
            <p:spPr>
              <a:xfrm>
                <a:off x="7266634" y="30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6" name="Freeform 41245">
                <a:extLst>
                  <a:ext uri="{FF2B5EF4-FFF2-40B4-BE49-F238E27FC236}">
                    <a16:creationId xmlns:a16="http://schemas.microsoft.com/office/drawing/2014/main" id="{E4823A46-5F72-A9CD-7A5B-A877ACBBE599}"/>
                  </a:ext>
                </a:extLst>
              </p:cNvPr>
              <p:cNvSpPr/>
              <p:nvPr/>
            </p:nvSpPr>
            <p:spPr>
              <a:xfrm>
                <a:off x="7267130" y="3014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7" name="Freeform 41246">
                <a:extLst>
                  <a:ext uri="{FF2B5EF4-FFF2-40B4-BE49-F238E27FC236}">
                    <a16:creationId xmlns:a16="http://schemas.microsoft.com/office/drawing/2014/main" id="{9DA7E3F7-4E7F-6851-40D1-032C50A3CC1C}"/>
                  </a:ext>
                </a:extLst>
              </p:cNvPr>
              <p:cNvSpPr/>
              <p:nvPr/>
            </p:nvSpPr>
            <p:spPr>
              <a:xfrm>
                <a:off x="7267627" y="2979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8" name="Freeform 41247">
                <a:extLst>
                  <a:ext uri="{FF2B5EF4-FFF2-40B4-BE49-F238E27FC236}">
                    <a16:creationId xmlns:a16="http://schemas.microsoft.com/office/drawing/2014/main" id="{27231222-7A2D-84AC-C579-5B6F676C1233}"/>
                  </a:ext>
                </a:extLst>
              </p:cNvPr>
              <p:cNvSpPr/>
              <p:nvPr/>
            </p:nvSpPr>
            <p:spPr>
              <a:xfrm>
                <a:off x="7268222" y="2966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49" name="Freeform 41248">
                <a:extLst>
                  <a:ext uri="{FF2B5EF4-FFF2-40B4-BE49-F238E27FC236}">
                    <a16:creationId xmlns:a16="http://schemas.microsoft.com/office/drawing/2014/main" id="{FC907F7C-DD77-9CF7-8A0E-FFFC4EBE7AC7}"/>
                  </a:ext>
                </a:extLst>
              </p:cNvPr>
              <p:cNvSpPr/>
              <p:nvPr/>
            </p:nvSpPr>
            <p:spPr>
              <a:xfrm>
                <a:off x="7268718" y="2981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0" name="Freeform 41249">
                <a:extLst>
                  <a:ext uri="{FF2B5EF4-FFF2-40B4-BE49-F238E27FC236}">
                    <a16:creationId xmlns:a16="http://schemas.microsoft.com/office/drawing/2014/main" id="{7E127199-A05A-31C3-E849-7725EE545CAD}"/>
                  </a:ext>
                </a:extLst>
              </p:cNvPr>
              <p:cNvSpPr/>
              <p:nvPr/>
            </p:nvSpPr>
            <p:spPr>
              <a:xfrm>
                <a:off x="7269214" y="3085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1" name="Freeform 41250">
                <a:extLst>
                  <a:ext uri="{FF2B5EF4-FFF2-40B4-BE49-F238E27FC236}">
                    <a16:creationId xmlns:a16="http://schemas.microsoft.com/office/drawing/2014/main" id="{5FA0164B-5B4E-72DE-CADF-A35FDABE9BF1}"/>
                  </a:ext>
                </a:extLst>
              </p:cNvPr>
              <p:cNvSpPr/>
              <p:nvPr/>
            </p:nvSpPr>
            <p:spPr>
              <a:xfrm>
                <a:off x="7269809" y="3750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2" name="Freeform 41251">
                <a:extLst>
                  <a:ext uri="{FF2B5EF4-FFF2-40B4-BE49-F238E27FC236}">
                    <a16:creationId xmlns:a16="http://schemas.microsoft.com/office/drawing/2014/main" id="{77CDE36E-ECC2-A01F-F429-E3F1E17F64A2}"/>
                  </a:ext>
                </a:extLst>
              </p:cNvPr>
              <p:cNvSpPr/>
              <p:nvPr/>
            </p:nvSpPr>
            <p:spPr>
              <a:xfrm>
                <a:off x="7270305" y="3854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3" name="Freeform 41252">
                <a:extLst>
                  <a:ext uri="{FF2B5EF4-FFF2-40B4-BE49-F238E27FC236}">
                    <a16:creationId xmlns:a16="http://schemas.microsoft.com/office/drawing/2014/main" id="{8CDF89A1-878F-17DE-A72C-50A8305B8B7B}"/>
                  </a:ext>
                </a:extLst>
              </p:cNvPr>
              <p:cNvSpPr/>
              <p:nvPr/>
            </p:nvSpPr>
            <p:spPr>
              <a:xfrm>
                <a:off x="7270802" y="3874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4" name="Freeform 41253">
                <a:extLst>
                  <a:ext uri="{FF2B5EF4-FFF2-40B4-BE49-F238E27FC236}">
                    <a16:creationId xmlns:a16="http://schemas.microsoft.com/office/drawing/2014/main" id="{7BAB0617-2ADA-1B9A-0400-27208E433479}"/>
                  </a:ext>
                </a:extLst>
              </p:cNvPr>
              <p:cNvSpPr/>
              <p:nvPr/>
            </p:nvSpPr>
            <p:spPr>
              <a:xfrm>
                <a:off x="7271397" y="3875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5" name="Freeform 41254">
                <a:extLst>
                  <a:ext uri="{FF2B5EF4-FFF2-40B4-BE49-F238E27FC236}">
                    <a16:creationId xmlns:a16="http://schemas.microsoft.com/office/drawing/2014/main" id="{DC90035E-4D24-1181-E81E-7E7678DC24BC}"/>
                  </a:ext>
                </a:extLst>
              </p:cNvPr>
              <p:cNvSpPr/>
              <p:nvPr/>
            </p:nvSpPr>
            <p:spPr>
              <a:xfrm>
                <a:off x="7271893" y="3872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6" name="Freeform 41255">
                <a:extLst>
                  <a:ext uri="{FF2B5EF4-FFF2-40B4-BE49-F238E27FC236}">
                    <a16:creationId xmlns:a16="http://schemas.microsoft.com/office/drawing/2014/main" id="{576DEA2F-CD42-8E81-E436-E6543BF41110}"/>
                  </a:ext>
                </a:extLst>
              </p:cNvPr>
              <p:cNvSpPr/>
              <p:nvPr/>
            </p:nvSpPr>
            <p:spPr>
              <a:xfrm>
                <a:off x="7272389" y="3869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7" name="Freeform 41256">
                <a:extLst>
                  <a:ext uri="{FF2B5EF4-FFF2-40B4-BE49-F238E27FC236}">
                    <a16:creationId xmlns:a16="http://schemas.microsoft.com/office/drawing/2014/main" id="{C1CA734F-5E20-0596-110E-45DA0F51705E}"/>
                  </a:ext>
                </a:extLst>
              </p:cNvPr>
              <p:cNvSpPr/>
              <p:nvPr/>
            </p:nvSpPr>
            <p:spPr>
              <a:xfrm>
                <a:off x="7272984" y="3869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8" name="Freeform 41257">
                <a:extLst>
                  <a:ext uri="{FF2B5EF4-FFF2-40B4-BE49-F238E27FC236}">
                    <a16:creationId xmlns:a16="http://schemas.microsoft.com/office/drawing/2014/main" id="{5FAA0033-A3AC-DAA5-1A96-064009FCC462}"/>
                  </a:ext>
                </a:extLst>
              </p:cNvPr>
              <p:cNvSpPr/>
              <p:nvPr/>
            </p:nvSpPr>
            <p:spPr>
              <a:xfrm>
                <a:off x="7273480" y="3872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59" name="Freeform 41258">
                <a:extLst>
                  <a:ext uri="{FF2B5EF4-FFF2-40B4-BE49-F238E27FC236}">
                    <a16:creationId xmlns:a16="http://schemas.microsoft.com/office/drawing/2014/main" id="{1CF39754-A1EB-ADA3-F8B6-7225D6C18CB1}"/>
                  </a:ext>
                </a:extLst>
              </p:cNvPr>
              <p:cNvSpPr/>
              <p:nvPr/>
            </p:nvSpPr>
            <p:spPr>
              <a:xfrm>
                <a:off x="7273977" y="3863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0" name="Freeform 41259">
                <a:extLst>
                  <a:ext uri="{FF2B5EF4-FFF2-40B4-BE49-F238E27FC236}">
                    <a16:creationId xmlns:a16="http://schemas.microsoft.com/office/drawing/2014/main" id="{CDFA3198-7912-D887-05D0-3F5808584A59}"/>
                  </a:ext>
                </a:extLst>
              </p:cNvPr>
              <p:cNvSpPr/>
              <p:nvPr/>
            </p:nvSpPr>
            <p:spPr>
              <a:xfrm>
                <a:off x="7274572" y="3833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1" name="Freeform 41260">
                <a:extLst>
                  <a:ext uri="{FF2B5EF4-FFF2-40B4-BE49-F238E27FC236}">
                    <a16:creationId xmlns:a16="http://schemas.microsoft.com/office/drawing/2014/main" id="{57CCDA28-77CF-569D-F5BB-E1A99CEF00E2}"/>
                  </a:ext>
                </a:extLst>
              </p:cNvPr>
              <p:cNvSpPr/>
              <p:nvPr/>
            </p:nvSpPr>
            <p:spPr>
              <a:xfrm>
                <a:off x="7275068" y="3477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2" name="Freeform 41261">
                <a:extLst>
                  <a:ext uri="{FF2B5EF4-FFF2-40B4-BE49-F238E27FC236}">
                    <a16:creationId xmlns:a16="http://schemas.microsoft.com/office/drawing/2014/main" id="{8BCC4129-2A35-4ADF-B6CA-B9CFBCB93A94}"/>
                  </a:ext>
                </a:extLst>
              </p:cNvPr>
              <p:cNvSpPr/>
              <p:nvPr/>
            </p:nvSpPr>
            <p:spPr>
              <a:xfrm>
                <a:off x="7275564" y="333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3" name="Freeform 41262">
                <a:extLst>
                  <a:ext uri="{FF2B5EF4-FFF2-40B4-BE49-F238E27FC236}">
                    <a16:creationId xmlns:a16="http://schemas.microsoft.com/office/drawing/2014/main" id="{CDC00C1B-DF04-9137-6CDD-7BEC6A8F4628}"/>
                  </a:ext>
                </a:extLst>
              </p:cNvPr>
              <p:cNvSpPr/>
              <p:nvPr/>
            </p:nvSpPr>
            <p:spPr>
              <a:xfrm>
                <a:off x="7276159" y="3334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4" name="Freeform 41263">
                <a:extLst>
                  <a:ext uri="{FF2B5EF4-FFF2-40B4-BE49-F238E27FC236}">
                    <a16:creationId xmlns:a16="http://schemas.microsoft.com/office/drawing/2014/main" id="{A30D86E0-5745-B870-D6AE-04E5E87063E2}"/>
                  </a:ext>
                </a:extLst>
              </p:cNvPr>
              <p:cNvSpPr/>
              <p:nvPr/>
            </p:nvSpPr>
            <p:spPr>
              <a:xfrm>
                <a:off x="7276655" y="3336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5" name="Freeform 41264">
                <a:extLst>
                  <a:ext uri="{FF2B5EF4-FFF2-40B4-BE49-F238E27FC236}">
                    <a16:creationId xmlns:a16="http://schemas.microsoft.com/office/drawing/2014/main" id="{261B7FD8-1595-5151-4178-01FC5246D028}"/>
                  </a:ext>
                </a:extLst>
              </p:cNvPr>
              <p:cNvSpPr/>
              <p:nvPr/>
            </p:nvSpPr>
            <p:spPr>
              <a:xfrm>
                <a:off x="7277152" y="3326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6" name="Freeform 41265">
                <a:extLst>
                  <a:ext uri="{FF2B5EF4-FFF2-40B4-BE49-F238E27FC236}">
                    <a16:creationId xmlns:a16="http://schemas.microsoft.com/office/drawing/2014/main" id="{240ABD6D-4B33-9FFE-E5A6-F9C86CBA09D5}"/>
                  </a:ext>
                </a:extLst>
              </p:cNvPr>
              <p:cNvSpPr/>
              <p:nvPr/>
            </p:nvSpPr>
            <p:spPr>
              <a:xfrm>
                <a:off x="7277747" y="3245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7" name="Freeform 41266">
                <a:extLst>
                  <a:ext uri="{FF2B5EF4-FFF2-40B4-BE49-F238E27FC236}">
                    <a16:creationId xmlns:a16="http://schemas.microsoft.com/office/drawing/2014/main" id="{2A804855-A66E-898C-D223-D542580E1AA8}"/>
                  </a:ext>
                </a:extLst>
              </p:cNvPr>
              <p:cNvSpPr/>
              <p:nvPr/>
            </p:nvSpPr>
            <p:spPr>
              <a:xfrm>
                <a:off x="7278243" y="3166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8" name="Freeform 41267">
                <a:extLst>
                  <a:ext uri="{FF2B5EF4-FFF2-40B4-BE49-F238E27FC236}">
                    <a16:creationId xmlns:a16="http://schemas.microsoft.com/office/drawing/2014/main" id="{32A6B4E4-A8D9-6C65-2B6B-AB678ADD6110}"/>
                  </a:ext>
                </a:extLst>
              </p:cNvPr>
              <p:cNvSpPr/>
              <p:nvPr/>
            </p:nvSpPr>
            <p:spPr>
              <a:xfrm>
                <a:off x="7278739" y="3102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69" name="Freeform 41268">
                <a:extLst>
                  <a:ext uri="{FF2B5EF4-FFF2-40B4-BE49-F238E27FC236}">
                    <a16:creationId xmlns:a16="http://schemas.microsoft.com/office/drawing/2014/main" id="{91B80D03-3D00-FC0A-3D62-01733BCA1F39}"/>
                  </a:ext>
                </a:extLst>
              </p:cNvPr>
              <p:cNvSpPr/>
              <p:nvPr/>
            </p:nvSpPr>
            <p:spPr>
              <a:xfrm>
                <a:off x="7279235" y="3057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0" name="Freeform 41269">
                <a:extLst>
                  <a:ext uri="{FF2B5EF4-FFF2-40B4-BE49-F238E27FC236}">
                    <a16:creationId xmlns:a16="http://schemas.microsoft.com/office/drawing/2014/main" id="{F326663A-58A2-825D-D141-D89196944EFC}"/>
                  </a:ext>
                </a:extLst>
              </p:cNvPr>
              <p:cNvSpPr/>
              <p:nvPr/>
            </p:nvSpPr>
            <p:spPr>
              <a:xfrm>
                <a:off x="7279830" y="2990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1" name="Freeform 41270">
                <a:extLst>
                  <a:ext uri="{FF2B5EF4-FFF2-40B4-BE49-F238E27FC236}">
                    <a16:creationId xmlns:a16="http://schemas.microsoft.com/office/drawing/2014/main" id="{824D7FAB-0C54-0E4E-CEA0-0AB9BB7117CD}"/>
                  </a:ext>
                </a:extLst>
              </p:cNvPr>
              <p:cNvSpPr/>
              <p:nvPr/>
            </p:nvSpPr>
            <p:spPr>
              <a:xfrm>
                <a:off x="7280327" y="2945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2" name="Freeform 41271">
                <a:extLst>
                  <a:ext uri="{FF2B5EF4-FFF2-40B4-BE49-F238E27FC236}">
                    <a16:creationId xmlns:a16="http://schemas.microsoft.com/office/drawing/2014/main" id="{0442A223-4FE5-C22E-E7A3-CEFDD366525C}"/>
                  </a:ext>
                </a:extLst>
              </p:cNvPr>
              <p:cNvSpPr/>
              <p:nvPr/>
            </p:nvSpPr>
            <p:spPr>
              <a:xfrm>
                <a:off x="7280823" y="2921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3" name="Freeform 41272">
                <a:extLst>
                  <a:ext uri="{FF2B5EF4-FFF2-40B4-BE49-F238E27FC236}">
                    <a16:creationId xmlns:a16="http://schemas.microsoft.com/office/drawing/2014/main" id="{A5938457-12F9-8869-85BD-7BECC35B64EE}"/>
                  </a:ext>
                </a:extLst>
              </p:cNvPr>
              <p:cNvSpPr/>
              <p:nvPr/>
            </p:nvSpPr>
            <p:spPr>
              <a:xfrm>
                <a:off x="7281418" y="2938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4" name="Freeform 41273">
                <a:extLst>
                  <a:ext uri="{FF2B5EF4-FFF2-40B4-BE49-F238E27FC236}">
                    <a16:creationId xmlns:a16="http://schemas.microsoft.com/office/drawing/2014/main" id="{9B25F6EC-1D61-1E2B-F36F-A8080A1F5584}"/>
                  </a:ext>
                </a:extLst>
              </p:cNvPr>
              <p:cNvSpPr/>
              <p:nvPr/>
            </p:nvSpPr>
            <p:spPr>
              <a:xfrm>
                <a:off x="7281914" y="3312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5" name="Freeform 41274">
                <a:extLst>
                  <a:ext uri="{FF2B5EF4-FFF2-40B4-BE49-F238E27FC236}">
                    <a16:creationId xmlns:a16="http://schemas.microsoft.com/office/drawing/2014/main" id="{F5C09A7A-A081-A425-5D63-AAB7634D06E1}"/>
                  </a:ext>
                </a:extLst>
              </p:cNvPr>
              <p:cNvSpPr/>
              <p:nvPr/>
            </p:nvSpPr>
            <p:spPr>
              <a:xfrm>
                <a:off x="7282410" y="3765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6" name="Freeform 41275">
                <a:extLst>
                  <a:ext uri="{FF2B5EF4-FFF2-40B4-BE49-F238E27FC236}">
                    <a16:creationId xmlns:a16="http://schemas.microsoft.com/office/drawing/2014/main" id="{837991DF-A20E-66A2-F186-0AC96A84F0C5}"/>
                  </a:ext>
                </a:extLst>
              </p:cNvPr>
              <p:cNvSpPr/>
              <p:nvPr/>
            </p:nvSpPr>
            <p:spPr>
              <a:xfrm>
                <a:off x="7283005" y="3835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7" name="Freeform 41276">
                <a:extLst>
                  <a:ext uri="{FF2B5EF4-FFF2-40B4-BE49-F238E27FC236}">
                    <a16:creationId xmlns:a16="http://schemas.microsoft.com/office/drawing/2014/main" id="{0FFB2571-7BE4-3A86-7634-E74DCD3B793E}"/>
                  </a:ext>
                </a:extLst>
              </p:cNvPr>
              <p:cNvSpPr/>
              <p:nvPr/>
            </p:nvSpPr>
            <p:spPr>
              <a:xfrm>
                <a:off x="7283502" y="3862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8" name="Freeform 41277">
                <a:extLst>
                  <a:ext uri="{FF2B5EF4-FFF2-40B4-BE49-F238E27FC236}">
                    <a16:creationId xmlns:a16="http://schemas.microsoft.com/office/drawing/2014/main" id="{442F3C3D-3D48-6329-4293-66CAC69B3300}"/>
                  </a:ext>
                </a:extLst>
              </p:cNvPr>
              <p:cNvSpPr/>
              <p:nvPr/>
            </p:nvSpPr>
            <p:spPr>
              <a:xfrm>
                <a:off x="7283998" y="3860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79" name="Freeform 41278">
                <a:extLst>
                  <a:ext uri="{FF2B5EF4-FFF2-40B4-BE49-F238E27FC236}">
                    <a16:creationId xmlns:a16="http://schemas.microsoft.com/office/drawing/2014/main" id="{3072968E-59D1-1053-7778-84767D54DF35}"/>
                  </a:ext>
                </a:extLst>
              </p:cNvPr>
              <p:cNvSpPr/>
              <p:nvPr/>
            </p:nvSpPr>
            <p:spPr>
              <a:xfrm>
                <a:off x="7284593" y="3862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0" name="Freeform 41279">
                <a:extLst>
                  <a:ext uri="{FF2B5EF4-FFF2-40B4-BE49-F238E27FC236}">
                    <a16:creationId xmlns:a16="http://schemas.microsoft.com/office/drawing/2014/main" id="{3914D7C2-44B0-F68E-BF70-118E8F24AFC4}"/>
                  </a:ext>
                </a:extLst>
              </p:cNvPr>
              <p:cNvSpPr/>
              <p:nvPr/>
            </p:nvSpPr>
            <p:spPr>
              <a:xfrm>
                <a:off x="7285089" y="3866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1" name="Freeform 41280">
                <a:extLst>
                  <a:ext uri="{FF2B5EF4-FFF2-40B4-BE49-F238E27FC236}">
                    <a16:creationId xmlns:a16="http://schemas.microsoft.com/office/drawing/2014/main" id="{5D54DD06-285A-FA40-C403-9CF0A9E617D6}"/>
                  </a:ext>
                </a:extLst>
              </p:cNvPr>
              <p:cNvSpPr/>
              <p:nvPr/>
            </p:nvSpPr>
            <p:spPr>
              <a:xfrm>
                <a:off x="7285585" y="3862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2" name="Freeform 41281">
                <a:extLst>
                  <a:ext uri="{FF2B5EF4-FFF2-40B4-BE49-F238E27FC236}">
                    <a16:creationId xmlns:a16="http://schemas.microsoft.com/office/drawing/2014/main" id="{CA2BFC03-E0A9-9237-8F2C-B7913F4C2436}"/>
                  </a:ext>
                </a:extLst>
              </p:cNvPr>
              <p:cNvSpPr/>
              <p:nvPr/>
            </p:nvSpPr>
            <p:spPr>
              <a:xfrm>
                <a:off x="7286180" y="3861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3" name="Freeform 41282">
                <a:extLst>
                  <a:ext uri="{FF2B5EF4-FFF2-40B4-BE49-F238E27FC236}">
                    <a16:creationId xmlns:a16="http://schemas.microsoft.com/office/drawing/2014/main" id="{E0BC2A42-DB65-7043-CC98-88F04C3EA65B}"/>
                  </a:ext>
                </a:extLst>
              </p:cNvPr>
              <p:cNvSpPr/>
              <p:nvPr/>
            </p:nvSpPr>
            <p:spPr>
              <a:xfrm>
                <a:off x="7286677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4" name="Freeform 41283">
                <a:extLst>
                  <a:ext uri="{FF2B5EF4-FFF2-40B4-BE49-F238E27FC236}">
                    <a16:creationId xmlns:a16="http://schemas.microsoft.com/office/drawing/2014/main" id="{7CB2BDA7-8308-7D42-CFC7-FE786ABCCD23}"/>
                  </a:ext>
                </a:extLst>
              </p:cNvPr>
              <p:cNvSpPr/>
              <p:nvPr/>
            </p:nvSpPr>
            <p:spPr>
              <a:xfrm>
                <a:off x="7287173" y="3754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5" name="Freeform 41284">
                <a:extLst>
                  <a:ext uri="{FF2B5EF4-FFF2-40B4-BE49-F238E27FC236}">
                    <a16:creationId xmlns:a16="http://schemas.microsoft.com/office/drawing/2014/main" id="{84A443EF-0C30-FFF6-06F6-D94C44FFB023}"/>
                  </a:ext>
                </a:extLst>
              </p:cNvPr>
              <p:cNvSpPr/>
              <p:nvPr/>
            </p:nvSpPr>
            <p:spPr>
              <a:xfrm>
                <a:off x="7287768" y="3500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6" name="Freeform 41285">
                <a:extLst>
                  <a:ext uri="{FF2B5EF4-FFF2-40B4-BE49-F238E27FC236}">
                    <a16:creationId xmlns:a16="http://schemas.microsoft.com/office/drawing/2014/main" id="{E7E52BFA-760E-F8A2-40A1-875C341A412C}"/>
                  </a:ext>
                </a:extLst>
              </p:cNvPr>
              <p:cNvSpPr/>
              <p:nvPr/>
            </p:nvSpPr>
            <p:spPr>
              <a:xfrm>
                <a:off x="7288264" y="3132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7" name="Freeform 41286">
                <a:extLst>
                  <a:ext uri="{FF2B5EF4-FFF2-40B4-BE49-F238E27FC236}">
                    <a16:creationId xmlns:a16="http://schemas.microsoft.com/office/drawing/2014/main" id="{07BC8882-CF6B-66EC-D7CD-CEDDE0BB9FEB}"/>
                  </a:ext>
                </a:extLst>
              </p:cNvPr>
              <p:cNvSpPr/>
              <p:nvPr/>
            </p:nvSpPr>
            <p:spPr>
              <a:xfrm>
                <a:off x="7288760" y="3138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8" name="Freeform 41287">
                <a:extLst>
                  <a:ext uri="{FF2B5EF4-FFF2-40B4-BE49-F238E27FC236}">
                    <a16:creationId xmlns:a16="http://schemas.microsoft.com/office/drawing/2014/main" id="{6D3E1144-40E2-94DE-227C-D0BB23D732F5}"/>
                  </a:ext>
                </a:extLst>
              </p:cNvPr>
              <p:cNvSpPr/>
              <p:nvPr/>
            </p:nvSpPr>
            <p:spPr>
              <a:xfrm>
                <a:off x="7289355" y="3171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89" name="Freeform 41288">
                <a:extLst>
                  <a:ext uri="{FF2B5EF4-FFF2-40B4-BE49-F238E27FC236}">
                    <a16:creationId xmlns:a16="http://schemas.microsoft.com/office/drawing/2014/main" id="{E59FAD5D-27DA-AF30-9CB9-9710239ACBBB}"/>
                  </a:ext>
                </a:extLst>
              </p:cNvPr>
              <p:cNvSpPr/>
              <p:nvPr/>
            </p:nvSpPr>
            <p:spPr>
              <a:xfrm>
                <a:off x="7289852" y="3303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0" name="Freeform 41289">
                <a:extLst>
                  <a:ext uri="{FF2B5EF4-FFF2-40B4-BE49-F238E27FC236}">
                    <a16:creationId xmlns:a16="http://schemas.microsoft.com/office/drawing/2014/main" id="{5FE5C25E-D128-17ED-4C9C-52887C0F786B}"/>
                  </a:ext>
                </a:extLst>
              </p:cNvPr>
              <p:cNvSpPr/>
              <p:nvPr/>
            </p:nvSpPr>
            <p:spPr>
              <a:xfrm>
                <a:off x="7290348" y="3206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1" name="Freeform 41290">
                <a:extLst>
                  <a:ext uri="{FF2B5EF4-FFF2-40B4-BE49-F238E27FC236}">
                    <a16:creationId xmlns:a16="http://schemas.microsoft.com/office/drawing/2014/main" id="{ADD77B31-2967-BBA9-1C9D-ADC890CA5000}"/>
                  </a:ext>
                </a:extLst>
              </p:cNvPr>
              <p:cNvSpPr/>
              <p:nvPr/>
            </p:nvSpPr>
            <p:spPr>
              <a:xfrm>
                <a:off x="7290844" y="3198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2" name="Freeform 41291">
                <a:extLst>
                  <a:ext uri="{FF2B5EF4-FFF2-40B4-BE49-F238E27FC236}">
                    <a16:creationId xmlns:a16="http://schemas.microsoft.com/office/drawing/2014/main" id="{42764B7B-25E9-0E79-E6AA-91DDAAED5B6B}"/>
                  </a:ext>
                </a:extLst>
              </p:cNvPr>
              <p:cNvSpPr/>
              <p:nvPr/>
            </p:nvSpPr>
            <p:spPr>
              <a:xfrm>
                <a:off x="7291439" y="31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3" name="Freeform 41292">
                <a:extLst>
                  <a:ext uri="{FF2B5EF4-FFF2-40B4-BE49-F238E27FC236}">
                    <a16:creationId xmlns:a16="http://schemas.microsoft.com/office/drawing/2014/main" id="{EB1D7EF2-E141-0A75-3FC1-91D17908D5F7}"/>
                  </a:ext>
                </a:extLst>
              </p:cNvPr>
              <p:cNvSpPr/>
              <p:nvPr/>
            </p:nvSpPr>
            <p:spPr>
              <a:xfrm>
                <a:off x="7291935" y="3067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4" name="Freeform 41293">
                <a:extLst>
                  <a:ext uri="{FF2B5EF4-FFF2-40B4-BE49-F238E27FC236}">
                    <a16:creationId xmlns:a16="http://schemas.microsoft.com/office/drawing/2014/main" id="{4A90E6A3-6152-DD57-6C2C-DB281CDFA705}"/>
                  </a:ext>
                </a:extLst>
              </p:cNvPr>
              <p:cNvSpPr/>
              <p:nvPr/>
            </p:nvSpPr>
            <p:spPr>
              <a:xfrm>
                <a:off x="7292431" y="299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5" name="Freeform 41294">
                <a:extLst>
                  <a:ext uri="{FF2B5EF4-FFF2-40B4-BE49-F238E27FC236}">
                    <a16:creationId xmlns:a16="http://schemas.microsoft.com/office/drawing/2014/main" id="{80C0626B-964E-F0DF-FB48-70B713FCE314}"/>
                  </a:ext>
                </a:extLst>
              </p:cNvPr>
              <p:cNvSpPr/>
              <p:nvPr/>
            </p:nvSpPr>
            <p:spPr>
              <a:xfrm>
                <a:off x="7293027" y="2941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6" name="Freeform 41295">
                <a:extLst>
                  <a:ext uri="{FF2B5EF4-FFF2-40B4-BE49-F238E27FC236}">
                    <a16:creationId xmlns:a16="http://schemas.microsoft.com/office/drawing/2014/main" id="{9F6EBA73-107F-F534-E352-10DD22A0B0BF}"/>
                  </a:ext>
                </a:extLst>
              </p:cNvPr>
              <p:cNvSpPr/>
              <p:nvPr/>
            </p:nvSpPr>
            <p:spPr>
              <a:xfrm>
                <a:off x="7293523" y="2897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7" name="Freeform 41296">
                <a:extLst>
                  <a:ext uri="{FF2B5EF4-FFF2-40B4-BE49-F238E27FC236}">
                    <a16:creationId xmlns:a16="http://schemas.microsoft.com/office/drawing/2014/main" id="{A2FE12E1-D524-7E2F-A6AD-1A9E68E16D1E}"/>
                  </a:ext>
                </a:extLst>
              </p:cNvPr>
              <p:cNvSpPr/>
              <p:nvPr/>
            </p:nvSpPr>
            <p:spPr>
              <a:xfrm>
                <a:off x="7294019" y="2879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8" name="Freeform 41297">
                <a:extLst>
                  <a:ext uri="{FF2B5EF4-FFF2-40B4-BE49-F238E27FC236}">
                    <a16:creationId xmlns:a16="http://schemas.microsoft.com/office/drawing/2014/main" id="{756BDFB9-AF46-4CF7-6117-158581C02446}"/>
                  </a:ext>
                </a:extLst>
              </p:cNvPr>
              <p:cNvSpPr/>
              <p:nvPr/>
            </p:nvSpPr>
            <p:spPr>
              <a:xfrm>
                <a:off x="7294614" y="3232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99" name="Freeform 41298">
                <a:extLst>
                  <a:ext uri="{FF2B5EF4-FFF2-40B4-BE49-F238E27FC236}">
                    <a16:creationId xmlns:a16="http://schemas.microsoft.com/office/drawing/2014/main" id="{4B38F307-14F2-85F6-8B09-281B34CEE931}"/>
                  </a:ext>
                </a:extLst>
              </p:cNvPr>
              <p:cNvSpPr/>
              <p:nvPr/>
            </p:nvSpPr>
            <p:spPr>
              <a:xfrm>
                <a:off x="7295110" y="373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0" name="Freeform 41299">
                <a:extLst>
                  <a:ext uri="{FF2B5EF4-FFF2-40B4-BE49-F238E27FC236}">
                    <a16:creationId xmlns:a16="http://schemas.microsoft.com/office/drawing/2014/main" id="{65E8AAF5-E9F4-5716-AC87-49305C9A183E}"/>
                  </a:ext>
                </a:extLst>
              </p:cNvPr>
              <p:cNvSpPr/>
              <p:nvPr/>
            </p:nvSpPr>
            <p:spPr>
              <a:xfrm>
                <a:off x="7295606" y="3822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1" name="Freeform 41300">
                <a:extLst>
                  <a:ext uri="{FF2B5EF4-FFF2-40B4-BE49-F238E27FC236}">
                    <a16:creationId xmlns:a16="http://schemas.microsoft.com/office/drawing/2014/main" id="{0E425E06-F4D1-394A-4CFE-0367C04F7C5D}"/>
                  </a:ext>
                </a:extLst>
              </p:cNvPr>
              <p:cNvSpPr/>
              <p:nvPr/>
            </p:nvSpPr>
            <p:spPr>
              <a:xfrm>
                <a:off x="7296202" y="3830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2" name="Freeform 41301">
                <a:extLst>
                  <a:ext uri="{FF2B5EF4-FFF2-40B4-BE49-F238E27FC236}">
                    <a16:creationId xmlns:a16="http://schemas.microsoft.com/office/drawing/2014/main" id="{C88334F6-BFE7-B785-20C0-DAC746022E25}"/>
                  </a:ext>
                </a:extLst>
              </p:cNvPr>
              <p:cNvSpPr/>
              <p:nvPr/>
            </p:nvSpPr>
            <p:spPr>
              <a:xfrm>
                <a:off x="7296698" y="3831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3" name="Freeform 41302">
                <a:extLst>
                  <a:ext uri="{FF2B5EF4-FFF2-40B4-BE49-F238E27FC236}">
                    <a16:creationId xmlns:a16="http://schemas.microsoft.com/office/drawing/2014/main" id="{9C436664-6B6D-3A0A-E826-6D31BB8A7FF0}"/>
                  </a:ext>
                </a:extLst>
              </p:cNvPr>
              <p:cNvSpPr/>
              <p:nvPr/>
            </p:nvSpPr>
            <p:spPr>
              <a:xfrm>
                <a:off x="7297194" y="3831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4" name="Freeform 41303">
                <a:extLst>
                  <a:ext uri="{FF2B5EF4-FFF2-40B4-BE49-F238E27FC236}">
                    <a16:creationId xmlns:a16="http://schemas.microsoft.com/office/drawing/2014/main" id="{1465316A-17A3-D265-2823-BA5618DF62C4}"/>
                  </a:ext>
                </a:extLst>
              </p:cNvPr>
              <p:cNvSpPr/>
              <p:nvPr/>
            </p:nvSpPr>
            <p:spPr>
              <a:xfrm>
                <a:off x="7297789" y="3840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5" name="Freeform 41304">
                <a:extLst>
                  <a:ext uri="{FF2B5EF4-FFF2-40B4-BE49-F238E27FC236}">
                    <a16:creationId xmlns:a16="http://schemas.microsoft.com/office/drawing/2014/main" id="{A10C0AAB-C876-31A0-5D8A-DAFDAC356291}"/>
                  </a:ext>
                </a:extLst>
              </p:cNvPr>
              <p:cNvSpPr/>
              <p:nvPr/>
            </p:nvSpPr>
            <p:spPr>
              <a:xfrm>
                <a:off x="7298285" y="385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6" name="Freeform 41305">
                <a:extLst>
                  <a:ext uri="{FF2B5EF4-FFF2-40B4-BE49-F238E27FC236}">
                    <a16:creationId xmlns:a16="http://schemas.microsoft.com/office/drawing/2014/main" id="{823BE55E-9C54-8B94-6767-6A161245E847}"/>
                  </a:ext>
                </a:extLst>
              </p:cNvPr>
              <p:cNvSpPr/>
              <p:nvPr/>
            </p:nvSpPr>
            <p:spPr>
              <a:xfrm>
                <a:off x="7298781" y="3857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7" name="Freeform 41306">
                <a:extLst>
                  <a:ext uri="{FF2B5EF4-FFF2-40B4-BE49-F238E27FC236}">
                    <a16:creationId xmlns:a16="http://schemas.microsoft.com/office/drawing/2014/main" id="{9D7F8C27-7AAF-9E34-4E36-5A907B755242}"/>
                  </a:ext>
                </a:extLst>
              </p:cNvPr>
              <p:cNvSpPr/>
              <p:nvPr/>
            </p:nvSpPr>
            <p:spPr>
              <a:xfrm>
                <a:off x="7299377" y="3857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8" name="Freeform 41307">
                <a:extLst>
                  <a:ext uri="{FF2B5EF4-FFF2-40B4-BE49-F238E27FC236}">
                    <a16:creationId xmlns:a16="http://schemas.microsoft.com/office/drawing/2014/main" id="{A157BAFC-7928-A046-A23D-EE052233C253}"/>
                  </a:ext>
                </a:extLst>
              </p:cNvPr>
              <p:cNvSpPr/>
              <p:nvPr/>
            </p:nvSpPr>
            <p:spPr>
              <a:xfrm>
                <a:off x="7299873" y="3752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09" name="Freeform 41308">
                <a:extLst>
                  <a:ext uri="{FF2B5EF4-FFF2-40B4-BE49-F238E27FC236}">
                    <a16:creationId xmlns:a16="http://schemas.microsoft.com/office/drawing/2014/main" id="{B0043E2B-606D-88BD-6AB2-1D7E82550791}"/>
                  </a:ext>
                </a:extLst>
              </p:cNvPr>
              <p:cNvSpPr/>
              <p:nvPr/>
            </p:nvSpPr>
            <p:spPr>
              <a:xfrm>
                <a:off x="7300369" y="3478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0" name="Freeform 41309">
                <a:extLst>
                  <a:ext uri="{FF2B5EF4-FFF2-40B4-BE49-F238E27FC236}">
                    <a16:creationId xmlns:a16="http://schemas.microsoft.com/office/drawing/2014/main" id="{F5F9D124-F61E-44BD-91FD-E7D750E2FBEE}"/>
                  </a:ext>
                </a:extLst>
              </p:cNvPr>
              <p:cNvSpPr/>
              <p:nvPr/>
            </p:nvSpPr>
            <p:spPr>
              <a:xfrm>
                <a:off x="7300964" y="3133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1" name="Freeform 41310">
                <a:extLst>
                  <a:ext uri="{FF2B5EF4-FFF2-40B4-BE49-F238E27FC236}">
                    <a16:creationId xmlns:a16="http://schemas.microsoft.com/office/drawing/2014/main" id="{AA1D4874-3B52-9C5A-DA68-9E25E06E0128}"/>
                  </a:ext>
                </a:extLst>
              </p:cNvPr>
              <p:cNvSpPr/>
              <p:nvPr/>
            </p:nvSpPr>
            <p:spPr>
              <a:xfrm>
                <a:off x="7301460" y="3170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2" name="Freeform 41311">
                <a:extLst>
                  <a:ext uri="{FF2B5EF4-FFF2-40B4-BE49-F238E27FC236}">
                    <a16:creationId xmlns:a16="http://schemas.microsoft.com/office/drawing/2014/main" id="{D96B7058-1C3C-71C7-9018-93487B0586E6}"/>
                  </a:ext>
                </a:extLst>
              </p:cNvPr>
              <p:cNvSpPr/>
              <p:nvPr/>
            </p:nvSpPr>
            <p:spPr>
              <a:xfrm>
                <a:off x="7301956" y="3198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3" name="Freeform 41312">
                <a:extLst>
                  <a:ext uri="{FF2B5EF4-FFF2-40B4-BE49-F238E27FC236}">
                    <a16:creationId xmlns:a16="http://schemas.microsoft.com/office/drawing/2014/main" id="{9D2AB678-6A24-CA83-9621-51EB4585705D}"/>
                  </a:ext>
                </a:extLst>
              </p:cNvPr>
              <p:cNvSpPr/>
              <p:nvPr/>
            </p:nvSpPr>
            <p:spPr>
              <a:xfrm>
                <a:off x="7302452" y="3280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4" name="Freeform 41313">
                <a:extLst>
                  <a:ext uri="{FF2B5EF4-FFF2-40B4-BE49-F238E27FC236}">
                    <a16:creationId xmlns:a16="http://schemas.microsoft.com/office/drawing/2014/main" id="{1CFE0BED-9C13-0B57-AF59-7258229C4EAA}"/>
                  </a:ext>
                </a:extLst>
              </p:cNvPr>
              <p:cNvSpPr/>
              <p:nvPr/>
            </p:nvSpPr>
            <p:spPr>
              <a:xfrm>
                <a:off x="7303048" y="31607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5" name="Freeform 41314">
                <a:extLst>
                  <a:ext uri="{FF2B5EF4-FFF2-40B4-BE49-F238E27FC236}">
                    <a16:creationId xmlns:a16="http://schemas.microsoft.com/office/drawing/2014/main" id="{0C7510C8-BE84-F8B6-12EC-5D2C6AB973B0}"/>
                  </a:ext>
                </a:extLst>
              </p:cNvPr>
              <p:cNvSpPr/>
              <p:nvPr/>
            </p:nvSpPr>
            <p:spPr>
              <a:xfrm>
                <a:off x="7303544" y="3239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6" name="Freeform 41315">
                <a:extLst>
                  <a:ext uri="{FF2B5EF4-FFF2-40B4-BE49-F238E27FC236}">
                    <a16:creationId xmlns:a16="http://schemas.microsoft.com/office/drawing/2014/main" id="{EF5DB73A-45B2-D9AF-6113-FDABD925553A}"/>
                  </a:ext>
                </a:extLst>
              </p:cNvPr>
              <p:cNvSpPr/>
              <p:nvPr/>
            </p:nvSpPr>
            <p:spPr>
              <a:xfrm>
                <a:off x="7304040" y="3272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7" name="Freeform 41316">
                <a:extLst>
                  <a:ext uri="{FF2B5EF4-FFF2-40B4-BE49-F238E27FC236}">
                    <a16:creationId xmlns:a16="http://schemas.microsoft.com/office/drawing/2014/main" id="{CDA2EC6B-475B-C719-0E0E-EBB293A92D90}"/>
                  </a:ext>
                </a:extLst>
              </p:cNvPr>
              <p:cNvSpPr/>
              <p:nvPr/>
            </p:nvSpPr>
            <p:spPr>
              <a:xfrm>
                <a:off x="7304635" y="3260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8" name="Freeform 41317">
                <a:extLst>
                  <a:ext uri="{FF2B5EF4-FFF2-40B4-BE49-F238E27FC236}">
                    <a16:creationId xmlns:a16="http://schemas.microsoft.com/office/drawing/2014/main" id="{EDD6AC7E-EA6E-0820-9257-AD4B0DA2FCC8}"/>
                  </a:ext>
                </a:extLst>
              </p:cNvPr>
              <p:cNvSpPr/>
              <p:nvPr/>
            </p:nvSpPr>
            <p:spPr>
              <a:xfrm>
                <a:off x="7305131" y="3155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19" name="Freeform 41318">
                <a:extLst>
                  <a:ext uri="{FF2B5EF4-FFF2-40B4-BE49-F238E27FC236}">
                    <a16:creationId xmlns:a16="http://schemas.microsoft.com/office/drawing/2014/main" id="{60DDFAEA-1D2E-9329-A04C-F50C1D48D7BB}"/>
                  </a:ext>
                </a:extLst>
              </p:cNvPr>
              <p:cNvSpPr/>
              <p:nvPr/>
            </p:nvSpPr>
            <p:spPr>
              <a:xfrm>
                <a:off x="7305627" y="3101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0" name="Freeform 41319">
                <a:extLst>
                  <a:ext uri="{FF2B5EF4-FFF2-40B4-BE49-F238E27FC236}">
                    <a16:creationId xmlns:a16="http://schemas.microsoft.com/office/drawing/2014/main" id="{F2911933-B23F-936A-E02D-2EE89767AB8E}"/>
                  </a:ext>
                </a:extLst>
              </p:cNvPr>
              <p:cNvSpPr/>
              <p:nvPr/>
            </p:nvSpPr>
            <p:spPr>
              <a:xfrm>
                <a:off x="7306223" y="3025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1" name="Freeform 41320">
                <a:extLst>
                  <a:ext uri="{FF2B5EF4-FFF2-40B4-BE49-F238E27FC236}">
                    <a16:creationId xmlns:a16="http://schemas.microsoft.com/office/drawing/2014/main" id="{0E952997-3B05-9646-5548-1A35E3D39597}"/>
                  </a:ext>
                </a:extLst>
              </p:cNvPr>
              <p:cNvSpPr/>
              <p:nvPr/>
            </p:nvSpPr>
            <p:spPr>
              <a:xfrm>
                <a:off x="7306719" y="297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2" name="Freeform 41321">
                <a:extLst>
                  <a:ext uri="{FF2B5EF4-FFF2-40B4-BE49-F238E27FC236}">
                    <a16:creationId xmlns:a16="http://schemas.microsoft.com/office/drawing/2014/main" id="{906576E8-62AD-59DD-C241-56F642441C73}"/>
                  </a:ext>
                </a:extLst>
              </p:cNvPr>
              <p:cNvSpPr/>
              <p:nvPr/>
            </p:nvSpPr>
            <p:spPr>
              <a:xfrm>
                <a:off x="7307215" y="3239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3" name="Freeform 41322">
                <a:extLst>
                  <a:ext uri="{FF2B5EF4-FFF2-40B4-BE49-F238E27FC236}">
                    <a16:creationId xmlns:a16="http://schemas.microsoft.com/office/drawing/2014/main" id="{9C652939-7C32-64F7-8FD6-92FF6112C641}"/>
                  </a:ext>
                </a:extLst>
              </p:cNvPr>
              <p:cNvSpPr/>
              <p:nvPr/>
            </p:nvSpPr>
            <p:spPr>
              <a:xfrm>
                <a:off x="7307810" y="3793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4" name="Freeform 41323">
                <a:extLst>
                  <a:ext uri="{FF2B5EF4-FFF2-40B4-BE49-F238E27FC236}">
                    <a16:creationId xmlns:a16="http://schemas.microsoft.com/office/drawing/2014/main" id="{51B6BA97-458B-9752-7609-E0F674DBE4D7}"/>
                  </a:ext>
                </a:extLst>
              </p:cNvPr>
              <p:cNvSpPr/>
              <p:nvPr/>
            </p:nvSpPr>
            <p:spPr>
              <a:xfrm>
                <a:off x="7308306" y="3860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5" name="Freeform 41324">
                <a:extLst>
                  <a:ext uri="{FF2B5EF4-FFF2-40B4-BE49-F238E27FC236}">
                    <a16:creationId xmlns:a16="http://schemas.microsoft.com/office/drawing/2014/main" id="{7107BF23-334F-7178-8B4C-AB7F516C0FC3}"/>
                  </a:ext>
                </a:extLst>
              </p:cNvPr>
              <p:cNvSpPr/>
              <p:nvPr/>
            </p:nvSpPr>
            <p:spPr>
              <a:xfrm>
                <a:off x="7308802" y="389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6" name="Freeform 41325">
                <a:extLst>
                  <a:ext uri="{FF2B5EF4-FFF2-40B4-BE49-F238E27FC236}">
                    <a16:creationId xmlns:a16="http://schemas.microsoft.com/office/drawing/2014/main" id="{22FB8A7C-9018-8FE7-0D14-CAA1FF48A5E4}"/>
                  </a:ext>
                </a:extLst>
              </p:cNvPr>
              <p:cNvSpPr/>
              <p:nvPr/>
            </p:nvSpPr>
            <p:spPr>
              <a:xfrm>
                <a:off x="7309398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7" name="Freeform 41326">
                <a:extLst>
                  <a:ext uri="{FF2B5EF4-FFF2-40B4-BE49-F238E27FC236}">
                    <a16:creationId xmlns:a16="http://schemas.microsoft.com/office/drawing/2014/main" id="{80244B94-7D18-09B1-897C-88C982DB9B63}"/>
                  </a:ext>
                </a:extLst>
              </p:cNvPr>
              <p:cNvSpPr/>
              <p:nvPr/>
            </p:nvSpPr>
            <p:spPr>
              <a:xfrm>
                <a:off x="7309894" y="38978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8" name="Freeform 41327">
                <a:extLst>
                  <a:ext uri="{FF2B5EF4-FFF2-40B4-BE49-F238E27FC236}">
                    <a16:creationId xmlns:a16="http://schemas.microsoft.com/office/drawing/2014/main" id="{4A377F87-CEEC-A247-4926-B55157DBB58E}"/>
                  </a:ext>
                </a:extLst>
              </p:cNvPr>
              <p:cNvSpPr/>
              <p:nvPr/>
            </p:nvSpPr>
            <p:spPr>
              <a:xfrm>
                <a:off x="7310390" y="39018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29" name="Freeform 41328">
                <a:extLst>
                  <a:ext uri="{FF2B5EF4-FFF2-40B4-BE49-F238E27FC236}">
                    <a16:creationId xmlns:a16="http://schemas.microsoft.com/office/drawing/2014/main" id="{201ABC0D-F5AA-5A0E-ABD3-A00C2EB410D8}"/>
                  </a:ext>
                </a:extLst>
              </p:cNvPr>
              <p:cNvSpPr/>
              <p:nvPr/>
            </p:nvSpPr>
            <p:spPr>
              <a:xfrm>
                <a:off x="7310985" y="3907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0" name="Freeform 41329">
                <a:extLst>
                  <a:ext uri="{FF2B5EF4-FFF2-40B4-BE49-F238E27FC236}">
                    <a16:creationId xmlns:a16="http://schemas.microsoft.com/office/drawing/2014/main" id="{AA5331FC-977A-10AC-CE39-F5E756BD1165}"/>
                  </a:ext>
                </a:extLst>
              </p:cNvPr>
              <p:cNvSpPr/>
              <p:nvPr/>
            </p:nvSpPr>
            <p:spPr>
              <a:xfrm>
                <a:off x="7311481" y="389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1" name="Freeform 41330">
                <a:extLst>
                  <a:ext uri="{FF2B5EF4-FFF2-40B4-BE49-F238E27FC236}">
                    <a16:creationId xmlns:a16="http://schemas.microsoft.com/office/drawing/2014/main" id="{6A32B32A-1986-1753-0DC7-8BECBF209378}"/>
                  </a:ext>
                </a:extLst>
              </p:cNvPr>
              <p:cNvSpPr/>
              <p:nvPr/>
            </p:nvSpPr>
            <p:spPr>
              <a:xfrm>
                <a:off x="7311977" y="3914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2" name="Freeform 41331">
                <a:extLst>
                  <a:ext uri="{FF2B5EF4-FFF2-40B4-BE49-F238E27FC236}">
                    <a16:creationId xmlns:a16="http://schemas.microsoft.com/office/drawing/2014/main" id="{15D41AD0-2B55-23BF-711D-7BA3E9CC6A2B}"/>
                  </a:ext>
                </a:extLst>
              </p:cNvPr>
              <p:cNvSpPr/>
              <p:nvPr/>
            </p:nvSpPr>
            <p:spPr>
              <a:xfrm>
                <a:off x="7312573" y="3857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3" name="Freeform 41332">
                <a:extLst>
                  <a:ext uri="{FF2B5EF4-FFF2-40B4-BE49-F238E27FC236}">
                    <a16:creationId xmlns:a16="http://schemas.microsoft.com/office/drawing/2014/main" id="{4474FF52-210F-A015-C475-D4456823BD40}"/>
                  </a:ext>
                </a:extLst>
              </p:cNvPr>
              <p:cNvSpPr/>
              <p:nvPr/>
            </p:nvSpPr>
            <p:spPr>
              <a:xfrm>
                <a:off x="7313069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4" name="Freeform 41333">
                <a:extLst>
                  <a:ext uri="{FF2B5EF4-FFF2-40B4-BE49-F238E27FC236}">
                    <a16:creationId xmlns:a16="http://schemas.microsoft.com/office/drawing/2014/main" id="{4E2D091A-E0F3-E44E-0B59-85A749AABF49}"/>
                  </a:ext>
                </a:extLst>
              </p:cNvPr>
              <p:cNvSpPr/>
              <p:nvPr/>
            </p:nvSpPr>
            <p:spPr>
              <a:xfrm>
                <a:off x="7313565" y="3311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5" name="Freeform 41334">
                <a:extLst>
                  <a:ext uri="{FF2B5EF4-FFF2-40B4-BE49-F238E27FC236}">
                    <a16:creationId xmlns:a16="http://schemas.microsoft.com/office/drawing/2014/main" id="{9AA35D28-140B-8AF5-6F5D-CA2D29645082}"/>
                  </a:ext>
                </a:extLst>
              </p:cNvPr>
              <p:cNvSpPr/>
              <p:nvPr/>
            </p:nvSpPr>
            <p:spPr>
              <a:xfrm>
                <a:off x="7314160" y="3327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6" name="Freeform 41335">
                <a:extLst>
                  <a:ext uri="{FF2B5EF4-FFF2-40B4-BE49-F238E27FC236}">
                    <a16:creationId xmlns:a16="http://schemas.microsoft.com/office/drawing/2014/main" id="{5EBECAFC-1CF5-1356-F5D7-C14E69A20C66}"/>
                  </a:ext>
                </a:extLst>
              </p:cNvPr>
              <p:cNvSpPr/>
              <p:nvPr/>
            </p:nvSpPr>
            <p:spPr>
              <a:xfrm>
                <a:off x="7314656" y="3358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7" name="Freeform 41336">
                <a:extLst>
                  <a:ext uri="{FF2B5EF4-FFF2-40B4-BE49-F238E27FC236}">
                    <a16:creationId xmlns:a16="http://schemas.microsoft.com/office/drawing/2014/main" id="{D76565B4-E92A-2223-F2F2-E630626D9845}"/>
                  </a:ext>
                </a:extLst>
              </p:cNvPr>
              <p:cNvSpPr/>
              <p:nvPr/>
            </p:nvSpPr>
            <p:spPr>
              <a:xfrm>
                <a:off x="7315152" y="3388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8" name="Freeform 41337">
                <a:extLst>
                  <a:ext uri="{FF2B5EF4-FFF2-40B4-BE49-F238E27FC236}">
                    <a16:creationId xmlns:a16="http://schemas.microsoft.com/office/drawing/2014/main" id="{AC62784C-1033-E9D6-1CDB-7750C3CFEAAF}"/>
                  </a:ext>
                </a:extLst>
              </p:cNvPr>
              <p:cNvSpPr/>
              <p:nvPr/>
            </p:nvSpPr>
            <p:spPr>
              <a:xfrm>
                <a:off x="7315648" y="3365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39" name="Freeform 41338">
                <a:extLst>
                  <a:ext uri="{FF2B5EF4-FFF2-40B4-BE49-F238E27FC236}">
                    <a16:creationId xmlns:a16="http://schemas.microsoft.com/office/drawing/2014/main" id="{4E41352A-355B-208F-51CB-BDFFBECC32C5}"/>
                  </a:ext>
                </a:extLst>
              </p:cNvPr>
              <p:cNvSpPr/>
              <p:nvPr/>
            </p:nvSpPr>
            <p:spPr>
              <a:xfrm>
                <a:off x="7316244" y="3321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0" name="Freeform 41339">
                <a:extLst>
                  <a:ext uri="{FF2B5EF4-FFF2-40B4-BE49-F238E27FC236}">
                    <a16:creationId xmlns:a16="http://schemas.microsoft.com/office/drawing/2014/main" id="{1A97F546-6214-E2F4-CEB9-693A3647DA24}"/>
                  </a:ext>
                </a:extLst>
              </p:cNvPr>
              <p:cNvSpPr/>
              <p:nvPr/>
            </p:nvSpPr>
            <p:spPr>
              <a:xfrm>
                <a:off x="7316740" y="3225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1" name="Freeform 41340">
                <a:extLst>
                  <a:ext uri="{FF2B5EF4-FFF2-40B4-BE49-F238E27FC236}">
                    <a16:creationId xmlns:a16="http://schemas.microsoft.com/office/drawing/2014/main" id="{6B032C44-609A-CEFE-4283-90F185AA7FC1}"/>
                  </a:ext>
                </a:extLst>
              </p:cNvPr>
              <p:cNvSpPr/>
              <p:nvPr/>
            </p:nvSpPr>
            <p:spPr>
              <a:xfrm>
                <a:off x="7317236" y="32427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2" name="Freeform 41341">
                <a:extLst>
                  <a:ext uri="{FF2B5EF4-FFF2-40B4-BE49-F238E27FC236}">
                    <a16:creationId xmlns:a16="http://schemas.microsoft.com/office/drawing/2014/main" id="{2FD14AA4-157D-BA29-E55F-72061C871F0C}"/>
                  </a:ext>
                </a:extLst>
              </p:cNvPr>
              <p:cNvSpPr/>
              <p:nvPr/>
            </p:nvSpPr>
            <p:spPr>
              <a:xfrm>
                <a:off x="7317831" y="3212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3" name="Freeform 41342">
                <a:extLst>
                  <a:ext uri="{FF2B5EF4-FFF2-40B4-BE49-F238E27FC236}">
                    <a16:creationId xmlns:a16="http://schemas.microsoft.com/office/drawing/2014/main" id="{BA97CB3B-69B7-F855-C0E9-964649EDD203}"/>
                  </a:ext>
                </a:extLst>
              </p:cNvPr>
              <p:cNvSpPr/>
              <p:nvPr/>
            </p:nvSpPr>
            <p:spPr>
              <a:xfrm>
                <a:off x="7318327" y="3212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4" name="Freeform 41343">
                <a:extLst>
                  <a:ext uri="{FF2B5EF4-FFF2-40B4-BE49-F238E27FC236}">
                    <a16:creationId xmlns:a16="http://schemas.microsoft.com/office/drawing/2014/main" id="{BEFD9489-0ABE-B674-6CC0-335B5AC9246D}"/>
                  </a:ext>
                </a:extLst>
              </p:cNvPr>
              <p:cNvSpPr/>
              <p:nvPr/>
            </p:nvSpPr>
            <p:spPr>
              <a:xfrm>
                <a:off x="7318823" y="3201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5" name="Freeform 41344">
                <a:extLst>
                  <a:ext uri="{FF2B5EF4-FFF2-40B4-BE49-F238E27FC236}">
                    <a16:creationId xmlns:a16="http://schemas.microsoft.com/office/drawing/2014/main" id="{35386951-F546-2174-50C3-CC208F3B445B}"/>
                  </a:ext>
                </a:extLst>
              </p:cNvPr>
              <p:cNvSpPr/>
              <p:nvPr/>
            </p:nvSpPr>
            <p:spPr>
              <a:xfrm>
                <a:off x="7319419" y="3194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6" name="Freeform 41345">
                <a:extLst>
                  <a:ext uri="{FF2B5EF4-FFF2-40B4-BE49-F238E27FC236}">
                    <a16:creationId xmlns:a16="http://schemas.microsoft.com/office/drawing/2014/main" id="{687D6971-5CAB-8C8F-6EF4-A4AD556198AE}"/>
                  </a:ext>
                </a:extLst>
              </p:cNvPr>
              <p:cNvSpPr/>
              <p:nvPr/>
            </p:nvSpPr>
            <p:spPr>
              <a:xfrm>
                <a:off x="7319915" y="3400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7" name="Freeform 41346">
                <a:extLst>
                  <a:ext uri="{FF2B5EF4-FFF2-40B4-BE49-F238E27FC236}">
                    <a16:creationId xmlns:a16="http://schemas.microsoft.com/office/drawing/2014/main" id="{CD4D32E7-357B-28EC-4ED2-AC4FF0CDE207}"/>
                  </a:ext>
                </a:extLst>
              </p:cNvPr>
              <p:cNvSpPr/>
              <p:nvPr/>
            </p:nvSpPr>
            <p:spPr>
              <a:xfrm>
                <a:off x="7320411" y="3903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8" name="Freeform 41347">
                <a:extLst>
                  <a:ext uri="{FF2B5EF4-FFF2-40B4-BE49-F238E27FC236}">
                    <a16:creationId xmlns:a16="http://schemas.microsoft.com/office/drawing/2014/main" id="{18891070-0A4B-E32F-160B-6C1B1B895EEE}"/>
                  </a:ext>
                </a:extLst>
              </p:cNvPr>
              <p:cNvSpPr/>
              <p:nvPr/>
            </p:nvSpPr>
            <p:spPr>
              <a:xfrm>
                <a:off x="7321006" y="3965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49" name="Freeform 41348">
                <a:extLst>
                  <a:ext uri="{FF2B5EF4-FFF2-40B4-BE49-F238E27FC236}">
                    <a16:creationId xmlns:a16="http://schemas.microsoft.com/office/drawing/2014/main" id="{BDB96804-928E-9646-9AB3-FB5EB59CBF41}"/>
                  </a:ext>
                </a:extLst>
              </p:cNvPr>
              <p:cNvSpPr/>
              <p:nvPr/>
            </p:nvSpPr>
            <p:spPr>
              <a:xfrm>
                <a:off x="7321502" y="3990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0" name="Freeform 41349">
                <a:extLst>
                  <a:ext uri="{FF2B5EF4-FFF2-40B4-BE49-F238E27FC236}">
                    <a16:creationId xmlns:a16="http://schemas.microsoft.com/office/drawing/2014/main" id="{8D527B5E-7557-B901-9655-2EE94E21B798}"/>
                  </a:ext>
                </a:extLst>
              </p:cNvPr>
              <p:cNvSpPr/>
              <p:nvPr/>
            </p:nvSpPr>
            <p:spPr>
              <a:xfrm>
                <a:off x="7321998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1" name="Freeform 41350">
                <a:extLst>
                  <a:ext uri="{FF2B5EF4-FFF2-40B4-BE49-F238E27FC236}">
                    <a16:creationId xmlns:a16="http://schemas.microsoft.com/office/drawing/2014/main" id="{D5231A0B-B3C8-0F17-842E-E47DD09F1D6A}"/>
                  </a:ext>
                </a:extLst>
              </p:cNvPr>
              <p:cNvSpPr/>
              <p:nvPr/>
            </p:nvSpPr>
            <p:spPr>
              <a:xfrm>
                <a:off x="7322594" y="3994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2" name="Freeform 41351">
                <a:extLst>
                  <a:ext uri="{FF2B5EF4-FFF2-40B4-BE49-F238E27FC236}">
                    <a16:creationId xmlns:a16="http://schemas.microsoft.com/office/drawing/2014/main" id="{5628A6D1-2622-4AE4-7571-30E8CA15EC3C}"/>
                  </a:ext>
                </a:extLst>
              </p:cNvPr>
              <p:cNvSpPr/>
              <p:nvPr/>
            </p:nvSpPr>
            <p:spPr>
              <a:xfrm>
                <a:off x="7323090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3" name="Freeform 41352">
                <a:extLst>
                  <a:ext uri="{FF2B5EF4-FFF2-40B4-BE49-F238E27FC236}">
                    <a16:creationId xmlns:a16="http://schemas.microsoft.com/office/drawing/2014/main" id="{BB75CE73-981C-4A2A-B372-9F0A59FC1E57}"/>
                  </a:ext>
                </a:extLst>
              </p:cNvPr>
              <p:cNvSpPr/>
              <p:nvPr/>
            </p:nvSpPr>
            <p:spPr>
              <a:xfrm>
                <a:off x="7323586" y="3999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4" name="Freeform 41353">
                <a:extLst>
                  <a:ext uri="{FF2B5EF4-FFF2-40B4-BE49-F238E27FC236}">
                    <a16:creationId xmlns:a16="http://schemas.microsoft.com/office/drawing/2014/main" id="{B45242D7-E99F-3EAB-1D35-4D31AE77334A}"/>
                  </a:ext>
                </a:extLst>
              </p:cNvPr>
              <p:cNvSpPr/>
              <p:nvPr/>
            </p:nvSpPr>
            <p:spPr>
              <a:xfrm>
                <a:off x="7324181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5" name="Freeform 41354">
                <a:extLst>
                  <a:ext uri="{FF2B5EF4-FFF2-40B4-BE49-F238E27FC236}">
                    <a16:creationId xmlns:a16="http://schemas.microsoft.com/office/drawing/2014/main" id="{4EB4B303-CF0E-5911-FE79-339808727042}"/>
                  </a:ext>
                </a:extLst>
              </p:cNvPr>
              <p:cNvSpPr/>
              <p:nvPr/>
            </p:nvSpPr>
            <p:spPr>
              <a:xfrm>
                <a:off x="7324677" y="3994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6" name="Freeform 41355">
                <a:extLst>
                  <a:ext uri="{FF2B5EF4-FFF2-40B4-BE49-F238E27FC236}">
                    <a16:creationId xmlns:a16="http://schemas.microsoft.com/office/drawing/2014/main" id="{82774CAC-D36E-DE3A-2607-1B96E624752E}"/>
                  </a:ext>
                </a:extLst>
              </p:cNvPr>
              <p:cNvSpPr/>
              <p:nvPr/>
            </p:nvSpPr>
            <p:spPr>
              <a:xfrm>
                <a:off x="7325173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7" name="Freeform 41356">
                <a:extLst>
                  <a:ext uri="{FF2B5EF4-FFF2-40B4-BE49-F238E27FC236}">
                    <a16:creationId xmlns:a16="http://schemas.microsoft.com/office/drawing/2014/main" id="{1D8D4C21-CF3C-DD64-A780-98B4F2C2CBCC}"/>
                  </a:ext>
                </a:extLst>
              </p:cNvPr>
              <p:cNvSpPr/>
              <p:nvPr/>
            </p:nvSpPr>
            <p:spPr>
              <a:xfrm>
                <a:off x="7325769" y="3581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8" name="Freeform 41357">
                <a:extLst>
                  <a:ext uri="{FF2B5EF4-FFF2-40B4-BE49-F238E27FC236}">
                    <a16:creationId xmlns:a16="http://schemas.microsoft.com/office/drawing/2014/main" id="{1AE8E497-4E99-2212-617D-23E758DBE720}"/>
                  </a:ext>
                </a:extLst>
              </p:cNvPr>
              <p:cNvSpPr/>
              <p:nvPr/>
            </p:nvSpPr>
            <p:spPr>
              <a:xfrm>
                <a:off x="7326265" y="342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59" name="Freeform 41358">
                <a:extLst>
                  <a:ext uri="{FF2B5EF4-FFF2-40B4-BE49-F238E27FC236}">
                    <a16:creationId xmlns:a16="http://schemas.microsoft.com/office/drawing/2014/main" id="{DD0AB6B8-62FB-BFA3-7EBF-C57138CE7527}"/>
                  </a:ext>
                </a:extLst>
              </p:cNvPr>
              <p:cNvSpPr/>
              <p:nvPr/>
            </p:nvSpPr>
            <p:spPr>
              <a:xfrm>
                <a:off x="7326761" y="3421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0" name="Freeform 41359">
                <a:extLst>
                  <a:ext uri="{FF2B5EF4-FFF2-40B4-BE49-F238E27FC236}">
                    <a16:creationId xmlns:a16="http://schemas.microsoft.com/office/drawing/2014/main" id="{E32EACC6-EB36-C022-A565-D062396E6A8C}"/>
                  </a:ext>
                </a:extLst>
              </p:cNvPr>
              <p:cNvSpPr/>
              <p:nvPr/>
            </p:nvSpPr>
            <p:spPr>
              <a:xfrm>
                <a:off x="7327257" y="3421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1" name="Freeform 41360">
                <a:extLst>
                  <a:ext uri="{FF2B5EF4-FFF2-40B4-BE49-F238E27FC236}">
                    <a16:creationId xmlns:a16="http://schemas.microsoft.com/office/drawing/2014/main" id="{A0042F07-D9E7-AFFB-4420-CFF5FE7ED8DC}"/>
                  </a:ext>
                </a:extLst>
              </p:cNvPr>
              <p:cNvSpPr/>
              <p:nvPr/>
            </p:nvSpPr>
            <p:spPr>
              <a:xfrm>
                <a:off x="7327852" y="3406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2" name="Freeform 41361">
                <a:extLst>
                  <a:ext uri="{FF2B5EF4-FFF2-40B4-BE49-F238E27FC236}">
                    <a16:creationId xmlns:a16="http://schemas.microsoft.com/office/drawing/2014/main" id="{EB68C229-E7A2-0168-7DBB-39F67F44E85F}"/>
                  </a:ext>
                </a:extLst>
              </p:cNvPr>
              <p:cNvSpPr/>
              <p:nvPr/>
            </p:nvSpPr>
            <p:spPr>
              <a:xfrm>
                <a:off x="7328348" y="3377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3" name="Freeform 41362">
                <a:extLst>
                  <a:ext uri="{FF2B5EF4-FFF2-40B4-BE49-F238E27FC236}">
                    <a16:creationId xmlns:a16="http://schemas.microsoft.com/office/drawing/2014/main" id="{DB4EAFB5-5032-AB56-3745-E81A37D10FC3}"/>
                  </a:ext>
                </a:extLst>
              </p:cNvPr>
              <p:cNvSpPr/>
              <p:nvPr/>
            </p:nvSpPr>
            <p:spPr>
              <a:xfrm>
                <a:off x="7328845" y="3302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4" name="Freeform 41363">
                <a:extLst>
                  <a:ext uri="{FF2B5EF4-FFF2-40B4-BE49-F238E27FC236}">
                    <a16:creationId xmlns:a16="http://schemas.microsoft.com/office/drawing/2014/main" id="{7451E289-D27A-755B-02E3-1DC43F309194}"/>
                  </a:ext>
                </a:extLst>
              </p:cNvPr>
              <p:cNvSpPr/>
              <p:nvPr/>
            </p:nvSpPr>
            <p:spPr>
              <a:xfrm>
                <a:off x="7329440" y="3228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5" name="Freeform 41364">
                <a:extLst>
                  <a:ext uri="{FF2B5EF4-FFF2-40B4-BE49-F238E27FC236}">
                    <a16:creationId xmlns:a16="http://schemas.microsoft.com/office/drawing/2014/main" id="{5A2C9E2B-C845-6DC4-05A0-060A3F697511}"/>
                  </a:ext>
                </a:extLst>
              </p:cNvPr>
              <p:cNvSpPr/>
              <p:nvPr/>
            </p:nvSpPr>
            <p:spPr>
              <a:xfrm>
                <a:off x="7329936" y="3176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6" name="Freeform 41365">
                <a:extLst>
                  <a:ext uri="{FF2B5EF4-FFF2-40B4-BE49-F238E27FC236}">
                    <a16:creationId xmlns:a16="http://schemas.microsoft.com/office/drawing/2014/main" id="{2A53E042-033D-70DC-B168-A697469912C7}"/>
                  </a:ext>
                </a:extLst>
              </p:cNvPr>
              <p:cNvSpPr/>
              <p:nvPr/>
            </p:nvSpPr>
            <p:spPr>
              <a:xfrm>
                <a:off x="7330432" y="31321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7" name="Freeform 41366">
                <a:extLst>
                  <a:ext uri="{FF2B5EF4-FFF2-40B4-BE49-F238E27FC236}">
                    <a16:creationId xmlns:a16="http://schemas.microsoft.com/office/drawing/2014/main" id="{D426E0F7-3390-C12F-DA9C-A6A6E5239728}"/>
                  </a:ext>
                </a:extLst>
              </p:cNvPr>
              <p:cNvSpPr/>
              <p:nvPr/>
            </p:nvSpPr>
            <p:spPr>
              <a:xfrm>
                <a:off x="7331027" y="3082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8" name="Freeform 41367">
                <a:extLst>
                  <a:ext uri="{FF2B5EF4-FFF2-40B4-BE49-F238E27FC236}">
                    <a16:creationId xmlns:a16="http://schemas.microsoft.com/office/drawing/2014/main" id="{A71673C2-7890-746B-A128-920238B0B845}"/>
                  </a:ext>
                </a:extLst>
              </p:cNvPr>
              <p:cNvSpPr/>
              <p:nvPr/>
            </p:nvSpPr>
            <p:spPr>
              <a:xfrm>
                <a:off x="7331523" y="3055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69" name="Freeform 41368">
                <a:extLst>
                  <a:ext uri="{FF2B5EF4-FFF2-40B4-BE49-F238E27FC236}">
                    <a16:creationId xmlns:a16="http://schemas.microsoft.com/office/drawing/2014/main" id="{D1706278-90F5-74E1-4931-8C37E619AC61}"/>
                  </a:ext>
                </a:extLst>
              </p:cNvPr>
              <p:cNvSpPr/>
              <p:nvPr/>
            </p:nvSpPr>
            <p:spPr>
              <a:xfrm>
                <a:off x="7332020" y="303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0" name="Freeform 41369">
                <a:extLst>
                  <a:ext uri="{FF2B5EF4-FFF2-40B4-BE49-F238E27FC236}">
                    <a16:creationId xmlns:a16="http://schemas.microsoft.com/office/drawing/2014/main" id="{2CAFE65A-AA94-68ED-0146-762A512BC47A}"/>
                  </a:ext>
                </a:extLst>
              </p:cNvPr>
              <p:cNvSpPr/>
              <p:nvPr/>
            </p:nvSpPr>
            <p:spPr>
              <a:xfrm>
                <a:off x="7332615" y="3249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1" name="Freeform 41370">
                <a:extLst>
                  <a:ext uri="{FF2B5EF4-FFF2-40B4-BE49-F238E27FC236}">
                    <a16:creationId xmlns:a16="http://schemas.microsoft.com/office/drawing/2014/main" id="{746EE85B-E7DF-0497-EB6B-9AF49B7F9C85}"/>
                  </a:ext>
                </a:extLst>
              </p:cNvPr>
              <p:cNvSpPr/>
              <p:nvPr/>
            </p:nvSpPr>
            <p:spPr>
              <a:xfrm>
                <a:off x="7333111" y="3782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2" name="Freeform 41371">
                <a:extLst>
                  <a:ext uri="{FF2B5EF4-FFF2-40B4-BE49-F238E27FC236}">
                    <a16:creationId xmlns:a16="http://schemas.microsoft.com/office/drawing/2014/main" id="{08CADEF5-B6CE-F038-D3EC-831C441469F8}"/>
                  </a:ext>
                </a:extLst>
              </p:cNvPr>
              <p:cNvSpPr/>
              <p:nvPr/>
            </p:nvSpPr>
            <p:spPr>
              <a:xfrm>
                <a:off x="7333607" y="386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3" name="Freeform 41372">
                <a:extLst>
                  <a:ext uri="{FF2B5EF4-FFF2-40B4-BE49-F238E27FC236}">
                    <a16:creationId xmlns:a16="http://schemas.microsoft.com/office/drawing/2014/main" id="{9C6620C6-40F0-0709-C16C-0D73A8C85D91}"/>
                  </a:ext>
                </a:extLst>
              </p:cNvPr>
              <p:cNvSpPr/>
              <p:nvPr/>
            </p:nvSpPr>
            <p:spPr>
              <a:xfrm>
                <a:off x="7334202" y="387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4" name="Freeform 41373">
                <a:extLst>
                  <a:ext uri="{FF2B5EF4-FFF2-40B4-BE49-F238E27FC236}">
                    <a16:creationId xmlns:a16="http://schemas.microsoft.com/office/drawing/2014/main" id="{DF12B30B-F55B-699A-B4BB-731DD4E4CA7A}"/>
                  </a:ext>
                </a:extLst>
              </p:cNvPr>
              <p:cNvSpPr/>
              <p:nvPr/>
            </p:nvSpPr>
            <p:spPr>
              <a:xfrm>
                <a:off x="7334698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5" name="Freeform 41374">
                <a:extLst>
                  <a:ext uri="{FF2B5EF4-FFF2-40B4-BE49-F238E27FC236}">
                    <a16:creationId xmlns:a16="http://schemas.microsoft.com/office/drawing/2014/main" id="{068413EC-C07C-3318-C981-11320F2822C7}"/>
                  </a:ext>
                </a:extLst>
              </p:cNvPr>
              <p:cNvSpPr/>
              <p:nvPr/>
            </p:nvSpPr>
            <p:spPr>
              <a:xfrm>
                <a:off x="7335195" y="3887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6" name="Freeform 41375">
                <a:extLst>
                  <a:ext uri="{FF2B5EF4-FFF2-40B4-BE49-F238E27FC236}">
                    <a16:creationId xmlns:a16="http://schemas.microsoft.com/office/drawing/2014/main" id="{6E0ECA18-AE9C-6FE9-CEED-1809674CF92C}"/>
                  </a:ext>
                </a:extLst>
              </p:cNvPr>
              <p:cNvSpPr/>
              <p:nvPr/>
            </p:nvSpPr>
            <p:spPr>
              <a:xfrm>
                <a:off x="7335790" y="3888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7" name="Freeform 41376">
                <a:extLst>
                  <a:ext uri="{FF2B5EF4-FFF2-40B4-BE49-F238E27FC236}">
                    <a16:creationId xmlns:a16="http://schemas.microsoft.com/office/drawing/2014/main" id="{9464F718-83C0-28EB-2751-E5A9353A2709}"/>
                  </a:ext>
                </a:extLst>
              </p:cNvPr>
              <p:cNvSpPr/>
              <p:nvPr/>
            </p:nvSpPr>
            <p:spPr>
              <a:xfrm>
                <a:off x="7336286" y="38941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8" name="Freeform 41377">
                <a:extLst>
                  <a:ext uri="{FF2B5EF4-FFF2-40B4-BE49-F238E27FC236}">
                    <a16:creationId xmlns:a16="http://schemas.microsoft.com/office/drawing/2014/main" id="{7B785464-DDA1-FDDD-CBF7-1294104D12A2}"/>
                  </a:ext>
                </a:extLst>
              </p:cNvPr>
              <p:cNvSpPr/>
              <p:nvPr/>
            </p:nvSpPr>
            <p:spPr>
              <a:xfrm>
                <a:off x="7336782" y="39018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79" name="Freeform 41378">
                <a:extLst>
                  <a:ext uri="{FF2B5EF4-FFF2-40B4-BE49-F238E27FC236}">
                    <a16:creationId xmlns:a16="http://schemas.microsoft.com/office/drawing/2014/main" id="{D27BE1BE-5B6B-93CA-AFB8-63BBE587501B}"/>
                  </a:ext>
                </a:extLst>
              </p:cNvPr>
              <p:cNvSpPr/>
              <p:nvPr/>
            </p:nvSpPr>
            <p:spPr>
              <a:xfrm>
                <a:off x="7337377" y="3903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0" name="Freeform 41379">
                <a:extLst>
                  <a:ext uri="{FF2B5EF4-FFF2-40B4-BE49-F238E27FC236}">
                    <a16:creationId xmlns:a16="http://schemas.microsoft.com/office/drawing/2014/main" id="{6C2B9B74-866E-D2FF-474F-F81251E9D8C1}"/>
                  </a:ext>
                </a:extLst>
              </p:cNvPr>
              <p:cNvSpPr/>
              <p:nvPr/>
            </p:nvSpPr>
            <p:spPr>
              <a:xfrm>
                <a:off x="7337873" y="3875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1" name="Freeform 41380">
                <a:extLst>
                  <a:ext uri="{FF2B5EF4-FFF2-40B4-BE49-F238E27FC236}">
                    <a16:creationId xmlns:a16="http://schemas.microsoft.com/office/drawing/2014/main" id="{DC796D81-3F48-B959-B973-2FD79DFF4E92}"/>
                  </a:ext>
                </a:extLst>
              </p:cNvPr>
              <p:cNvSpPr/>
              <p:nvPr/>
            </p:nvSpPr>
            <p:spPr>
              <a:xfrm>
                <a:off x="7338370" y="3509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2" name="Freeform 41381">
                <a:extLst>
                  <a:ext uri="{FF2B5EF4-FFF2-40B4-BE49-F238E27FC236}">
                    <a16:creationId xmlns:a16="http://schemas.microsoft.com/office/drawing/2014/main" id="{57246EDA-E8DD-E50D-FB67-6BCF9AE5ACF3}"/>
                  </a:ext>
                </a:extLst>
              </p:cNvPr>
              <p:cNvSpPr/>
              <p:nvPr/>
            </p:nvSpPr>
            <p:spPr>
              <a:xfrm>
                <a:off x="7338965" y="3265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3" name="Freeform 41382">
                <a:extLst>
                  <a:ext uri="{FF2B5EF4-FFF2-40B4-BE49-F238E27FC236}">
                    <a16:creationId xmlns:a16="http://schemas.microsoft.com/office/drawing/2014/main" id="{1BCEC288-315F-C9F5-2A43-453D1139A5BE}"/>
                  </a:ext>
                </a:extLst>
              </p:cNvPr>
              <p:cNvSpPr/>
              <p:nvPr/>
            </p:nvSpPr>
            <p:spPr>
              <a:xfrm>
                <a:off x="7339461" y="3269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4" name="Freeform 41383">
                <a:extLst>
                  <a:ext uri="{FF2B5EF4-FFF2-40B4-BE49-F238E27FC236}">
                    <a16:creationId xmlns:a16="http://schemas.microsoft.com/office/drawing/2014/main" id="{F94F7491-0621-5313-7745-1D56383BE9B5}"/>
                  </a:ext>
                </a:extLst>
              </p:cNvPr>
              <p:cNvSpPr/>
              <p:nvPr/>
            </p:nvSpPr>
            <p:spPr>
              <a:xfrm>
                <a:off x="7339957" y="3313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5" name="Freeform 41384">
                <a:extLst>
                  <a:ext uri="{FF2B5EF4-FFF2-40B4-BE49-F238E27FC236}">
                    <a16:creationId xmlns:a16="http://schemas.microsoft.com/office/drawing/2014/main" id="{75756DBB-4EFF-AB84-6407-B997009B7878}"/>
                  </a:ext>
                </a:extLst>
              </p:cNvPr>
              <p:cNvSpPr/>
              <p:nvPr/>
            </p:nvSpPr>
            <p:spPr>
              <a:xfrm>
                <a:off x="7340453" y="3324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6" name="Freeform 41385">
                <a:extLst>
                  <a:ext uri="{FF2B5EF4-FFF2-40B4-BE49-F238E27FC236}">
                    <a16:creationId xmlns:a16="http://schemas.microsoft.com/office/drawing/2014/main" id="{AB8322F6-06E9-135E-1FB3-184C06ED6961}"/>
                  </a:ext>
                </a:extLst>
              </p:cNvPr>
              <p:cNvSpPr/>
              <p:nvPr/>
            </p:nvSpPr>
            <p:spPr>
              <a:xfrm>
                <a:off x="7341048" y="3196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7" name="Freeform 41386">
                <a:extLst>
                  <a:ext uri="{FF2B5EF4-FFF2-40B4-BE49-F238E27FC236}">
                    <a16:creationId xmlns:a16="http://schemas.microsoft.com/office/drawing/2014/main" id="{4B8832EC-18DF-42EA-CE8F-D023129F2F30}"/>
                  </a:ext>
                </a:extLst>
              </p:cNvPr>
              <p:cNvSpPr/>
              <p:nvPr/>
            </p:nvSpPr>
            <p:spPr>
              <a:xfrm>
                <a:off x="7341545" y="3108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8" name="Freeform 41387">
                <a:extLst>
                  <a:ext uri="{FF2B5EF4-FFF2-40B4-BE49-F238E27FC236}">
                    <a16:creationId xmlns:a16="http://schemas.microsoft.com/office/drawing/2014/main" id="{F747BDFE-8121-83CD-7852-3E91372F7FA2}"/>
                  </a:ext>
                </a:extLst>
              </p:cNvPr>
              <p:cNvSpPr/>
              <p:nvPr/>
            </p:nvSpPr>
            <p:spPr>
              <a:xfrm>
                <a:off x="7342041" y="3024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89" name="Freeform 41388">
                <a:extLst>
                  <a:ext uri="{FF2B5EF4-FFF2-40B4-BE49-F238E27FC236}">
                    <a16:creationId xmlns:a16="http://schemas.microsoft.com/office/drawing/2014/main" id="{6A2C173F-E0CD-19FF-A437-6BC5F78DCFF3}"/>
                  </a:ext>
                </a:extLst>
              </p:cNvPr>
              <p:cNvSpPr/>
              <p:nvPr/>
            </p:nvSpPr>
            <p:spPr>
              <a:xfrm>
                <a:off x="7342636" y="2928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0" name="Freeform 41389">
                <a:extLst>
                  <a:ext uri="{FF2B5EF4-FFF2-40B4-BE49-F238E27FC236}">
                    <a16:creationId xmlns:a16="http://schemas.microsoft.com/office/drawing/2014/main" id="{BE60D315-B0E9-56C3-D11C-2A55D6E7FEA9}"/>
                  </a:ext>
                </a:extLst>
              </p:cNvPr>
              <p:cNvSpPr/>
              <p:nvPr/>
            </p:nvSpPr>
            <p:spPr>
              <a:xfrm>
                <a:off x="7343132" y="2856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1" name="Freeform 41390">
                <a:extLst>
                  <a:ext uri="{FF2B5EF4-FFF2-40B4-BE49-F238E27FC236}">
                    <a16:creationId xmlns:a16="http://schemas.microsoft.com/office/drawing/2014/main" id="{9FD962F2-990B-D778-6293-F70879CF8068}"/>
                  </a:ext>
                </a:extLst>
              </p:cNvPr>
              <p:cNvSpPr/>
              <p:nvPr/>
            </p:nvSpPr>
            <p:spPr>
              <a:xfrm>
                <a:off x="7343628" y="2791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2" name="Freeform 41391">
                <a:extLst>
                  <a:ext uri="{FF2B5EF4-FFF2-40B4-BE49-F238E27FC236}">
                    <a16:creationId xmlns:a16="http://schemas.microsoft.com/office/drawing/2014/main" id="{1FB7AD32-5932-45FB-E250-CF9189F9F8AF}"/>
                  </a:ext>
                </a:extLst>
              </p:cNvPr>
              <p:cNvSpPr/>
              <p:nvPr/>
            </p:nvSpPr>
            <p:spPr>
              <a:xfrm>
                <a:off x="7344223" y="2788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3" name="Freeform 41392">
                <a:extLst>
                  <a:ext uri="{FF2B5EF4-FFF2-40B4-BE49-F238E27FC236}">
                    <a16:creationId xmlns:a16="http://schemas.microsoft.com/office/drawing/2014/main" id="{3B2C3BE5-AD96-0B6F-EDAC-EA6E176C06B1}"/>
                  </a:ext>
                </a:extLst>
              </p:cNvPr>
              <p:cNvSpPr/>
              <p:nvPr/>
            </p:nvSpPr>
            <p:spPr>
              <a:xfrm>
                <a:off x="7344720" y="2820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4" name="Freeform 41393">
                <a:extLst>
                  <a:ext uri="{FF2B5EF4-FFF2-40B4-BE49-F238E27FC236}">
                    <a16:creationId xmlns:a16="http://schemas.microsoft.com/office/drawing/2014/main" id="{CB755661-FB00-2E45-03ED-CD06017ECE18}"/>
                  </a:ext>
                </a:extLst>
              </p:cNvPr>
              <p:cNvSpPr/>
              <p:nvPr/>
            </p:nvSpPr>
            <p:spPr>
              <a:xfrm>
                <a:off x="7345216" y="304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5" name="Freeform 41394">
                <a:extLst>
                  <a:ext uri="{FF2B5EF4-FFF2-40B4-BE49-F238E27FC236}">
                    <a16:creationId xmlns:a16="http://schemas.microsoft.com/office/drawing/2014/main" id="{371D967B-379D-55EF-11D9-715DB0CA0639}"/>
                  </a:ext>
                </a:extLst>
              </p:cNvPr>
              <p:cNvSpPr/>
              <p:nvPr/>
            </p:nvSpPr>
            <p:spPr>
              <a:xfrm>
                <a:off x="7345811" y="3661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6" name="Freeform 41395">
                <a:extLst>
                  <a:ext uri="{FF2B5EF4-FFF2-40B4-BE49-F238E27FC236}">
                    <a16:creationId xmlns:a16="http://schemas.microsoft.com/office/drawing/2014/main" id="{61A985A6-036D-952C-6093-925672EC5A6F}"/>
                  </a:ext>
                </a:extLst>
              </p:cNvPr>
              <p:cNvSpPr/>
              <p:nvPr/>
            </p:nvSpPr>
            <p:spPr>
              <a:xfrm>
                <a:off x="7346307" y="3788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7" name="Freeform 41396">
                <a:extLst>
                  <a:ext uri="{FF2B5EF4-FFF2-40B4-BE49-F238E27FC236}">
                    <a16:creationId xmlns:a16="http://schemas.microsoft.com/office/drawing/2014/main" id="{C4235623-D59E-A171-30A3-1FE7DCD08666}"/>
                  </a:ext>
                </a:extLst>
              </p:cNvPr>
              <p:cNvSpPr/>
              <p:nvPr/>
            </p:nvSpPr>
            <p:spPr>
              <a:xfrm>
                <a:off x="7346803" y="3812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8" name="Freeform 41397">
                <a:extLst>
                  <a:ext uri="{FF2B5EF4-FFF2-40B4-BE49-F238E27FC236}">
                    <a16:creationId xmlns:a16="http://schemas.microsoft.com/office/drawing/2014/main" id="{6B675646-87B1-8F85-0B3E-6C88AAC3C814}"/>
                  </a:ext>
                </a:extLst>
              </p:cNvPr>
              <p:cNvSpPr/>
              <p:nvPr/>
            </p:nvSpPr>
            <p:spPr>
              <a:xfrm>
                <a:off x="7347398" y="3816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99" name="Freeform 41398">
                <a:extLst>
                  <a:ext uri="{FF2B5EF4-FFF2-40B4-BE49-F238E27FC236}">
                    <a16:creationId xmlns:a16="http://schemas.microsoft.com/office/drawing/2014/main" id="{103ACF5A-87E2-DD36-D0AF-C528181982CA}"/>
                  </a:ext>
                </a:extLst>
              </p:cNvPr>
              <p:cNvSpPr/>
              <p:nvPr/>
            </p:nvSpPr>
            <p:spPr>
              <a:xfrm>
                <a:off x="7347895" y="3819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0" name="Freeform 41399">
                <a:extLst>
                  <a:ext uri="{FF2B5EF4-FFF2-40B4-BE49-F238E27FC236}">
                    <a16:creationId xmlns:a16="http://schemas.microsoft.com/office/drawing/2014/main" id="{C96BD025-D509-F376-388B-6095C84784AD}"/>
                  </a:ext>
                </a:extLst>
              </p:cNvPr>
              <p:cNvSpPr/>
              <p:nvPr/>
            </p:nvSpPr>
            <p:spPr>
              <a:xfrm>
                <a:off x="7348391" y="3830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1" name="Freeform 41400">
                <a:extLst>
                  <a:ext uri="{FF2B5EF4-FFF2-40B4-BE49-F238E27FC236}">
                    <a16:creationId xmlns:a16="http://schemas.microsoft.com/office/drawing/2014/main" id="{64143F68-83BE-1CC8-93BC-762A16CF424D}"/>
                  </a:ext>
                </a:extLst>
              </p:cNvPr>
              <p:cNvSpPr/>
              <p:nvPr/>
            </p:nvSpPr>
            <p:spPr>
              <a:xfrm>
                <a:off x="7348986" y="3847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2" name="Freeform 41401">
                <a:extLst>
                  <a:ext uri="{FF2B5EF4-FFF2-40B4-BE49-F238E27FC236}">
                    <a16:creationId xmlns:a16="http://schemas.microsoft.com/office/drawing/2014/main" id="{DCD56909-88CC-32AF-4F67-229FEF766701}"/>
                  </a:ext>
                </a:extLst>
              </p:cNvPr>
              <p:cNvSpPr/>
              <p:nvPr/>
            </p:nvSpPr>
            <p:spPr>
              <a:xfrm>
                <a:off x="7349482" y="3859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3" name="Freeform 41402">
                <a:extLst>
                  <a:ext uri="{FF2B5EF4-FFF2-40B4-BE49-F238E27FC236}">
                    <a16:creationId xmlns:a16="http://schemas.microsoft.com/office/drawing/2014/main" id="{F6B6BAF8-61FC-F609-4948-3D0C525A80C7}"/>
                  </a:ext>
                </a:extLst>
              </p:cNvPr>
              <p:cNvSpPr/>
              <p:nvPr/>
            </p:nvSpPr>
            <p:spPr>
              <a:xfrm>
                <a:off x="7349978" y="3861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4" name="Freeform 41403">
                <a:extLst>
                  <a:ext uri="{FF2B5EF4-FFF2-40B4-BE49-F238E27FC236}">
                    <a16:creationId xmlns:a16="http://schemas.microsoft.com/office/drawing/2014/main" id="{8680C845-A387-DA22-09D0-D76117EE7E14}"/>
                  </a:ext>
                </a:extLst>
              </p:cNvPr>
              <p:cNvSpPr/>
              <p:nvPr/>
            </p:nvSpPr>
            <p:spPr>
              <a:xfrm>
                <a:off x="7350573" y="3803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5" name="Freeform 41404">
                <a:extLst>
                  <a:ext uri="{FF2B5EF4-FFF2-40B4-BE49-F238E27FC236}">
                    <a16:creationId xmlns:a16="http://schemas.microsoft.com/office/drawing/2014/main" id="{B13CC2AC-E84D-25FA-F29A-DF0E14DDAE60}"/>
                  </a:ext>
                </a:extLst>
              </p:cNvPr>
              <p:cNvSpPr/>
              <p:nvPr/>
            </p:nvSpPr>
            <p:spPr>
              <a:xfrm>
                <a:off x="7351070" y="34423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6" name="Freeform 41405">
                <a:extLst>
                  <a:ext uri="{FF2B5EF4-FFF2-40B4-BE49-F238E27FC236}">
                    <a16:creationId xmlns:a16="http://schemas.microsoft.com/office/drawing/2014/main" id="{6BF7251E-847C-FCE5-B689-7BA8A9286B3D}"/>
                  </a:ext>
                </a:extLst>
              </p:cNvPr>
              <p:cNvSpPr/>
              <p:nvPr/>
            </p:nvSpPr>
            <p:spPr>
              <a:xfrm>
                <a:off x="7351566" y="3306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7" name="Freeform 41406">
                <a:extLst>
                  <a:ext uri="{FF2B5EF4-FFF2-40B4-BE49-F238E27FC236}">
                    <a16:creationId xmlns:a16="http://schemas.microsoft.com/office/drawing/2014/main" id="{E8666CCD-1798-1269-0659-033DE87DB312}"/>
                  </a:ext>
                </a:extLst>
              </p:cNvPr>
              <p:cNvSpPr/>
              <p:nvPr/>
            </p:nvSpPr>
            <p:spPr>
              <a:xfrm>
                <a:off x="7352062" y="3310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8" name="Freeform 41407">
                <a:extLst>
                  <a:ext uri="{FF2B5EF4-FFF2-40B4-BE49-F238E27FC236}">
                    <a16:creationId xmlns:a16="http://schemas.microsoft.com/office/drawing/2014/main" id="{00AD7BC0-6C1B-BFFF-2F44-AAAC9CE0D010}"/>
                  </a:ext>
                </a:extLst>
              </p:cNvPr>
              <p:cNvSpPr/>
              <p:nvPr/>
            </p:nvSpPr>
            <p:spPr>
              <a:xfrm>
                <a:off x="7352657" y="3319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09" name="Freeform 41408">
                <a:extLst>
                  <a:ext uri="{FF2B5EF4-FFF2-40B4-BE49-F238E27FC236}">
                    <a16:creationId xmlns:a16="http://schemas.microsoft.com/office/drawing/2014/main" id="{CB19269D-9BA5-2F09-BA21-1A883BF296C9}"/>
                  </a:ext>
                </a:extLst>
              </p:cNvPr>
              <p:cNvSpPr/>
              <p:nvPr/>
            </p:nvSpPr>
            <p:spPr>
              <a:xfrm>
                <a:off x="7353153" y="3272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0" name="Freeform 41409">
                <a:extLst>
                  <a:ext uri="{FF2B5EF4-FFF2-40B4-BE49-F238E27FC236}">
                    <a16:creationId xmlns:a16="http://schemas.microsoft.com/office/drawing/2014/main" id="{FBB3F43B-92FC-6C55-1C4B-A15187CD1347}"/>
                  </a:ext>
                </a:extLst>
              </p:cNvPr>
              <p:cNvSpPr/>
              <p:nvPr/>
            </p:nvSpPr>
            <p:spPr>
              <a:xfrm>
                <a:off x="7353649" y="3175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1" name="Freeform 41410">
                <a:extLst>
                  <a:ext uri="{FF2B5EF4-FFF2-40B4-BE49-F238E27FC236}">
                    <a16:creationId xmlns:a16="http://schemas.microsoft.com/office/drawing/2014/main" id="{5E859E60-7B39-BC33-6B52-EB8C80126ABF}"/>
                  </a:ext>
                </a:extLst>
              </p:cNvPr>
              <p:cNvSpPr/>
              <p:nvPr/>
            </p:nvSpPr>
            <p:spPr>
              <a:xfrm>
                <a:off x="7354245" y="3130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2" name="Freeform 41411">
                <a:extLst>
                  <a:ext uri="{FF2B5EF4-FFF2-40B4-BE49-F238E27FC236}">
                    <a16:creationId xmlns:a16="http://schemas.microsoft.com/office/drawing/2014/main" id="{677082FE-0D5E-7B59-93E5-2B5D83227E5A}"/>
                  </a:ext>
                </a:extLst>
              </p:cNvPr>
              <p:cNvSpPr/>
              <p:nvPr/>
            </p:nvSpPr>
            <p:spPr>
              <a:xfrm>
                <a:off x="7354741" y="3057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3" name="Freeform 41412">
                <a:extLst>
                  <a:ext uri="{FF2B5EF4-FFF2-40B4-BE49-F238E27FC236}">
                    <a16:creationId xmlns:a16="http://schemas.microsoft.com/office/drawing/2014/main" id="{6D97980A-D521-E5C0-EDE0-066101089506}"/>
                  </a:ext>
                </a:extLst>
              </p:cNvPr>
              <p:cNvSpPr/>
              <p:nvPr/>
            </p:nvSpPr>
            <p:spPr>
              <a:xfrm>
                <a:off x="7355237" y="2993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4" name="Freeform 41413">
                <a:extLst>
                  <a:ext uri="{FF2B5EF4-FFF2-40B4-BE49-F238E27FC236}">
                    <a16:creationId xmlns:a16="http://schemas.microsoft.com/office/drawing/2014/main" id="{7A411CC0-9A75-B048-816C-76EA4B8894FE}"/>
                  </a:ext>
                </a:extLst>
              </p:cNvPr>
              <p:cNvSpPr/>
              <p:nvPr/>
            </p:nvSpPr>
            <p:spPr>
              <a:xfrm>
                <a:off x="7355832" y="2905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5" name="Freeform 41414">
                <a:extLst>
                  <a:ext uri="{FF2B5EF4-FFF2-40B4-BE49-F238E27FC236}">
                    <a16:creationId xmlns:a16="http://schemas.microsoft.com/office/drawing/2014/main" id="{FC1A543A-E184-7E2E-9332-01226862C880}"/>
                  </a:ext>
                </a:extLst>
              </p:cNvPr>
              <p:cNvSpPr/>
              <p:nvPr/>
            </p:nvSpPr>
            <p:spPr>
              <a:xfrm>
                <a:off x="7356328" y="2855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6" name="Freeform 41415">
                <a:extLst>
                  <a:ext uri="{FF2B5EF4-FFF2-40B4-BE49-F238E27FC236}">
                    <a16:creationId xmlns:a16="http://schemas.microsoft.com/office/drawing/2014/main" id="{83360204-B838-6618-F15A-729E8A5A8712}"/>
                  </a:ext>
                </a:extLst>
              </p:cNvPr>
              <p:cNvSpPr/>
              <p:nvPr/>
            </p:nvSpPr>
            <p:spPr>
              <a:xfrm>
                <a:off x="7356824" y="2837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7" name="Freeform 41416">
                <a:extLst>
                  <a:ext uri="{FF2B5EF4-FFF2-40B4-BE49-F238E27FC236}">
                    <a16:creationId xmlns:a16="http://schemas.microsoft.com/office/drawing/2014/main" id="{70E8317E-8835-E1F4-1E91-8518F48DA8DB}"/>
                  </a:ext>
                </a:extLst>
              </p:cNvPr>
              <p:cNvSpPr/>
              <p:nvPr/>
            </p:nvSpPr>
            <p:spPr>
              <a:xfrm>
                <a:off x="7357420" y="2812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8" name="Freeform 41417">
                <a:extLst>
                  <a:ext uri="{FF2B5EF4-FFF2-40B4-BE49-F238E27FC236}">
                    <a16:creationId xmlns:a16="http://schemas.microsoft.com/office/drawing/2014/main" id="{288E96DA-85CE-41E8-471C-088DC21B3BC6}"/>
                  </a:ext>
                </a:extLst>
              </p:cNvPr>
              <p:cNvSpPr/>
              <p:nvPr/>
            </p:nvSpPr>
            <p:spPr>
              <a:xfrm>
                <a:off x="7357916" y="3063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19" name="Freeform 41418">
                <a:extLst>
                  <a:ext uri="{FF2B5EF4-FFF2-40B4-BE49-F238E27FC236}">
                    <a16:creationId xmlns:a16="http://schemas.microsoft.com/office/drawing/2014/main" id="{307E710B-A026-BD4F-FE43-6CA8EEA43B6B}"/>
                  </a:ext>
                </a:extLst>
              </p:cNvPr>
              <p:cNvSpPr/>
              <p:nvPr/>
            </p:nvSpPr>
            <p:spPr>
              <a:xfrm>
                <a:off x="7358412" y="3645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0" name="Freeform 41419">
                <a:extLst>
                  <a:ext uri="{FF2B5EF4-FFF2-40B4-BE49-F238E27FC236}">
                    <a16:creationId xmlns:a16="http://schemas.microsoft.com/office/drawing/2014/main" id="{4E69F76E-FCD0-CDA2-B3C4-737BDDCEF042}"/>
                  </a:ext>
                </a:extLst>
              </p:cNvPr>
              <p:cNvSpPr/>
              <p:nvPr/>
            </p:nvSpPr>
            <p:spPr>
              <a:xfrm>
                <a:off x="7359007" y="3753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1" name="Freeform 41420">
                <a:extLst>
                  <a:ext uri="{FF2B5EF4-FFF2-40B4-BE49-F238E27FC236}">
                    <a16:creationId xmlns:a16="http://schemas.microsoft.com/office/drawing/2014/main" id="{93FD0351-0FB0-EAF4-BDF0-43FA50453D42}"/>
                  </a:ext>
                </a:extLst>
              </p:cNvPr>
              <p:cNvSpPr/>
              <p:nvPr/>
            </p:nvSpPr>
            <p:spPr>
              <a:xfrm>
                <a:off x="7359503" y="3781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2" name="Freeform 41421">
                <a:extLst>
                  <a:ext uri="{FF2B5EF4-FFF2-40B4-BE49-F238E27FC236}">
                    <a16:creationId xmlns:a16="http://schemas.microsoft.com/office/drawing/2014/main" id="{8C411F8C-4C63-FB34-1D5E-A9E775619913}"/>
                  </a:ext>
                </a:extLst>
              </p:cNvPr>
              <p:cNvSpPr/>
              <p:nvPr/>
            </p:nvSpPr>
            <p:spPr>
              <a:xfrm>
                <a:off x="7359999" y="3779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3" name="Freeform 41422">
                <a:extLst>
                  <a:ext uri="{FF2B5EF4-FFF2-40B4-BE49-F238E27FC236}">
                    <a16:creationId xmlns:a16="http://schemas.microsoft.com/office/drawing/2014/main" id="{15FCD7C8-B498-D00C-4EE6-F811D241E2FE}"/>
                  </a:ext>
                </a:extLst>
              </p:cNvPr>
              <p:cNvSpPr/>
              <p:nvPr/>
            </p:nvSpPr>
            <p:spPr>
              <a:xfrm>
                <a:off x="7360595" y="3776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4" name="Freeform 41423">
                <a:extLst>
                  <a:ext uri="{FF2B5EF4-FFF2-40B4-BE49-F238E27FC236}">
                    <a16:creationId xmlns:a16="http://schemas.microsoft.com/office/drawing/2014/main" id="{8F63D9F8-7B1C-F142-0CB3-2356640B6198}"/>
                  </a:ext>
                </a:extLst>
              </p:cNvPr>
              <p:cNvSpPr/>
              <p:nvPr/>
            </p:nvSpPr>
            <p:spPr>
              <a:xfrm>
                <a:off x="7361091" y="3779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5" name="Freeform 41424">
                <a:extLst>
                  <a:ext uri="{FF2B5EF4-FFF2-40B4-BE49-F238E27FC236}">
                    <a16:creationId xmlns:a16="http://schemas.microsoft.com/office/drawing/2014/main" id="{89772272-CE73-E240-F1CC-AA46402F08C7}"/>
                  </a:ext>
                </a:extLst>
              </p:cNvPr>
              <p:cNvSpPr/>
              <p:nvPr/>
            </p:nvSpPr>
            <p:spPr>
              <a:xfrm>
                <a:off x="7361587" y="3789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6" name="Freeform 41425">
                <a:extLst>
                  <a:ext uri="{FF2B5EF4-FFF2-40B4-BE49-F238E27FC236}">
                    <a16:creationId xmlns:a16="http://schemas.microsoft.com/office/drawing/2014/main" id="{68197879-7456-42F1-2F1C-F4B8ED6B1BFF}"/>
                  </a:ext>
                </a:extLst>
              </p:cNvPr>
              <p:cNvSpPr/>
              <p:nvPr/>
            </p:nvSpPr>
            <p:spPr>
              <a:xfrm>
                <a:off x="7362182" y="3795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7" name="Freeform 41426">
                <a:extLst>
                  <a:ext uri="{FF2B5EF4-FFF2-40B4-BE49-F238E27FC236}">
                    <a16:creationId xmlns:a16="http://schemas.microsoft.com/office/drawing/2014/main" id="{82785687-ED52-90A4-15E8-FE092912FAF8}"/>
                  </a:ext>
                </a:extLst>
              </p:cNvPr>
              <p:cNvSpPr/>
              <p:nvPr/>
            </p:nvSpPr>
            <p:spPr>
              <a:xfrm>
                <a:off x="7362678" y="3794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8" name="Freeform 41427">
                <a:extLst>
                  <a:ext uri="{FF2B5EF4-FFF2-40B4-BE49-F238E27FC236}">
                    <a16:creationId xmlns:a16="http://schemas.microsoft.com/office/drawing/2014/main" id="{BBB4BFB6-D05F-5AAA-B82F-F900BEC69F95}"/>
                  </a:ext>
                </a:extLst>
              </p:cNvPr>
              <p:cNvSpPr/>
              <p:nvPr/>
            </p:nvSpPr>
            <p:spPr>
              <a:xfrm>
                <a:off x="7363174" y="3642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29" name="Freeform 41428">
                <a:extLst>
                  <a:ext uri="{FF2B5EF4-FFF2-40B4-BE49-F238E27FC236}">
                    <a16:creationId xmlns:a16="http://schemas.microsoft.com/office/drawing/2014/main" id="{013BD99A-4455-457F-351E-5E14FF4B61AD}"/>
                  </a:ext>
                </a:extLst>
              </p:cNvPr>
              <p:cNvSpPr/>
              <p:nvPr/>
            </p:nvSpPr>
            <p:spPr>
              <a:xfrm>
                <a:off x="7363670" y="3403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0" name="Freeform 41429">
                <a:extLst>
                  <a:ext uri="{FF2B5EF4-FFF2-40B4-BE49-F238E27FC236}">
                    <a16:creationId xmlns:a16="http://schemas.microsoft.com/office/drawing/2014/main" id="{33BEDC64-851B-A095-581C-E450B7903282}"/>
                  </a:ext>
                </a:extLst>
              </p:cNvPr>
              <p:cNvSpPr/>
              <p:nvPr/>
            </p:nvSpPr>
            <p:spPr>
              <a:xfrm>
                <a:off x="7364266" y="3232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1" name="Freeform 41430">
                <a:extLst>
                  <a:ext uri="{FF2B5EF4-FFF2-40B4-BE49-F238E27FC236}">
                    <a16:creationId xmlns:a16="http://schemas.microsoft.com/office/drawing/2014/main" id="{D0D4F3E7-FB56-B7C6-C2ED-43AA65097D60}"/>
                  </a:ext>
                </a:extLst>
              </p:cNvPr>
              <p:cNvSpPr/>
              <p:nvPr/>
            </p:nvSpPr>
            <p:spPr>
              <a:xfrm>
                <a:off x="7364762" y="3232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2" name="Freeform 41431">
                <a:extLst>
                  <a:ext uri="{FF2B5EF4-FFF2-40B4-BE49-F238E27FC236}">
                    <a16:creationId xmlns:a16="http://schemas.microsoft.com/office/drawing/2014/main" id="{3FD8A75B-2D87-87DB-D5C5-21F18480868C}"/>
                  </a:ext>
                </a:extLst>
              </p:cNvPr>
              <p:cNvSpPr/>
              <p:nvPr/>
            </p:nvSpPr>
            <p:spPr>
              <a:xfrm>
                <a:off x="7365258" y="3277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3" name="Freeform 41432">
                <a:extLst>
                  <a:ext uri="{FF2B5EF4-FFF2-40B4-BE49-F238E27FC236}">
                    <a16:creationId xmlns:a16="http://schemas.microsoft.com/office/drawing/2014/main" id="{38A50582-284D-EBF1-5487-77D8CC819151}"/>
                  </a:ext>
                </a:extLst>
              </p:cNvPr>
              <p:cNvSpPr/>
              <p:nvPr/>
            </p:nvSpPr>
            <p:spPr>
              <a:xfrm>
                <a:off x="7365853" y="3239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4" name="Freeform 41433">
                <a:extLst>
                  <a:ext uri="{FF2B5EF4-FFF2-40B4-BE49-F238E27FC236}">
                    <a16:creationId xmlns:a16="http://schemas.microsoft.com/office/drawing/2014/main" id="{BB1420E9-E2CB-D5C0-1D3B-D1654A25B203}"/>
                  </a:ext>
                </a:extLst>
              </p:cNvPr>
              <p:cNvSpPr/>
              <p:nvPr/>
            </p:nvSpPr>
            <p:spPr>
              <a:xfrm>
                <a:off x="7366349" y="31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5" name="Freeform 41434">
                <a:extLst>
                  <a:ext uri="{FF2B5EF4-FFF2-40B4-BE49-F238E27FC236}">
                    <a16:creationId xmlns:a16="http://schemas.microsoft.com/office/drawing/2014/main" id="{E4C5F411-07CB-ADD8-759A-8B4C40F43816}"/>
                  </a:ext>
                </a:extLst>
              </p:cNvPr>
              <p:cNvSpPr/>
              <p:nvPr/>
            </p:nvSpPr>
            <p:spPr>
              <a:xfrm>
                <a:off x="7366845" y="3004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6" name="Freeform 41435">
                <a:extLst>
                  <a:ext uri="{FF2B5EF4-FFF2-40B4-BE49-F238E27FC236}">
                    <a16:creationId xmlns:a16="http://schemas.microsoft.com/office/drawing/2014/main" id="{5F783182-4AB7-6A6F-F16F-0CB6392CC5AE}"/>
                  </a:ext>
                </a:extLst>
              </p:cNvPr>
              <p:cNvSpPr/>
              <p:nvPr/>
            </p:nvSpPr>
            <p:spPr>
              <a:xfrm>
                <a:off x="7367441" y="2979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7" name="Freeform 41436">
                <a:extLst>
                  <a:ext uri="{FF2B5EF4-FFF2-40B4-BE49-F238E27FC236}">
                    <a16:creationId xmlns:a16="http://schemas.microsoft.com/office/drawing/2014/main" id="{943BAEFD-6E32-5CEE-7778-40B53C35B116}"/>
                  </a:ext>
                </a:extLst>
              </p:cNvPr>
              <p:cNvSpPr/>
              <p:nvPr/>
            </p:nvSpPr>
            <p:spPr>
              <a:xfrm>
                <a:off x="7367937" y="2892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8" name="Freeform 41437">
                <a:extLst>
                  <a:ext uri="{FF2B5EF4-FFF2-40B4-BE49-F238E27FC236}">
                    <a16:creationId xmlns:a16="http://schemas.microsoft.com/office/drawing/2014/main" id="{2C63E4F0-2E9A-0630-FE86-41D21974DC3C}"/>
                  </a:ext>
                </a:extLst>
              </p:cNvPr>
              <p:cNvSpPr/>
              <p:nvPr/>
            </p:nvSpPr>
            <p:spPr>
              <a:xfrm>
                <a:off x="7368433" y="2820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39" name="Freeform 41438">
                <a:extLst>
                  <a:ext uri="{FF2B5EF4-FFF2-40B4-BE49-F238E27FC236}">
                    <a16:creationId xmlns:a16="http://schemas.microsoft.com/office/drawing/2014/main" id="{C283B4A6-5F8D-CF43-71AC-B9DAA91A8966}"/>
                  </a:ext>
                </a:extLst>
              </p:cNvPr>
              <p:cNvSpPr/>
              <p:nvPr/>
            </p:nvSpPr>
            <p:spPr>
              <a:xfrm>
                <a:off x="7369028" y="2746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0" name="Freeform 41439">
                <a:extLst>
                  <a:ext uri="{FF2B5EF4-FFF2-40B4-BE49-F238E27FC236}">
                    <a16:creationId xmlns:a16="http://schemas.microsoft.com/office/drawing/2014/main" id="{58EDEA9E-7FC7-7046-B2C7-93C5C214A929}"/>
                  </a:ext>
                </a:extLst>
              </p:cNvPr>
              <p:cNvSpPr/>
              <p:nvPr/>
            </p:nvSpPr>
            <p:spPr>
              <a:xfrm>
                <a:off x="7369524" y="2726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1" name="Freeform 41440">
                <a:extLst>
                  <a:ext uri="{FF2B5EF4-FFF2-40B4-BE49-F238E27FC236}">
                    <a16:creationId xmlns:a16="http://schemas.microsoft.com/office/drawing/2014/main" id="{88A8714D-2184-2F96-637A-8974EDA8C4E0}"/>
                  </a:ext>
                </a:extLst>
              </p:cNvPr>
              <p:cNvSpPr/>
              <p:nvPr/>
            </p:nvSpPr>
            <p:spPr>
              <a:xfrm>
                <a:off x="7370020" y="274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2" name="Freeform 41441">
                <a:extLst>
                  <a:ext uri="{FF2B5EF4-FFF2-40B4-BE49-F238E27FC236}">
                    <a16:creationId xmlns:a16="http://schemas.microsoft.com/office/drawing/2014/main" id="{6B3786EE-F624-D63D-7740-CA1F01450935}"/>
                  </a:ext>
                </a:extLst>
              </p:cNvPr>
              <p:cNvSpPr/>
              <p:nvPr/>
            </p:nvSpPr>
            <p:spPr>
              <a:xfrm>
                <a:off x="7370616" y="3024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3" name="Freeform 41442">
                <a:extLst>
                  <a:ext uri="{FF2B5EF4-FFF2-40B4-BE49-F238E27FC236}">
                    <a16:creationId xmlns:a16="http://schemas.microsoft.com/office/drawing/2014/main" id="{04837C74-1273-9349-9687-FAF643D5AAF2}"/>
                  </a:ext>
                </a:extLst>
              </p:cNvPr>
              <p:cNvSpPr/>
              <p:nvPr/>
            </p:nvSpPr>
            <p:spPr>
              <a:xfrm>
                <a:off x="7371112" y="3612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4" name="Freeform 41443">
                <a:extLst>
                  <a:ext uri="{FF2B5EF4-FFF2-40B4-BE49-F238E27FC236}">
                    <a16:creationId xmlns:a16="http://schemas.microsoft.com/office/drawing/2014/main" id="{AB47E598-F7E9-FD8D-FF1E-C0DEDE758406}"/>
                  </a:ext>
                </a:extLst>
              </p:cNvPr>
              <p:cNvSpPr/>
              <p:nvPr/>
            </p:nvSpPr>
            <p:spPr>
              <a:xfrm>
                <a:off x="7371608" y="3711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5" name="Freeform 41444">
                <a:extLst>
                  <a:ext uri="{FF2B5EF4-FFF2-40B4-BE49-F238E27FC236}">
                    <a16:creationId xmlns:a16="http://schemas.microsoft.com/office/drawing/2014/main" id="{1832354D-0B08-D64E-076D-2A53BE08A77C}"/>
                  </a:ext>
                </a:extLst>
              </p:cNvPr>
              <p:cNvSpPr/>
              <p:nvPr/>
            </p:nvSpPr>
            <p:spPr>
              <a:xfrm>
                <a:off x="7372203" y="3777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6" name="Freeform 41445">
                <a:extLst>
                  <a:ext uri="{FF2B5EF4-FFF2-40B4-BE49-F238E27FC236}">
                    <a16:creationId xmlns:a16="http://schemas.microsoft.com/office/drawing/2014/main" id="{0A3EB037-1BED-78AA-258D-B7C95A83D0AF}"/>
                  </a:ext>
                </a:extLst>
              </p:cNvPr>
              <p:cNvSpPr/>
              <p:nvPr/>
            </p:nvSpPr>
            <p:spPr>
              <a:xfrm>
                <a:off x="7372699" y="3772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7" name="Freeform 41446">
                <a:extLst>
                  <a:ext uri="{FF2B5EF4-FFF2-40B4-BE49-F238E27FC236}">
                    <a16:creationId xmlns:a16="http://schemas.microsoft.com/office/drawing/2014/main" id="{972C0AE3-4482-E297-2345-3A2252E02230}"/>
                  </a:ext>
                </a:extLst>
              </p:cNvPr>
              <p:cNvSpPr/>
              <p:nvPr/>
            </p:nvSpPr>
            <p:spPr>
              <a:xfrm>
                <a:off x="7373195" y="3772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8" name="Freeform 41447">
                <a:extLst>
                  <a:ext uri="{FF2B5EF4-FFF2-40B4-BE49-F238E27FC236}">
                    <a16:creationId xmlns:a16="http://schemas.microsoft.com/office/drawing/2014/main" id="{9057E399-D3E1-3783-7723-6E5CC0213B2A}"/>
                  </a:ext>
                </a:extLst>
              </p:cNvPr>
              <p:cNvSpPr/>
              <p:nvPr/>
            </p:nvSpPr>
            <p:spPr>
              <a:xfrm>
                <a:off x="7373791" y="3776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49" name="Freeform 41448">
                <a:extLst>
                  <a:ext uri="{FF2B5EF4-FFF2-40B4-BE49-F238E27FC236}">
                    <a16:creationId xmlns:a16="http://schemas.microsoft.com/office/drawing/2014/main" id="{F0041C12-3F92-D243-B2C8-BF7EB4B66D86}"/>
                  </a:ext>
                </a:extLst>
              </p:cNvPr>
              <p:cNvSpPr/>
              <p:nvPr/>
            </p:nvSpPr>
            <p:spPr>
              <a:xfrm>
                <a:off x="7374287" y="3788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0" name="Freeform 41449">
                <a:extLst>
                  <a:ext uri="{FF2B5EF4-FFF2-40B4-BE49-F238E27FC236}">
                    <a16:creationId xmlns:a16="http://schemas.microsoft.com/office/drawing/2014/main" id="{B4886108-4A7E-17B0-797B-522F96AF8AF0}"/>
                  </a:ext>
                </a:extLst>
              </p:cNvPr>
              <p:cNvSpPr/>
              <p:nvPr/>
            </p:nvSpPr>
            <p:spPr>
              <a:xfrm>
                <a:off x="7374783" y="3770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1" name="Freeform 41450">
                <a:extLst>
                  <a:ext uri="{FF2B5EF4-FFF2-40B4-BE49-F238E27FC236}">
                    <a16:creationId xmlns:a16="http://schemas.microsoft.com/office/drawing/2014/main" id="{CA79619B-D4D5-E490-8864-802EFFECA8C5}"/>
                  </a:ext>
                </a:extLst>
              </p:cNvPr>
              <p:cNvSpPr/>
              <p:nvPr/>
            </p:nvSpPr>
            <p:spPr>
              <a:xfrm>
                <a:off x="7375378" y="3777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2" name="Freeform 41451">
                <a:extLst>
                  <a:ext uri="{FF2B5EF4-FFF2-40B4-BE49-F238E27FC236}">
                    <a16:creationId xmlns:a16="http://schemas.microsoft.com/office/drawing/2014/main" id="{94904A12-6BC0-2094-2CE9-FD8331FDDD2F}"/>
                  </a:ext>
                </a:extLst>
              </p:cNvPr>
              <p:cNvSpPr/>
              <p:nvPr/>
            </p:nvSpPr>
            <p:spPr>
              <a:xfrm>
                <a:off x="7375874" y="3638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3" name="Freeform 41452">
                <a:extLst>
                  <a:ext uri="{FF2B5EF4-FFF2-40B4-BE49-F238E27FC236}">
                    <a16:creationId xmlns:a16="http://schemas.microsoft.com/office/drawing/2014/main" id="{8C13C816-0DF5-58FB-9CFD-812C01CC1D73}"/>
                  </a:ext>
                </a:extLst>
              </p:cNvPr>
              <p:cNvSpPr/>
              <p:nvPr/>
            </p:nvSpPr>
            <p:spPr>
              <a:xfrm>
                <a:off x="7376370" y="3390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4" name="Freeform 41453">
                <a:extLst>
                  <a:ext uri="{FF2B5EF4-FFF2-40B4-BE49-F238E27FC236}">
                    <a16:creationId xmlns:a16="http://schemas.microsoft.com/office/drawing/2014/main" id="{DED3EC79-060A-9603-EFF1-3559EDC954DC}"/>
                  </a:ext>
                </a:extLst>
              </p:cNvPr>
              <p:cNvSpPr/>
              <p:nvPr/>
            </p:nvSpPr>
            <p:spPr>
              <a:xfrm>
                <a:off x="7376866" y="3257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5" name="Freeform 41454">
                <a:extLst>
                  <a:ext uri="{FF2B5EF4-FFF2-40B4-BE49-F238E27FC236}">
                    <a16:creationId xmlns:a16="http://schemas.microsoft.com/office/drawing/2014/main" id="{703C2ABA-DDC1-C57D-0C6F-506CB8A152A1}"/>
                  </a:ext>
                </a:extLst>
              </p:cNvPr>
              <p:cNvSpPr/>
              <p:nvPr/>
            </p:nvSpPr>
            <p:spPr>
              <a:xfrm>
                <a:off x="7377462" y="3268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6" name="Freeform 41455">
                <a:extLst>
                  <a:ext uri="{FF2B5EF4-FFF2-40B4-BE49-F238E27FC236}">
                    <a16:creationId xmlns:a16="http://schemas.microsoft.com/office/drawing/2014/main" id="{6C414C64-3D65-333E-AEE6-3C4EF93A2DB7}"/>
                  </a:ext>
                </a:extLst>
              </p:cNvPr>
              <p:cNvSpPr/>
              <p:nvPr/>
            </p:nvSpPr>
            <p:spPr>
              <a:xfrm>
                <a:off x="7377958" y="3277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7" name="Freeform 41456">
                <a:extLst>
                  <a:ext uri="{FF2B5EF4-FFF2-40B4-BE49-F238E27FC236}">
                    <a16:creationId xmlns:a16="http://schemas.microsoft.com/office/drawing/2014/main" id="{54139DFD-3806-6B79-80D4-F58DDE6697C4}"/>
                  </a:ext>
                </a:extLst>
              </p:cNvPr>
              <p:cNvSpPr/>
              <p:nvPr/>
            </p:nvSpPr>
            <p:spPr>
              <a:xfrm>
                <a:off x="7378454" y="3281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8" name="Freeform 41457">
                <a:extLst>
                  <a:ext uri="{FF2B5EF4-FFF2-40B4-BE49-F238E27FC236}">
                    <a16:creationId xmlns:a16="http://schemas.microsoft.com/office/drawing/2014/main" id="{5D5B02CC-4044-C78E-AB02-30560B2D05B7}"/>
                  </a:ext>
                </a:extLst>
              </p:cNvPr>
              <p:cNvSpPr/>
              <p:nvPr/>
            </p:nvSpPr>
            <p:spPr>
              <a:xfrm>
                <a:off x="7379049" y="3222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59" name="Freeform 41458">
                <a:extLst>
                  <a:ext uri="{FF2B5EF4-FFF2-40B4-BE49-F238E27FC236}">
                    <a16:creationId xmlns:a16="http://schemas.microsoft.com/office/drawing/2014/main" id="{9D399979-62D4-3420-428A-19D7093671D0}"/>
                  </a:ext>
                </a:extLst>
              </p:cNvPr>
              <p:cNvSpPr/>
              <p:nvPr/>
            </p:nvSpPr>
            <p:spPr>
              <a:xfrm>
                <a:off x="7379545" y="3160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0" name="Freeform 41459">
                <a:extLst>
                  <a:ext uri="{FF2B5EF4-FFF2-40B4-BE49-F238E27FC236}">
                    <a16:creationId xmlns:a16="http://schemas.microsoft.com/office/drawing/2014/main" id="{647A0FB5-5733-1663-E149-980113603283}"/>
                  </a:ext>
                </a:extLst>
              </p:cNvPr>
              <p:cNvSpPr/>
              <p:nvPr/>
            </p:nvSpPr>
            <p:spPr>
              <a:xfrm>
                <a:off x="7380041" y="3060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1" name="Freeform 41460">
                <a:extLst>
                  <a:ext uri="{FF2B5EF4-FFF2-40B4-BE49-F238E27FC236}">
                    <a16:creationId xmlns:a16="http://schemas.microsoft.com/office/drawing/2014/main" id="{783F20BB-0F50-A743-EFDE-5A4B882C5EC0}"/>
                  </a:ext>
                </a:extLst>
              </p:cNvPr>
              <p:cNvSpPr/>
              <p:nvPr/>
            </p:nvSpPr>
            <p:spPr>
              <a:xfrm>
                <a:off x="7380637" y="2965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2" name="Freeform 41461">
                <a:extLst>
                  <a:ext uri="{FF2B5EF4-FFF2-40B4-BE49-F238E27FC236}">
                    <a16:creationId xmlns:a16="http://schemas.microsoft.com/office/drawing/2014/main" id="{D24C98BD-0B0A-BD34-8E35-25D5E1B4CE86}"/>
                  </a:ext>
                </a:extLst>
              </p:cNvPr>
              <p:cNvSpPr/>
              <p:nvPr/>
            </p:nvSpPr>
            <p:spPr>
              <a:xfrm>
                <a:off x="7381133" y="2903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3" name="Freeform 41462">
                <a:extLst>
                  <a:ext uri="{FF2B5EF4-FFF2-40B4-BE49-F238E27FC236}">
                    <a16:creationId xmlns:a16="http://schemas.microsoft.com/office/drawing/2014/main" id="{68436500-7AC2-98F0-0144-E3D6E6072D25}"/>
                  </a:ext>
                </a:extLst>
              </p:cNvPr>
              <p:cNvSpPr/>
              <p:nvPr/>
            </p:nvSpPr>
            <p:spPr>
              <a:xfrm>
                <a:off x="7381629" y="2830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4" name="Freeform 41463">
                <a:extLst>
                  <a:ext uri="{FF2B5EF4-FFF2-40B4-BE49-F238E27FC236}">
                    <a16:creationId xmlns:a16="http://schemas.microsoft.com/office/drawing/2014/main" id="{DFB77B90-702A-13EF-0888-72BD8BE1C04C}"/>
                  </a:ext>
                </a:extLst>
              </p:cNvPr>
              <p:cNvSpPr/>
              <p:nvPr/>
            </p:nvSpPr>
            <p:spPr>
              <a:xfrm>
                <a:off x="7382224" y="278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5" name="Freeform 41464">
                <a:extLst>
                  <a:ext uri="{FF2B5EF4-FFF2-40B4-BE49-F238E27FC236}">
                    <a16:creationId xmlns:a16="http://schemas.microsoft.com/office/drawing/2014/main" id="{1C15F52F-5C9A-ED09-9A7D-B78210299394}"/>
                  </a:ext>
                </a:extLst>
              </p:cNvPr>
              <p:cNvSpPr/>
              <p:nvPr/>
            </p:nvSpPr>
            <p:spPr>
              <a:xfrm>
                <a:off x="7382720" y="2793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6" name="Freeform 41465">
                <a:extLst>
                  <a:ext uri="{FF2B5EF4-FFF2-40B4-BE49-F238E27FC236}">
                    <a16:creationId xmlns:a16="http://schemas.microsoft.com/office/drawing/2014/main" id="{B4134A08-1E95-13EA-F491-5E181AAFCE5B}"/>
                  </a:ext>
                </a:extLst>
              </p:cNvPr>
              <p:cNvSpPr/>
              <p:nvPr/>
            </p:nvSpPr>
            <p:spPr>
              <a:xfrm>
                <a:off x="7383216" y="3022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7" name="Freeform 41466">
                <a:extLst>
                  <a:ext uri="{FF2B5EF4-FFF2-40B4-BE49-F238E27FC236}">
                    <a16:creationId xmlns:a16="http://schemas.microsoft.com/office/drawing/2014/main" id="{930AAFD7-B36F-A064-DC44-66BED3476EA7}"/>
                  </a:ext>
                </a:extLst>
              </p:cNvPr>
              <p:cNvSpPr/>
              <p:nvPr/>
            </p:nvSpPr>
            <p:spPr>
              <a:xfrm>
                <a:off x="7383812" y="3689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8" name="Freeform 41467">
                <a:extLst>
                  <a:ext uri="{FF2B5EF4-FFF2-40B4-BE49-F238E27FC236}">
                    <a16:creationId xmlns:a16="http://schemas.microsoft.com/office/drawing/2014/main" id="{5157CF94-6E9C-5877-7FFF-4CE240343817}"/>
                  </a:ext>
                </a:extLst>
              </p:cNvPr>
              <p:cNvSpPr/>
              <p:nvPr/>
            </p:nvSpPr>
            <p:spPr>
              <a:xfrm>
                <a:off x="7384308" y="3824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69" name="Freeform 41468">
                <a:extLst>
                  <a:ext uri="{FF2B5EF4-FFF2-40B4-BE49-F238E27FC236}">
                    <a16:creationId xmlns:a16="http://schemas.microsoft.com/office/drawing/2014/main" id="{F3E0E4F9-9DA5-0301-570A-9226E919DBFD}"/>
                  </a:ext>
                </a:extLst>
              </p:cNvPr>
              <p:cNvSpPr/>
              <p:nvPr/>
            </p:nvSpPr>
            <p:spPr>
              <a:xfrm>
                <a:off x="7384804" y="3832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0" name="Freeform 41469">
                <a:extLst>
                  <a:ext uri="{FF2B5EF4-FFF2-40B4-BE49-F238E27FC236}">
                    <a16:creationId xmlns:a16="http://schemas.microsoft.com/office/drawing/2014/main" id="{DCAF4E0E-85AF-C9EE-2A84-016655262159}"/>
                  </a:ext>
                </a:extLst>
              </p:cNvPr>
              <p:cNvSpPr/>
              <p:nvPr/>
            </p:nvSpPr>
            <p:spPr>
              <a:xfrm>
                <a:off x="7385399" y="3830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1" name="Freeform 41470">
                <a:extLst>
                  <a:ext uri="{FF2B5EF4-FFF2-40B4-BE49-F238E27FC236}">
                    <a16:creationId xmlns:a16="http://schemas.microsoft.com/office/drawing/2014/main" id="{FDF5599B-B8C5-93F7-D0D7-66373B456F8F}"/>
                  </a:ext>
                </a:extLst>
              </p:cNvPr>
              <p:cNvSpPr/>
              <p:nvPr/>
            </p:nvSpPr>
            <p:spPr>
              <a:xfrm>
                <a:off x="7385895" y="3814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2" name="Freeform 41471">
                <a:extLst>
                  <a:ext uri="{FF2B5EF4-FFF2-40B4-BE49-F238E27FC236}">
                    <a16:creationId xmlns:a16="http://schemas.microsoft.com/office/drawing/2014/main" id="{C99B6B25-7A17-B55D-3219-D7802B5172AA}"/>
                  </a:ext>
                </a:extLst>
              </p:cNvPr>
              <p:cNvSpPr/>
              <p:nvPr/>
            </p:nvSpPr>
            <p:spPr>
              <a:xfrm>
                <a:off x="7386391" y="3820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3" name="Freeform 41472">
                <a:extLst>
                  <a:ext uri="{FF2B5EF4-FFF2-40B4-BE49-F238E27FC236}">
                    <a16:creationId xmlns:a16="http://schemas.microsoft.com/office/drawing/2014/main" id="{0A5A3C37-8602-B28A-1201-F286C088F985}"/>
                  </a:ext>
                </a:extLst>
              </p:cNvPr>
              <p:cNvSpPr/>
              <p:nvPr/>
            </p:nvSpPr>
            <p:spPr>
              <a:xfrm>
                <a:off x="7386987" y="3838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4" name="Freeform 41473">
                <a:extLst>
                  <a:ext uri="{FF2B5EF4-FFF2-40B4-BE49-F238E27FC236}">
                    <a16:creationId xmlns:a16="http://schemas.microsoft.com/office/drawing/2014/main" id="{7919B6DB-56BB-8234-0726-5B51D0D713CA}"/>
                  </a:ext>
                </a:extLst>
              </p:cNvPr>
              <p:cNvSpPr/>
              <p:nvPr/>
            </p:nvSpPr>
            <p:spPr>
              <a:xfrm>
                <a:off x="7387483" y="3839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5" name="Freeform 41474">
                <a:extLst>
                  <a:ext uri="{FF2B5EF4-FFF2-40B4-BE49-F238E27FC236}">
                    <a16:creationId xmlns:a16="http://schemas.microsoft.com/office/drawing/2014/main" id="{2679B98F-C742-2927-58DC-863F95766C5B}"/>
                  </a:ext>
                </a:extLst>
              </p:cNvPr>
              <p:cNvSpPr/>
              <p:nvPr/>
            </p:nvSpPr>
            <p:spPr>
              <a:xfrm>
                <a:off x="7387979" y="3808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6" name="Freeform 41475">
                <a:extLst>
                  <a:ext uri="{FF2B5EF4-FFF2-40B4-BE49-F238E27FC236}">
                    <a16:creationId xmlns:a16="http://schemas.microsoft.com/office/drawing/2014/main" id="{A7A90441-A69D-C79A-D1DF-0EB7FE6A8B67}"/>
                  </a:ext>
                </a:extLst>
              </p:cNvPr>
              <p:cNvSpPr/>
              <p:nvPr/>
            </p:nvSpPr>
            <p:spPr>
              <a:xfrm>
                <a:off x="7388475" y="3647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7" name="Freeform 41476">
                <a:extLst>
                  <a:ext uri="{FF2B5EF4-FFF2-40B4-BE49-F238E27FC236}">
                    <a16:creationId xmlns:a16="http://schemas.microsoft.com/office/drawing/2014/main" id="{113825E3-6608-A91C-99E4-428414C968C1}"/>
                  </a:ext>
                </a:extLst>
              </p:cNvPr>
              <p:cNvSpPr/>
              <p:nvPr/>
            </p:nvSpPr>
            <p:spPr>
              <a:xfrm>
                <a:off x="7389070" y="3406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8" name="Freeform 41477">
                <a:extLst>
                  <a:ext uri="{FF2B5EF4-FFF2-40B4-BE49-F238E27FC236}">
                    <a16:creationId xmlns:a16="http://schemas.microsoft.com/office/drawing/2014/main" id="{BB4DB331-F5C5-8FD3-82B4-4ED6502292CA}"/>
                  </a:ext>
                </a:extLst>
              </p:cNvPr>
              <p:cNvSpPr/>
              <p:nvPr/>
            </p:nvSpPr>
            <p:spPr>
              <a:xfrm>
                <a:off x="7389566" y="3306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79" name="Freeform 41478">
                <a:extLst>
                  <a:ext uri="{FF2B5EF4-FFF2-40B4-BE49-F238E27FC236}">
                    <a16:creationId xmlns:a16="http://schemas.microsoft.com/office/drawing/2014/main" id="{AAF1C96D-46EE-2465-3472-5EE625979F43}"/>
                  </a:ext>
                </a:extLst>
              </p:cNvPr>
              <p:cNvSpPr/>
              <p:nvPr/>
            </p:nvSpPr>
            <p:spPr>
              <a:xfrm>
                <a:off x="7390063" y="3338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0" name="Freeform 41479">
                <a:extLst>
                  <a:ext uri="{FF2B5EF4-FFF2-40B4-BE49-F238E27FC236}">
                    <a16:creationId xmlns:a16="http://schemas.microsoft.com/office/drawing/2014/main" id="{810240BD-1DFE-0C69-25F6-D9E1FD08065A}"/>
                  </a:ext>
                </a:extLst>
              </p:cNvPr>
              <p:cNvSpPr/>
              <p:nvPr/>
            </p:nvSpPr>
            <p:spPr>
              <a:xfrm>
                <a:off x="7390658" y="3329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1" name="Freeform 41480">
                <a:extLst>
                  <a:ext uri="{FF2B5EF4-FFF2-40B4-BE49-F238E27FC236}">
                    <a16:creationId xmlns:a16="http://schemas.microsoft.com/office/drawing/2014/main" id="{5F19C5D0-ABFE-8C75-3F7F-9C7E27692084}"/>
                  </a:ext>
                </a:extLst>
              </p:cNvPr>
              <p:cNvSpPr/>
              <p:nvPr/>
            </p:nvSpPr>
            <p:spPr>
              <a:xfrm>
                <a:off x="7391154" y="3302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2" name="Freeform 41481">
                <a:extLst>
                  <a:ext uri="{FF2B5EF4-FFF2-40B4-BE49-F238E27FC236}">
                    <a16:creationId xmlns:a16="http://schemas.microsoft.com/office/drawing/2014/main" id="{0B3F3295-64EE-4EA1-FEB4-64DF098E353E}"/>
                  </a:ext>
                </a:extLst>
              </p:cNvPr>
              <p:cNvSpPr/>
              <p:nvPr/>
            </p:nvSpPr>
            <p:spPr>
              <a:xfrm>
                <a:off x="7391650" y="3187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3" name="Freeform 41482">
                <a:extLst>
                  <a:ext uri="{FF2B5EF4-FFF2-40B4-BE49-F238E27FC236}">
                    <a16:creationId xmlns:a16="http://schemas.microsoft.com/office/drawing/2014/main" id="{A4287F7E-145B-DCB9-E4FC-DCEBA53425D3}"/>
                  </a:ext>
                </a:extLst>
              </p:cNvPr>
              <p:cNvSpPr/>
              <p:nvPr/>
            </p:nvSpPr>
            <p:spPr>
              <a:xfrm>
                <a:off x="7392245" y="3160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4" name="Freeform 41483">
                <a:extLst>
                  <a:ext uri="{FF2B5EF4-FFF2-40B4-BE49-F238E27FC236}">
                    <a16:creationId xmlns:a16="http://schemas.microsoft.com/office/drawing/2014/main" id="{62772E6A-1A53-D63D-694E-005609A6385F}"/>
                  </a:ext>
                </a:extLst>
              </p:cNvPr>
              <p:cNvSpPr/>
              <p:nvPr/>
            </p:nvSpPr>
            <p:spPr>
              <a:xfrm>
                <a:off x="7392741" y="3085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5" name="Freeform 41484">
                <a:extLst>
                  <a:ext uri="{FF2B5EF4-FFF2-40B4-BE49-F238E27FC236}">
                    <a16:creationId xmlns:a16="http://schemas.microsoft.com/office/drawing/2014/main" id="{CE46EDBC-4A2C-CC2D-ADA5-1B96D546B7BA}"/>
                  </a:ext>
                </a:extLst>
              </p:cNvPr>
              <p:cNvSpPr/>
              <p:nvPr/>
            </p:nvSpPr>
            <p:spPr>
              <a:xfrm>
                <a:off x="7393238" y="2980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6" name="Freeform 41485">
                <a:extLst>
                  <a:ext uri="{FF2B5EF4-FFF2-40B4-BE49-F238E27FC236}">
                    <a16:creationId xmlns:a16="http://schemas.microsoft.com/office/drawing/2014/main" id="{4D4CF061-DE18-126B-271A-D0A2DC752609}"/>
                  </a:ext>
                </a:extLst>
              </p:cNvPr>
              <p:cNvSpPr/>
              <p:nvPr/>
            </p:nvSpPr>
            <p:spPr>
              <a:xfrm>
                <a:off x="7393833" y="2939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7" name="Freeform 41486">
                <a:extLst>
                  <a:ext uri="{FF2B5EF4-FFF2-40B4-BE49-F238E27FC236}">
                    <a16:creationId xmlns:a16="http://schemas.microsoft.com/office/drawing/2014/main" id="{45EEADD0-EC73-517A-F6B3-37C9C9C81790}"/>
                  </a:ext>
                </a:extLst>
              </p:cNvPr>
              <p:cNvSpPr/>
              <p:nvPr/>
            </p:nvSpPr>
            <p:spPr>
              <a:xfrm>
                <a:off x="7394329" y="295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8" name="Freeform 41487">
                <a:extLst>
                  <a:ext uri="{FF2B5EF4-FFF2-40B4-BE49-F238E27FC236}">
                    <a16:creationId xmlns:a16="http://schemas.microsoft.com/office/drawing/2014/main" id="{67F6756F-BA6D-1687-8700-946741B1D04C}"/>
                  </a:ext>
                </a:extLst>
              </p:cNvPr>
              <p:cNvSpPr/>
              <p:nvPr/>
            </p:nvSpPr>
            <p:spPr>
              <a:xfrm>
                <a:off x="7394825" y="2914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89" name="Freeform 41488">
                <a:extLst>
                  <a:ext uri="{FF2B5EF4-FFF2-40B4-BE49-F238E27FC236}">
                    <a16:creationId xmlns:a16="http://schemas.microsoft.com/office/drawing/2014/main" id="{287116EC-0A05-B0B9-CEB8-2E0A9A60996F}"/>
                  </a:ext>
                </a:extLst>
              </p:cNvPr>
              <p:cNvSpPr/>
              <p:nvPr/>
            </p:nvSpPr>
            <p:spPr>
              <a:xfrm>
                <a:off x="7395420" y="2881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0" name="Freeform 41489">
                <a:extLst>
                  <a:ext uri="{FF2B5EF4-FFF2-40B4-BE49-F238E27FC236}">
                    <a16:creationId xmlns:a16="http://schemas.microsoft.com/office/drawing/2014/main" id="{7EFF99B9-35D3-15BF-F586-CA7D2F03226E}"/>
                  </a:ext>
                </a:extLst>
              </p:cNvPr>
              <p:cNvSpPr/>
              <p:nvPr/>
            </p:nvSpPr>
            <p:spPr>
              <a:xfrm>
                <a:off x="7395916" y="3013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1" name="Freeform 41490">
                <a:extLst>
                  <a:ext uri="{FF2B5EF4-FFF2-40B4-BE49-F238E27FC236}">
                    <a16:creationId xmlns:a16="http://schemas.microsoft.com/office/drawing/2014/main" id="{00CFFB42-AFB4-13E3-B40F-511D3BCB90B0}"/>
                  </a:ext>
                </a:extLst>
              </p:cNvPr>
              <p:cNvSpPr/>
              <p:nvPr/>
            </p:nvSpPr>
            <p:spPr>
              <a:xfrm>
                <a:off x="7396413" y="3568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2" name="Freeform 41491">
                <a:extLst>
                  <a:ext uri="{FF2B5EF4-FFF2-40B4-BE49-F238E27FC236}">
                    <a16:creationId xmlns:a16="http://schemas.microsoft.com/office/drawing/2014/main" id="{8A7DA1B0-FBE9-02F8-911E-E45DA8A31CFB}"/>
                  </a:ext>
                </a:extLst>
              </p:cNvPr>
              <p:cNvSpPr/>
              <p:nvPr/>
            </p:nvSpPr>
            <p:spPr>
              <a:xfrm>
                <a:off x="7397008" y="3768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3" name="Freeform 41492">
                <a:extLst>
                  <a:ext uri="{FF2B5EF4-FFF2-40B4-BE49-F238E27FC236}">
                    <a16:creationId xmlns:a16="http://schemas.microsoft.com/office/drawing/2014/main" id="{F1B896E8-F3BD-3829-5A85-2B140F56B0E9}"/>
                  </a:ext>
                </a:extLst>
              </p:cNvPr>
              <p:cNvSpPr/>
              <p:nvPr/>
            </p:nvSpPr>
            <p:spPr>
              <a:xfrm>
                <a:off x="7397504" y="3840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4" name="Freeform 41493">
                <a:extLst>
                  <a:ext uri="{FF2B5EF4-FFF2-40B4-BE49-F238E27FC236}">
                    <a16:creationId xmlns:a16="http://schemas.microsoft.com/office/drawing/2014/main" id="{DD9CE20A-B84F-41A9-7BFF-166BA6EE3B90}"/>
                  </a:ext>
                </a:extLst>
              </p:cNvPr>
              <p:cNvSpPr/>
              <p:nvPr/>
            </p:nvSpPr>
            <p:spPr>
              <a:xfrm>
                <a:off x="7398000" y="387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5" name="Freeform 41494">
                <a:extLst>
                  <a:ext uri="{FF2B5EF4-FFF2-40B4-BE49-F238E27FC236}">
                    <a16:creationId xmlns:a16="http://schemas.microsoft.com/office/drawing/2014/main" id="{FC4A2F4A-C5C0-2086-FBED-AFB35E6A5784}"/>
                  </a:ext>
                </a:extLst>
              </p:cNvPr>
              <p:cNvSpPr/>
              <p:nvPr/>
            </p:nvSpPr>
            <p:spPr>
              <a:xfrm>
                <a:off x="7398595" y="3872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6" name="Freeform 41495">
                <a:extLst>
                  <a:ext uri="{FF2B5EF4-FFF2-40B4-BE49-F238E27FC236}">
                    <a16:creationId xmlns:a16="http://schemas.microsoft.com/office/drawing/2014/main" id="{01642845-80C8-CC64-8F33-5CB587D78FA6}"/>
                  </a:ext>
                </a:extLst>
              </p:cNvPr>
              <p:cNvSpPr/>
              <p:nvPr/>
            </p:nvSpPr>
            <p:spPr>
              <a:xfrm>
                <a:off x="7399091" y="3857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7" name="Freeform 41496">
                <a:extLst>
                  <a:ext uri="{FF2B5EF4-FFF2-40B4-BE49-F238E27FC236}">
                    <a16:creationId xmlns:a16="http://schemas.microsoft.com/office/drawing/2014/main" id="{C60864AF-41CA-031C-058B-D319F980BBAA}"/>
                  </a:ext>
                </a:extLst>
              </p:cNvPr>
              <p:cNvSpPr/>
              <p:nvPr/>
            </p:nvSpPr>
            <p:spPr>
              <a:xfrm>
                <a:off x="7399588" y="3845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8" name="Freeform 41497">
                <a:extLst>
                  <a:ext uri="{FF2B5EF4-FFF2-40B4-BE49-F238E27FC236}">
                    <a16:creationId xmlns:a16="http://schemas.microsoft.com/office/drawing/2014/main" id="{12668F89-C832-024C-A518-869D2CDC2B05}"/>
                  </a:ext>
                </a:extLst>
              </p:cNvPr>
              <p:cNvSpPr/>
              <p:nvPr/>
            </p:nvSpPr>
            <p:spPr>
              <a:xfrm>
                <a:off x="7400084" y="37798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99" name="Freeform 41498">
                <a:extLst>
                  <a:ext uri="{FF2B5EF4-FFF2-40B4-BE49-F238E27FC236}">
                    <a16:creationId xmlns:a16="http://schemas.microsoft.com/office/drawing/2014/main" id="{2C9498AF-6E31-0815-FF1A-75D2C7AD998D}"/>
                  </a:ext>
                </a:extLst>
              </p:cNvPr>
              <p:cNvSpPr/>
              <p:nvPr/>
            </p:nvSpPr>
            <p:spPr>
              <a:xfrm>
                <a:off x="7400679" y="3699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0" name="Freeform 41499">
                <a:extLst>
                  <a:ext uri="{FF2B5EF4-FFF2-40B4-BE49-F238E27FC236}">
                    <a16:creationId xmlns:a16="http://schemas.microsoft.com/office/drawing/2014/main" id="{BFCA43FD-C08E-918A-7EF9-096DE98D3514}"/>
                  </a:ext>
                </a:extLst>
              </p:cNvPr>
              <p:cNvSpPr/>
              <p:nvPr/>
            </p:nvSpPr>
            <p:spPr>
              <a:xfrm>
                <a:off x="7401175" y="3514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1" name="Freeform 41500">
                <a:extLst>
                  <a:ext uri="{FF2B5EF4-FFF2-40B4-BE49-F238E27FC236}">
                    <a16:creationId xmlns:a16="http://schemas.microsoft.com/office/drawing/2014/main" id="{866375F7-641A-23DA-95D4-22F5950116D8}"/>
                  </a:ext>
                </a:extLst>
              </p:cNvPr>
              <p:cNvSpPr/>
              <p:nvPr/>
            </p:nvSpPr>
            <p:spPr>
              <a:xfrm>
                <a:off x="7401671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2" name="Freeform 41501">
                <a:extLst>
                  <a:ext uri="{FF2B5EF4-FFF2-40B4-BE49-F238E27FC236}">
                    <a16:creationId xmlns:a16="http://schemas.microsoft.com/office/drawing/2014/main" id="{969496CE-ED05-42F6-0619-86DC5C37C666}"/>
                  </a:ext>
                </a:extLst>
              </p:cNvPr>
              <p:cNvSpPr/>
              <p:nvPr/>
            </p:nvSpPr>
            <p:spPr>
              <a:xfrm>
                <a:off x="7402266" y="3374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3" name="Freeform 41502">
                <a:extLst>
                  <a:ext uri="{FF2B5EF4-FFF2-40B4-BE49-F238E27FC236}">
                    <a16:creationId xmlns:a16="http://schemas.microsoft.com/office/drawing/2014/main" id="{0DE20C29-F622-64C3-71C9-ED0BDEC5DF47}"/>
                  </a:ext>
                </a:extLst>
              </p:cNvPr>
              <p:cNvSpPr/>
              <p:nvPr/>
            </p:nvSpPr>
            <p:spPr>
              <a:xfrm>
                <a:off x="7402763" y="3385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4" name="Freeform 41503">
                <a:extLst>
                  <a:ext uri="{FF2B5EF4-FFF2-40B4-BE49-F238E27FC236}">
                    <a16:creationId xmlns:a16="http://schemas.microsoft.com/office/drawing/2014/main" id="{F4DA0FE1-5C5E-0757-747D-5F917CB0F452}"/>
                  </a:ext>
                </a:extLst>
              </p:cNvPr>
              <p:cNvSpPr/>
              <p:nvPr/>
            </p:nvSpPr>
            <p:spPr>
              <a:xfrm>
                <a:off x="7403259" y="3386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5" name="Freeform 41504">
                <a:extLst>
                  <a:ext uri="{FF2B5EF4-FFF2-40B4-BE49-F238E27FC236}">
                    <a16:creationId xmlns:a16="http://schemas.microsoft.com/office/drawing/2014/main" id="{E800B9A8-76D8-73E4-DF1D-FA72F6B4F17E}"/>
                  </a:ext>
                </a:extLst>
              </p:cNvPr>
              <p:cNvSpPr/>
              <p:nvPr/>
            </p:nvSpPr>
            <p:spPr>
              <a:xfrm>
                <a:off x="7403854" y="3379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6" name="Freeform 41505">
                <a:extLst>
                  <a:ext uri="{FF2B5EF4-FFF2-40B4-BE49-F238E27FC236}">
                    <a16:creationId xmlns:a16="http://schemas.microsoft.com/office/drawing/2014/main" id="{53F54421-33A5-245C-E762-DBA95E45DFAD}"/>
                  </a:ext>
                </a:extLst>
              </p:cNvPr>
              <p:cNvSpPr/>
              <p:nvPr/>
            </p:nvSpPr>
            <p:spPr>
              <a:xfrm>
                <a:off x="7404350" y="3322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7" name="Freeform 41506">
                <a:extLst>
                  <a:ext uri="{FF2B5EF4-FFF2-40B4-BE49-F238E27FC236}">
                    <a16:creationId xmlns:a16="http://schemas.microsoft.com/office/drawing/2014/main" id="{51161438-C852-6374-035A-2B909777C241}"/>
                  </a:ext>
                </a:extLst>
              </p:cNvPr>
              <p:cNvSpPr/>
              <p:nvPr/>
            </p:nvSpPr>
            <p:spPr>
              <a:xfrm>
                <a:off x="7404846" y="3267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8" name="Freeform 41507">
                <a:extLst>
                  <a:ext uri="{FF2B5EF4-FFF2-40B4-BE49-F238E27FC236}">
                    <a16:creationId xmlns:a16="http://schemas.microsoft.com/office/drawing/2014/main" id="{26533926-F104-7CB4-033F-1E144B2A3B37}"/>
                  </a:ext>
                </a:extLst>
              </p:cNvPr>
              <p:cNvSpPr/>
              <p:nvPr/>
            </p:nvSpPr>
            <p:spPr>
              <a:xfrm>
                <a:off x="7405441" y="3198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09" name="Freeform 41508">
                <a:extLst>
                  <a:ext uri="{FF2B5EF4-FFF2-40B4-BE49-F238E27FC236}">
                    <a16:creationId xmlns:a16="http://schemas.microsoft.com/office/drawing/2014/main" id="{61AD1FD2-4C41-CDF6-D320-C8EB41215614}"/>
                  </a:ext>
                </a:extLst>
              </p:cNvPr>
              <p:cNvSpPr/>
              <p:nvPr/>
            </p:nvSpPr>
            <p:spPr>
              <a:xfrm>
                <a:off x="7405938" y="3128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0" name="Freeform 41509">
                <a:extLst>
                  <a:ext uri="{FF2B5EF4-FFF2-40B4-BE49-F238E27FC236}">
                    <a16:creationId xmlns:a16="http://schemas.microsoft.com/office/drawing/2014/main" id="{78C21142-E3EE-6464-3141-4DB787C8AF94}"/>
                  </a:ext>
                </a:extLst>
              </p:cNvPr>
              <p:cNvSpPr/>
              <p:nvPr/>
            </p:nvSpPr>
            <p:spPr>
              <a:xfrm>
                <a:off x="7406434" y="30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1" name="Freeform 41510">
                <a:extLst>
                  <a:ext uri="{FF2B5EF4-FFF2-40B4-BE49-F238E27FC236}">
                    <a16:creationId xmlns:a16="http://schemas.microsoft.com/office/drawing/2014/main" id="{1A670642-0B7B-A325-411B-F6099C1DF0F9}"/>
                  </a:ext>
                </a:extLst>
              </p:cNvPr>
              <p:cNvSpPr/>
              <p:nvPr/>
            </p:nvSpPr>
            <p:spPr>
              <a:xfrm>
                <a:off x="7407029" y="30390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2" name="Freeform 41511">
                <a:extLst>
                  <a:ext uri="{FF2B5EF4-FFF2-40B4-BE49-F238E27FC236}">
                    <a16:creationId xmlns:a16="http://schemas.microsoft.com/office/drawing/2014/main" id="{C3B4B6EC-E23D-8328-0B47-62891E954704}"/>
                  </a:ext>
                </a:extLst>
              </p:cNvPr>
              <p:cNvSpPr/>
              <p:nvPr/>
            </p:nvSpPr>
            <p:spPr>
              <a:xfrm>
                <a:off x="7407525" y="304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3" name="Freeform 41512">
                <a:extLst>
                  <a:ext uri="{FF2B5EF4-FFF2-40B4-BE49-F238E27FC236}">
                    <a16:creationId xmlns:a16="http://schemas.microsoft.com/office/drawing/2014/main" id="{D75F65C4-D424-21CF-2330-CA03A0DEAD99}"/>
                  </a:ext>
                </a:extLst>
              </p:cNvPr>
              <p:cNvSpPr/>
              <p:nvPr/>
            </p:nvSpPr>
            <p:spPr>
              <a:xfrm>
                <a:off x="7408021" y="3057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4" name="Freeform 41513">
                <a:extLst>
                  <a:ext uri="{FF2B5EF4-FFF2-40B4-BE49-F238E27FC236}">
                    <a16:creationId xmlns:a16="http://schemas.microsoft.com/office/drawing/2014/main" id="{7475867A-E9C5-984E-ABBD-A945230B1AC9}"/>
                  </a:ext>
                </a:extLst>
              </p:cNvPr>
              <p:cNvSpPr/>
              <p:nvPr/>
            </p:nvSpPr>
            <p:spPr>
              <a:xfrm>
                <a:off x="7408616" y="3114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5" name="Freeform 41514">
                <a:extLst>
                  <a:ext uri="{FF2B5EF4-FFF2-40B4-BE49-F238E27FC236}">
                    <a16:creationId xmlns:a16="http://schemas.microsoft.com/office/drawing/2014/main" id="{F004CDA6-1D3D-DC92-46B8-2559C899B561}"/>
                  </a:ext>
                </a:extLst>
              </p:cNvPr>
              <p:cNvSpPr/>
              <p:nvPr/>
            </p:nvSpPr>
            <p:spPr>
              <a:xfrm>
                <a:off x="7409113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6" name="Freeform 41515">
                <a:extLst>
                  <a:ext uri="{FF2B5EF4-FFF2-40B4-BE49-F238E27FC236}">
                    <a16:creationId xmlns:a16="http://schemas.microsoft.com/office/drawing/2014/main" id="{843998B1-1B78-0169-FE6E-7A902EE5C380}"/>
                  </a:ext>
                </a:extLst>
              </p:cNvPr>
              <p:cNvSpPr/>
              <p:nvPr/>
            </p:nvSpPr>
            <p:spPr>
              <a:xfrm>
                <a:off x="7409609" y="3861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7" name="Freeform 41516">
                <a:extLst>
                  <a:ext uri="{FF2B5EF4-FFF2-40B4-BE49-F238E27FC236}">
                    <a16:creationId xmlns:a16="http://schemas.microsoft.com/office/drawing/2014/main" id="{57976B32-419F-353B-07F2-D56CFB91AC7F}"/>
                  </a:ext>
                </a:extLst>
              </p:cNvPr>
              <p:cNvSpPr/>
              <p:nvPr/>
            </p:nvSpPr>
            <p:spPr>
              <a:xfrm>
                <a:off x="7410204" y="3901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8" name="Freeform 41517">
                <a:extLst>
                  <a:ext uri="{FF2B5EF4-FFF2-40B4-BE49-F238E27FC236}">
                    <a16:creationId xmlns:a16="http://schemas.microsoft.com/office/drawing/2014/main" id="{0B54CD62-8CEE-3982-8FE9-599475760652}"/>
                  </a:ext>
                </a:extLst>
              </p:cNvPr>
              <p:cNvSpPr/>
              <p:nvPr/>
            </p:nvSpPr>
            <p:spPr>
              <a:xfrm>
                <a:off x="7410700" y="3912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19" name="Freeform 41518">
                <a:extLst>
                  <a:ext uri="{FF2B5EF4-FFF2-40B4-BE49-F238E27FC236}">
                    <a16:creationId xmlns:a16="http://schemas.microsoft.com/office/drawing/2014/main" id="{8AEBF3D2-E950-E16D-2650-2F5F71351F31}"/>
                  </a:ext>
                </a:extLst>
              </p:cNvPr>
              <p:cNvSpPr/>
              <p:nvPr/>
            </p:nvSpPr>
            <p:spPr>
              <a:xfrm>
                <a:off x="7411196" y="39101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0" name="Freeform 41519">
                <a:extLst>
                  <a:ext uri="{FF2B5EF4-FFF2-40B4-BE49-F238E27FC236}">
                    <a16:creationId xmlns:a16="http://schemas.microsoft.com/office/drawing/2014/main" id="{22D22F9D-2B88-FE8C-C6DB-AF26A0EF3017}"/>
                  </a:ext>
                </a:extLst>
              </p:cNvPr>
              <p:cNvSpPr/>
              <p:nvPr/>
            </p:nvSpPr>
            <p:spPr>
              <a:xfrm>
                <a:off x="7411791" y="3910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1" name="Freeform 41520">
                <a:extLst>
                  <a:ext uri="{FF2B5EF4-FFF2-40B4-BE49-F238E27FC236}">
                    <a16:creationId xmlns:a16="http://schemas.microsoft.com/office/drawing/2014/main" id="{96C43EB9-C495-3A0F-3E0A-BEAC6B36A614}"/>
                  </a:ext>
                </a:extLst>
              </p:cNvPr>
              <p:cNvSpPr/>
              <p:nvPr/>
            </p:nvSpPr>
            <p:spPr>
              <a:xfrm>
                <a:off x="7412288" y="392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2" name="Freeform 41521">
                <a:extLst>
                  <a:ext uri="{FF2B5EF4-FFF2-40B4-BE49-F238E27FC236}">
                    <a16:creationId xmlns:a16="http://schemas.microsoft.com/office/drawing/2014/main" id="{8251567F-B285-0373-F7FA-BB8E33423E03}"/>
                  </a:ext>
                </a:extLst>
              </p:cNvPr>
              <p:cNvSpPr/>
              <p:nvPr/>
            </p:nvSpPr>
            <p:spPr>
              <a:xfrm>
                <a:off x="7412784" y="392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3" name="Freeform 41522">
                <a:extLst>
                  <a:ext uri="{FF2B5EF4-FFF2-40B4-BE49-F238E27FC236}">
                    <a16:creationId xmlns:a16="http://schemas.microsoft.com/office/drawing/2014/main" id="{4C78D77A-DBE1-D8AF-1BBF-200ECE27579D}"/>
                  </a:ext>
                </a:extLst>
              </p:cNvPr>
              <p:cNvSpPr/>
              <p:nvPr/>
            </p:nvSpPr>
            <p:spPr>
              <a:xfrm>
                <a:off x="7413280" y="3914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4" name="Freeform 41523">
                <a:extLst>
                  <a:ext uri="{FF2B5EF4-FFF2-40B4-BE49-F238E27FC236}">
                    <a16:creationId xmlns:a16="http://schemas.microsoft.com/office/drawing/2014/main" id="{F51283BC-5404-20E7-6481-CC2D825F55CB}"/>
                  </a:ext>
                </a:extLst>
              </p:cNvPr>
              <p:cNvSpPr/>
              <p:nvPr/>
            </p:nvSpPr>
            <p:spPr>
              <a:xfrm>
                <a:off x="7413875" y="3844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5" name="Freeform 41524">
                <a:extLst>
                  <a:ext uri="{FF2B5EF4-FFF2-40B4-BE49-F238E27FC236}">
                    <a16:creationId xmlns:a16="http://schemas.microsoft.com/office/drawing/2014/main" id="{90BD3862-C9D6-99EE-8786-2E0CC83778BB}"/>
                  </a:ext>
                </a:extLst>
              </p:cNvPr>
              <p:cNvSpPr/>
              <p:nvPr/>
            </p:nvSpPr>
            <p:spPr>
              <a:xfrm>
                <a:off x="7414371" y="3487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6" name="Freeform 41525">
                <a:extLst>
                  <a:ext uri="{FF2B5EF4-FFF2-40B4-BE49-F238E27FC236}">
                    <a16:creationId xmlns:a16="http://schemas.microsoft.com/office/drawing/2014/main" id="{9DDB4502-7BBC-BCDC-4A9D-1F8941ADDFAD}"/>
                  </a:ext>
                </a:extLst>
              </p:cNvPr>
              <p:cNvSpPr/>
              <p:nvPr/>
            </p:nvSpPr>
            <p:spPr>
              <a:xfrm>
                <a:off x="7414867" y="3397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7" name="Freeform 41526">
                <a:extLst>
                  <a:ext uri="{FF2B5EF4-FFF2-40B4-BE49-F238E27FC236}">
                    <a16:creationId xmlns:a16="http://schemas.microsoft.com/office/drawing/2014/main" id="{8CA26A49-ACCA-F614-A468-A513949D7E24}"/>
                  </a:ext>
                </a:extLst>
              </p:cNvPr>
              <p:cNvSpPr/>
              <p:nvPr/>
            </p:nvSpPr>
            <p:spPr>
              <a:xfrm>
                <a:off x="7415463" y="3398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8" name="Freeform 41527">
                <a:extLst>
                  <a:ext uri="{FF2B5EF4-FFF2-40B4-BE49-F238E27FC236}">
                    <a16:creationId xmlns:a16="http://schemas.microsoft.com/office/drawing/2014/main" id="{4175593E-27EB-78A5-EB71-42EC4DFDC2D2}"/>
                  </a:ext>
                </a:extLst>
              </p:cNvPr>
              <p:cNvSpPr/>
              <p:nvPr/>
            </p:nvSpPr>
            <p:spPr>
              <a:xfrm>
                <a:off x="7415959" y="33893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29" name="Freeform 41528">
                <a:extLst>
                  <a:ext uri="{FF2B5EF4-FFF2-40B4-BE49-F238E27FC236}">
                    <a16:creationId xmlns:a16="http://schemas.microsoft.com/office/drawing/2014/main" id="{0C92C10F-3771-E8AA-5ACF-D7D54E92340A}"/>
                  </a:ext>
                </a:extLst>
              </p:cNvPr>
              <p:cNvSpPr/>
              <p:nvPr/>
            </p:nvSpPr>
            <p:spPr>
              <a:xfrm>
                <a:off x="7416455" y="33823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0" name="Freeform 41529">
                <a:extLst>
                  <a:ext uri="{FF2B5EF4-FFF2-40B4-BE49-F238E27FC236}">
                    <a16:creationId xmlns:a16="http://schemas.microsoft.com/office/drawing/2014/main" id="{31DC8156-D1FA-F6BB-A2E3-1180819211BB}"/>
                  </a:ext>
                </a:extLst>
              </p:cNvPr>
              <p:cNvSpPr/>
              <p:nvPr/>
            </p:nvSpPr>
            <p:spPr>
              <a:xfrm>
                <a:off x="7417050" y="3285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1" name="Freeform 41530">
                <a:extLst>
                  <a:ext uri="{FF2B5EF4-FFF2-40B4-BE49-F238E27FC236}">
                    <a16:creationId xmlns:a16="http://schemas.microsoft.com/office/drawing/2014/main" id="{C229EDEC-02F9-9439-4C60-C126E39F98F6}"/>
                  </a:ext>
                </a:extLst>
              </p:cNvPr>
              <p:cNvSpPr/>
              <p:nvPr/>
            </p:nvSpPr>
            <p:spPr>
              <a:xfrm>
                <a:off x="7417546" y="3263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2" name="Freeform 41531">
                <a:extLst>
                  <a:ext uri="{FF2B5EF4-FFF2-40B4-BE49-F238E27FC236}">
                    <a16:creationId xmlns:a16="http://schemas.microsoft.com/office/drawing/2014/main" id="{F94AA1CA-F80B-1E05-815C-F323AD74C45E}"/>
                  </a:ext>
                </a:extLst>
              </p:cNvPr>
              <p:cNvSpPr/>
              <p:nvPr/>
            </p:nvSpPr>
            <p:spPr>
              <a:xfrm>
                <a:off x="7418042" y="3286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3" name="Freeform 41532">
                <a:extLst>
                  <a:ext uri="{FF2B5EF4-FFF2-40B4-BE49-F238E27FC236}">
                    <a16:creationId xmlns:a16="http://schemas.microsoft.com/office/drawing/2014/main" id="{C1F3E398-46E1-B3A1-8F9A-693DF3789BF4}"/>
                  </a:ext>
                </a:extLst>
              </p:cNvPr>
              <p:cNvSpPr/>
              <p:nvPr/>
            </p:nvSpPr>
            <p:spPr>
              <a:xfrm>
                <a:off x="7418638" y="3248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4" name="Freeform 41533">
                <a:extLst>
                  <a:ext uri="{FF2B5EF4-FFF2-40B4-BE49-F238E27FC236}">
                    <a16:creationId xmlns:a16="http://schemas.microsoft.com/office/drawing/2014/main" id="{9EF7BDBE-1067-0977-0CE1-8B7F56DB40E4}"/>
                  </a:ext>
                </a:extLst>
              </p:cNvPr>
              <p:cNvSpPr/>
              <p:nvPr/>
            </p:nvSpPr>
            <p:spPr>
              <a:xfrm>
                <a:off x="7419134" y="3199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5" name="Freeform 41534">
                <a:extLst>
                  <a:ext uri="{FF2B5EF4-FFF2-40B4-BE49-F238E27FC236}">
                    <a16:creationId xmlns:a16="http://schemas.microsoft.com/office/drawing/2014/main" id="{8A165500-D8D1-BD99-B8B9-7066A9063DA3}"/>
                  </a:ext>
                </a:extLst>
              </p:cNvPr>
              <p:cNvSpPr/>
              <p:nvPr/>
            </p:nvSpPr>
            <p:spPr>
              <a:xfrm>
                <a:off x="7419630" y="3166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6" name="Freeform 41535">
                <a:extLst>
                  <a:ext uri="{FF2B5EF4-FFF2-40B4-BE49-F238E27FC236}">
                    <a16:creationId xmlns:a16="http://schemas.microsoft.com/office/drawing/2014/main" id="{D60B1BF9-7819-34D7-D1D3-50C89B02579D}"/>
                  </a:ext>
                </a:extLst>
              </p:cNvPr>
              <p:cNvSpPr/>
              <p:nvPr/>
            </p:nvSpPr>
            <p:spPr>
              <a:xfrm>
                <a:off x="7420225" y="3139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7" name="Freeform 41536">
                <a:extLst>
                  <a:ext uri="{FF2B5EF4-FFF2-40B4-BE49-F238E27FC236}">
                    <a16:creationId xmlns:a16="http://schemas.microsoft.com/office/drawing/2014/main" id="{0E65F1FF-9742-926A-B0BF-FD6C58FC5289}"/>
                  </a:ext>
                </a:extLst>
              </p:cNvPr>
              <p:cNvSpPr/>
              <p:nvPr/>
            </p:nvSpPr>
            <p:spPr>
              <a:xfrm>
                <a:off x="7420721" y="3133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8" name="Freeform 41537">
                <a:extLst>
                  <a:ext uri="{FF2B5EF4-FFF2-40B4-BE49-F238E27FC236}">
                    <a16:creationId xmlns:a16="http://schemas.microsoft.com/office/drawing/2014/main" id="{A5E003D4-6409-8900-34A8-C9858574EFE3}"/>
                  </a:ext>
                </a:extLst>
              </p:cNvPr>
              <p:cNvSpPr/>
              <p:nvPr/>
            </p:nvSpPr>
            <p:spPr>
              <a:xfrm>
                <a:off x="7421217" y="3224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39" name="Freeform 41538">
                <a:extLst>
                  <a:ext uri="{FF2B5EF4-FFF2-40B4-BE49-F238E27FC236}">
                    <a16:creationId xmlns:a16="http://schemas.microsoft.com/office/drawing/2014/main" id="{64D10B57-DEC6-EB6C-5D2D-5C7184373C1F}"/>
                  </a:ext>
                </a:extLst>
              </p:cNvPr>
              <p:cNvSpPr/>
              <p:nvPr/>
            </p:nvSpPr>
            <p:spPr>
              <a:xfrm>
                <a:off x="7421813" y="3795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0" name="Freeform 41539">
                <a:extLst>
                  <a:ext uri="{FF2B5EF4-FFF2-40B4-BE49-F238E27FC236}">
                    <a16:creationId xmlns:a16="http://schemas.microsoft.com/office/drawing/2014/main" id="{39192263-2B7B-4826-B47D-89A7367CEBE6}"/>
                  </a:ext>
                </a:extLst>
              </p:cNvPr>
              <p:cNvSpPr/>
              <p:nvPr/>
            </p:nvSpPr>
            <p:spPr>
              <a:xfrm>
                <a:off x="7422309" y="39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1" name="Freeform 41540">
                <a:extLst>
                  <a:ext uri="{FF2B5EF4-FFF2-40B4-BE49-F238E27FC236}">
                    <a16:creationId xmlns:a16="http://schemas.microsoft.com/office/drawing/2014/main" id="{EEC48ACE-E471-BC7A-F007-0FD3696B232C}"/>
                  </a:ext>
                </a:extLst>
              </p:cNvPr>
              <p:cNvSpPr/>
              <p:nvPr/>
            </p:nvSpPr>
            <p:spPr>
              <a:xfrm>
                <a:off x="7422805" y="3931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2" name="Freeform 41541">
                <a:extLst>
                  <a:ext uri="{FF2B5EF4-FFF2-40B4-BE49-F238E27FC236}">
                    <a16:creationId xmlns:a16="http://schemas.microsoft.com/office/drawing/2014/main" id="{90C5382E-DEB8-381B-114F-07377A6B4CAB}"/>
                  </a:ext>
                </a:extLst>
              </p:cNvPr>
              <p:cNvSpPr/>
              <p:nvPr/>
            </p:nvSpPr>
            <p:spPr>
              <a:xfrm>
                <a:off x="7423400" y="3936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3" name="Freeform 41542">
                <a:extLst>
                  <a:ext uri="{FF2B5EF4-FFF2-40B4-BE49-F238E27FC236}">
                    <a16:creationId xmlns:a16="http://schemas.microsoft.com/office/drawing/2014/main" id="{4319F6B5-B8C7-FFFE-8034-087F416C6E88}"/>
                  </a:ext>
                </a:extLst>
              </p:cNvPr>
              <p:cNvSpPr/>
              <p:nvPr/>
            </p:nvSpPr>
            <p:spPr>
              <a:xfrm>
                <a:off x="7423896" y="3935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4" name="Freeform 41543">
                <a:extLst>
                  <a:ext uri="{FF2B5EF4-FFF2-40B4-BE49-F238E27FC236}">
                    <a16:creationId xmlns:a16="http://schemas.microsoft.com/office/drawing/2014/main" id="{7E1903A9-E803-6956-F7B3-04078A873C56}"/>
                  </a:ext>
                </a:extLst>
              </p:cNvPr>
              <p:cNvSpPr/>
              <p:nvPr/>
            </p:nvSpPr>
            <p:spPr>
              <a:xfrm>
                <a:off x="7424392" y="3936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5" name="Freeform 41544">
                <a:extLst>
                  <a:ext uri="{FF2B5EF4-FFF2-40B4-BE49-F238E27FC236}">
                    <a16:creationId xmlns:a16="http://schemas.microsoft.com/office/drawing/2014/main" id="{0D695220-D62E-4DDF-4380-A2AC325204A5}"/>
                  </a:ext>
                </a:extLst>
              </p:cNvPr>
              <p:cNvSpPr/>
              <p:nvPr/>
            </p:nvSpPr>
            <p:spPr>
              <a:xfrm>
                <a:off x="7424888" y="3945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6" name="Freeform 41545">
                <a:extLst>
                  <a:ext uri="{FF2B5EF4-FFF2-40B4-BE49-F238E27FC236}">
                    <a16:creationId xmlns:a16="http://schemas.microsoft.com/office/drawing/2014/main" id="{0680C75C-A57C-5BCD-8083-ACBBE8CF8905}"/>
                  </a:ext>
                </a:extLst>
              </p:cNvPr>
              <p:cNvSpPr/>
              <p:nvPr/>
            </p:nvSpPr>
            <p:spPr>
              <a:xfrm>
                <a:off x="7425484" y="3952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7" name="Freeform 41546">
                <a:extLst>
                  <a:ext uri="{FF2B5EF4-FFF2-40B4-BE49-F238E27FC236}">
                    <a16:creationId xmlns:a16="http://schemas.microsoft.com/office/drawing/2014/main" id="{B715EA83-A5B2-7FBF-C8F7-997BAFA6C335}"/>
                  </a:ext>
                </a:extLst>
              </p:cNvPr>
              <p:cNvSpPr/>
              <p:nvPr/>
            </p:nvSpPr>
            <p:spPr>
              <a:xfrm>
                <a:off x="7425980" y="39512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8" name="Freeform 41547">
                <a:extLst>
                  <a:ext uri="{FF2B5EF4-FFF2-40B4-BE49-F238E27FC236}">
                    <a16:creationId xmlns:a16="http://schemas.microsoft.com/office/drawing/2014/main" id="{3082F495-2CC7-907E-E140-AE2F07FDC4BE}"/>
                  </a:ext>
                </a:extLst>
              </p:cNvPr>
              <p:cNvSpPr/>
              <p:nvPr/>
            </p:nvSpPr>
            <p:spPr>
              <a:xfrm>
                <a:off x="7426476" y="3878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49" name="Freeform 41548">
                <a:extLst>
                  <a:ext uri="{FF2B5EF4-FFF2-40B4-BE49-F238E27FC236}">
                    <a16:creationId xmlns:a16="http://schemas.microsoft.com/office/drawing/2014/main" id="{CFC0C4E5-C369-A7C7-55B7-B15B324309F9}"/>
                  </a:ext>
                </a:extLst>
              </p:cNvPr>
              <p:cNvSpPr/>
              <p:nvPr/>
            </p:nvSpPr>
            <p:spPr>
              <a:xfrm>
                <a:off x="7427071" y="3522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0" name="Freeform 41549">
                <a:extLst>
                  <a:ext uri="{FF2B5EF4-FFF2-40B4-BE49-F238E27FC236}">
                    <a16:creationId xmlns:a16="http://schemas.microsoft.com/office/drawing/2014/main" id="{64D16A71-2E8A-7DFC-5ACF-183E368093F2}"/>
                  </a:ext>
                </a:extLst>
              </p:cNvPr>
              <p:cNvSpPr/>
              <p:nvPr/>
            </p:nvSpPr>
            <p:spPr>
              <a:xfrm>
                <a:off x="7427567" y="34423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1" name="Freeform 41550">
                <a:extLst>
                  <a:ext uri="{FF2B5EF4-FFF2-40B4-BE49-F238E27FC236}">
                    <a16:creationId xmlns:a16="http://schemas.microsoft.com/office/drawing/2014/main" id="{24C5AAFD-C6F2-4BF2-BAED-7E33E17EBDB9}"/>
                  </a:ext>
                </a:extLst>
              </p:cNvPr>
              <p:cNvSpPr/>
              <p:nvPr/>
            </p:nvSpPr>
            <p:spPr>
              <a:xfrm>
                <a:off x="7428063" y="3429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2" name="Freeform 41551">
                <a:extLst>
                  <a:ext uri="{FF2B5EF4-FFF2-40B4-BE49-F238E27FC236}">
                    <a16:creationId xmlns:a16="http://schemas.microsoft.com/office/drawing/2014/main" id="{2C5B2580-6FED-340D-478C-7847F6FCE49B}"/>
                  </a:ext>
                </a:extLst>
              </p:cNvPr>
              <p:cNvSpPr/>
              <p:nvPr/>
            </p:nvSpPr>
            <p:spPr>
              <a:xfrm>
                <a:off x="7428659" y="3425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3" name="Freeform 41552">
                <a:extLst>
                  <a:ext uri="{FF2B5EF4-FFF2-40B4-BE49-F238E27FC236}">
                    <a16:creationId xmlns:a16="http://schemas.microsoft.com/office/drawing/2014/main" id="{747AAD3C-2E1A-2A77-8476-C0739E2BDDF2}"/>
                  </a:ext>
                </a:extLst>
              </p:cNvPr>
              <p:cNvSpPr/>
              <p:nvPr/>
            </p:nvSpPr>
            <p:spPr>
              <a:xfrm>
                <a:off x="7429155" y="3379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4" name="Freeform 41553">
                <a:extLst>
                  <a:ext uri="{FF2B5EF4-FFF2-40B4-BE49-F238E27FC236}">
                    <a16:creationId xmlns:a16="http://schemas.microsoft.com/office/drawing/2014/main" id="{C164C262-DBDA-AD20-9CF1-C0CC01D5D65F}"/>
                  </a:ext>
                </a:extLst>
              </p:cNvPr>
              <p:cNvSpPr/>
              <p:nvPr/>
            </p:nvSpPr>
            <p:spPr>
              <a:xfrm>
                <a:off x="7429651" y="3303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5" name="Freeform 41554">
                <a:extLst>
                  <a:ext uri="{FF2B5EF4-FFF2-40B4-BE49-F238E27FC236}">
                    <a16:creationId xmlns:a16="http://schemas.microsoft.com/office/drawing/2014/main" id="{B9FA3269-61D0-F2FE-3F1D-E2B5A70B7877}"/>
                  </a:ext>
                </a:extLst>
              </p:cNvPr>
              <p:cNvSpPr/>
              <p:nvPr/>
            </p:nvSpPr>
            <p:spPr>
              <a:xfrm>
                <a:off x="7430246" y="325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6" name="Freeform 41555">
                <a:extLst>
                  <a:ext uri="{FF2B5EF4-FFF2-40B4-BE49-F238E27FC236}">
                    <a16:creationId xmlns:a16="http://schemas.microsoft.com/office/drawing/2014/main" id="{DD593466-00BF-AE52-1971-1F6D33B3CC5F}"/>
                  </a:ext>
                </a:extLst>
              </p:cNvPr>
              <p:cNvSpPr/>
              <p:nvPr/>
            </p:nvSpPr>
            <p:spPr>
              <a:xfrm>
                <a:off x="7430742" y="3263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7" name="Freeform 41556">
                <a:extLst>
                  <a:ext uri="{FF2B5EF4-FFF2-40B4-BE49-F238E27FC236}">
                    <a16:creationId xmlns:a16="http://schemas.microsoft.com/office/drawing/2014/main" id="{9D981C79-5EF0-4BF8-7ADA-F01E75780737}"/>
                  </a:ext>
                </a:extLst>
              </p:cNvPr>
              <p:cNvSpPr/>
              <p:nvPr/>
            </p:nvSpPr>
            <p:spPr>
              <a:xfrm>
                <a:off x="7431238" y="32109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8" name="Freeform 41557">
                <a:extLst>
                  <a:ext uri="{FF2B5EF4-FFF2-40B4-BE49-F238E27FC236}">
                    <a16:creationId xmlns:a16="http://schemas.microsoft.com/office/drawing/2014/main" id="{7E0EB6D8-CD8E-8DFB-A6CB-E48B100B2D2B}"/>
                  </a:ext>
                </a:extLst>
              </p:cNvPr>
              <p:cNvSpPr/>
              <p:nvPr/>
            </p:nvSpPr>
            <p:spPr>
              <a:xfrm>
                <a:off x="7431834" y="3142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59" name="Freeform 41558">
                <a:extLst>
                  <a:ext uri="{FF2B5EF4-FFF2-40B4-BE49-F238E27FC236}">
                    <a16:creationId xmlns:a16="http://schemas.microsoft.com/office/drawing/2014/main" id="{58196A6A-FBF7-B375-BE08-27274918D417}"/>
                  </a:ext>
                </a:extLst>
              </p:cNvPr>
              <p:cNvSpPr/>
              <p:nvPr/>
            </p:nvSpPr>
            <p:spPr>
              <a:xfrm>
                <a:off x="7432330" y="3084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0" name="Freeform 41559">
                <a:extLst>
                  <a:ext uri="{FF2B5EF4-FFF2-40B4-BE49-F238E27FC236}">
                    <a16:creationId xmlns:a16="http://schemas.microsoft.com/office/drawing/2014/main" id="{C6DD769B-AAE3-ADB0-EB64-EE6550F20DEC}"/>
                  </a:ext>
                </a:extLst>
              </p:cNvPr>
              <p:cNvSpPr/>
              <p:nvPr/>
            </p:nvSpPr>
            <p:spPr>
              <a:xfrm>
                <a:off x="7432826" y="3045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1" name="Freeform 41560">
                <a:extLst>
                  <a:ext uri="{FF2B5EF4-FFF2-40B4-BE49-F238E27FC236}">
                    <a16:creationId xmlns:a16="http://schemas.microsoft.com/office/drawing/2014/main" id="{F0D8BD6F-03FC-09CD-B1F7-AD27F689E25A}"/>
                  </a:ext>
                </a:extLst>
              </p:cNvPr>
              <p:cNvSpPr/>
              <p:nvPr/>
            </p:nvSpPr>
            <p:spPr>
              <a:xfrm>
                <a:off x="7433421" y="30709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2" name="Freeform 41561">
                <a:extLst>
                  <a:ext uri="{FF2B5EF4-FFF2-40B4-BE49-F238E27FC236}">
                    <a16:creationId xmlns:a16="http://schemas.microsoft.com/office/drawing/2014/main" id="{17310FE2-7B52-16ED-9E01-003EEB328525}"/>
                  </a:ext>
                </a:extLst>
              </p:cNvPr>
              <p:cNvSpPr/>
              <p:nvPr/>
            </p:nvSpPr>
            <p:spPr>
              <a:xfrm>
                <a:off x="7433917" y="31529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3" name="Freeform 41562">
                <a:extLst>
                  <a:ext uri="{FF2B5EF4-FFF2-40B4-BE49-F238E27FC236}">
                    <a16:creationId xmlns:a16="http://schemas.microsoft.com/office/drawing/2014/main" id="{F628CE8F-7868-2CC1-2DEA-63372931CCC7}"/>
                  </a:ext>
                </a:extLst>
              </p:cNvPr>
              <p:cNvSpPr/>
              <p:nvPr/>
            </p:nvSpPr>
            <p:spPr>
              <a:xfrm>
                <a:off x="7434413" y="3815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4" name="Freeform 41563">
                <a:extLst>
                  <a:ext uri="{FF2B5EF4-FFF2-40B4-BE49-F238E27FC236}">
                    <a16:creationId xmlns:a16="http://schemas.microsoft.com/office/drawing/2014/main" id="{0FDFC9BB-88E8-D791-91D5-5CB0F813578A}"/>
                  </a:ext>
                </a:extLst>
              </p:cNvPr>
              <p:cNvSpPr/>
              <p:nvPr/>
            </p:nvSpPr>
            <p:spPr>
              <a:xfrm>
                <a:off x="7435009" y="3908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5" name="Freeform 41564">
                <a:extLst>
                  <a:ext uri="{FF2B5EF4-FFF2-40B4-BE49-F238E27FC236}">
                    <a16:creationId xmlns:a16="http://schemas.microsoft.com/office/drawing/2014/main" id="{9AC250D6-7593-974E-F20E-F15F4C081286}"/>
                  </a:ext>
                </a:extLst>
              </p:cNvPr>
              <p:cNvSpPr/>
              <p:nvPr/>
            </p:nvSpPr>
            <p:spPr>
              <a:xfrm>
                <a:off x="7435505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6" name="Freeform 41565">
                <a:extLst>
                  <a:ext uri="{FF2B5EF4-FFF2-40B4-BE49-F238E27FC236}">
                    <a16:creationId xmlns:a16="http://schemas.microsoft.com/office/drawing/2014/main" id="{55FAB385-B9DC-9991-2B83-AAFED1EC6560}"/>
                  </a:ext>
                </a:extLst>
              </p:cNvPr>
              <p:cNvSpPr/>
              <p:nvPr/>
            </p:nvSpPr>
            <p:spPr>
              <a:xfrm>
                <a:off x="7436001" y="3925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7" name="Freeform 41566">
                <a:extLst>
                  <a:ext uri="{FF2B5EF4-FFF2-40B4-BE49-F238E27FC236}">
                    <a16:creationId xmlns:a16="http://schemas.microsoft.com/office/drawing/2014/main" id="{A6A05C3D-3BCE-A057-AC07-FA5582CF3F56}"/>
                  </a:ext>
                </a:extLst>
              </p:cNvPr>
              <p:cNvSpPr/>
              <p:nvPr/>
            </p:nvSpPr>
            <p:spPr>
              <a:xfrm>
                <a:off x="7436497" y="3927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8" name="Freeform 41567">
                <a:extLst>
                  <a:ext uri="{FF2B5EF4-FFF2-40B4-BE49-F238E27FC236}">
                    <a16:creationId xmlns:a16="http://schemas.microsoft.com/office/drawing/2014/main" id="{7BD76D94-873D-841A-E731-245D5A55FB3D}"/>
                  </a:ext>
                </a:extLst>
              </p:cNvPr>
              <p:cNvSpPr/>
              <p:nvPr/>
            </p:nvSpPr>
            <p:spPr>
              <a:xfrm>
                <a:off x="7437092" y="3926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69" name="Freeform 41568">
                <a:extLst>
                  <a:ext uri="{FF2B5EF4-FFF2-40B4-BE49-F238E27FC236}">
                    <a16:creationId xmlns:a16="http://schemas.microsoft.com/office/drawing/2014/main" id="{A4F9544B-9D99-A1F0-B4B7-6B0CBB85F24C}"/>
                  </a:ext>
                </a:extLst>
              </p:cNvPr>
              <p:cNvSpPr/>
              <p:nvPr/>
            </p:nvSpPr>
            <p:spPr>
              <a:xfrm>
                <a:off x="7437588" y="3927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0" name="Freeform 41569">
                <a:extLst>
                  <a:ext uri="{FF2B5EF4-FFF2-40B4-BE49-F238E27FC236}">
                    <a16:creationId xmlns:a16="http://schemas.microsoft.com/office/drawing/2014/main" id="{7796656C-0C67-BF79-4EE2-E21BBF3631C0}"/>
                  </a:ext>
                </a:extLst>
              </p:cNvPr>
              <p:cNvSpPr/>
              <p:nvPr/>
            </p:nvSpPr>
            <p:spPr>
              <a:xfrm>
                <a:off x="7438084" y="3935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1" name="Freeform 41570">
                <a:extLst>
                  <a:ext uri="{FF2B5EF4-FFF2-40B4-BE49-F238E27FC236}">
                    <a16:creationId xmlns:a16="http://schemas.microsoft.com/office/drawing/2014/main" id="{B74725B5-3BF2-5C01-908F-83A6E74F437A}"/>
                  </a:ext>
                </a:extLst>
              </p:cNvPr>
              <p:cNvSpPr/>
              <p:nvPr/>
            </p:nvSpPr>
            <p:spPr>
              <a:xfrm>
                <a:off x="7438680" y="3938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2" name="Freeform 41571">
                <a:extLst>
                  <a:ext uri="{FF2B5EF4-FFF2-40B4-BE49-F238E27FC236}">
                    <a16:creationId xmlns:a16="http://schemas.microsoft.com/office/drawing/2014/main" id="{3BA1D12D-7ECF-A42D-BAA0-0423FD09AD3E}"/>
                  </a:ext>
                </a:extLst>
              </p:cNvPr>
              <p:cNvSpPr/>
              <p:nvPr/>
            </p:nvSpPr>
            <p:spPr>
              <a:xfrm>
                <a:off x="7439176" y="390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3" name="Freeform 41572">
                <a:extLst>
                  <a:ext uri="{FF2B5EF4-FFF2-40B4-BE49-F238E27FC236}">
                    <a16:creationId xmlns:a16="http://schemas.microsoft.com/office/drawing/2014/main" id="{91F6B1EC-3298-CE53-8773-03838F8E3352}"/>
                  </a:ext>
                </a:extLst>
              </p:cNvPr>
              <p:cNvSpPr/>
              <p:nvPr/>
            </p:nvSpPr>
            <p:spPr>
              <a:xfrm>
                <a:off x="7439672" y="3530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4" name="Freeform 41573">
                <a:extLst>
                  <a:ext uri="{FF2B5EF4-FFF2-40B4-BE49-F238E27FC236}">
                    <a16:creationId xmlns:a16="http://schemas.microsoft.com/office/drawing/2014/main" id="{393A0419-4B92-1006-0610-FD7402DF29DF}"/>
                  </a:ext>
                </a:extLst>
              </p:cNvPr>
              <p:cNvSpPr/>
              <p:nvPr/>
            </p:nvSpPr>
            <p:spPr>
              <a:xfrm>
                <a:off x="7440267" y="3446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5" name="Freeform 41574">
                <a:extLst>
                  <a:ext uri="{FF2B5EF4-FFF2-40B4-BE49-F238E27FC236}">
                    <a16:creationId xmlns:a16="http://schemas.microsoft.com/office/drawing/2014/main" id="{F859F0F6-B69F-9F12-5E39-863AEA5A6178}"/>
                  </a:ext>
                </a:extLst>
              </p:cNvPr>
              <p:cNvSpPr/>
              <p:nvPr/>
            </p:nvSpPr>
            <p:spPr>
              <a:xfrm>
                <a:off x="7440763" y="3441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6" name="Freeform 41575">
                <a:extLst>
                  <a:ext uri="{FF2B5EF4-FFF2-40B4-BE49-F238E27FC236}">
                    <a16:creationId xmlns:a16="http://schemas.microsoft.com/office/drawing/2014/main" id="{98483D45-EA45-FDA5-364E-C8D5352C24C1}"/>
                  </a:ext>
                </a:extLst>
              </p:cNvPr>
              <p:cNvSpPr/>
              <p:nvPr/>
            </p:nvSpPr>
            <p:spPr>
              <a:xfrm>
                <a:off x="7441259" y="3439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7" name="Freeform 41576">
                <a:extLst>
                  <a:ext uri="{FF2B5EF4-FFF2-40B4-BE49-F238E27FC236}">
                    <a16:creationId xmlns:a16="http://schemas.microsoft.com/office/drawing/2014/main" id="{E7633A53-C8E8-832E-3505-4D1BD7EDBD25}"/>
                  </a:ext>
                </a:extLst>
              </p:cNvPr>
              <p:cNvSpPr/>
              <p:nvPr/>
            </p:nvSpPr>
            <p:spPr>
              <a:xfrm>
                <a:off x="7441855" y="3444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8" name="Freeform 41577">
                <a:extLst>
                  <a:ext uri="{FF2B5EF4-FFF2-40B4-BE49-F238E27FC236}">
                    <a16:creationId xmlns:a16="http://schemas.microsoft.com/office/drawing/2014/main" id="{598DFCAC-2670-A94E-FD86-B1DFC9FFE05E}"/>
                  </a:ext>
                </a:extLst>
              </p:cNvPr>
              <p:cNvSpPr/>
              <p:nvPr/>
            </p:nvSpPr>
            <p:spPr>
              <a:xfrm>
                <a:off x="7442351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79" name="Freeform 41578">
                <a:extLst>
                  <a:ext uri="{FF2B5EF4-FFF2-40B4-BE49-F238E27FC236}">
                    <a16:creationId xmlns:a16="http://schemas.microsoft.com/office/drawing/2014/main" id="{A9C79134-4F4B-9389-C5D8-D2966BB994CF}"/>
                  </a:ext>
                </a:extLst>
              </p:cNvPr>
              <p:cNvSpPr/>
              <p:nvPr/>
            </p:nvSpPr>
            <p:spPr>
              <a:xfrm>
                <a:off x="7442847" y="3348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0" name="Freeform 41579">
                <a:extLst>
                  <a:ext uri="{FF2B5EF4-FFF2-40B4-BE49-F238E27FC236}">
                    <a16:creationId xmlns:a16="http://schemas.microsoft.com/office/drawing/2014/main" id="{EA6A6623-B419-17ED-D92D-3C3255C25F34}"/>
                  </a:ext>
                </a:extLst>
              </p:cNvPr>
              <p:cNvSpPr/>
              <p:nvPr/>
            </p:nvSpPr>
            <p:spPr>
              <a:xfrm>
                <a:off x="7443442" y="3364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1" name="Freeform 41580">
                <a:extLst>
                  <a:ext uri="{FF2B5EF4-FFF2-40B4-BE49-F238E27FC236}">
                    <a16:creationId xmlns:a16="http://schemas.microsoft.com/office/drawing/2014/main" id="{7896582F-5281-4C1F-705E-42CE505605EB}"/>
                  </a:ext>
                </a:extLst>
              </p:cNvPr>
              <p:cNvSpPr/>
              <p:nvPr/>
            </p:nvSpPr>
            <p:spPr>
              <a:xfrm>
                <a:off x="7443938" y="3265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2" name="Freeform 41581">
                <a:extLst>
                  <a:ext uri="{FF2B5EF4-FFF2-40B4-BE49-F238E27FC236}">
                    <a16:creationId xmlns:a16="http://schemas.microsoft.com/office/drawing/2014/main" id="{0471ECEC-1618-021C-2A38-8F1A74547BD2}"/>
                  </a:ext>
                </a:extLst>
              </p:cNvPr>
              <p:cNvSpPr/>
              <p:nvPr/>
            </p:nvSpPr>
            <p:spPr>
              <a:xfrm>
                <a:off x="7444434" y="3195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3" name="Freeform 41582">
                <a:extLst>
                  <a:ext uri="{FF2B5EF4-FFF2-40B4-BE49-F238E27FC236}">
                    <a16:creationId xmlns:a16="http://schemas.microsoft.com/office/drawing/2014/main" id="{5F837B1F-CE73-A804-5B9A-9B29DFD7785D}"/>
                  </a:ext>
                </a:extLst>
              </p:cNvPr>
              <p:cNvSpPr/>
              <p:nvPr/>
            </p:nvSpPr>
            <p:spPr>
              <a:xfrm>
                <a:off x="7445030" y="3173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4" name="Freeform 41583">
                <a:extLst>
                  <a:ext uri="{FF2B5EF4-FFF2-40B4-BE49-F238E27FC236}">
                    <a16:creationId xmlns:a16="http://schemas.microsoft.com/office/drawing/2014/main" id="{58937686-E537-4B27-0CC7-320D59FB510A}"/>
                  </a:ext>
                </a:extLst>
              </p:cNvPr>
              <p:cNvSpPr/>
              <p:nvPr/>
            </p:nvSpPr>
            <p:spPr>
              <a:xfrm>
                <a:off x="7445526" y="3128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5" name="Freeform 41584">
                <a:extLst>
                  <a:ext uri="{FF2B5EF4-FFF2-40B4-BE49-F238E27FC236}">
                    <a16:creationId xmlns:a16="http://schemas.microsoft.com/office/drawing/2014/main" id="{84305437-A9F2-8A8E-A60A-AB766137DCF5}"/>
                  </a:ext>
                </a:extLst>
              </p:cNvPr>
              <p:cNvSpPr/>
              <p:nvPr/>
            </p:nvSpPr>
            <p:spPr>
              <a:xfrm>
                <a:off x="7446022" y="3107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6" name="Freeform 41585">
                <a:extLst>
                  <a:ext uri="{FF2B5EF4-FFF2-40B4-BE49-F238E27FC236}">
                    <a16:creationId xmlns:a16="http://schemas.microsoft.com/office/drawing/2014/main" id="{021632AA-3DB9-B394-FA47-D7AB9809CCDB}"/>
                  </a:ext>
                </a:extLst>
              </p:cNvPr>
              <p:cNvSpPr/>
              <p:nvPr/>
            </p:nvSpPr>
            <p:spPr>
              <a:xfrm>
                <a:off x="7446617" y="3150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7" name="Freeform 41586">
                <a:extLst>
                  <a:ext uri="{FF2B5EF4-FFF2-40B4-BE49-F238E27FC236}">
                    <a16:creationId xmlns:a16="http://schemas.microsoft.com/office/drawing/2014/main" id="{F4A95AE5-B766-6B20-5C63-8B73793F72F9}"/>
                  </a:ext>
                </a:extLst>
              </p:cNvPr>
              <p:cNvSpPr/>
              <p:nvPr/>
            </p:nvSpPr>
            <p:spPr>
              <a:xfrm>
                <a:off x="7447113" y="3790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8" name="Freeform 41587">
                <a:extLst>
                  <a:ext uri="{FF2B5EF4-FFF2-40B4-BE49-F238E27FC236}">
                    <a16:creationId xmlns:a16="http://schemas.microsoft.com/office/drawing/2014/main" id="{A82EAE1F-9CDA-B05C-C98F-688722A28B65}"/>
                  </a:ext>
                </a:extLst>
              </p:cNvPr>
              <p:cNvSpPr/>
              <p:nvPr/>
            </p:nvSpPr>
            <p:spPr>
              <a:xfrm>
                <a:off x="7447609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89" name="Freeform 41588">
                <a:extLst>
                  <a:ext uri="{FF2B5EF4-FFF2-40B4-BE49-F238E27FC236}">
                    <a16:creationId xmlns:a16="http://schemas.microsoft.com/office/drawing/2014/main" id="{624CEFC0-0C6A-ADD5-5A69-863B227604AE}"/>
                  </a:ext>
                </a:extLst>
              </p:cNvPr>
              <p:cNvSpPr/>
              <p:nvPr/>
            </p:nvSpPr>
            <p:spPr>
              <a:xfrm>
                <a:off x="7448205" y="3899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0" name="Freeform 41589">
                <a:extLst>
                  <a:ext uri="{FF2B5EF4-FFF2-40B4-BE49-F238E27FC236}">
                    <a16:creationId xmlns:a16="http://schemas.microsoft.com/office/drawing/2014/main" id="{E547651A-3D9B-0323-7B43-E64425A42C8E}"/>
                  </a:ext>
                </a:extLst>
              </p:cNvPr>
              <p:cNvSpPr/>
              <p:nvPr/>
            </p:nvSpPr>
            <p:spPr>
              <a:xfrm>
                <a:off x="7448701" y="3907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1" name="Freeform 41590">
                <a:extLst>
                  <a:ext uri="{FF2B5EF4-FFF2-40B4-BE49-F238E27FC236}">
                    <a16:creationId xmlns:a16="http://schemas.microsoft.com/office/drawing/2014/main" id="{F1D1C03B-D2CF-B6F1-6A9E-C49574CBBB73}"/>
                  </a:ext>
                </a:extLst>
              </p:cNvPr>
              <p:cNvSpPr/>
              <p:nvPr/>
            </p:nvSpPr>
            <p:spPr>
              <a:xfrm>
                <a:off x="7449197" y="3911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2" name="Freeform 41591">
                <a:extLst>
                  <a:ext uri="{FF2B5EF4-FFF2-40B4-BE49-F238E27FC236}">
                    <a16:creationId xmlns:a16="http://schemas.microsoft.com/office/drawing/2014/main" id="{D62FCCD8-CB77-2F83-30C4-40951AB65951}"/>
                  </a:ext>
                </a:extLst>
              </p:cNvPr>
              <p:cNvSpPr/>
              <p:nvPr/>
            </p:nvSpPr>
            <p:spPr>
              <a:xfrm>
                <a:off x="7449693" y="3912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3" name="Freeform 41592">
                <a:extLst>
                  <a:ext uri="{FF2B5EF4-FFF2-40B4-BE49-F238E27FC236}">
                    <a16:creationId xmlns:a16="http://schemas.microsoft.com/office/drawing/2014/main" id="{C94C77B0-3809-ED23-C012-36CDF325BC73}"/>
                  </a:ext>
                </a:extLst>
              </p:cNvPr>
              <p:cNvSpPr/>
              <p:nvPr/>
            </p:nvSpPr>
            <p:spPr>
              <a:xfrm>
                <a:off x="7450288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4" name="Freeform 41593">
                <a:extLst>
                  <a:ext uri="{FF2B5EF4-FFF2-40B4-BE49-F238E27FC236}">
                    <a16:creationId xmlns:a16="http://schemas.microsoft.com/office/drawing/2014/main" id="{5464CCAB-867F-29E2-8EEF-218C04961FED}"/>
                  </a:ext>
                </a:extLst>
              </p:cNvPr>
              <p:cNvSpPr/>
              <p:nvPr/>
            </p:nvSpPr>
            <p:spPr>
              <a:xfrm>
                <a:off x="7450784" y="3926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5" name="Freeform 41594">
                <a:extLst>
                  <a:ext uri="{FF2B5EF4-FFF2-40B4-BE49-F238E27FC236}">
                    <a16:creationId xmlns:a16="http://schemas.microsoft.com/office/drawing/2014/main" id="{4BA60D5F-6BC7-86F5-4CD7-ED2959935015}"/>
                  </a:ext>
                </a:extLst>
              </p:cNvPr>
              <p:cNvSpPr/>
              <p:nvPr/>
            </p:nvSpPr>
            <p:spPr>
              <a:xfrm>
                <a:off x="7451280" y="392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6" name="Freeform 41595">
                <a:extLst>
                  <a:ext uri="{FF2B5EF4-FFF2-40B4-BE49-F238E27FC236}">
                    <a16:creationId xmlns:a16="http://schemas.microsoft.com/office/drawing/2014/main" id="{1B3B802D-EE0B-6648-7CA4-DFFED360F912}"/>
                  </a:ext>
                </a:extLst>
              </p:cNvPr>
              <p:cNvSpPr/>
              <p:nvPr/>
            </p:nvSpPr>
            <p:spPr>
              <a:xfrm>
                <a:off x="7451876" y="3868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7" name="Freeform 41596">
                <a:extLst>
                  <a:ext uri="{FF2B5EF4-FFF2-40B4-BE49-F238E27FC236}">
                    <a16:creationId xmlns:a16="http://schemas.microsoft.com/office/drawing/2014/main" id="{5EE01084-B9DA-28F8-52C7-1CF9D2BA3CCC}"/>
                  </a:ext>
                </a:extLst>
              </p:cNvPr>
              <p:cNvSpPr/>
              <p:nvPr/>
            </p:nvSpPr>
            <p:spPr>
              <a:xfrm>
                <a:off x="7452372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8" name="Freeform 41597">
                <a:extLst>
                  <a:ext uri="{FF2B5EF4-FFF2-40B4-BE49-F238E27FC236}">
                    <a16:creationId xmlns:a16="http://schemas.microsoft.com/office/drawing/2014/main" id="{E4F0CCE7-EE5D-449D-D242-33CCE43D6EFF}"/>
                  </a:ext>
                </a:extLst>
              </p:cNvPr>
              <p:cNvSpPr/>
              <p:nvPr/>
            </p:nvSpPr>
            <p:spPr>
              <a:xfrm>
                <a:off x="7452868" y="3405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99" name="Freeform 41598">
                <a:extLst>
                  <a:ext uri="{FF2B5EF4-FFF2-40B4-BE49-F238E27FC236}">
                    <a16:creationId xmlns:a16="http://schemas.microsoft.com/office/drawing/2014/main" id="{833152BC-7992-F1F5-5086-FC3DAF42BBDE}"/>
                  </a:ext>
                </a:extLst>
              </p:cNvPr>
              <p:cNvSpPr/>
              <p:nvPr/>
            </p:nvSpPr>
            <p:spPr>
              <a:xfrm>
                <a:off x="7453463" y="3369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0" name="Freeform 41599">
                <a:extLst>
                  <a:ext uri="{FF2B5EF4-FFF2-40B4-BE49-F238E27FC236}">
                    <a16:creationId xmlns:a16="http://schemas.microsoft.com/office/drawing/2014/main" id="{555DDC68-191E-7E28-927D-CB675BC6D7C0}"/>
                  </a:ext>
                </a:extLst>
              </p:cNvPr>
              <p:cNvSpPr/>
              <p:nvPr/>
            </p:nvSpPr>
            <p:spPr>
              <a:xfrm>
                <a:off x="7453959" y="3362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1" name="Freeform 41600">
                <a:extLst>
                  <a:ext uri="{FF2B5EF4-FFF2-40B4-BE49-F238E27FC236}">
                    <a16:creationId xmlns:a16="http://schemas.microsoft.com/office/drawing/2014/main" id="{2FC9560E-2338-8B3A-4BE9-E4F3E200177C}"/>
                  </a:ext>
                </a:extLst>
              </p:cNvPr>
              <p:cNvSpPr/>
              <p:nvPr/>
            </p:nvSpPr>
            <p:spPr>
              <a:xfrm>
                <a:off x="7454455" y="3386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2" name="Freeform 41601">
                <a:extLst>
                  <a:ext uri="{FF2B5EF4-FFF2-40B4-BE49-F238E27FC236}">
                    <a16:creationId xmlns:a16="http://schemas.microsoft.com/office/drawing/2014/main" id="{0133F9B5-5AE3-13B8-CD20-2B9EA8BF251E}"/>
                  </a:ext>
                </a:extLst>
              </p:cNvPr>
              <p:cNvSpPr/>
              <p:nvPr/>
            </p:nvSpPr>
            <p:spPr>
              <a:xfrm>
                <a:off x="7455051" y="3314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3" name="Freeform 41602">
                <a:extLst>
                  <a:ext uri="{FF2B5EF4-FFF2-40B4-BE49-F238E27FC236}">
                    <a16:creationId xmlns:a16="http://schemas.microsoft.com/office/drawing/2014/main" id="{8F2BEAC3-906B-AF66-7A72-29FC7EE1A688}"/>
                  </a:ext>
                </a:extLst>
              </p:cNvPr>
              <p:cNvSpPr/>
              <p:nvPr/>
            </p:nvSpPr>
            <p:spPr>
              <a:xfrm>
                <a:off x="7455547" y="3260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4" name="Freeform 41603">
                <a:extLst>
                  <a:ext uri="{FF2B5EF4-FFF2-40B4-BE49-F238E27FC236}">
                    <a16:creationId xmlns:a16="http://schemas.microsoft.com/office/drawing/2014/main" id="{55B78FED-E02C-BCC3-AAE4-46E5F89D6B7A}"/>
                  </a:ext>
                </a:extLst>
              </p:cNvPr>
              <p:cNvSpPr/>
              <p:nvPr/>
            </p:nvSpPr>
            <p:spPr>
              <a:xfrm>
                <a:off x="7456043" y="3156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5" name="Freeform 41604">
                <a:extLst>
                  <a:ext uri="{FF2B5EF4-FFF2-40B4-BE49-F238E27FC236}">
                    <a16:creationId xmlns:a16="http://schemas.microsoft.com/office/drawing/2014/main" id="{8913B4AC-6BCB-4874-1AC4-05BA90946F28}"/>
                  </a:ext>
                </a:extLst>
              </p:cNvPr>
              <p:cNvSpPr/>
              <p:nvPr/>
            </p:nvSpPr>
            <p:spPr>
              <a:xfrm>
                <a:off x="7456638" y="3061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6" name="Freeform 41605">
                <a:extLst>
                  <a:ext uri="{FF2B5EF4-FFF2-40B4-BE49-F238E27FC236}">
                    <a16:creationId xmlns:a16="http://schemas.microsoft.com/office/drawing/2014/main" id="{87AEDA22-8452-BD3A-DEDC-63C1355464D0}"/>
                  </a:ext>
                </a:extLst>
              </p:cNvPr>
              <p:cNvSpPr/>
              <p:nvPr/>
            </p:nvSpPr>
            <p:spPr>
              <a:xfrm>
                <a:off x="7457134" y="3002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7" name="Freeform 41606">
                <a:extLst>
                  <a:ext uri="{FF2B5EF4-FFF2-40B4-BE49-F238E27FC236}">
                    <a16:creationId xmlns:a16="http://schemas.microsoft.com/office/drawing/2014/main" id="{3B1E6637-6A00-8440-3440-62653BC612F4}"/>
                  </a:ext>
                </a:extLst>
              </p:cNvPr>
              <p:cNvSpPr/>
              <p:nvPr/>
            </p:nvSpPr>
            <p:spPr>
              <a:xfrm>
                <a:off x="7457630" y="2973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8" name="Freeform 41607">
                <a:extLst>
                  <a:ext uri="{FF2B5EF4-FFF2-40B4-BE49-F238E27FC236}">
                    <a16:creationId xmlns:a16="http://schemas.microsoft.com/office/drawing/2014/main" id="{6ECB96D7-0B46-10BC-A54A-5919957A7C0A}"/>
                  </a:ext>
                </a:extLst>
              </p:cNvPr>
              <p:cNvSpPr/>
              <p:nvPr/>
            </p:nvSpPr>
            <p:spPr>
              <a:xfrm>
                <a:off x="7458226" y="2964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09" name="Freeform 41608">
                <a:extLst>
                  <a:ext uri="{FF2B5EF4-FFF2-40B4-BE49-F238E27FC236}">
                    <a16:creationId xmlns:a16="http://schemas.microsoft.com/office/drawing/2014/main" id="{12BFFADA-0A53-7F7E-DE45-C1498FC973C9}"/>
                  </a:ext>
                </a:extLst>
              </p:cNvPr>
              <p:cNvSpPr/>
              <p:nvPr/>
            </p:nvSpPr>
            <p:spPr>
              <a:xfrm>
                <a:off x="7458722" y="299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0" name="Freeform 41609">
                <a:extLst>
                  <a:ext uri="{FF2B5EF4-FFF2-40B4-BE49-F238E27FC236}">
                    <a16:creationId xmlns:a16="http://schemas.microsoft.com/office/drawing/2014/main" id="{86E95061-3A41-2CDA-D573-1B79442F5E61}"/>
                  </a:ext>
                </a:extLst>
              </p:cNvPr>
              <p:cNvSpPr/>
              <p:nvPr/>
            </p:nvSpPr>
            <p:spPr>
              <a:xfrm>
                <a:off x="7459218" y="3042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1" name="Freeform 41610">
                <a:extLst>
                  <a:ext uri="{FF2B5EF4-FFF2-40B4-BE49-F238E27FC236}">
                    <a16:creationId xmlns:a16="http://schemas.microsoft.com/office/drawing/2014/main" id="{A213D35B-CE69-600A-4C0F-B71559818A9C}"/>
                  </a:ext>
                </a:extLst>
              </p:cNvPr>
              <p:cNvSpPr/>
              <p:nvPr/>
            </p:nvSpPr>
            <p:spPr>
              <a:xfrm>
                <a:off x="7459813" y="3761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2" name="Freeform 41611">
                <a:extLst>
                  <a:ext uri="{FF2B5EF4-FFF2-40B4-BE49-F238E27FC236}">
                    <a16:creationId xmlns:a16="http://schemas.microsoft.com/office/drawing/2014/main" id="{762A1B5F-CB02-72C5-20CD-7909A9878CE4}"/>
                  </a:ext>
                </a:extLst>
              </p:cNvPr>
              <p:cNvSpPr/>
              <p:nvPr/>
            </p:nvSpPr>
            <p:spPr>
              <a:xfrm>
                <a:off x="7460309" y="3862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3" name="Freeform 41612">
                <a:extLst>
                  <a:ext uri="{FF2B5EF4-FFF2-40B4-BE49-F238E27FC236}">
                    <a16:creationId xmlns:a16="http://schemas.microsoft.com/office/drawing/2014/main" id="{4108DA68-8650-A311-9A07-196D8A25F9A8}"/>
                  </a:ext>
                </a:extLst>
              </p:cNvPr>
              <p:cNvSpPr/>
              <p:nvPr/>
            </p:nvSpPr>
            <p:spPr>
              <a:xfrm>
                <a:off x="7460805" y="3884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4" name="Freeform 41613">
                <a:extLst>
                  <a:ext uri="{FF2B5EF4-FFF2-40B4-BE49-F238E27FC236}">
                    <a16:creationId xmlns:a16="http://schemas.microsoft.com/office/drawing/2014/main" id="{8596248B-C925-20C5-E1B8-6A8CE83C7E76}"/>
                  </a:ext>
                </a:extLst>
              </p:cNvPr>
              <p:cNvSpPr/>
              <p:nvPr/>
            </p:nvSpPr>
            <p:spPr>
              <a:xfrm>
                <a:off x="7461302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5" name="Freeform 41614">
                <a:extLst>
                  <a:ext uri="{FF2B5EF4-FFF2-40B4-BE49-F238E27FC236}">
                    <a16:creationId xmlns:a16="http://schemas.microsoft.com/office/drawing/2014/main" id="{E2465613-F8DA-E115-2898-6DCFFCE2965D}"/>
                  </a:ext>
                </a:extLst>
              </p:cNvPr>
              <p:cNvSpPr/>
              <p:nvPr/>
            </p:nvSpPr>
            <p:spPr>
              <a:xfrm>
                <a:off x="7461897" y="3874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6" name="Freeform 41615">
                <a:extLst>
                  <a:ext uri="{FF2B5EF4-FFF2-40B4-BE49-F238E27FC236}">
                    <a16:creationId xmlns:a16="http://schemas.microsoft.com/office/drawing/2014/main" id="{45AB68E0-6716-06B8-6AC6-5CA19E429C29}"/>
                  </a:ext>
                </a:extLst>
              </p:cNvPr>
              <p:cNvSpPr/>
              <p:nvPr/>
            </p:nvSpPr>
            <p:spPr>
              <a:xfrm>
                <a:off x="7462393" y="38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7" name="Freeform 41616">
                <a:extLst>
                  <a:ext uri="{FF2B5EF4-FFF2-40B4-BE49-F238E27FC236}">
                    <a16:creationId xmlns:a16="http://schemas.microsoft.com/office/drawing/2014/main" id="{3EF10C0F-32C4-1DAD-E14A-4D30D4DE0D6E}"/>
                  </a:ext>
                </a:extLst>
              </p:cNvPr>
              <p:cNvSpPr/>
              <p:nvPr/>
            </p:nvSpPr>
            <p:spPr>
              <a:xfrm>
                <a:off x="7462889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8" name="Freeform 41617">
                <a:extLst>
                  <a:ext uri="{FF2B5EF4-FFF2-40B4-BE49-F238E27FC236}">
                    <a16:creationId xmlns:a16="http://schemas.microsoft.com/office/drawing/2014/main" id="{205EB9DB-F75E-773F-682E-E42CC3EFA0C9}"/>
                  </a:ext>
                </a:extLst>
              </p:cNvPr>
              <p:cNvSpPr/>
              <p:nvPr/>
            </p:nvSpPr>
            <p:spPr>
              <a:xfrm>
                <a:off x="7463484" y="3890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19" name="Freeform 41618">
                <a:extLst>
                  <a:ext uri="{FF2B5EF4-FFF2-40B4-BE49-F238E27FC236}">
                    <a16:creationId xmlns:a16="http://schemas.microsoft.com/office/drawing/2014/main" id="{B3AB0CA4-3EBA-CD22-3E03-EC85494CE740}"/>
                  </a:ext>
                </a:extLst>
              </p:cNvPr>
              <p:cNvSpPr/>
              <p:nvPr/>
            </p:nvSpPr>
            <p:spPr>
              <a:xfrm>
                <a:off x="7463980" y="389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0" name="Freeform 41619">
                <a:extLst>
                  <a:ext uri="{FF2B5EF4-FFF2-40B4-BE49-F238E27FC236}">
                    <a16:creationId xmlns:a16="http://schemas.microsoft.com/office/drawing/2014/main" id="{07A25FE7-B2E5-40D2-355F-EC8B60999D95}"/>
                  </a:ext>
                </a:extLst>
              </p:cNvPr>
              <p:cNvSpPr/>
              <p:nvPr/>
            </p:nvSpPr>
            <p:spPr>
              <a:xfrm>
                <a:off x="7464477" y="3694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1" name="Freeform 41620">
                <a:extLst>
                  <a:ext uri="{FF2B5EF4-FFF2-40B4-BE49-F238E27FC236}">
                    <a16:creationId xmlns:a16="http://schemas.microsoft.com/office/drawing/2014/main" id="{30D64820-B877-2196-F695-BACB68C4802B}"/>
                  </a:ext>
                </a:extLst>
              </p:cNvPr>
              <p:cNvSpPr/>
              <p:nvPr/>
            </p:nvSpPr>
            <p:spPr>
              <a:xfrm>
                <a:off x="7465072" y="3471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2" name="Freeform 41621">
                <a:extLst>
                  <a:ext uri="{FF2B5EF4-FFF2-40B4-BE49-F238E27FC236}">
                    <a16:creationId xmlns:a16="http://schemas.microsoft.com/office/drawing/2014/main" id="{286F2BC9-3BCF-F648-EF0B-DD07D11091D4}"/>
                  </a:ext>
                </a:extLst>
              </p:cNvPr>
              <p:cNvSpPr/>
              <p:nvPr/>
            </p:nvSpPr>
            <p:spPr>
              <a:xfrm>
                <a:off x="7465568" y="3202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3" name="Freeform 41622">
                <a:extLst>
                  <a:ext uri="{FF2B5EF4-FFF2-40B4-BE49-F238E27FC236}">
                    <a16:creationId xmlns:a16="http://schemas.microsoft.com/office/drawing/2014/main" id="{6A7C79C5-3C7E-140F-6E24-01EE52B7E027}"/>
                  </a:ext>
                </a:extLst>
              </p:cNvPr>
              <p:cNvSpPr/>
              <p:nvPr/>
            </p:nvSpPr>
            <p:spPr>
              <a:xfrm>
                <a:off x="7466064" y="3226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4" name="Freeform 41623">
                <a:extLst>
                  <a:ext uri="{FF2B5EF4-FFF2-40B4-BE49-F238E27FC236}">
                    <a16:creationId xmlns:a16="http://schemas.microsoft.com/office/drawing/2014/main" id="{1B5B143C-A21D-A6B2-FBE2-AFC65B0CD2CD}"/>
                  </a:ext>
                </a:extLst>
              </p:cNvPr>
              <p:cNvSpPr/>
              <p:nvPr/>
            </p:nvSpPr>
            <p:spPr>
              <a:xfrm>
                <a:off x="7466659" y="3237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5" name="Freeform 41624">
                <a:extLst>
                  <a:ext uri="{FF2B5EF4-FFF2-40B4-BE49-F238E27FC236}">
                    <a16:creationId xmlns:a16="http://schemas.microsoft.com/office/drawing/2014/main" id="{A593233A-993A-5E5C-D125-BD7CDDA979A7}"/>
                  </a:ext>
                </a:extLst>
              </p:cNvPr>
              <p:cNvSpPr/>
              <p:nvPr/>
            </p:nvSpPr>
            <p:spPr>
              <a:xfrm>
                <a:off x="7467155" y="3328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6" name="Freeform 41625">
                <a:extLst>
                  <a:ext uri="{FF2B5EF4-FFF2-40B4-BE49-F238E27FC236}">
                    <a16:creationId xmlns:a16="http://schemas.microsoft.com/office/drawing/2014/main" id="{F4A5D986-2870-3B76-1ECE-97665143E70B}"/>
                  </a:ext>
                </a:extLst>
              </p:cNvPr>
              <p:cNvSpPr/>
              <p:nvPr/>
            </p:nvSpPr>
            <p:spPr>
              <a:xfrm>
                <a:off x="7467652" y="3269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7" name="Freeform 41626">
                <a:extLst>
                  <a:ext uri="{FF2B5EF4-FFF2-40B4-BE49-F238E27FC236}">
                    <a16:creationId xmlns:a16="http://schemas.microsoft.com/office/drawing/2014/main" id="{82108B03-9481-35C0-9AB9-81AF01B0AC09}"/>
                  </a:ext>
                </a:extLst>
              </p:cNvPr>
              <p:cNvSpPr/>
              <p:nvPr/>
            </p:nvSpPr>
            <p:spPr>
              <a:xfrm>
                <a:off x="7468247" y="32272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8" name="Freeform 41627">
                <a:extLst>
                  <a:ext uri="{FF2B5EF4-FFF2-40B4-BE49-F238E27FC236}">
                    <a16:creationId xmlns:a16="http://schemas.microsoft.com/office/drawing/2014/main" id="{21F7AB39-E969-AF56-745F-3FB78A3D21C8}"/>
                  </a:ext>
                </a:extLst>
              </p:cNvPr>
              <p:cNvSpPr/>
              <p:nvPr/>
            </p:nvSpPr>
            <p:spPr>
              <a:xfrm>
                <a:off x="7468743" y="3151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29" name="Freeform 41628">
                <a:extLst>
                  <a:ext uri="{FF2B5EF4-FFF2-40B4-BE49-F238E27FC236}">
                    <a16:creationId xmlns:a16="http://schemas.microsoft.com/office/drawing/2014/main" id="{13D576FC-55DE-4C5B-37BC-6E83B6DB2C53}"/>
                  </a:ext>
                </a:extLst>
              </p:cNvPr>
              <p:cNvSpPr/>
              <p:nvPr/>
            </p:nvSpPr>
            <p:spPr>
              <a:xfrm>
                <a:off x="7469239" y="3125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0" name="Freeform 41629">
                <a:extLst>
                  <a:ext uri="{FF2B5EF4-FFF2-40B4-BE49-F238E27FC236}">
                    <a16:creationId xmlns:a16="http://schemas.microsoft.com/office/drawing/2014/main" id="{FC7D084A-1FF1-7606-7FD8-CB1CB3146D16}"/>
                  </a:ext>
                </a:extLst>
              </p:cNvPr>
              <p:cNvSpPr/>
              <p:nvPr/>
            </p:nvSpPr>
            <p:spPr>
              <a:xfrm>
                <a:off x="7469834" y="3070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1" name="Freeform 41630">
                <a:extLst>
                  <a:ext uri="{FF2B5EF4-FFF2-40B4-BE49-F238E27FC236}">
                    <a16:creationId xmlns:a16="http://schemas.microsoft.com/office/drawing/2014/main" id="{4FAD0E80-A3F3-3C4B-0E30-E94098F9B1FA}"/>
                  </a:ext>
                </a:extLst>
              </p:cNvPr>
              <p:cNvSpPr/>
              <p:nvPr/>
            </p:nvSpPr>
            <p:spPr>
              <a:xfrm>
                <a:off x="7470330" y="3030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2" name="Freeform 41631">
                <a:extLst>
                  <a:ext uri="{FF2B5EF4-FFF2-40B4-BE49-F238E27FC236}">
                    <a16:creationId xmlns:a16="http://schemas.microsoft.com/office/drawing/2014/main" id="{A8D5A107-3EFA-D4FD-A396-091E4951CA42}"/>
                  </a:ext>
                </a:extLst>
              </p:cNvPr>
              <p:cNvSpPr/>
              <p:nvPr/>
            </p:nvSpPr>
            <p:spPr>
              <a:xfrm>
                <a:off x="7470827" y="3017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3" name="Freeform 41632">
                <a:extLst>
                  <a:ext uri="{FF2B5EF4-FFF2-40B4-BE49-F238E27FC236}">
                    <a16:creationId xmlns:a16="http://schemas.microsoft.com/office/drawing/2014/main" id="{09E3A7E0-CDF4-32BB-8C09-50039B557EAE}"/>
                  </a:ext>
                </a:extLst>
              </p:cNvPr>
              <p:cNvSpPr/>
              <p:nvPr/>
            </p:nvSpPr>
            <p:spPr>
              <a:xfrm>
                <a:off x="7471422" y="3037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4" name="Freeform 41633">
                <a:extLst>
                  <a:ext uri="{FF2B5EF4-FFF2-40B4-BE49-F238E27FC236}">
                    <a16:creationId xmlns:a16="http://schemas.microsoft.com/office/drawing/2014/main" id="{4FF95AB0-1422-6123-142C-829C7DB8DF4E}"/>
                  </a:ext>
                </a:extLst>
              </p:cNvPr>
              <p:cNvSpPr/>
              <p:nvPr/>
            </p:nvSpPr>
            <p:spPr>
              <a:xfrm>
                <a:off x="7471918" y="3026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5" name="Freeform 41634">
                <a:extLst>
                  <a:ext uri="{FF2B5EF4-FFF2-40B4-BE49-F238E27FC236}">
                    <a16:creationId xmlns:a16="http://schemas.microsoft.com/office/drawing/2014/main" id="{8916DFB3-75FC-081D-07D5-9B37B716A6ED}"/>
                  </a:ext>
                </a:extLst>
              </p:cNvPr>
              <p:cNvSpPr/>
              <p:nvPr/>
            </p:nvSpPr>
            <p:spPr>
              <a:xfrm>
                <a:off x="7472414" y="3625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6" name="Freeform 41635">
                <a:extLst>
                  <a:ext uri="{FF2B5EF4-FFF2-40B4-BE49-F238E27FC236}">
                    <a16:creationId xmlns:a16="http://schemas.microsoft.com/office/drawing/2014/main" id="{2EBCB32C-C2F2-47DB-D6E7-2EA2EDEB18D5}"/>
                  </a:ext>
                </a:extLst>
              </p:cNvPr>
              <p:cNvSpPr/>
              <p:nvPr/>
            </p:nvSpPr>
            <p:spPr>
              <a:xfrm>
                <a:off x="7472910" y="3789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7" name="Freeform 41636">
                <a:extLst>
                  <a:ext uri="{FF2B5EF4-FFF2-40B4-BE49-F238E27FC236}">
                    <a16:creationId xmlns:a16="http://schemas.microsoft.com/office/drawing/2014/main" id="{9ADE9D6F-F6E4-67F3-504D-FA74365BA273}"/>
                  </a:ext>
                </a:extLst>
              </p:cNvPr>
              <p:cNvSpPr/>
              <p:nvPr/>
            </p:nvSpPr>
            <p:spPr>
              <a:xfrm>
                <a:off x="7473505" y="3821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8" name="Freeform 41637">
                <a:extLst>
                  <a:ext uri="{FF2B5EF4-FFF2-40B4-BE49-F238E27FC236}">
                    <a16:creationId xmlns:a16="http://schemas.microsoft.com/office/drawing/2014/main" id="{1E04500C-7643-6C1B-2ED3-251724FB1758}"/>
                  </a:ext>
                </a:extLst>
              </p:cNvPr>
              <p:cNvSpPr/>
              <p:nvPr/>
            </p:nvSpPr>
            <p:spPr>
              <a:xfrm>
                <a:off x="7474002" y="3837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39" name="Freeform 41638">
                <a:extLst>
                  <a:ext uri="{FF2B5EF4-FFF2-40B4-BE49-F238E27FC236}">
                    <a16:creationId xmlns:a16="http://schemas.microsoft.com/office/drawing/2014/main" id="{C44526FB-EA39-6B97-069B-2EC3213882FE}"/>
                  </a:ext>
                </a:extLst>
              </p:cNvPr>
              <p:cNvSpPr/>
              <p:nvPr/>
            </p:nvSpPr>
            <p:spPr>
              <a:xfrm>
                <a:off x="7474498" y="383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0" name="Freeform 41639">
                <a:extLst>
                  <a:ext uri="{FF2B5EF4-FFF2-40B4-BE49-F238E27FC236}">
                    <a16:creationId xmlns:a16="http://schemas.microsoft.com/office/drawing/2014/main" id="{B85F5953-446E-C1C5-5284-C0B557546F01}"/>
                  </a:ext>
                </a:extLst>
              </p:cNvPr>
              <p:cNvSpPr/>
              <p:nvPr/>
            </p:nvSpPr>
            <p:spPr>
              <a:xfrm>
                <a:off x="7475093" y="3828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1" name="Freeform 41640">
                <a:extLst>
                  <a:ext uri="{FF2B5EF4-FFF2-40B4-BE49-F238E27FC236}">
                    <a16:creationId xmlns:a16="http://schemas.microsoft.com/office/drawing/2014/main" id="{B6DFC0EA-F9F8-2C5B-89FB-57D6A89AC1A1}"/>
                  </a:ext>
                </a:extLst>
              </p:cNvPr>
              <p:cNvSpPr/>
              <p:nvPr/>
            </p:nvSpPr>
            <p:spPr>
              <a:xfrm>
                <a:off x="7475589" y="3833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2" name="Freeform 41641">
                <a:extLst>
                  <a:ext uri="{FF2B5EF4-FFF2-40B4-BE49-F238E27FC236}">
                    <a16:creationId xmlns:a16="http://schemas.microsoft.com/office/drawing/2014/main" id="{5BBC4FFF-CA4E-C26E-EE69-BE9A25668E38}"/>
                  </a:ext>
                </a:extLst>
              </p:cNvPr>
              <p:cNvSpPr/>
              <p:nvPr/>
            </p:nvSpPr>
            <p:spPr>
              <a:xfrm>
                <a:off x="7476085" y="38329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3" name="Freeform 41642">
                <a:extLst>
                  <a:ext uri="{FF2B5EF4-FFF2-40B4-BE49-F238E27FC236}">
                    <a16:creationId xmlns:a16="http://schemas.microsoft.com/office/drawing/2014/main" id="{112B327F-6DED-FDFC-67F0-04C672E99487}"/>
                  </a:ext>
                </a:extLst>
              </p:cNvPr>
              <p:cNvSpPr/>
              <p:nvPr/>
            </p:nvSpPr>
            <p:spPr>
              <a:xfrm>
                <a:off x="7476680" y="3827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4" name="Freeform 41643">
                <a:extLst>
                  <a:ext uri="{FF2B5EF4-FFF2-40B4-BE49-F238E27FC236}">
                    <a16:creationId xmlns:a16="http://schemas.microsoft.com/office/drawing/2014/main" id="{5869501B-8655-726E-6636-5856D0498EAA}"/>
                  </a:ext>
                </a:extLst>
              </p:cNvPr>
              <p:cNvSpPr/>
              <p:nvPr/>
            </p:nvSpPr>
            <p:spPr>
              <a:xfrm>
                <a:off x="7477177" y="3640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5" name="Freeform 41644">
                <a:extLst>
                  <a:ext uri="{FF2B5EF4-FFF2-40B4-BE49-F238E27FC236}">
                    <a16:creationId xmlns:a16="http://schemas.microsoft.com/office/drawing/2014/main" id="{7B81C2BD-E1F9-B927-93CD-EED5D2B81191}"/>
                  </a:ext>
                </a:extLst>
              </p:cNvPr>
              <p:cNvSpPr/>
              <p:nvPr/>
            </p:nvSpPr>
            <p:spPr>
              <a:xfrm>
                <a:off x="7477673" y="3457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6" name="Freeform 41645">
                <a:extLst>
                  <a:ext uri="{FF2B5EF4-FFF2-40B4-BE49-F238E27FC236}">
                    <a16:creationId xmlns:a16="http://schemas.microsoft.com/office/drawing/2014/main" id="{481C15C8-F40D-AB68-5813-7E6D8334E51B}"/>
                  </a:ext>
                </a:extLst>
              </p:cNvPr>
              <p:cNvSpPr/>
              <p:nvPr/>
            </p:nvSpPr>
            <p:spPr>
              <a:xfrm>
                <a:off x="7478268" y="3320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7" name="Freeform 41646">
                <a:extLst>
                  <a:ext uri="{FF2B5EF4-FFF2-40B4-BE49-F238E27FC236}">
                    <a16:creationId xmlns:a16="http://schemas.microsoft.com/office/drawing/2014/main" id="{14B0FAE4-237B-9964-6178-54981F223416}"/>
                  </a:ext>
                </a:extLst>
              </p:cNvPr>
              <p:cNvSpPr/>
              <p:nvPr/>
            </p:nvSpPr>
            <p:spPr>
              <a:xfrm>
                <a:off x="7478764" y="3378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8" name="Freeform 41647">
                <a:extLst>
                  <a:ext uri="{FF2B5EF4-FFF2-40B4-BE49-F238E27FC236}">
                    <a16:creationId xmlns:a16="http://schemas.microsoft.com/office/drawing/2014/main" id="{AC64DF62-22FA-823E-8EEA-988C612D31C3}"/>
                  </a:ext>
                </a:extLst>
              </p:cNvPr>
              <p:cNvSpPr/>
              <p:nvPr/>
            </p:nvSpPr>
            <p:spPr>
              <a:xfrm>
                <a:off x="7479260" y="3377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49" name="Freeform 41648">
                <a:extLst>
                  <a:ext uri="{FF2B5EF4-FFF2-40B4-BE49-F238E27FC236}">
                    <a16:creationId xmlns:a16="http://schemas.microsoft.com/office/drawing/2014/main" id="{8E308A82-01B3-2285-8786-1D2568F4CAEF}"/>
                  </a:ext>
                </a:extLst>
              </p:cNvPr>
              <p:cNvSpPr/>
              <p:nvPr/>
            </p:nvSpPr>
            <p:spPr>
              <a:xfrm>
                <a:off x="7479855" y="3405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0" name="Freeform 41649">
                <a:extLst>
                  <a:ext uri="{FF2B5EF4-FFF2-40B4-BE49-F238E27FC236}">
                    <a16:creationId xmlns:a16="http://schemas.microsoft.com/office/drawing/2014/main" id="{FF2A9D7C-CFC9-B8F3-E381-B4C862DD610D}"/>
                  </a:ext>
                </a:extLst>
              </p:cNvPr>
              <p:cNvSpPr/>
              <p:nvPr/>
            </p:nvSpPr>
            <p:spPr>
              <a:xfrm>
                <a:off x="7480352" y="3375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1" name="Freeform 41650">
                <a:extLst>
                  <a:ext uri="{FF2B5EF4-FFF2-40B4-BE49-F238E27FC236}">
                    <a16:creationId xmlns:a16="http://schemas.microsoft.com/office/drawing/2014/main" id="{321CCDE9-73CB-F4B4-8BB0-56A396553A9B}"/>
                  </a:ext>
                </a:extLst>
              </p:cNvPr>
              <p:cNvSpPr/>
              <p:nvPr/>
            </p:nvSpPr>
            <p:spPr>
              <a:xfrm>
                <a:off x="7480848" y="33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2" name="Freeform 41651">
                <a:extLst>
                  <a:ext uri="{FF2B5EF4-FFF2-40B4-BE49-F238E27FC236}">
                    <a16:creationId xmlns:a16="http://schemas.microsoft.com/office/drawing/2014/main" id="{F0ED67F3-EBE4-BCD3-C4D3-92428290FB93}"/>
                  </a:ext>
                </a:extLst>
              </p:cNvPr>
              <p:cNvSpPr/>
              <p:nvPr/>
            </p:nvSpPr>
            <p:spPr>
              <a:xfrm>
                <a:off x="7481443" y="3305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3" name="Freeform 41652">
                <a:extLst>
                  <a:ext uri="{FF2B5EF4-FFF2-40B4-BE49-F238E27FC236}">
                    <a16:creationId xmlns:a16="http://schemas.microsoft.com/office/drawing/2014/main" id="{2F0A9681-9106-B48B-6887-D9D3A3006116}"/>
                  </a:ext>
                </a:extLst>
              </p:cNvPr>
              <p:cNvSpPr/>
              <p:nvPr/>
            </p:nvSpPr>
            <p:spPr>
              <a:xfrm>
                <a:off x="7481939" y="3236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4" name="Freeform 41653">
                <a:extLst>
                  <a:ext uri="{FF2B5EF4-FFF2-40B4-BE49-F238E27FC236}">
                    <a16:creationId xmlns:a16="http://schemas.microsoft.com/office/drawing/2014/main" id="{6C670A21-9C9D-F376-7C92-4995DFFA46F5}"/>
                  </a:ext>
                </a:extLst>
              </p:cNvPr>
              <p:cNvSpPr/>
              <p:nvPr/>
            </p:nvSpPr>
            <p:spPr>
              <a:xfrm>
                <a:off x="7482435" y="3195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5" name="Freeform 41654">
                <a:extLst>
                  <a:ext uri="{FF2B5EF4-FFF2-40B4-BE49-F238E27FC236}">
                    <a16:creationId xmlns:a16="http://schemas.microsoft.com/office/drawing/2014/main" id="{B03D6F6D-84B4-795F-60B9-E1F50A8F712D}"/>
                  </a:ext>
                </a:extLst>
              </p:cNvPr>
              <p:cNvSpPr/>
              <p:nvPr/>
            </p:nvSpPr>
            <p:spPr>
              <a:xfrm>
                <a:off x="7483030" y="31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6" name="Freeform 41655">
                <a:extLst>
                  <a:ext uri="{FF2B5EF4-FFF2-40B4-BE49-F238E27FC236}">
                    <a16:creationId xmlns:a16="http://schemas.microsoft.com/office/drawing/2014/main" id="{483032E6-F29F-2806-71FB-D7F5D9F66938}"/>
                  </a:ext>
                </a:extLst>
              </p:cNvPr>
              <p:cNvSpPr/>
              <p:nvPr/>
            </p:nvSpPr>
            <p:spPr>
              <a:xfrm>
                <a:off x="7483527" y="3119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7" name="Freeform 41656">
                <a:extLst>
                  <a:ext uri="{FF2B5EF4-FFF2-40B4-BE49-F238E27FC236}">
                    <a16:creationId xmlns:a16="http://schemas.microsoft.com/office/drawing/2014/main" id="{450BDF93-EA6F-8939-1791-CCEA96F4B178}"/>
                  </a:ext>
                </a:extLst>
              </p:cNvPr>
              <p:cNvSpPr/>
              <p:nvPr/>
            </p:nvSpPr>
            <p:spPr>
              <a:xfrm>
                <a:off x="7484023" y="3051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8" name="Freeform 41657">
                <a:extLst>
                  <a:ext uri="{FF2B5EF4-FFF2-40B4-BE49-F238E27FC236}">
                    <a16:creationId xmlns:a16="http://schemas.microsoft.com/office/drawing/2014/main" id="{34A981B6-FB6F-58F8-20D3-B11CA4FE3488}"/>
                  </a:ext>
                </a:extLst>
              </p:cNvPr>
              <p:cNvSpPr/>
              <p:nvPr/>
            </p:nvSpPr>
            <p:spPr>
              <a:xfrm>
                <a:off x="7484618" y="2985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59" name="Freeform 41658">
                <a:extLst>
                  <a:ext uri="{FF2B5EF4-FFF2-40B4-BE49-F238E27FC236}">
                    <a16:creationId xmlns:a16="http://schemas.microsoft.com/office/drawing/2014/main" id="{4A3CA3FD-C300-9F5C-FBA7-DC769A118DE4}"/>
                  </a:ext>
                </a:extLst>
              </p:cNvPr>
              <p:cNvSpPr/>
              <p:nvPr/>
            </p:nvSpPr>
            <p:spPr>
              <a:xfrm>
                <a:off x="7485114" y="3786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0" name="Freeform 41659">
                <a:extLst>
                  <a:ext uri="{FF2B5EF4-FFF2-40B4-BE49-F238E27FC236}">
                    <a16:creationId xmlns:a16="http://schemas.microsoft.com/office/drawing/2014/main" id="{F4CA0968-9D01-61D7-FFEE-DBF07B09C249}"/>
                  </a:ext>
                </a:extLst>
              </p:cNvPr>
              <p:cNvSpPr/>
              <p:nvPr/>
            </p:nvSpPr>
            <p:spPr>
              <a:xfrm>
                <a:off x="7485610" y="3894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1" name="Freeform 41660">
                <a:extLst>
                  <a:ext uri="{FF2B5EF4-FFF2-40B4-BE49-F238E27FC236}">
                    <a16:creationId xmlns:a16="http://schemas.microsoft.com/office/drawing/2014/main" id="{2A207CB9-C107-C5BC-2CE7-87A003AEB642}"/>
                  </a:ext>
                </a:extLst>
              </p:cNvPr>
              <p:cNvSpPr/>
              <p:nvPr/>
            </p:nvSpPr>
            <p:spPr>
              <a:xfrm>
                <a:off x="7486106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2" name="Freeform 41661">
                <a:extLst>
                  <a:ext uri="{FF2B5EF4-FFF2-40B4-BE49-F238E27FC236}">
                    <a16:creationId xmlns:a16="http://schemas.microsoft.com/office/drawing/2014/main" id="{0BFD02FD-559A-FC3B-686C-C6806177C83B}"/>
                  </a:ext>
                </a:extLst>
              </p:cNvPr>
              <p:cNvSpPr/>
              <p:nvPr/>
            </p:nvSpPr>
            <p:spPr>
              <a:xfrm>
                <a:off x="7486702" y="39240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3" name="Freeform 41662">
                <a:extLst>
                  <a:ext uri="{FF2B5EF4-FFF2-40B4-BE49-F238E27FC236}">
                    <a16:creationId xmlns:a16="http://schemas.microsoft.com/office/drawing/2014/main" id="{9B80F54E-7A12-17B6-D665-506C70F19EDE}"/>
                  </a:ext>
                </a:extLst>
              </p:cNvPr>
              <p:cNvSpPr/>
              <p:nvPr/>
            </p:nvSpPr>
            <p:spPr>
              <a:xfrm>
                <a:off x="7487198" y="3916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4" name="Freeform 41663">
                <a:extLst>
                  <a:ext uri="{FF2B5EF4-FFF2-40B4-BE49-F238E27FC236}">
                    <a16:creationId xmlns:a16="http://schemas.microsoft.com/office/drawing/2014/main" id="{54CB11D5-BF68-9C85-6F7D-BA6ED97AD86E}"/>
                  </a:ext>
                </a:extLst>
              </p:cNvPr>
              <p:cNvSpPr/>
              <p:nvPr/>
            </p:nvSpPr>
            <p:spPr>
              <a:xfrm>
                <a:off x="7487694" y="391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5" name="Freeform 41664">
                <a:extLst>
                  <a:ext uri="{FF2B5EF4-FFF2-40B4-BE49-F238E27FC236}">
                    <a16:creationId xmlns:a16="http://schemas.microsoft.com/office/drawing/2014/main" id="{4DDB6099-DF6B-CAFF-54DA-7D3AA6ACF657}"/>
                  </a:ext>
                </a:extLst>
              </p:cNvPr>
              <p:cNvSpPr/>
              <p:nvPr/>
            </p:nvSpPr>
            <p:spPr>
              <a:xfrm>
                <a:off x="7488289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6" name="Freeform 41665">
                <a:extLst>
                  <a:ext uri="{FF2B5EF4-FFF2-40B4-BE49-F238E27FC236}">
                    <a16:creationId xmlns:a16="http://schemas.microsoft.com/office/drawing/2014/main" id="{5E53BE18-B881-E1C1-5C95-C11D6237E285}"/>
                  </a:ext>
                </a:extLst>
              </p:cNvPr>
              <p:cNvSpPr/>
              <p:nvPr/>
            </p:nvSpPr>
            <p:spPr>
              <a:xfrm>
                <a:off x="7488785" y="3929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7" name="Freeform 41666">
                <a:extLst>
                  <a:ext uri="{FF2B5EF4-FFF2-40B4-BE49-F238E27FC236}">
                    <a16:creationId xmlns:a16="http://schemas.microsoft.com/office/drawing/2014/main" id="{FEAFD8B3-9E6B-4552-5EDF-F2A2E1E50DCD}"/>
                  </a:ext>
                </a:extLst>
              </p:cNvPr>
              <p:cNvSpPr/>
              <p:nvPr/>
            </p:nvSpPr>
            <p:spPr>
              <a:xfrm>
                <a:off x="7489281" y="3916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8" name="Freeform 41667">
                <a:extLst>
                  <a:ext uri="{FF2B5EF4-FFF2-40B4-BE49-F238E27FC236}">
                    <a16:creationId xmlns:a16="http://schemas.microsoft.com/office/drawing/2014/main" id="{AE8A6C8B-7E54-22CE-AA3E-2C3E6B38A35B}"/>
                  </a:ext>
                </a:extLst>
              </p:cNvPr>
              <p:cNvSpPr/>
              <p:nvPr/>
            </p:nvSpPr>
            <p:spPr>
              <a:xfrm>
                <a:off x="7489877" y="3779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69" name="Freeform 41668">
                <a:extLst>
                  <a:ext uri="{FF2B5EF4-FFF2-40B4-BE49-F238E27FC236}">
                    <a16:creationId xmlns:a16="http://schemas.microsoft.com/office/drawing/2014/main" id="{AE61CB45-3C53-5078-5AF2-CFC7DC3B5E78}"/>
                  </a:ext>
                </a:extLst>
              </p:cNvPr>
              <p:cNvSpPr/>
              <p:nvPr/>
            </p:nvSpPr>
            <p:spPr>
              <a:xfrm>
                <a:off x="7490373" y="357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0" name="Freeform 41669">
                <a:extLst>
                  <a:ext uri="{FF2B5EF4-FFF2-40B4-BE49-F238E27FC236}">
                    <a16:creationId xmlns:a16="http://schemas.microsoft.com/office/drawing/2014/main" id="{8BC1D180-9E07-3920-71A3-CD1E11A654B5}"/>
                  </a:ext>
                </a:extLst>
              </p:cNvPr>
              <p:cNvSpPr/>
              <p:nvPr/>
            </p:nvSpPr>
            <p:spPr>
              <a:xfrm>
                <a:off x="7490869" y="3497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1" name="Freeform 41670">
                <a:extLst>
                  <a:ext uri="{FF2B5EF4-FFF2-40B4-BE49-F238E27FC236}">
                    <a16:creationId xmlns:a16="http://schemas.microsoft.com/office/drawing/2014/main" id="{328CA849-F831-D81E-7A17-EC4F8CAEB250}"/>
                  </a:ext>
                </a:extLst>
              </p:cNvPr>
              <p:cNvSpPr/>
              <p:nvPr/>
            </p:nvSpPr>
            <p:spPr>
              <a:xfrm>
                <a:off x="7491464" y="3490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2" name="Freeform 41671">
                <a:extLst>
                  <a:ext uri="{FF2B5EF4-FFF2-40B4-BE49-F238E27FC236}">
                    <a16:creationId xmlns:a16="http://schemas.microsoft.com/office/drawing/2014/main" id="{60DC4B7B-4CE4-646E-4992-ADABF3757851}"/>
                  </a:ext>
                </a:extLst>
              </p:cNvPr>
              <p:cNvSpPr/>
              <p:nvPr/>
            </p:nvSpPr>
            <p:spPr>
              <a:xfrm>
                <a:off x="7491960" y="3486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3" name="Freeform 41672">
                <a:extLst>
                  <a:ext uri="{FF2B5EF4-FFF2-40B4-BE49-F238E27FC236}">
                    <a16:creationId xmlns:a16="http://schemas.microsoft.com/office/drawing/2014/main" id="{55197922-7034-4D4C-F34D-BBDE1474A144}"/>
                  </a:ext>
                </a:extLst>
              </p:cNvPr>
              <p:cNvSpPr/>
              <p:nvPr/>
            </p:nvSpPr>
            <p:spPr>
              <a:xfrm>
                <a:off x="7492456" y="3485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4" name="Freeform 41673">
                <a:extLst>
                  <a:ext uri="{FF2B5EF4-FFF2-40B4-BE49-F238E27FC236}">
                    <a16:creationId xmlns:a16="http://schemas.microsoft.com/office/drawing/2014/main" id="{58DD97E6-FC28-39E2-C73B-483DC51A13AE}"/>
                  </a:ext>
                </a:extLst>
              </p:cNvPr>
              <p:cNvSpPr/>
              <p:nvPr/>
            </p:nvSpPr>
            <p:spPr>
              <a:xfrm>
                <a:off x="7493052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5" name="Freeform 41674">
                <a:extLst>
                  <a:ext uri="{FF2B5EF4-FFF2-40B4-BE49-F238E27FC236}">
                    <a16:creationId xmlns:a16="http://schemas.microsoft.com/office/drawing/2014/main" id="{84C9847B-6AC1-70AB-29D7-412D5B3E2C64}"/>
                  </a:ext>
                </a:extLst>
              </p:cNvPr>
              <p:cNvSpPr/>
              <p:nvPr/>
            </p:nvSpPr>
            <p:spPr>
              <a:xfrm>
                <a:off x="7493548" y="3405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6" name="Freeform 41675">
                <a:extLst>
                  <a:ext uri="{FF2B5EF4-FFF2-40B4-BE49-F238E27FC236}">
                    <a16:creationId xmlns:a16="http://schemas.microsoft.com/office/drawing/2014/main" id="{9608510A-41DD-2BE1-B1F7-A183C959DBEF}"/>
                  </a:ext>
                </a:extLst>
              </p:cNvPr>
              <p:cNvSpPr/>
              <p:nvPr/>
            </p:nvSpPr>
            <p:spPr>
              <a:xfrm>
                <a:off x="7494044" y="3370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7" name="Freeform 41676">
                <a:extLst>
                  <a:ext uri="{FF2B5EF4-FFF2-40B4-BE49-F238E27FC236}">
                    <a16:creationId xmlns:a16="http://schemas.microsoft.com/office/drawing/2014/main" id="{D2FCD9A9-032F-81E6-91E7-B8CABE8785A2}"/>
                  </a:ext>
                </a:extLst>
              </p:cNvPr>
              <p:cNvSpPr/>
              <p:nvPr/>
            </p:nvSpPr>
            <p:spPr>
              <a:xfrm>
                <a:off x="7494639" y="3302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8" name="Freeform 41677">
                <a:extLst>
                  <a:ext uri="{FF2B5EF4-FFF2-40B4-BE49-F238E27FC236}">
                    <a16:creationId xmlns:a16="http://schemas.microsoft.com/office/drawing/2014/main" id="{102E2860-0A4D-8C54-1D3F-0A9CF1228E94}"/>
                  </a:ext>
                </a:extLst>
              </p:cNvPr>
              <p:cNvSpPr/>
              <p:nvPr/>
            </p:nvSpPr>
            <p:spPr>
              <a:xfrm>
                <a:off x="7495135" y="3236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79" name="Freeform 41678">
                <a:extLst>
                  <a:ext uri="{FF2B5EF4-FFF2-40B4-BE49-F238E27FC236}">
                    <a16:creationId xmlns:a16="http://schemas.microsoft.com/office/drawing/2014/main" id="{9117CFEA-F07A-0949-5155-173630841BB4}"/>
                  </a:ext>
                </a:extLst>
              </p:cNvPr>
              <p:cNvSpPr/>
              <p:nvPr/>
            </p:nvSpPr>
            <p:spPr>
              <a:xfrm>
                <a:off x="7495631" y="3163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0" name="Freeform 41679">
                <a:extLst>
                  <a:ext uri="{FF2B5EF4-FFF2-40B4-BE49-F238E27FC236}">
                    <a16:creationId xmlns:a16="http://schemas.microsoft.com/office/drawing/2014/main" id="{B8ED7E93-89BF-8AF4-9D55-0D1695D31B3B}"/>
                  </a:ext>
                </a:extLst>
              </p:cNvPr>
              <p:cNvSpPr/>
              <p:nvPr/>
            </p:nvSpPr>
            <p:spPr>
              <a:xfrm>
                <a:off x="7496227" y="3106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1" name="Freeform 41680">
                <a:extLst>
                  <a:ext uri="{FF2B5EF4-FFF2-40B4-BE49-F238E27FC236}">
                    <a16:creationId xmlns:a16="http://schemas.microsoft.com/office/drawing/2014/main" id="{06832598-EACD-A79F-98C8-9FB7EBCB2930}"/>
                  </a:ext>
                </a:extLst>
              </p:cNvPr>
              <p:cNvSpPr/>
              <p:nvPr/>
            </p:nvSpPr>
            <p:spPr>
              <a:xfrm>
                <a:off x="7496723" y="3052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2" name="Freeform 41681">
                <a:extLst>
                  <a:ext uri="{FF2B5EF4-FFF2-40B4-BE49-F238E27FC236}">
                    <a16:creationId xmlns:a16="http://schemas.microsoft.com/office/drawing/2014/main" id="{D721C3D5-5795-22B0-E1B7-090B98EF9BE5}"/>
                  </a:ext>
                </a:extLst>
              </p:cNvPr>
              <p:cNvSpPr/>
              <p:nvPr/>
            </p:nvSpPr>
            <p:spPr>
              <a:xfrm>
                <a:off x="7497219" y="3177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3" name="Freeform 41682">
                <a:extLst>
                  <a:ext uri="{FF2B5EF4-FFF2-40B4-BE49-F238E27FC236}">
                    <a16:creationId xmlns:a16="http://schemas.microsoft.com/office/drawing/2014/main" id="{73AFAD46-FD93-6F7D-9C52-6A7C1141BE1B}"/>
                  </a:ext>
                </a:extLst>
              </p:cNvPr>
              <p:cNvSpPr/>
              <p:nvPr/>
            </p:nvSpPr>
            <p:spPr>
              <a:xfrm>
                <a:off x="7497715" y="386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4" name="Freeform 41683">
                <a:extLst>
                  <a:ext uri="{FF2B5EF4-FFF2-40B4-BE49-F238E27FC236}">
                    <a16:creationId xmlns:a16="http://schemas.microsoft.com/office/drawing/2014/main" id="{714EEFAB-9628-00B3-B926-7FDC352DF6A9}"/>
                  </a:ext>
                </a:extLst>
              </p:cNvPr>
              <p:cNvSpPr/>
              <p:nvPr/>
            </p:nvSpPr>
            <p:spPr>
              <a:xfrm>
                <a:off x="7498310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5" name="Freeform 41684">
                <a:extLst>
                  <a:ext uri="{FF2B5EF4-FFF2-40B4-BE49-F238E27FC236}">
                    <a16:creationId xmlns:a16="http://schemas.microsoft.com/office/drawing/2014/main" id="{2732DC0D-012F-2E55-8783-A677DE6E9F8F}"/>
                  </a:ext>
                </a:extLst>
              </p:cNvPr>
              <p:cNvSpPr/>
              <p:nvPr/>
            </p:nvSpPr>
            <p:spPr>
              <a:xfrm>
                <a:off x="7498806" y="3976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6" name="Freeform 41685">
                <a:extLst>
                  <a:ext uri="{FF2B5EF4-FFF2-40B4-BE49-F238E27FC236}">
                    <a16:creationId xmlns:a16="http://schemas.microsoft.com/office/drawing/2014/main" id="{A1B5E3D0-63C9-3123-9666-647191708388}"/>
                  </a:ext>
                </a:extLst>
              </p:cNvPr>
              <p:cNvSpPr/>
              <p:nvPr/>
            </p:nvSpPr>
            <p:spPr>
              <a:xfrm>
                <a:off x="7499302" y="3980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7" name="Freeform 41686">
                <a:extLst>
                  <a:ext uri="{FF2B5EF4-FFF2-40B4-BE49-F238E27FC236}">
                    <a16:creationId xmlns:a16="http://schemas.microsoft.com/office/drawing/2014/main" id="{DA2F8004-012F-5D1F-01DD-CD6D4DAA415F}"/>
                  </a:ext>
                </a:extLst>
              </p:cNvPr>
              <p:cNvSpPr/>
              <p:nvPr/>
            </p:nvSpPr>
            <p:spPr>
              <a:xfrm>
                <a:off x="7499898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8" name="Freeform 41687">
                <a:extLst>
                  <a:ext uri="{FF2B5EF4-FFF2-40B4-BE49-F238E27FC236}">
                    <a16:creationId xmlns:a16="http://schemas.microsoft.com/office/drawing/2014/main" id="{312D85BF-B057-93C8-9C12-2BB5F6F55FE9}"/>
                  </a:ext>
                </a:extLst>
              </p:cNvPr>
              <p:cNvSpPr/>
              <p:nvPr/>
            </p:nvSpPr>
            <p:spPr>
              <a:xfrm>
                <a:off x="7500394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89" name="Freeform 41688">
                <a:extLst>
                  <a:ext uri="{FF2B5EF4-FFF2-40B4-BE49-F238E27FC236}">
                    <a16:creationId xmlns:a16="http://schemas.microsoft.com/office/drawing/2014/main" id="{FC3DCDFB-0D0D-2D45-7197-3527BB47E4EE}"/>
                  </a:ext>
                </a:extLst>
              </p:cNvPr>
              <p:cNvSpPr/>
              <p:nvPr/>
            </p:nvSpPr>
            <p:spPr>
              <a:xfrm>
                <a:off x="7500890" y="398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0" name="Freeform 41689">
                <a:extLst>
                  <a:ext uri="{FF2B5EF4-FFF2-40B4-BE49-F238E27FC236}">
                    <a16:creationId xmlns:a16="http://schemas.microsoft.com/office/drawing/2014/main" id="{235B262B-5631-67AE-B6F9-7EB4F8AFE5F6}"/>
                  </a:ext>
                </a:extLst>
              </p:cNvPr>
              <p:cNvSpPr/>
              <p:nvPr/>
            </p:nvSpPr>
            <p:spPr>
              <a:xfrm>
                <a:off x="7501485" y="3992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1" name="Freeform 41690">
                <a:extLst>
                  <a:ext uri="{FF2B5EF4-FFF2-40B4-BE49-F238E27FC236}">
                    <a16:creationId xmlns:a16="http://schemas.microsoft.com/office/drawing/2014/main" id="{4DE350A2-BEB5-50DB-B9C4-B0B7F6D0002B}"/>
                  </a:ext>
                </a:extLst>
              </p:cNvPr>
              <p:cNvSpPr/>
              <p:nvPr/>
            </p:nvSpPr>
            <p:spPr>
              <a:xfrm>
                <a:off x="7501981" y="3990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2" name="Freeform 41691">
                <a:extLst>
                  <a:ext uri="{FF2B5EF4-FFF2-40B4-BE49-F238E27FC236}">
                    <a16:creationId xmlns:a16="http://schemas.microsoft.com/office/drawing/2014/main" id="{840D5101-34D5-2776-3512-CD5570CBF9AA}"/>
                  </a:ext>
                </a:extLst>
              </p:cNvPr>
              <p:cNvSpPr/>
              <p:nvPr/>
            </p:nvSpPr>
            <p:spPr>
              <a:xfrm>
                <a:off x="7502477" y="3826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3" name="Freeform 41692">
                <a:extLst>
                  <a:ext uri="{FF2B5EF4-FFF2-40B4-BE49-F238E27FC236}">
                    <a16:creationId xmlns:a16="http://schemas.microsoft.com/office/drawing/2014/main" id="{1C5FE664-8713-2784-3ABE-D1BB984610B7}"/>
                  </a:ext>
                </a:extLst>
              </p:cNvPr>
              <p:cNvSpPr/>
              <p:nvPr/>
            </p:nvSpPr>
            <p:spPr>
              <a:xfrm>
                <a:off x="7503073" y="3583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4" name="Freeform 41693">
                <a:extLst>
                  <a:ext uri="{FF2B5EF4-FFF2-40B4-BE49-F238E27FC236}">
                    <a16:creationId xmlns:a16="http://schemas.microsoft.com/office/drawing/2014/main" id="{0DBFEC38-7378-C6B4-9E36-1020E747BD50}"/>
                  </a:ext>
                </a:extLst>
              </p:cNvPr>
              <p:cNvSpPr/>
              <p:nvPr/>
            </p:nvSpPr>
            <p:spPr>
              <a:xfrm>
                <a:off x="7503569" y="3366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5" name="Freeform 41694">
                <a:extLst>
                  <a:ext uri="{FF2B5EF4-FFF2-40B4-BE49-F238E27FC236}">
                    <a16:creationId xmlns:a16="http://schemas.microsoft.com/office/drawing/2014/main" id="{60FF8312-8F87-356B-0A54-29DA0B1378B8}"/>
                  </a:ext>
                </a:extLst>
              </p:cNvPr>
              <p:cNvSpPr/>
              <p:nvPr/>
            </p:nvSpPr>
            <p:spPr>
              <a:xfrm>
                <a:off x="7504065" y="33856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6" name="Freeform 41695">
                <a:extLst>
                  <a:ext uri="{FF2B5EF4-FFF2-40B4-BE49-F238E27FC236}">
                    <a16:creationId xmlns:a16="http://schemas.microsoft.com/office/drawing/2014/main" id="{9B6D5B5E-8078-0257-FEDC-23049A03CC89}"/>
                  </a:ext>
                </a:extLst>
              </p:cNvPr>
              <p:cNvSpPr/>
              <p:nvPr/>
            </p:nvSpPr>
            <p:spPr>
              <a:xfrm>
                <a:off x="7504660" y="345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7" name="Freeform 41696">
                <a:extLst>
                  <a:ext uri="{FF2B5EF4-FFF2-40B4-BE49-F238E27FC236}">
                    <a16:creationId xmlns:a16="http://schemas.microsoft.com/office/drawing/2014/main" id="{950FADB2-6CAC-1A4C-CF3F-C666A4C5815C}"/>
                  </a:ext>
                </a:extLst>
              </p:cNvPr>
              <p:cNvSpPr/>
              <p:nvPr/>
            </p:nvSpPr>
            <p:spPr>
              <a:xfrm>
                <a:off x="7505156" y="3466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8" name="Freeform 41697">
                <a:extLst>
                  <a:ext uri="{FF2B5EF4-FFF2-40B4-BE49-F238E27FC236}">
                    <a16:creationId xmlns:a16="http://schemas.microsoft.com/office/drawing/2014/main" id="{676B0096-1088-CDFE-A776-0D50DDA90503}"/>
                  </a:ext>
                </a:extLst>
              </p:cNvPr>
              <p:cNvSpPr/>
              <p:nvPr/>
            </p:nvSpPr>
            <p:spPr>
              <a:xfrm>
                <a:off x="7505652" y="3521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99" name="Freeform 41698">
                <a:extLst>
                  <a:ext uri="{FF2B5EF4-FFF2-40B4-BE49-F238E27FC236}">
                    <a16:creationId xmlns:a16="http://schemas.microsoft.com/office/drawing/2014/main" id="{D063BE69-7787-F591-EC17-B776C7225B57}"/>
                  </a:ext>
                </a:extLst>
              </p:cNvPr>
              <p:cNvSpPr/>
              <p:nvPr/>
            </p:nvSpPr>
            <p:spPr>
              <a:xfrm>
                <a:off x="7506248" y="3648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0" name="Freeform 41699">
                <a:extLst>
                  <a:ext uri="{FF2B5EF4-FFF2-40B4-BE49-F238E27FC236}">
                    <a16:creationId xmlns:a16="http://schemas.microsoft.com/office/drawing/2014/main" id="{7EB4F007-779D-1957-D29A-91663F931662}"/>
                  </a:ext>
                </a:extLst>
              </p:cNvPr>
              <p:cNvSpPr/>
              <p:nvPr/>
            </p:nvSpPr>
            <p:spPr>
              <a:xfrm>
                <a:off x="7506744" y="3641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1" name="Freeform 41700">
                <a:extLst>
                  <a:ext uri="{FF2B5EF4-FFF2-40B4-BE49-F238E27FC236}">
                    <a16:creationId xmlns:a16="http://schemas.microsoft.com/office/drawing/2014/main" id="{FE80842C-8468-2606-7B08-6919D502DD52}"/>
                  </a:ext>
                </a:extLst>
              </p:cNvPr>
              <p:cNvSpPr/>
              <p:nvPr/>
            </p:nvSpPr>
            <p:spPr>
              <a:xfrm>
                <a:off x="7507240" y="3610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2" name="Freeform 41701">
                <a:extLst>
                  <a:ext uri="{FF2B5EF4-FFF2-40B4-BE49-F238E27FC236}">
                    <a16:creationId xmlns:a16="http://schemas.microsoft.com/office/drawing/2014/main" id="{A5B1EE91-AE29-B068-DBBB-EADB3DBF11AF}"/>
                  </a:ext>
                </a:extLst>
              </p:cNvPr>
              <p:cNvSpPr/>
              <p:nvPr/>
            </p:nvSpPr>
            <p:spPr>
              <a:xfrm>
                <a:off x="7507835" y="3555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3" name="Freeform 41702">
                <a:extLst>
                  <a:ext uri="{FF2B5EF4-FFF2-40B4-BE49-F238E27FC236}">
                    <a16:creationId xmlns:a16="http://schemas.microsoft.com/office/drawing/2014/main" id="{9E7AEBF1-CAF6-F115-FC11-EEBE21EF4F0D}"/>
                  </a:ext>
                </a:extLst>
              </p:cNvPr>
              <p:cNvSpPr/>
              <p:nvPr/>
            </p:nvSpPr>
            <p:spPr>
              <a:xfrm>
                <a:off x="7508331" y="352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4" name="Freeform 41703">
                <a:extLst>
                  <a:ext uri="{FF2B5EF4-FFF2-40B4-BE49-F238E27FC236}">
                    <a16:creationId xmlns:a16="http://schemas.microsoft.com/office/drawing/2014/main" id="{F592D9AA-0472-C388-A709-643CF32DA27A}"/>
                  </a:ext>
                </a:extLst>
              </p:cNvPr>
              <p:cNvSpPr/>
              <p:nvPr/>
            </p:nvSpPr>
            <p:spPr>
              <a:xfrm>
                <a:off x="7508827" y="3507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5" name="Freeform 41704">
                <a:extLst>
                  <a:ext uri="{FF2B5EF4-FFF2-40B4-BE49-F238E27FC236}">
                    <a16:creationId xmlns:a16="http://schemas.microsoft.com/office/drawing/2014/main" id="{B74F375F-6CC7-BA1C-DF6F-BEBA829809F0}"/>
                  </a:ext>
                </a:extLst>
              </p:cNvPr>
              <p:cNvSpPr/>
              <p:nvPr/>
            </p:nvSpPr>
            <p:spPr>
              <a:xfrm>
                <a:off x="7509323" y="3516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6" name="Freeform 41705">
                <a:extLst>
                  <a:ext uri="{FF2B5EF4-FFF2-40B4-BE49-F238E27FC236}">
                    <a16:creationId xmlns:a16="http://schemas.microsoft.com/office/drawing/2014/main" id="{43C3F346-AD0D-4083-CFA1-A5D502D5B4DA}"/>
                  </a:ext>
                </a:extLst>
              </p:cNvPr>
              <p:cNvSpPr/>
              <p:nvPr/>
            </p:nvSpPr>
            <p:spPr>
              <a:xfrm>
                <a:off x="7509919" y="3570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7" name="Freeform 41706">
                <a:extLst>
                  <a:ext uri="{FF2B5EF4-FFF2-40B4-BE49-F238E27FC236}">
                    <a16:creationId xmlns:a16="http://schemas.microsoft.com/office/drawing/2014/main" id="{BBA3DA2F-64B8-0980-EDF5-0C4D09C04431}"/>
                  </a:ext>
                </a:extLst>
              </p:cNvPr>
              <p:cNvSpPr/>
              <p:nvPr/>
            </p:nvSpPr>
            <p:spPr>
              <a:xfrm>
                <a:off x="7510415" y="384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8" name="Freeform 41707">
                <a:extLst>
                  <a:ext uri="{FF2B5EF4-FFF2-40B4-BE49-F238E27FC236}">
                    <a16:creationId xmlns:a16="http://schemas.microsoft.com/office/drawing/2014/main" id="{A2347015-D32B-C792-56F7-BD4F6D7ADE33}"/>
                  </a:ext>
                </a:extLst>
              </p:cNvPr>
              <p:cNvSpPr/>
              <p:nvPr/>
            </p:nvSpPr>
            <p:spPr>
              <a:xfrm>
                <a:off x="7510911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09" name="Freeform 41708">
                <a:extLst>
                  <a:ext uri="{FF2B5EF4-FFF2-40B4-BE49-F238E27FC236}">
                    <a16:creationId xmlns:a16="http://schemas.microsoft.com/office/drawing/2014/main" id="{2E4B2FB4-FAA4-978D-4F1D-911E8307517D}"/>
                  </a:ext>
                </a:extLst>
              </p:cNvPr>
              <p:cNvSpPr/>
              <p:nvPr/>
            </p:nvSpPr>
            <p:spPr>
              <a:xfrm>
                <a:off x="7511506" y="3935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0" name="Freeform 41709">
                <a:extLst>
                  <a:ext uri="{FF2B5EF4-FFF2-40B4-BE49-F238E27FC236}">
                    <a16:creationId xmlns:a16="http://schemas.microsoft.com/office/drawing/2014/main" id="{6B6F0677-342D-FD56-94CE-6F39546E4AA6}"/>
                  </a:ext>
                </a:extLst>
              </p:cNvPr>
              <p:cNvSpPr/>
              <p:nvPr/>
            </p:nvSpPr>
            <p:spPr>
              <a:xfrm>
                <a:off x="7512002" y="3931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1" name="Freeform 41710">
                <a:extLst>
                  <a:ext uri="{FF2B5EF4-FFF2-40B4-BE49-F238E27FC236}">
                    <a16:creationId xmlns:a16="http://schemas.microsoft.com/office/drawing/2014/main" id="{4EAFA06B-BFF9-357C-C3B8-CBC7103B19E5}"/>
                  </a:ext>
                </a:extLst>
              </p:cNvPr>
              <p:cNvSpPr/>
              <p:nvPr/>
            </p:nvSpPr>
            <p:spPr>
              <a:xfrm>
                <a:off x="7512498" y="3919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2" name="Freeform 41711">
                <a:extLst>
                  <a:ext uri="{FF2B5EF4-FFF2-40B4-BE49-F238E27FC236}">
                    <a16:creationId xmlns:a16="http://schemas.microsoft.com/office/drawing/2014/main" id="{46B0DF6A-DF8F-3993-8041-5585C147FBB6}"/>
                  </a:ext>
                </a:extLst>
              </p:cNvPr>
              <p:cNvSpPr/>
              <p:nvPr/>
            </p:nvSpPr>
            <p:spPr>
              <a:xfrm>
                <a:off x="7513094" y="3913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3" name="Freeform 41712">
                <a:extLst>
                  <a:ext uri="{FF2B5EF4-FFF2-40B4-BE49-F238E27FC236}">
                    <a16:creationId xmlns:a16="http://schemas.microsoft.com/office/drawing/2014/main" id="{DB558001-4DEF-D10E-06B7-6A587AEB15FE}"/>
                  </a:ext>
                </a:extLst>
              </p:cNvPr>
              <p:cNvSpPr/>
              <p:nvPr/>
            </p:nvSpPr>
            <p:spPr>
              <a:xfrm>
                <a:off x="7513590" y="3925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4" name="Freeform 41713">
                <a:extLst>
                  <a:ext uri="{FF2B5EF4-FFF2-40B4-BE49-F238E27FC236}">
                    <a16:creationId xmlns:a16="http://schemas.microsoft.com/office/drawing/2014/main" id="{D781A60F-3E40-36C6-841F-ED4918906070}"/>
                  </a:ext>
                </a:extLst>
              </p:cNvPr>
              <p:cNvSpPr/>
              <p:nvPr/>
            </p:nvSpPr>
            <p:spPr>
              <a:xfrm>
                <a:off x="7514086" y="3940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5" name="Freeform 41714">
                <a:extLst>
                  <a:ext uri="{FF2B5EF4-FFF2-40B4-BE49-F238E27FC236}">
                    <a16:creationId xmlns:a16="http://schemas.microsoft.com/office/drawing/2014/main" id="{A910D684-CBBF-4701-76C2-3C0A493E0010}"/>
                  </a:ext>
                </a:extLst>
              </p:cNvPr>
              <p:cNvSpPr/>
              <p:nvPr/>
            </p:nvSpPr>
            <p:spPr>
              <a:xfrm>
                <a:off x="7514681" y="3937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6" name="Freeform 41715">
                <a:extLst>
                  <a:ext uri="{FF2B5EF4-FFF2-40B4-BE49-F238E27FC236}">
                    <a16:creationId xmlns:a16="http://schemas.microsoft.com/office/drawing/2014/main" id="{DFE9878B-FBDB-90AF-1169-944E6DDDFDD7}"/>
                  </a:ext>
                </a:extLst>
              </p:cNvPr>
              <p:cNvSpPr/>
              <p:nvPr/>
            </p:nvSpPr>
            <p:spPr>
              <a:xfrm>
                <a:off x="7515177" y="3870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7" name="Freeform 41716">
                <a:extLst>
                  <a:ext uri="{FF2B5EF4-FFF2-40B4-BE49-F238E27FC236}">
                    <a16:creationId xmlns:a16="http://schemas.microsoft.com/office/drawing/2014/main" id="{C45E8CD6-5D12-8E3D-1F1C-D3426B15F630}"/>
                  </a:ext>
                </a:extLst>
              </p:cNvPr>
              <p:cNvSpPr/>
              <p:nvPr/>
            </p:nvSpPr>
            <p:spPr>
              <a:xfrm>
                <a:off x="7515673" y="3494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8" name="Freeform 41717">
                <a:extLst>
                  <a:ext uri="{FF2B5EF4-FFF2-40B4-BE49-F238E27FC236}">
                    <a16:creationId xmlns:a16="http://schemas.microsoft.com/office/drawing/2014/main" id="{B1689A03-FD41-0E8D-007C-5E55B306B115}"/>
                  </a:ext>
                </a:extLst>
              </p:cNvPr>
              <p:cNvSpPr/>
              <p:nvPr/>
            </p:nvSpPr>
            <p:spPr>
              <a:xfrm>
                <a:off x="7516269" y="3175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19" name="Freeform 41718">
                <a:extLst>
                  <a:ext uri="{FF2B5EF4-FFF2-40B4-BE49-F238E27FC236}">
                    <a16:creationId xmlns:a16="http://schemas.microsoft.com/office/drawing/2014/main" id="{F4B2C279-3686-3F34-E75F-27B1290E6A07}"/>
                  </a:ext>
                </a:extLst>
              </p:cNvPr>
              <p:cNvSpPr/>
              <p:nvPr/>
            </p:nvSpPr>
            <p:spPr>
              <a:xfrm>
                <a:off x="7516765" y="3276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0" name="Freeform 41719">
                <a:extLst>
                  <a:ext uri="{FF2B5EF4-FFF2-40B4-BE49-F238E27FC236}">
                    <a16:creationId xmlns:a16="http://schemas.microsoft.com/office/drawing/2014/main" id="{DE83AA5D-0546-AA95-4973-04D701373B8C}"/>
                  </a:ext>
                </a:extLst>
              </p:cNvPr>
              <p:cNvSpPr/>
              <p:nvPr/>
            </p:nvSpPr>
            <p:spPr>
              <a:xfrm>
                <a:off x="7517261" y="3328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1" name="Freeform 41720">
                <a:extLst>
                  <a:ext uri="{FF2B5EF4-FFF2-40B4-BE49-F238E27FC236}">
                    <a16:creationId xmlns:a16="http://schemas.microsoft.com/office/drawing/2014/main" id="{D9E9E39F-0DC8-14AB-6CA6-9882DEAFBD57}"/>
                  </a:ext>
                </a:extLst>
              </p:cNvPr>
              <p:cNvSpPr/>
              <p:nvPr/>
            </p:nvSpPr>
            <p:spPr>
              <a:xfrm>
                <a:off x="7517856" y="3381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2" name="Freeform 41721">
                <a:extLst>
                  <a:ext uri="{FF2B5EF4-FFF2-40B4-BE49-F238E27FC236}">
                    <a16:creationId xmlns:a16="http://schemas.microsoft.com/office/drawing/2014/main" id="{6EA27755-BDBE-300E-5E7C-16191EB56760}"/>
                  </a:ext>
                </a:extLst>
              </p:cNvPr>
              <p:cNvSpPr/>
              <p:nvPr/>
            </p:nvSpPr>
            <p:spPr>
              <a:xfrm>
                <a:off x="7518352" y="3308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3" name="Freeform 41722">
                <a:extLst>
                  <a:ext uri="{FF2B5EF4-FFF2-40B4-BE49-F238E27FC236}">
                    <a16:creationId xmlns:a16="http://schemas.microsoft.com/office/drawing/2014/main" id="{751A0793-151E-9DFC-CD87-CF097238B155}"/>
                  </a:ext>
                </a:extLst>
              </p:cNvPr>
              <p:cNvSpPr/>
              <p:nvPr/>
            </p:nvSpPr>
            <p:spPr>
              <a:xfrm>
                <a:off x="7518848" y="3530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4" name="Freeform 41723">
                <a:extLst>
                  <a:ext uri="{FF2B5EF4-FFF2-40B4-BE49-F238E27FC236}">
                    <a16:creationId xmlns:a16="http://schemas.microsoft.com/office/drawing/2014/main" id="{26E5DBC8-B47E-C693-90D2-0C1105685295}"/>
                  </a:ext>
                </a:extLst>
              </p:cNvPr>
              <p:cNvSpPr/>
              <p:nvPr/>
            </p:nvSpPr>
            <p:spPr>
              <a:xfrm>
                <a:off x="7519444" y="3666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5" name="Freeform 41724">
                <a:extLst>
                  <a:ext uri="{FF2B5EF4-FFF2-40B4-BE49-F238E27FC236}">
                    <a16:creationId xmlns:a16="http://schemas.microsoft.com/office/drawing/2014/main" id="{B661823F-E4ED-405B-3DE1-7B0F443948F0}"/>
                  </a:ext>
                </a:extLst>
              </p:cNvPr>
              <p:cNvSpPr/>
              <p:nvPr/>
            </p:nvSpPr>
            <p:spPr>
              <a:xfrm>
                <a:off x="7519940" y="3639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6" name="Freeform 41725">
                <a:extLst>
                  <a:ext uri="{FF2B5EF4-FFF2-40B4-BE49-F238E27FC236}">
                    <a16:creationId xmlns:a16="http://schemas.microsoft.com/office/drawing/2014/main" id="{D0C3BABB-5933-C7DA-F872-5942DA8A611C}"/>
                  </a:ext>
                </a:extLst>
              </p:cNvPr>
              <p:cNvSpPr/>
              <p:nvPr/>
            </p:nvSpPr>
            <p:spPr>
              <a:xfrm>
                <a:off x="7520436" y="3604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7" name="Freeform 41726">
                <a:extLst>
                  <a:ext uri="{FF2B5EF4-FFF2-40B4-BE49-F238E27FC236}">
                    <a16:creationId xmlns:a16="http://schemas.microsoft.com/office/drawing/2014/main" id="{4F718FC3-610B-527F-A147-4A9BDA5F755B}"/>
                  </a:ext>
                </a:extLst>
              </p:cNvPr>
              <p:cNvSpPr/>
              <p:nvPr/>
            </p:nvSpPr>
            <p:spPr>
              <a:xfrm>
                <a:off x="7521031" y="3605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8" name="Freeform 41727">
                <a:extLst>
                  <a:ext uri="{FF2B5EF4-FFF2-40B4-BE49-F238E27FC236}">
                    <a16:creationId xmlns:a16="http://schemas.microsoft.com/office/drawing/2014/main" id="{1BB46F3C-0F72-F30B-F54F-862DF09BC8AB}"/>
                  </a:ext>
                </a:extLst>
              </p:cNvPr>
              <p:cNvSpPr/>
              <p:nvPr/>
            </p:nvSpPr>
            <p:spPr>
              <a:xfrm>
                <a:off x="7521527" y="3570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29" name="Freeform 41728">
                <a:extLst>
                  <a:ext uri="{FF2B5EF4-FFF2-40B4-BE49-F238E27FC236}">
                    <a16:creationId xmlns:a16="http://schemas.microsoft.com/office/drawing/2014/main" id="{78FF1302-D7B0-0E01-D81D-B354510648B2}"/>
                  </a:ext>
                </a:extLst>
              </p:cNvPr>
              <p:cNvSpPr/>
              <p:nvPr/>
            </p:nvSpPr>
            <p:spPr>
              <a:xfrm>
                <a:off x="7522023" y="357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0" name="Freeform 41729">
                <a:extLst>
                  <a:ext uri="{FF2B5EF4-FFF2-40B4-BE49-F238E27FC236}">
                    <a16:creationId xmlns:a16="http://schemas.microsoft.com/office/drawing/2014/main" id="{FE52D612-CB28-526C-CA14-7647B2E43F84}"/>
                  </a:ext>
                </a:extLst>
              </p:cNvPr>
              <p:cNvSpPr/>
              <p:nvPr/>
            </p:nvSpPr>
            <p:spPr>
              <a:xfrm>
                <a:off x="7522520" y="3690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1" name="Freeform 41730">
                <a:extLst>
                  <a:ext uri="{FF2B5EF4-FFF2-40B4-BE49-F238E27FC236}">
                    <a16:creationId xmlns:a16="http://schemas.microsoft.com/office/drawing/2014/main" id="{3F33B74A-B20F-083F-5F06-CF910C5ACF6C}"/>
                  </a:ext>
                </a:extLst>
              </p:cNvPr>
              <p:cNvSpPr/>
              <p:nvPr/>
            </p:nvSpPr>
            <p:spPr>
              <a:xfrm>
                <a:off x="7523115" y="3876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2" name="Freeform 41731">
                <a:extLst>
                  <a:ext uri="{FF2B5EF4-FFF2-40B4-BE49-F238E27FC236}">
                    <a16:creationId xmlns:a16="http://schemas.microsoft.com/office/drawing/2014/main" id="{624D2349-BDEC-571E-2B82-1D377C4ED327}"/>
                  </a:ext>
                </a:extLst>
              </p:cNvPr>
              <p:cNvSpPr/>
              <p:nvPr/>
            </p:nvSpPr>
            <p:spPr>
              <a:xfrm>
                <a:off x="7523611" y="3972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3" name="Freeform 41732">
                <a:extLst>
                  <a:ext uri="{FF2B5EF4-FFF2-40B4-BE49-F238E27FC236}">
                    <a16:creationId xmlns:a16="http://schemas.microsoft.com/office/drawing/2014/main" id="{3A4ACA83-1E6E-A992-54BE-7A3364024E38}"/>
                  </a:ext>
                </a:extLst>
              </p:cNvPr>
              <p:cNvSpPr/>
              <p:nvPr/>
            </p:nvSpPr>
            <p:spPr>
              <a:xfrm>
                <a:off x="7524107" y="3983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4" name="Freeform 41733">
                <a:extLst>
                  <a:ext uri="{FF2B5EF4-FFF2-40B4-BE49-F238E27FC236}">
                    <a16:creationId xmlns:a16="http://schemas.microsoft.com/office/drawing/2014/main" id="{A4672042-EC53-476C-9AE5-82A57956BBB4}"/>
                  </a:ext>
                </a:extLst>
              </p:cNvPr>
              <p:cNvSpPr/>
              <p:nvPr/>
            </p:nvSpPr>
            <p:spPr>
              <a:xfrm>
                <a:off x="7524702" y="3968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5" name="Freeform 41734">
                <a:extLst>
                  <a:ext uri="{FF2B5EF4-FFF2-40B4-BE49-F238E27FC236}">
                    <a16:creationId xmlns:a16="http://schemas.microsoft.com/office/drawing/2014/main" id="{2F0CD444-40C9-533F-A9BA-D23986E18ADB}"/>
                  </a:ext>
                </a:extLst>
              </p:cNvPr>
              <p:cNvSpPr/>
              <p:nvPr/>
            </p:nvSpPr>
            <p:spPr>
              <a:xfrm>
                <a:off x="7525198" y="3957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6" name="Freeform 41735">
                <a:extLst>
                  <a:ext uri="{FF2B5EF4-FFF2-40B4-BE49-F238E27FC236}">
                    <a16:creationId xmlns:a16="http://schemas.microsoft.com/office/drawing/2014/main" id="{62000E4E-40E4-F4EF-5DDF-70E4CF5D713A}"/>
                  </a:ext>
                </a:extLst>
              </p:cNvPr>
              <p:cNvSpPr/>
              <p:nvPr/>
            </p:nvSpPr>
            <p:spPr>
              <a:xfrm>
                <a:off x="7525695" y="3959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7" name="Freeform 41736">
                <a:extLst>
                  <a:ext uri="{FF2B5EF4-FFF2-40B4-BE49-F238E27FC236}">
                    <a16:creationId xmlns:a16="http://schemas.microsoft.com/office/drawing/2014/main" id="{EB2ED184-FBD7-6676-4434-607C83DAB4AC}"/>
                  </a:ext>
                </a:extLst>
              </p:cNvPr>
              <p:cNvSpPr/>
              <p:nvPr/>
            </p:nvSpPr>
            <p:spPr>
              <a:xfrm>
                <a:off x="7526290" y="3972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8" name="Freeform 41737">
                <a:extLst>
                  <a:ext uri="{FF2B5EF4-FFF2-40B4-BE49-F238E27FC236}">
                    <a16:creationId xmlns:a16="http://schemas.microsoft.com/office/drawing/2014/main" id="{E5625502-541A-05FA-F16C-F540FF752C2A}"/>
                  </a:ext>
                </a:extLst>
              </p:cNvPr>
              <p:cNvSpPr/>
              <p:nvPr/>
            </p:nvSpPr>
            <p:spPr>
              <a:xfrm>
                <a:off x="7526786" y="399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39" name="Freeform 41738">
                <a:extLst>
                  <a:ext uri="{FF2B5EF4-FFF2-40B4-BE49-F238E27FC236}">
                    <a16:creationId xmlns:a16="http://schemas.microsoft.com/office/drawing/2014/main" id="{D528CC2D-E371-35D2-9B68-9E95A6C8A993}"/>
                  </a:ext>
                </a:extLst>
              </p:cNvPr>
              <p:cNvSpPr/>
              <p:nvPr/>
            </p:nvSpPr>
            <p:spPr>
              <a:xfrm>
                <a:off x="7527282" y="3983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0" name="Freeform 41739">
                <a:extLst>
                  <a:ext uri="{FF2B5EF4-FFF2-40B4-BE49-F238E27FC236}">
                    <a16:creationId xmlns:a16="http://schemas.microsoft.com/office/drawing/2014/main" id="{AD1F175B-3EE4-14C3-251F-B6DBCC5F9D80}"/>
                  </a:ext>
                </a:extLst>
              </p:cNvPr>
              <p:cNvSpPr/>
              <p:nvPr/>
            </p:nvSpPr>
            <p:spPr>
              <a:xfrm>
                <a:off x="7527877" y="3916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1" name="Freeform 41740">
                <a:extLst>
                  <a:ext uri="{FF2B5EF4-FFF2-40B4-BE49-F238E27FC236}">
                    <a16:creationId xmlns:a16="http://schemas.microsoft.com/office/drawing/2014/main" id="{EB1A2FCF-6200-59A6-AA42-76BFEEC20182}"/>
                  </a:ext>
                </a:extLst>
              </p:cNvPr>
              <p:cNvSpPr/>
              <p:nvPr/>
            </p:nvSpPr>
            <p:spPr>
              <a:xfrm>
                <a:off x="7528373" y="3619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2" name="Freeform 41741">
                <a:extLst>
                  <a:ext uri="{FF2B5EF4-FFF2-40B4-BE49-F238E27FC236}">
                    <a16:creationId xmlns:a16="http://schemas.microsoft.com/office/drawing/2014/main" id="{38B27E98-BF26-E700-28B7-6DF37B162B88}"/>
                  </a:ext>
                </a:extLst>
              </p:cNvPr>
              <p:cNvSpPr/>
              <p:nvPr/>
            </p:nvSpPr>
            <p:spPr>
              <a:xfrm>
                <a:off x="7528870" y="3340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3" name="Freeform 41742">
                <a:extLst>
                  <a:ext uri="{FF2B5EF4-FFF2-40B4-BE49-F238E27FC236}">
                    <a16:creationId xmlns:a16="http://schemas.microsoft.com/office/drawing/2014/main" id="{3B5B8A15-C440-15F1-16D7-FFA15E56B8A6}"/>
                  </a:ext>
                </a:extLst>
              </p:cNvPr>
              <p:cNvSpPr/>
              <p:nvPr/>
            </p:nvSpPr>
            <p:spPr>
              <a:xfrm>
                <a:off x="7529465" y="3403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4" name="Freeform 41743">
                <a:extLst>
                  <a:ext uri="{FF2B5EF4-FFF2-40B4-BE49-F238E27FC236}">
                    <a16:creationId xmlns:a16="http://schemas.microsoft.com/office/drawing/2014/main" id="{5ACA3956-97EF-B19F-6C78-9723DB22ED85}"/>
                  </a:ext>
                </a:extLst>
              </p:cNvPr>
              <p:cNvSpPr/>
              <p:nvPr/>
            </p:nvSpPr>
            <p:spPr>
              <a:xfrm>
                <a:off x="7529961" y="345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5" name="Freeform 41744">
                <a:extLst>
                  <a:ext uri="{FF2B5EF4-FFF2-40B4-BE49-F238E27FC236}">
                    <a16:creationId xmlns:a16="http://schemas.microsoft.com/office/drawing/2014/main" id="{93543E64-3350-F5BE-2E0E-DFB392C61704}"/>
                  </a:ext>
                </a:extLst>
              </p:cNvPr>
              <p:cNvSpPr/>
              <p:nvPr/>
            </p:nvSpPr>
            <p:spPr>
              <a:xfrm>
                <a:off x="7530457" y="353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6" name="Freeform 41745">
                <a:extLst>
                  <a:ext uri="{FF2B5EF4-FFF2-40B4-BE49-F238E27FC236}">
                    <a16:creationId xmlns:a16="http://schemas.microsoft.com/office/drawing/2014/main" id="{9880B0AA-38CF-4DC1-B498-257D4A92F8AA}"/>
                  </a:ext>
                </a:extLst>
              </p:cNvPr>
              <p:cNvSpPr/>
              <p:nvPr/>
            </p:nvSpPr>
            <p:spPr>
              <a:xfrm>
                <a:off x="7531052" y="3504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7" name="Freeform 41746">
                <a:extLst>
                  <a:ext uri="{FF2B5EF4-FFF2-40B4-BE49-F238E27FC236}">
                    <a16:creationId xmlns:a16="http://schemas.microsoft.com/office/drawing/2014/main" id="{88FF8A1D-DD5F-2111-025E-EF5333EC41C4}"/>
                  </a:ext>
                </a:extLst>
              </p:cNvPr>
              <p:cNvSpPr/>
              <p:nvPr/>
            </p:nvSpPr>
            <p:spPr>
              <a:xfrm>
                <a:off x="7531548" y="3729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8" name="Freeform 41747">
                <a:extLst>
                  <a:ext uri="{FF2B5EF4-FFF2-40B4-BE49-F238E27FC236}">
                    <a16:creationId xmlns:a16="http://schemas.microsoft.com/office/drawing/2014/main" id="{1F1BFAE3-8ABD-8A65-9605-07372F01CAC2}"/>
                  </a:ext>
                </a:extLst>
              </p:cNvPr>
              <p:cNvSpPr/>
              <p:nvPr/>
            </p:nvSpPr>
            <p:spPr>
              <a:xfrm>
                <a:off x="7532045" y="3771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49" name="Freeform 41748">
                <a:extLst>
                  <a:ext uri="{FF2B5EF4-FFF2-40B4-BE49-F238E27FC236}">
                    <a16:creationId xmlns:a16="http://schemas.microsoft.com/office/drawing/2014/main" id="{9B749B91-0EC5-2E09-CCC8-1D1FC11641BD}"/>
                  </a:ext>
                </a:extLst>
              </p:cNvPr>
              <p:cNvSpPr/>
              <p:nvPr/>
            </p:nvSpPr>
            <p:spPr>
              <a:xfrm>
                <a:off x="7532640" y="3750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0" name="Freeform 41749">
                <a:extLst>
                  <a:ext uri="{FF2B5EF4-FFF2-40B4-BE49-F238E27FC236}">
                    <a16:creationId xmlns:a16="http://schemas.microsoft.com/office/drawing/2014/main" id="{2DC1F659-8797-D6F7-B4A8-286042451959}"/>
                  </a:ext>
                </a:extLst>
              </p:cNvPr>
              <p:cNvSpPr/>
              <p:nvPr/>
            </p:nvSpPr>
            <p:spPr>
              <a:xfrm>
                <a:off x="7533136" y="3734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1" name="Freeform 41750">
                <a:extLst>
                  <a:ext uri="{FF2B5EF4-FFF2-40B4-BE49-F238E27FC236}">
                    <a16:creationId xmlns:a16="http://schemas.microsoft.com/office/drawing/2014/main" id="{373A2376-C1CA-BF64-1233-3B595CFC6FAB}"/>
                  </a:ext>
                </a:extLst>
              </p:cNvPr>
              <p:cNvSpPr/>
              <p:nvPr/>
            </p:nvSpPr>
            <p:spPr>
              <a:xfrm>
                <a:off x="7533632" y="370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2" name="Freeform 41751">
                <a:extLst>
                  <a:ext uri="{FF2B5EF4-FFF2-40B4-BE49-F238E27FC236}">
                    <a16:creationId xmlns:a16="http://schemas.microsoft.com/office/drawing/2014/main" id="{38B2CFF2-8563-E438-7EDF-4FD3CC45E5D2}"/>
                  </a:ext>
                </a:extLst>
              </p:cNvPr>
              <p:cNvSpPr/>
              <p:nvPr/>
            </p:nvSpPr>
            <p:spPr>
              <a:xfrm>
                <a:off x="7534128" y="3686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3" name="Freeform 41752">
                <a:extLst>
                  <a:ext uri="{FF2B5EF4-FFF2-40B4-BE49-F238E27FC236}">
                    <a16:creationId xmlns:a16="http://schemas.microsoft.com/office/drawing/2014/main" id="{3B777B8E-2D12-B6C8-F5AA-E94CF0C5A698}"/>
                  </a:ext>
                </a:extLst>
              </p:cNvPr>
              <p:cNvSpPr/>
              <p:nvPr/>
            </p:nvSpPr>
            <p:spPr>
              <a:xfrm>
                <a:off x="7534723" y="368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4" name="Freeform 41753">
                <a:extLst>
                  <a:ext uri="{FF2B5EF4-FFF2-40B4-BE49-F238E27FC236}">
                    <a16:creationId xmlns:a16="http://schemas.microsoft.com/office/drawing/2014/main" id="{BA3252E9-96DD-7E96-24AE-726F7A94B2B8}"/>
                  </a:ext>
                </a:extLst>
              </p:cNvPr>
              <p:cNvSpPr/>
              <p:nvPr/>
            </p:nvSpPr>
            <p:spPr>
              <a:xfrm>
                <a:off x="7535220" y="3744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5" name="Freeform 41754">
                <a:extLst>
                  <a:ext uri="{FF2B5EF4-FFF2-40B4-BE49-F238E27FC236}">
                    <a16:creationId xmlns:a16="http://schemas.microsoft.com/office/drawing/2014/main" id="{5C8CA66A-4ACA-4479-ED30-81C802407159}"/>
                  </a:ext>
                </a:extLst>
              </p:cNvPr>
              <p:cNvSpPr/>
              <p:nvPr/>
            </p:nvSpPr>
            <p:spPr>
              <a:xfrm>
                <a:off x="7535716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6" name="Freeform 41755">
                <a:extLst>
                  <a:ext uri="{FF2B5EF4-FFF2-40B4-BE49-F238E27FC236}">
                    <a16:creationId xmlns:a16="http://schemas.microsoft.com/office/drawing/2014/main" id="{ED3AE045-853B-81DD-1DB2-074086C28784}"/>
                  </a:ext>
                </a:extLst>
              </p:cNvPr>
              <p:cNvSpPr/>
              <p:nvPr/>
            </p:nvSpPr>
            <p:spPr>
              <a:xfrm>
                <a:off x="7536311" y="401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7" name="Freeform 41756">
                <a:extLst>
                  <a:ext uri="{FF2B5EF4-FFF2-40B4-BE49-F238E27FC236}">
                    <a16:creationId xmlns:a16="http://schemas.microsoft.com/office/drawing/2014/main" id="{1F8FCA7F-9486-4DCB-B86F-A082A3629F30}"/>
                  </a:ext>
                </a:extLst>
              </p:cNvPr>
              <p:cNvSpPr/>
              <p:nvPr/>
            </p:nvSpPr>
            <p:spPr>
              <a:xfrm>
                <a:off x="7536807" y="4032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8" name="Freeform 41757">
                <a:extLst>
                  <a:ext uri="{FF2B5EF4-FFF2-40B4-BE49-F238E27FC236}">
                    <a16:creationId xmlns:a16="http://schemas.microsoft.com/office/drawing/2014/main" id="{FB5BA0E6-88F1-100D-F761-614DAEB91DF9}"/>
                  </a:ext>
                </a:extLst>
              </p:cNvPr>
              <p:cNvSpPr/>
              <p:nvPr/>
            </p:nvSpPr>
            <p:spPr>
              <a:xfrm>
                <a:off x="7537303" y="4023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59" name="Freeform 41758">
                <a:extLst>
                  <a:ext uri="{FF2B5EF4-FFF2-40B4-BE49-F238E27FC236}">
                    <a16:creationId xmlns:a16="http://schemas.microsoft.com/office/drawing/2014/main" id="{1F3FDC9A-8E17-73D2-ECC8-9114A3763F65}"/>
                  </a:ext>
                </a:extLst>
              </p:cNvPr>
              <p:cNvSpPr/>
              <p:nvPr/>
            </p:nvSpPr>
            <p:spPr>
              <a:xfrm>
                <a:off x="7537898" y="4020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0" name="Freeform 41759">
                <a:extLst>
                  <a:ext uri="{FF2B5EF4-FFF2-40B4-BE49-F238E27FC236}">
                    <a16:creationId xmlns:a16="http://schemas.microsoft.com/office/drawing/2014/main" id="{2947E33D-E82F-FA82-849C-CCBE28E4F85A}"/>
                  </a:ext>
                </a:extLst>
              </p:cNvPr>
              <p:cNvSpPr/>
              <p:nvPr/>
            </p:nvSpPr>
            <p:spPr>
              <a:xfrm>
                <a:off x="7538395" y="4019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1" name="Freeform 41760">
                <a:extLst>
                  <a:ext uri="{FF2B5EF4-FFF2-40B4-BE49-F238E27FC236}">
                    <a16:creationId xmlns:a16="http://schemas.microsoft.com/office/drawing/2014/main" id="{638A1A45-01CA-D944-2DA9-6096802EF830}"/>
                  </a:ext>
                </a:extLst>
              </p:cNvPr>
              <p:cNvSpPr/>
              <p:nvPr/>
            </p:nvSpPr>
            <p:spPr>
              <a:xfrm>
                <a:off x="7538891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2" name="Freeform 41761">
                <a:extLst>
                  <a:ext uri="{FF2B5EF4-FFF2-40B4-BE49-F238E27FC236}">
                    <a16:creationId xmlns:a16="http://schemas.microsoft.com/office/drawing/2014/main" id="{41BB85EA-9597-7E30-A0ED-46FF079CD512}"/>
                  </a:ext>
                </a:extLst>
              </p:cNvPr>
              <p:cNvSpPr/>
              <p:nvPr/>
            </p:nvSpPr>
            <p:spPr>
              <a:xfrm>
                <a:off x="7539486" y="40333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3" name="Freeform 41762">
                <a:extLst>
                  <a:ext uri="{FF2B5EF4-FFF2-40B4-BE49-F238E27FC236}">
                    <a16:creationId xmlns:a16="http://schemas.microsoft.com/office/drawing/2014/main" id="{B0A0AE8E-5F36-D921-74AA-8A23370E9296}"/>
                  </a:ext>
                </a:extLst>
              </p:cNvPr>
              <p:cNvSpPr/>
              <p:nvPr/>
            </p:nvSpPr>
            <p:spPr>
              <a:xfrm>
                <a:off x="7539982" y="4035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4" name="Freeform 41763">
                <a:extLst>
                  <a:ext uri="{FF2B5EF4-FFF2-40B4-BE49-F238E27FC236}">
                    <a16:creationId xmlns:a16="http://schemas.microsoft.com/office/drawing/2014/main" id="{4B3BE3EB-6102-A37D-97FC-7963A6F08161}"/>
                  </a:ext>
                </a:extLst>
              </p:cNvPr>
              <p:cNvSpPr/>
              <p:nvPr/>
            </p:nvSpPr>
            <p:spPr>
              <a:xfrm>
                <a:off x="7540478" y="4011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5" name="Freeform 41764">
                <a:extLst>
                  <a:ext uri="{FF2B5EF4-FFF2-40B4-BE49-F238E27FC236}">
                    <a16:creationId xmlns:a16="http://schemas.microsoft.com/office/drawing/2014/main" id="{07939EDD-CFA3-6875-1912-53034D3CDAA5}"/>
                  </a:ext>
                </a:extLst>
              </p:cNvPr>
              <p:cNvSpPr/>
              <p:nvPr/>
            </p:nvSpPr>
            <p:spPr>
              <a:xfrm>
                <a:off x="7541073" y="3726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6" name="Freeform 41765">
                <a:extLst>
                  <a:ext uri="{FF2B5EF4-FFF2-40B4-BE49-F238E27FC236}">
                    <a16:creationId xmlns:a16="http://schemas.microsoft.com/office/drawing/2014/main" id="{EEFDFAEF-6E76-951C-5690-4EA91267197D}"/>
                  </a:ext>
                </a:extLst>
              </p:cNvPr>
              <p:cNvSpPr/>
              <p:nvPr/>
            </p:nvSpPr>
            <p:spPr>
              <a:xfrm>
                <a:off x="7541570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7" name="Freeform 41766">
                <a:extLst>
                  <a:ext uri="{FF2B5EF4-FFF2-40B4-BE49-F238E27FC236}">
                    <a16:creationId xmlns:a16="http://schemas.microsoft.com/office/drawing/2014/main" id="{B6496943-BF67-E1B0-55AE-D600A90A0190}"/>
                  </a:ext>
                </a:extLst>
              </p:cNvPr>
              <p:cNvSpPr/>
              <p:nvPr/>
            </p:nvSpPr>
            <p:spPr>
              <a:xfrm>
                <a:off x="7542066" y="3555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8" name="Freeform 41767">
                <a:extLst>
                  <a:ext uri="{FF2B5EF4-FFF2-40B4-BE49-F238E27FC236}">
                    <a16:creationId xmlns:a16="http://schemas.microsoft.com/office/drawing/2014/main" id="{5FABDBEA-0D83-27D5-34C7-20297C32AE74}"/>
                  </a:ext>
                </a:extLst>
              </p:cNvPr>
              <p:cNvSpPr/>
              <p:nvPr/>
            </p:nvSpPr>
            <p:spPr>
              <a:xfrm>
                <a:off x="7542661" y="358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69" name="Freeform 41768">
                <a:extLst>
                  <a:ext uri="{FF2B5EF4-FFF2-40B4-BE49-F238E27FC236}">
                    <a16:creationId xmlns:a16="http://schemas.microsoft.com/office/drawing/2014/main" id="{C0B01339-9FFD-A416-F175-0E71C9EF6181}"/>
                  </a:ext>
                </a:extLst>
              </p:cNvPr>
              <p:cNvSpPr/>
              <p:nvPr/>
            </p:nvSpPr>
            <p:spPr>
              <a:xfrm>
                <a:off x="7543157" y="3649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0" name="Freeform 41769">
                <a:extLst>
                  <a:ext uri="{FF2B5EF4-FFF2-40B4-BE49-F238E27FC236}">
                    <a16:creationId xmlns:a16="http://schemas.microsoft.com/office/drawing/2014/main" id="{1C901E91-B3B1-B8CE-9ECA-A8005B863635}"/>
                  </a:ext>
                </a:extLst>
              </p:cNvPr>
              <p:cNvSpPr/>
              <p:nvPr/>
            </p:nvSpPr>
            <p:spPr>
              <a:xfrm>
                <a:off x="7543653" y="3489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1" name="Freeform 41770">
                <a:extLst>
                  <a:ext uri="{FF2B5EF4-FFF2-40B4-BE49-F238E27FC236}">
                    <a16:creationId xmlns:a16="http://schemas.microsoft.com/office/drawing/2014/main" id="{3E6FF2EA-27F8-ED37-5ACE-131896E038F0}"/>
                  </a:ext>
                </a:extLst>
              </p:cNvPr>
              <p:cNvSpPr/>
              <p:nvPr/>
            </p:nvSpPr>
            <p:spPr>
              <a:xfrm>
                <a:off x="7544248" y="3563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2" name="Freeform 41771">
                <a:extLst>
                  <a:ext uri="{FF2B5EF4-FFF2-40B4-BE49-F238E27FC236}">
                    <a16:creationId xmlns:a16="http://schemas.microsoft.com/office/drawing/2014/main" id="{3D00B0AA-D073-E6C9-C96A-E835E85A4E9A}"/>
                  </a:ext>
                </a:extLst>
              </p:cNvPr>
              <p:cNvSpPr/>
              <p:nvPr/>
            </p:nvSpPr>
            <p:spPr>
              <a:xfrm>
                <a:off x="7544745" y="348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3" name="Freeform 41772">
                <a:extLst>
                  <a:ext uri="{FF2B5EF4-FFF2-40B4-BE49-F238E27FC236}">
                    <a16:creationId xmlns:a16="http://schemas.microsoft.com/office/drawing/2014/main" id="{05FC9CC0-480F-759F-318B-950F5850D009}"/>
                  </a:ext>
                </a:extLst>
              </p:cNvPr>
              <p:cNvSpPr/>
              <p:nvPr/>
            </p:nvSpPr>
            <p:spPr>
              <a:xfrm>
                <a:off x="7545241" y="3371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4" name="Freeform 41773">
                <a:extLst>
                  <a:ext uri="{FF2B5EF4-FFF2-40B4-BE49-F238E27FC236}">
                    <a16:creationId xmlns:a16="http://schemas.microsoft.com/office/drawing/2014/main" id="{5BA5780D-30E3-065C-748C-BB35B0A761FA}"/>
                  </a:ext>
                </a:extLst>
              </p:cNvPr>
              <p:cNvSpPr/>
              <p:nvPr/>
            </p:nvSpPr>
            <p:spPr>
              <a:xfrm>
                <a:off x="7545836" y="3333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5" name="Freeform 41774">
                <a:extLst>
                  <a:ext uri="{FF2B5EF4-FFF2-40B4-BE49-F238E27FC236}">
                    <a16:creationId xmlns:a16="http://schemas.microsoft.com/office/drawing/2014/main" id="{35D9E094-FEC1-2557-C374-285CB91BDD10}"/>
                  </a:ext>
                </a:extLst>
              </p:cNvPr>
              <p:cNvSpPr/>
              <p:nvPr/>
            </p:nvSpPr>
            <p:spPr>
              <a:xfrm>
                <a:off x="7546332" y="3283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6" name="Freeform 41775">
                <a:extLst>
                  <a:ext uri="{FF2B5EF4-FFF2-40B4-BE49-F238E27FC236}">
                    <a16:creationId xmlns:a16="http://schemas.microsoft.com/office/drawing/2014/main" id="{25F93DC6-EAC0-7FE7-9B66-8D04CFD64AD9}"/>
                  </a:ext>
                </a:extLst>
              </p:cNvPr>
              <p:cNvSpPr/>
              <p:nvPr/>
            </p:nvSpPr>
            <p:spPr>
              <a:xfrm>
                <a:off x="7546828" y="3275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7" name="Freeform 41776">
                <a:extLst>
                  <a:ext uri="{FF2B5EF4-FFF2-40B4-BE49-F238E27FC236}">
                    <a16:creationId xmlns:a16="http://schemas.microsoft.com/office/drawing/2014/main" id="{DE4A6BB5-0F98-67BB-733C-E2BA229C82DF}"/>
                  </a:ext>
                </a:extLst>
              </p:cNvPr>
              <p:cNvSpPr/>
              <p:nvPr/>
            </p:nvSpPr>
            <p:spPr>
              <a:xfrm>
                <a:off x="7547324" y="3277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8" name="Freeform 41777">
                <a:extLst>
                  <a:ext uri="{FF2B5EF4-FFF2-40B4-BE49-F238E27FC236}">
                    <a16:creationId xmlns:a16="http://schemas.microsoft.com/office/drawing/2014/main" id="{2EA3EF7A-CCDA-87DA-0B87-90FFD9DAAE76}"/>
                  </a:ext>
                </a:extLst>
              </p:cNvPr>
              <p:cNvSpPr/>
              <p:nvPr/>
            </p:nvSpPr>
            <p:spPr>
              <a:xfrm>
                <a:off x="7547920" y="3333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79" name="Freeform 41778">
                <a:extLst>
                  <a:ext uri="{FF2B5EF4-FFF2-40B4-BE49-F238E27FC236}">
                    <a16:creationId xmlns:a16="http://schemas.microsoft.com/office/drawing/2014/main" id="{C0BB5E29-9D72-B7B2-36A9-15688C92EF8C}"/>
                  </a:ext>
                </a:extLst>
              </p:cNvPr>
              <p:cNvSpPr/>
              <p:nvPr/>
            </p:nvSpPr>
            <p:spPr>
              <a:xfrm>
                <a:off x="7548416" y="3884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0" name="Freeform 41779">
                <a:extLst>
                  <a:ext uri="{FF2B5EF4-FFF2-40B4-BE49-F238E27FC236}">
                    <a16:creationId xmlns:a16="http://schemas.microsoft.com/office/drawing/2014/main" id="{2F678916-4A54-4F69-9FD9-146BD3FC3E85}"/>
                  </a:ext>
                </a:extLst>
              </p:cNvPr>
              <p:cNvSpPr/>
              <p:nvPr/>
            </p:nvSpPr>
            <p:spPr>
              <a:xfrm>
                <a:off x="7548912" y="3960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1" name="Freeform 41780">
                <a:extLst>
                  <a:ext uri="{FF2B5EF4-FFF2-40B4-BE49-F238E27FC236}">
                    <a16:creationId xmlns:a16="http://schemas.microsoft.com/office/drawing/2014/main" id="{2F0D8A4E-27E8-A827-AF6B-EE66B10BEAB1}"/>
                  </a:ext>
                </a:extLst>
              </p:cNvPr>
              <p:cNvSpPr/>
              <p:nvPr/>
            </p:nvSpPr>
            <p:spPr>
              <a:xfrm>
                <a:off x="7549507" y="3980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2" name="Freeform 41781">
                <a:extLst>
                  <a:ext uri="{FF2B5EF4-FFF2-40B4-BE49-F238E27FC236}">
                    <a16:creationId xmlns:a16="http://schemas.microsoft.com/office/drawing/2014/main" id="{E2BE7696-D39E-E09F-56EC-4178E63BD56C}"/>
                  </a:ext>
                </a:extLst>
              </p:cNvPr>
              <p:cNvSpPr/>
              <p:nvPr/>
            </p:nvSpPr>
            <p:spPr>
              <a:xfrm>
                <a:off x="7550003" y="3987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3" name="Freeform 41782">
                <a:extLst>
                  <a:ext uri="{FF2B5EF4-FFF2-40B4-BE49-F238E27FC236}">
                    <a16:creationId xmlns:a16="http://schemas.microsoft.com/office/drawing/2014/main" id="{5FEC3D8C-48D9-53BA-F98A-DA648E600C76}"/>
                  </a:ext>
                </a:extLst>
              </p:cNvPr>
              <p:cNvSpPr/>
              <p:nvPr/>
            </p:nvSpPr>
            <p:spPr>
              <a:xfrm>
                <a:off x="7550499" y="39883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4" name="Freeform 41783">
                <a:extLst>
                  <a:ext uri="{FF2B5EF4-FFF2-40B4-BE49-F238E27FC236}">
                    <a16:creationId xmlns:a16="http://schemas.microsoft.com/office/drawing/2014/main" id="{48F6F944-5B36-3464-E150-E7FFA31FE146}"/>
                  </a:ext>
                </a:extLst>
              </p:cNvPr>
              <p:cNvSpPr/>
              <p:nvPr/>
            </p:nvSpPr>
            <p:spPr>
              <a:xfrm>
                <a:off x="7551095" y="3991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5" name="Freeform 41784">
                <a:extLst>
                  <a:ext uri="{FF2B5EF4-FFF2-40B4-BE49-F238E27FC236}">
                    <a16:creationId xmlns:a16="http://schemas.microsoft.com/office/drawing/2014/main" id="{5A08445D-7D04-6E83-C549-DD8859DB70C4}"/>
                  </a:ext>
                </a:extLst>
              </p:cNvPr>
              <p:cNvSpPr/>
              <p:nvPr/>
            </p:nvSpPr>
            <p:spPr>
              <a:xfrm>
                <a:off x="7551591" y="3994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6" name="Freeform 41785">
                <a:extLst>
                  <a:ext uri="{FF2B5EF4-FFF2-40B4-BE49-F238E27FC236}">
                    <a16:creationId xmlns:a16="http://schemas.microsoft.com/office/drawing/2014/main" id="{3167D7F5-20BC-3D2A-3983-6BD29C92E98C}"/>
                  </a:ext>
                </a:extLst>
              </p:cNvPr>
              <p:cNvSpPr/>
              <p:nvPr/>
            </p:nvSpPr>
            <p:spPr>
              <a:xfrm>
                <a:off x="7552087" y="40047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7" name="Freeform 41786">
                <a:extLst>
                  <a:ext uri="{FF2B5EF4-FFF2-40B4-BE49-F238E27FC236}">
                    <a16:creationId xmlns:a16="http://schemas.microsoft.com/office/drawing/2014/main" id="{71348B4C-97E0-96AE-FCE6-F0D0693B4C33}"/>
                  </a:ext>
                </a:extLst>
              </p:cNvPr>
              <p:cNvSpPr/>
              <p:nvPr/>
            </p:nvSpPr>
            <p:spPr>
              <a:xfrm>
                <a:off x="7552682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8" name="Freeform 41787">
                <a:extLst>
                  <a:ext uri="{FF2B5EF4-FFF2-40B4-BE49-F238E27FC236}">
                    <a16:creationId xmlns:a16="http://schemas.microsoft.com/office/drawing/2014/main" id="{53249022-6BDD-2343-C99D-F1ED157F8B1B}"/>
                  </a:ext>
                </a:extLst>
              </p:cNvPr>
              <p:cNvSpPr/>
              <p:nvPr/>
            </p:nvSpPr>
            <p:spPr>
              <a:xfrm>
                <a:off x="7553178" y="388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89" name="Freeform 41788">
                <a:extLst>
                  <a:ext uri="{FF2B5EF4-FFF2-40B4-BE49-F238E27FC236}">
                    <a16:creationId xmlns:a16="http://schemas.microsoft.com/office/drawing/2014/main" id="{D2C564CA-9469-9CC7-A448-8A568A871DF2}"/>
                  </a:ext>
                </a:extLst>
              </p:cNvPr>
              <p:cNvSpPr/>
              <p:nvPr/>
            </p:nvSpPr>
            <p:spPr>
              <a:xfrm>
                <a:off x="7553674" y="3650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0" name="Freeform 41789">
                <a:extLst>
                  <a:ext uri="{FF2B5EF4-FFF2-40B4-BE49-F238E27FC236}">
                    <a16:creationId xmlns:a16="http://schemas.microsoft.com/office/drawing/2014/main" id="{2D58E6CE-B572-1795-174B-3FF8D075F52A}"/>
                  </a:ext>
                </a:extLst>
              </p:cNvPr>
              <p:cNvSpPr/>
              <p:nvPr/>
            </p:nvSpPr>
            <p:spPr>
              <a:xfrm>
                <a:off x="7554270" y="3609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1" name="Freeform 41790">
                <a:extLst>
                  <a:ext uri="{FF2B5EF4-FFF2-40B4-BE49-F238E27FC236}">
                    <a16:creationId xmlns:a16="http://schemas.microsoft.com/office/drawing/2014/main" id="{7E2B9731-7A20-A687-F251-2CD46EAF97CD}"/>
                  </a:ext>
                </a:extLst>
              </p:cNvPr>
              <p:cNvSpPr/>
              <p:nvPr/>
            </p:nvSpPr>
            <p:spPr>
              <a:xfrm>
                <a:off x="7554766" y="360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2" name="Freeform 41791">
                <a:extLst>
                  <a:ext uri="{FF2B5EF4-FFF2-40B4-BE49-F238E27FC236}">
                    <a16:creationId xmlns:a16="http://schemas.microsoft.com/office/drawing/2014/main" id="{ABE2D542-D267-775C-028C-1CFDEA1AD0DF}"/>
                  </a:ext>
                </a:extLst>
              </p:cNvPr>
              <p:cNvSpPr/>
              <p:nvPr/>
            </p:nvSpPr>
            <p:spPr>
              <a:xfrm>
                <a:off x="7555262" y="3597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3" name="Freeform 41792">
                <a:extLst>
                  <a:ext uri="{FF2B5EF4-FFF2-40B4-BE49-F238E27FC236}">
                    <a16:creationId xmlns:a16="http://schemas.microsoft.com/office/drawing/2014/main" id="{120955D1-04FE-47EB-E954-5E31786E68F8}"/>
                  </a:ext>
                </a:extLst>
              </p:cNvPr>
              <p:cNvSpPr/>
              <p:nvPr/>
            </p:nvSpPr>
            <p:spPr>
              <a:xfrm>
                <a:off x="7555857" y="3577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4" name="Freeform 41793">
                <a:extLst>
                  <a:ext uri="{FF2B5EF4-FFF2-40B4-BE49-F238E27FC236}">
                    <a16:creationId xmlns:a16="http://schemas.microsoft.com/office/drawing/2014/main" id="{42F34D0B-B1C7-4CFD-E8D3-71B83C20A4B0}"/>
                  </a:ext>
                </a:extLst>
              </p:cNvPr>
              <p:cNvSpPr/>
              <p:nvPr/>
            </p:nvSpPr>
            <p:spPr>
              <a:xfrm>
                <a:off x="7556353" y="3559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5" name="Freeform 41794">
                <a:extLst>
                  <a:ext uri="{FF2B5EF4-FFF2-40B4-BE49-F238E27FC236}">
                    <a16:creationId xmlns:a16="http://schemas.microsoft.com/office/drawing/2014/main" id="{A589B178-6F92-CAEF-913C-857ECE1892C5}"/>
                  </a:ext>
                </a:extLst>
              </p:cNvPr>
              <p:cNvSpPr/>
              <p:nvPr/>
            </p:nvSpPr>
            <p:spPr>
              <a:xfrm>
                <a:off x="7556849" y="3529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6" name="Freeform 41795">
                <a:extLst>
                  <a:ext uri="{FF2B5EF4-FFF2-40B4-BE49-F238E27FC236}">
                    <a16:creationId xmlns:a16="http://schemas.microsoft.com/office/drawing/2014/main" id="{2414A30D-15BD-A8FC-EC8B-EE90D25A5932}"/>
                  </a:ext>
                </a:extLst>
              </p:cNvPr>
              <p:cNvSpPr/>
              <p:nvPr/>
            </p:nvSpPr>
            <p:spPr>
              <a:xfrm>
                <a:off x="7557445" y="3510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7" name="Freeform 41796">
                <a:extLst>
                  <a:ext uri="{FF2B5EF4-FFF2-40B4-BE49-F238E27FC236}">
                    <a16:creationId xmlns:a16="http://schemas.microsoft.com/office/drawing/2014/main" id="{C9B1C007-34E8-ABAB-0C79-9F859B543ED5}"/>
                  </a:ext>
                </a:extLst>
              </p:cNvPr>
              <p:cNvSpPr/>
              <p:nvPr/>
            </p:nvSpPr>
            <p:spPr>
              <a:xfrm>
                <a:off x="7557941" y="3488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8" name="Freeform 41797">
                <a:extLst>
                  <a:ext uri="{FF2B5EF4-FFF2-40B4-BE49-F238E27FC236}">
                    <a16:creationId xmlns:a16="http://schemas.microsoft.com/office/drawing/2014/main" id="{044B7635-F578-78E0-6D19-412BBCA20607}"/>
                  </a:ext>
                </a:extLst>
              </p:cNvPr>
              <p:cNvSpPr/>
              <p:nvPr/>
            </p:nvSpPr>
            <p:spPr>
              <a:xfrm>
                <a:off x="7558437" y="3505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99" name="Freeform 41798">
                <a:extLst>
                  <a:ext uri="{FF2B5EF4-FFF2-40B4-BE49-F238E27FC236}">
                    <a16:creationId xmlns:a16="http://schemas.microsoft.com/office/drawing/2014/main" id="{50711F63-C2AD-346C-BBE3-264381D28D00}"/>
                  </a:ext>
                </a:extLst>
              </p:cNvPr>
              <p:cNvSpPr/>
              <p:nvPr/>
            </p:nvSpPr>
            <p:spPr>
              <a:xfrm>
                <a:off x="7558933" y="3399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0" name="Freeform 41799">
                <a:extLst>
                  <a:ext uri="{FF2B5EF4-FFF2-40B4-BE49-F238E27FC236}">
                    <a16:creationId xmlns:a16="http://schemas.microsoft.com/office/drawing/2014/main" id="{BD80C337-9DDF-3455-B3A5-2AF30362CA5D}"/>
                  </a:ext>
                </a:extLst>
              </p:cNvPr>
              <p:cNvSpPr/>
              <p:nvPr/>
            </p:nvSpPr>
            <p:spPr>
              <a:xfrm>
                <a:off x="7559528" y="3408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1" name="Freeform 41800">
                <a:extLst>
                  <a:ext uri="{FF2B5EF4-FFF2-40B4-BE49-F238E27FC236}">
                    <a16:creationId xmlns:a16="http://schemas.microsoft.com/office/drawing/2014/main" id="{1056CF27-B656-1486-4C2B-D7D251D5150C}"/>
                  </a:ext>
                </a:extLst>
              </p:cNvPr>
              <p:cNvSpPr/>
              <p:nvPr/>
            </p:nvSpPr>
            <p:spPr>
              <a:xfrm>
                <a:off x="7560024" y="3482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2" name="Freeform 41801">
                <a:extLst>
                  <a:ext uri="{FF2B5EF4-FFF2-40B4-BE49-F238E27FC236}">
                    <a16:creationId xmlns:a16="http://schemas.microsoft.com/office/drawing/2014/main" id="{C8B09AE7-79CC-A528-4AA4-EEC564CA708D}"/>
                  </a:ext>
                </a:extLst>
              </p:cNvPr>
              <p:cNvSpPr/>
              <p:nvPr/>
            </p:nvSpPr>
            <p:spPr>
              <a:xfrm>
                <a:off x="7560520" y="3498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3" name="Freeform 41802">
                <a:extLst>
                  <a:ext uri="{FF2B5EF4-FFF2-40B4-BE49-F238E27FC236}">
                    <a16:creationId xmlns:a16="http://schemas.microsoft.com/office/drawing/2014/main" id="{BF687023-FBCE-B24A-0C28-BDE5935C5C55}"/>
                  </a:ext>
                </a:extLst>
              </p:cNvPr>
              <p:cNvSpPr/>
              <p:nvPr/>
            </p:nvSpPr>
            <p:spPr>
              <a:xfrm>
                <a:off x="7561116" y="3791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4" name="Freeform 41803">
                <a:extLst>
                  <a:ext uri="{FF2B5EF4-FFF2-40B4-BE49-F238E27FC236}">
                    <a16:creationId xmlns:a16="http://schemas.microsoft.com/office/drawing/2014/main" id="{714A8384-ADB8-F795-187E-1F3615CB7AB0}"/>
                  </a:ext>
                </a:extLst>
              </p:cNvPr>
              <p:cNvSpPr/>
              <p:nvPr/>
            </p:nvSpPr>
            <p:spPr>
              <a:xfrm>
                <a:off x="7561612" y="39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5" name="Freeform 41804">
                <a:extLst>
                  <a:ext uri="{FF2B5EF4-FFF2-40B4-BE49-F238E27FC236}">
                    <a16:creationId xmlns:a16="http://schemas.microsoft.com/office/drawing/2014/main" id="{A96DD2F1-0BD1-21A9-F102-073E183CF80D}"/>
                  </a:ext>
                </a:extLst>
              </p:cNvPr>
              <p:cNvSpPr/>
              <p:nvPr/>
            </p:nvSpPr>
            <p:spPr>
              <a:xfrm>
                <a:off x="7562108" y="395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6" name="Freeform 41805">
                <a:extLst>
                  <a:ext uri="{FF2B5EF4-FFF2-40B4-BE49-F238E27FC236}">
                    <a16:creationId xmlns:a16="http://schemas.microsoft.com/office/drawing/2014/main" id="{691F4F64-781A-DAAC-7919-98DA8A5E85D8}"/>
                  </a:ext>
                </a:extLst>
              </p:cNvPr>
              <p:cNvSpPr/>
              <p:nvPr/>
            </p:nvSpPr>
            <p:spPr>
              <a:xfrm>
                <a:off x="7562703" y="3963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7" name="Freeform 41806">
                <a:extLst>
                  <a:ext uri="{FF2B5EF4-FFF2-40B4-BE49-F238E27FC236}">
                    <a16:creationId xmlns:a16="http://schemas.microsoft.com/office/drawing/2014/main" id="{787E2F4E-E237-FFCA-3B1D-457DD8781AEB}"/>
                  </a:ext>
                </a:extLst>
              </p:cNvPr>
              <p:cNvSpPr/>
              <p:nvPr/>
            </p:nvSpPr>
            <p:spPr>
              <a:xfrm>
                <a:off x="7563199" y="395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8" name="Freeform 41807">
                <a:extLst>
                  <a:ext uri="{FF2B5EF4-FFF2-40B4-BE49-F238E27FC236}">
                    <a16:creationId xmlns:a16="http://schemas.microsoft.com/office/drawing/2014/main" id="{C74B6A00-2887-1248-813E-F2686AB4CCF7}"/>
                  </a:ext>
                </a:extLst>
              </p:cNvPr>
              <p:cNvSpPr/>
              <p:nvPr/>
            </p:nvSpPr>
            <p:spPr>
              <a:xfrm>
                <a:off x="7563695" y="3957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09" name="Freeform 41808">
                <a:extLst>
                  <a:ext uri="{FF2B5EF4-FFF2-40B4-BE49-F238E27FC236}">
                    <a16:creationId xmlns:a16="http://schemas.microsoft.com/office/drawing/2014/main" id="{4CC15A3F-160E-DA77-D24D-D7878FCFF7A6}"/>
                  </a:ext>
                </a:extLst>
              </p:cNvPr>
              <p:cNvSpPr/>
              <p:nvPr/>
            </p:nvSpPr>
            <p:spPr>
              <a:xfrm>
                <a:off x="7564291" y="3959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0" name="Freeform 41809">
                <a:extLst>
                  <a:ext uri="{FF2B5EF4-FFF2-40B4-BE49-F238E27FC236}">
                    <a16:creationId xmlns:a16="http://schemas.microsoft.com/office/drawing/2014/main" id="{1B7BA8BE-AB9E-4A8D-907B-9746F17685EE}"/>
                  </a:ext>
                </a:extLst>
              </p:cNvPr>
              <p:cNvSpPr/>
              <p:nvPr/>
            </p:nvSpPr>
            <p:spPr>
              <a:xfrm>
                <a:off x="7564787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1" name="Freeform 41810">
                <a:extLst>
                  <a:ext uri="{FF2B5EF4-FFF2-40B4-BE49-F238E27FC236}">
                    <a16:creationId xmlns:a16="http://schemas.microsoft.com/office/drawing/2014/main" id="{2DFE4F47-7AA8-5A46-EBD6-E955F3F3115C}"/>
                  </a:ext>
                </a:extLst>
              </p:cNvPr>
              <p:cNvSpPr/>
              <p:nvPr/>
            </p:nvSpPr>
            <p:spPr>
              <a:xfrm>
                <a:off x="7565283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2" name="Freeform 41811">
                <a:extLst>
                  <a:ext uri="{FF2B5EF4-FFF2-40B4-BE49-F238E27FC236}">
                    <a16:creationId xmlns:a16="http://schemas.microsoft.com/office/drawing/2014/main" id="{870469B1-9DB6-FF40-2996-8AF36D948DF6}"/>
                  </a:ext>
                </a:extLst>
              </p:cNvPr>
              <p:cNvSpPr/>
              <p:nvPr/>
            </p:nvSpPr>
            <p:spPr>
              <a:xfrm>
                <a:off x="7565878" y="3800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3" name="Freeform 41812">
                <a:extLst>
                  <a:ext uri="{FF2B5EF4-FFF2-40B4-BE49-F238E27FC236}">
                    <a16:creationId xmlns:a16="http://schemas.microsoft.com/office/drawing/2014/main" id="{780C6829-E82B-278B-51D2-96A842B2B18B}"/>
                  </a:ext>
                </a:extLst>
              </p:cNvPr>
              <p:cNvSpPr/>
              <p:nvPr/>
            </p:nvSpPr>
            <p:spPr>
              <a:xfrm>
                <a:off x="7566374" y="3683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4" name="Freeform 41813">
                <a:extLst>
                  <a:ext uri="{FF2B5EF4-FFF2-40B4-BE49-F238E27FC236}">
                    <a16:creationId xmlns:a16="http://schemas.microsoft.com/office/drawing/2014/main" id="{FF4AC002-E7CA-BB00-2978-1CF3967C95F1}"/>
                  </a:ext>
                </a:extLst>
              </p:cNvPr>
              <p:cNvSpPr/>
              <p:nvPr/>
            </p:nvSpPr>
            <p:spPr>
              <a:xfrm>
                <a:off x="7566870" y="3653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5" name="Freeform 41814">
                <a:extLst>
                  <a:ext uri="{FF2B5EF4-FFF2-40B4-BE49-F238E27FC236}">
                    <a16:creationId xmlns:a16="http://schemas.microsoft.com/office/drawing/2014/main" id="{26E5D957-7AFE-E5E6-8044-7F4E5B4E30E0}"/>
                  </a:ext>
                </a:extLst>
              </p:cNvPr>
              <p:cNvSpPr/>
              <p:nvPr/>
            </p:nvSpPr>
            <p:spPr>
              <a:xfrm>
                <a:off x="7567466" y="3621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6" name="Freeform 41815">
                <a:extLst>
                  <a:ext uri="{FF2B5EF4-FFF2-40B4-BE49-F238E27FC236}">
                    <a16:creationId xmlns:a16="http://schemas.microsoft.com/office/drawing/2014/main" id="{02A52247-FCC3-D0D3-90CA-A54CA4D51DCF}"/>
                  </a:ext>
                </a:extLst>
              </p:cNvPr>
              <p:cNvSpPr/>
              <p:nvPr/>
            </p:nvSpPr>
            <p:spPr>
              <a:xfrm>
                <a:off x="7567962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7" name="Freeform 41816">
                <a:extLst>
                  <a:ext uri="{FF2B5EF4-FFF2-40B4-BE49-F238E27FC236}">
                    <a16:creationId xmlns:a16="http://schemas.microsoft.com/office/drawing/2014/main" id="{E065CCDA-A645-24B4-8DC8-2131066E8AF5}"/>
                  </a:ext>
                </a:extLst>
              </p:cNvPr>
              <p:cNvSpPr/>
              <p:nvPr/>
            </p:nvSpPr>
            <p:spPr>
              <a:xfrm>
                <a:off x="7568458" y="3591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8" name="Freeform 41817">
                <a:extLst>
                  <a:ext uri="{FF2B5EF4-FFF2-40B4-BE49-F238E27FC236}">
                    <a16:creationId xmlns:a16="http://schemas.microsoft.com/office/drawing/2014/main" id="{FA1711F3-1631-90B0-BA9E-9F26CAB5B5FF}"/>
                  </a:ext>
                </a:extLst>
              </p:cNvPr>
              <p:cNvSpPr/>
              <p:nvPr/>
            </p:nvSpPr>
            <p:spPr>
              <a:xfrm>
                <a:off x="7569053" y="3657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19" name="Freeform 41818">
                <a:extLst>
                  <a:ext uri="{FF2B5EF4-FFF2-40B4-BE49-F238E27FC236}">
                    <a16:creationId xmlns:a16="http://schemas.microsoft.com/office/drawing/2014/main" id="{A36DF8A1-9E03-949F-03B1-CD221A50282B}"/>
                  </a:ext>
                </a:extLst>
              </p:cNvPr>
              <p:cNvSpPr/>
              <p:nvPr/>
            </p:nvSpPr>
            <p:spPr>
              <a:xfrm>
                <a:off x="7569549" y="3590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0" name="Freeform 41819">
                <a:extLst>
                  <a:ext uri="{FF2B5EF4-FFF2-40B4-BE49-F238E27FC236}">
                    <a16:creationId xmlns:a16="http://schemas.microsoft.com/office/drawing/2014/main" id="{4E9E43BD-9A9D-4860-3DF5-C035AEA2F0AC}"/>
                  </a:ext>
                </a:extLst>
              </p:cNvPr>
              <p:cNvSpPr/>
              <p:nvPr/>
            </p:nvSpPr>
            <p:spPr>
              <a:xfrm>
                <a:off x="7570045" y="358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1" name="Freeform 41820">
                <a:extLst>
                  <a:ext uri="{FF2B5EF4-FFF2-40B4-BE49-F238E27FC236}">
                    <a16:creationId xmlns:a16="http://schemas.microsoft.com/office/drawing/2014/main" id="{2927A3F6-B291-5B8B-1634-6D929FCA285F}"/>
                  </a:ext>
                </a:extLst>
              </p:cNvPr>
              <p:cNvSpPr/>
              <p:nvPr/>
            </p:nvSpPr>
            <p:spPr>
              <a:xfrm>
                <a:off x="7570541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2" name="Freeform 41821">
                <a:extLst>
                  <a:ext uri="{FF2B5EF4-FFF2-40B4-BE49-F238E27FC236}">
                    <a16:creationId xmlns:a16="http://schemas.microsoft.com/office/drawing/2014/main" id="{F179B96B-0F64-30BA-DE6D-144089D2165E}"/>
                  </a:ext>
                </a:extLst>
              </p:cNvPr>
              <p:cNvSpPr/>
              <p:nvPr/>
            </p:nvSpPr>
            <p:spPr>
              <a:xfrm>
                <a:off x="7571137" y="3489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3" name="Freeform 41822">
                <a:extLst>
                  <a:ext uri="{FF2B5EF4-FFF2-40B4-BE49-F238E27FC236}">
                    <a16:creationId xmlns:a16="http://schemas.microsoft.com/office/drawing/2014/main" id="{BD94335C-E79F-B4A0-45EF-AC8CE2159B94}"/>
                  </a:ext>
                </a:extLst>
              </p:cNvPr>
              <p:cNvSpPr/>
              <p:nvPr/>
            </p:nvSpPr>
            <p:spPr>
              <a:xfrm>
                <a:off x="7571633" y="3465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4" name="Freeform 41823">
                <a:extLst>
                  <a:ext uri="{FF2B5EF4-FFF2-40B4-BE49-F238E27FC236}">
                    <a16:creationId xmlns:a16="http://schemas.microsoft.com/office/drawing/2014/main" id="{ABD51B1A-3A66-D2F7-9AB7-2A210386AC63}"/>
                  </a:ext>
                </a:extLst>
              </p:cNvPr>
              <p:cNvSpPr/>
              <p:nvPr/>
            </p:nvSpPr>
            <p:spPr>
              <a:xfrm>
                <a:off x="7572129" y="3446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5" name="Freeform 41824">
                <a:extLst>
                  <a:ext uri="{FF2B5EF4-FFF2-40B4-BE49-F238E27FC236}">
                    <a16:creationId xmlns:a16="http://schemas.microsoft.com/office/drawing/2014/main" id="{106CF29D-CC5F-B664-19C7-35271DCA82DA}"/>
                  </a:ext>
                </a:extLst>
              </p:cNvPr>
              <p:cNvSpPr/>
              <p:nvPr/>
            </p:nvSpPr>
            <p:spPr>
              <a:xfrm>
                <a:off x="7572724" y="3452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6" name="Freeform 41825">
                <a:extLst>
                  <a:ext uri="{FF2B5EF4-FFF2-40B4-BE49-F238E27FC236}">
                    <a16:creationId xmlns:a16="http://schemas.microsoft.com/office/drawing/2014/main" id="{B6CA178C-EA67-DCC7-67A8-368F13C76743}"/>
                  </a:ext>
                </a:extLst>
              </p:cNvPr>
              <p:cNvSpPr/>
              <p:nvPr/>
            </p:nvSpPr>
            <p:spPr>
              <a:xfrm>
                <a:off x="7573220" y="3480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7" name="Freeform 41826">
                <a:extLst>
                  <a:ext uri="{FF2B5EF4-FFF2-40B4-BE49-F238E27FC236}">
                    <a16:creationId xmlns:a16="http://schemas.microsoft.com/office/drawing/2014/main" id="{610EA9DB-C5DB-E12F-8491-B27A8236C4B9}"/>
                  </a:ext>
                </a:extLst>
              </p:cNvPr>
              <p:cNvSpPr/>
              <p:nvPr/>
            </p:nvSpPr>
            <p:spPr>
              <a:xfrm>
                <a:off x="7573716" y="3826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8" name="Freeform 41827">
                <a:extLst>
                  <a:ext uri="{FF2B5EF4-FFF2-40B4-BE49-F238E27FC236}">
                    <a16:creationId xmlns:a16="http://schemas.microsoft.com/office/drawing/2014/main" id="{60E8D13D-1C34-F933-BD42-07AAA9284340}"/>
                  </a:ext>
                </a:extLst>
              </p:cNvPr>
              <p:cNvSpPr/>
              <p:nvPr/>
            </p:nvSpPr>
            <p:spPr>
              <a:xfrm>
                <a:off x="7574312" y="395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29" name="Freeform 41828">
                <a:extLst>
                  <a:ext uri="{FF2B5EF4-FFF2-40B4-BE49-F238E27FC236}">
                    <a16:creationId xmlns:a16="http://schemas.microsoft.com/office/drawing/2014/main" id="{97D564BE-2208-D7C7-3CA5-A88E790A10A7}"/>
                  </a:ext>
                </a:extLst>
              </p:cNvPr>
              <p:cNvSpPr/>
              <p:nvPr/>
            </p:nvSpPr>
            <p:spPr>
              <a:xfrm>
                <a:off x="7574808" y="3983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0" name="Freeform 41829">
                <a:extLst>
                  <a:ext uri="{FF2B5EF4-FFF2-40B4-BE49-F238E27FC236}">
                    <a16:creationId xmlns:a16="http://schemas.microsoft.com/office/drawing/2014/main" id="{ACC41AE6-1934-70CD-51A3-B66A662E3F25}"/>
                  </a:ext>
                </a:extLst>
              </p:cNvPr>
              <p:cNvSpPr/>
              <p:nvPr/>
            </p:nvSpPr>
            <p:spPr>
              <a:xfrm>
                <a:off x="7575304" y="3982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1" name="Freeform 41830">
                <a:extLst>
                  <a:ext uri="{FF2B5EF4-FFF2-40B4-BE49-F238E27FC236}">
                    <a16:creationId xmlns:a16="http://schemas.microsoft.com/office/drawing/2014/main" id="{785B889F-E822-68C7-EC8F-A99510DA6007}"/>
                  </a:ext>
                </a:extLst>
              </p:cNvPr>
              <p:cNvSpPr/>
              <p:nvPr/>
            </p:nvSpPr>
            <p:spPr>
              <a:xfrm>
                <a:off x="7575899" y="3976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2" name="Freeform 41831">
                <a:extLst>
                  <a:ext uri="{FF2B5EF4-FFF2-40B4-BE49-F238E27FC236}">
                    <a16:creationId xmlns:a16="http://schemas.microsoft.com/office/drawing/2014/main" id="{49F0AB83-1FBC-4361-C95D-3A30F9B23ADF}"/>
                  </a:ext>
                </a:extLst>
              </p:cNvPr>
              <p:cNvSpPr/>
              <p:nvPr/>
            </p:nvSpPr>
            <p:spPr>
              <a:xfrm>
                <a:off x="7576395" y="3975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3" name="Freeform 41832">
                <a:extLst>
                  <a:ext uri="{FF2B5EF4-FFF2-40B4-BE49-F238E27FC236}">
                    <a16:creationId xmlns:a16="http://schemas.microsoft.com/office/drawing/2014/main" id="{6B1171A3-3BA0-E184-CF06-D88FDED2DC95}"/>
                  </a:ext>
                </a:extLst>
              </p:cNvPr>
              <p:cNvSpPr/>
              <p:nvPr/>
            </p:nvSpPr>
            <p:spPr>
              <a:xfrm>
                <a:off x="7576891" y="3981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4" name="Freeform 41833">
                <a:extLst>
                  <a:ext uri="{FF2B5EF4-FFF2-40B4-BE49-F238E27FC236}">
                    <a16:creationId xmlns:a16="http://schemas.microsoft.com/office/drawing/2014/main" id="{CADA8B1B-B4D5-E97B-151B-4F44D8E58E28}"/>
                  </a:ext>
                </a:extLst>
              </p:cNvPr>
              <p:cNvSpPr/>
              <p:nvPr/>
            </p:nvSpPr>
            <p:spPr>
              <a:xfrm>
                <a:off x="7577487" y="3975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5" name="Freeform 41834">
                <a:extLst>
                  <a:ext uri="{FF2B5EF4-FFF2-40B4-BE49-F238E27FC236}">
                    <a16:creationId xmlns:a16="http://schemas.microsoft.com/office/drawing/2014/main" id="{6DBE3365-FF63-D803-2B6B-8329928C20C3}"/>
                  </a:ext>
                </a:extLst>
              </p:cNvPr>
              <p:cNvSpPr/>
              <p:nvPr/>
            </p:nvSpPr>
            <p:spPr>
              <a:xfrm>
                <a:off x="7577983" y="3968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6" name="Freeform 41835">
                <a:extLst>
                  <a:ext uri="{FF2B5EF4-FFF2-40B4-BE49-F238E27FC236}">
                    <a16:creationId xmlns:a16="http://schemas.microsoft.com/office/drawing/2014/main" id="{369F322E-F1A6-6A2F-798C-C4752F39CB71}"/>
                  </a:ext>
                </a:extLst>
              </p:cNvPr>
              <p:cNvSpPr/>
              <p:nvPr/>
            </p:nvSpPr>
            <p:spPr>
              <a:xfrm>
                <a:off x="7578479" y="39235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7" name="Freeform 41836">
                <a:extLst>
                  <a:ext uri="{FF2B5EF4-FFF2-40B4-BE49-F238E27FC236}">
                    <a16:creationId xmlns:a16="http://schemas.microsoft.com/office/drawing/2014/main" id="{6604D73D-DEC3-36A9-559F-EBF6239EEC9C}"/>
                  </a:ext>
                </a:extLst>
              </p:cNvPr>
              <p:cNvSpPr/>
              <p:nvPr/>
            </p:nvSpPr>
            <p:spPr>
              <a:xfrm>
                <a:off x="7579074" y="380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8" name="Freeform 41837">
                <a:extLst>
                  <a:ext uri="{FF2B5EF4-FFF2-40B4-BE49-F238E27FC236}">
                    <a16:creationId xmlns:a16="http://schemas.microsoft.com/office/drawing/2014/main" id="{D9059CAA-18A0-25B0-0BF7-5C23AD1470BC}"/>
                  </a:ext>
                </a:extLst>
              </p:cNvPr>
              <p:cNvSpPr/>
              <p:nvPr/>
            </p:nvSpPr>
            <p:spPr>
              <a:xfrm>
                <a:off x="7579570" y="3735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39" name="Freeform 41838">
                <a:extLst>
                  <a:ext uri="{FF2B5EF4-FFF2-40B4-BE49-F238E27FC236}">
                    <a16:creationId xmlns:a16="http://schemas.microsoft.com/office/drawing/2014/main" id="{BBD49EA9-1D0B-60D3-F5C0-94DD3208234B}"/>
                  </a:ext>
                </a:extLst>
              </p:cNvPr>
              <p:cNvSpPr/>
              <p:nvPr/>
            </p:nvSpPr>
            <p:spPr>
              <a:xfrm>
                <a:off x="7580066" y="3739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0" name="Freeform 41839">
                <a:extLst>
                  <a:ext uri="{FF2B5EF4-FFF2-40B4-BE49-F238E27FC236}">
                    <a16:creationId xmlns:a16="http://schemas.microsoft.com/office/drawing/2014/main" id="{D114C599-A39E-AE90-7445-CBE258EFB628}"/>
                  </a:ext>
                </a:extLst>
              </p:cNvPr>
              <p:cNvSpPr/>
              <p:nvPr/>
            </p:nvSpPr>
            <p:spPr>
              <a:xfrm>
                <a:off x="7580662" y="3713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1" name="Freeform 41840">
                <a:extLst>
                  <a:ext uri="{FF2B5EF4-FFF2-40B4-BE49-F238E27FC236}">
                    <a16:creationId xmlns:a16="http://schemas.microsoft.com/office/drawing/2014/main" id="{AC9DEFBF-CE51-E8BF-32CF-136754F4DFC1}"/>
                  </a:ext>
                </a:extLst>
              </p:cNvPr>
              <p:cNvSpPr/>
              <p:nvPr/>
            </p:nvSpPr>
            <p:spPr>
              <a:xfrm>
                <a:off x="7581158" y="3700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2" name="Freeform 41841">
                <a:extLst>
                  <a:ext uri="{FF2B5EF4-FFF2-40B4-BE49-F238E27FC236}">
                    <a16:creationId xmlns:a16="http://schemas.microsoft.com/office/drawing/2014/main" id="{83F4261D-FF8C-6A34-AFC2-246D671A288F}"/>
                  </a:ext>
                </a:extLst>
              </p:cNvPr>
              <p:cNvSpPr/>
              <p:nvPr/>
            </p:nvSpPr>
            <p:spPr>
              <a:xfrm>
                <a:off x="7581654" y="3565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3" name="Freeform 41842">
                <a:extLst>
                  <a:ext uri="{FF2B5EF4-FFF2-40B4-BE49-F238E27FC236}">
                    <a16:creationId xmlns:a16="http://schemas.microsoft.com/office/drawing/2014/main" id="{B33AE9FF-C8E6-3D30-9148-5B976AA3C108}"/>
                  </a:ext>
                </a:extLst>
              </p:cNvPr>
              <p:cNvSpPr/>
              <p:nvPr/>
            </p:nvSpPr>
            <p:spPr>
              <a:xfrm>
                <a:off x="7582249" y="3657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4" name="Freeform 41843">
                <a:extLst>
                  <a:ext uri="{FF2B5EF4-FFF2-40B4-BE49-F238E27FC236}">
                    <a16:creationId xmlns:a16="http://schemas.microsoft.com/office/drawing/2014/main" id="{8CBF4355-EC49-6F70-A766-20E50070BB06}"/>
                  </a:ext>
                </a:extLst>
              </p:cNvPr>
              <p:cNvSpPr/>
              <p:nvPr/>
            </p:nvSpPr>
            <p:spPr>
              <a:xfrm>
                <a:off x="7582745" y="3651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5" name="Freeform 41844">
                <a:extLst>
                  <a:ext uri="{FF2B5EF4-FFF2-40B4-BE49-F238E27FC236}">
                    <a16:creationId xmlns:a16="http://schemas.microsoft.com/office/drawing/2014/main" id="{0C915694-9C04-8E85-6DB1-504871810FF7}"/>
                  </a:ext>
                </a:extLst>
              </p:cNvPr>
              <p:cNvSpPr/>
              <p:nvPr/>
            </p:nvSpPr>
            <p:spPr>
              <a:xfrm>
                <a:off x="7583241" y="3597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6" name="Freeform 41845">
                <a:extLst>
                  <a:ext uri="{FF2B5EF4-FFF2-40B4-BE49-F238E27FC236}">
                    <a16:creationId xmlns:a16="http://schemas.microsoft.com/office/drawing/2014/main" id="{D4446E63-A54C-6FE3-F2BA-5412FB1BF0CC}"/>
                  </a:ext>
                </a:extLst>
              </p:cNvPr>
              <p:cNvSpPr/>
              <p:nvPr/>
            </p:nvSpPr>
            <p:spPr>
              <a:xfrm>
                <a:off x="7583738" y="3545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7" name="Freeform 41846">
                <a:extLst>
                  <a:ext uri="{FF2B5EF4-FFF2-40B4-BE49-F238E27FC236}">
                    <a16:creationId xmlns:a16="http://schemas.microsoft.com/office/drawing/2014/main" id="{4B616D38-5EFB-9D71-2C59-D41D9C6B001F}"/>
                  </a:ext>
                </a:extLst>
              </p:cNvPr>
              <p:cNvSpPr/>
              <p:nvPr/>
            </p:nvSpPr>
            <p:spPr>
              <a:xfrm>
                <a:off x="7584333" y="3511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8" name="Freeform 41847">
                <a:extLst>
                  <a:ext uri="{FF2B5EF4-FFF2-40B4-BE49-F238E27FC236}">
                    <a16:creationId xmlns:a16="http://schemas.microsoft.com/office/drawing/2014/main" id="{520E0325-CA5A-0D02-4434-0E3970C8F423}"/>
                  </a:ext>
                </a:extLst>
              </p:cNvPr>
              <p:cNvSpPr/>
              <p:nvPr/>
            </p:nvSpPr>
            <p:spPr>
              <a:xfrm>
                <a:off x="7584829" y="3501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49" name="Freeform 41848">
                <a:extLst>
                  <a:ext uri="{FF2B5EF4-FFF2-40B4-BE49-F238E27FC236}">
                    <a16:creationId xmlns:a16="http://schemas.microsoft.com/office/drawing/2014/main" id="{1D7A35FC-E8A1-6430-C99D-8FB4742EBB57}"/>
                  </a:ext>
                </a:extLst>
              </p:cNvPr>
              <p:cNvSpPr/>
              <p:nvPr/>
            </p:nvSpPr>
            <p:spPr>
              <a:xfrm>
                <a:off x="7585325" y="3508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0" name="Freeform 41849">
                <a:extLst>
                  <a:ext uri="{FF2B5EF4-FFF2-40B4-BE49-F238E27FC236}">
                    <a16:creationId xmlns:a16="http://schemas.microsoft.com/office/drawing/2014/main" id="{274231F4-FED7-6047-94C5-E8736E34306C}"/>
                  </a:ext>
                </a:extLst>
              </p:cNvPr>
              <p:cNvSpPr/>
              <p:nvPr/>
            </p:nvSpPr>
            <p:spPr>
              <a:xfrm>
                <a:off x="7585920" y="3504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1" name="Freeform 41850">
                <a:extLst>
                  <a:ext uri="{FF2B5EF4-FFF2-40B4-BE49-F238E27FC236}">
                    <a16:creationId xmlns:a16="http://schemas.microsoft.com/office/drawing/2014/main" id="{792FBA46-0F01-1C83-E705-DDE0C64ACC05}"/>
                  </a:ext>
                </a:extLst>
              </p:cNvPr>
              <p:cNvSpPr/>
              <p:nvPr/>
            </p:nvSpPr>
            <p:spPr>
              <a:xfrm>
                <a:off x="7586416" y="3915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2" name="Freeform 41851">
                <a:extLst>
                  <a:ext uri="{FF2B5EF4-FFF2-40B4-BE49-F238E27FC236}">
                    <a16:creationId xmlns:a16="http://schemas.microsoft.com/office/drawing/2014/main" id="{5D17EAB8-9437-637B-EB9D-8A80B145227F}"/>
                  </a:ext>
                </a:extLst>
              </p:cNvPr>
              <p:cNvSpPr/>
              <p:nvPr/>
            </p:nvSpPr>
            <p:spPr>
              <a:xfrm>
                <a:off x="7586913" y="4006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3" name="Freeform 41852">
                <a:extLst>
                  <a:ext uri="{FF2B5EF4-FFF2-40B4-BE49-F238E27FC236}">
                    <a16:creationId xmlns:a16="http://schemas.microsoft.com/office/drawing/2014/main" id="{3A1DB801-11FB-7783-6979-B58312AFA695}"/>
                  </a:ext>
                </a:extLst>
              </p:cNvPr>
              <p:cNvSpPr/>
              <p:nvPr/>
            </p:nvSpPr>
            <p:spPr>
              <a:xfrm>
                <a:off x="7587508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4" name="Freeform 41853">
                <a:extLst>
                  <a:ext uri="{FF2B5EF4-FFF2-40B4-BE49-F238E27FC236}">
                    <a16:creationId xmlns:a16="http://schemas.microsoft.com/office/drawing/2014/main" id="{6136A1FE-B53C-9539-E79E-43233EAD33C5}"/>
                  </a:ext>
                </a:extLst>
              </p:cNvPr>
              <p:cNvSpPr/>
              <p:nvPr/>
            </p:nvSpPr>
            <p:spPr>
              <a:xfrm>
                <a:off x="7588004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5" name="Freeform 41854">
                <a:extLst>
                  <a:ext uri="{FF2B5EF4-FFF2-40B4-BE49-F238E27FC236}">
                    <a16:creationId xmlns:a16="http://schemas.microsoft.com/office/drawing/2014/main" id="{D1EB6A0F-F17F-9C45-1EEC-144C33C4EEA5}"/>
                  </a:ext>
                </a:extLst>
              </p:cNvPr>
              <p:cNvSpPr/>
              <p:nvPr/>
            </p:nvSpPr>
            <p:spPr>
              <a:xfrm>
                <a:off x="7588500" y="4011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6" name="Freeform 41855">
                <a:extLst>
                  <a:ext uri="{FF2B5EF4-FFF2-40B4-BE49-F238E27FC236}">
                    <a16:creationId xmlns:a16="http://schemas.microsoft.com/office/drawing/2014/main" id="{97D7E94C-02F2-8FF7-B7AF-086D7D418211}"/>
                  </a:ext>
                </a:extLst>
              </p:cNvPr>
              <p:cNvSpPr/>
              <p:nvPr/>
            </p:nvSpPr>
            <p:spPr>
              <a:xfrm>
                <a:off x="7589095" y="4010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7" name="Freeform 41856">
                <a:extLst>
                  <a:ext uri="{FF2B5EF4-FFF2-40B4-BE49-F238E27FC236}">
                    <a16:creationId xmlns:a16="http://schemas.microsoft.com/office/drawing/2014/main" id="{B4732012-DAF2-2E5A-B21A-B6D50163C3D1}"/>
                  </a:ext>
                </a:extLst>
              </p:cNvPr>
              <p:cNvSpPr/>
              <p:nvPr/>
            </p:nvSpPr>
            <p:spPr>
              <a:xfrm>
                <a:off x="7589591" y="4014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8" name="Freeform 41857">
                <a:extLst>
                  <a:ext uri="{FF2B5EF4-FFF2-40B4-BE49-F238E27FC236}">
                    <a16:creationId xmlns:a16="http://schemas.microsoft.com/office/drawing/2014/main" id="{016FE313-7B71-87C8-5023-23B42C285E53}"/>
                  </a:ext>
                </a:extLst>
              </p:cNvPr>
              <p:cNvSpPr/>
              <p:nvPr/>
            </p:nvSpPr>
            <p:spPr>
              <a:xfrm>
                <a:off x="7590088" y="4016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59" name="Freeform 41858">
                <a:extLst>
                  <a:ext uri="{FF2B5EF4-FFF2-40B4-BE49-F238E27FC236}">
                    <a16:creationId xmlns:a16="http://schemas.microsoft.com/office/drawing/2014/main" id="{2D4EC8CB-10FE-1C76-ABF7-EEDDDC531A8D}"/>
                  </a:ext>
                </a:extLst>
              </p:cNvPr>
              <p:cNvSpPr/>
              <p:nvPr/>
            </p:nvSpPr>
            <p:spPr>
              <a:xfrm>
                <a:off x="7590683" y="4010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0" name="Freeform 41859">
                <a:extLst>
                  <a:ext uri="{FF2B5EF4-FFF2-40B4-BE49-F238E27FC236}">
                    <a16:creationId xmlns:a16="http://schemas.microsoft.com/office/drawing/2014/main" id="{8B85D161-BB48-F507-3DA4-FBD4CBE539FC}"/>
                  </a:ext>
                </a:extLst>
              </p:cNvPr>
              <p:cNvSpPr/>
              <p:nvPr/>
            </p:nvSpPr>
            <p:spPr>
              <a:xfrm>
                <a:off x="7591179" y="391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1" name="Freeform 41860">
                <a:extLst>
                  <a:ext uri="{FF2B5EF4-FFF2-40B4-BE49-F238E27FC236}">
                    <a16:creationId xmlns:a16="http://schemas.microsoft.com/office/drawing/2014/main" id="{94DCEA2B-EFF5-B25F-1827-912190A60097}"/>
                  </a:ext>
                </a:extLst>
              </p:cNvPr>
              <p:cNvSpPr/>
              <p:nvPr/>
            </p:nvSpPr>
            <p:spPr>
              <a:xfrm>
                <a:off x="7591675" y="3755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2" name="Freeform 41861">
                <a:extLst>
                  <a:ext uri="{FF2B5EF4-FFF2-40B4-BE49-F238E27FC236}">
                    <a16:creationId xmlns:a16="http://schemas.microsoft.com/office/drawing/2014/main" id="{8EE8DB3A-84F1-04FF-83EE-36F1C584A668}"/>
                  </a:ext>
                </a:extLst>
              </p:cNvPr>
              <p:cNvSpPr/>
              <p:nvPr/>
            </p:nvSpPr>
            <p:spPr>
              <a:xfrm>
                <a:off x="7592270" y="3668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3" name="Freeform 41862">
                <a:extLst>
                  <a:ext uri="{FF2B5EF4-FFF2-40B4-BE49-F238E27FC236}">
                    <a16:creationId xmlns:a16="http://schemas.microsoft.com/office/drawing/2014/main" id="{CFEBE94D-C240-B2B4-308C-6CE21CB63683}"/>
                  </a:ext>
                </a:extLst>
              </p:cNvPr>
              <p:cNvSpPr/>
              <p:nvPr/>
            </p:nvSpPr>
            <p:spPr>
              <a:xfrm>
                <a:off x="7592766" y="3633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4" name="Freeform 41863">
                <a:extLst>
                  <a:ext uri="{FF2B5EF4-FFF2-40B4-BE49-F238E27FC236}">
                    <a16:creationId xmlns:a16="http://schemas.microsoft.com/office/drawing/2014/main" id="{ACDF0336-BA4A-C6BA-215E-0CA2A4178B35}"/>
                  </a:ext>
                </a:extLst>
              </p:cNvPr>
              <p:cNvSpPr/>
              <p:nvPr/>
            </p:nvSpPr>
            <p:spPr>
              <a:xfrm>
                <a:off x="7593263" y="3645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5" name="Freeform 41864">
                <a:extLst>
                  <a:ext uri="{FF2B5EF4-FFF2-40B4-BE49-F238E27FC236}">
                    <a16:creationId xmlns:a16="http://schemas.microsoft.com/office/drawing/2014/main" id="{C0295A10-97FD-CBC6-15A7-FCD620B92517}"/>
                  </a:ext>
                </a:extLst>
              </p:cNvPr>
              <p:cNvSpPr/>
              <p:nvPr/>
            </p:nvSpPr>
            <p:spPr>
              <a:xfrm>
                <a:off x="7593858" y="3650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6" name="Freeform 41865">
                <a:extLst>
                  <a:ext uri="{FF2B5EF4-FFF2-40B4-BE49-F238E27FC236}">
                    <a16:creationId xmlns:a16="http://schemas.microsoft.com/office/drawing/2014/main" id="{4E65640D-0A6E-227B-61EC-15000381BB83}"/>
                  </a:ext>
                </a:extLst>
              </p:cNvPr>
              <p:cNvSpPr/>
              <p:nvPr/>
            </p:nvSpPr>
            <p:spPr>
              <a:xfrm>
                <a:off x="7594354" y="3566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7" name="Freeform 41866">
                <a:extLst>
                  <a:ext uri="{FF2B5EF4-FFF2-40B4-BE49-F238E27FC236}">
                    <a16:creationId xmlns:a16="http://schemas.microsoft.com/office/drawing/2014/main" id="{5254B2DB-EA86-4B6B-4EF5-3AB3A28A695C}"/>
                  </a:ext>
                </a:extLst>
              </p:cNvPr>
              <p:cNvSpPr/>
              <p:nvPr/>
            </p:nvSpPr>
            <p:spPr>
              <a:xfrm>
                <a:off x="7594850" y="3576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8" name="Freeform 41867">
                <a:extLst>
                  <a:ext uri="{FF2B5EF4-FFF2-40B4-BE49-F238E27FC236}">
                    <a16:creationId xmlns:a16="http://schemas.microsoft.com/office/drawing/2014/main" id="{1EF153D2-13CE-2506-04C5-A9E072CF12F0}"/>
                  </a:ext>
                </a:extLst>
              </p:cNvPr>
              <p:cNvSpPr/>
              <p:nvPr/>
            </p:nvSpPr>
            <p:spPr>
              <a:xfrm>
                <a:off x="7595346" y="3537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69" name="Freeform 41868">
                <a:extLst>
                  <a:ext uri="{FF2B5EF4-FFF2-40B4-BE49-F238E27FC236}">
                    <a16:creationId xmlns:a16="http://schemas.microsoft.com/office/drawing/2014/main" id="{A233D2AC-D5A2-D23F-358A-579753066045}"/>
                  </a:ext>
                </a:extLst>
              </p:cNvPr>
              <p:cNvSpPr/>
              <p:nvPr/>
            </p:nvSpPr>
            <p:spPr>
              <a:xfrm>
                <a:off x="7595941" y="3482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0" name="Freeform 41869">
                <a:extLst>
                  <a:ext uri="{FF2B5EF4-FFF2-40B4-BE49-F238E27FC236}">
                    <a16:creationId xmlns:a16="http://schemas.microsoft.com/office/drawing/2014/main" id="{81A974C1-521D-5D24-5AC2-502D933C401E}"/>
                  </a:ext>
                </a:extLst>
              </p:cNvPr>
              <p:cNvSpPr/>
              <p:nvPr/>
            </p:nvSpPr>
            <p:spPr>
              <a:xfrm>
                <a:off x="7596438" y="3448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1" name="Freeform 41870">
                <a:extLst>
                  <a:ext uri="{FF2B5EF4-FFF2-40B4-BE49-F238E27FC236}">
                    <a16:creationId xmlns:a16="http://schemas.microsoft.com/office/drawing/2014/main" id="{CF2A05FC-D32D-7B78-87A7-DB79F9657BB0}"/>
                  </a:ext>
                </a:extLst>
              </p:cNvPr>
              <p:cNvSpPr/>
              <p:nvPr/>
            </p:nvSpPr>
            <p:spPr>
              <a:xfrm>
                <a:off x="7596934" y="3413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2" name="Freeform 41871">
                <a:extLst>
                  <a:ext uri="{FF2B5EF4-FFF2-40B4-BE49-F238E27FC236}">
                    <a16:creationId xmlns:a16="http://schemas.microsoft.com/office/drawing/2014/main" id="{407DB30C-C4FD-00E6-F2D4-4BE30D693C7E}"/>
                  </a:ext>
                </a:extLst>
              </p:cNvPr>
              <p:cNvSpPr/>
              <p:nvPr/>
            </p:nvSpPr>
            <p:spPr>
              <a:xfrm>
                <a:off x="7597529" y="3393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3" name="Freeform 41872">
                <a:extLst>
                  <a:ext uri="{FF2B5EF4-FFF2-40B4-BE49-F238E27FC236}">
                    <a16:creationId xmlns:a16="http://schemas.microsoft.com/office/drawing/2014/main" id="{AF78BE0B-9626-9529-D6C7-F9352CF69518}"/>
                  </a:ext>
                </a:extLst>
              </p:cNvPr>
              <p:cNvSpPr/>
              <p:nvPr/>
            </p:nvSpPr>
            <p:spPr>
              <a:xfrm>
                <a:off x="7598025" y="3399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4" name="Freeform 41873">
                <a:extLst>
                  <a:ext uri="{FF2B5EF4-FFF2-40B4-BE49-F238E27FC236}">
                    <a16:creationId xmlns:a16="http://schemas.microsoft.com/office/drawing/2014/main" id="{F1A64516-811F-D389-4D93-6849D4691C05}"/>
                  </a:ext>
                </a:extLst>
              </p:cNvPr>
              <p:cNvSpPr/>
              <p:nvPr/>
            </p:nvSpPr>
            <p:spPr>
              <a:xfrm>
                <a:off x="7598521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5" name="Freeform 41874">
                <a:extLst>
                  <a:ext uri="{FF2B5EF4-FFF2-40B4-BE49-F238E27FC236}">
                    <a16:creationId xmlns:a16="http://schemas.microsoft.com/office/drawing/2014/main" id="{B7440DCB-98EF-EA40-80C1-777BA7F4EC37}"/>
                  </a:ext>
                </a:extLst>
              </p:cNvPr>
              <p:cNvSpPr/>
              <p:nvPr/>
            </p:nvSpPr>
            <p:spPr>
              <a:xfrm>
                <a:off x="7599116" y="3856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6" name="Freeform 41875">
                <a:extLst>
                  <a:ext uri="{FF2B5EF4-FFF2-40B4-BE49-F238E27FC236}">
                    <a16:creationId xmlns:a16="http://schemas.microsoft.com/office/drawing/2014/main" id="{05D7DBF8-A64A-B204-E378-F31BB39512BF}"/>
                  </a:ext>
                </a:extLst>
              </p:cNvPr>
              <p:cNvSpPr/>
              <p:nvPr/>
            </p:nvSpPr>
            <p:spPr>
              <a:xfrm>
                <a:off x="7599613" y="3974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7" name="Freeform 41876">
                <a:extLst>
                  <a:ext uri="{FF2B5EF4-FFF2-40B4-BE49-F238E27FC236}">
                    <a16:creationId xmlns:a16="http://schemas.microsoft.com/office/drawing/2014/main" id="{1DFA0A26-096A-3E2A-9071-6EB2B90440C6}"/>
                  </a:ext>
                </a:extLst>
              </p:cNvPr>
              <p:cNvSpPr/>
              <p:nvPr/>
            </p:nvSpPr>
            <p:spPr>
              <a:xfrm>
                <a:off x="7600109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8" name="Freeform 41877">
                <a:extLst>
                  <a:ext uri="{FF2B5EF4-FFF2-40B4-BE49-F238E27FC236}">
                    <a16:creationId xmlns:a16="http://schemas.microsoft.com/office/drawing/2014/main" id="{75A7B53A-D2EF-D060-E11F-F6BD195FB87E}"/>
                  </a:ext>
                </a:extLst>
              </p:cNvPr>
              <p:cNvSpPr/>
              <p:nvPr/>
            </p:nvSpPr>
            <p:spPr>
              <a:xfrm>
                <a:off x="7600704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79" name="Freeform 41878">
                <a:extLst>
                  <a:ext uri="{FF2B5EF4-FFF2-40B4-BE49-F238E27FC236}">
                    <a16:creationId xmlns:a16="http://schemas.microsoft.com/office/drawing/2014/main" id="{55B51706-91BF-6F44-DB62-E34332DC4B25}"/>
                  </a:ext>
                </a:extLst>
              </p:cNvPr>
              <p:cNvSpPr/>
              <p:nvPr/>
            </p:nvSpPr>
            <p:spPr>
              <a:xfrm>
                <a:off x="7601200" y="4001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0" name="Freeform 41879">
                <a:extLst>
                  <a:ext uri="{FF2B5EF4-FFF2-40B4-BE49-F238E27FC236}">
                    <a16:creationId xmlns:a16="http://schemas.microsoft.com/office/drawing/2014/main" id="{3829EF04-4599-25C4-A462-3691212E06C3}"/>
                  </a:ext>
                </a:extLst>
              </p:cNvPr>
              <p:cNvSpPr/>
              <p:nvPr/>
            </p:nvSpPr>
            <p:spPr>
              <a:xfrm>
                <a:off x="7601696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1" name="Freeform 41880">
                <a:extLst>
                  <a:ext uri="{FF2B5EF4-FFF2-40B4-BE49-F238E27FC236}">
                    <a16:creationId xmlns:a16="http://schemas.microsoft.com/office/drawing/2014/main" id="{06036259-2F52-1B34-F78B-930C15C314D6}"/>
                  </a:ext>
                </a:extLst>
              </p:cNvPr>
              <p:cNvSpPr/>
              <p:nvPr/>
            </p:nvSpPr>
            <p:spPr>
              <a:xfrm>
                <a:off x="7602291" y="4003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2" name="Freeform 41881">
                <a:extLst>
                  <a:ext uri="{FF2B5EF4-FFF2-40B4-BE49-F238E27FC236}">
                    <a16:creationId xmlns:a16="http://schemas.microsoft.com/office/drawing/2014/main" id="{8C135628-910C-5CF9-9314-B9696A546258}"/>
                  </a:ext>
                </a:extLst>
              </p:cNvPr>
              <p:cNvSpPr/>
              <p:nvPr/>
            </p:nvSpPr>
            <p:spPr>
              <a:xfrm>
                <a:off x="7602788" y="4017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3" name="Freeform 41882">
                <a:extLst>
                  <a:ext uri="{FF2B5EF4-FFF2-40B4-BE49-F238E27FC236}">
                    <a16:creationId xmlns:a16="http://schemas.microsoft.com/office/drawing/2014/main" id="{C86AE92B-FCF9-3ED8-0CDC-77BE9B8CEA67}"/>
                  </a:ext>
                </a:extLst>
              </p:cNvPr>
              <p:cNvSpPr/>
              <p:nvPr/>
            </p:nvSpPr>
            <p:spPr>
              <a:xfrm>
                <a:off x="7603284" y="4012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4" name="Freeform 41883">
                <a:extLst>
                  <a:ext uri="{FF2B5EF4-FFF2-40B4-BE49-F238E27FC236}">
                    <a16:creationId xmlns:a16="http://schemas.microsoft.com/office/drawing/2014/main" id="{613C8E47-E9B5-57C6-488B-4635BFAD86A7}"/>
                  </a:ext>
                </a:extLst>
              </p:cNvPr>
              <p:cNvSpPr/>
              <p:nvPr/>
            </p:nvSpPr>
            <p:spPr>
              <a:xfrm>
                <a:off x="7603879" y="3906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5" name="Freeform 41884">
                <a:extLst>
                  <a:ext uri="{FF2B5EF4-FFF2-40B4-BE49-F238E27FC236}">
                    <a16:creationId xmlns:a16="http://schemas.microsoft.com/office/drawing/2014/main" id="{989B8CB6-DD5F-EAD1-A238-ADB08C06041F}"/>
                  </a:ext>
                </a:extLst>
              </p:cNvPr>
              <p:cNvSpPr/>
              <p:nvPr/>
            </p:nvSpPr>
            <p:spPr>
              <a:xfrm>
                <a:off x="7604375" y="3618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6" name="Freeform 41885">
                <a:extLst>
                  <a:ext uri="{FF2B5EF4-FFF2-40B4-BE49-F238E27FC236}">
                    <a16:creationId xmlns:a16="http://schemas.microsoft.com/office/drawing/2014/main" id="{FD43FA28-6E95-32DF-4995-E8C52B377126}"/>
                  </a:ext>
                </a:extLst>
              </p:cNvPr>
              <p:cNvSpPr/>
              <p:nvPr/>
            </p:nvSpPr>
            <p:spPr>
              <a:xfrm>
                <a:off x="7604871" y="3605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7" name="Freeform 41886">
                <a:extLst>
                  <a:ext uri="{FF2B5EF4-FFF2-40B4-BE49-F238E27FC236}">
                    <a16:creationId xmlns:a16="http://schemas.microsoft.com/office/drawing/2014/main" id="{EDDF855A-80B8-6A1F-4ABC-13AAAC653CE2}"/>
                  </a:ext>
                </a:extLst>
              </p:cNvPr>
              <p:cNvSpPr/>
              <p:nvPr/>
            </p:nvSpPr>
            <p:spPr>
              <a:xfrm>
                <a:off x="7605466" y="3615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8" name="Freeform 41887">
                <a:extLst>
                  <a:ext uri="{FF2B5EF4-FFF2-40B4-BE49-F238E27FC236}">
                    <a16:creationId xmlns:a16="http://schemas.microsoft.com/office/drawing/2014/main" id="{293729EB-AC16-D1B8-3F36-E8306D521285}"/>
                  </a:ext>
                </a:extLst>
              </p:cNvPr>
              <p:cNvSpPr/>
              <p:nvPr/>
            </p:nvSpPr>
            <p:spPr>
              <a:xfrm>
                <a:off x="7605963" y="3615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89" name="Freeform 41888">
                <a:extLst>
                  <a:ext uri="{FF2B5EF4-FFF2-40B4-BE49-F238E27FC236}">
                    <a16:creationId xmlns:a16="http://schemas.microsoft.com/office/drawing/2014/main" id="{B09EC75D-18B4-AE98-E607-4BC6F6D0BBFA}"/>
                  </a:ext>
                </a:extLst>
              </p:cNvPr>
              <p:cNvSpPr/>
              <p:nvPr/>
            </p:nvSpPr>
            <p:spPr>
              <a:xfrm>
                <a:off x="7606459" y="3599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0" name="Freeform 41889">
                <a:extLst>
                  <a:ext uri="{FF2B5EF4-FFF2-40B4-BE49-F238E27FC236}">
                    <a16:creationId xmlns:a16="http://schemas.microsoft.com/office/drawing/2014/main" id="{ACFEC38D-23F5-CF0C-FFEA-E9F842D68CC4}"/>
                  </a:ext>
                </a:extLst>
              </p:cNvPr>
              <p:cNvSpPr/>
              <p:nvPr/>
            </p:nvSpPr>
            <p:spPr>
              <a:xfrm>
                <a:off x="7606955" y="3526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1" name="Freeform 41890">
                <a:extLst>
                  <a:ext uri="{FF2B5EF4-FFF2-40B4-BE49-F238E27FC236}">
                    <a16:creationId xmlns:a16="http://schemas.microsoft.com/office/drawing/2014/main" id="{654E33D1-C4E7-B51E-5CBD-66E05A3503B8}"/>
                  </a:ext>
                </a:extLst>
              </p:cNvPr>
              <p:cNvSpPr/>
              <p:nvPr/>
            </p:nvSpPr>
            <p:spPr>
              <a:xfrm>
                <a:off x="7607550" y="3468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2" name="Freeform 41891">
                <a:extLst>
                  <a:ext uri="{FF2B5EF4-FFF2-40B4-BE49-F238E27FC236}">
                    <a16:creationId xmlns:a16="http://schemas.microsoft.com/office/drawing/2014/main" id="{B2264E52-6A22-D237-59C6-F6418DFE6A35}"/>
                  </a:ext>
                </a:extLst>
              </p:cNvPr>
              <p:cNvSpPr/>
              <p:nvPr/>
            </p:nvSpPr>
            <p:spPr>
              <a:xfrm>
                <a:off x="7608046" y="3399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3" name="Freeform 41892">
                <a:extLst>
                  <a:ext uri="{FF2B5EF4-FFF2-40B4-BE49-F238E27FC236}">
                    <a16:creationId xmlns:a16="http://schemas.microsoft.com/office/drawing/2014/main" id="{B2C7B3EA-6748-0499-57E6-906EF962443D}"/>
                  </a:ext>
                </a:extLst>
              </p:cNvPr>
              <p:cNvSpPr/>
              <p:nvPr/>
            </p:nvSpPr>
            <p:spPr>
              <a:xfrm>
                <a:off x="7608542" y="3330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4" name="Freeform 41893">
                <a:extLst>
                  <a:ext uri="{FF2B5EF4-FFF2-40B4-BE49-F238E27FC236}">
                    <a16:creationId xmlns:a16="http://schemas.microsoft.com/office/drawing/2014/main" id="{C572E689-61C9-55BF-9841-FBF0728CAB9A}"/>
                  </a:ext>
                </a:extLst>
              </p:cNvPr>
              <p:cNvSpPr/>
              <p:nvPr/>
            </p:nvSpPr>
            <p:spPr>
              <a:xfrm>
                <a:off x="7609138" y="3263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5" name="Freeform 41894">
                <a:extLst>
                  <a:ext uri="{FF2B5EF4-FFF2-40B4-BE49-F238E27FC236}">
                    <a16:creationId xmlns:a16="http://schemas.microsoft.com/office/drawing/2014/main" id="{1E2E59C0-AD5E-E34B-5A0D-51EA14EAE2A0}"/>
                  </a:ext>
                </a:extLst>
              </p:cNvPr>
              <p:cNvSpPr/>
              <p:nvPr/>
            </p:nvSpPr>
            <p:spPr>
              <a:xfrm>
                <a:off x="7609634" y="3220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6" name="Freeform 41895">
                <a:extLst>
                  <a:ext uri="{FF2B5EF4-FFF2-40B4-BE49-F238E27FC236}">
                    <a16:creationId xmlns:a16="http://schemas.microsoft.com/office/drawing/2014/main" id="{77274294-97CE-4339-41F5-DA55917E4276}"/>
                  </a:ext>
                </a:extLst>
              </p:cNvPr>
              <p:cNvSpPr/>
              <p:nvPr/>
            </p:nvSpPr>
            <p:spPr>
              <a:xfrm>
                <a:off x="7610130" y="3195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7" name="Freeform 41896">
                <a:extLst>
                  <a:ext uri="{FF2B5EF4-FFF2-40B4-BE49-F238E27FC236}">
                    <a16:creationId xmlns:a16="http://schemas.microsoft.com/office/drawing/2014/main" id="{D5CAF387-A57F-9290-C5C1-DBE8BADA56BD}"/>
                  </a:ext>
                </a:extLst>
              </p:cNvPr>
              <p:cNvSpPr/>
              <p:nvPr/>
            </p:nvSpPr>
            <p:spPr>
              <a:xfrm>
                <a:off x="7610725" y="3225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8" name="Freeform 41897">
                <a:extLst>
                  <a:ext uri="{FF2B5EF4-FFF2-40B4-BE49-F238E27FC236}">
                    <a16:creationId xmlns:a16="http://schemas.microsoft.com/office/drawing/2014/main" id="{456ACAA5-ABE5-E1BC-CE12-AA37F39F617F}"/>
                  </a:ext>
                </a:extLst>
              </p:cNvPr>
              <p:cNvSpPr/>
              <p:nvPr/>
            </p:nvSpPr>
            <p:spPr>
              <a:xfrm>
                <a:off x="7611221" y="32628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99" name="Freeform 41898">
                <a:extLst>
                  <a:ext uri="{FF2B5EF4-FFF2-40B4-BE49-F238E27FC236}">
                    <a16:creationId xmlns:a16="http://schemas.microsoft.com/office/drawing/2014/main" id="{544711D6-C841-0C4D-57C8-93493D44CA9E}"/>
                  </a:ext>
                </a:extLst>
              </p:cNvPr>
              <p:cNvSpPr/>
              <p:nvPr/>
            </p:nvSpPr>
            <p:spPr>
              <a:xfrm>
                <a:off x="7611717" y="3876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0" name="Freeform 41899">
                <a:extLst>
                  <a:ext uri="{FF2B5EF4-FFF2-40B4-BE49-F238E27FC236}">
                    <a16:creationId xmlns:a16="http://schemas.microsoft.com/office/drawing/2014/main" id="{62CD9C7A-D5E5-C609-45E7-04D8E9A1E3B7}"/>
                  </a:ext>
                </a:extLst>
              </p:cNvPr>
              <p:cNvSpPr/>
              <p:nvPr/>
            </p:nvSpPr>
            <p:spPr>
              <a:xfrm>
                <a:off x="7612313" y="39757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1" name="Freeform 41900">
                <a:extLst>
                  <a:ext uri="{FF2B5EF4-FFF2-40B4-BE49-F238E27FC236}">
                    <a16:creationId xmlns:a16="http://schemas.microsoft.com/office/drawing/2014/main" id="{5E23A7D5-E3A0-3B4D-556D-E66638F7C0B2}"/>
                  </a:ext>
                </a:extLst>
              </p:cNvPr>
              <p:cNvSpPr/>
              <p:nvPr/>
            </p:nvSpPr>
            <p:spPr>
              <a:xfrm>
                <a:off x="7612809" y="3986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2" name="Freeform 41901">
                <a:extLst>
                  <a:ext uri="{FF2B5EF4-FFF2-40B4-BE49-F238E27FC236}">
                    <a16:creationId xmlns:a16="http://schemas.microsoft.com/office/drawing/2014/main" id="{3F0E83E1-2B4A-E3A8-C2D2-34F84B8775FF}"/>
                  </a:ext>
                </a:extLst>
              </p:cNvPr>
              <p:cNvSpPr/>
              <p:nvPr/>
            </p:nvSpPr>
            <p:spPr>
              <a:xfrm>
                <a:off x="7613305" y="3983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3" name="Freeform 41902">
                <a:extLst>
                  <a:ext uri="{FF2B5EF4-FFF2-40B4-BE49-F238E27FC236}">
                    <a16:creationId xmlns:a16="http://schemas.microsoft.com/office/drawing/2014/main" id="{D16665FE-94B7-A0EB-E29E-003502BFB66D}"/>
                  </a:ext>
                </a:extLst>
              </p:cNvPr>
              <p:cNvSpPr/>
              <p:nvPr/>
            </p:nvSpPr>
            <p:spPr>
              <a:xfrm>
                <a:off x="7613900" y="39802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4" name="Freeform 41903">
                <a:extLst>
                  <a:ext uri="{FF2B5EF4-FFF2-40B4-BE49-F238E27FC236}">
                    <a16:creationId xmlns:a16="http://schemas.microsoft.com/office/drawing/2014/main" id="{D1B1B7F6-C1E0-421D-AD1F-5D8CA9B5E21D}"/>
                  </a:ext>
                </a:extLst>
              </p:cNvPr>
              <p:cNvSpPr/>
              <p:nvPr/>
            </p:nvSpPr>
            <p:spPr>
              <a:xfrm>
                <a:off x="7614396" y="3983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5" name="Freeform 41904">
                <a:extLst>
                  <a:ext uri="{FF2B5EF4-FFF2-40B4-BE49-F238E27FC236}">
                    <a16:creationId xmlns:a16="http://schemas.microsoft.com/office/drawing/2014/main" id="{8EA33407-4B39-0D5C-18E2-9C3F01380EE7}"/>
                  </a:ext>
                </a:extLst>
              </p:cNvPr>
              <p:cNvSpPr/>
              <p:nvPr/>
            </p:nvSpPr>
            <p:spPr>
              <a:xfrm>
                <a:off x="7614892" y="398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6" name="Freeform 41905">
                <a:extLst>
                  <a:ext uri="{FF2B5EF4-FFF2-40B4-BE49-F238E27FC236}">
                    <a16:creationId xmlns:a16="http://schemas.microsoft.com/office/drawing/2014/main" id="{2F7B3012-B6E7-EBEA-D40C-05FA77C25FB2}"/>
                  </a:ext>
                </a:extLst>
              </p:cNvPr>
              <p:cNvSpPr/>
              <p:nvPr/>
            </p:nvSpPr>
            <p:spPr>
              <a:xfrm>
                <a:off x="7615488" y="3986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7" name="Freeform 41906">
                <a:extLst>
                  <a:ext uri="{FF2B5EF4-FFF2-40B4-BE49-F238E27FC236}">
                    <a16:creationId xmlns:a16="http://schemas.microsoft.com/office/drawing/2014/main" id="{B57CC137-6B14-00A9-14FF-F3DFA06F8BEF}"/>
                  </a:ext>
                </a:extLst>
              </p:cNvPr>
              <p:cNvSpPr/>
              <p:nvPr/>
            </p:nvSpPr>
            <p:spPr>
              <a:xfrm>
                <a:off x="7615984" y="3974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8" name="Freeform 41907">
                <a:extLst>
                  <a:ext uri="{FF2B5EF4-FFF2-40B4-BE49-F238E27FC236}">
                    <a16:creationId xmlns:a16="http://schemas.microsoft.com/office/drawing/2014/main" id="{4751E9E2-C378-D76B-DFCA-2E3EEFFAAE4F}"/>
                  </a:ext>
                </a:extLst>
              </p:cNvPr>
              <p:cNvSpPr/>
              <p:nvPr/>
            </p:nvSpPr>
            <p:spPr>
              <a:xfrm>
                <a:off x="7616480" y="3681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09" name="Freeform 41908">
                <a:extLst>
                  <a:ext uri="{FF2B5EF4-FFF2-40B4-BE49-F238E27FC236}">
                    <a16:creationId xmlns:a16="http://schemas.microsoft.com/office/drawing/2014/main" id="{730F4022-603B-21FB-C810-4BA8EB67DB85}"/>
                  </a:ext>
                </a:extLst>
              </p:cNvPr>
              <p:cNvSpPr/>
              <p:nvPr/>
            </p:nvSpPr>
            <p:spPr>
              <a:xfrm>
                <a:off x="7617075" y="3556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0" name="Freeform 41909">
                <a:extLst>
                  <a:ext uri="{FF2B5EF4-FFF2-40B4-BE49-F238E27FC236}">
                    <a16:creationId xmlns:a16="http://schemas.microsoft.com/office/drawing/2014/main" id="{7CAD1A4F-7298-9588-CB2F-5D8E9A9AE7EE}"/>
                  </a:ext>
                </a:extLst>
              </p:cNvPr>
              <p:cNvSpPr/>
              <p:nvPr/>
            </p:nvSpPr>
            <p:spPr>
              <a:xfrm>
                <a:off x="7617571" y="3594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1" name="Freeform 41910">
                <a:extLst>
                  <a:ext uri="{FF2B5EF4-FFF2-40B4-BE49-F238E27FC236}">
                    <a16:creationId xmlns:a16="http://schemas.microsoft.com/office/drawing/2014/main" id="{5456BF91-C8F9-9CD7-22C9-D37D551179FA}"/>
                  </a:ext>
                </a:extLst>
              </p:cNvPr>
              <p:cNvSpPr/>
              <p:nvPr/>
            </p:nvSpPr>
            <p:spPr>
              <a:xfrm>
                <a:off x="7618067" y="3575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2" name="Freeform 41911">
                <a:extLst>
                  <a:ext uri="{FF2B5EF4-FFF2-40B4-BE49-F238E27FC236}">
                    <a16:creationId xmlns:a16="http://schemas.microsoft.com/office/drawing/2014/main" id="{94AC5532-7FD2-944C-0C74-DB317BD9844E}"/>
                  </a:ext>
                </a:extLst>
              </p:cNvPr>
              <p:cNvSpPr/>
              <p:nvPr/>
            </p:nvSpPr>
            <p:spPr>
              <a:xfrm>
                <a:off x="7618663" y="3578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3" name="Freeform 41912">
                <a:extLst>
                  <a:ext uri="{FF2B5EF4-FFF2-40B4-BE49-F238E27FC236}">
                    <a16:creationId xmlns:a16="http://schemas.microsoft.com/office/drawing/2014/main" id="{7AA2CBE1-E899-B439-8AE6-2E69B0C5D143}"/>
                  </a:ext>
                </a:extLst>
              </p:cNvPr>
              <p:cNvSpPr/>
              <p:nvPr/>
            </p:nvSpPr>
            <p:spPr>
              <a:xfrm>
                <a:off x="7619159" y="3536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4" name="Freeform 41913">
                <a:extLst>
                  <a:ext uri="{FF2B5EF4-FFF2-40B4-BE49-F238E27FC236}">
                    <a16:creationId xmlns:a16="http://schemas.microsoft.com/office/drawing/2014/main" id="{BD6E8AEC-888A-0090-2AB4-A2C71F7DBA1E}"/>
                  </a:ext>
                </a:extLst>
              </p:cNvPr>
              <p:cNvSpPr/>
              <p:nvPr/>
            </p:nvSpPr>
            <p:spPr>
              <a:xfrm>
                <a:off x="7619655" y="3463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5" name="Freeform 41914">
                <a:extLst>
                  <a:ext uri="{FF2B5EF4-FFF2-40B4-BE49-F238E27FC236}">
                    <a16:creationId xmlns:a16="http://schemas.microsoft.com/office/drawing/2014/main" id="{B713D0BF-ECD7-0B4C-21D7-C7B0339750EF}"/>
                  </a:ext>
                </a:extLst>
              </p:cNvPr>
              <p:cNvSpPr/>
              <p:nvPr/>
            </p:nvSpPr>
            <p:spPr>
              <a:xfrm>
                <a:off x="7620151" y="3415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6" name="Freeform 41915">
                <a:extLst>
                  <a:ext uri="{FF2B5EF4-FFF2-40B4-BE49-F238E27FC236}">
                    <a16:creationId xmlns:a16="http://schemas.microsoft.com/office/drawing/2014/main" id="{77F40FD5-3AB6-8BAF-77EB-70A6C1AD4AE3}"/>
                  </a:ext>
                </a:extLst>
              </p:cNvPr>
              <p:cNvSpPr/>
              <p:nvPr/>
            </p:nvSpPr>
            <p:spPr>
              <a:xfrm>
                <a:off x="7620746" y="3330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7" name="Freeform 41916">
                <a:extLst>
                  <a:ext uri="{FF2B5EF4-FFF2-40B4-BE49-F238E27FC236}">
                    <a16:creationId xmlns:a16="http://schemas.microsoft.com/office/drawing/2014/main" id="{73FF429D-9FB0-DBC7-44AF-8AC229D7E3AC}"/>
                  </a:ext>
                </a:extLst>
              </p:cNvPr>
              <p:cNvSpPr/>
              <p:nvPr/>
            </p:nvSpPr>
            <p:spPr>
              <a:xfrm>
                <a:off x="7621242" y="32394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8" name="Freeform 41917">
                <a:extLst>
                  <a:ext uri="{FF2B5EF4-FFF2-40B4-BE49-F238E27FC236}">
                    <a16:creationId xmlns:a16="http://schemas.microsoft.com/office/drawing/2014/main" id="{7B5547FD-081F-6FFA-747B-6EF6F71BCE95}"/>
                  </a:ext>
                </a:extLst>
              </p:cNvPr>
              <p:cNvSpPr/>
              <p:nvPr/>
            </p:nvSpPr>
            <p:spPr>
              <a:xfrm>
                <a:off x="7621738" y="31815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19" name="Freeform 41918">
                <a:extLst>
                  <a:ext uri="{FF2B5EF4-FFF2-40B4-BE49-F238E27FC236}">
                    <a16:creationId xmlns:a16="http://schemas.microsoft.com/office/drawing/2014/main" id="{8230481F-D138-7E19-B9EB-C6E0E3A13E17}"/>
                  </a:ext>
                </a:extLst>
              </p:cNvPr>
              <p:cNvSpPr/>
              <p:nvPr/>
            </p:nvSpPr>
            <p:spPr>
              <a:xfrm>
                <a:off x="7622334" y="3144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0" name="Freeform 41919">
                <a:extLst>
                  <a:ext uri="{FF2B5EF4-FFF2-40B4-BE49-F238E27FC236}">
                    <a16:creationId xmlns:a16="http://schemas.microsoft.com/office/drawing/2014/main" id="{58F1C6EC-C3EC-B924-4FF4-DEBDBA8EE7E2}"/>
                  </a:ext>
                </a:extLst>
              </p:cNvPr>
              <p:cNvSpPr/>
              <p:nvPr/>
            </p:nvSpPr>
            <p:spPr>
              <a:xfrm>
                <a:off x="7622830" y="3117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1" name="Freeform 41920">
                <a:extLst>
                  <a:ext uri="{FF2B5EF4-FFF2-40B4-BE49-F238E27FC236}">
                    <a16:creationId xmlns:a16="http://schemas.microsoft.com/office/drawing/2014/main" id="{9B90DD60-B706-B48E-E053-B0E57E69023E}"/>
                  </a:ext>
                </a:extLst>
              </p:cNvPr>
              <p:cNvSpPr/>
              <p:nvPr/>
            </p:nvSpPr>
            <p:spPr>
              <a:xfrm>
                <a:off x="7623326" y="3114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2" name="Freeform 41921">
                <a:extLst>
                  <a:ext uri="{FF2B5EF4-FFF2-40B4-BE49-F238E27FC236}">
                    <a16:creationId xmlns:a16="http://schemas.microsoft.com/office/drawing/2014/main" id="{9BA4A79C-3CDB-ABC7-F13D-F8949B5031C4}"/>
                  </a:ext>
                </a:extLst>
              </p:cNvPr>
              <p:cNvSpPr/>
              <p:nvPr/>
            </p:nvSpPr>
            <p:spPr>
              <a:xfrm>
                <a:off x="7623921" y="31615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3" name="Freeform 41922">
                <a:extLst>
                  <a:ext uri="{FF2B5EF4-FFF2-40B4-BE49-F238E27FC236}">
                    <a16:creationId xmlns:a16="http://schemas.microsoft.com/office/drawing/2014/main" id="{53AB47A7-CA05-8837-5141-7E0804C58BC5}"/>
                  </a:ext>
                </a:extLst>
              </p:cNvPr>
              <p:cNvSpPr/>
              <p:nvPr/>
            </p:nvSpPr>
            <p:spPr>
              <a:xfrm>
                <a:off x="7624417" y="370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4" name="Freeform 41923">
                <a:extLst>
                  <a:ext uri="{FF2B5EF4-FFF2-40B4-BE49-F238E27FC236}">
                    <a16:creationId xmlns:a16="http://schemas.microsoft.com/office/drawing/2014/main" id="{FBA9E114-1837-1E64-A861-36390B7B6A8E}"/>
                  </a:ext>
                </a:extLst>
              </p:cNvPr>
              <p:cNvSpPr/>
              <p:nvPr/>
            </p:nvSpPr>
            <p:spPr>
              <a:xfrm>
                <a:off x="7624913" y="387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5" name="Freeform 41924">
                <a:extLst>
                  <a:ext uri="{FF2B5EF4-FFF2-40B4-BE49-F238E27FC236}">
                    <a16:creationId xmlns:a16="http://schemas.microsoft.com/office/drawing/2014/main" id="{F0902CCA-7ADB-233F-74F2-CB29592B4CC3}"/>
                  </a:ext>
                </a:extLst>
              </p:cNvPr>
              <p:cNvSpPr/>
              <p:nvPr/>
            </p:nvSpPr>
            <p:spPr>
              <a:xfrm>
                <a:off x="7625509" y="389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6" name="Freeform 41925">
                <a:extLst>
                  <a:ext uri="{FF2B5EF4-FFF2-40B4-BE49-F238E27FC236}">
                    <a16:creationId xmlns:a16="http://schemas.microsoft.com/office/drawing/2014/main" id="{14FC4EFD-F27C-D762-8B5F-514FF7E68029}"/>
                  </a:ext>
                </a:extLst>
              </p:cNvPr>
              <p:cNvSpPr/>
              <p:nvPr/>
            </p:nvSpPr>
            <p:spPr>
              <a:xfrm>
                <a:off x="7626005" y="38941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7" name="Freeform 41926">
                <a:extLst>
                  <a:ext uri="{FF2B5EF4-FFF2-40B4-BE49-F238E27FC236}">
                    <a16:creationId xmlns:a16="http://schemas.microsoft.com/office/drawing/2014/main" id="{5C1B39E6-2351-7FAF-16E1-32AD34E11C0F}"/>
                  </a:ext>
                </a:extLst>
              </p:cNvPr>
              <p:cNvSpPr/>
              <p:nvPr/>
            </p:nvSpPr>
            <p:spPr>
              <a:xfrm>
                <a:off x="7626501" y="3894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8" name="Freeform 41927">
                <a:extLst>
                  <a:ext uri="{FF2B5EF4-FFF2-40B4-BE49-F238E27FC236}">
                    <a16:creationId xmlns:a16="http://schemas.microsoft.com/office/drawing/2014/main" id="{4360F93C-746A-B97F-C678-BE42E09BBFB5}"/>
                  </a:ext>
                </a:extLst>
              </p:cNvPr>
              <p:cNvSpPr/>
              <p:nvPr/>
            </p:nvSpPr>
            <p:spPr>
              <a:xfrm>
                <a:off x="7627096" y="3886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29" name="Freeform 41928">
                <a:extLst>
                  <a:ext uri="{FF2B5EF4-FFF2-40B4-BE49-F238E27FC236}">
                    <a16:creationId xmlns:a16="http://schemas.microsoft.com/office/drawing/2014/main" id="{AD02D922-8335-9A9F-CE4A-EE6447A681B4}"/>
                  </a:ext>
                </a:extLst>
              </p:cNvPr>
              <p:cNvSpPr/>
              <p:nvPr/>
            </p:nvSpPr>
            <p:spPr>
              <a:xfrm>
                <a:off x="7627592" y="3885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0" name="Freeform 41929">
                <a:extLst>
                  <a:ext uri="{FF2B5EF4-FFF2-40B4-BE49-F238E27FC236}">
                    <a16:creationId xmlns:a16="http://schemas.microsoft.com/office/drawing/2014/main" id="{358FA977-5494-FC33-F6A1-8A9CFE0C4883}"/>
                  </a:ext>
                </a:extLst>
              </p:cNvPr>
              <p:cNvSpPr/>
              <p:nvPr/>
            </p:nvSpPr>
            <p:spPr>
              <a:xfrm>
                <a:off x="7628088" y="388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1" name="Freeform 41930">
                <a:extLst>
                  <a:ext uri="{FF2B5EF4-FFF2-40B4-BE49-F238E27FC236}">
                    <a16:creationId xmlns:a16="http://schemas.microsoft.com/office/drawing/2014/main" id="{F68BFCC3-ABA8-85DC-2313-7212AD8CF374}"/>
                  </a:ext>
                </a:extLst>
              </p:cNvPr>
              <p:cNvSpPr/>
              <p:nvPr/>
            </p:nvSpPr>
            <p:spPr>
              <a:xfrm>
                <a:off x="7628684" y="3870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2" name="Freeform 41931">
                <a:extLst>
                  <a:ext uri="{FF2B5EF4-FFF2-40B4-BE49-F238E27FC236}">
                    <a16:creationId xmlns:a16="http://schemas.microsoft.com/office/drawing/2014/main" id="{1C418E26-B1AA-1059-8ABE-B060648F68B7}"/>
                  </a:ext>
                </a:extLst>
              </p:cNvPr>
              <p:cNvSpPr/>
              <p:nvPr/>
            </p:nvSpPr>
            <p:spPr>
              <a:xfrm>
                <a:off x="7629180" y="3597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3" name="Freeform 41932">
                <a:extLst>
                  <a:ext uri="{FF2B5EF4-FFF2-40B4-BE49-F238E27FC236}">
                    <a16:creationId xmlns:a16="http://schemas.microsoft.com/office/drawing/2014/main" id="{CD0C6409-5203-1DDA-8C4E-5B2F8C552686}"/>
                  </a:ext>
                </a:extLst>
              </p:cNvPr>
              <p:cNvSpPr/>
              <p:nvPr/>
            </p:nvSpPr>
            <p:spPr>
              <a:xfrm>
                <a:off x="7629676" y="3519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4" name="Freeform 41933">
                <a:extLst>
                  <a:ext uri="{FF2B5EF4-FFF2-40B4-BE49-F238E27FC236}">
                    <a16:creationId xmlns:a16="http://schemas.microsoft.com/office/drawing/2014/main" id="{432CD333-D9E8-4534-73F1-3F64995F629F}"/>
                  </a:ext>
                </a:extLst>
              </p:cNvPr>
              <p:cNvSpPr/>
              <p:nvPr/>
            </p:nvSpPr>
            <p:spPr>
              <a:xfrm>
                <a:off x="7630271" y="351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5" name="Freeform 41934">
                <a:extLst>
                  <a:ext uri="{FF2B5EF4-FFF2-40B4-BE49-F238E27FC236}">
                    <a16:creationId xmlns:a16="http://schemas.microsoft.com/office/drawing/2014/main" id="{28385850-10C7-23C6-DD2D-86F475D12385}"/>
                  </a:ext>
                </a:extLst>
              </p:cNvPr>
              <p:cNvSpPr/>
              <p:nvPr/>
            </p:nvSpPr>
            <p:spPr>
              <a:xfrm>
                <a:off x="7630767" y="3533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6" name="Freeform 41935">
                <a:extLst>
                  <a:ext uri="{FF2B5EF4-FFF2-40B4-BE49-F238E27FC236}">
                    <a16:creationId xmlns:a16="http://schemas.microsoft.com/office/drawing/2014/main" id="{C668DC31-24EB-EAA8-F338-9E266F1199E0}"/>
                  </a:ext>
                </a:extLst>
              </p:cNvPr>
              <p:cNvSpPr/>
              <p:nvPr/>
            </p:nvSpPr>
            <p:spPr>
              <a:xfrm>
                <a:off x="7631263" y="3532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7" name="Freeform 41936">
                <a:extLst>
                  <a:ext uri="{FF2B5EF4-FFF2-40B4-BE49-F238E27FC236}">
                    <a16:creationId xmlns:a16="http://schemas.microsoft.com/office/drawing/2014/main" id="{2F21E903-48B2-261D-EE6E-6EA0058C97DA}"/>
                  </a:ext>
                </a:extLst>
              </p:cNvPr>
              <p:cNvSpPr/>
              <p:nvPr/>
            </p:nvSpPr>
            <p:spPr>
              <a:xfrm>
                <a:off x="7631759" y="3524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8" name="Freeform 41937">
                <a:extLst>
                  <a:ext uri="{FF2B5EF4-FFF2-40B4-BE49-F238E27FC236}">
                    <a16:creationId xmlns:a16="http://schemas.microsoft.com/office/drawing/2014/main" id="{E802289A-2981-6D39-0F0D-83B3FD6BD53D}"/>
                  </a:ext>
                </a:extLst>
              </p:cNvPr>
              <p:cNvSpPr/>
              <p:nvPr/>
            </p:nvSpPr>
            <p:spPr>
              <a:xfrm>
                <a:off x="7632355" y="3483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39" name="Freeform 41938">
                <a:extLst>
                  <a:ext uri="{FF2B5EF4-FFF2-40B4-BE49-F238E27FC236}">
                    <a16:creationId xmlns:a16="http://schemas.microsoft.com/office/drawing/2014/main" id="{DFC2C75F-7C7A-58D2-6B1D-61BE84619CE0}"/>
                  </a:ext>
                </a:extLst>
              </p:cNvPr>
              <p:cNvSpPr/>
              <p:nvPr/>
            </p:nvSpPr>
            <p:spPr>
              <a:xfrm>
                <a:off x="7632851" y="3439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0" name="Freeform 41939">
                <a:extLst>
                  <a:ext uri="{FF2B5EF4-FFF2-40B4-BE49-F238E27FC236}">
                    <a16:creationId xmlns:a16="http://schemas.microsoft.com/office/drawing/2014/main" id="{519BB654-83AF-AA5B-DB54-3B4FC449EC7B}"/>
                  </a:ext>
                </a:extLst>
              </p:cNvPr>
              <p:cNvSpPr/>
              <p:nvPr/>
            </p:nvSpPr>
            <p:spPr>
              <a:xfrm>
                <a:off x="7633347" y="3348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1" name="Freeform 41940">
                <a:extLst>
                  <a:ext uri="{FF2B5EF4-FFF2-40B4-BE49-F238E27FC236}">
                    <a16:creationId xmlns:a16="http://schemas.microsoft.com/office/drawing/2014/main" id="{BBFA4F54-1B63-5408-0D46-FF0D80D5DCF5}"/>
                  </a:ext>
                </a:extLst>
              </p:cNvPr>
              <p:cNvSpPr/>
              <p:nvPr/>
            </p:nvSpPr>
            <p:spPr>
              <a:xfrm>
                <a:off x="7633942" y="3274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2" name="Freeform 41941">
                <a:extLst>
                  <a:ext uri="{FF2B5EF4-FFF2-40B4-BE49-F238E27FC236}">
                    <a16:creationId xmlns:a16="http://schemas.microsoft.com/office/drawing/2014/main" id="{14B98F1C-6966-E705-79B8-858CC23F33C1}"/>
                  </a:ext>
                </a:extLst>
              </p:cNvPr>
              <p:cNvSpPr/>
              <p:nvPr/>
            </p:nvSpPr>
            <p:spPr>
              <a:xfrm>
                <a:off x="7634438" y="32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3" name="Freeform 41942">
                <a:extLst>
                  <a:ext uri="{FF2B5EF4-FFF2-40B4-BE49-F238E27FC236}">
                    <a16:creationId xmlns:a16="http://schemas.microsoft.com/office/drawing/2014/main" id="{6B1D2ED1-14CE-F391-3D8F-96886DE53659}"/>
                  </a:ext>
                </a:extLst>
              </p:cNvPr>
              <p:cNvSpPr/>
              <p:nvPr/>
            </p:nvSpPr>
            <p:spPr>
              <a:xfrm>
                <a:off x="7634934" y="3126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4" name="Freeform 41943">
                <a:extLst>
                  <a:ext uri="{FF2B5EF4-FFF2-40B4-BE49-F238E27FC236}">
                    <a16:creationId xmlns:a16="http://schemas.microsoft.com/office/drawing/2014/main" id="{F021A145-06C9-00D6-A58B-31F2E60860AC}"/>
                  </a:ext>
                </a:extLst>
              </p:cNvPr>
              <p:cNvSpPr/>
              <p:nvPr/>
            </p:nvSpPr>
            <p:spPr>
              <a:xfrm>
                <a:off x="7635530" y="3106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5" name="Freeform 41944">
                <a:extLst>
                  <a:ext uri="{FF2B5EF4-FFF2-40B4-BE49-F238E27FC236}">
                    <a16:creationId xmlns:a16="http://schemas.microsoft.com/office/drawing/2014/main" id="{DB5A7ED5-CE37-B757-96DA-41B344C0617F}"/>
                  </a:ext>
                </a:extLst>
              </p:cNvPr>
              <p:cNvSpPr/>
              <p:nvPr/>
            </p:nvSpPr>
            <p:spPr>
              <a:xfrm>
                <a:off x="7636026" y="3128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6" name="Freeform 41945">
                <a:extLst>
                  <a:ext uri="{FF2B5EF4-FFF2-40B4-BE49-F238E27FC236}">
                    <a16:creationId xmlns:a16="http://schemas.microsoft.com/office/drawing/2014/main" id="{DE42CD00-6629-8D57-D107-BA1C8861A3C0}"/>
                  </a:ext>
                </a:extLst>
              </p:cNvPr>
              <p:cNvSpPr/>
              <p:nvPr/>
            </p:nvSpPr>
            <p:spPr>
              <a:xfrm>
                <a:off x="7636522" y="3201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7" name="Freeform 41946">
                <a:extLst>
                  <a:ext uri="{FF2B5EF4-FFF2-40B4-BE49-F238E27FC236}">
                    <a16:creationId xmlns:a16="http://schemas.microsoft.com/office/drawing/2014/main" id="{18B2FE65-97BC-471C-8E15-C63ED023EAD9}"/>
                  </a:ext>
                </a:extLst>
              </p:cNvPr>
              <p:cNvSpPr/>
              <p:nvPr/>
            </p:nvSpPr>
            <p:spPr>
              <a:xfrm>
                <a:off x="7637117" y="3591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8" name="Freeform 41947">
                <a:extLst>
                  <a:ext uri="{FF2B5EF4-FFF2-40B4-BE49-F238E27FC236}">
                    <a16:creationId xmlns:a16="http://schemas.microsoft.com/office/drawing/2014/main" id="{0FA3A35E-68FA-F72D-EDBE-AD6E3CA4DA44}"/>
                  </a:ext>
                </a:extLst>
              </p:cNvPr>
              <p:cNvSpPr/>
              <p:nvPr/>
            </p:nvSpPr>
            <p:spPr>
              <a:xfrm>
                <a:off x="7637613" y="3761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49" name="Freeform 41948">
                <a:extLst>
                  <a:ext uri="{FF2B5EF4-FFF2-40B4-BE49-F238E27FC236}">
                    <a16:creationId xmlns:a16="http://schemas.microsoft.com/office/drawing/2014/main" id="{6A56DD9E-F068-4FE9-A873-C5BEA0F86E21}"/>
                  </a:ext>
                </a:extLst>
              </p:cNvPr>
              <p:cNvSpPr/>
              <p:nvPr/>
            </p:nvSpPr>
            <p:spPr>
              <a:xfrm>
                <a:off x="7638109" y="3797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0" name="Freeform 41949">
                <a:extLst>
                  <a:ext uri="{FF2B5EF4-FFF2-40B4-BE49-F238E27FC236}">
                    <a16:creationId xmlns:a16="http://schemas.microsoft.com/office/drawing/2014/main" id="{1CD82F55-AB61-1989-EDD8-535987196B49}"/>
                  </a:ext>
                </a:extLst>
              </p:cNvPr>
              <p:cNvSpPr/>
              <p:nvPr/>
            </p:nvSpPr>
            <p:spPr>
              <a:xfrm>
                <a:off x="7638705" y="374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1" name="Freeform 41950">
                <a:extLst>
                  <a:ext uri="{FF2B5EF4-FFF2-40B4-BE49-F238E27FC236}">
                    <a16:creationId xmlns:a16="http://schemas.microsoft.com/office/drawing/2014/main" id="{4C5E649C-34F4-0AD1-1BF8-52F8890242C5}"/>
                  </a:ext>
                </a:extLst>
              </p:cNvPr>
              <p:cNvSpPr/>
              <p:nvPr/>
            </p:nvSpPr>
            <p:spPr>
              <a:xfrm>
                <a:off x="7639201" y="3720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2" name="Freeform 41951">
                <a:extLst>
                  <a:ext uri="{FF2B5EF4-FFF2-40B4-BE49-F238E27FC236}">
                    <a16:creationId xmlns:a16="http://schemas.microsoft.com/office/drawing/2014/main" id="{E35DC1F0-E69A-4ABA-BD15-59BD94F3DE2E}"/>
                  </a:ext>
                </a:extLst>
              </p:cNvPr>
              <p:cNvSpPr/>
              <p:nvPr/>
            </p:nvSpPr>
            <p:spPr>
              <a:xfrm>
                <a:off x="7639697" y="3721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3" name="Freeform 41952">
                <a:extLst>
                  <a:ext uri="{FF2B5EF4-FFF2-40B4-BE49-F238E27FC236}">
                    <a16:creationId xmlns:a16="http://schemas.microsoft.com/office/drawing/2014/main" id="{CA6DCBDB-9488-8E98-FB65-6A86F54F1D7F}"/>
                  </a:ext>
                </a:extLst>
              </p:cNvPr>
              <p:cNvSpPr/>
              <p:nvPr/>
            </p:nvSpPr>
            <p:spPr>
              <a:xfrm>
                <a:off x="7640292" y="3702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4" name="Freeform 41953">
                <a:extLst>
                  <a:ext uri="{FF2B5EF4-FFF2-40B4-BE49-F238E27FC236}">
                    <a16:creationId xmlns:a16="http://schemas.microsoft.com/office/drawing/2014/main" id="{5FE6CD32-DE4F-C0D7-AE1A-072272761165}"/>
                  </a:ext>
                </a:extLst>
              </p:cNvPr>
              <p:cNvSpPr/>
              <p:nvPr/>
            </p:nvSpPr>
            <p:spPr>
              <a:xfrm>
                <a:off x="7640788" y="3708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5" name="Freeform 41954">
                <a:extLst>
                  <a:ext uri="{FF2B5EF4-FFF2-40B4-BE49-F238E27FC236}">
                    <a16:creationId xmlns:a16="http://schemas.microsoft.com/office/drawing/2014/main" id="{C861DA9D-940E-D188-F6B6-C9BCF7D25B7B}"/>
                  </a:ext>
                </a:extLst>
              </p:cNvPr>
              <p:cNvSpPr/>
              <p:nvPr/>
            </p:nvSpPr>
            <p:spPr>
              <a:xfrm>
                <a:off x="7641284" y="3702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6" name="Freeform 41955">
                <a:extLst>
                  <a:ext uri="{FF2B5EF4-FFF2-40B4-BE49-F238E27FC236}">
                    <a16:creationId xmlns:a16="http://schemas.microsoft.com/office/drawing/2014/main" id="{2F1B3349-9935-2C02-36A9-354CF204EC72}"/>
                  </a:ext>
                </a:extLst>
              </p:cNvPr>
              <p:cNvSpPr/>
              <p:nvPr/>
            </p:nvSpPr>
            <p:spPr>
              <a:xfrm>
                <a:off x="7641880" y="3479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7" name="Freeform 41956">
                <a:extLst>
                  <a:ext uri="{FF2B5EF4-FFF2-40B4-BE49-F238E27FC236}">
                    <a16:creationId xmlns:a16="http://schemas.microsoft.com/office/drawing/2014/main" id="{74B71833-ACB9-FAB6-3782-C7B2513FC8B3}"/>
                  </a:ext>
                </a:extLst>
              </p:cNvPr>
              <p:cNvSpPr/>
              <p:nvPr/>
            </p:nvSpPr>
            <p:spPr>
              <a:xfrm>
                <a:off x="7642376" y="3456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8" name="Freeform 41957">
                <a:extLst>
                  <a:ext uri="{FF2B5EF4-FFF2-40B4-BE49-F238E27FC236}">
                    <a16:creationId xmlns:a16="http://schemas.microsoft.com/office/drawing/2014/main" id="{44F3A6DB-A318-8791-473F-436B37E1F871}"/>
                  </a:ext>
                </a:extLst>
              </p:cNvPr>
              <p:cNvSpPr/>
              <p:nvPr/>
            </p:nvSpPr>
            <p:spPr>
              <a:xfrm>
                <a:off x="7642872" y="3461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59" name="Freeform 41958">
                <a:extLst>
                  <a:ext uri="{FF2B5EF4-FFF2-40B4-BE49-F238E27FC236}">
                    <a16:creationId xmlns:a16="http://schemas.microsoft.com/office/drawing/2014/main" id="{E3483933-7E1D-4BD6-9894-2BEDBAFB788C}"/>
                  </a:ext>
                </a:extLst>
              </p:cNvPr>
              <p:cNvSpPr/>
              <p:nvPr/>
            </p:nvSpPr>
            <p:spPr>
              <a:xfrm>
                <a:off x="7643368" y="3497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0" name="Freeform 41959">
                <a:extLst>
                  <a:ext uri="{FF2B5EF4-FFF2-40B4-BE49-F238E27FC236}">
                    <a16:creationId xmlns:a16="http://schemas.microsoft.com/office/drawing/2014/main" id="{A4F49BEE-6A06-82EE-F60B-A49303250FDA}"/>
                  </a:ext>
                </a:extLst>
              </p:cNvPr>
              <p:cNvSpPr/>
              <p:nvPr/>
            </p:nvSpPr>
            <p:spPr>
              <a:xfrm>
                <a:off x="7643963" y="3503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1" name="Freeform 41960">
                <a:extLst>
                  <a:ext uri="{FF2B5EF4-FFF2-40B4-BE49-F238E27FC236}">
                    <a16:creationId xmlns:a16="http://schemas.microsoft.com/office/drawing/2014/main" id="{A9F95A69-928B-71C8-C0E3-11018E2AC676}"/>
                  </a:ext>
                </a:extLst>
              </p:cNvPr>
              <p:cNvSpPr/>
              <p:nvPr/>
            </p:nvSpPr>
            <p:spPr>
              <a:xfrm>
                <a:off x="7644459" y="3486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2" name="Freeform 41961">
                <a:extLst>
                  <a:ext uri="{FF2B5EF4-FFF2-40B4-BE49-F238E27FC236}">
                    <a16:creationId xmlns:a16="http://schemas.microsoft.com/office/drawing/2014/main" id="{1BF0D1DA-FA26-2D03-FA4B-57E1B98449A1}"/>
                  </a:ext>
                </a:extLst>
              </p:cNvPr>
              <p:cNvSpPr/>
              <p:nvPr/>
            </p:nvSpPr>
            <p:spPr>
              <a:xfrm>
                <a:off x="7644955" y="3435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3" name="Freeform 41962">
                <a:extLst>
                  <a:ext uri="{FF2B5EF4-FFF2-40B4-BE49-F238E27FC236}">
                    <a16:creationId xmlns:a16="http://schemas.microsoft.com/office/drawing/2014/main" id="{BCA53DCD-8DA4-B13B-200D-F5D1BE2A6BE4}"/>
                  </a:ext>
                </a:extLst>
              </p:cNvPr>
              <p:cNvSpPr/>
              <p:nvPr/>
            </p:nvSpPr>
            <p:spPr>
              <a:xfrm>
                <a:off x="7645551" y="3386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4" name="Freeform 41963">
                <a:extLst>
                  <a:ext uri="{FF2B5EF4-FFF2-40B4-BE49-F238E27FC236}">
                    <a16:creationId xmlns:a16="http://schemas.microsoft.com/office/drawing/2014/main" id="{F0870299-4AC9-57A7-04FC-63EC28519F42}"/>
                  </a:ext>
                </a:extLst>
              </p:cNvPr>
              <p:cNvSpPr/>
              <p:nvPr/>
            </p:nvSpPr>
            <p:spPr>
              <a:xfrm>
                <a:off x="7646047" y="3304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5" name="Freeform 41964">
                <a:extLst>
                  <a:ext uri="{FF2B5EF4-FFF2-40B4-BE49-F238E27FC236}">
                    <a16:creationId xmlns:a16="http://schemas.microsoft.com/office/drawing/2014/main" id="{5D280C87-CD53-0334-C918-7EE99D8BE0BB}"/>
                  </a:ext>
                </a:extLst>
              </p:cNvPr>
              <p:cNvSpPr/>
              <p:nvPr/>
            </p:nvSpPr>
            <p:spPr>
              <a:xfrm>
                <a:off x="7646543" y="3229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6" name="Freeform 41965">
                <a:extLst>
                  <a:ext uri="{FF2B5EF4-FFF2-40B4-BE49-F238E27FC236}">
                    <a16:creationId xmlns:a16="http://schemas.microsoft.com/office/drawing/2014/main" id="{09E43C3A-5110-3565-0669-572406981CE3}"/>
                  </a:ext>
                </a:extLst>
              </p:cNvPr>
              <p:cNvSpPr/>
              <p:nvPr/>
            </p:nvSpPr>
            <p:spPr>
              <a:xfrm>
                <a:off x="7647138" y="3173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7" name="Freeform 41966">
                <a:extLst>
                  <a:ext uri="{FF2B5EF4-FFF2-40B4-BE49-F238E27FC236}">
                    <a16:creationId xmlns:a16="http://schemas.microsoft.com/office/drawing/2014/main" id="{5E374618-4EC2-FFD2-6060-F905CA556439}"/>
                  </a:ext>
                </a:extLst>
              </p:cNvPr>
              <p:cNvSpPr/>
              <p:nvPr/>
            </p:nvSpPr>
            <p:spPr>
              <a:xfrm>
                <a:off x="7647634" y="3147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8" name="Freeform 41967">
                <a:extLst>
                  <a:ext uri="{FF2B5EF4-FFF2-40B4-BE49-F238E27FC236}">
                    <a16:creationId xmlns:a16="http://schemas.microsoft.com/office/drawing/2014/main" id="{5F3CB03D-13C3-230A-05F1-DDA345C081F0}"/>
                  </a:ext>
                </a:extLst>
              </p:cNvPr>
              <p:cNvSpPr/>
              <p:nvPr/>
            </p:nvSpPr>
            <p:spPr>
              <a:xfrm>
                <a:off x="7648130" y="3142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69" name="Freeform 41968">
                <a:extLst>
                  <a:ext uri="{FF2B5EF4-FFF2-40B4-BE49-F238E27FC236}">
                    <a16:creationId xmlns:a16="http://schemas.microsoft.com/office/drawing/2014/main" id="{1F98143B-06D2-2128-D236-621C0CCCEF99}"/>
                  </a:ext>
                </a:extLst>
              </p:cNvPr>
              <p:cNvSpPr/>
              <p:nvPr/>
            </p:nvSpPr>
            <p:spPr>
              <a:xfrm>
                <a:off x="7648726" y="3141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0" name="Freeform 41969">
                <a:extLst>
                  <a:ext uri="{FF2B5EF4-FFF2-40B4-BE49-F238E27FC236}">
                    <a16:creationId xmlns:a16="http://schemas.microsoft.com/office/drawing/2014/main" id="{15C85DA9-9044-C323-E2DA-C4FE3A24B8C2}"/>
                  </a:ext>
                </a:extLst>
              </p:cNvPr>
              <p:cNvSpPr/>
              <p:nvPr/>
            </p:nvSpPr>
            <p:spPr>
              <a:xfrm>
                <a:off x="7649222" y="3207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1" name="Freeform 41970">
                <a:extLst>
                  <a:ext uri="{FF2B5EF4-FFF2-40B4-BE49-F238E27FC236}">
                    <a16:creationId xmlns:a16="http://schemas.microsoft.com/office/drawing/2014/main" id="{6302A172-F067-33BA-1D22-ED9F207A68F8}"/>
                  </a:ext>
                </a:extLst>
              </p:cNvPr>
              <p:cNvSpPr/>
              <p:nvPr/>
            </p:nvSpPr>
            <p:spPr>
              <a:xfrm>
                <a:off x="7649718" y="3691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2" name="Freeform 41971">
                <a:extLst>
                  <a:ext uri="{FF2B5EF4-FFF2-40B4-BE49-F238E27FC236}">
                    <a16:creationId xmlns:a16="http://schemas.microsoft.com/office/drawing/2014/main" id="{7F44F2E0-A8FD-6AAF-AE1F-5CB5DCCD8F5E}"/>
                  </a:ext>
                </a:extLst>
              </p:cNvPr>
              <p:cNvSpPr/>
              <p:nvPr/>
            </p:nvSpPr>
            <p:spPr>
              <a:xfrm>
                <a:off x="7650313" y="3859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3" name="Freeform 41972">
                <a:extLst>
                  <a:ext uri="{FF2B5EF4-FFF2-40B4-BE49-F238E27FC236}">
                    <a16:creationId xmlns:a16="http://schemas.microsoft.com/office/drawing/2014/main" id="{524AB3C7-A8A0-098E-FFC3-72841AAB128D}"/>
                  </a:ext>
                </a:extLst>
              </p:cNvPr>
              <p:cNvSpPr/>
              <p:nvPr/>
            </p:nvSpPr>
            <p:spPr>
              <a:xfrm>
                <a:off x="7650809" y="3857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4" name="Freeform 41973">
                <a:extLst>
                  <a:ext uri="{FF2B5EF4-FFF2-40B4-BE49-F238E27FC236}">
                    <a16:creationId xmlns:a16="http://schemas.microsoft.com/office/drawing/2014/main" id="{AEC00F25-3D18-E064-DB39-27F26A5A8851}"/>
                  </a:ext>
                </a:extLst>
              </p:cNvPr>
              <p:cNvSpPr/>
              <p:nvPr/>
            </p:nvSpPr>
            <p:spPr>
              <a:xfrm>
                <a:off x="7651305" y="3879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5" name="Freeform 41974">
                <a:extLst>
                  <a:ext uri="{FF2B5EF4-FFF2-40B4-BE49-F238E27FC236}">
                    <a16:creationId xmlns:a16="http://schemas.microsoft.com/office/drawing/2014/main" id="{43F478B8-24DB-BADC-9DD4-2137BF132304}"/>
                  </a:ext>
                </a:extLst>
              </p:cNvPr>
              <p:cNvSpPr/>
              <p:nvPr/>
            </p:nvSpPr>
            <p:spPr>
              <a:xfrm>
                <a:off x="7651901" y="3902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6" name="Freeform 41975">
                <a:extLst>
                  <a:ext uri="{FF2B5EF4-FFF2-40B4-BE49-F238E27FC236}">
                    <a16:creationId xmlns:a16="http://schemas.microsoft.com/office/drawing/2014/main" id="{A21F4487-8D7C-70A1-672A-9FDD54A705B0}"/>
                  </a:ext>
                </a:extLst>
              </p:cNvPr>
              <p:cNvSpPr/>
              <p:nvPr/>
            </p:nvSpPr>
            <p:spPr>
              <a:xfrm>
                <a:off x="7652397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7" name="Freeform 41976">
                <a:extLst>
                  <a:ext uri="{FF2B5EF4-FFF2-40B4-BE49-F238E27FC236}">
                    <a16:creationId xmlns:a16="http://schemas.microsoft.com/office/drawing/2014/main" id="{99780CFC-F657-2B67-FCE6-A2398B2E0BBE}"/>
                  </a:ext>
                </a:extLst>
              </p:cNvPr>
              <p:cNvSpPr/>
              <p:nvPr/>
            </p:nvSpPr>
            <p:spPr>
              <a:xfrm>
                <a:off x="7652893" y="3932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8" name="Freeform 41977">
                <a:extLst>
                  <a:ext uri="{FF2B5EF4-FFF2-40B4-BE49-F238E27FC236}">
                    <a16:creationId xmlns:a16="http://schemas.microsoft.com/office/drawing/2014/main" id="{21A171FD-B6FC-D60A-7985-74DB2BF73124}"/>
                  </a:ext>
                </a:extLst>
              </p:cNvPr>
              <p:cNvSpPr/>
              <p:nvPr/>
            </p:nvSpPr>
            <p:spPr>
              <a:xfrm>
                <a:off x="7653488" y="3948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79" name="Freeform 41978">
                <a:extLst>
                  <a:ext uri="{FF2B5EF4-FFF2-40B4-BE49-F238E27FC236}">
                    <a16:creationId xmlns:a16="http://schemas.microsoft.com/office/drawing/2014/main" id="{D18581B2-213A-EE8B-AFDD-F856C4548D49}"/>
                  </a:ext>
                </a:extLst>
              </p:cNvPr>
              <p:cNvSpPr/>
              <p:nvPr/>
            </p:nvSpPr>
            <p:spPr>
              <a:xfrm>
                <a:off x="7653984" y="395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0" name="Freeform 41979">
                <a:extLst>
                  <a:ext uri="{FF2B5EF4-FFF2-40B4-BE49-F238E27FC236}">
                    <a16:creationId xmlns:a16="http://schemas.microsoft.com/office/drawing/2014/main" id="{1FB4E6B2-121B-2C59-5449-2297144659C3}"/>
                  </a:ext>
                </a:extLst>
              </p:cNvPr>
              <p:cNvSpPr/>
              <p:nvPr/>
            </p:nvSpPr>
            <p:spPr>
              <a:xfrm>
                <a:off x="7654480" y="3660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1" name="Freeform 41980">
                <a:extLst>
                  <a:ext uri="{FF2B5EF4-FFF2-40B4-BE49-F238E27FC236}">
                    <a16:creationId xmlns:a16="http://schemas.microsoft.com/office/drawing/2014/main" id="{97E0E209-3D4C-A4FA-B86F-657F4B34B430}"/>
                  </a:ext>
                </a:extLst>
              </p:cNvPr>
              <p:cNvSpPr/>
              <p:nvPr/>
            </p:nvSpPr>
            <p:spPr>
              <a:xfrm>
                <a:off x="7655076" y="3534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2" name="Freeform 41981">
                <a:extLst>
                  <a:ext uri="{FF2B5EF4-FFF2-40B4-BE49-F238E27FC236}">
                    <a16:creationId xmlns:a16="http://schemas.microsoft.com/office/drawing/2014/main" id="{FA3DDEE8-99CA-B7CE-FE62-1AB587875377}"/>
                  </a:ext>
                </a:extLst>
              </p:cNvPr>
              <p:cNvSpPr/>
              <p:nvPr/>
            </p:nvSpPr>
            <p:spPr>
              <a:xfrm>
                <a:off x="7655572" y="3543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3" name="Freeform 41982">
                <a:extLst>
                  <a:ext uri="{FF2B5EF4-FFF2-40B4-BE49-F238E27FC236}">
                    <a16:creationId xmlns:a16="http://schemas.microsoft.com/office/drawing/2014/main" id="{3B98429A-A932-E547-5B23-E2D7D50B0BBF}"/>
                  </a:ext>
                </a:extLst>
              </p:cNvPr>
              <p:cNvSpPr/>
              <p:nvPr/>
            </p:nvSpPr>
            <p:spPr>
              <a:xfrm>
                <a:off x="7656068" y="3573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4" name="Freeform 41983">
                <a:extLst>
                  <a:ext uri="{FF2B5EF4-FFF2-40B4-BE49-F238E27FC236}">
                    <a16:creationId xmlns:a16="http://schemas.microsoft.com/office/drawing/2014/main" id="{2CC4A079-3CE0-F4E3-148C-E9F2313412FE}"/>
                  </a:ext>
                </a:extLst>
              </p:cNvPr>
              <p:cNvSpPr/>
              <p:nvPr/>
            </p:nvSpPr>
            <p:spPr>
              <a:xfrm>
                <a:off x="7656564" y="3608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5" name="Freeform 41984">
                <a:extLst>
                  <a:ext uri="{FF2B5EF4-FFF2-40B4-BE49-F238E27FC236}">
                    <a16:creationId xmlns:a16="http://schemas.microsoft.com/office/drawing/2014/main" id="{F63DF35C-C8FD-17E0-4282-36C80DFEAC5D}"/>
                  </a:ext>
                </a:extLst>
              </p:cNvPr>
              <p:cNvSpPr/>
              <p:nvPr/>
            </p:nvSpPr>
            <p:spPr>
              <a:xfrm>
                <a:off x="7657159" y="3604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6" name="Freeform 41985">
                <a:extLst>
                  <a:ext uri="{FF2B5EF4-FFF2-40B4-BE49-F238E27FC236}">
                    <a16:creationId xmlns:a16="http://schemas.microsoft.com/office/drawing/2014/main" id="{0703FF0A-3661-D1D5-C56E-9F01A1B867E3}"/>
                  </a:ext>
                </a:extLst>
              </p:cNvPr>
              <p:cNvSpPr/>
              <p:nvPr/>
            </p:nvSpPr>
            <p:spPr>
              <a:xfrm>
                <a:off x="7657655" y="3591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7" name="Freeform 41986">
                <a:extLst>
                  <a:ext uri="{FF2B5EF4-FFF2-40B4-BE49-F238E27FC236}">
                    <a16:creationId xmlns:a16="http://schemas.microsoft.com/office/drawing/2014/main" id="{7702A756-76DB-F146-2602-5FB3E89B30E9}"/>
                  </a:ext>
                </a:extLst>
              </p:cNvPr>
              <p:cNvSpPr/>
              <p:nvPr/>
            </p:nvSpPr>
            <p:spPr>
              <a:xfrm>
                <a:off x="7658152" y="3579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8" name="Freeform 41987">
                <a:extLst>
                  <a:ext uri="{FF2B5EF4-FFF2-40B4-BE49-F238E27FC236}">
                    <a16:creationId xmlns:a16="http://schemas.microsoft.com/office/drawing/2014/main" id="{FD649477-195B-D302-D8A0-1705E2E9F076}"/>
                  </a:ext>
                </a:extLst>
              </p:cNvPr>
              <p:cNvSpPr/>
              <p:nvPr/>
            </p:nvSpPr>
            <p:spPr>
              <a:xfrm>
                <a:off x="7658747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89" name="Freeform 41988">
                <a:extLst>
                  <a:ext uri="{FF2B5EF4-FFF2-40B4-BE49-F238E27FC236}">
                    <a16:creationId xmlns:a16="http://schemas.microsoft.com/office/drawing/2014/main" id="{7FDA39DE-A6BE-D902-C621-EF9C45D7CBA8}"/>
                  </a:ext>
                </a:extLst>
              </p:cNvPr>
              <p:cNvSpPr/>
              <p:nvPr/>
            </p:nvSpPr>
            <p:spPr>
              <a:xfrm>
                <a:off x="7659243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0" name="Freeform 41989">
                <a:extLst>
                  <a:ext uri="{FF2B5EF4-FFF2-40B4-BE49-F238E27FC236}">
                    <a16:creationId xmlns:a16="http://schemas.microsoft.com/office/drawing/2014/main" id="{E1A352C9-F612-CC96-B1F6-323BD7AC060E}"/>
                  </a:ext>
                </a:extLst>
              </p:cNvPr>
              <p:cNvSpPr/>
              <p:nvPr/>
            </p:nvSpPr>
            <p:spPr>
              <a:xfrm>
                <a:off x="7659739" y="3475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1" name="Freeform 41990">
                <a:extLst>
                  <a:ext uri="{FF2B5EF4-FFF2-40B4-BE49-F238E27FC236}">
                    <a16:creationId xmlns:a16="http://schemas.microsoft.com/office/drawing/2014/main" id="{FFE5C135-8FD9-A25F-13CC-96D87A3B5FC7}"/>
                  </a:ext>
                </a:extLst>
              </p:cNvPr>
              <p:cNvSpPr/>
              <p:nvPr/>
            </p:nvSpPr>
            <p:spPr>
              <a:xfrm>
                <a:off x="7660334" y="3445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2" name="Freeform 41991">
                <a:extLst>
                  <a:ext uri="{FF2B5EF4-FFF2-40B4-BE49-F238E27FC236}">
                    <a16:creationId xmlns:a16="http://schemas.microsoft.com/office/drawing/2014/main" id="{CFC90FE3-8118-9F14-453B-B367E316E2A5}"/>
                  </a:ext>
                </a:extLst>
              </p:cNvPr>
              <p:cNvSpPr/>
              <p:nvPr/>
            </p:nvSpPr>
            <p:spPr>
              <a:xfrm>
                <a:off x="7660830" y="3426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3" name="Freeform 41992">
                <a:extLst>
                  <a:ext uri="{FF2B5EF4-FFF2-40B4-BE49-F238E27FC236}">
                    <a16:creationId xmlns:a16="http://schemas.microsoft.com/office/drawing/2014/main" id="{20BE7336-5DB8-8528-41E2-B35FD02A755B}"/>
                  </a:ext>
                </a:extLst>
              </p:cNvPr>
              <p:cNvSpPr/>
              <p:nvPr/>
            </p:nvSpPr>
            <p:spPr>
              <a:xfrm>
                <a:off x="7661327" y="3547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4" name="Freeform 41993">
                <a:extLst>
                  <a:ext uri="{FF2B5EF4-FFF2-40B4-BE49-F238E27FC236}">
                    <a16:creationId xmlns:a16="http://schemas.microsoft.com/office/drawing/2014/main" id="{817D2D21-DDF9-C47F-511F-4DB2E8BB455F}"/>
                  </a:ext>
                </a:extLst>
              </p:cNvPr>
              <p:cNvSpPr/>
              <p:nvPr/>
            </p:nvSpPr>
            <p:spPr>
              <a:xfrm>
                <a:off x="7661922" y="3559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5" name="Freeform 41994">
                <a:extLst>
                  <a:ext uri="{FF2B5EF4-FFF2-40B4-BE49-F238E27FC236}">
                    <a16:creationId xmlns:a16="http://schemas.microsoft.com/office/drawing/2014/main" id="{33833370-C24C-CC3F-8F85-50B1F8C45BA0}"/>
                  </a:ext>
                </a:extLst>
              </p:cNvPr>
              <p:cNvSpPr/>
              <p:nvPr/>
            </p:nvSpPr>
            <p:spPr>
              <a:xfrm>
                <a:off x="7662418" y="40248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6" name="Freeform 41995">
                <a:extLst>
                  <a:ext uri="{FF2B5EF4-FFF2-40B4-BE49-F238E27FC236}">
                    <a16:creationId xmlns:a16="http://schemas.microsoft.com/office/drawing/2014/main" id="{BD616830-2276-09C3-2A26-3158F54DA2FD}"/>
                  </a:ext>
                </a:extLst>
              </p:cNvPr>
              <p:cNvSpPr/>
              <p:nvPr/>
            </p:nvSpPr>
            <p:spPr>
              <a:xfrm>
                <a:off x="7662914" y="4074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7" name="Freeform 41996">
                <a:extLst>
                  <a:ext uri="{FF2B5EF4-FFF2-40B4-BE49-F238E27FC236}">
                    <a16:creationId xmlns:a16="http://schemas.microsoft.com/office/drawing/2014/main" id="{F433F554-7CCA-C561-831B-97A1179A101D}"/>
                  </a:ext>
                </a:extLst>
              </p:cNvPr>
              <p:cNvSpPr/>
              <p:nvPr/>
            </p:nvSpPr>
            <p:spPr>
              <a:xfrm>
                <a:off x="7663509" y="40868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8" name="Freeform 41997">
                <a:extLst>
                  <a:ext uri="{FF2B5EF4-FFF2-40B4-BE49-F238E27FC236}">
                    <a16:creationId xmlns:a16="http://schemas.microsoft.com/office/drawing/2014/main" id="{833B3113-D9F9-73E1-EDF8-6D08509F4479}"/>
                  </a:ext>
                </a:extLst>
              </p:cNvPr>
              <p:cNvSpPr/>
              <p:nvPr/>
            </p:nvSpPr>
            <p:spPr>
              <a:xfrm>
                <a:off x="7664005" y="40814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99" name="Freeform 41998">
                <a:extLst>
                  <a:ext uri="{FF2B5EF4-FFF2-40B4-BE49-F238E27FC236}">
                    <a16:creationId xmlns:a16="http://schemas.microsoft.com/office/drawing/2014/main" id="{C0F24131-50B4-468C-7366-EDD500F7514F}"/>
                  </a:ext>
                </a:extLst>
              </p:cNvPr>
              <p:cNvSpPr/>
              <p:nvPr/>
            </p:nvSpPr>
            <p:spPr>
              <a:xfrm>
                <a:off x="7664502" y="4085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0" name="Freeform 41999">
                <a:extLst>
                  <a:ext uri="{FF2B5EF4-FFF2-40B4-BE49-F238E27FC236}">
                    <a16:creationId xmlns:a16="http://schemas.microsoft.com/office/drawing/2014/main" id="{80C06B90-D563-FC31-53A5-F97716C67E17}"/>
                  </a:ext>
                </a:extLst>
              </p:cNvPr>
              <p:cNvSpPr/>
              <p:nvPr/>
            </p:nvSpPr>
            <p:spPr>
              <a:xfrm>
                <a:off x="7665097" y="4088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1" name="Freeform 42000">
                <a:extLst>
                  <a:ext uri="{FF2B5EF4-FFF2-40B4-BE49-F238E27FC236}">
                    <a16:creationId xmlns:a16="http://schemas.microsoft.com/office/drawing/2014/main" id="{B70D32EE-A891-1542-67C3-AF0F8AC4D8A4}"/>
                  </a:ext>
                </a:extLst>
              </p:cNvPr>
              <p:cNvSpPr/>
              <p:nvPr/>
            </p:nvSpPr>
            <p:spPr>
              <a:xfrm>
                <a:off x="7665593" y="4090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2" name="Freeform 42001">
                <a:extLst>
                  <a:ext uri="{FF2B5EF4-FFF2-40B4-BE49-F238E27FC236}">
                    <a16:creationId xmlns:a16="http://schemas.microsoft.com/office/drawing/2014/main" id="{264FCC49-3478-1D28-B2B2-DD3118CBD773}"/>
                  </a:ext>
                </a:extLst>
              </p:cNvPr>
              <p:cNvSpPr/>
              <p:nvPr/>
            </p:nvSpPr>
            <p:spPr>
              <a:xfrm>
                <a:off x="7666089" y="4097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3" name="Freeform 42002">
                <a:extLst>
                  <a:ext uri="{FF2B5EF4-FFF2-40B4-BE49-F238E27FC236}">
                    <a16:creationId xmlns:a16="http://schemas.microsoft.com/office/drawing/2014/main" id="{CB1F0010-1CB9-1F7C-4C33-B973C3D4EFED}"/>
                  </a:ext>
                </a:extLst>
              </p:cNvPr>
              <p:cNvSpPr/>
              <p:nvPr/>
            </p:nvSpPr>
            <p:spPr>
              <a:xfrm>
                <a:off x="7666684" y="4099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4" name="Freeform 42003">
                <a:extLst>
                  <a:ext uri="{FF2B5EF4-FFF2-40B4-BE49-F238E27FC236}">
                    <a16:creationId xmlns:a16="http://schemas.microsoft.com/office/drawing/2014/main" id="{0FBAD587-4027-B302-6660-6DA911175785}"/>
                  </a:ext>
                </a:extLst>
              </p:cNvPr>
              <p:cNvSpPr/>
              <p:nvPr/>
            </p:nvSpPr>
            <p:spPr>
              <a:xfrm>
                <a:off x="7667180" y="402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5" name="Freeform 42004">
                <a:extLst>
                  <a:ext uri="{FF2B5EF4-FFF2-40B4-BE49-F238E27FC236}">
                    <a16:creationId xmlns:a16="http://schemas.microsoft.com/office/drawing/2014/main" id="{FD7CA0A4-1A22-92A8-CCFE-ABE75BEAC9D9}"/>
                  </a:ext>
                </a:extLst>
              </p:cNvPr>
              <p:cNvSpPr/>
              <p:nvPr/>
            </p:nvSpPr>
            <p:spPr>
              <a:xfrm>
                <a:off x="7667677" y="3815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6" name="Freeform 42005">
                <a:extLst>
                  <a:ext uri="{FF2B5EF4-FFF2-40B4-BE49-F238E27FC236}">
                    <a16:creationId xmlns:a16="http://schemas.microsoft.com/office/drawing/2014/main" id="{77F88FF7-4C49-603F-81DE-22288D87E046}"/>
                  </a:ext>
                </a:extLst>
              </p:cNvPr>
              <p:cNvSpPr/>
              <p:nvPr/>
            </p:nvSpPr>
            <p:spPr>
              <a:xfrm>
                <a:off x="7668173" y="3805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7" name="Freeform 42006">
                <a:extLst>
                  <a:ext uri="{FF2B5EF4-FFF2-40B4-BE49-F238E27FC236}">
                    <a16:creationId xmlns:a16="http://schemas.microsoft.com/office/drawing/2014/main" id="{4E724D92-2D61-7AF2-9E3B-0F15D09DC45E}"/>
                  </a:ext>
                </a:extLst>
              </p:cNvPr>
              <p:cNvSpPr/>
              <p:nvPr/>
            </p:nvSpPr>
            <p:spPr>
              <a:xfrm>
                <a:off x="7668768" y="3814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8" name="Freeform 42007">
                <a:extLst>
                  <a:ext uri="{FF2B5EF4-FFF2-40B4-BE49-F238E27FC236}">
                    <a16:creationId xmlns:a16="http://schemas.microsoft.com/office/drawing/2014/main" id="{B71FB35A-5A93-8AA8-9507-E7951666261C}"/>
                  </a:ext>
                </a:extLst>
              </p:cNvPr>
              <p:cNvSpPr/>
              <p:nvPr/>
            </p:nvSpPr>
            <p:spPr>
              <a:xfrm>
                <a:off x="7669264" y="3823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09" name="Freeform 42008">
                <a:extLst>
                  <a:ext uri="{FF2B5EF4-FFF2-40B4-BE49-F238E27FC236}">
                    <a16:creationId xmlns:a16="http://schemas.microsoft.com/office/drawing/2014/main" id="{0395D544-6E1C-F9F4-6380-30D315FE7497}"/>
                  </a:ext>
                </a:extLst>
              </p:cNvPr>
              <p:cNvSpPr/>
              <p:nvPr/>
            </p:nvSpPr>
            <p:spPr>
              <a:xfrm>
                <a:off x="7669760" y="3808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0" name="Freeform 42009">
                <a:extLst>
                  <a:ext uri="{FF2B5EF4-FFF2-40B4-BE49-F238E27FC236}">
                    <a16:creationId xmlns:a16="http://schemas.microsoft.com/office/drawing/2014/main" id="{BD6AA7BC-739B-BA12-15BC-9C8424766FD4}"/>
                  </a:ext>
                </a:extLst>
              </p:cNvPr>
              <p:cNvSpPr/>
              <p:nvPr/>
            </p:nvSpPr>
            <p:spPr>
              <a:xfrm>
                <a:off x="7670355" y="3790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1" name="Freeform 42010">
                <a:extLst>
                  <a:ext uri="{FF2B5EF4-FFF2-40B4-BE49-F238E27FC236}">
                    <a16:creationId xmlns:a16="http://schemas.microsoft.com/office/drawing/2014/main" id="{6AE88313-0B3C-E094-15BC-ED0C3C839605}"/>
                  </a:ext>
                </a:extLst>
              </p:cNvPr>
              <p:cNvSpPr/>
              <p:nvPr/>
            </p:nvSpPr>
            <p:spPr>
              <a:xfrm>
                <a:off x="7670852" y="3773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2" name="Freeform 42011">
                <a:extLst>
                  <a:ext uri="{FF2B5EF4-FFF2-40B4-BE49-F238E27FC236}">
                    <a16:creationId xmlns:a16="http://schemas.microsoft.com/office/drawing/2014/main" id="{DC29C653-CD20-00E9-8382-1162784A9B85}"/>
                  </a:ext>
                </a:extLst>
              </p:cNvPr>
              <p:cNvSpPr/>
              <p:nvPr/>
            </p:nvSpPr>
            <p:spPr>
              <a:xfrm>
                <a:off x="7671348" y="3740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3" name="Freeform 42012">
                <a:extLst>
                  <a:ext uri="{FF2B5EF4-FFF2-40B4-BE49-F238E27FC236}">
                    <a16:creationId xmlns:a16="http://schemas.microsoft.com/office/drawing/2014/main" id="{5887B7E0-1F82-1A0D-C96F-88AFEAA3FF2B}"/>
                  </a:ext>
                </a:extLst>
              </p:cNvPr>
              <p:cNvSpPr/>
              <p:nvPr/>
            </p:nvSpPr>
            <p:spPr>
              <a:xfrm>
                <a:off x="7671943" y="3717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4" name="Freeform 42013">
                <a:extLst>
                  <a:ext uri="{FF2B5EF4-FFF2-40B4-BE49-F238E27FC236}">
                    <a16:creationId xmlns:a16="http://schemas.microsoft.com/office/drawing/2014/main" id="{010F347D-7893-0FAA-46FE-F8D256402262}"/>
                  </a:ext>
                </a:extLst>
              </p:cNvPr>
              <p:cNvSpPr/>
              <p:nvPr/>
            </p:nvSpPr>
            <p:spPr>
              <a:xfrm>
                <a:off x="7672439" y="3699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5" name="Freeform 42014">
                <a:extLst>
                  <a:ext uri="{FF2B5EF4-FFF2-40B4-BE49-F238E27FC236}">
                    <a16:creationId xmlns:a16="http://schemas.microsoft.com/office/drawing/2014/main" id="{1BB73E3D-C582-DCBA-745B-946E183BC865}"/>
                  </a:ext>
                </a:extLst>
              </p:cNvPr>
              <p:cNvSpPr/>
              <p:nvPr/>
            </p:nvSpPr>
            <p:spPr>
              <a:xfrm>
                <a:off x="7672935" y="3677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6" name="Freeform 42015">
                <a:extLst>
                  <a:ext uri="{FF2B5EF4-FFF2-40B4-BE49-F238E27FC236}">
                    <a16:creationId xmlns:a16="http://schemas.microsoft.com/office/drawing/2014/main" id="{B4714E61-438C-2DC8-E037-0BB479C9E9A1}"/>
                  </a:ext>
                </a:extLst>
              </p:cNvPr>
              <p:cNvSpPr/>
              <p:nvPr/>
            </p:nvSpPr>
            <p:spPr>
              <a:xfrm>
                <a:off x="7673530" y="3669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7" name="Freeform 42016">
                <a:extLst>
                  <a:ext uri="{FF2B5EF4-FFF2-40B4-BE49-F238E27FC236}">
                    <a16:creationId xmlns:a16="http://schemas.microsoft.com/office/drawing/2014/main" id="{8C297D71-BA0A-8605-425B-7A53EAA0C0C5}"/>
                  </a:ext>
                </a:extLst>
              </p:cNvPr>
              <p:cNvSpPr/>
              <p:nvPr/>
            </p:nvSpPr>
            <p:spPr>
              <a:xfrm>
                <a:off x="7674027" y="3671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8" name="Freeform 42017">
                <a:extLst>
                  <a:ext uri="{FF2B5EF4-FFF2-40B4-BE49-F238E27FC236}">
                    <a16:creationId xmlns:a16="http://schemas.microsoft.com/office/drawing/2014/main" id="{FE5CE92F-4475-9268-6FF0-929345BA7678}"/>
                  </a:ext>
                </a:extLst>
              </p:cNvPr>
              <p:cNvSpPr/>
              <p:nvPr/>
            </p:nvSpPr>
            <p:spPr>
              <a:xfrm>
                <a:off x="7674523" y="3684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19" name="Freeform 42018">
                <a:extLst>
                  <a:ext uri="{FF2B5EF4-FFF2-40B4-BE49-F238E27FC236}">
                    <a16:creationId xmlns:a16="http://schemas.microsoft.com/office/drawing/2014/main" id="{38375772-3D0A-A1D1-04DF-8374ADFF5A78}"/>
                  </a:ext>
                </a:extLst>
              </p:cNvPr>
              <p:cNvSpPr/>
              <p:nvPr/>
            </p:nvSpPr>
            <p:spPr>
              <a:xfrm>
                <a:off x="7675118" y="4019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0" name="Freeform 42019">
                <a:extLst>
                  <a:ext uri="{FF2B5EF4-FFF2-40B4-BE49-F238E27FC236}">
                    <a16:creationId xmlns:a16="http://schemas.microsoft.com/office/drawing/2014/main" id="{747D32C8-19AB-A183-FC54-1D3C21F9F728}"/>
                  </a:ext>
                </a:extLst>
              </p:cNvPr>
              <p:cNvSpPr/>
              <p:nvPr/>
            </p:nvSpPr>
            <p:spPr>
              <a:xfrm>
                <a:off x="7675614" y="4074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1" name="Freeform 42020">
                <a:extLst>
                  <a:ext uri="{FF2B5EF4-FFF2-40B4-BE49-F238E27FC236}">
                    <a16:creationId xmlns:a16="http://schemas.microsoft.com/office/drawing/2014/main" id="{79322675-7408-4D05-6837-A7171B5CC2E5}"/>
                  </a:ext>
                </a:extLst>
              </p:cNvPr>
              <p:cNvSpPr/>
              <p:nvPr/>
            </p:nvSpPr>
            <p:spPr>
              <a:xfrm>
                <a:off x="7676110" y="4083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2" name="Freeform 42021">
                <a:extLst>
                  <a:ext uri="{FF2B5EF4-FFF2-40B4-BE49-F238E27FC236}">
                    <a16:creationId xmlns:a16="http://schemas.microsoft.com/office/drawing/2014/main" id="{4C1CDC63-EEA8-888A-EFD8-21C3F266E099}"/>
                  </a:ext>
                </a:extLst>
              </p:cNvPr>
              <p:cNvSpPr/>
              <p:nvPr/>
            </p:nvSpPr>
            <p:spPr>
              <a:xfrm>
                <a:off x="7676705" y="4090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3" name="Freeform 42022">
                <a:extLst>
                  <a:ext uri="{FF2B5EF4-FFF2-40B4-BE49-F238E27FC236}">
                    <a16:creationId xmlns:a16="http://schemas.microsoft.com/office/drawing/2014/main" id="{FD102388-53A6-AD72-915F-2FCDB53FE165}"/>
                  </a:ext>
                </a:extLst>
              </p:cNvPr>
              <p:cNvSpPr/>
              <p:nvPr/>
            </p:nvSpPr>
            <p:spPr>
              <a:xfrm>
                <a:off x="7677202" y="4090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4" name="Freeform 42023">
                <a:extLst>
                  <a:ext uri="{FF2B5EF4-FFF2-40B4-BE49-F238E27FC236}">
                    <a16:creationId xmlns:a16="http://schemas.microsoft.com/office/drawing/2014/main" id="{AC691C8C-3CB5-2DFA-733F-182E08678F8A}"/>
                  </a:ext>
                </a:extLst>
              </p:cNvPr>
              <p:cNvSpPr/>
              <p:nvPr/>
            </p:nvSpPr>
            <p:spPr>
              <a:xfrm>
                <a:off x="7677698" y="4094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5" name="Freeform 42024">
                <a:extLst>
                  <a:ext uri="{FF2B5EF4-FFF2-40B4-BE49-F238E27FC236}">
                    <a16:creationId xmlns:a16="http://schemas.microsoft.com/office/drawing/2014/main" id="{1512BC0E-FA4D-A922-1721-34FCC05C9F84}"/>
                  </a:ext>
                </a:extLst>
              </p:cNvPr>
              <p:cNvSpPr/>
              <p:nvPr/>
            </p:nvSpPr>
            <p:spPr>
              <a:xfrm>
                <a:off x="7678293" y="4099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6" name="Freeform 42025">
                <a:extLst>
                  <a:ext uri="{FF2B5EF4-FFF2-40B4-BE49-F238E27FC236}">
                    <a16:creationId xmlns:a16="http://schemas.microsoft.com/office/drawing/2014/main" id="{EB82C532-2B91-FACC-ABF4-0D0A698D4ACF}"/>
                  </a:ext>
                </a:extLst>
              </p:cNvPr>
              <p:cNvSpPr/>
              <p:nvPr/>
            </p:nvSpPr>
            <p:spPr>
              <a:xfrm>
                <a:off x="7678789" y="4099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7" name="Freeform 42026">
                <a:extLst>
                  <a:ext uri="{FF2B5EF4-FFF2-40B4-BE49-F238E27FC236}">
                    <a16:creationId xmlns:a16="http://schemas.microsoft.com/office/drawing/2014/main" id="{D3487222-3686-EA0C-795F-2E0F3CC61907}"/>
                  </a:ext>
                </a:extLst>
              </p:cNvPr>
              <p:cNvSpPr/>
              <p:nvPr/>
            </p:nvSpPr>
            <p:spPr>
              <a:xfrm>
                <a:off x="7679285" y="4093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8" name="Freeform 42027">
                <a:extLst>
                  <a:ext uri="{FF2B5EF4-FFF2-40B4-BE49-F238E27FC236}">
                    <a16:creationId xmlns:a16="http://schemas.microsoft.com/office/drawing/2014/main" id="{CDF252B7-55F2-8B4E-9A9A-789E54F640A2}"/>
                  </a:ext>
                </a:extLst>
              </p:cNvPr>
              <p:cNvSpPr/>
              <p:nvPr/>
            </p:nvSpPr>
            <p:spPr>
              <a:xfrm>
                <a:off x="7679781" y="3919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29" name="Freeform 42028">
                <a:extLst>
                  <a:ext uri="{FF2B5EF4-FFF2-40B4-BE49-F238E27FC236}">
                    <a16:creationId xmlns:a16="http://schemas.microsoft.com/office/drawing/2014/main" id="{2A96A701-B13B-3C49-4935-9F79AC4496C9}"/>
                  </a:ext>
                </a:extLst>
              </p:cNvPr>
              <p:cNvSpPr/>
              <p:nvPr/>
            </p:nvSpPr>
            <p:spPr>
              <a:xfrm>
                <a:off x="7680377" y="3709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0" name="Freeform 42029">
                <a:extLst>
                  <a:ext uri="{FF2B5EF4-FFF2-40B4-BE49-F238E27FC236}">
                    <a16:creationId xmlns:a16="http://schemas.microsoft.com/office/drawing/2014/main" id="{387BAC2F-9D62-90EC-9160-E5912C5BB2D6}"/>
                  </a:ext>
                </a:extLst>
              </p:cNvPr>
              <p:cNvSpPr/>
              <p:nvPr/>
            </p:nvSpPr>
            <p:spPr>
              <a:xfrm>
                <a:off x="7680873" y="3691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1" name="Freeform 42030">
                <a:extLst>
                  <a:ext uri="{FF2B5EF4-FFF2-40B4-BE49-F238E27FC236}">
                    <a16:creationId xmlns:a16="http://schemas.microsoft.com/office/drawing/2014/main" id="{FB4B55E7-605F-4B53-61D3-0AF2855BE857}"/>
                  </a:ext>
                </a:extLst>
              </p:cNvPr>
              <p:cNvSpPr/>
              <p:nvPr/>
            </p:nvSpPr>
            <p:spPr>
              <a:xfrm>
                <a:off x="7681369" y="3688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2" name="Freeform 42031">
                <a:extLst>
                  <a:ext uri="{FF2B5EF4-FFF2-40B4-BE49-F238E27FC236}">
                    <a16:creationId xmlns:a16="http://schemas.microsoft.com/office/drawing/2014/main" id="{22C53D71-2B38-3FBD-6BA1-9AA955F0700E}"/>
                  </a:ext>
                </a:extLst>
              </p:cNvPr>
              <p:cNvSpPr/>
              <p:nvPr/>
            </p:nvSpPr>
            <p:spPr>
              <a:xfrm>
                <a:off x="7681964" y="368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3" name="Freeform 42032">
                <a:extLst>
                  <a:ext uri="{FF2B5EF4-FFF2-40B4-BE49-F238E27FC236}">
                    <a16:creationId xmlns:a16="http://schemas.microsoft.com/office/drawing/2014/main" id="{3C15BC10-E595-8DF4-DB49-963808D8F996}"/>
                  </a:ext>
                </a:extLst>
              </p:cNvPr>
              <p:cNvSpPr/>
              <p:nvPr/>
            </p:nvSpPr>
            <p:spPr>
              <a:xfrm>
                <a:off x="7682460" y="3669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4" name="Freeform 42033">
                <a:extLst>
                  <a:ext uri="{FF2B5EF4-FFF2-40B4-BE49-F238E27FC236}">
                    <a16:creationId xmlns:a16="http://schemas.microsoft.com/office/drawing/2014/main" id="{4F538ECC-EBC1-1A54-62CF-766E32EB4736}"/>
                  </a:ext>
                </a:extLst>
              </p:cNvPr>
              <p:cNvSpPr/>
              <p:nvPr/>
            </p:nvSpPr>
            <p:spPr>
              <a:xfrm>
                <a:off x="7682956" y="3604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5" name="Freeform 42034">
                <a:extLst>
                  <a:ext uri="{FF2B5EF4-FFF2-40B4-BE49-F238E27FC236}">
                    <a16:creationId xmlns:a16="http://schemas.microsoft.com/office/drawing/2014/main" id="{7DE5A27F-3CC4-A8E6-06BE-CB85DECE3602}"/>
                  </a:ext>
                </a:extLst>
              </p:cNvPr>
              <p:cNvSpPr/>
              <p:nvPr/>
            </p:nvSpPr>
            <p:spPr>
              <a:xfrm>
                <a:off x="7683552" y="3578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6" name="Freeform 42035">
                <a:extLst>
                  <a:ext uri="{FF2B5EF4-FFF2-40B4-BE49-F238E27FC236}">
                    <a16:creationId xmlns:a16="http://schemas.microsoft.com/office/drawing/2014/main" id="{82771F6A-B0A5-9647-B00C-E16EC594D9FC}"/>
                  </a:ext>
                </a:extLst>
              </p:cNvPr>
              <p:cNvSpPr/>
              <p:nvPr/>
            </p:nvSpPr>
            <p:spPr>
              <a:xfrm>
                <a:off x="7684048" y="3528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7" name="Freeform 42036">
                <a:extLst>
                  <a:ext uri="{FF2B5EF4-FFF2-40B4-BE49-F238E27FC236}">
                    <a16:creationId xmlns:a16="http://schemas.microsoft.com/office/drawing/2014/main" id="{52C4A0FF-237B-C82C-6809-367A176D2BCC}"/>
                  </a:ext>
                </a:extLst>
              </p:cNvPr>
              <p:cNvSpPr/>
              <p:nvPr/>
            </p:nvSpPr>
            <p:spPr>
              <a:xfrm>
                <a:off x="7684544" y="3490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8" name="Freeform 42037">
                <a:extLst>
                  <a:ext uri="{FF2B5EF4-FFF2-40B4-BE49-F238E27FC236}">
                    <a16:creationId xmlns:a16="http://schemas.microsoft.com/office/drawing/2014/main" id="{D04E0EB1-9FF7-42AB-69BE-BF8DC6700736}"/>
                  </a:ext>
                </a:extLst>
              </p:cNvPr>
              <p:cNvSpPr/>
              <p:nvPr/>
            </p:nvSpPr>
            <p:spPr>
              <a:xfrm>
                <a:off x="7685139" y="3474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39" name="Freeform 42038">
                <a:extLst>
                  <a:ext uri="{FF2B5EF4-FFF2-40B4-BE49-F238E27FC236}">
                    <a16:creationId xmlns:a16="http://schemas.microsoft.com/office/drawing/2014/main" id="{0FF18632-17E2-3E5C-E1A5-765748F73B5E}"/>
                  </a:ext>
                </a:extLst>
              </p:cNvPr>
              <p:cNvSpPr/>
              <p:nvPr/>
            </p:nvSpPr>
            <p:spPr>
              <a:xfrm>
                <a:off x="7685635" y="3485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0" name="Freeform 42039">
                <a:extLst>
                  <a:ext uri="{FF2B5EF4-FFF2-40B4-BE49-F238E27FC236}">
                    <a16:creationId xmlns:a16="http://schemas.microsoft.com/office/drawing/2014/main" id="{E5A76FA7-36AF-10AD-AB49-32156CC08036}"/>
                  </a:ext>
                </a:extLst>
              </p:cNvPr>
              <p:cNvSpPr/>
              <p:nvPr/>
            </p:nvSpPr>
            <p:spPr>
              <a:xfrm>
                <a:off x="7686131" y="3506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1" name="Freeform 42040">
                <a:extLst>
                  <a:ext uri="{FF2B5EF4-FFF2-40B4-BE49-F238E27FC236}">
                    <a16:creationId xmlns:a16="http://schemas.microsoft.com/office/drawing/2014/main" id="{BAD5E139-CAA4-F3FE-D017-0DDBAE4E0B7C}"/>
                  </a:ext>
                </a:extLst>
              </p:cNvPr>
              <p:cNvSpPr/>
              <p:nvPr/>
            </p:nvSpPr>
            <p:spPr>
              <a:xfrm>
                <a:off x="7686727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2" name="Freeform 42041">
                <a:extLst>
                  <a:ext uri="{FF2B5EF4-FFF2-40B4-BE49-F238E27FC236}">
                    <a16:creationId xmlns:a16="http://schemas.microsoft.com/office/drawing/2014/main" id="{C1EAEE6E-7791-B6F4-033F-B55B1AA52FA9}"/>
                  </a:ext>
                </a:extLst>
              </p:cNvPr>
              <p:cNvSpPr/>
              <p:nvPr/>
            </p:nvSpPr>
            <p:spPr>
              <a:xfrm>
                <a:off x="7687223" y="3525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3" name="Freeform 42042">
                <a:extLst>
                  <a:ext uri="{FF2B5EF4-FFF2-40B4-BE49-F238E27FC236}">
                    <a16:creationId xmlns:a16="http://schemas.microsoft.com/office/drawing/2014/main" id="{0D0EC404-0D84-F9AD-F718-89362ACCEAB3}"/>
                  </a:ext>
                </a:extLst>
              </p:cNvPr>
              <p:cNvSpPr/>
              <p:nvPr/>
            </p:nvSpPr>
            <p:spPr>
              <a:xfrm>
                <a:off x="7687719" y="385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4" name="Freeform 42043">
                <a:extLst>
                  <a:ext uri="{FF2B5EF4-FFF2-40B4-BE49-F238E27FC236}">
                    <a16:creationId xmlns:a16="http://schemas.microsoft.com/office/drawing/2014/main" id="{262B2351-F37B-05E6-6561-4D5F4AF12CF7}"/>
                  </a:ext>
                </a:extLst>
              </p:cNvPr>
              <p:cNvSpPr/>
              <p:nvPr/>
            </p:nvSpPr>
            <p:spPr>
              <a:xfrm>
                <a:off x="7688314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5" name="Freeform 42044">
                <a:extLst>
                  <a:ext uri="{FF2B5EF4-FFF2-40B4-BE49-F238E27FC236}">
                    <a16:creationId xmlns:a16="http://schemas.microsoft.com/office/drawing/2014/main" id="{5F1A2E5D-A9E5-5579-19C0-0C8364ADE8D0}"/>
                  </a:ext>
                </a:extLst>
              </p:cNvPr>
              <p:cNvSpPr/>
              <p:nvPr/>
            </p:nvSpPr>
            <p:spPr>
              <a:xfrm>
                <a:off x="7688810" y="39831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6" name="Freeform 42045">
                <a:extLst>
                  <a:ext uri="{FF2B5EF4-FFF2-40B4-BE49-F238E27FC236}">
                    <a16:creationId xmlns:a16="http://schemas.microsoft.com/office/drawing/2014/main" id="{A3734BA5-C059-D209-876C-C14E9EC46673}"/>
                  </a:ext>
                </a:extLst>
              </p:cNvPr>
              <p:cNvSpPr/>
              <p:nvPr/>
            </p:nvSpPr>
            <p:spPr>
              <a:xfrm>
                <a:off x="7689306" y="39733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7" name="Freeform 42046">
                <a:extLst>
                  <a:ext uri="{FF2B5EF4-FFF2-40B4-BE49-F238E27FC236}">
                    <a16:creationId xmlns:a16="http://schemas.microsoft.com/office/drawing/2014/main" id="{EEA4C7B9-52D6-E4F2-3189-3DE2D17EC6C8}"/>
                  </a:ext>
                </a:extLst>
              </p:cNvPr>
              <p:cNvSpPr/>
              <p:nvPr/>
            </p:nvSpPr>
            <p:spPr>
              <a:xfrm>
                <a:off x="7689902" y="3970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8" name="Freeform 42047">
                <a:extLst>
                  <a:ext uri="{FF2B5EF4-FFF2-40B4-BE49-F238E27FC236}">
                    <a16:creationId xmlns:a16="http://schemas.microsoft.com/office/drawing/2014/main" id="{83DEEBAC-7ABD-00F1-10DF-495544A24C0E}"/>
                  </a:ext>
                </a:extLst>
              </p:cNvPr>
              <p:cNvSpPr/>
              <p:nvPr/>
            </p:nvSpPr>
            <p:spPr>
              <a:xfrm>
                <a:off x="7690398" y="3962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49" name="Freeform 42048">
                <a:extLst>
                  <a:ext uri="{FF2B5EF4-FFF2-40B4-BE49-F238E27FC236}">
                    <a16:creationId xmlns:a16="http://schemas.microsoft.com/office/drawing/2014/main" id="{5E5A2732-1087-40D8-335F-8A63C90CD8B7}"/>
                  </a:ext>
                </a:extLst>
              </p:cNvPr>
              <p:cNvSpPr/>
              <p:nvPr/>
            </p:nvSpPr>
            <p:spPr>
              <a:xfrm>
                <a:off x="7690894" y="3971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0" name="Freeform 42049">
                <a:extLst>
                  <a:ext uri="{FF2B5EF4-FFF2-40B4-BE49-F238E27FC236}">
                    <a16:creationId xmlns:a16="http://schemas.microsoft.com/office/drawing/2014/main" id="{452487B6-EEB4-3403-6833-0F9CDF64EE3A}"/>
                  </a:ext>
                </a:extLst>
              </p:cNvPr>
              <p:cNvSpPr/>
              <p:nvPr/>
            </p:nvSpPr>
            <p:spPr>
              <a:xfrm>
                <a:off x="7691489" y="39713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1" name="Freeform 42050">
                <a:extLst>
                  <a:ext uri="{FF2B5EF4-FFF2-40B4-BE49-F238E27FC236}">
                    <a16:creationId xmlns:a16="http://schemas.microsoft.com/office/drawing/2014/main" id="{2F80F973-CCF2-CC83-5E85-1B7619BD9739}"/>
                  </a:ext>
                </a:extLst>
              </p:cNvPr>
              <p:cNvSpPr/>
              <p:nvPr/>
            </p:nvSpPr>
            <p:spPr>
              <a:xfrm>
                <a:off x="7691985" y="3965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2" name="Freeform 42051">
                <a:extLst>
                  <a:ext uri="{FF2B5EF4-FFF2-40B4-BE49-F238E27FC236}">
                    <a16:creationId xmlns:a16="http://schemas.microsoft.com/office/drawing/2014/main" id="{9D3710A1-3AC4-C777-EC4F-C972F76C0B4E}"/>
                  </a:ext>
                </a:extLst>
              </p:cNvPr>
              <p:cNvSpPr/>
              <p:nvPr/>
            </p:nvSpPr>
            <p:spPr>
              <a:xfrm>
                <a:off x="7692481" y="3732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3" name="Freeform 42052">
                <a:extLst>
                  <a:ext uri="{FF2B5EF4-FFF2-40B4-BE49-F238E27FC236}">
                    <a16:creationId xmlns:a16="http://schemas.microsoft.com/office/drawing/2014/main" id="{8EA6FBE0-9878-916F-D809-3632F0133795}"/>
                  </a:ext>
                </a:extLst>
              </p:cNvPr>
              <p:cNvSpPr/>
              <p:nvPr/>
            </p:nvSpPr>
            <p:spPr>
              <a:xfrm>
                <a:off x="7692977" y="3695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4" name="Freeform 42053">
                <a:extLst>
                  <a:ext uri="{FF2B5EF4-FFF2-40B4-BE49-F238E27FC236}">
                    <a16:creationId xmlns:a16="http://schemas.microsoft.com/office/drawing/2014/main" id="{C37D2C57-620B-5ACE-8184-18F65AF7CEE6}"/>
                  </a:ext>
                </a:extLst>
              </p:cNvPr>
              <p:cNvSpPr/>
              <p:nvPr/>
            </p:nvSpPr>
            <p:spPr>
              <a:xfrm>
                <a:off x="7693573" y="3686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5" name="Freeform 42054">
                <a:extLst>
                  <a:ext uri="{FF2B5EF4-FFF2-40B4-BE49-F238E27FC236}">
                    <a16:creationId xmlns:a16="http://schemas.microsoft.com/office/drawing/2014/main" id="{920D3210-2DFE-B83F-5F99-2FB7BB2688B0}"/>
                  </a:ext>
                </a:extLst>
              </p:cNvPr>
              <p:cNvSpPr/>
              <p:nvPr/>
            </p:nvSpPr>
            <p:spPr>
              <a:xfrm>
                <a:off x="7694069" y="3683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6" name="Freeform 42055">
                <a:extLst>
                  <a:ext uri="{FF2B5EF4-FFF2-40B4-BE49-F238E27FC236}">
                    <a16:creationId xmlns:a16="http://schemas.microsoft.com/office/drawing/2014/main" id="{22AE919A-F626-464D-6728-A7DE566FDE36}"/>
                  </a:ext>
                </a:extLst>
              </p:cNvPr>
              <p:cNvSpPr/>
              <p:nvPr/>
            </p:nvSpPr>
            <p:spPr>
              <a:xfrm>
                <a:off x="7694565" y="3677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7" name="Freeform 42056">
                <a:extLst>
                  <a:ext uri="{FF2B5EF4-FFF2-40B4-BE49-F238E27FC236}">
                    <a16:creationId xmlns:a16="http://schemas.microsoft.com/office/drawing/2014/main" id="{27390E79-1590-A229-ABE7-11CD6B26CF69}"/>
                  </a:ext>
                </a:extLst>
              </p:cNvPr>
              <p:cNvSpPr/>
              <p:nvPr/>
            </p:nvSpPr>
            <p:spPr>
              <a:xfrm>
                <a:off x="7695160" y="3673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8" name="Freeform 42057">
                <a:extLst>
                  <a:ext uri="{FF2B5EF4-FFF2-40B4-BE49-F238E27FC236}">
                    <a16:creationId xmlns:a16="http://schemas.microsoft.com/office/drawing/2014/main" id="{FA38F0C3-7406-387D-E776-68286B94B9A8}"/>
                  </a:ext>
                </a:extLst>
              </p:cNvPr>
              <p:cNvSpPr/>
              <p:nvPr/>
            </p:nvSpPr>
            <p:spPr>
              <a:xfrm>
                <a:off x="7695656" y="3634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59" name="Freeform 42058">
                <a:extLst>
                  <a:ext uri="{FF2B5EF4-FFF2-40B4-BE49-F238E27FC236}">
                    <a16:creationId xmlns:a16="http://schemas.microsoft.com/office/drawing/2014/main" id="{8909876B-EB83-7DDC-2DA1-35BD61A54534}"/>
                  </a:ext>
                </a:extLst>
              </p:cNvPr>
              <p:cNvSpPr/>
              <p:nvPr/>
            </p:nvSpPr>
            <p:spPr>
              <a:xfrm>
                <a:off x="7696152" y="3585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0" name="Freeform 42059">
                <a:extLst>
                  <a:ext uri="{FF2B5EF4-FFF2-40B4-BE49-F238E27FC236}">
                    <a16:creationId xmlns:a16="http://schemas.microsoft.com/office/drawing/2014/main" id="{FEEBE031-A463-7307-4989-BD241B7C14A5}"/>
                  </a:ext>
                </a:extLst>
              </p:cNvPr>
              <p:cNvSpPr/>
              <p:nvPr/>
            </p:nvSpPr>
            <p:spPr>
              <a:xfrm>
                <a:off x="7696748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1" name="Freeform 42060">
                <a:extLst>
                  <a:ext uri="{FF2B5EF4-FFF2-40B4-BE49-F238E27FC236}">
                    <a16:creationId xmlns:a16="http://schemas.microsoft.com/office/drawing/2014/main" id="{A6B67A9D-38C2-4C0E-91C8-3CF3CEE8EECD}"/>
                  </a:ext>
                </a:extLst>
              </p:cNvPr>
              <p:cNvSpPr/>
              <p:nvPr/>
            </p:nvSpPr>
            <p:spPr>
              <a:xfrm>
                <a:off x="7697244" y="3502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2" name="Freeform 42061">
                <a:extLst>
                  <a:ext uri="{FF2B5EF4-FFF2-40B4-BE49-F238E27FC236}">
                    <a16:creationId xmlns:a16="http://schemas.microsoft.com/office/drawing/2014/main" id="{C93C09C5-7D94-5A88-16EE-1C6876C6BBA7}"/>
                  </a:ext>
                </a:extLst>
              </p:cNvPr>
              <p:cNvSpPr/>
              <p:nvPr/>
            </p:nvSpPr>
            <p:spPr>
              <a:xfrm>
                <a:off x="7697740" y="3465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3" name="Freeform 42062">
                <a:extLst>
                  <a:ext uri="{FF2B5EF4-FFF2-40B4-BE49-F238E27FC236}">
                    <a16:creationId xmlns:a16="http://schemas.microsoft.com/office/drawing/2014/main" id="{1DD8529D-FC47-F182-9193-2D72BBA03A2D}"/>
                  </a:ext>
                </a:extLst>
              </p:cNvPr>
              <p:cNvSpPr/>
              <p:nvPr/>
            </p:nvSpPr>
            <p:spPr>
              <a:xfrm>
                <a:off x="7698335" y="3494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4" name="Freeform 42063">
                <a:extLst>
                  <a:ext uri="{FF2B5EF4-FFF2-40B4-BE49-F238E27FC236}">
                    <a16:creationId xmlns:a16="http://schemas.microsoft.com/office/drawing/2014/main" id="{9EEA8B51-BDDE-5519-6509-A3CC357DEE7A}"/>
                  </a:ext>
                </a:extLst>
              </p:cNvPr>
              <p:cNvSpPr/>
              <p:nvPr/>
            </p:nvSpPr>
            <p:spPr>
              <a:xfrm>
                <a:off x="7698831" y="3499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5" name="Freeform 42064">
                <a:extLst>
                  <a:ext uri="{FF2B5EF4-FFF2-40B4-BE49-F238E27FC236}">
                    <a16:creationId xmlns:a16="http://schemas.microsoft.com/office/drawing/2014/main" id="{D870220A-DAAD-8171-B69D-219027519FE7}"/>
                  </a:ext>
                </a:extLst>
              </p:cNvPr>
              <p:cNvSpPr/>
              <p:nvPr/>
            </p:nvSpPr>
            <p:spPr>
              <a:xfrm>
                <a:off x="7699327" y="3504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6" name="Freeform 42065">
                <a:extLst>
                  <a:ext uri="{FF2B5EF4-FFF2-40B4-BE49-F238E27FC236}">
                    <a16:creationId xmlns:a16="http://schemas.microsoft.com/office/drawing/2014/main" id="{2B56252A-3F6E-2041-7CEB-424FA7C57EB3}"/>
                  </a:ext>
                </a:extLst>
              </p:cNvPr>
              <p:cNvSpPr/>
              <p:nvPr/>
            </p:nvSpPr>
            <p:spPr>
              <a:xfrm>
                <a:off x="7699923" y="3514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7" name="Freeform 42066">
                <a:extLst>
                  <a:ext uri="{FF2B5EF4-FFF2-40B4-BE49-F238E27FC236}">
                    <a16:creationId xmlns:a16="http://schemas.microsoft.com/office/drawing/2014/main" id="{5EAF7CCA-B203-7AFD-66CB-409EBB371630}"/>
                  </a:ext>
                </a:extLst>
              </p:cNvPr>
              <p:cNvSpPr/>
              <p:nvPr/>
            </p:nvSpPr>
            <p:spPr>
              <a:xfrm>
                <a:off x="7700419" y="3897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8" name="Freeform 42067">
                <a:extLst>
                  <a:ext uri="{FF2B5EF4-FFF2-40B4-BE49-F238E27FC236}">
                    <a16:creationId xmlns:a16="http://schemas.microsoft.com/office/drawing/2014/main" id="{15BF661B-DA1E-963B-0F31-25F80074E60F}"/>
                  </a:ext>
                </a:extLst>
              </p:cNvPr>
              <p:cNvSpPr/>
              <p:nvPr/>
            </p:nvSpPr>
            <p:spPr>
              <a:xfrm>
                <a:off x="7700915" y="3985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69" name="Freeform 42068">
                <a:extLst>
                  <a:ext uri="{FF2B5EF4-FFF2-40B4-BE49-F238E27FC236}">
                    <a16:creationId xmlns:a16="http://schemas.microsoft.com/office/drawing/2014/main" id="{E096467E-4DEA-D767-043D-277DF1496EFC}"/>
                  </a:ext>
                </a:extLst>
              </p:cNvPr>
              <p:cNvSpPr/>
              <p:nvPr/>
            </p:nvSpPr>
            <p:spPr>
              <a:xfrm>
                <a:off x="7701510" y="3998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0" name="Freeform 42069">
                <a:extLst>
                  <a:ext uri="{FF2B5EF4-FFF2-40B4-BE49-F238E27FC236}">
                    <a16:creationId xmlns:a16="http://schemas.microsoft.com/office/drawing/2014/main" id="{57B6C901-476D-93E1-4BB6-93EFB7DB4696}"/>
                  </a:ext>
                </a:extLst>
              </p:cNvPr>
              <p:cNvSpPr/>
              <p:nvPr/>
            </p:nvSpPr>
            <p:spPr>
              <a:xfrm>
                <a:off x="7702006" y="39970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1" name="Freeform 42070">
                <a:extLst>
                  <a:ext uri="{FF2B5EF4-FFF2-40B4-BE49-F238E27FC236}">
                    <a16:creationId xmlns:a16="http://schemas.microsoft.com/office/drawing/2014/main" id="{2DA0F5D3-7337-9FEF-1E8A-F95219BA59EA}"/>
                  </a:ext>
                </a:extLst>
              </p:cNvPr>
              <p:cNvSpPr/>
              <p:nvPr/>
            </p:nvSpPr>
            <p:spPr>
              <a:xfrm>
                <a:off x="7702502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2" name="Freeform 42071">
                <a:extLst>
                  <a:ext uri="{FF2B5EF4-FFF2-40B4-BE49-F238E27FC236}">
                    <a16:creationId xmlns:a16="http://schemas.microsoft.com/office/drawing/2014/main" id="{E441BE05-8B5D-B563-1A0E-FC735077C310}"/>
                  </a:ext>
                </a:extLst>
              </p:cNvPr>
              <p:cNvSpPr/>
              <p:nvPr/>
            </p:nvSpPr>
            <p:spPr>
              <a:xfrm>
                <a:off x="7703098" y="3999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3" name="Freeform 42072">
                <a:extLst>
                  <a:ext uri="{FF2B5EF4-FFF2-40B4-BE49-F238E27FC236}">
                    <a16:creationId xmlns:a16="http://schemas.microsoft.com/office/drawing/2014/main" id="{092D14A0-CF47-C6E6-A898-7D7B7F1E6ABD}"/>
                  </a:ext>
                </a:extLst>
              </p:cNvPr>
              <p:cNvSpPr/>
              <p:nvPr/>
            </p:nvSpPr>
            <p:spPr>
              <a:xfrm>
                <a:off x="7703594" y="4005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4" name="Freeform 42073">
                <a:extLst>
                  <a:ext uri="{FF2B5EF4-FFF2-40B4-BE49-F238E27FC236}">
                    <a16:creationId xmlns:a16="http://schemas.microsoft.com/office/drawing/2014/main" id="{7EA3C85E-5833-363A-C38B-258F61255ED5}"/>
                  </a:ext>
                </a:extLst>
              </p:cNvPr>
              <p:cNvSpPr/>
              <p:nvPr/>
            </p:nvSpPr>
            <p:spPr>
              <a:xfrm>
                <a:off x="7704090" y="4013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5" name="Freeform 42074">
                <a:extLst>
                  <a:ext uri="{FF2B5EF4-FFF2-40B4-BE49-F238E27FC236}">
                    <a16:creationId xmlns:a16="http://schemas.microsoft.com/office/drawing/2014/main" id="{817C14E4-55DF-4B4C-21E0-3AAAE2BC5454}"/>
                  </a:ext>
                </a:extLst>
              </p:cNvPr>
              <p:cNvSpPr/>
              <p:nvPr/>
            </p:nvSpPr>
            <p:spPr>
              <a:xfrm>
                <a:off x="7704586" y="4009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6" name="Freeform 42075">
                <a:extLst>
                  <a:ext uri="{FF2B5EF4-FFF2-40B4-BE49-F238E27FC236}">
                    <a16:creationId xmlns:a16="http://schemas.microsoft.com/office/drawing/2014/main" id="{DC7C3AD8-B2A1-D1FB-2D02-47DAE2668E9C}"/>
                  </a:ext>
                </a:extLst>
              </p:cNvPr>
              <p:cNvSpPr/>
              <p:nvPr/>
            </p:nvSpPr>
            <p:spPr>
              <a:xfrm>
                <a:off x="7705181" y="3822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7" name="Freeform 42076">
                <a:extLst>
                  <a:ext uri="{FF2B5EF4-FFF2-40B4-BE49-F238E27FC236}">
                    <a16:creationId xmlns:a16="http://schemas.microsoft.com/office/drawing/2014/main" id="{05B2B756-5926-B1E9-F7C2-18923E54A238}"/>
                  </a:ext>
                </a:extLst>
              </p:cNvPr>
              <p:cNvSpPr/>
              <p:nvPr/>
            </p:nvSpPr>
            <p:spPr>
              <a:xfrm>
                <a:off x="7705677" y="3677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8" name="Freeform 42077">
                <a:extLst>
                  <a:ext uri="{FF2B5EF4-FFF2-40B4-BE49-F238E27FC236}">
                    <a16:creationId xmlns:a16="http://schemas.microsoft.com/office/drawing/2014/main" id="{00D46A28-3A1E-6B13-B6BF-1F87FD5FC02E}"/>
                  </a:ext>
                </a:extLst>
              </p:cNvPr>
              <p:cNvSpPr/>
              <p:nvPr/>
            </p:nvSpPr>
            <p:spPr>
              <a:xfrm>
                <a:off x="7706173" y="3667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79" name="Freeform 42078">
                <a:extLst>
                  <a:ext uri="{FF2B5EF4-FFF2-40B4-BE49-F238E27FC236}">
                    <a16:creationId xmlns:a16="http://schemas.microsoft.com/office/drawing/2014/main" id="{3B5F6C77-BCA7-FAFA-0D56-1F4A6A9951F3}"/>
                  </a:ext>
                </a:extLst>
              </p:cNvPr>
              <p:cNvSpPr/>
              <p:nvPr/>
            </p:nvSpPr>
            <p:spPr>
              <a:xfrm>
                <a:off x="7706769" y="3669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0" name="Freeform 42079">
                <a:extLst>
                  <a:ext uri="{FF2B5EF4-FFF2-40B4-BE49-F238E27FC236}">
                    <a16:creationId xmlns:a16="http://schemas.microsoft.com/office/drawing/2014/main" id="{D07DBDD4-4D6B-88B3-F846-4100B80CEBF4}"/>
                  </a:ext>
                </a:extLst>
              </p:cNvPr>
              <p:cNvSpPr/>
              <p:nvPr/>
            </p:nvSpPr>
            <p:spPr>
              <a:xfrm>
                <a:off x="7707265" y="3668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1" name="Freeform 42080">
                <a:extLst>
                  <a:ext uri="{FF2B5EF4-FFF2-40B4-BE49-F238E27FC236}">
                    <a16:creationId xmlns:a16="http://schemas.microsoft.com/office/drawing/2014/main" id="{8F997D82-2E28-E904-735B-A3221825EB0F}"/>
                  </a:ext>
                </a:extLst>
              </p:cNvPr>
              <p:cNvSpPr/>
              <p:nvPr/>
            </p:nvSpPr>
            <p:spPr>
              <a:xfrm>
                <a:off x="7707761" y="3652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2" name="Freeform 42081">
                <a:extLst>
                  <a:ext uri="{FF2B5EF4-FFF2-40B4-BE49-F238E27FC236}">
                    <a16:creationId xmlns:a16="http://schemas.microsoft.com/office/drawing/2014/main" id="{C3E824BF-CC61-865F-8C25-932317C00771}"/>
                  </a:ext>
                </a:extLst>
              </p:cNvPr>
              <p:cNvSpPr/>
              <p:nvPr/>
            </p:nvSpPr>
            <p:spPr>
              <a:xfrm>
                <a:off x="7708356" y="3599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3" name="Freeform 42082">
                <a:extLst>
                  <a:ext uri="{FF2B5EF4-FFF2-40B4-BE49-F238E27FC236}">
                    <a16:creationId xmlns:a16="http://schemas.microsoft.com/office/drawing/2014/main" id="{D4646C65-0EE5-1835-AA63-39E15C5C7838}"/>
                  </a:ext>
                </a:extLst>
              </p:cNvPr>
              <p:cNvSpPr/>
              <p:nvPr/>
            </p:nvSpPr>
            <p:spPr>
              <a:xfrm>
                <a:off x="7708852" y="3583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4" name="Freeform 42083">
                <a:extLst>
                  <a:ext uri="{FF2B5EF4-FFF2-40B4-BE49-F238E27FC236}">
                    <a16:creationId xmlns:a16="http://schemas.microsoft.com/office/drawing/2014/main" id="{CE97A14E-5010-517C-8653-D9417200C693}"/>
                  </a:ext>
                </a:extLst>
              </p:cNvPr>
              <p:cNvSpPr/>
              <p:nvPr/>
            </p:nvSpPr>
            <p:spPr>
              <a:xfrm>
                <a:off x="7709348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5" name="Freeform 42084">
                <a:extLst>
                  <a:ext uri="{FF2B5EF4-FFF2-40B4-BE49-F238E27FC236}">
                    <a16:creationId xmlns:a16="http://schemas.microsoft.com/office/drawing/2014/main" id="{405090B6-4D06-295F-C645-148A39DBBB62}"/>
                  </a:ext>
                </a:extLst>
              </p:cNvPr>
              <p:cNvSpPr/>
              <p:nvPr/>
            </p:nvSpPr>
            <p:spPr>
              <a:xfrm>
                <a:off x="7709944" y="3482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6" name="Freeform 42085">
                <a:extLst>
                  <a:ext uri="{FF2B5EF4-FFF2-40B4-BE49-F238E27FC236}">
                    <a16:creationId xmlns:a16="http://schemas.microsoft.com/office/drawing/2014/main" id="{84EEFF17-440D-5341-3144-17FB2DA99C30}"/>
                  </a:ext>
                </a:extLst>
              </p:cNvPr>
              <p:cNvSpPr/>
              <p:nvPr/>
            </p:nvSpPr>
            <p:spPr>
              <a:xfrm>
                <a:off x="7710440" y="3448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7" name="Freeform 42086">
                <a:extLst>
                  <a:ext uri="{FF2B5EF4-FFF2-40B4-BE49-F238E27FC236}">
                    <a16:creationId xmlns:a16="http://schemas.microsoft.com/office/drawing/2014/main" id="{558D211B-8E7A-67FE-4546-D6D92579F7F9}"/>
                  </a:ext>
                </a:extLst>
              </p:cNvPr>
              <p:cNvSpPr/>
              <p:nvPr/>
            </p:nvSpPr>
            <p:spPr>
              <a:xfrm>
                <a:off x="7710936" y="3415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8" name="Freeform 42087">
                <a:extLst>
                  <a:ext uri="{FF2B5EF4-FFF2-40B4-BE49-F238E27FC236}">
                    <a16:creationId xmlns:a16="http://schemas.microsoft.com/office/drawing/2014/main" id="{6520FB3E-891E-31D5-CBD9-8A681C829B8F}"/>
                  </a:ext>
                </a:extLst>
              </p:cNvPr>
              <p:cNvSpPr/>
              <p:nvPr/>
            </p:nvSpPr>
            <p:spPr>
              <a:xfrm>
                <a:off x="7711531" y="3391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89" name="Freeform 42088">
                <a:extLst>
                  <a:ext uri="{FF2B5EF4-FFF2-40B4-BE49-F238E27FC236}">
                    <a16:creationId xmlns:a16="http://schemas.microsoft.com/office/drawing/2014/main" id="{30B0CE46-B617-D6D3-12BC-5521A866A239}"/>
                  </a:ext>
                </a:extLst>
              </p:cNvPr>
              <p:cNvSpPr/>
              <p:nvPr/>
            </p:nvSpPr>
            <p:spPr>
              <a:xfrm>
                <a:off x="7712027" y="3393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0" name="Freeform 42089">
                <a:extLst>
                  <a:ext uri="{FF2B5EF4-FFF2-40B4-BE49-F238E27FC236}">
                    <a16:creationId xmlns:a16="http://schemas.microsoft.com/office/drawing/2014/main" id="{D5763D33-DA6E-43FB-E33F-9FAB4106265C}"/>
                  </a:ext>
                </a:extLst>
              </p:cNvPr>
              <p:cNvSpPr/>
              <p:nvPr/>
            </p:nvSpPr>
            <p:spPr>
              <a:xfrm>
                <a:off x="7712523" y="3408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1" name="Freeform 42090">
                <a:extLst>
                  <a:ext uri="{FF2B5EF4-FFF2-40B4-BE49-F238E27FC236}">
                    <a16:creationId xmlns:a16="http://schemas.microsoft.com/office/drawing/2014/main" id="{19F1A1AF-1D8D-04F5-FA32-D1D831B7CD6D}"/>
                  </a:ext>
                </a:extLst>
              </p:cNvPr>
              <p:cNvSpPr/>
              <p:nvPr/>
            </p:nvSpPr>
            <p:spPr>
              <a:xfrm>
                <a:off x="7713119" y="3886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2" name="Freeform 42091">
                <a:extLst>
                  <a:ext uri="{FF2B5EF4-FFF2-40B4-BE49-F238E27FC236}">
                    <a16:creationId xmlns:a16="http://schemas.microsoft.com/office/drawing/2014/main" id="{562CF2C9-2ECB-857D-054C-09DEF85F89AF}"/>
                  </a:ext>
                </a:extLst>
              </p:cNvPr>
              <p:cNvSpPr/>
              <p:nvPr/>
            </p:nvSpPr>
            <p:spPr>
              <a:xfrm>
                <a:off x="7713615" y="3996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3" name="Freeform 42092">
                <a:extLst>
                  <a:ext uri="{FF2B5EF4-FFF2-40B4-BE49-F238E27FC236}">
                    <a16:creationId xmlns:a16="http://schemas.microsoft.com/office/drawing/2014/main" id="{771B0C52-A9B3-5397-26D5-E2BFDBE45727}"/>
                  </a:ext>
                </a:extLst>
              </p:cNvPr>
              <p:cNvSpPr/>
              <p:nvPr/>
            </p:nvSpPr>
            <p:spPr>
              <a:xfrm>
                <a:off x="7714111" y="4009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4" name="Freeform 42093">
                <a:extLst>
                  <a:ext uri="{FF2B5EF4-FFF2-40B4-BE49-F238E27FC236}">
                    <a16:creationId xmlns:a16="http://schemas.microsoft.com/office/drawing/2014/main" id="{606C8FD8-4939-9779-7460-609E8163A5C9}"/>
                  </a:ext>
                </a:extLst>
              </p:cNvPr>
              <p:cNvSpPr/>
              <p:nvPr/>
            </p:nvSpPr>
            <p:spPr>
              <a:xfrm>
                <a:off x="7714706" y="4005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5" name="Freeform 42094">
                <a:extLst>
                  <a:ext uri="{FF2B5EF4-FFF2-40B4-BE49-F238E27FC236}">
                    <a16:creationId xmlns:a16="http://schemas.microsoft.com/office/drawing/2014/main" id="{9719C845-2E9F-97C5-C3B2-C1AFB145D752}"/>
                  </a:ext>
                </a:extLst>
              </p:cNvPr>
              <p:cNvSpPr/>
              <p:nvPr/>
            </p:nvSpPr>
            <p:spPr>
              <a:xfrm>
                <a:off x="7715202" y="39974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6" name="Freeform 42095">
                <a:extLst>
                  <a:ext uri="{FF2B5EF4-FFF2-40B4-BE49-F238E27FC236}">
                    <a16:creationId xmlns:a16="http://schemas.microsoft.com/office/drawing/2014/main" id="{26C7282C-C97D-5AA6-B01E-30945EEC2A78}"/>
                  </a:ext>
                </a:extLst>
              </p:cNvPr>
              <p:cNvSpPr/>
              <p:nvPr/>
            </p:nvSpPr>
            <p:spPr>
              <a:xfrm>
                <a:off x="7715698" y="3995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7" name="Freeform 42096">
                <a:extLst>
                  <a:ext uri="{FF2B5EF4-FFF2-40B4-BE49-F238E27FC236}">
                    <a16:creationId xmlns:a16="http://schemas.microsoft.com/office/drawing/2014/main" id="{97BB70BD-1048-193A-1503-2F63BADE92DE}"/>
                  </a:ext>
                </a:extLst>
              </p:cNvPr>
              <p:cNvSpPr/>
              <p:nvPr/>
            </p:nvSpPr>
            <p:spPr>
              <a:xfrm>
                <a:off x="7716294" y="400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8" name="Freeform 42097">
                <a:extLst>
                  <a:ext uri="{FF2B5EF4-FFF2-40B4-BE49-F238E27FC236}">
                    <a16:creationId xmlns:a16="http://schemas.microsoft.com/office/drawing/2014/main" id="{E7A80C8C-D2F6-A480-399C-B17CBFCFDA70}"/>
                  </a:ext>
                </a:extLst>
              </p:cNvPr>
              <p:cNvSpPr/>
              <p:nvPr/>
            </p:nvSpPr>
            <p:spPr>
              <a:xfrm>
                <a:off x="7716790" y="4005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99" name="Freeform 42098">
                <a:extLst>
                  <a:ext uri="{FF2B5EF4-FFF2-40B4-BE49-F238E27FC236}">
                    <a16:creationId xmlns:a16="http://schemas.microsoft.com/office/drawing/2014/main" id="{81F06EFD-E17D-2C07-0F7C-0C4AFBAF04B5}"/>
                  </a:ext>
                </a:extLst>
              </p:cNvPr>
              <p:cNvSpPr/>
              <p:nvPr/>
            </p:nvSpPr>
            <p:spPr>
              <a:xfrm>
                <a:off x="7717286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0" name="Freeform 42099">
                <a:extLst>
                  <a:ext uri="{FF2B5EF4-FFF2-40B4-BE49-F238E27FC236}">
                    <a16:creationId xmlns:a16="http://schemas.microsoft.com/office/drawing/2014/main" id="{D228C048-E78F-EA69-DABF-A076361AA426}"/>
                  </a:ext>
                </a:extLst>
              </p:cNvPr>
              <p:cNvSpPr/>
              <p:nvPr/>
            </p:nvSpPr>
            <p:spPr>
              <a:xfrm>
                <a:off x="7717782" y="3703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1" name="Freeform 42100">
                <a:extLst>
                  <a:ext uri="{FF2B5EF4-FFF2-40B4-BE49-F238E27FC236}">
                    <a16:creationId xmlns:a16="http://schemas.microsoft.com/office/drawing/2014/main" id="{40558562-3706-52ED-798D-CDA238B49308}"/>
                  </a:ext>
                </a:extLst>
              </p:cNvPr>
              <p:cNvSpPr/>
              <p:nvPr/>
            </p:nvSpPr>
            <p:spPr>
              <a:xfrm>
                <a:off x="7718377" y="3569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2" name="Freeform 42101">
                <a:extLst>
                  <a:ext uri="{FF2B5EF4-FFF2-40B4-BE49-F238E27FC236}">
                    <a16:creationId xmlns:a16="http://schemas.microsoft.com/office/drawing/2014/main" id="{4BE35FAA-F08E-1430-881A-5810E3B38D61}"/>
                  </a:ext>
                </a:extLst>
              </p:cNvPr>
              <p:cNvSpPr/>
              <p:nvPr/>
            </p:nvSpPr>
            <p:spPr>
              <a:xfrm>
                <a:off x="7718873" y="3571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3" name="Freeform 42102">
                <a:extLst>
                  <a:ext uri="{FF2B5EF4-FFF2-40B4-BE49-F238E27FC236}">
                    <a16:creationId xmlns:a16="http://schemas.microsoft.com/office/drawing/2014/main" id="{A0BA5801-9E2B-013E-E2D3-9D20AE76D972}"/>
                  </a:ext>
                </a:extLst>
              </p:cNvPr>
              <p:cNvSpPr/>
              <p:nvPr/>
            </p:nvSpPr>
            <p:spPr>
              <a:xfrm>
                <a:off x="7719370" y="3577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4" name="Freeform 42103">
                <a:extLst>
                  <a:ext uri="{FF2B5EF4-FFF2-40B4-BE49-F238E27FC236}">
                    <a16:creationId xmlns:a16="http://schemas.microsoft.com/office/drawing/2014/main" id="{983AE753-03AE-5A2D-7BD0-21FE4A1182E8}"/>
                  </a:ext>
                </a:extLst>
              </p:cNvPr>
              <p:cNvSpPr/>
              <p:nvPr/>
            </p:nvSpPr>
            <p:spPr>
              <a:xfrm>
                <a:off x="7719965" y="3577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5" name="Freeform 42104">
                <a:extLst>
                  <a:ext uri="{FF2B5EF4-FFF2-40B4-BE49-F238E27FC236}">
                    <a16:creationId xmlns:a16="http://schemas.microsoft.com/office/drawing/2014/main" id="{C02CD5CA-69C3-23BA-E4F8-CEDC54EF93A3}"/>
                  </a:ext>
                </a:extLst>
              </p:cNvPr>
              <p:cNvSpPr/>
              <p:nvPr/>
            </p:nvSpPr>
            <p:spPr>
              <a:xfrm>
                <a:off x="7720461" y="3561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6" name="Freeform 42105">
                <a:extLst>
                  <a:ext uri="{FF2B5EF4-FFF2-40B4-BE49-F238E27FC236}">
                    <a16:creationId xmlns:a16="http://schemas.microsoft.com/office/drawing/2014/main" id="{54E4504D-D862-EC5C-30C1-CB9A50A37117}"/>
                  </a:ext>
                </a:extLst>
              </p:cNvPr>
              <p:cNvSpPr/>
              <p:nvPr/>
            </p:nvSpPr>
            <p:spPr>
              <a:xfrm>
                <a:off x="7720957" y="352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7" name="Freeform 42106">
                <a:extLst>
                  <a:ext uri="{FF2B5EF4-FFF2-40B4-BE49-F238E27FC236}">
                    <a16:creationId xmlns:a16="http://schemas.microsoft.com/office/drawing/2014/main" id="{B9FFDF80-E42E-2DB1-AAF7-96E7EF79AAA9}"/>
                  </a:ext>
                </a:extLst>
              </p:cNvPr>
              <p:cNvSpPr/>
              <p:nvPr/>
            </p:nvSpPr>
            <p:spPr>
              <a:xfrm>
                <a:off x="7721552" y="3494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8" name="Freeform 42107">
                <a:extLst>
                  <a:ext uri="{FF2B5EF4-FFF2-40B4-BE49-F238E27FC236}">
                    <a16:creationId xmlns:a16="http://schemas.microsoft.com/office/drawing/2014/main" id="{2B31F2EB-F40E-28E1-AD60-A601FD8D5741}"/>
                  </a:ext>
                </a:extLst>
              </p:cNvPr>
              <p:cNvSpPr/>
              <p:nvPr/>
            </p:nvSpPr>
            <p:spPr>
              <a:xfrm>
                <a:off x="7722048" y="3421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09" name="Freeform 42108">
                <a:extLst>
                  <a:ext uri="{FF2B5EF4-FFF2-40B4-BE49-F238E27FC236}">
                    <a16:creationId xmlns:a16="http://schemas.microsoft.com/office/drawing/2014/main" id="{4F8DCAAB-86E0-9943-D962-1AF3D58DC7FB}"/>
                  </a:ext>
                </a:extLst>
              </p:cNvPr>
              <p:cNvSpPr/>
              <p:nvPr/>
            </p:nvSpPr>
            <p:spPr>
              <a:xfrm>
                <a:off x="7722545" y="3355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0" name="Freeform 42109">
                <a:extLst>
                  <a:ext uri="{FF2B5EF4-FFF2-40B4-BE49-F238E27FC236}">
                    <a16:creationId xmlns:a16="http://schemas.microsoft.com/office/drawing/2014/main" id="{C22D7530-06CD-B805-D1EF-26ADD1BB3E76}"/>
                  </a:ext>
                </a:extLst>
              </p:cNvPr>
              <p:cNvSpPr/>
              <p:nvPr/>
            </p:nvSpPr>
            <p:spPr>
              <a:xfrm>
                <a:off x="7723140" y="3305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1" name="Freeform 42110">
                <a:extLst>
                  <a:ext uri="{FF2B5EF4-FFF2-40B4-BE49-F238E27FC236}">
                    <a16:creationId xmlns:a16="http://schemas.microsoft.com/office/drawing/2014/main" id="{EBC05432-9FF9-9CB0-1D76-7FDCCC09EA47}"/>
                  </a:ext>
                </a:extLst>
              </p:cNvPr>
              <p:cNvSpPr/>
              <p:nvPr/>
            </p:nvSpPr>
            <p:spPr>
              <a:xfrm>
                <a:off x="7723636" y="3275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2" name="Freeform 42111">
                <a:extLst>
                  <a:ext uri="{FF2B5EF4-FFF2-40B4-BE49-F238E27FC236}">
                    <a16:creationId xmlns:a16="http://schemas.microsoft.com/office/drawing/2014/main" id="{8A8B2D4D-CEB8-23BF-2680-A8FB966B2013}"/>
                  </a:ext>
                </a:extLst>
              </p:cNvPr>
              <p:cNvSpPr/>
              <p:nvPr/>
            </p:nvSpPr>
            <p:spPr>
              <a:xfrm>
                <a:off x="7724132" y="3364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3" name="Freeform 42112">
                <a:extLst>
                  <a:ext uri="{FF2B5EF4-FFF2-40B4-BE49-F238E27FC236}">
                    <a16:creationId xmlns:a16="http://schemas.microsoft.com/office/drawing/2014/main" id="{0F90708D-41D3-30B3-70AA-A3F2843D216D}"/>
                  </a:ext>
                </a:extLst>
              </p:cNvPr>
              <p:cNvSpPr/>
              <p:nvPr/>
            </p:nvSpPr>
            <p:spPr>
              <a:xfrm>
                <a:off x="7724727" y="3275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4" name="Freeform 42113">
                <a:extLst>
                  <a:ext uri="{FF2B5EF4-FFF2-40B4-BE49-F238E27FC236}">
                    <a16:creationId xmlns:a16="http://schemas.microsoft.com/office/drawing/2014/main" id="{C5BA86C7-A493-64F4-FAFD-35F7FBF4F20E}"/>
                  </a:ext>
                </a:extLst>
              </p:cNvPr>
              <p:cNvSpPr/>
              <p:nvPr/>
            </p:nvSpPr>
            <p:spPr>
              <a:xfrm>
                <a:off x="7725223" y="3270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5" name="Freeform 42114">
                <a:extLst>
                  <a:ext uri="{FF2B5EF4-FFF2-40B4-BE49-F238E27FC236}">
                    <a16:creationId xmlns:a16="http://schemas.microsoft.com/office/drawing/2014/main" id="{3D48DF5D-DC02-0E32-41D2-3414E5D56BD9}"/>
                  </a:ext>
                </a:extLst>
              </p:cNvPr>
              <p:cNvSpPr/>
              <p:nvPr/>
            </p:nvSpPr>
            <p:spPr>
              <a:xfrm>
                <a:off x="7725720" y="3781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6" name="Freeform 42115">
                <a:extLst>
                  <a:ext uri="{FF2B5EF4-FFF2-40B4-BE49-F238E27FC236}">
                    <a16:creationId xmlns:a16="http://schemas.microsoft.com/office/drawing/2014/main" id="{08B40741-71FD-B1EC-33AA-8DF9F912B7BA}"/>
                  </a:ext>
                </a:extLst>
              </p:cNvPr>
              <p:cNvSpPr/>
              <p:nvPr/>
            </p:nvSpPr>
            <p:spPr>
              <a:xfrm>
                <a:off x="7726315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7" name="Freeform 42116">
                <a:extLst>
                  <a:ext uri="{FF2B5EF4-FFF2-40B4-BE49-F238E27FC236}">
                    <a16:creationId xmlns:a16="http://schemas.microsoft.com/office/drawing/2014/main" id="{B2456458-ED91-8875-70A6-2B7C7DF0310F}"/>
                  </a:ext>
                </a:extLst>
              </p:cNvPr>
              <p:cNvSpPr/>
              <p:nvPr/>
            </p:nvSpPr>
            <p:spPr>
              <a:xfrm>
                <a:off x="7726811" y="39398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8" name="Freeform 42117">
                <a:extLst>
                  <a:ext uri="{FF2B5EF4-FFF2-40B4-BE49-F238E27FC236}">
                    <a16:creationId xmlns:a16="http://schemas.microsoft.com/office/drawing/2014/main" id="{FBF14688-A388-B939-37EF-E606694B3960}"/>
                  </a:ext>
                </a:extLst>
              </p:cNvPr>
              <p:cNvSpPr/>
              <p:nvPr/>
            </p:nvSpPr>
            <p:spPr>
              <a:xfrm>
                <a:off x="7727307" y="39362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19" name="Freeform 42118">
                <a:extLst>
                  <a:ext uri="{FF2B5EF4-FFF2-40B4-BE49-F238E27FC236}">
                    <a16:creationId xmlns:a16="http://schemas.microsoft.com/office/drawing/2014/main" id="{1FEC1D2F-CF61-71DA-80EA-5109CFDA493F}"/>
                  </a:ext>
                </a:extLst>
              </p:cNvPr>
              <p:cNvSpPr/>
              <p:nvPr/>
            </p:nvSpPr>
            <p:spPr>
              <a:xfrm>
                <a:off x="7727902" y="392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0" name="Freeform 42119">
                <a:extLst>
                  <a:ext uri="{FF2B5EF4-FFF2-40B4-BE49-F238E27FC236}">
                    <a16:creationId xmlns:a16="http://schemas.microsoft.com/office/drawing/2014/main" id="{9B1F3731-4879-DFA0-FBA5-3454991791CA}"/>
                  </a:ext>
                </a:extLst>
              </p:cNvPr>
              <p:cNvSpPr/>
              <p:nvPr/>
            </p:nvSpPr>
            <p:spPr>
              <a:xfrm>
                <a:off x="7728398" y="3929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1" name="Freeform 42120">
                <a:extLst>
                  <a:ext uri="{FF2B5EF4-FFF2-40B4-BE49-F238E27FC236}">
                    <a16:creationId xmlns:a16="http://schemas.microsoft.com/office/drawing/2014/main" id="{0251D165-56FB-0731-D0C4-4CBF305AB0FD}"/>
                  </a:ext>
                </a:extLst>
              </p:cNvPr>
              <p:cNvSpPr/>
              <p:nvPr/>
            </p:nvSpPr>
            <p:spPr>
              <a:xfrm>
                <a:off x="7728895" y="3927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2" name="Freeform 42121">
                <a:extLst>
                  <a:ext uri="{FF2B5EF4-FFF2-40B4-BE49-F238E27FC236}">
                    <a16:creationId xmlns:a16="http://schemas.microsoft.com/office/drawing/2014/main" id="{66BE534B-BC0D-D279-029C-ADB387602731}"/>
                  </a:ext>
                </a:extLst>
              </p:cNvPr>
              <p:cNvSpPr/>
              <p:nvPr/>
            </p:nvSpPr>
            <p:spPr>
              <a:xfrm>
                <a:off x="7729391" y="3938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3" name="Freeform 42122">
                <a:extLst>
                  <a:ext uri="{FF2B5EF4-FFF2-40B4-BE49-F238E27FC236}">
                    <a16:creationId xmlns:a16="http://schemas.microsoft.com/office/drawing/2014/main" id="{607F3C9C-F48B-005E-33E1-5573C0AB395B}"/>
                  </a:ext>
                </a:extLst>
              </p:cNvPr>
              <p:cNvSpPr/>
              <p:nvPr/>
            </p:nvSpPr>
            <p:spPr>
              <a:xfrm>
                <a:off x="7729986" y="394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4" name="Freeform 42123">
                <a:extLst>
                  <a:ext uri="{FF2B5EF4-FFF2-40B4-BE49-F238E27FC236}">
                    <a16:creationId xmlns:a16="http://schemas.microsoft.com/office/drawing/2014/main" id="{37DA5625-C44C-C27D-CA4B-C79AB72BD908}"/>
                  </a:ext>
                </a:extLst>
              </p:cNvPr>
              <p:cNvSpPr/>
              <p:nvPr/>
            </p:nvSpPr>
            <p:spPr>
              <a:xfrm>
                <a:off x="7730482" y="3692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5" name="Freeform 42124">
                <a:extLst>
                  <a:ext uri="{FF2B5EF4-FFF2-40B4-BE49-F238E27FC236}">
                    <a16:creationId xmlns:a16="http://schemas.microsoft.com/office/drawing/2014/main" id="{E9AEBFC6-89EC-22A4-D672-B68857049B09}"/>
                  </a:ext>
                </a:extLst>
              </p:cNvPr>
              <p:cNvSpPr/>
              <p:nvPr/>
            </p:nvSpPr>
            <p:spPr>
              <a:xfrm>
                <a:off x="7730978" y="3552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6" name="Freeform 42125">
                <a:extLst>
                  <a:ext uri="{FF2B5EF4-FFF2-40B4-BE49-F238E27FC236}">
                    <a16:creationId xmlns:a16="http://schemas.microsoft.com/office/drawing/2014/main" id="{2E9F0107-5AAD-2CDF-B1FA-FCEF3439AC07}"/>
                  </a:ext>
                </a:extLst>
              </p:cNvPr>
              <p:cNvSpPr/>
              <p:nvPr/>
            </p:nvSpPr>
            <p:spPr>
              <a:xfrm>
                <a:off x="7731573" y="3567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7" name="Freeform 42126">
                <a:extLst>
                  <a:ext uri="{FF2B5EF4-FFF2-40B4-BE49-F238E27FC236}">
                    <a16:creationId xmlns:a16="http://schemas.microsoft.com/office/drawing/2014/main" id="{19CDA5FA-998F-68F8-21A1-8779E85CEA7C}"/>
                  </a:ext>
                </a:extLst>
              </p:cNvPr>
              <p:cNvSpPr/>
              <p:nvPr/>
            </p:nvSpPr>
            <p:spPr>
              <a:xfrm>
                <a:off x="7732070" y="3574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8" name="Freeform 42127">
                <a:extLst>
                  <a:ext uri="{FF2B5EF4-FFF2-40B4-BE49-F238E27FC236}">
                    <a16:creationId xmlns:a16="http://schemas.microsoft.com/office/drawing/2014/main" id="{CB835D19-4126-E254-41A4-BF57471AE4DC}"/>
                  </a:ext>
                </a:extLst>
              </p:cNvPr>
              <p:cNvSpPr/>
              <p:nvPr/>
            </p:nvSpPr>
            <p:spPr>
              <a:xfrm>
                <a:off x="7732566" y="3577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29" name="Freeform 42128">
                <a:extLst>
                  <a:ext uri="{FF2B5EF4-FFF2-40B4-BE49-F238E27FC236}">
                    <a16:creationId xmlns:a16="http://schemas.microsoft.com/office/drawing/2014/main" id="{DAE47C42-9E6D-E1E3-6A2D-3DBD0D8EBF4E}"/>
                  </a:ext>
                </a:extLst>
              </p:cNvPr>
              <p:cNvSpPr/>
              <p:nvPr/>
            </p:nvSpPr>
            <p:spPr>
              <a:xfrm>
                <a:off x="7733161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0" name="Freeform 42129">
                <a:extLst>
                  <a:ext uri="{FF2B5EF4-FFF2-40B4-BE49-F238E27FC236}">
                    <a16:creationId xmlns:a16="http://schemas.microsoft.com/office/drawing/2014/main" id="{83946679-7018-D5C5-B590-CD40B5A10684}"/>
                  </a:ext>
                </a:extLst>
              </p:cNvPr>
              <p:cNvSpPr/>
              <p:nvPr/>
            </p:nvSpPr>
            <p:spPr>
              <a:xfrm>
                <a:off x="7733657" y="3559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1" name="Freeform 42130">
                <a:extLst>
                  <a:ext uri="{FF2B5EF4-FFF2-40B4-BE49-F238E27FC236}">
                    <a16:creationId xmlns:a16="http://schemas.microsoft.com/office/drawing/2014/main" id="{7EA3BE8B-4C95-5F22-7F3F-57D53FB90BEE}"/>
                  </a:ext>
                </a:extLst>
              </p:cNvPr>
              <p:cNvSpPr/>
              <p:nvPr/>
            </p:nvSpPr>
            <p:spPr>
              <a:xfrm>
                <a:off x="7734153" y="3512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2" name="Freeform 42131">
                <a:extLst>
                  <a:ext uri="{FF2B5EF4-FFF2-40B4-BE49-F238E27FC236}">
                    <a16:creationId xmlns:a16="http://schemas.microsoft.com/office/drawing/2014/main" id="{C270AE0A-E11F-66EE-F73A-FE22CECCAC97}"/>
                  </a:ext>
                </a:extLst>
              </p:cNvPr>
              <p:cNvSpPr/>
              <p:nvPr/>
            </p:nvSpPr>
            <p:spPr>
              <a:xfrm>
                <a:off x="7734748" y="3461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3" name="Freeform 42132">
                <a:extLst>
                  <a:ext uri="{FF2B5EF4-FFF2-40B4-BE49-F238E27FC236}">
                    <a16:creationId xmlns:a16="http://schemas.microsoft.com/office/drawing/2014/main" id="{C87F36BC-0565-2917-69A5-B1412EA49D06}"/>
                  </a:ext>
                </a:extLst>
              </p:cNvPr>
              <p:cNvSpPr/>
              <p:nvPr/>
            </p:nvSpPr>
            <p:spPr>
              <a:xfrm>
                <a:off x="7735245" y="3408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4" name="Freeform 42133">
                <a:extLst>
                  <a:ext uri="{FF2B5EF4-FFF2-40B4-BE49-F238E27FC236}">
                    <a16:creationId xmlns:a16="http://schemas.microsoft.com/office/drawing/2014/main" id="{D5B6C24D-32AF-3AFC-C30F-888E59EE6905}"/>
                  </a:ext>
                </a:extLst>
              </p:cNvPr>
              <p:cNvSpPr/>
              <p:nvPr/>
            </p:nvSpPr>
            <p:spPr>
              <a:xfrm>
                <a:off x="7735741" y="3363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5" name="Freeform 42134">
                <a:extLst>
                  <a:ext uri="{FF2B5EF4-FFF2-40B4-BE49-F238E27FC236}">
                    <a16:creationId xmlns:a16="http://schemas.microsoft.com/office/drawing/2014/main" id="{C83DE552-8AA6-603C-AA12-22A82ABB2E56}"/>
                  </a:ext>
                </a:extLst>
              </p:cNvPr>
              <p:cNvSpPr/>
              <p:nvPr/>
            </p:nvSpPr>
            <p:spPr>
              <a:xfrm>
                <a:off x="7736336" y="3337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6" name="Freeform 42135">
                <a:extLst>
                  <a:ext uri="{FF2B5EF4-FFF2-40B4-BE49-F238E27FC236}">
                    <a16:creationId xmlns:a16="http://schemas.microsoft.com/office/drawing/2014/main" id="{9E1DC1CC-9DEF-0000-9667-C3FA3DEBA430}"/>
                  </a:ext>
                </a:extLst>
              </p:cNvPr>
              <p:cNvSpPr/>
              <p:nvPr/>
            </p:nvSpPr>
            <p:spPr>
              <a:xfrm>
                <a:off x="7736832" y="3349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7" name="Freeform 42136">
                <a:extLst>
                  <a:ext uri="{FF2B5EF4-FFF2-40B4-BE49-F238E27FC236}">
                    <a16:creationId xmlns:a16="http://schemas.microsoft.com/office/drawing/2014/main" id="{3E171C4F-E15F-2BC7-59D3-D4C41129B856}"/>
                  </a:ext>
                </a:extLst>
              </p:cNvPr>
              <p:cNvSpPr/>
              <p:nvPr/>
            </p:nvSpPr>
            <p:spPr>
              <a:xfrm>
                <a:off x="7737328" y="3417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8" name="Freeform 42137">
                <a:extLst>
                  <a:ext uri="{FF2B5EF4-FFF2-40B4-BE49-F238E27FC236}">
                    <a16:creationId xmlns:a16="http://schemas.microsoft.com/office/drawing/2014/main" id="{5493D07D-8DD8-A1BD-774D-C0AB4A6A1B72}"/>
                  </a:ext>
                </a:extLst>
              </p:cNvPr>
              <p:cNvSpPr/>
              <p:nvPr/>
            </p:nvSpPr>
            <p:spPr>
              <a:xfrm>
                <a:off x="7737923" y="3354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39" name="Freeform 42138">
                <a:extLst>
                  <a:ext uri="{FF2B5EF4-FFF2-40B4-BE49-F238E27FC236}">
                    <a16:creationId xmlns:a16="http://schemas.microsoft.com/office/drawing/2014/main" id="{7E803B19-0741-9362-E3BA-16CEF16DD98B}"/>
                  </a:ext>
                </a:extLst>
              </p:cNvPr>
              <p:cNvSpPr/>
              <p:nvPr/>
            </p:nvSpPr>
            <p:spPr>
              <a:xfrm>
                <a:off x="7738420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0" name="Freeform 42139">
                <a:extLst>
                  <a:ext uri="{FF2B5EF4-FFF2-40B4-BE49-F238E27FC236}">
                    <a16:creationId xmlns:a16="http://schemas.microsoft.com/office/drawing/2014/main" id="{17D67F17-E80F-9590-87B9-1D9ECCDAF49E}"/>
                  </a:ext>
                </a:extLst>
              </p:cNvPr>
              <p:cNvSpPr/>
              <p:nvPr/>
            </p:nvSpPr>
            <p:spPr>
              <a:xfrm>
                <a:off x="7738916" y="4015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1" name="Freeform 42140">
                <a:extLst>
                  <a:ext uri="{FF2B5EF4-FFF2-40B4-BE49-F238E27FC236}">
                    <a16:creationId xmlns:a16="http://schemas.microsoft.com/office/drawing/2014/main" id="{01DA4F25-A02C-5F80-7BDF-084AE52059DA}"/>
                  </a:ext>
                </a:extLst>
              </p:cNvPr>
              <p:cNvSpPr/>
              <p:nvPr/>
            </p:nvSpPr>
            <p:spPr>
              <a:xfrm>
                <a:off x="7739511" y="4026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2" name="Freeform 42141">
                <a:extLst>
                  <a:ext uri="{FF2B5EF4-FFF2-40B4-BE49-F238E27FC236}">
                    <a16:creationId xmlns:a16="http://schemas.microsoft.com/office/drawing/2014/main" id="{3FF844D7-36C9-BD52-5E5C-ED09431E5098}"/>
                  </a:ext>
                </a:extLst>
              </p:cNvPr>
              <p:cNvSpPr/>
              <p:nvPr/>
            </p:nvSpPr>
            <p:spPr>
              <a:xfrm>
                <a:off x="7740007" y="4014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3" name="Freeform 42142">
                <a:extLst>
                  <a:ext uri="{FF2B5EF4-FFF2-40B4-BE49-F238E27FC236}">
                    <a16:creationId xmlns:a16="http://schemas.microsoft.com/office/drawing/2014/main" id="{0280B0B9-D013-8F52-921B-55AF695D5765}"/>
                  </a:ext>
                </a:extLst>
              </p:cNvPr>
              <p:cNvSpPr/>
              <p:nvPr/>
            </p:nvSpPr>
            <p:spPr>
              <a:xfrm>
                <a:off x="7740503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4" name="Freeform 42143">
                <a:extLst>
                  <a:ext uri="{FF2B5EF4-FFF2-40B4-BE49-F238E27FC236}">
                    <a16:creationId xmlns:a16="http://schemas.microsoft.com/office/drawing/2014/main" id="{FFDE3496-7670-B84D-A157-68082DE1E3CA}"/>
                  </a:ext>
                </a:extLst>
              </p:cNvPr>
              <p:cNvSpPr/>
              <p:nvPr/>
            </p:nvSpPr>
            <p:spPr>
              <a:xfrm>
                <a:off x="7740999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5" name="Freeform 42144">
                <a:extLst>
                  <a:ext uri="{FF2B5EF4-FFF2-40B4-BE49-F238E27FC236}">
                    <a16:creationId xmlns:a16="http://schemas.microsoft.com/office/drawing/2014/main" id="{16911911-CBFA-6C1B-AA83-625EA43C514B}"/>
                  </a:ext>
                </a:extLst>
              </p:cNvPr>
              <p:cNvSpPr/>
              <p:nvPr/>
            </p:nvSpPr>
            <p:spPr>
              <a:xfrm>
                <a:off x="7741595" y="40132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6" name="Freeform 42145">
                <a:extLst>
                  <a:ext uri="{FF2B5EF4-FFF2-40B4-BE49-F238E27FC236}">
                    <a16:creationId xmlns:a16="http://schemas.microsoft.com/office/drawing/2014/main" id="{EEFB0192-96C8-DA11-73EC-F475A0B12D4E}"/>
                  </a:ext>
                </a:extLst>
              </p:cNvPr>
              <p:cNvSpPr/>
              <p:nvPr/>
            </p:nvSpPr>
            <p:spPr>
              <a:xfrm>
                <a:off x="7742091" y="4023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7" name="Freeform 42146">
                <a:extLst>
                  <a:ext uri="{FF2B5EF4-FFF2-40B4-BE49-F238E27FC236}">
                    <a16:creationId xmlns:a16="http://schemas.microsoft.com/office/drawing/2014/main" id="{119D4257-78B6-B5DF-AD89-C4080F80FB80}"/>
                  </a:ext>
                </a:extLst>
              </p:cNvPr>
              <p:cNvSpPr/>
              <p:nvPr/>
            </p:nvSpPr>
            <p:spPr>
              <a:xfrm>
                <a:off x="7742587" y="4021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8" name="Freeform 42147">
                <a:extLst>
                  <a:ext uri="{FF2B5EF4-FFF2-40B4-BE49-F238E27FC236}">
                    <a16:creationId xmlns:a16="http://schemas.microsoft.com/office/drawing/2014/main" id="{2BF3E02E-371D-EF9B-1E41-6E57779FC074}"/>
                  </a:ext>
                </a:extLst>
              </p:cNvPr>
              <p:cNvSpPr/>
              <p:nvPr/>
            </p:nvSpPr>
            <p:spPr>
              <a:xfrm>
                <a:off x="7743182" y="3795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49" name="Freeform 42148">
                <a:extLst>
                  <a:ext uri="{FF2B5EF4-FFF2-40B4-BE49-F238E27FC236}">
                    <a16:creationId xmlns:a16="http://schemas.microsoft.com/office/drawing/2014/main" id="{BDDBC6CB-3436-4126-C57A-3CA30DB502FB}"/>
                  </a:ext>
                </a:extLst>
              </p:cNvPr>
              <p:cNvSpPr/>
              <p:nvPr/>
            </p:nvSpPr>
            <p:spPr>
              <a:xfrm>
                <a:off x="7743678" y="3726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0" name="Freeform 42149">
                <a:extLst>
                  <a:ext uri="{FF2B5EF4-FFF2-40B4-BE49-F238E27FC236}">
                    <a16:creationId xmlns:a16="http://schemas.microsoft.com/office/drawing/2014/main" id="{F6C22EAD-FF10-4308-ED8F-ABEB1AFCD563}"/>
                  </a:ext>
                </a:extLst>
              </p:cNvPr>
              <p:cNvSpPr/>
              <p:nvPr/>
            </p:nvSpPr>
            <p:spPr>
              <a:xfrm>
                <a:off x="7744174" y="3731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1" name="Freeform 42150">
                <a:extLst>
                  <a:ext uri="{FF2B5EF4-FFF2-40B4-BE49-F238E27FC236}">
                    <a16:creationId xmlns:a16="http://schemas.microsoft.com/office/drawing/2014/main" id="{031F2B9D-D746-B341-4B4F-4CE465C5BEAA}"/>
                  </a:ext>
                </a:extLst>
              </p:cNvPr>
              <p:cNvSpPr/>
              <p:nvPr/>
            </p:nvSpPr>
            <p:spPr>
              <a:xfrm>
                <a:off x="7744770" y="3726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2" name="Freeform 42151">
                <a:extLst>
                  <a:ext uri="{FF2B5EF4-FFF2-40B4-BE49-F238E27FC236}">
                    <a16:creationId xmlns:a16="http://schemas.microsoft.com/office/drawing/2014/main" id="{0AF57D33-C5B5-36FA-1AB6-A8249EF14BEB}"/>
                  </a:ext>
                </a:extLst>
              </p:cNvPr>
              <p:cNvSpPr/>
              <p:nvPr/>
            </p:nvSpPr>
            <p:spPr>
              <a:xfrm>
                <a:off x="7745266" y="3730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3" name="Freeform 42152">
                <a:extLst>
                  <a:ext uri="{FF2B5EF4-FFF2-40B4-BE49-F238E27FC236}">
                    <a16:creationId xmlns:a16="http://schemas.microsoft.com/office/drawing/2014/main" id="{5BF5A564-6233-6830-CDC3-294C5E177E85}"/>
                  </a:ext>
                </a:extLst>
              </p:cNvPr>
              <p:cNvSpPr/>
              <p:nvPr/>
            </p:nvSpPr>
            <p:spPr>
              <a:xfrm>
                <a:off x="7745762" y="3711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4" name="Freeform 42153">
                <a:extLst>
                  <a:ext uri="{FF2B5EF4-FFF2-40B4-BE49-F238E27FC236}">
                    <a16:creationId xmlns:a16="http://schemas.microsoft.com/office/drawing/2014/main" id="{0082C745-ED5F-749B-C7A9-75EB9BF6753F}"/>
                  </a:ext>
                </a:extLst>
              </p:cNvPr>
              <p:cNvSpPr/>
              <p:nvPr/>
            </p:nvSpPr>
            <p:spPr>
              <a:xfrm>
                <a:off x="7746357" y="3681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5" name="Freeform 42154">
                <a:extLst>
                  <a:ext uri="{FF2B5EF4-FFF2-40B4-BE49-F238E27FC236}">
                    <a16:creationId xmlns:a16="http://schemas.microsoft.com/office/drawing/2014/main" id="{8B231F3A-ADFF-2B66-B595-D179EF708BEE}"/>
                  </a:ext>
                </a:extLst>
              </p:cNvPr>
              <p:cNvSpPr/>
              <p:nvPr/>
            </p:nvSpPr>
            <p:spPr>
              <a:xfrm>
                <a:off x="7746853" y="3681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6" name="Freeform 42155">
                <a:extLst>
                  <a:ext uri="{FF2B5EF4-FFF2-40B4-BE49-F238E27FC236}">
                    <a16:creationId xmlns:a16="http://schemas.microsoft.com/office/drawing/2014/main" id="{9717BDFE-A805-E742-5666-C327895DB4D4}"/>
                  </a:ext>
                </a:extLst>
              </p:cNvPr>
              <p:cNvSpPr/>
              <p:nvPr/>
            </p:nvSpPr>
            <p:spPr>
              <a:xfrm>
                <a:off x="7747349" y="3664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7" name="Freeform 42156">
                <a:extLst>
                  <a:ext uri="{FF2B5EF4-FFF2-40B4-BE49-F238E27FC236}">
                    <a16:creationId xmlns:a16="http://schemas.microsoft.com/office/drawing/2014/main" id="{07DFEAD9-9D5E-26B3-8B86-5209CE810D4A}"/>
                  </a:ext>
                </a:extLst>
              </p:cNvPr>
              <p:cNvSpPr/>
              <p:nvPr/>
            </p:nvSpPr>
            <p:spPr>
              <a:xfrm>
                <a:off x="7747945" y="3636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8" name="Freeform 42157">
                <a:extLst>
                  <a:ext uri="{FF2B5EF4-FFF2-40B4-BE49-F238E27FC236}">
                    <a16:creationId xmlns:a16="http://schemas.microsoft.com/office/drawing/2014/main" id="{457314CF-EFC7-19B8-BBF7-3C5E1CA03D04}"/>
                  </a:ext>
                </a:extLst>
              </p:cNvPr>
              <p:cNvSpPr/>
              <p:nvPr/>
            </p:nvSpPr>
            <p:spPr>
              <a:xfrm>
                <a:off x="7748441" y="3608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59" name="Freeform 42158">
                <a:extLst>
                  <a:ext uri="{FF2B5EF4-FFF2-40B4-BE49-F238E27FC236}">
                    <a16:creationId xmlns:a16="http://schemas.microsoft.com/office/drawing/2014/main" id="{00955BD7-1CB2-2F8F-9AFF-07C6B9AD8564}"/>
                  </a:ext>
                </a:extLst>
              </p:cNvPr>
              <p:cNvSpPr/>
              <p:nvPr/>
            </p:nvSpPr>
            <p:spPr>
              <a:xfrm>
                <a:off x="7748937" y="358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0" name="Freeform 42159">
                <a:extLst>
                  <a:ext uri="{FF2B5EF4-FFF2-40B4-BE49-F238E27FC236}">
                    <a16:creationId xmlns:a16="http://schemas.microsoft.com/office/drawing/2014/main" id="{FCC5B513-457A-0F0C-F7C2-7663D835F65E}"/>
                  </a:ext>
                </a:extLst>
              </p:cNvPr>
              <p:cNvSpPr/>
              <p:nvPr/>
            </p:nvSpPr>
            <p:spPr>
              <a:xfrm>
                <a:off x="7749532" y="3581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1" name="Freeform 42160">
                <a:extLst>
                  <a:ext uri="{FF2B5EF4-FFF2-40B4-BE49-F238E27FC236}">
                    <a16:creationId xmlns:a16="http://schemas.microsoft.com/office/drawing/2014/main" id="{D3993870-49FD-4DAC-51A5-8EFC7DF361B2}"/>
                  </a:ext>
                </a:extLst>
              </p:cNvPr>
              <p:cNvSpPr/>
              <p:nvPr/>
            </p:nvSpPr>
            <p:spPr>
              <a:xfrm>
                <a:off x="7750028" y="3576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2" name="Freeform 42161">
                <a:extLst>
                  <a:ext uri="{FF2B5EF4-FFF2-40B4-BE49-F238E27FC236}">
                    <a16:creationId xmlns:a16="http://schemas.microsoft.com/office/drawing/2014/main" id="{A9BDCCAE-6CC3-783E-0B2B-495B3CE0CD8F}"/>
                  </a:ext>
                </a:extLst>
              </p:cNvPr>
              <p:cNvSpPr/>
              <p:nvPr/>
            </p:nvSpPr>
            <p:spPr>
              <a:xfrm>
                <a:off x="7750524" y="3567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3" name="Freeform 42162">
                <a:extLst>
                  <a:ext uri="{FF2B5EF4-FFF2-40B4-BE49-F238E27FC236}">
                    <a16:creationId xmlns:a16="http://schemas.microsoft.com/office/drawing/2014/main" id="{28213DE9-18B4-E151-6140-2A5E66FEE9FE}"/>
                  </a:ext>
                </a:extLst>
              </p:cNvPr>
              <p:cNvSpPr/>
              <p:nvPr/>
            </p:nvSpPr>
            <p:spPr>
              <a:xfrm>
                <a:off x="7751120" y="39725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4" name="Freeform 42163">
                <a:extLst>
                  <a:ext uri="{FF2B5EF4-FFF2-40B4-BE49-F238E27FC236}">
                    <a16:creationId xmlns:a16="http://schemas.microsoft.com/office/drawing/2014/main" id="{B0B3DAA1-29A4-2472-73B4-B07372486FAB}"/>
                  </a:ext>
                </a:extLst>
              </p:cNvPr>
              <p:cNvSpPr/>
              <p:nvPr/>
            </p:nvSpPr>
            <p:spPr>
              <a:xfrm>
                <a:off x="7751616" y="4040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5" name="Freeform 42164">
                <a:extLst>
                  <a:ext uri="{FF2B5EF4-FFF2-40B4-BE49-F238E27FC236}">
                    <a16:creationId xmlns:a16="http://schemas.microsoft.com/office/drawing/2014/main" id="{2C1DD712-FE10-A8F0-33B3-F778D060E0C3}"/>
                  </a:ext>
                </a:extLst>
              </p:cNvPr>
              <p:cNvSpPr/>
              <p:nvPr/>
            </p:nvSpPr>
            <p:spPr>
              <a:xfrm>
                <a:off x="7752112" y="4057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6" name="Freeform 42165">
                <a:extLst>
                  <a:ext uri="{FF2B5EF4-FFF2-40B4-BE49-F238E27FC236}">
                    <a16:creationId xmlns:a16="http://schemas.microsoft.com/office/drawing/2014/main" id="{A671C3AB-54E7-EAA4-0D7C-6E8CB442D861}"/>
                  </a:ext>
                </a:extLst>
              </p:cNvPr>
              <p:cNvSpPr/>
              <p:nvPr/>
            </p:nvSpPr>
            <p:spPr>
              <a:xfrm>
                <a:off x="7752707" y="4063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7" name="Freeform 42166">
                <a:extLst>
                  <a:ext uri="{FF2B5EF4-FFF2-40B4-BE49-F238E27FC236}">
                    <a16:creationId xmlns:a16="http://schemas.microsoft.com/office/drawing/2014/main" id="{F698B45D-9759-56FC-DBB5-D624B3A3EDA0}"/>
                  </a:ext>
                </a:extLst>
              </p:cNvPr>
              <p:cNvSpPr/>
              <p:nvPr/>
            </p:nvSpPr>
            <p:spPr>
              <a:xfrm>
                <a:off x="7753203" y="40651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8" name="Freeform 42167">
                <a:extLst>
                  <a:ext uri="{FF2B5EF4-FFF2-40B4-BE49-F238E27FC236}">
                    <a16:creationId xmlns:a16="http://schemas.microsoft.com/office/drawing/2014/main" id="{6DFB77B3-FB2C-B994-B5C8-060249BFE7A1}"/>
                  </a:ext>
                </a:extLst>
              </p:cNvPr>
              <p:cNvSpPr/>
              <p:nvPr/>
            </p:nvSpPr>
            <p:spPr>
              <a:xfrm>
                <a:off x="7753699" y="4067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69" name="Freeform 42168">
                <a:extLst>
                  <a:ext uri="{FF2B5EF4-FFF2-40B4-BE49-F238E27FC236}">
                    <a16:creationId xmlns:a16="http://schemas.microsoft.com/office/drawing/2014/main" id="{EF711C74-15B3-8F04-6463-CCE870F5DF53}"/>
                  </a:ext>
                </a:extLst>
              </p:cNvPr>
              <p:cNvSpPr/>
              <p:nvPr/>
            </p:nvSpPr>
            <p:spPr>
              <a:xfrm>
                <a:off x="7754195" y="4071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0" name="Freeform 42169">
                <a:extLst>
                  <a:ext uri="{FF2B5EF4-FFF2-40B4-BE49-F238E27FC236}">
                    <a16:creationId xmlns:a16="http://schemas.microsoft.com/office/drawing/2014/main" id="{400135C4-8F33-6558-C287-BF3BA01E37B0}"/>
                  </a:ext>
                </a:extLst>
              </p:cNvPr>
              <p:cNvSpPr/>
              <p:nvPr/>
            </p:nvSpPr>
            <p:spPr>
              <a:xfrm>
                <a:off x="7754791" y="4072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1" name="Freeform 42170">
                <a:extLst>
                  <a:ext uri="{FF2B5EF4-FFF2-40B4-BE49-F238E27FC236}">
                    <a16:creationId xmlns:a16="http://schemas.microsoft.com/office/drawing/2014/main" id="{2EDF3752-96CB-499E-9711-00CC6872B59C}"/>
                  </a:ext>
                </a:extLst>
              </p:cNvPr>
              <p:cNvSpPr/>
              <p:nvPr/>
            </p:nvSpPr>
            <p:spPr>
              <a:xfrm>
                <a:off x="7755287" y="4074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2" name="Freeform 42171">
                <a:extLst>
                  <a:ext uri="{FF2B5EF4-FFF2-40B4-BE49-F238E27FC236}">
                    <a16:creationId xmlns:a16="http://schemas.microsoft.com/office/drawing/2014/main" id="{F0D9E2DE-FAD6-B11A-E554-4409BD9E7D0B}"/>
                  </a:ext>
                </a:extLst>
              </p:cNvPr>
              <p:cNvSpPr/>
              <p:nvPr/>
            </p:nvSpPr>
            <p:spPr>
              <a:xfrm>
                <a:off x="7755783" y="4005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3" name="Freeform 42172">
                <a:extLst>
                  <a:ext uri="{FF2B5EF4-FFF2-40B4-BE49-F238E27FC236}">
                    <a16:creationId xmlns:a16="http://schemas.microsoft.com/office/drawing/2014/main" id="{D2C33649-C242-6C2F-F1BC-E3239F4DEE40}"/>
                  </a:ext>
                </a:extLst>
              </p:cNvPr>
              <p:cNvSpPr/>
              <p:nvPr/>
            </p:nvSpPr>
            <p:spPr>
              <a:xfrm>
                <a:off x="7756378" y="3746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4" name="Freeform 42173">
                <a:extLst>
                  <a:ext uri="{FF2B5EF4-FFF2-40B4-BE49-F238E27FC236}">
                    <a16:creationId xmlns:a16="http://schemas.microsoft.com/office/drawing/2014/main" id="{21F32469-DDD3-6581-F70D-803CE55B29CB}"/>
                  </a:ext>
                </a:extLst>
              </p:cNvPr>
              <p:cNvSpPr/>
              <p:nvPr/>
            </p:nvSpPr>
            <p:spPr>
              <a:xfrm>
                <a:off x="7756874" y="3752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5" name="Freeform 42174">
                <a:extLst>
                  <a:ext uri="{FF2B5EF4-FFF2-40B4-BE49-F238E27FC236}">
                    <a16:creationId xmlns:a16="http://schemas.microsoft.com/office/drawing/2014/main" id="{91C14669-1F33-55FE-CD0B-C8E0848CE266}"/>
                  </a:ext>
                </a:extLst>
              </p:cNvPr>
              <p:cNvSpPr/>
              <p:nvPr/>
            </p:nvSpPr>
            <p:spPr>
              <a:xfrm>
                <a:off x="7757370" y="3776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6" name="Freeform 42175">
                <a:extLst>
                  <a:ext uri="{FF2B5EF4-FFF2-40B4-BE49-F238E27FC236}">
                    <a16:creationId xmlns:a16="http://schemas.microsoft.com/office/drawing/2014/main" id="{F409F834-8975-6A1A-3366-DD8022B7D5D4}"/>
                  </a:ext>
                </a:extLst>
              </p:cNvPr>
              <p:cNvSpPr/>
              <p:nvPr/>
            </p:nvSpPr>
            <p:spPr>
              <a:xfrm>
                <a:off x="7757966" y="3777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7" name="Freeform 42176">
                <a:extLst>
                  <a:ext uri="{FF2B5EF4-FFF2-40B4-BE49-F238E27FC236}">
                    <a16:creationId xmlns:a16="http://schemas.microsoft.com/office/drawing/2014/main" id="{997752EF-5359-1D9F-05F6-F11F040F8062}"/>
                  </a:ext>
                </a:extLst>
              </p:cNvPr>
              <p:cNvSpPr/>
              <p:nvPr/>
            </p:nvSpPr>
            <p:spPr>
              <a:xfrm>
                <a:off x="7758462" y="3757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8" name="Freeform 42177">
                <a:extLst>
                  <a:ext uri="{FF2B5EF4-FFF2-40B4-BE49-F238E27FC236}">
                    <a16:creationId xmlns:a16="http://schemas.microsoft.com/office/drawing/2014/main" id="{6E55BDB5-D070-7FDD-7111-E4A350851F18}"/>
                  </a:ext>
                </a:extLst>
              </p:cNvPr>
              <p:cNvSpPr/>
              <p:nvPr/>
            </p:nvSpPr>
            <p:spPr>
              <a:xfrm>
                <a:off x="7758958" y="3722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79" name="Freeform 42178">
                <a:extLst>
                  <a:ext uri="{FF2B5EF4-FFF2-40B4-BE49-F238E27FC236}">
                    <a16:creationId xmlns:a16="http://schemas.microsoft.com/office/drawing/2014/main" id="{5EFC5461-FF04-F8EF-01C2-151C073580B2}"/>
                  </a:ext>
                </a:extLst>
              </p:cNvPr>
              <p:cNvSpPr/>
              <p:nvPr/>
            </p:nvSpPr>
            <p:spPr>
              <a:xfrm>
                <a:off x="7759553" y="3698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0" name="Freeform 42179">
                <a:extLst>
                  <a:ext uri="{FF2B5EF4-FFF2-40B4-BE49-F238E27FC236}">
                    <a16:creationId xmlns:a16="http://schemas.microsoft.com/office/drawing/2014/main" id="{8483A3D7-C27A-411A-543C-6743F62F9FCB}"/>
                  </a:ext>
                </a:extLst>
              </p:cNvPr>
              <p:cNvSpPr/>
              <p:nvPr/>
            </p:nvSpPr>
            <p:spPr>
              <a:xfrm>
                <a:off x="7760049" y="3675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1" name="Freeform 42180">
                <a:extLst>
                  <a:ext uri="{FF2B5EF4-FFF2-40B4-BE49-F238E27FC236}">
                    <a16:creationId xmlns:a16="http://schemas.microsoft.com/office/drawing/2014/main" id="{06504231-F07B-80DA-5950-90EB36D7736A}"/>
                  </a:ext>
                </a:extLst>
              </p:cNvPr>
              <p:cNvSpPr/>
              <p:nvPr/>
            </p:nvSpPr>
            <p:spPr>
              <a:xfrm>
                <a:off x="7760545" y="3648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2" name="Freeform 42181">
                <a:extLst>
                  <a:ext uri="{FF2B5EF4-FFF2-40B4-BE49-F238E27FC236}">
                    <a16:creationId xmlns:a16="http://schemas.microsoft.com/office/drawing/2014/main" id="{485E2FD6-C07C-9AFD-4CB3-9886B3DDFD63}"/>
                  </a:ext>
                </a:extLst>
              </p:cNvPr>
              <p:cNvSpPr/>
              <p:nvPr/>
            </p:nvSpPr>
            <p:spPr>
              <a:xfrm>
                <a:off x="7761141" y="3621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3" name="Freeform 42182">
                <a:extLst>
                  <a:ext uri="{FF2B5EF4-FFF2-40B4-BE49-F238E27FC236}">
                    <a16:creationId xmlns:a16="http://schemas.microsoft.com/office/drawing/2014/main" id="{F1BE1685-84D8-0A1C-31C1-8323864CAE3A}"/>
                  </a:ext>
                </a:extLst>
              </p:cNvPr>
              <p:cNvSpPr/>
              <p:nvPr/>
            </p:nvSpPr>
            <p:spPr>
              <a:xfrm>
                <a:off x="7761637" y="3596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4" name="Freeform 42183">
                <a:extLst>
                  <a:ext uri="{FF2B5EF4-FFF2-40B4-BE49-F238E27FC236}">
                    <a16:creationId xmlns:a16="http://schemas.microsoft.com/office/drawing/2014/main" id="{9E723C04-B66F-1E59-EAE6-5C25782A679F}"/>
                  </a:ext>
                </a:extLst>
              </p:cNvPr>
              <p:cNvSpPr/>
              <p:nvPr/>
            </p:nvSpPr>
            <p:spPr>
              <a:xfrm>
                <a:off x="7762133" y="358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5" name="Freeform 42184">
                <a:extLst>
                  <a:ext uri="{FF2B5EF4-FFF2-40B4-BE49-F238E27FC236}">
                    <a16:creationId xmlns:a16="http://schemas.microsoft.com/office/drawing/2014/main" id="{5003F722-DD94-394B-F4F1-EACC8332D68C}"/>
                  </a:ext>
                </a:extLst>
              </p:cNvPr>
              <p:cNvSpPr/>
              <p:nvPr/>
            </p:nvSpPr>
            <p:spPr>
              <a:xfrm>
                <a:off x="7762728" y="3552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6" name="Freeform 42185">
                <a:extLst>
                  <a:ext uri="{FF2B5EF4-FFF2-40B4-BE49-F238E27FC236}">
                    <a16:creationId xmlns:a16="http://schemas.microsoft.com/office/drawing/2014/main" id="{13D7CF3A-8B7E-D663-D79F-520ABC10A71D}"/>
                  </a:ext>
                </a:extLst>
              </p:cNvPr>
              <p:cNvSpPr/>
              <p:nvPr/>
            </p:nvSpPr>
            <p:spPr>
              <a:xfrm>
                <a:off x="7763224" y="3544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7" name="Freeform 42186">
                <a:extLst>
                  <a:ext uri="{FF2B5EF4-FFF2-40B4-BE49-F238E27FC236}">
                    <a16:creationId xmlns:a16="http://schemas.microsoft.com/office/drawing/2014/main" id="{C4EA9BD8-F353-20ED-D686-C4AB3DD0DBC5}"/>
                  </a:ext>
                </a:extLst>
              </p:cNvPr>
              <p:cNvSpPr/>
              <p:nvPr/>
            </p:nvSpPr>
            <p:spPr>
              <a:xfrm>
                <a:off x="7763720" y="394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8" name="Freeform 42187">
                <a:extLst>
                  <a:ext uri="{FF2B5EF4-FFF2-40B4-BE49-F238E27FC236}">
                    <a16:creationId xmlns:a16="http://schemas.microsoft.com/office/drawing/2014/main" id="{ECC3D90C-6E8D-689A-5798-54C115100648}"/>
                  </a:ext>
                </a:extLst>
              </p:cNvPr>
              <p:cNvSpPr/>
              <p:nvPr/>
            </p:nvSpPr>
            <p:spPr>
              <a:xfrm>
                <a:off x="7764316" y="4049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89" name="Freeform 42188">
                <a:extLst>
                  <a:ext uri="{FF2B5EF4-FFF2-40B4-BE49-F238E27FC236}">
                    <a16:creationId xmlns:a16="http://schemas.microsoft.com/office/drawing/2014/main" id="{8B074216-52DD-292C-141C-F50769C3855C}"/>
                  </a:ext>
                </a:extLst>
              </p:cNvPr>
              <p:cNvSpPr/>
              <p:nvPr/>
            </p:nvSpPr>
            <p:spPr>
              <a:xfrm>
                <a:off x="7764812" y="4069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0" name="Freeform 42189">
                <a:extLst>
                  <a:ext uri="{FF2B5EF4-FFF2-40B4-BE49-F238E27FC236}">
                    <a16:creationId xmlns:a16="http://schemas.microsoft.com/office/drawing/2014/main" id="{C1E2B7F9-9BB3-635A-07BB-8614DF63B40E}"/>
                  </a:ext>
                </a:extLst>
              </p:cNvPr>
              <p:cNvSpPr/>
              <p:nvPr/>
            </p:nvSpPr>
            <p:spPr>
              <a:xfrm>
                <a:off x="7765308" y="4071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1" name="Freeform 42190">
                <a:extLst>
                  <a:ext uri="{FF2B5EF4-FFF2-40B4-BE49-F238E27FC236}">
                    <a16:creationId xmlns:a16="http://schemas.microsoft.com/office/drawing/2014/main" id="{5264D8AD-BB0D-E388-C4F5-487017CAAA92}"/>
                  </a:ext>
                </a:extLst>
              </p:cNvPr>
              <p:cNvSpPr/>
              <p:nvPr/>
            </p:nvSpPr>
            <p:spPr>
              <a:xfrm>
                <a:off x="7765804" y="40663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2" name="Freeform 42191">
                <a:extLst>
                  <a:ext uri="{FF2B5EF4-FFF2-40B4-BE49-F238E27FC236}">
                    <a16:creationId xmlns:a16="http://schemas.microsoft.com/office/drawing/2014/main" id="{2C68EFCC-EA23-3B85-AFB8-2AB5F2B68408}"/>
                  </a:ext>
                </a:extLst>
              </p:cNvPr>
              <p:cNvSpPr/>
              <p:nvPr/>
            </p:nvSpPr>
            <p:spPr>
              <a:xfrm>
                <a:off x="7766399" y="4065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3" name="Freeform 42192">
                <a:extLst>
                  <a:ext uri="{FF2B5EF4-FFF2-40B4-BE49-F238E27FC236}">
                    <a16:creationId xmlns:a16="http://schemas.microsoft.com/office/drawing/2014/main" id="{05A60A92-3C13-0561-CF52-B4A74DD6ADD2}"/>
                  </a:ext>
                </a:extLst>
              </p:cNvPr>
              <p:cNvSpPr/>
              <p:nvPr/>
            </p:nvSpPr>
            <p:spPr>
              <a:xfrm>
                <a:off x="7766895" y="4068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4" name="Freeform 42193">
                <a:extLst>
                  <a:ext uri="{FF2B5EF4-FFF2-40B4-BE49-F238E27FC236}">
                    <a16:creationId xmlns:a16="http://schemas.microsoft.com/office/drawing/2014/main" id="{3275335E-4A9D-0738-3795-D53932218C72}"/>
                  </a:ext>
                </a:extLst>
              </p:cNvPr>
              <p:cNvSpPr/>
              <p:nvPr/>
            </p:nvSpPr>
            <p:spPr>
              <a:xfrm>
                <a:off x="7767391" y="4068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5" name="Freeform 42194">
                <a:extLst>
                  <a:ext uri="{FF2B5EF4-FFF2-40B4-BE49-F238E27FC236}">
                    <a16:creationId xmlns:a16="http://schemas.microsoft.com/office/drawing/2014/main" id="{475E4F46-8A1D-1A2B-50E0-43E217779023}"/>
                  </a:ext>
                </a:extLst>
              </p:cNvPr>
              <p:cNvSpPr/>
              <p:nvPr/>
            </p:nvSpPr>
            <p:spPr>
              <a:xfrm>
                <a:off x="7767987" y="4056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6" name="Freeform 42195">
                <a:extLst>
                  <a:ext uri="{FF2B5EF4-FFF2-40B4-BE49-F238E27FC236}">
                    <a16:creationId xmlns:a16="http://schemas.microsoft.com/office/drawing/2014/main" id="{F15AB8D1-CFA2-2F75-F018-8B73572FA276}"/>
                  </a:ext>
                </a:extLst>
              </p:cNvPr>
              <p:cNvSpPr/>
              <p:nvPr/>
            </p:nvSpPr>
            <p:spPr>
              <a:xfrm>
                <a:off x="7768483" y="3883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7" name="Freeform 42196">
                <a:extLst>
                  <a:ext uri="{FF2B5EF4-FFF2-40B4-BE49-F238E27FC236}">
                    <a16:creationId xmlns:a16="http://schemas.microsoft.com/office/drawing/2014/main" id="{5CDDEAB4-6B90-D255-ABAC-AC36A57E8743}"/>
                  </a:ext>
                </a:extLst>
              </p:cNvPr>
              <p:cNvSpPr/>
              <p:nvPr/>
            </p:nvSpPr>
            <p:spPr>
              <a:xfrm>
                <a:off x="7768979" y="3677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8" name="Freeform 42197">
                <a:extLst>
                  <a:ext uri="{FF2B5EF4-FFF2-40B4-BE49-F238E27FC236}">
                    <a16:creationId xmlns:a16="http://schemas.microsoft.com/office/drawing/2014/main" id="{22F6335C-9A25-7B12-E18A-54697332EA26}"/>
                  </a:ext>
                </a:extLst>
              </p:cNvPr>
              <p:cNvSpPr/>
              <p:nvPr/>
            </p:nvSpPr>
            <p:spPr>
              <a:xfrm>
                <a:off x="7769574" y="3695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99" name="Freeform 42198">
                <a:extLst>
                  <a:ext uri="{FF2B5EF4-FFF2-40B4-BE49-F238E27FC236}">
                    <a16:creationId xmlns:a16="http://schemas.microsoft.com/office/drawing/2014/main" id="{085F741A-E9C1-3857-C722-7CC46800BCAD}"/>
                  </a:ext>
                </a:extLst>
              </p:cNvPr>
              <p:cNvSpPr/>
              <p:nvPr/>
            </p:nvSpPr>
            <p:spPr>
              <a:xfrm>
                <a:off x="7770070" y="3729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0" name="Freeform 42199">
                <a:extLst>
                  <a:ext uri="{FF2B5EF4-FFF2-40B4-BE49-F238E27FC236}">
                    <a16:creationId xmlns:a16="http://schemas.microsoft.com/office/drawing/2014/main" id="{DBDB9C02-38CF-43BF-7E7B-1E2BD3518A50}"/>
                  </a:ext>
                </a:extLst>
              </p:cNvPr>
              <p:cNvSpPr/>
              <p:nvPr/>
            </p:nvSpPr>
            <p:spPr>
              <a:xfrm>
                <a:off x="7770566" y="3737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1" name="Freeform 42200">
                <a:extLst>
                  <a:ext uri="{FF2B5EF4-FFF2-40B4-BE49-F238E27FC236}">
                    <a16:creationId xmlns:a16="http://schemas.microsoft.com/office/drawing/2014/main" id="{BA2FE488-B108-8695-8B72-01AA636B389A}"/>
                  </a:ext>
                </a:extLst>
              </p:cNvPr>
              <p:cNvSpPr/>
              <p:nvPr/>
            </p:nvSpPr>
            <p:spPr>
              <a:xfrm>
                <a:off x="7771162" y="3710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2" name="Freeform 42201">
                <a:extLst>
                  <a:ext uri="{FF2B5EF4-FFF2-40B4-BE49-F238E27FC236}">
                    <a16:creationId xmlns:a16="http://schemas.microsoft.com/office/drawing/2014/main" id="{2ABAE629-A28D-5697-D11D-8DB0D855AD80}"/>
                  </a:ext>
                </a:extLst>
              </p:cNvPr>
              <p:cNvSpPr/>
              <p:nvPr/>
            </p:nvSpPr>
            <p:spPr>
              <a:xfrm>
                <a:off x="7771658" y="3655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3" name="Freeform 42202">
                <a:extLst>
                  <a:ext uri="{FF2B5EF4-FFF2-40B4-BE49-F238E27FC236}">
                    <a16:creationId xmlns:a16="http://schemas.microsoft.com/office/drawing/2014/main" id="{45B4C2C4-8D88-7A63-937C-CFB8DB2B2622}"/>
                  </a:ext>
                </a:extLst>
              </p:cNvPr>
              <p:cNvSpPr/>
              <p:nvPr/>
            </p:nvSpPr>
            <p:spPr>
              <a:xfrm>
                <a:off x="7772154" y="3607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4" name="Freeform 42203">
                <a:extLst>
                  <a:ext uri="{FF2B5EF4-FFF2-40B4-BE49-F238E27FC236}">
                    <a16:creationId xmlns:a16="http://schemas.microsoft.com/office/drawing/2014/main" id="{C16ADB49-4392-7D57-C44A-5C779C5EB035}"/>
                  </a:ext>
                </a:extLst>
              </p:cNvPr>
              <p:cNvSpPr/>
              <p:nvPr/>
            </p:nvSpPr>
            <p:spPr>
              <a:xfrm>
                <a:off x="7772749" y="3573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5" name="Freeform 42204">
                <a:extLst>
                  <a:ext uri="{FF2B5EF4-FFF2-40B4-BE49-F238E27FC236}">
                    <a16:creationId xmlns:a16="http://schemas.microsoft.com/office/drawing/2014/main" id="{FA20376F-7427-9D67-E5E3-BEF491311600}"/>
                  </a:ext>
                </a:extLst>
              </p:cNvPr>
              <p:cNvSpPr/>
              <p:nvPr/>
            </p:nvSpPr>
            <p:spPr>
              <a:xfrm>
                <a:off x="7773245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6" name="Freeform 42205">
                <a:extLst>
                  <a:ext uri="{FF2B5EF4-FFF2-40B4-BE49-F238E27FC236}">
                    <a16:creationId xmlns:a16="http://schemas.microsoft.com/office/drawing/2014/main" id="{9247DDF3-A37D-9259-4160-B4A39EFBAFE0}"/>
                  </a:ext>
                </a:extLst>
              </p:cNvPr>
              <p:cNvSpPr/>
              <p:nvPr/>
            </p:nvSpPr>
            <p:spPr>
              <a:xfrm>
                <a:off x="7773741" y="3518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7" name="Freeform 42206">
                <a:extLst>
                  <a:ext uri="{FF2B5EF4-FFF2-40B4-BE49-F238E27FC236}">
                    <a16:creationId xmlns:a16="http://schemas.microsoft.com/office/drawing/2014/main" id="{3EC7C915-D381-6227-476C-533A63AD5B77}"/>
                  </a:ext>
                </a:extLst>
              </p:cNvPr>
              <p:cNvSpPr/>
              <p:nvPr/>
            </p:nvSpPr>
            <p:spPr>
              <a:xfrm>
                <a:off x="7774337" y="3510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8" name="Freeform 42207">
                <a:extLst>
                  <a:ext uri="{FF2B5EF4-FFF2-40B4-BE49-F238E27FC236}">
                    <a16:creationId xmlns:a16="http://schemas.microsoft.com/office/drawing/2014/main" id="{B1920D18-FC93-C5F3-68E2-3B79B778B8F2}"/>
                  </a:ext>
                </a:extLst>
              </p:cNvPr>
              <p:cNvSpPr/>
              <p:nvPr/>
            </p:nvSpPr>
            <p:spPr>
              <a:xfrm>
                <a:off x="7774833" y="3497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09" name="Freeform 42208">
                <a:extLst>
                  <a:ext uri="{FF2B5EF4-FFF2-40B4-BE49-F238E27FC236}">
                    <a16:creationId xmlns:a16="http://schemas.microsoft.com/office/drawing/2014/main" id="{DA4B483B-2A8C-922F-65E4-32CA14678CBB}"/>
                  </a:ext>
                </a:extLst>
              </p:cNvPr>
              <p:cNvSpPr/>
              <p:nvPr/>
            </p:nvSpPr>
            <p:spPr>
              <a:xfrm>
                <a:off x="7775329" y="3499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0" name="Freeform 42209">
                <a:extLst>
                  <a:ext uri="{FF2B5EF4-FFF2-40B4-BE49-F238E27FC236}">
                    <a16:creationId xmlns:a16="http://schemas.microsoft.com/office/drawing/2014/main" id="{B04E3FA2-20BD-5111-C8F0-AA57330FE04E}"/>
                  </a:ext>
                </a:extLst>
              </p:cNvPr>
              <p:cNvSpPr/>
              <p:nvPr/>
            </p:nvSpPr>
            <p:spPr>
              <a:xfrm>
                <a:off x="7775924" y="3532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1" name="Freeform 42210">
                <a:extLst>
                  <a:ext uri="{FF2B5EF4-FFF2-40B4-BE49-F238E27FC236}">
                    <a16:creationId xmlns:a16="http://schemas.microsoft.com/office/drawing/2014/main" id="{FC0B5920-FBEF-1A41-9092-7633177F6604}"/>
                  </a:ext>
                </a:extLst>
              </p:cNvPr>
              <p:cNvSpPr/>
              <p:nvPr/>
            </p:nvSpPr>
            <p:spPr>
              <a:xfrm>
                <a:off x="7776420" y="3794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2" name="Freeform 42211">
                <a:extLst>
                  <a:ext uri="{FF2B5EF4-FFF2-40B4-BE49-F238E27FC236}">
                    <a16:creationId xmlns:a16="http://schemas.microsoft.com/office/drawing/2014/main" id="{EA06CAD9-BB46-8146-1E97-56634D54E474}"/>
                  </a:ext>
                </a:extLst>
              </p:cNvPr>
              <p:cNvSpPr/>
              <p:nvPr/>
            </p:nvSpPr>
            <p:spPr>
              <a:xfrm>
                <a:off x="7776916" y="3969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3" name="Freeform 42212">
                <a:extLst>
                  <a:ext uri="{FF2B5EF4-FFF2-40B4-BE49-F238E27FC236}">
                    <a16:creationId xmlns:a16="http://schemas.microsoft.com/office/drawing/2014/main" id="{99AE240D-4686-D01C-B1F3-5053CC1389C0}"/>
                  </a:ext>
                </a:extLst>
              </p:cNvPr>
              <p:cNvSpPr/>
              <p:nvPr/>
            </p:nvSpPr>
            <p:spPr>
              <a:xfrm>
                <a:off x="7777413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4" name="Freeform 42213">
                <a:extLst>
                  <a:ext uri="{FF2B5EF4-FFF2-40B4-BE49-F238E27FC236}">
                    <a16:creationId xmlns:a16="http://schemas.microsoft.com/office/drawing/2014/main" id="{06622048-6AEE-9D81-455D-FBC4719C236F}"/>
                  </a:ext>
                </a:extLst>
              </p:cNvPr>
              <p:cNvSpPr/>
              <p:nvPr/>
            </p:nvSpPr>
            <p:spPr>
              <a:xfrm>
                <a:off x="7778008" y="39888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5" name="Freeform 42214">
                <a:extLst>
                  <a:ext uri="{FF2B5EF4-FFF2-40B4-BE49-F238E27FC236}">
                    <a16:creationId xmlns:a16="http://schemas.microsoft.com/office/drawing/2014/main" id="{F414785A-4357-526E-ECEA-936899002579}"/>
                  </a:ext>
                </a:extLst>
              </p:cNvPr>
              <p:cNvSpPr/>
              <p:nvPr/>
            </p:nvSpPr>
            <p:spPr>
              <a:xfrm>
                <a:off x="7778504" y="39765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6" name="Freeform 42215">
                <a:extLst>
                  <a:ext uri="{FF2B5EF4-FFF2-40B4-BE49-F238E27FC236}">
                    <a16:creationId xmlns:a16="http://schemas.microsoft.com/office/drawing/2014/main" id="{AE3FE1BD-707C-7708-D144-88878B723353}"/>
                  </a:ext>
                </a:extLst>
              </p:cNvPr>
              <p:cNvSpPr/>
              <p:nvPr/>
            </p:nvSpPr>
            <p:spPr>
              <a:xfrm>
                <a:off x="7779000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7" name="Freeform 42216">
                <a:extLst>
                  <a:ext uri="{FF2B5EF4-FFF2-40B4-BE49-F238E27FC236}">
                    <a16:creationId xmlns:a16="http://schemas.microsoft.com/office/drawing/2014/main" id="{8C3C1050-4D4F-6DA2-75E7-943023CA4845}"/>
                  </a:ext>
                </a:extLst>
              </p:cNvPr>
              <p:cNvSpPr/>
              <p:nvPr/>
            </p:nvSpPr>
            <p:spPr>
              <a:xfrm>
                <a:off x="7779595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8" name="Freeform 42217">
                <a:extLst>
                  <a:ext uri="{FF2B5EF4-FFF2-40B4-BE49-F238E27FC236}">
                    <a16:creationId xmlns:a16="http://schemas.microsoft.com/office/drawing/2014/main" id="{E2B43DA7-EAC2-E255-D190-6CB1B7BD6B8B}"/>
                  </a:ext>
                </a:extLst>
              </p:cNvPr>
              <p:cNvSpPr/>
              <p:nvPr/>
            </p:nvSpPr>
            <p:spPr>
              <a:xfrm>
                <a:off x="7780091" y="39182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19" name="Freeform 42218">
                <a:extLst>
                  <a:ext uri="{FF2B5EF4-FFF2-40B4-BE49-F238E27FC236}">
                    <a16:creationId xmlns:a16="http://schemas.microsoft.com/office/drawing/2014/main" id="{288B60F5-427B-A140-4B12-E3892D02B50D}"/>
                  </a:ext>
                </a:extLst>
              </p:cNvPr>
              <p:cNvSpPr/>
              <p:nvPr/>
            </p:nvSpPr>
            <p:spPr>
              <a:xfrm>
                <a:off x="7780588" y="3968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0" name="Freeform 42219">
                <a:extLst>
                  <a:ext uri="{FF2B5EF4-FFF2-40B4-BE49-F238E27FC236}">
                    <a16:creationId xmlns:a16="http://schemas.microsoft.com/office/drawing/2014/main" id="{BA411DCA-3DF5-51DC-FE4E-B6B98EC79AB3}"/>
                  </a:ext>
                </a:extLst>
              </p:cNvPr>
              <p:cNvSpPr/>
              <p:nvPr/>
            </p:nvSpPr>
            <p:spPr>
              <a:xfrm>
                <a:off x="7781183" y="3741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1" name="Freeform 42220">
                <a:extLst>
                  <a:ext uri="{FF2B5EF4-FFF2-40B4-BE49-F238E27FC236}">
                    <a16:creationId xmlns:a16="http://schemas.microsoft.com/office/drawing/2014/main" id="{6493A123-5AFA-FB00-0341-6D5C5A6A1FBD}"/>
                  </a:ext>
                </a:extLst>
              </p:cNvPr>
              <p:cNvSpPr/>
              <p:nvPr/>
            </p:nvSpPr>
            <p:spPr>
              <a:xfrm>
                <a:off x="7781679" y="3706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2" name="Freeform 42221">
                <a:extLst>
                  <a:ext uri="{FF2B5EF4-FFF2-40B4-BE49-F238E27FC236}">
                    <a16:creationId xmlns:a16="http://schemas.microsoft.com/office/drawing/2014/main" id="{676741ED-0281-17A2-B07F-2782929CE76C}"/>
                  </a:ext>
                </a:extLst>
              </p:cNvPr>
              <p:cNvSpPr/>
              <p:nvPr/>
            </p:nvSpPr>
            <p:spPr>
              <a:xfrm>
                <a:off x="7782175" y="3720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3" name="Freeform 42222">
                <a:extLst>
                  <a:ext uri="{FF2B5EF4-FFF2-40B4-BE49-F238E27FC236}">
                    <a16:creationId xmlns:a16="http://schemas.microsoft.com/office/drawing/2014/main" id="{64A57325-66B7-E4B2-1147-A55C39DC5ED3}"/>
                  </a:ext>
                </a:extLst>
              </p:cNvPr>
              <p:cNvSpPr/>
              <p:nvPr/>
            </p:nvSpPr>
            <p:spPr>
              <a:xfrm>
                <a:off x="7782770" y="374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4" name="Freeform 42223">
                <a:extLst>
                  <a:ext uri="{FF2B5EF4-FFF2-40B4-BE49-F238E27FC236}">
                    <a16:creationId xmlns:a16="http://schemas.microsoft.com/office/drawing/2014/main" id="{7FE4BAA2-A676-9B2C-C90D-393E4AAED43C}"/>
                  </a:ext>
                </a:extLst>
              </p:cNvPr>
              <p:cNvSpPr/>
              <p:nvPr/>
            </p:nvSpPr>
            <p:spPr>
              <a:xfrm>
                <a:off x="7783266" y="3746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5" name="Freeform 42224">
                <a:extLst>
                  <a:ext uri="{FF2B5EF4-FFF2-40B4-BE49-F238E27FC236}">
                    <a16:creationId xmlns:a16="http://schemas.microsoft.com/office/drawing/2014/main" id="{EF86679F-46B5-AB3D-D191-EBD9F53D6A96}"/>
                  </a:ext>
                </a:extLst>
              </p:cNvPr>
              <p:cNvSpPr/>
              <p:nvPr/>
            </p:nvSpPr>
            <p:spPr>
              <a:xfrm>
                <a:off x="7783763" y="3720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6" name="Freeform 42225">
                <a:extLst>
                  <a:ext uri="{FF2B5EF4-FFF2-40B4-BE49-F238E27FC236}">
                    <a16:creationId xmlns:a16="http://schemas.microsoft.com/office/drawing/2014/main" id="{628CADB0-B09B-9932-1E84-941CC2FFA7E6}"/>
                  </a:ext>
                </a:extLst>
              </p:cNvPr>
              <p:cNvSpPr/>
              <p:nvPr/>
            </p:nvSpPr>
            <p:spPr>
              <a:xfrm>
                <a:off x="7784358" y="3710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7" name="Freeform 42226">
                <a:extLst>
                  <a:ext uri="{FF2B5EF4-FFF2-40B4-BE49-F238E27FC236}">
                    <a16:creationId xmlns:a16="http://schemas.microsoft.com/office/drawing/2014/main" id="{DAFCD512-518B-EC0D-EC83-AB0CBA558B31}"/>
                  </a:ext>
                </a:extLst>
              </p:cNvPr>
              <p:cNvSpPr/>
              <p:nvPr/>
            </p:nvSpPr>
            <p:spPr>
              <a:xfrm>
                <a:off x="7784854" y="3671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8" name="Freeform 42227">
                <a:extLst>
                  <a:ext uri="{FF2B5EF4-FFF2-40B4-BE49-F238E27FC236}">
                    <a16:creationId xmlns:a16="http://schemas.microsoft.com/office/drawing/2014/main" id="{8FBE8B35-6A97-5280-D86A-02A71BB50CD7}"/>
                  </a:ext>
                </a:extLst>
              </p:cNvPr>
              <p:cNvSpPr/>
              <p:nvPr/>
            </p:nvSpPr>
            <p:spPr>
              <a:xfrm>
                <a:off x="7785350" y="3634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29" name="Freeform 42228">
                <a:extLst>
                  <a:ext uri="{FF2B5EF4-FFF2-40B4-BE49-F238E27FC236}">
                    <a16:creationId xmlns:a16="http://schemas.microsoft.com/office/drawing/2014/main" id="{99995FBC-CC27-2D19-B5B3-35F68FB8F0D4}"/>
                  </a:ext>
                </a:extLst>
              </p:cNvPr>
              <p:cNvSpPr/>
              <p:nvPr/>
            </p:nvSpPr>
            <p:spPr>
              <a:xfrm>
                <a:off x="7785945" y="3597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0" name="Freeform 42229">
                <a:extLst>
                  <a:ext uri="{FF2B5EF4-FFF2-40B4-BE49-F238E27FC236}">
                    <a16:creationId xmlns:a16="http://schemas.microsoft.com/office/drawing/2014/main" id="{47665817-D84B-7943-8065-6A814D5FECC3}"/>
                  </a:ext>
                </a:extLst>
              </p:cNvPr>
              <p:cNvSpPr/>
              <p:nvPr/>
            </p:nvSpPr>
            <p:spPr>
              <a:xfrm>
                <a:off x="7786441" y="3575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1" name="Freeform 42230">
                <a:extLst>
                  <a:ext uri="{FF2B5EF4-FFF2-40B4-BE49-F238E27FC236}">
                    <a16:creationId xmlns:a16="http://schemas.microsoft.com/office/drawing/2014/main" id="{FE3B9A16-A123-0E57-7A52-632E83F472A4}"/>
                  </a:ext>
                </a:extLst>
              </p:cNvPr>
              <p:cNvSpPr/>
              <p:nvPr/>
            </p:nvSpPr>
            <p:spPr>
              <a:xfrm>
                <a:off x="7786938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2" name="Freeform 42231">
                <a:extLst>
                  <a:ext uri="{FF2B5EF4-FFF2-40B4-BE49-F238E27FC236}">
                    <a16:creationId xmlns:a16="http://schemas.microsoft.com/office/drawing/2014/main" id="{69BB46C4-C6F8-0DA1-63A9-1150ED3F6F77}"/>
                  </a:ext>
                </a:extLst>
              </p:cNvPr>
              <p:cNvSpPr/>
              <p:nvPr/>
            </p:nvSpPr>
            <p:spPr>
              <a:xfrm>
                <a:off x="7787533" y="3525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3" name="Freeform 42232">
                <a:extLst>
                  <a:ext uri="{FF2B5EF4-FFF2-40B4-BE49-F238E27FC236}">
                    <a16:creationId xmlns:a16="http://schemas.microsoft.com/office/drawing/2014/main" id="{07E7C198-F275-6394-BE4D-8D646D9AB795}"/>
                  </a:ext>
                </a:extLst>
              </p:cNvPr>
              <p:cNvSpPr/>
              <p:nvPr/>
            </p:nvSpPr>
            <p:spPr>
              <a:xfrm>
                <a:off x="7788029" y="3534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4" name="Freeform 42233">
                <a:extLst>
                  <a:ext uri="{FF2B5EF4-FFF2-40B4-BE49-F238E27FC236}">
                    <a16:creationId xmlns:a16="http://schemas.microsoft.com/office/drawing/2014/main" id="{9A1705DC-441C-1275-649C-41E2F5B41986}"/>
                  </a:ext>
                </a:extLst>
              </p:cNvPr>
              <p:cNvSpPr/>
              <p:nvPr/>
            </p:nvSpPr>
            <p:spPr>
              <a:xfrm>
                <a:off x="7788525" y="3561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5" name="Freeform 42234">
                <a:extLst>
                  <a:ext uri="{FF2B5EF4-FFF2-40B4-BE49-F238E27FC236}">
                    <a16:creationId xmlns:a16="http://schemas.microsoft.com/office/drawing/2014/main" id="{5A7A130F-BB52-A740-A2D7-F884384B7090}"/>
                  </a:ext>
                </a:extLst>
              </p:cNvPr>
              <p:cNvSpPr/>
              <p:nvPr/>
            </p:nvSpPr>
            <p:spPr>
              <a:xfrm>
                <a:off x="7789120" y="38912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6" name="Freeform 42235">
                <a:extLst>
                  <a:ext uri="{FF2B5EF4-FFF2-40B4-BE49-F238E27FC236}">
                    <a16:creationId xmlns:a16="http://schemas.microsoft.com/office/drawing/2014/main" id="{210B6820-5C66-E632-C9DD-937D3BC8D0BC}"/>
                  </a:ext>
                </a:extLst>
              </p:cNvPr>
              <p:cNvSpPr/>
              <p:nvPr/>
            </p:nvSpPr>
            <p:spPr>
              <a:xfrm>
                <a:off x="7789616" y="4017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7" name="Freeform 42236">
                <a:extLst>
                  <a:ext uri="{FF2B5EF4-FFF2-40B4-BE49-F238E27FC236}">
                    <a16:creationId xmlns:a16="http://schemas.microsoft.com/office/drawing/2014/main" id="{21F6CAC3-19F9-A061-3FAE-629CCEEE655C}"/>
                  </a:ext>
                </a:extLst>
              </p:cNvPr>
              <p:cNvSpPr/>
              <p:nvPr/>
            </p:nvSpPr>
            <p:spPr>
              <a:xfrm>
                <a:off x="7790113" y="40570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8" name="Freeform 42237">
                <a:extLst>
                  <a:ext uri="{FF2B5EF4-FFF2-40B4-BE49-F238E27FC236}">
                    <a16:creationId xmlns:a16="http://schemas.microsoft.com/office/drawing/2014/main" id="{C5AEB716-FCC6-7763-22F1-574640663810}"/>
                  </a:ext>
                </a:extLst>
              </p:cNvPr>
              <p:cNvSpPr/>
              <p:nvPr/>
            </p:nvSpPr>
            <p:spPr>
              <a:xfrm>
                <a:off x="7790609" y="4046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39" name="Freeform 42238">
                <a:extLst>
                  <a:ext uri="{FF2B5EF4-FFF2-40B4-BE49-F238E27FC236}">
                    <a16:creationId xmlns:a16="http://schemas.microsoft.com/office/drawing/2014/main" id="{5E2B5C5E-405A-AF3A-2817-B17FE9FDE8FE}"/>
                  </a:ext>
                </a:extLst>
              </p:cNvPr>
              <p:cNvSpPr/>
              <p:nvPr/>
            </p:nvSpPr>
            <p:spPr>
              <a:xfrm>
                <a:off x="7791204" y="4044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0" name="Freeform 42239">
                <a:extLst>
                  <a:ext uri="{FF2B5EF4-FFF2-40B4-BE49-F238E27FC236}">
                    <a16:creationId xmlns:a16="http://schemas.microsoft.com/office/drawing/2014/main" id="{F62C8481-8A28-94C3-380C-1C5BAA437177}"/>
                  </a:ext>
                </a:extLst>
              </p:cNvPr>
              <p:cNvSpPr/>
              <p:nvPr/>
            </p:nvSpPr>
            <p:spPr>
              <a:xfrm>
                <a:off x="7791700" y="4040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1" name="Freeform 42240">
                <a:extLst>
                  <a:ext uri="{FF2B5EF4-FFF2-40B4-BE49-F238E27FC236}">
                    <a16:creationId xmlns:a16="http://schemas.microsoft.com/office/drawing/2014/main" id="{F1E39974-5419-2EB9-4E91-9A72B1B6947C}"/>
                  </a:ext>
                </a:extLst>
              </p:cNvPr>
              <p:cNvSpPr/>
              <p:nvPr/>
            </p:nvSpPr>
            <p:spPr>
              <a:xfrm>
                <a:off x="7792196" y="4029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2" name="Freeform 42241">
                <a:extLst>
                  <a:ext uri="{FF2B5EF4-FFF2-40B4-BE49-F238E27FC236}">
                    <a16:creationId xmlns:a16="http://schemas.microsoft.com/office/drawing/2014/main" id="{00F69A5D-3913-4FEE-D885-8A6513D86382}"/>
                  </a:ext>
                </a:extLst>
              </p:cNvPr>
              <p:cNvSpPr/>
              <p:nvPr/>
            </p:nvSpPr>
            <p:spPr>
              <a:xfrm>
                <a:off x="7792791" y="4036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3" name="Freeform 42242">
                <a:extLst>
                  <a:ext uri="{FF2B5EF4-FFF2-40B4-BE49-F238E27FC236}">
                    <a16:creationId xmlns:a16="http://schemas.microsoft.com/office/drawing/2014/main" id="{CFD5F1CE-1A7F-B6D6-58AE-07054268BEA8}"/>
                  </a:ext>
                </a:extLst>
              </p:cNvPr>
              <p:cNvSpPr/>
              <p:nvPr/>
            </p:nvSpPr>
            <p:spPr>
              <a:xfrm>
                <a:off x="7793288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4" name="Freeform 42243">
                <a:extLst>
                  <a:ext uri="{FF2B5EF4-FFF2-40B4-BE49-F238E27FC236}">
                    <a16:creationId xmlns:a16="http://schemas.microsoft.com/office/drawing/2014/main" id="{1A5AB053-453C-1FBE-769F-215C5ED048A5}"/>
                  </a:ext>
                </a:extLst>
              </p:cNvPr>
              <p:cNvSpPr/>
              <p:nvPr/>
            </p:nvSpPr>
            <p:spPr>
              <a:xfrm>
                <a:off x="7793784" y="3703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5" name="Freeform 42244">
                <a:extLst>
                  <a:ext uri="{FF2B5EF4-FFF2-40B4-BE49-F238E27FC236}">
                    <a16:creationId xmlns:a16="http://schemas.microsoft.com/office/drawing/2014/main" id="{DE43D49D-F150-5BF8-4FAD-2A1245639ABA}"/>
                  </a:ext>
                </a:extLst>
              </p:cNvPr>
              <p:cNvSpPr/>
              <p:nvPr/>
            </p:nvSpPr>
            <p:spPr>
              <a:xfrm>
                <a:off x="7794379" y="3575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6" name="Freeform 42245">
                <a:extLst>
                  <a:ext uri="{FF2B5EF4-FFF2-40B4-BE49-F238E27FC236}">
                    <a16:creationId xmlns:a16="http://schemas.microsoft.com/office/drawing/2014/main" id="{EB5B20E9-1EF0-7BBB-1844-078661FB4E6D}"/>
                  </a:ext>
                </a:extLst>
              </p:cNvPr>
              <p:cNvSpPr/>
              <p:nvPr/>
            </p:nvSpPr>
            <p:spPr>
              <a:xfrm>
                <a:off x="7794875" y="359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7" name="Freeform 42246">
                <a:extLst>
                  <a:ext uri="{FF2B5EF4-FFF2-40B4-BE49-F238E27FC236}">
                    <a16:creationId xmlns:a16="http://schemas.microsoft.com/office/drawing/2014/main" id="{13517104-D456-A756-52CB-CF3428E0564C}"/>
                  </a:ext>
                </a:extLst>
              </p:cNvPr>
              <p:cNvSpPr/>
              <p:nvPr/>
            </p:nvSpPr>
            <p:spPr>
              <a:xfrm>
                <a:off x="7795371" y="3626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8" name="Freeform 42247">
                <a:extLst>
                  <a:ext uri="{FF2B5EF4-FFF2-40B4-BE49-F238E27FC236}">
                    <a16:creationId xmlns:a16="http://schemas.microsoft.com/office/drawing/2014/main" id="{5BCCDB81-DCF4-4E30-1AE7-553C1A4C7A7C}"/>
                  </a:ext>
                </a:extLst>
              </p:cNvPr>
              <p:cNvSpPr/>
              <p:nvPr/>
            </p:nvSpPr>
            <p:spPr>
              <a:xfrm>
                <a:off x="7795966" y="3632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49" name="Freeform 42248">
                <a:extLst>
                  <a:ext uri="{FF2B5EF4-FFF2-40B4-BE49-F238E27FC236}">
                    <a16:creationId xmlns:a16="http://schemas.microsoft.com/office/drawing/2014/main" id="{E822E4AE-E53E-2630-31B7-387FB18E1FFE}"/>
                  </a:ext>
                </a:extLst>
              </p:cNvPr>
              <p:cNvSpPr/>
              <p:nvPr/>
            </p:nvSpPr>
            <p:spPr>
              <a:xfrm>
                <a:off x="7796463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0" name="Freeform 42249">
                <a:extLst>
                  <a:ext uri="{FF2B5EF4-FFF2-40B4-BE49-F238E27FC236}">
                    <a16:creationId xmlns:a16="http://schemas.microsoft.com/office/drawing/2014/main" id="{EC7A87ED-C9FA-EAD8-48D7-00BECFF9946C}"/>
                  </a:ext>
                </a:extLst>
              </p:cNvPr>
              <p:cNvSpPr/>
              <p:nvPr/>
            </p:nvSpPr>
            <p:spPr>
              <a:xfrm>
                <a:off x="7796959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1" name="Freeform 42250">
                <a:extLst>
                  <a:ext uri="{FF2B5EF4-FFF2-40B4-BE49-F238E27FC236}">
                    <a16:creationId xmlns:a16="http://schemas.microsoft.com/office/drawing/2014/main" id="{6DAB9E41-220C-8CD0-7307-ABC782D729F2}"/>
                  </a:ext>
                </a:extLst>
              </p:cNvPr>
              <p:cNvSpPr/>
              <p:nvPr/>
            </p:nvSpPr>
            <p:spPr>
              <a:xfrm>
                <a:off x="7797554" y="3457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2" name="Freeform 42251">
                <a:extLst>
                  <a:ext uri="{FF2B5EF4-FFF2-40B4-BE49-F238E27FC236}">
                    <a16:creationId xmlns:a16="http://schemas.microsoft.com/office/drawing/2014/main" id="{660EED7B-A54C-DF68-226F-98C2C13DFD6A}"/>
                  </a:ext>
                </a:extLst>
              </p:cNvPr>
              <p:cNvSpPr/>
              <p:nvPr/>
            </p:nvSpPr>
            <p:spPr>
              <a:xfrm>
                <a:off x="7798050" y="3409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3" name="Freeform 42252">
                <a:extLst>
                  <a:ext uri="{FF2B5EF4-FFF2-40B4-BE49-F238E27FC236}">
                    <a16:creationId xmlns:a16="http://schemas.microsoft.com/office/drawing/2014/main" id="{4BC81E9F-9F06-BEC0-E20C-90E5FB401A30}"/>
                  </a:ext>
                </a:extLst>
              </p:cNvPr>
              <p:cNvSpPr/>
              <p:nvPr/>
            </p:nvSpPr>
            <p:spPr>
              <a:xfrm>
                <a:off x="7798546" y="3371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4" name="Freeform 42253">
                <a:extLst>
                  <a:ext uri="{FF2B5EF4-FFF2-40B4-BE49-F238E27FC236}">
                    <a16:creationId xmlns:a16="http://schemas.microsoft.com/office/drawing/2014/main" id="{6DD6BC01-61B6-9855-EA56-753F3245BDB2}"/>
                  </a:ext>
                </a:extLst>
              </p:cNvPr>
              <p:cNvSpPr/>
              <p:nvPr/>
            </p:nvSpPr>
            <p:spPr>
              <a:xfrm>
                <a:off x="7799141" y="33329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5" name="Freeform 42254">
                <a:extLst>
                  <a:ext uri="{FF2B5EF4-FFF2-40B4-BE49-F238E27FC236}">
                    <a16:creationId xmlns:a16="http://schemas.microsoft.com/office/drawing/2014/main" id="{9A7EC116-13B5-6E3B-41E8-9146CC1706C2}"/>
                  </a:ext>
                </a:extLst>
              </p:cNvPr>
              <p:cNvSpPr/>
              <p:nvPr/>
            </p:nvSpPr>
            <p:spPr>
              <a:xfrm>
                <a:off x="7799638" y="3313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6" name="Freeform 42255">
                <a:extLst>
                  <a:ext uri="{FF2B5EF4-FFF2-40B4-BE49-F238E27FC236}">
                    <a16:creationId xmlns:a16="http://schemas.microsoft.com/office/drawing/2014/main" id="{589AD5DC-F721-4865-2C6C-6F07243FBE97}"/>
                  </a:ext>
                </a:extLst>
              </p:cNvPr>
              <p:cNvSpPr/>
              <p:nvPr/>
            </p:nvSpPr>
            <p:spPr>
              <a:xfrm>
                <a:off x="7800134" y="3311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7" name="Freeform 42256">
                <a:extLst>
                  <a:ext uri="{FF2B5EF4-FFF2-40B4-BE49-F238E27FC236}">
                    <a16:creationId xmlns:a16="http://schemas.microsoft.com/office/drawing/2014/main" id="{027A012D-5CBB-F373-3893-78283147F59E}"/>
                  </a:ext>
                </a:extLst>
              </p:cNvPr>
              <p:cNvSpPr/>
              <p:nvPr/>
            </p:nvSpPr>
            <p:spPr>
              <a:xfrm>
                <a:off x="7800729" y="3358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8" name="Freeform 42257">
                <a:extLst>
                  <a:ext uri="{FF2B5EF4-FFF2-40B4-BE49-F238E27FC236}">
                    <a16:creationId xmlns:a16="http://schemas.microsoft.com/office/drawing/2014/main" id="{641F2F1A-ECE8-DBE6-5051-E8C800AD9739}"/>
                  </a:ext>
                </a:extLst>
              </p:cNvPr>
              <p:cNvSpPr/>
              <p:nvPr/>
            </p:nvSpPr>
            <p:spPr>
              <a:xfrm>
                <a:off x="7801225" y="3401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59" name="Freeform 42258">
                <a:extLst>
                  <a:ext uri="{FF2B5EF4-FFF2-40B4-BE49-F238E27FC236}">
                    <a16:creationId xmlns:a16="http://schemas.microsoft.com/office/drawing/2014/main" id="{D19B8D72-7851-46A8-EB6C-84B9C9199A9A}"/>
                  </a:ext>
                </a:extLst>
              </p:cNvPr>
              <p:cNvSpPr/>
              <p:nvPr/>
            </p:nvSpPr>
            <p:spPr>
              <a:xfrm>
                <a:off x="7801721" y="384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0" name="Freeform 42259">
                <a:extLst>
                  <a:ext uri="{FF2B5EF4-FFF2-40B4-BE49-F238E27FC236}">
                    <a16:creationId xmlns:a16="http://schemas.microsoft.com/office/drawing/2014/main" id="{22E0607D-069E-26A5-D599-3C35004B09DD}"/>
                  </a:ext>
                </a:extLst>
              </p:cNvPr>
              <p:cNvSpPr/>
              <p:nvPr/>
            </p:nvSpPr>
            <p:spPr>
              <a:xfrm>
                <a:off x="7802217" y="3983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1" name="Freeform 42260">
                <a:extLst>
                  <a:ext uri="{FF2B5EF4-FFF2-40B4-BE49-F238E27FC236}">
                    <a16:creationId xmlns:a16="http://schemas.microsoft.com/office/drawing/2014/main" id="{0A42CD17-B9C7-C5E1-7BF1-85A30C2E3618}"/>
                  </a:ext>
                </a:extLst>
              </p:cNvPr>
              <p:cNvSpPr/>
              <p:nvPr/>
            </p:nvSpPr>
            <p:spPr>
              <a:xfrm>
                <a:off x="7802813" y="39933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2" name="Freeform 42261">
                <a:extLst>
                  <a:ext uri="{FF2B5EF4-FFF2-40B4-BE49-F238E27FC236}">
                    <a16:creationId xmlns:a16="http://schemas.microsoft.com/office/drawing/2014/main" id="{371C5D51-412B-AF70-F902-621136AE9F57}"/>
                  </a:ext>
                </a:extLst>
              </p:cNvPr>
              <p:cNvSpPr/>
              <p:nvPr/>
            </p:nvSpPr>
            <p:spPr>
              <a:xfrm>
                <a:off x="7803309" y="4006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3" name="Freeform 42262">
                <a:extLst>
                  <a:ext uri="{FF2B5EF4-FFF2-40B4-BE49-F238E27FC236}">
                    <a16:creationId xmlns:a16="http://schemas.microsoft.com/office/drawing/2014/main" id="{99016639-0A1E-6D21-ABA3-A4191F796D2F}"/>
                  </a:ext>
                </a:extLst>
              </p:cNvPr>
              <p:cNvSpPr/>
              <p:nvPr/>
            </p:nvSpPr>
            <p:spPr>
              <a:xfrm>
                <a:off x="7803805" y="4001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4" name="Freeform 42263">
                <a:extLst>
                  <a:ext uri="{FF2B5EF4-FFF2-40B4-BE49-F238E27FC236}">
                    <a16:creationId xmlns:a16="http://schemas.microsoft.com/office/drawing/2014/main" id="{EB9CEBF8-2310-6CE4-E72C-CA006643ABDE}"/>
                  </a:ext>
                </a:extLst>
              </p:cNvPr>
              <p:cNvSpPr/>
              <p:nvPr/>
            </p:nvSpPr>
            <p:spPr>
              <a:xfrm>
                <a:off x="7804400" y="39966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5" name="Freeform 42264">
                <a:extLst>
                  <a:ext uri="{FF2B5EF4-FFF2-40B4-BE49-F238E27FC236}">
                    <a16:creationId xmlns:a16="http://schemas.microsoft.com/office/drawing/2014/main" id="{14F71011-2C67-8A5E-8C2A-EBA73DC6BE0B}"/>
                  </a:ext>
                </a:extLst>
              </p:cNvPr>
              <p:cNvSpPr/>
              <p:nvPr/>
            </p:nvSpPr>
            <p:spPr>
              <a:xfrm>
                <a:off x="7804896" y="399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6" name="Freeform 42265">
                <a:extLst>
                  <a:ext uri="{FF2B5EF4-FFF2-40B4-BE49-F238E27FC236}">
                    <a16:creationId xmlns:a16="http://schemas.microsoft.com/office/drawing/2014/main" id="{BAD36337-5694-0529-1555-B4A41AA49B43}"/>
                  </a:ext>
                </a:extLst>
              </p:cNvPr>
              <p:cNvSpPr/>
              <p:nvPr/>
            </p:nvSpPr>
            <p:spPr>
              <a:xfrm>
                <a:off x="7805392" y="3990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7" name="Freeform 42266">
                <a:extLst>
                  <a:ext uri="{FF2B5EF4-FFF2-40B4-BE49-F238E27FC236}">
                    <a16:creationId xmlns:a16="http://schemas.microsoft.com/office/drawing/2014/main" id="{9A81D3E2-B144-6DBE-9BD8-1D8DB38D9CEF}"/>
                  </a:ext>
                </a:extLst>
              </p:cNvPr>
              <p:cNvSpPr/>
              <p:nvPr/>
            </p:nvSpPr>
            <p:spPr>
              <a:xfrm>
                <a:off x="7805988" y="3987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8" name="Freeform 42267">
                <a:extLst>
                  <a:ext uri="{FF2B5EF4-FFF2-40B4-BE49-F238E27FC236}">
                    <a16:creationId xmlns:a16="http://schemas.microsoft.com/office/drawing/2014/main" id="{1C0717FE-01F5-5A02-89D8-80CA6312F5DC}"/>
                  </a:ext>
                </a:extLst>
              </p:cNvPr>
              <p:cNvSpPr/>
              <p:nvPr/>
            </p:nvSpPr>
            <p:spPr>
              <a:xfrm>
                <a:off x="7806484" y="3815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69" name="Freeform 42268">
                <a:extLst>
                  <a:ext uri="{FF2B5EF4-FFF2-40B4-BE49-F238E27FC236}">
                    <a16:creationId xmlns:a16="http://schemas.microsoft.com/office/drawing/2014/main" id="{B4EC837D-61F1-542E-4135-59A2283A2764}"/>
                  </a:ext>
                </a:extLst>
              </p:cNvPr>
              <p:cNvSpPr/>
              <p:nvPr/>
            </p:nvSpPr>
            <p:spPr>
              <a:xfrm>
                <a:off x="7806980" y="3452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0" name="Freeform 42269">
                <a:extLst>
                  <a:ext uri="{FF2B5EF4-FFF2-40B4-BE49-F238E27FC236}">
                    <a16:creationId xmlns:a16="http://schemas.microsoft.com/office/drawing/2014/main" id="{AF05D8A2-FCB2-7D55-F0E1-F23DF6EA762C}"/>
                  </a:ext>
                </a:extLst>
              </p:cNvPr>
              <p:cNvSpPr/>
              <p:nvPr/>
            </p:nvSpPr>
            <p:spPr>
              <a:xfrm>
                <a:off x="7807575" y="3486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1" name="Freeform 42270">
                <a:extLst>
                  <a:ext uri="{FF2B5EF4-FFF2-40B4-BE49-F238E27FC236}">
                    <a16:creationId xmlns:a16="http://schemas.microsoft.com/office/drawing/2014/main" id="{45374791-9DB4-72C5-A831-E7B862D55410}"/>
                  </a:ext>
                </a:extLst>
              </p:cNvPr>
              <p:cNvSpPr/>
              <p:nvPr/>
            </p:nvSpPr>
            <p:spPr>
              <a:xfrm>
                <a:off x="7808071" y="3511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2" name="Freeform 42271">
                <a:extLst>
                  <a:ext uri="{FF2B5EF4-FFF2-40B4-BE49-F238E27FC236}">
                    <a16:creationId xmlns:a16="http://schemas.microsoft.com/office/drawing/2014/main" id="{5A35BF59-B23B-B585-46C5-B4DFC2FE2C4B}"/>
                  </a:ext>
                </a:extLst>
              </p:cNvPr>
              <p:cNvSpPr/>
              <p:nvPr/>
            </p:nvSpPr>
            <p:spPr>
              <a:xfrm>
                <a:off x="7808567" y="3510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3" name="Freeform 42272">
                <a:extLst>
                  <a:ext uri="{FF2B5EF4-FFF2-40B4-BE49-F238E27FC236}">
                    <a16:creationId xmlns:a16="http://schemas.microsoft.com/office/drawing/2014/main" id="{7E7C3BC8-DCBA-DCD6-7147-D550A9A2C497}"/>
                  </a:ext>
                </a:extLst>
              </p:cNvPr>
              <p:cNvSpPr/>
              <p:nvPr/>
            </p:nvSpPr>
            <p:spPr>
              <a:xfrm>
                <a:off x="7809163" y="3473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4" name="Freeform 42273">
                <a:extLst>
                  <a:ext uri="{FF2B5EF4-FFF2-40B4-BE49-F238E27FC236}">
                    <a16:creationId xmlns:a16="http://schemas.microsoft.com/office/drawing/2014/main" id="{27FB39EA-6788-AA9F-0330-226EC66CAC01}"/>
                  </a:ext>
                </a:extLst>
              </p:cNvPr>
              <p:cNvSpPr/>
              <p:nvPr/>
            </p:nvSpPr>
            <p:spPr>
              <a:xfrm>
                <a:off x="7809659" y="3416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5" name="Freeform 42274">
                <a:extLst>
                  <a:ext uri="{FF2B5EF4-FFF2-40B4-BE49-F238E27FC236}">
                    <a16:creationId xmlns:a16="http://schemas.microsoft.com/office/drawing/2014/main" id="{9E5622FF-2BA2-6F6B-96AD-5D226425C2F5}"/>
                  </a:ext>
                </a:extLst>
              </p:cNvPr>
              <p:cNvSpPr/>
              <p:nvPr/>
            </p:nvSpPr>
            <p:spPr>
              <a:xfrm>
                <a:off x="7810155" y="3354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6" name="Freeform 42275">
                <a:extLst>
                  <a:ext uri="{FF2B5EF4-FFF2-40B4-BE49-F238E27FC236}">
                    <a16:creationId xmlns:a16="http://schemas.microsoft.com/office/drawing/2014/main" id="{F81F4617-10E4-3616-D99E-009F043A283D}"/>
                  </a:ext>
                </a:extLst>
              </p:cNvPr>
              <p:cNvSpPr/>
              <p:nvPr/>
            </p:nvSpPr>
            <p:spPr>
              <a:xfrm>
                <a:off x="7810750" y="3275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7" name="Freeform 42276">
                <a:extLst>
                  <a:ext uri="{FF2B5EF4-FFF2-40B4-BE49-F238E27FC236}">
                    <a16:creationId xmlns:a16="http://schemas.microsoft.com/office/drawing/2014/main" id="{0AC965BC-D95C-F6D5-3086-BD19B05E6C5F}"/>
                  </a:ext>
                </a:extLst>
              </p:cNvPr>
              <p:cNvSpPr/>
              <p:nvPr/>
            </p:nvSpPr>
            <p:spPr>
              <a:xfrm>
                <a:off x="7811246" y="3231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8" name="Freeform 42277">
                <a:extLst>
                  <a:ext uri="{FF2B5EF4-FFF2-40B4-BE49-F238E27FC236}">
                    <a16:creationId xmlns:a16="http://schemas.microsoft.com/office/drawing/2014/main" id="{84F42B3A-E50C-A62E-EEE1-D87A74505E00}"/>
                  </a:ext>
                </a:extLst>
              </p:cNvPr>
              <p:cNvSpPr/>
              <p:nvPr/>
            </p:nvSpPr>
            <p:spPr>
              <a:xfrm>
                <a:off x="7811742" y="3174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79" name="Freeform 42278">
                <a:extLst>
                  <a:ext uri="{FF2B5EF4-FFF2-40B4-BE49-F238E27FC236}">
                    <a16:creationId xmlns:a16="http://schemas.microsoft.com/office/drawing/2014/main" id="{CBE40BA2-1483-0737-7C98-38659B30C65F}"/>
                  </a:ext>
                </a:extLst>
              </p:cNvPr>
              <p:cNvSpPr/>
              <p:nvPr/>
            </p:nvSpPr>
            <p:spPr>
              <a:xfrm>
                <a:off x="7812338" y="3163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0" name="Freeform 42279">
                <a:extLst>
                  <a:ext uri="{FF2B5EF4-FFF2-40B4-BE49-F238E27FC236}">
                    <a16:creationId xmlns:a16="http://schemas.microsoft.com/office/drawing/2014/main" id="{4B25E646-81A0-421C-5DAA-227691130204}"/>
                  </a:ext>
                </a:extLst>
              </p:cNvPr>
              <p:cNvSpPr/>
              <p:nvPr/>
            </p:nvSpPr>
            <p:spPr>
              <a:xfrm>
                <a:off x="7812834" y="3153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1" name="Freeform 42280">
                <a:extLst>
                  <a:ext uri="{FF2B5EF4-FFF2-40B4-BE49-F238E27FC236}">
                    <a16:creationId xmlns:a16="http://schemas.microsoft.com/office/drawing/2014/main" id="{ED6EB69F-5EE8-9FF7-0822-2FCDE0A0D6C7}"/>
                  </a:ext>
                </a:extLst>
              </p:cNvPr>
              <p:cNvSpPr/>
              <p:nvPr/>
            </p:nvSpPr>
            <p:spPr>
              <a:xfrm>
                <a:off x="7813330" y="3151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2" name="Freeform 42281">
                <a:extLst>
                  <a:ext uri="{FF2B5EF4-FFF2-40B4-BE49-F238E27FC236}">
                    <a16:creationId xmlns:a16="http://schemas.microsoft.com/office/drawing/2014/main" id="{77B39F4A-3C30-32F5-E68F-2C5B9C952567}"/>
                  </a:ext>
                </a:extLst>
              </p:cNvPr>
              <p:cNvSpPr/>
              <p:nvPr/>
            </p:nvSpPr>
            <p:spPr>
              <a:xfrm>
                <a:off x="7813826" y="3206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3" name="Freeform 42282">
                <a:extLst>
                  <a:ext uri="{FF2B5EF4-FFF2-40B4-BE49-F238E27FC236}">
                    <a16:creationId xmlns:a16="http://schemas.microsoft.com/office/drawing/2014/main" id="{87E83E14-C53F-77D5-741C-520A7A7607CD}"/>
                  </a:ext>
                </a:extLst>
              </p:cNvPr>
              <p:cNvSpPr/>
              <p:nvPr/>
            </p:nvSpPr>
            <p:spPr>
              <a:xfrm>
                <a:off x="7814421" y="3772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4" name="Freeform 42283">
                <a:extLst>
                  <a:ext uri="{FF2B5EF4-FFF2-40B4-BE49-F238E27FC236}">
                    <a16:creationId xmlns:a16="http://schemas.microsoft.com/office/drawing/2014/main" id="{4EFB1519-E245-2F58-65F9-EB789E96224F}"/>
                  </a:ext>
                </a:extLst>
              </p:cNvPr>
              <p:cNvSpPr/>
              <p:nvPr/>
            </p:nvSpPr>
            <p:spPr>
              <a:xfrm>
                <a:off x="7814917" y="398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5" name="Freeform 42284">
                <a:extLst>
                  <a:ext uri="{FF2B5EF4-FFF2-40B4-BE49-F238E27FC236}">
                    <a16:creationId xmlns:a16="http://schemas.microsoft.com/office/drawing/2014/main" id="{1225E723-291E-97C7-3FEC-3860BD3A1C05}"/>
                  </a:ext>
                </a:extLst>
              </p:cNvPr>
              <p:cNvSpPr/>
              <p:nvPr/>
            </p:nvSpPr>
            <p:spPr>
              <a:xfrm>
                <a:off x="7815413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6" name="Freeform 42285">
                <a:extLst>
                  <a:ext uri="{FF2B5EF4-FFF2-40B4-BE49-F238E27FC236}">
                    <a16:creationId xmlns:a16="http://schemas.microsoft.com/office/drawing/2014/main" id="{0900D389-D303-DEF6-A05F-CFD553552C74}"/>
                  </a:ext>
                </a:extLst>
              </p:cNvPr>
              <p:cNvSpPr/>
              <p:nvPr/>
            </p:nvSpPr>
            <p:spPr>
              <a:xfrm>
                <a:off x="7816009" y="39999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7" name="Freeform 42286">
                <a:extLst>
                  <a:ext uri="{FF2B5EF4-FFF2-40B4-BE49-F238E27FC236}">
                    <a16:creationId xmlns:a16="http://schemas.microsoft.com/office/drawing/2014/main" id="{F9E3F552-38A4-AE9D-995F-CE7C51D8C3F8}"/>
                  </a:ext>
                </a:extLst>
              </p:cNvPr>
              <p:cNvSpPr/>
              <p:nvPr/>
            </p:nvSpPr>
            <p:spPr>
              <a:xfrm>
                <a:off x="7816505" y="3991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8" name="Freeform 42287">
                <a:extLst>
                  <a:ext uri="{FF2B5EF4-FFF2-40B4-BE49-F238E27FC236}">
                    <a16:creationId xmlns:a16="http://schemas.microsoft.com/office/drawing/2014/main" id="{0C9B7C24-48E6-3855-4B01-75A073E1EE38}"/>
                  </a:ext>
                </a:extLst>
              </p:cNvPr>
              <p:cNvSpPr/>
              <p:nvPr/>
            </p:nvSpPr>
            <p:spPr>
              <a:xfrm>
                <a:off x="7817001" y="398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89" name="Freeform 42288">
                <a:extLst>
                  <a:ext uri="{FF2B5EF4-FFF2-40B4-BE49-F238E27FC236}">
                    <a16:creationId xmlns:a16="http://schemas.microsoft.com/office/drawing/2014/main" id="{BE772BF6-ED76-D40B-BF9C-07DAF4BF1458}"/>
                  </a:ext>
                </a:extLst>
              </p:cNvPr>
              <p:cNvSpPr/>
              <p:nvPr/>
            </p:nvSpPr>
            <p:spPr>
              <a:xfrm>
                <a:off x="7817596" y="3996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0" name="Freeform 42289">
                <a:extLst>
                  <a:ext uri="{FF2B5EF4-FFF2-40B4-BE49-F238E27FC236}">
                    <a16:creationId xmlns:a16="http://schemas.microsoft.com/office/drawing/2014/main" id="{22F07C3D-49EB-2C03-B13B-9FEB88B6597C}"/>
                  </a:ext>
                </a:extLst>
              </p:cNvPr>
              <p:cNvSpPr/>
              <p:nvPr/>
            </p:nvSpPr>
            <p:spPr>
              <a:xfrm>
                <a:off x="7818092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1" name="Freeform 42290">
                <a:extLst>
                  <a:ext uri="{FF2B5EF4-FFF2-40B4-BE49-F238E27FC236}">
                    <a16:creationId xmlns:a16="http://schemas.microsoft.com/office/drawing/2014/main" id="{0DEDE82A-40A0-12EB-87A0-A322903BE325}"/>
                  </a:ext>
                </a:extLst>
              </p:cNvPr>
              <p:cNvSpPr/>
              <p:nvPr/>
            </p:nvSpPr>
            <p:spPr>
              <a:xfrm>
                <a:off x="7818588" y="3999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2" name="Freeform 42291">
                <a:extLst>
                  <a:ext uri="{FF2B5EF4-FFF2-40B4-BE49-F238E27FC236}">
                    <a16:creationId xmlns:a16="http://schemas.microsoft.com/office/drawing/2014/main" id="{DE4AE5FD-5C06-93BC-A7F6-1569EFCDDE94}"/>
                  </a:ext>
                </a:extLst>
              </p:cNvPr>
              <p:cNvSpPr/>
              <p:nvPr/>
            </p:nvSpPr>
            <p:spPr>
              <a:xfrm>
                <a:off x="7819184" y="3754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3" name="Freeform 42292">
                <a:extLst>
                  <a:ext uri="{FF2B5EF4-FFF2-40B4-BE49-F238E27FC236}">
                    <a16:creationId xmlns:a16="http://schemas.microsoft.com/office/drawing/2014/main" id="{219FE45F-2007-FD4C-A56F-1EA30D8BD98C}"/>
                  </a:ext>
                </a:extLst>
              </p:cNvPr>
              <p:cNvSpPr/>
              <p:nvPr/>
            </p:nvSpPr>
            <p:spPr>
              <a:xfrm>
                <a:off x="7819680" y="3508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4" name="Freeform 42293">
                <a:extLst>
                  <a:ext uri="{FF2B5EF4-FFF2-40B4-BE49-F238E27FC236}">
                    <a16:creationId xmlns:a16="http://schemas.microsoft.com/office/drawing/2014/main" id="{D2253731-AB23-428C-756F-DF7DC0A95956}"/>
                  </a:ext>
                </a:extLst>
              </p:cNvPr>
              <p:cNvSpPr/>
              <p:nvPr/>
            </p:nvSpPr>
            <p:spPr>
              <a:xfrm>
                <a:off x="7820176" y="3541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5" name="Freeform 42294">
                <a:extLst>
                  <a:ext uri="{FF2B5EF4-FFF2-40B4-BE49-F238E27FC236}">
                    <a16:creationId xmlns:a16="http://schemas.microsoft.com/office/drawing/2014/main" id="{911601AC-255B-17A5-34F4-59E2788DA21B}"/>
                  </a:ext>
                </a:extLst>
              </p:cNvPr>
              <p:cNvSpPr/>
              <p:nvPr/>
            </p:nvSpPr>
            <p:spPr>
              <a:xfrm>
                <a:off x="7820771" y="3574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6" name="Freeform 42295">
                <a:extLst>
                  <a:ext uri="{FF2B5EF4-FFF2-40B4-BE49-F238E27FC236}">
                    <a16:creationId xmlns:a16="http://schemas.microsoft.com/office/drawing/2014/main" id="{48B76965-E889-A407-BC99-813EB2F7A5D8}"/>
                  </a:ext>
                </a:extLst>
              </p:cNvPr>
              <p:cNvSpPr/>
              <p:nvPr/>
            </p:nvSpPr>
            <p:spPr>
              <a:xfrm>
                <a:off x="7821267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7" name="Freeform 42296">
                <a:extLst>
                  <a:ext uri="{FF2B5EF4-FFF2-40B4-BE49-F238E27FC236}">
                    <a16:creationId xmlns:a16="http://schemas.microsoft.com/office/drawing/2014/main" id="{62CE7FD7-9FE6-0C6D-31D2-31523F1DA206}"/>
                  </a:ext>
                </a:extLst>
              </p:cNvPr>
              <p:cNvSpPr/>
              <p:nvPr/>
            </p:nvSpPr>
            <p:spPr>
              <a:xfrm>
                <a:off x="7821763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8" name="Freeform 42297">
                <a:extLst>
                  <a:ext uri="{FF2B5EF4-FFF2-40B4-BE49-F238E27FC236}">
                    <a16:creationId xmlns:a16="http://schemas.microsoft.com/office/drawing/2014/main" id="{F688440C-35D1-6116-E161-BEEEAD81790D}"/>
                  </a:ext>
                </a:extLst>
              </p:cNvPr>
              <p:cNvSpPr/>
              <p:nvPr/>
            </p:nvSpPr>
            <p:spPr>
              <a:xfrm>
                <a:off x="7822359" y="3508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99" name="Freeform 42298">
                <a:extLst>
                  <a:ext uri="{FF2B5EF4-FFF2-40B4-BE49-F238E27FC236}">
                    <a16:creationId xmlns:a16="http://schemas.microsoft.com/office/drawing/2014/main" id="{3BD8FBE0-D018-DA32-0BF9-E70BF7620225}"/>
                  </a:ext>
                </a:extLst>
              </p:cNvPr>
              <p:cNvSpPr/>
              <p:nvPr/>
            </p:nvSpPr>
            <p:spPr>
              <a:xfrm>
                <a:off x="7822855" y="3454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0" name="Freeform 42299">
                <a:extLst>
                  <a:ext uri="{FF2B5EF4-FFF2-40B4-BE49-F238E27FC236}">
                    <a16:creationId xmlns:a16="http://schemas.microsoft.com/office/drawing/2014/main" id="{9DDE3921-FAC5-A6F0-DFCE-E15138961906}"/>
                  </a:ext>
                </a:extLst>
              </p:cNvPr>
              <p:cNvSpPr/>
              <p:nvPr/>
            </p:nvSpPr>
            <p:spPr>
              <a:xfrm>
                <a:off x="7823351" y="3421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1" name="Freeform 42300">
                <a:extLst>
                  <a:ext uri="{FF2B5EF4-FFF2-40B4-BE49-F238E27FC236}">
                    <a16:creationId xmlns:a16="http://schemas.microsoft.com/office/drawing/2014/main" id="{2B567139-ED73-9991-4288-CFD56F4A3BD3}"/>
                  </a:ext>
                </a:extLst>
              </p:cNvPr>
              <p:cNvSpPr/>
              <p:nvPr/>
            </p:nvSpPr>
            <p:spPr>
              <a:xfrm>
                <a:off x="7823946" y="33779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2" name="Freeform 42301">
                <a:extLst>
                  <a:ext uri="{FF2B5EF4-FFF2-40B4-BE49-F238E27FC236}">
                    <a16:creationId xmlns:a16="http://schemas.microsoft.com/office/drawing/2014/main" id="{CD663C48-AA41-7C18-BDDF-6BB2859AB211}"/>
                  </a:ext>
                </a:extLst>
              </p:cNvPr>
              <p:cNvSpPr/>
              <p:nvPr/>
            </p:nvSpPr>
            <p:spPr>
              <a:xfrm>
                <a:off x="7824442" y="3349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3" name="Freeform 42302">
                <a:extLst>
                  <a:ext uri="{FF2B5EF4-FFF2-40B4-BE49-F238E27FC236}">
                    <a16:creationId xmlns:a16="http://schemas.microsoft.com/office/drawing/2014/main" id="{8A257E5A-9975-1CB6-C49D-F4A6C36E2CCC}"/>
                  </a:ext>
                </a:extLst>
              </p:cNvPr>
              <p:cNvSpPr/>
              <p:nvPr/>
            </p:nvSpPr>
            <p:spPr>
              <a:xfrm>
                <a:off x="7824938" y="3313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4" name="Freeform 42303">
                <a:extLst>
                  <a:ext uri="{FF2B5EF4-FFF2-40B4-BE49-F238E27FC236}">
                    <a16:creationId xmlns:a16="http://schemas.microsoft.com/office/drawing/2014/main" id="{34F4F705-865C-DFA7-D891-4C10E238ABAB}"/>
                  </a:ext>
                </a:extLst>
              </p:cNvPr>
              <p:cNvSpPr/>
              <p:nvPr/>
            </p:nvSpPr>
            <p:spPr>
              <a:xfrm>
                <a:off x="7825534" y="3276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5" name="Freeform 42304">
                <a:extLst>
                  <a:ext uri="{FF2B5EF4-FFF2-40B4-BE49-F238E27FC236}">
                    <a16:creationId xmlns:a16="http://schemas.microsoft.com/office/drawing/2014/main" id="{0AC5D1C3-771A-C943-27CA-98088852BDD4}"/>
                  </a:ext>
                </a:extLst>
              </p:cNvPr>
              <p:cNvSpPr/>
              <p:nvPr/>
            </p:nvSpPr>
            <p:spPr>
              <a:xfrm>
                <a:off x="7826030" y="3237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6" name="Freeform 42305">
                <a:extLst>
                  <a:ext uri="{FF2B5EF4-FFF2-40B4-BE49-F238E27FC236}">
                    <a16:creationId xmlns:a16="http://schemas.microsoft.com/office/drawing/2014/main" id="{33616A17-E278-A294-4A78-D15AD877B8DE}"/>
                  </a:ext>
                </a:extLst>
              </p:cNvPr>
              <p:cNvSpPr/>
              <p:nvPr/>
            </p:nvSpPr>
            <p:spPr>
              <a:xfrm>
                <a:off x="7826526" y="3261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7" name="Freeform 42306">
                <a:extLst>
                  <a:ext uri="{FF2B5EF4-FFF2-40B4-BE49-F238E27FC236}">
                    <a16:creationId xmlns:a16="http://schemas.microsoft.com/office/drawing/2014/main" id="{99C9A4F1-7ECE-C78A-269D-536FD19E9771}"/>
                  </a:ext>
                </a:extLst>
              </p:cNvPr>
              <p:cNvSpPr/>
              <p:nvPr/>
            </p:nvSpPr>
            <p:spPr>
              <a:xfrm>
                <a:off x="7827022" y="3784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8" name="Freeform 42307">
                <a:extLst>
                  <a:ext uri="{FF2B5EF4-FFF2-40B4-BE49-F238E27FC236}">
                    <a16:creationId xmlns:a16="http://schemas.microsoft.com/office/drawing/2014/main" id="{E75EC7C0-0CE2-CBB5-F8D9-13C15D021D50}"/>
                  </a:ext>
                </a:extLst>
              </p:cNvPr>
              <p:cNvSpPr/>
              <p:nvPr/>
            </p:nvSpPr>
            <p:spPr>
              <a:xfrm>
                <a:off x="7827617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09" name="Freeform 42308">
                <a:extLst>
                  <a:ext uri="{FF2B5EF4-FFF2-40B4-BE49-F238E27FC236}">
                    <a16:creationId xmlns:a16="http://schemas.microsoft.com/office/drawing/2014/main" id="{1FCD41CE-A7D9-7AD4-42A6-502677A69AA3}"/>
                  </a:ext>
                </a:extLst>
              </p:cNvPr>
              <p:cNvSpPr/>
              <p:nvPr/>
            </p:nvSpPr>
            <p:spPr>
              <a:xfrm>
                <a:off x="7828113" y="39488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0" name="Freeform 42309">
                <a:extLst>
                  <a:ext uri="{FF2B5EF4-FFF2-40B4-BE49-F238E27FC236}">
                    <a16:creationId xmlns:a16="http://schemas.microsoft.com/office/drawing/2014/main" id="{E5A0590C-41DA-0B2A-B913-026CF444FD83}"/>
                  </a:ext>
                </a:extLst>
              </p:cNvPr>
              <p:cNvSpPr/>
              <p:nvPr/>
            </p:nvSpPr>
            <p:spPr>
              <a:xfrm>
                <a:off x="7828609" y="3946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1" name="Freeform 42310">
                <a:extLst>
                  <a:ext uri="{FF2B5EF4-FFF2-40B4-BE49-F238E27FC236}">
                    <a16:creationId xmlns:a16="http://schemas.microsoft.com/office/drawing/2014/main" id="{7C0FB2C2-5E37-E5DE-E3C5-C9AFFFBECC2A}"/>
                  </a:ext>
                </a:extLst>
              </p:cNvPr>
              <p:cNvSpPr/>
              <p:nvPr/>
            </p:nvSpPr>
            <p:spPr>
              <a:xfrm>
                <a:off x="7829205" y="3942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2" name="Freeform 42311">
                <a:extLst>
                  <a:ext uri="{FF2B5EF4-FFF2-40B4-BE49-F238E27FC236}">
                    <a16:creationId xmlns:a16="http://schemas.microsoft.com/office/drawing/2014/main" id="{A90B13BD-FE87-3CC8-8BD8-7591B110FBD9}"/>
                  </a:ext>
                </a:extLst>
              </p:cNvPr>
              <p:cNvSpPr/>
              <p:nvPr/>
            </p:nvSpPr>
            <p:spPr>
              <a:xfrm>
                <a:off x="7829701" y="3936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3" name="Freeform 42312">
                <a:extLst>
                  <a:ext uri="{FF2B5EF4-FFF2-40B4-BE49-F238E27FC236}">
                    <a16:creationId xmlns:a16="http://schemas.microsoft.com/office/drawing/2014/main" id="{3FA37DFB-ABF5-C7C2-B4B4-5253645ED4AC}"/>
                  </a:ext>
                </a:extLst>
              </p:cNvPr>
              <p:cNvSpPr/>
              <p:nvPr/>
            </p:nvSpPr>
            <p:spPr>
              <a:xfrm>
                <a:off x="7830197" y="39402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4" name="Freeform 42313">
                <a:extLst>
                  <a:ext uri="{FF2B5EF4-FFF2-40B4-BE49-F238E27FC236}">
                    <a16:creationId xmlns:a16="http://schemas.microsoft.com/office/drawing/2014/main" id="{B5395899-80F6-400A-85B8-668A6119FCB3}"/>
                  </a:ext>
                </a:extLst>
              </p:cNvPr>
              <p:cNvSpPr/>
              <p:nvPr/>
            </p:nvSpPr>
            <p:spPr>
              <a:xfrm>
                <a:off x="7830792" y="3950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5" name="Freeform 42314">
                <a:extLst>
                  <a:ext uri="{FF2B5EF4-FFF2-40B4-BE49-F238E27FC236}">
                    <a16:creationId xmlns:a16="http://schemas.microsoft.com/office/drawing/2014/main" id="{7B161C56-ED43-3139-EE71-898BCFC23CF6}"/>
                  </a:ext>
                </a:extLst>
              </p:cNvPr>
              <p:cNvSpPr/>
              <p:nvPr/>
            </p:nvSpPr>
            <p:spPr>
              <a:xfrm>
                <a:off x="7831288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6" name="Freeform 42315">
                <a:extLst>
                  <a:ext uri="{FF2B5EF4-FFF2-40B4-BE49-F238E27FC236}">
                    <a16:creationId xmlns:a16="http://schemas.microsoft.com/office/drawing/2014/main" id="{F1B29303-23D3-7A5B-12FA-4F8E64A9BFA6}"/>
                  </a:ext>
                </a:extLst>
              </p:cNvPr>
              <p:cNvSpPr/>
              <p:nvPr/>
            </p:nvSpPr>
            <p:spPr>
              <a:xfrm>
                <a:off x="7831784" y="3597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7" name="Freeform 42316">
                <a:extLst>
                  <a:ext uri="{FF2B5EF4-FFF2-40B4-BE49-F238E27FC236}">
                    <a16:creationId xmlns:a16="http://schemas.microsoft.com/office/drawing/2014/main" id="{8E900170-BDF5-E11F-E076-165B9AB9CCAF}"/>
                  </a:ext>
                </a:extLst>
              </p:cNvPr>
              <p:cNvSpPr/>
              <p:nvPr/>
            </p:nvSpPr>
            <p:spPr>
              <a:xfrm>
                <a:off x="7832380" y="3531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8" name="Freeform 42317">
                <a:extLst>
                  <a:ext uri="{FF2B5EF4-FFF2-40B4-BE49-F238E27FC236}">
                    <a16:creationId xmlns:a16="http://schemas.microsoft.com/office/drawing/2014/main" id="{06AE0F5C-053E-1BEE-B763-2F1F17324C4F}"/>
                  </a:ext>
                </a:extLst>
              </p:cNvPr>
              <p:cNvSpPr/>
              <p:nvPr/>
            </p:nvSpPr>
            <p:spPr>
              <a:xfrm>
                <a:off x="7832876" y="3544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19" name="Freeform 42318">
                <a:extLst>
                  <a:ext uri="{FF2B5EF4-FFF2-40B4-BE49-F238E27FC236}">
                    <a16:creationId xmlns:a16="http://schemas.microsoft.com/office/drawing/2014/main" id="{C4B8037E-A8CD-B6A2-9BF0-42A650A66922}"/>
                  </a:ext>
                </a:extLst>
              </p:cNvPr>
              <p:cNvSpPr/>
              <p:nvPr/>
            </p:nvSpPr>
            <p:spPr>
              <a:xfrm>
                <a:off x="7833372" y="3556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0" name="Freeform 42319">
                <a:extLst>
                  <a:ext uri="{FF2B5EF4-FFF2-40B4-BE49-F238E27FC236}">
                    <a16:creationId xmlns:a16="http://schemas.microsoft.com/office/drawing/2014/main" id="{394DAE71-42C1-2464-D142-53BD38DC35AA}"/>
                  </a:ext>
                </a:extLst>
              </p:cNvPr>
              <p:cNvSpPr/>
              <p:nvPr/>
            </p:nvSpPr>
            <p:spPr>
              <a:xfrm>
                <a:off x="7833967" y="3539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1" name="Freeform 42320">
                <a:extLst>
                  <a:ext uri="{FF2B5EF4-FFF2-40B4-BE49-F238E27FC236}">
                    <a16:creationId xmlns:a16="http://schemas.microsoft.com/office/drawing/2014/main" id="{F5F885FB-EE93-0614-4898-6A65218731A7}"/>
                  </a:ext>
                </a:extLst>
              </p:cNvPr>
              <p:cNvSpPr/>
              <p:nvPr/>
            </p:nvSpPr>
            <p:spPr>
              <a:xfrm>
                <a:off x="7834463" y="3512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2" name="Freeform 42321">
                <a:extLst>
                  <a:ext uri="{FF2B5EF4-FFF2-40B4-BE49-F238E27FC236}">
                    <a16:creationId xmlns:a16="http://schemas.microsoft.com/office/drawing/2014/main" id="{FED92CE9-1136-5BA9-9C5B-240E511354EF}"/>
                  </a:ext>
                </a:extLst>
              </p:cNvPr>
              <p:cNvSpPr/>
              <p:nvPr/>
            </p:nvSpPr>
            <p:spPr>
              <a:xfrm>
                <a:off x="7834959" y="3479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3" name="Freeform 42322">
                <a:extLst>
                  <a:ext uri="{FF2B5EF4-FFF2-40B4-BE49-F238E27FC236}">
                    <a16:creationId xmlns:a16="http://schemas.microsoft.com/office/drawing/2014/main" id="{0696B85F-9352-25E1-6374-635629A11824}"/>
                  </a:ext>
                </a:extLst>
              </p:cNvPr>
              <p:cNvSpPr/>
              <p:nvPr/>
            </p:nvSpPr>
            <p:spPr>
              <a:xfrm>
                <a:off x="7835555" y="3435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4" name="Freeform 42323">
                <a:extLst>
                  <a:ext uri="{FF2B5EF4-FFF2-40B4-BE49-F238E27FC236}">
                    <a16:creationId xmlns:a16="http://schemas.microsoft.com/office/drawing/2014/main" id="{40BEA5FE-D677-7E41-6A07-B4D7F8C40DFC}"/>
                  </a:ext>
                </a:extLst>
              </p:cNvPr>
              <p:cNvSpPr/>
              <p:nvPr/>
            </p:nvSpPr>
            <p:spPr>
              <a:xfrm>
                <a:off x="7836051" y="33843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5" name="Freeform 42324">
                <a:extLst>
                  <a:ext uri="{FF2B5EF4-FFF2-40B4-BE49-F238E27FC236}">
                    <a16:creationId xmlns:a16="http://schemas.microsoft.com/office/drawing/2014/main" id="{9B74E574-6FC8-C0E4-EF16-A90C81862675}"/>
                  </a:ext>
                </a:extLst>
              </p:cNvPr>
              <p:cNvSpPr/>
              <p:nvPr/>
            </p:nvSpPr>
            <p:spPr>
              <a:xfrm>
                <a:off x="7836547" y="3302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6" name="Freeform 42325">
                <a:extLst>
                  <a:ext uri="{FF2B5EF4-FFF2-40B4-BE49-F238E27FC236}">
                    <a16:creationId xmlns:a16="http://schemas.microsoft.com/office/drawing/2014/main" id="{31FF65F3-C9E3-F22C-60E3-4EE22622AAE1}"/>
                  </a:ext>
                </a:extLst>
              </p:cNvPr>
              <p:cNvSpPr/>
              <p:nvPr/>
            </p:nvSpPr>
            <p:spPr>
              <a:xfrm>
                <a:off x="7837142" y="3281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7" name="Freeform 42326">
                <a:extLst>
                  <a:ext uri="{FF2B5EF4-FFF2-40B4-BE49-F238E27FC236}">
                    <a16:creationId xmlns:a16="http://schemas.microsoft.com/office/drawing/2014/main" id="{CA68075A-65E6-90EE-A792-F20D221AEAB4}"/>
                  </a:ext>
                </a:extLst>
              </p:cNvPr>
              <p:cNvSpPr/>
              <p:nvPr/>
            </p:nvSpPr>
            <p:spPr>
              <a:xfrm>
                <a:off x="7837638" y="3243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8" name="Freeform 42327">
                <a:extLst>
                  <a:ext uri="{FF2B5EF4-FFF2-40B4-BE49-F238E27FC236}">
                    <a16:creationId xmlns:a16="http://schemas.microsoft.com/office/drawing/2014/main" id="{DECB6410-64FD-1A06-C3C6-B063B1907F87}"/>
                  </a:ext>
                </a:extLst>
              </p:cNvPr>
              <p:cNvSpPr/>
              <p:nvPr/>
            </p:nvSpPr>
            <p:spPr>
              <a:xfrm>
                <a:off x="7838134" y="3217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29" name="Freeform 42328">
                <a:extLst>
                  <a:ext uri="{FF2B5EF4-FFF2-40B4-BE49-F238E27FC236}">
                    <a16:creationId xmlns:a16="http://schemas.microsoft.com/office/drawing/2014/main" id="{205588E5-5164-148A-DA97-B6F423AB3887}"/>
                  </a:ext>
                </a:extLst>
              </p:cNvPr>
              <p:cNvSpPr/>
              <p:nvPr/>
            </p:nvSpPr>
            <p:spPr>
              <a:xfrm>
                <a:off x="7838630" y="32133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0" name="Freeform 42329">
                <a:extLst>
                  <a:ext uri="{FF2B5EF4-FFF2-40B4-BE49-F238E27FC236}">
                    <a16:creationId xmlns:a16="http://schemas.microsoft.com/office/drawing/2014/main" id="{88BFE6E7-9A28-B84B-6C56-9112203B42C0}"/>
                  </a:ext>
                </a:extLst>
              </p:cNvPr>
              <p:cNvSpPr/>
              <p:nvPr/>
            </p:nvSpPr>
            <p:spPr>
              <a:xfrm>
                <a:off x="7839226" y="3208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1" name="Freeform 42330">
                <a:extLst>
                  <a:ext uri="{FF2B5EF4-FFF2-40B4-BE49-F238E27FC236}">
                    <a16:creationId xmlns:a16="http://schemas.microsoft.com/office/drawing/2014/main" id="{42BA7E6F-6B46-0FAA-007B-774DC09F3532}"/>
                  </a:ext>
                </a:extLst>
              </p:cNvPr>
              <p:cNvSpPr/>
              <p:nvPr/>
            </p:nvSpPr>
            <p:spPr>
              <a:xfrm>
                <a:off x="7839722" y="3851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2" name="Freeform 42331">
                <a:extLst>
                  <a:ext uri="{FF2B5EF4-FFF2-40B4-BE49-F238E27FC236}">
                    <a16:creationId xmlns:a16="http://schemas.microsoft.com/office/drawing/2014/main" id="{316C2A6B-74F6-232F-BFD7-730758CAF366}"/>
                  </a:ext>
                </a:extLst>
              </p:cNvPr>
              <p:cNvSpPr/>
              <p:nvPr/>
            </p:nvSpPr>
            <p:spPr>
              <a:xfrm>
                <a:off x="7840218" y="39839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3" name="Freeform 42332">
                <a:extLst>
                  <a:ext uri="{FF2B5EF4-FFF2-40B4-BE49-F238E27FC236}">
                    <a16:creationId xmlns:a16="http://schemas.microsoft.com/office/drawing/2014/main" id="{E72ABE9C-8A41-29F7-D882-95E9753FF5AD}"/>
                  </a:ext>
                </a:extLst>
              </p:cNvPr>
              <p:cNvSpPr/>
              <p:nvPr/>
            </p:nvSpPr>
            <p:spPr>
              <a:xfrm>
                <a:off x="7840813" y="4009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4" name="Freeform 42333">
                <a:extLst>
                  <a:ext uri="{FF2B5EF4-FFF2-40B4-BE49-F238E27FC236}">
                    <a16:creationId xmlns:a16="http://schemas.microsoft.com/office/drawing/2014/main" id="{96B6BD35-585C-2276-A033-D36C5447FFB1}"/>
                  </a:ext>
                </a:extLst>
              </p:cNvPr>
              <p:cNvSpPr/>
              <p:nvPr/>
            </p:nvSpPr>
            <p:spPr>
              <a:xfrm>
                <a:off x="7841309" y="4002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5" name="Freeform 42334">
                <a:extLst>
                  <a:ext uri="{FF2B5EF4-FFF2-40B4-BE49-F238E27FC236}">
                    <a16:creationId xmlns:a16="http://schemas.microsoft.com/office/drawing/2014/main" id="{9852A499-A15C-414C-3997-303A9BA4EAB1}"/>
                  </a:ext>
                </a:extLst>
              </p:cNvPr>
              <p:cNvSpPr/>
              <p:nvPr/>
            </p:nvSpPr>
            <p:spPr>
              <a:xfrm>
                <a:off x="7841805" y="399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6" name="Freeform 42335">
                <a:extLst>
                  <a:ext uri="{FF2B5EF4-FFF2-40B4-BE49-F238E27FC236}">
                    <a16:creationId xmlns:a16="http://schemas.microsoft.com/office/drawing/2014/main" id="{6F155A02-74D7-5073-48C9-5CCD467E6235}"/>
                  </a:ext>
                </a:extLst>
              </p:cNvPr>
              <p:cNvSpPr/>
              <p:nvPr/>
            </p:nvSpPr>
            <p:spPr>
              <a:xfrm>
                <a:off x="7842401" y="3992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7" name="Freeform 42336">
                <a:extLst>
                  <a:ext uri="{FF2B5EF4-FFF2-40B4-BE49-F238E27FC236}">
                    <a16:creationId xmlns:a16="http://schemas.microsoft.com/office/drawing/2014/main" id="{6AF29AD0-133E-4A59-7036-DE2C641C64AA}"/>
                  </a:ext>
                </a:extLst>
              </p:cNvPr>
              <p:cNvSpPr/>
              <p:nvPr/>
            </p:nvSpPr>
            <p:spPr>
              <a:xfrm>
                <a:off x="7842897" y="400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8" name="Freeform 42337">
                <a:extLst>
                  <a:ext uri="{FF2B5EF4-FFF2-40B4-BE49-F238E27FC236}">
                    <a16:creationId xmlns:a16="http://schemas.microsoft.com/office/drawing/2014/main" id="{6D0DB746-5923-EE10-94FD-1A4FD3CD04C5}"/>
                  </a:ext>
                </a:extLst>
              </p:cNvPr>
              <p:cNvSpPr/>
              <p:nvPr/>
            </p:nvSpPr>
            <p:spPr>
              <a:xfrm>
                <a:off x="7843393" y="4018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39" name="Freeform 42338">
                <a:extLst>
                  <a:ext uri="{FF2B5EF4-FFF2-40B4-BE49-F238E27FC236}">
                    <a16:creationId xmlns:a16="http://schemas.microsoft.com/office/drawing/2014/main" id="{9481944B-CC2F-0496-6382-9C677EE25AC4}"/>
                  </a:ext>
                </a:extLst>
              </p:cNvPr>
              <p:cNvSpPr/>
              <p:nvPr/>
            </p:nvSpPr>
            <p:spPr>
              <a:xfrm>
                <a:off x="7843988" y="4006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0" name="Freeform 42339">
                <a:extLst>
                  <a:ext uri="{FF2B5EF4-FFF2-40B4-BE49-F238E27FC236}">
                    <a16:creationId xmlns:a16="http://schemas.microsoft.com/office/drawing/2014/main" id="{F91EA9A8-717F-163E-0159-3808617CEA90}"/>
                  </a:ext>
                </a:extLst>
              </p:cNvPr>
              <p:cNvSpPr/>
              <p:nvPr/>
            </p:nvSpPr>
            <p:spPr>
              <a:xfrm>
                <a:off x="7844484" y="3658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1" name="Freeform 42340">
                <a:extLst>
                  <a:ext uri="{FF2B5EF4-FFF2-40B4-BE49-F238E27FC236}">
                    <a16:creationId xmlns:a16="http://schemas.microsoft.com/office/drawing/2014/main" id="{CC4E8279-A6C1-BF45-E158-BE10B5E06A63}"/>
                  </a:ext>
                </a:extLst>
              </p:cNvPr>
              <p:cNvSpPr/>
              <p:nvPr/>
            </p:nvSpPr>
            <p:spPr>
              <a:xfrm>
                <a:off x="7844980" y="3583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2" name="Freeform 42341">
                <a:extLst>
                  <a:ext uri="{FF2B5EF4-FFF2-40B4-BE49-F238E27FC236}">
                    <a16:creationId xmlns:a16="http://schemas.microsoft.com/office/drawing/2014/main" id="{713D22CE-7B67-0004-E4CC-7D484D43F7A8}"/>
                  </a:ext>
                </a:extLst>
              </p:cNvPr>
              <p:cNvSpPr/>
              <p:nvPr/>
            </p:nvSpPr>
            <p:spPr>
              <a:xfrm>
                <a:off x="7845576" y="3612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3" name="Freeform 42342">
                <a:extLst>
                  <a:ext uri="{FF2B5EF4-FFF2-40B4-BE49-F238E27FC236}">
                    <a16:creationId xmlns:a16="http://schemas.microsoft.com/office/drawing/2014/main" id="{F6E536AA-52F2-EB4C-4C45-BFC85130BE79}"/>
                  </a:ext>
                </a:extLst>
              </p:cNvPr>
              <p:cNvSpPr/>
              <p:nvPr/>
            </p:nvSpPr>
            <p:spPr>
              <a:xfrm>
                <a:off x="7846072" y="3625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4" name="Freeform 42343">
                <a:extLst>
                  <a:ext uri="{FF2B5EF4-FFF2-40B4-BE49-F238E27FC236}">
                    <a16:creationId xmlns:a16="http://schemas.microsoft.com/office/drawing/2014/main" id="{C2CA1A5F-ABEE-5DF8-9930-2510D0D8C77B}"/>
                  </a:ext>
                </a:extLst>
              </p:cNvPr>
              <p:cNvSpPr/>
              <p:nvPr/>
            </p:nvSpPr>
            <p:spPr>
              <a:xfrm>
                <a:off x="7846568" y="3612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5" name="Freeform 42344">
                <a:extLst>
                  <a:ext uri="{FF2B5EF4-FFF2-40B4-BE49-F238E27FC236}">
                    <a16:creationId xmlns:a16="http://schemas.microsoft.com/office/drawing/2014/main" id="{AC6653B6-2D21-D1B7-13A6-5A9C9CF717E9}"/>
                  </a:ext>
                </a:extLst>
              </p:cNvPr>
              <p:cNvSpPr/>
              <p:nvPr/>
            </p:nvSpPr>
            <p:spPr>
              <a:xfrm>
                <a:off x="7847163" y="3565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6" name="Freeform 42345">
                <a:extLst>
                  <a:ext uri="{FF2B5EF4-FFF2-40B4-BE49-F238E27FC236}">
                    <a16:creationId xmlns:a16="http://schemas.microsoft.com/office/drawing/2014/main" id="{E444D613-C955-F255-39A5-3CD1F5A28BF0}"/>
                  </a:ext>
                </a:extLst>
              </p:cNvPr>
              <p:cNvSpPr/>
              <p:nvPr/>
            </p:nvSpPr>
            <p:spPr>
              <a:xfrm>
                <a:off x="7847659" y="3506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7" name="Freeform 42346">
                <a:extLst>
                  <a:ext uri="{FF2B5EF4-FFF2-40B4-BE49-F238E27FC236}">
                    <a16:creationId xmlns:a16="http://schemas.microsoft.com/office/drawing/2014/main" id="{02D0D96C-FBF9-1133-183E-04E896C36C73}"/>
                  </a:ext>
                </a:extLst>
              </p:cNvPr>
              <p:cNvSpPr/>
              <p:nvPr/>
            </p:nvSpPr>
            <p:spPr>
              <a:xfrm>
                <a:off x="7848155" y="3479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8" name="Freeform 42347">
                <a:extLst>
                  <a:ext uri="{FF2B5EF4-FFF2-40B4-BE49-F238E27FC236}">
                    <a16:creationId xmlns:a16="http://schemas.microsoft.com/office/drawing/2014/main" id="{D42F1025-7C42-B308-12D6-70B9E34AEC03}"/>
                  </a:ext>
                </a:extLst>
              </p:cNvPr>
              <p:cNvSpPr/>
              <p:nvPr/>
            </p:nvSpPr>
            <p:spPr>
              <a:xfrm>
                <a:off x="7848751" y="3412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49" name="Freeform 42348">
                <a:extLst>
                  <a:ext uri="{FF2B5EF4-FFF2-40B4-BE49-F238E27FC236}">
                    <a16:creationId xmlns:a16="http://schemas.microsoft.com/office/drawing/2014/main" id="{240CDCEF-064D-3850-4113-B5B1B71A469D}"/>
                  </a:ext>
                </a:extLst>
              </p:cNvPr>
              <p:cNvSpPr/>
              <p:nvPr/>
            </p:nvSpPr>
            <p:spPr>
              <a:xfrm>
                <a:off x="7849247" y="335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0" name="Freeform 42349">
                <a:extLst>
                  <a:ext uri="{FF2B5EF4-FFF2-40B4-BE49-F238E27FC236}">
                    <a16:creationId xmlns:a16="http://schemas.microsoft.com/office/drawing/2014/main" id="{8488285F-B4E8-501E-F71A-C420FCC625D0}"/>
                  </a:ext>
                </a:extLst>
              </p:cNvPr>
              <p:cNvSpPr/>
              <p:nvPr/>
            </p:nvSpPr>
            <p:spPr>
              <a:xfrm>
                <a:off x="7849743" y="3318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1" name="Freeform 42350">
                <a:extLst>
                  <a:ext uri="{FF2B5EF4-FFF2-40B4-BE49-F238E27FC236}">
                    <a16:creationId xmlns:a16="http://schemas.microsoft.com/office/drawing/2014/main" id="{A07FEA9F-A0FC-BF51-3F6C-75213FB52FF6}"/>
                  </a:ext>
                </a:extLst>
              </p:cNvPr>
              <p:cNvSpPr/>
              <p:nvPr/>
            </p:nvSpPr>
            <p:spPr>
              <a:xfrm>
                <a:off x="7850239" y="3285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2" name="Freeform 42351">
                <a:extLst>
                  <a:ext uri="{FF2B5EF4-FFF2-40B4-BE49-F238E27FC236}">
                    <a16:creationId xmlns:a16="http://schemas.microsoft.com/office/drawing/2014/main" id="{EEFFCB68-7597-0D35-24FD-58766D78F221}"/>
                  </a:ext>
                </a:extLst>
              </p:cNvPr>
              <p:cNvSpPr/>
              <p:nvPr/>
            </p:nvSpPr>
            <p:spPr>
              <a:xfrm>
                <a:off x="7850834" y="32844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3" name="Freeform 42352">
                <a:extLst>
                  <a:ext uri="{FF2B5EF4-FFF2-40B4-BE49-F238E27FC236}">
                    <a16:creationId xmlns:a16="http://schemas.microsoft.com/office/drawing/2014/main" id="{20CEC442-DC56-1C5F-4F09-F3618ECBDA46}"/>
                  </a:ext>
                </a:extLst>
              </p:cNvPr>
              <p:cNvSpPr/>
              <p:nvPr/>
            </p:nvSpPr>
            <p:spPr>
              <a:xfrm>
                <a:off x="7851330" y="3252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4" name="Freeform 42353">
                <a:extLst>
                  <a:ext uri="{FF2B5EF4-FFF2-40B4-BE49-F238E27FC236}">
                    <a16:creationId xmlns:a16="http://schemas.microsoft.com/office/drawing/2014/main" id="{F4D8368C-FB80-5D2F-B82A-FBFCABCA63E7}"/>
                  </a:ext>
                </a:extLst>
              </p:cNvPr>
              <p:cNvSpPr/>
              <p:nvPr/>
            </p:nvSpPr>
            <p:spPr>
              <a:xfrm>
                <a:off x="7851827" y="3248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5" name="Freeform 42354">
                <a:extLst>
                  <a:ext uri="{FF2B5EF4-FFF2-40B4-BE49-F238E27FC236}">
                    <a16:creationId xmlns:a16="http://schemas.microsoft.com/office/drawing/2014/main" id="{36EEFB6D-0FFE-ACC9-2954-870F403F53DE}"/>
                  </a:ext>
                </a:extLst>
              </p:cNvPr>
              <p:cNvSpPr/>
              <p:nvPr/>
            </p:nvSpPr>
            <p:spPr>
              <a:xfrm>
                <a:off x="7852422" y="3829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6" name="Freeform 42355">
                <a:extLst>
                  <a:ext uri="{FF2B5EF4-FFF2-40B4-BE49-F238E27FC236}">
                    <a16:creationId xmlns:a16="http://schemas.microsoft.com/office/drawing/2014/main" id="{64A91CB8-9FE8-69D8-87D2-80366F02D0A3}"/>
                  </a:ext>
                </a:extLst>
              </p:cNvPr>
              <p:cNvSpPr/>
              <p:nvPr/>
            </p:nvSpPr>
            <p:spPr>
              <a:xfrm>
                <a:off x="7852918" y="3981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7" name="Freeform 42356">
                <a:extLst>
                  <a:ext uri="{FF2B5EF4-FFF2-40B4-BE49-F238E27FC236}">
                    <a16:creationId xmlns:a16="http://schemas.microsoft.com/office/drawing/2014/main" id="{BC43E8E7-27CA-2344-8BF4-6BF57E7590F2}"/>
                  </a:ext>
                </a:extLst>
              </p:cNvPr>
              <p:cNvSpPr/>
              <p:nvPr/>
            </p:nvSpPr>
            <p:spPr>
              <a:xfrm>
                <a:off x="7853414" y="4003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8" name="Freeform 42357">
                <a:extLst>
                  <a:ext uri="{FF2B5EF4-FFF2-40B4-BE49-F238E27FC236}">
                    <a16:creationId xmlns:a16="http://schemas.microsoft.com/office/drawing/2014/main" id="{80AE54C3-D56A-C49E-F1FB-83FCC4C9A23F}"/>
                  </a:ext>
                </a:extLst>
              </p:cNvPr>
              <p:cNvSpPr/>
              <p:nvPr/>
            </p:nvSpPr>
            <p:spPr>
              <a:xfrm>
                <a:off x="7854009" y="4003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59" name="Freeform 42358">
                <a:extLst>
                  <a:ext uri="{FF2B5EF4-FFF2-40B4-BE49-F238E27FC236}">
                    <a16:creationId xmlns:a16="http://schemas.microsoft.com/office/drawing/2014/main" id="{797FBAFB-C20A-9315-6CF3-864A6A3EBCDB}"/>
                  </a:ext>
                </a:extLst>
              </p:cNvPr>
              <p:cNvSpPr/>
              <p:nvPr/>
            </p:nvSpPr>
            <p:spPr>
              <a:xfrm>
                <a:off x="7854505" y="39933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0" name="Freeform 42359">
                <a:extLst>
                  <a:ext uri="{FF2B5EF4-FFF2-40B4-BE49-F238E27FC236}">
                    <a16:creationId xmlns:a16="http://schemas.microsoft.com/office/drawing/2014/main" id="{89CBB892-A763-2344-C514-754D447DD90A}"/>
                  </a:ext>
                </a:extLst>
              </p:cNvPr>
              <p:cNvSpPr/>
              <p:nvPr/>
            </p:nvSpPr>
            <p:spPr>
              <a:xfrm>
                <a:off x="7855002" y="3987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1" name="Freeform 42360">
                <a:extLst>
                  <a:ext uri="{FF2B5EF4-FFF2-40B4-BE49-F238E27FC236}">
                    <a16:creationId xmlns:a16="http://schemas.microsoft.com/office/drawing/2014/main" id="{FB234B64-8E3B-05B8-A1F0-C1ACB406ED50}"/>
                  </a:ext>
                </a:extLst>
              </p:cNvPr>
              <p:cNvSpPr/>
              <p:nvPr/>
            </p:nvSpPr>
            <p:spPr>
              <a:xfrm>
                <a:off x="7855597" y="3991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2" name="Freeform 42361">
                <a:extLst>
                  <a:ext uri="{FF2B5EF4-FFF2-40B4-BE49-F238E27FC236}">
                    <a16:creationId xmlns:a16="http://schemas.microsoft.com/office/drawing/2014/main" id="{F5A6C1B1-FAC7-0957-F577-17A28A1DAA70}"/>
                  </a:ext>
                </a:extLst>
              </p:cNvPr>
              <p:cNvSpPr/>
              <p:nvPr/>
            </p:nvSpPr>
            <p:spPr>
              <a:xfrm>
                <a:off x="7856093" y="4001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3" name="Freeform 42362">
                <a:extLst>
                  <a:ext uri="{FF2B5EF4-FFF2-40B4-BE49-F238E27FC236}">
                    <a16:creationId xmlns:a16="http://schemas.microsoft.com/office/drawing/2014/main" id="{67F620E4-4637-F010-346E-9C7842D1E5D6}"/>
                  </a:ext>
                </a:extLst>
              </p:cNvPr>
              <p:cNvSpPr/>
              <p:nvPr/>
            </p:nvSpPr>
            <p:spPr>
              <a:xfrm>
                <a:off x="7856589" y="3978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4" name="Freeform 42363">
                <a:extLst>
                  <a:ext uri="{FF2B5EF4-FFF2-40B4-BE49-F238E27FC236}">
                    <a16:creationId xmlns:a16="http://schemas.microsoft.com/office/drawing/2014/main" id="{A61DDE43-0338-072C-F01D-B45BC2956D68}"/>
                  </a:ext>
                </a:extLst>
              </p:cNvPr>
              <p:cNvSpPr/>
              <p:nvPr/>
            </p:nvSpPr>
            <p:spPr>
              <a:xfrm>
                <a:off x="7857184" y="3521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5" name="Freeform 42364">
                <a:extLst>
                  <a:ext uri="{FF2B5EF4-FFF2-40B4-BE49-F238E27FC236}">
                    <a16:creationId xmlns:a16="http://schemas.microsoft.com/office/drawing/2014/main" id="{3C4AD3B0-98C6-299E-AC70-13D4F1B100EA}"/>
                  </a:ext>
                </a:extLst>
              </p:cNvPr>
              <p:cNvSpPr/>
              <p:nvPr/>
            </p:nvSpPr>
            <p:spPr>
              <a:xfrm>
                <a:off x="7857680" y="3459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6" name="Freeform 42365">
                <a:extLst>
                  <a:ext uri="{FF2B5EF4-FFF2-40B4-BE49-F238E27FC236}">
                    <a16:creationId xmlns:a16="http://schemas.microsoft.com/office/drawing/2014/main" id="{B2C4822F-9196-4AFD-BC6A-4AF298F2F1A9}"/>
                  </a:ext>
                </a:extLst>
              </p:cNvPr>
              <p:cNvSpPr/>
              <p:nvPr/>
            </p:nvSpPr>
            <p:spPr>
              <a:xfrm>
                <a:off x="7858177" y="3500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7" name="Freeform 42366">
                <a:extLst>
                  <a:ext uri="{FF2B5EF4-FFF2-40B4-BE49-F238E27FC236}">
                    <a16:creationId xmlns:a16="http://schemas.microsoft.com/office/drawing/2014/main" id="{69A766DF-7ABA-E8E4-9368-1D5F86451E8D}"/>
                  </a:ext>
                </a:extLst>
              </p:cNvPr>
              <p:cNvSpPr/>
              <p:nvPr/>
            </p:nvSpPr>
            <p:spPr>
              <a:xfrm>
                <a:off x="7858772" y="3537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8" name="Freeform 42367">
                <a:extLst>
                  <a:ext uri="{FF2B5EF4-FFF2-40B4-BE49-F238E27FC236}">
                    <a16:creationId xmlns:a16="http://schemas.microsoft.com/office/drawing/2014/main" id="{13523C1E-4D52-4BCA-834A-4FD1D23D580F}"/>
                  </a:ext>
                </a:extLst>
              </p:cNvPr>
              <p:cNvSpPr/>
              <p:nvPr/>
            </p:nvSpPr>
            <p:spPr>
              <a:xfrm>
                <a:off x="7859268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69" name="Freeform 42368">
                <a:extLst>
                  <a:ext uri="{FF2B5EF4-FFF2-40B4-BE49-F238E27FC236}">
                    <a16:creationId xmlns:a16="http://schemas.microsoft.com/office/drawing/2014/main" id="{5EE680E6-219B-ABD7-8D81-A80A2592DD0A}"/>
                  </a:ext>
                </a:extLst>
              </p:cNvPr>
              <p:cNvSpPr/>
              <p:nvPr/>
            </p:nvSpPr>
            <p:spPr>
              <a:xfrm>
                <a:off x="7859764" y="3522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0" name="Freeform 42369">
                <a:extLst>
                  <a:ext uri="{FF2B5EF4-FFF2-40B4-BE49-F238E27FC236}">
                    <a16:creationId xmlns:a16="http://schemas.microsoft.com/office/drawing/2014/main" id="{FEC89757-15DE-88DD-7CA4-8CC332246858}"/>
                  </a:ext>
                </a:extLst>
              </p:cNvPr>
              <p:cNvSpPr/>
              <p:nvPr/>
            </p:nvSpPr>
            <p:spPr>
              <a:xfrm>
                <a:off x="7860359" y="3458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1" name="Freeform 42370">
                <a:extLst>
                  <a:ext uri="{FF2B5EF4-FFF2-40B4-BE49-F238E27FC236}">
                    <a16:creationId xmlns:a16="http://schemas.microsoft.com/office/drawing/2014/main" id="{7DFC2F17-EB96-DD70-7296-DED41BAC9244}"/>
                  </a:ext>
                </a:extLst>
              </p:cNvPr>
              <p:cNvSpPr/>
              <p:nvPr/>
            </p:nvSpPr>
            <p:spPr>
              <a:xfrm>
                <a:off x="7860855" y="342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2" name="Freeform 42371">
                <a:extLst>
                  <a:ext uri="{FF2B5EF4-FFF2-40B4-BE49-F238E27FC236}">
                    <a16:creationId xmlns:a16="http://schemas.microsoft.com/office/drawing/2014/main" id="{23CC5F2A-DCE3-A1FE-8925-3CE2274EF5DD}"/>
                  </a:ext>
                </a:extLst>
              </p:cNvPr>
              <p:cNvSpPr/>
              <p:nvPr/>
            </p:nvSpPr>
            <p:spPr>
              <a:xfrm>
                <a:off x="7861352" y="33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3" name="Freeform 42372">
                <a:extLst>
                  <a:ext uri="{FF2B5EF4-FFF2-40B4-BE49-F238E27FC236}">
                    <a16:creationId xmlns:a16="http://schemas.microsoft.com/office/drawing/2014/main" id="{117C0E27-9F10-2505-B473-A71C9252F2F2}"/>
                  </a:ext>
                </a:extLst>
              </p:cNvPr>
              <p:cNvSpPr/>
              <p:nvPr/>
            </p:nvSpPr>
            <p:spPr>
              <a:xfrm>
                <a:off x="7861947" y="3314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4" name="Freeform 42373">
                <a:extLst>
                  <a:ext uri="{FF2B5EF4-FFF2-40B4-BE49-F238E27FC236}">
                    <a16:creationId xmlns:a16="http://schemas.microsoft.com/office/drawing/2014/main" id="{318260A7-4C09-D026-971E-7F17002871E9}"/>
                  </a:ext>
                </a:extLst>
              </p:cNvPr>
              <p:cNvSpPr/>
              <p:nvPr/>
            </p:nvSpPr>
            <p:spPr>
              <a:xfrm>
                <a:off x="7862443" y="3278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5" name="Freeform 42374">
                <a:extLst>
                  <a:ext uri="{FF2B5EF4-FFF2-40B4-BE49-F238E27FC236}">
                    <a16:creationId xmlns:a16="http://schemas.microsoft.com/office/drawing/2014/main" id="{57E39A24-46D7-CDD6-9C7B-CAB7B5CDD873}"/>
                  </a:ext>
                </a:extLst>
              </p:cNvPr>
              <p:cNvSpPr/>
              <p:nvPr/>
            </p:nvSpPr>
            <p:spPr>
              <a:xfrm>
                <a:off x="7862939" y="32566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6" name="Freeform 42375">
                <a:extLst>
                  <a:ext uri="{FF2B5EF4-FFF2-40B4-BE49-F238E27FC236}">
                    <a16:creationId xmlns:a16="http://schemas.microsoft.com/office/drawing/2014/main" id="{770F7915-6B5F-8A41-422A-8B7926872D11}"/>
                  </a:ext>
                </a:extLst>
              </p:cNvPr>
              <p:cNvSpPr/>
              <p:nvPr/>
            </p:nvSpPr>
            <p:spPr>
              <a:xfrm>
                <a:off x="7863435" y="32333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7" name="Freeform 42376">
                <a:extLst>
                  <a:ext uri="{FF2B5EF4-FFF2-40B4-BE49-F238E27FC236}">
                    <a16:creationId xmlns:a16="http://schemas.microsoft.com/office/drawing/2014/main" id="{197F22F3-CE36-8C5E-C771-19690ED71167}"/>
                  </a:ext>
                </a:extLst>
              </p:cNvPr>
              <p:cNvSpPr/>
              <p:nvPr/>
            </p:nvSpPr>
            <p:spPr>
              <a:xfrm>
                <a:off x="7864030" y="3224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8" name="Freeform 42377">
                <a:extLst>
                  <a:ext uri="{FF2B5EF4-FFF2-40B4-BE49-F238E27FC236}">
                    <a16:creationId xmlns:a16="http://schemas.microsoft.com/office/drawing/2014/main" id="{53915710-0B1B-C33D-5215-AB897859C0A5}"/>
                  </a:ext>
                </a:extLst>
              </p:cNvPr>
              <p:cNvSpPr/>
              <p:nvPr/>
            </p:nvSpPr>
            <p:spPr>
              <a:xfrm>
                <a:off x="7864527" y="3255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79" name="Freeform 42378">
                <a:extLst>
                  <a:ext uri="{FF2B5EF4-FFF2-40B4-BE49-F238E27FC236}">
                    <a16:creationId xmlns:a16="http://schemas.microsoft.com/office/drawing/2014/main" id="{B8B3A553-961D-1456-5F1C-3D8FC24772D4}"/>
                  </a:ext>
                </a:extLst>
              </p:cNvPr>
              <p:cNvSpPr/>
              <p:nvPr/>
            </p:nvSpPr>
            <p:spPr>
              <a:xfrm>
                <a:off x="7865023" y="3764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0" name="Freeform 42379">
                <a:extLst>
                  <a:ext uri="{FF2B5EF4-FFF2-40B4-BE49-F238E27FC236}">
                    <a16:creationId xmlns:a16="http://schemas.microsoft.com/office/drawing/2014/main" id="{F7F1A235-D3A5-3AEA-2893-96D076F5498E}"/>
                  </a:ext>
                </a:extLst>
              </p:cNvPr>
              <p:cNvSpPr/>
              <p:nvPr/>
            </p:nvSpPr>
            <p:spPr>
              <a:xfrm>
                <a:off x="7865618" y="3956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1" name="Freeform 42380">
                <a:extLst>
                  <a:ext uri="{FF2B5EF4-FFF2-40B4-BE49-F238E27FC236}">
                    <a16:creationId xmlns:a16="http://schemas.microsoft.com/office/drawing/2014/main" id="{ECD85727-7AAD-4B5F-4803-8B2029EBB988}"/>
                  </a:ext>
                </a:extLst>
              </p:cNvPr>
              <p:cNvSpPr/>
              <p:nvPr/>
            </p:nvSpPr>
            <p:spPr>
              <a:xfrm>
                <a:off x="7866114" y="39806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2" name="Freeform 42381">
                <a:extLst>
                  <a:ext uri="{FF2B5EF4-FFF2-40B4-BE49-F238E27FC236}">
                    <a16:creationId xmlns:a16="http://schemas.microsoft.com/office/drawing/2014/main" id="{7E0E9469-2E78-E4F5-74EA-C292977F32D4}"/>
                  </a:ext>
                </a:extLst>
              </p:cNvPr>
              <p:cNvSpPr/>
              <p:nvPr/>
            </p:nvSpPr>
            <p:spPr>
              <a:xfrm>
                <a:off x="7866610" y="3966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3" name="Freeform 42382">
                <a:extLst>
                  <a:ext uri="{FF2B5EF4-FFF2-40B4-BE49-F238E27FC236}">
                    <a16:creationId xmlns:a16="http://schemas.microsoft.com/office/drawing/2014/main" id="{32F8BD3B-E641-56DC-E98F-B3E4C6FE7D0E}"/>
                  </a:ext>
                </a:extLst>
              </p:cNvPr>
              <p:cNvSpPr/>
              <p:nvPr/>
            </p:nvSpPr>
            <p:spPr>
              <a:xfrm>
                <a:off x="7867205" y="3962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4" name="Freeform 42383">
                <a:extLst>
                  <a:ext uri="{FF2B5EF4-FFF2-40B4-BE49-F238E27FC236}">
                    <a16:creationId xmlns:a16="http://schemas.microsoft.com/office/drawing/2014/main" id="{1889CADF-A713-E0C3-C3DE-122953FF1286}"/>
                  </a:ext>
                </a:extLst>
              </p:cNvPr>
              <p:cNvSpPr/>
              <p:nvPr/>
            </p:nvSpPr>
            <p:spPr>
              <a:xfrm>
                <a:off x="7867702" y="3959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5" name="Freeform 42384">
                <a:extLst>
                  <a:ext uri="{FF2B5EF4-FFF2-40B4-BE49-F238E27FC236}">
                    <a16:creationId xmlns:a16="http://schemas.microsoft.com/office/drawing/2014/main" id="{E8C54CF2-F561-80B2-3551-49597029DB99}"/>
                  </a:ext>
                </a:extLst>
              </p:cNvPr>
              <p:cNvSpPr/>
              <p:nvPr/>
            </p:nvSpPr>
            <p:spPr>
              <a:xfrm>
                <a:off x="7868198" y="3966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6" name="Freeform 42385">
                <a:extLst>
                  <a:ext uri="{FF2B5EF4-FFF2-40B4-BE49-F238E27FC236}">
                    <a16:creationId xmlns:a16="http://schemas.microsoft.com/office/drawing/2014/main" id="{5014A257-D1BB-3DEA-7741-E793434FDD23}"/>
                  </a:ext>
                </a:extLst>
              </p:cNvPr>
              <p:cNvSpPr/>
              <p:nvPr/>
            </p:nvSpPr>
            <p:spPr>
              <a:xfrm>
                <a:off x="7868793" y="3973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7" name="Freeform 42386">
                <a:extLst>
                  <a:ext uri="{FF2B5EF4-FFF2-40B4-BE49-F238E27FC236}">
                    <a16:creationId xmlns:a16="http://schemas.microsoft.com/office/drawing/2014/main" id="{3FC278D4-E7CF-07B3-AA82-9DE4BABBBA80}"/>
                  </a:ext>
                </a:extLst>
              </p:cNvPr>
              <p:cNvSpPr/>
              <p:nvPr/>
            </p:nvSpPr>
            <p:spPr>
              <a:xfrm>
                <a:off x="7869289" y="3958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8" name="Freeform 42387">
                <a:extLst>
                  <a:ext uri="{FF2B5EF4-FFF2-40B4-BE49-F238E27FC236}">
                    <a16:creationId xmlns:a16="http://schemas.microsoft.com/office/drawing/2014/main" id="{B1245294-5633-A38E-ED2D-822453ED7B53}"/>
                  </a:ext>
                </a:extLst>
              </p:cNvPr>
              <p:cNvSpPr/>
              <p:nvPr/>
            </p:nvSpPr>
            <p:spPr>
              <a:xfrm>
                <a:off x="7869785" y="3580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89" name="Freeform 42388">
                <a:extLst>
                  <a:ext uri="{FF2B5EF4-FFF2-40B4-BE49-F238E27FC236}">
                    <a16:creationId xmlns:a16="http://schemas.microsoft.com/office/drawing/2014/main" id="{16103CAE-6417-EA1F-17E7-7E9EE33EA375}"/>
                  </a:ext>
                </a:extLst>
              </p:cNvPr>
              <p:cNvSpPr/>
              <p:nvPr/>
            </p:nvSpPr>
            <p:spPr>
              <a:xfrm>
                <a:off x="7870380" y="3547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0" name="Freeform 42389">
                <a:extLst>
                  <a:ext uri="{FF2B5EF4-FFF2-40B4-BE49-F238E27FC236}">
                    <a16:creationId xmlns:a16="http://schemas.microsoft.com/office/drawing/2014/main" id="{413B700D-1C5B-38BB-5D37-F6001CC20650}"/>
                  </a:ext>
                </a:extLst>
              </p:cNvPr>
              <p:cNvSpPr/>
              <p:nvPr/>
            </p:nvSpPr>
            <p:spPr>
              <a:xfrm>
                <a:off x="7870877" y="358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1" name="Freeform 42390">
                <a:extLst>
                  <a:ext uri="{FF2B5EF4-FFF2-40B4-BE49-F238E27FC236}">
                    <a16:creationId xmlns:a16="http://schemas.microsoft.com/office/drawing/2014/main" id="{6D787B45-12BC-3C32-5326-744BF4D1AE15}"/>
                  </a:ext>
                </a:extLst>
              </p:cNvPr>
              <p:cNvSpPr/>
              <p:nvPr/>
            </p:nvSpPr>
            <p:spPr>
              <a:xfrm>
                <a:off x="7871373" y="3555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2" name="Freeform 42391">
                <a:extLst>
                  <a:ext uri="{FF2B5EF4-FFF2-40B4-BE49-F238E27FC236}">
                    <a16:creationId xmlns:a16="http://schemas.microsoft.com/office/drawing/2014/main" id="{1CDE437E-1F29-37CD-CF46-2F7C0CDECA17}"/>
                  </a:ext>
                </a:extLst>
              </p:cNvPr>
              <p:cNvSpPr/>
              <p:nvPr/>
            </p:nvSpPr>
            <p:spPr>
              <a:xfrm>
                <a:off x="7871968" y="3543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3" name="Freeform 42392">
                <a:extLst>
                  <a:ext uri="{FF2B5EF4-FFF2-40B4-BE49-F238E27FC236}">
                    <a16:creationId xmlns:a16="http://schemas.microsoft.com/office/drawing/2014/main" id="{899840BB-094A-52F7-3741-6B2604571524}"/>
                  </a:ext>
                </a:extLst>
              </p:cNvPr>
              <p:cNvSpPr/>
              <p:nvPr/>
            </p:nvSpPr>
            <p:spPr>
              <a:xfrm>
                <a:off x="7872464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4" name="Freeform 42393">
                <a:extLst>
                  <a:ext uri="{FF2B5EF4-FFF2-40B4-BE49-F238E27FC236}">
                    <a16:creationId xmlns:a16="http://schemas.microsoft.com/office/drawing/2014/main" id="{1A98CB6C-D08E-906E-583B-74E5DFFD818E}"/>
                  </a:ext>
                </a:extLst>
              </p:cNvPr>
              <p:cNvSpPr/>
              <p:nvPr/>
            </p:nvSpPr>
            <p:spPr>
              <a:xfrm>
                <a:off x="7872960" y="3483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5" name="Freeform 42394">
                <a:extLst>
                  <a:ext uri="{FF2B5EF4-FFF2-40B4-BE49-F238E27FC236}">
                    <a16:creationId xmlns:a16="http://schemas.microsoft.com/office/drawing/2014/main" id="{7A864511-EF0B-0B31-0E6F-DDD8E53E507C}"/>
                  </a:ext>
                </a:extLst>
              </p:cNvPr>
              <p:cNvSpPr/>
              <p:nvPr/>
            </p:nvSpPr>
            <p:spPr>
              <a:xfrm>
                <a:off x="7873555" y="3421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6" name="Freeform 42395">
                <a:extLst>
                  <a:ext uri="{FF2B5EF4-FFF2-40B4-BE49-F238E27FC236}">
                    <a16:creationId xmlns:a16="http://schemas.microsoft.com/office/drawing/2014/main" id="{C3688294-C849-2B91-1323-DECF0082D769}"/>
                  </a:ext>
                </a:extLst>
              </p:cNvPr>
              <p:cNvSpPr/>
              <p:nvPr/>
            </p:nvSpPr>
            <p:spPr>
              <a:xfrm>
                <a:off x="7874052" y="3350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7" name="Freeform 42396">
                <a:extLst>
                  <a:ext uri="{FF2B5EF4-FFF2-40B4-BE49-F238E27FC236}">
                    <a16:creationId xmlns:a16="http://schemas.microsoft.com/office/drawing/2014/main" id="{CEC98D5F-CCC0-84C8-7CF2-35944F101CFA}"/>
                  </a:ext>
                </a:extLst>
              </p:cNvPr>
              <p:cNvSpPr/>
              <p:nvPr/>
            </p:nvSpPr>
            <p:spPr>
              <a:xfrm>
                <a:off x="7874548" y="32864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8" name="Freeform 42397">
                <a:extLst>
                  <a:ext uri="{FF2B5EF4-FFF2-40B4-BE49-F238E27FC236}">
                    <a16:creationId xmlns:a16="http://schemas.microsoft.com/office/drawing/2014/main" id="{726479D5-C642-6D96-32A4-37FA7AA30FEA}"/>
                  </a:ext>
                </a:extLst>
              </p:cNvPr>
              <p:cNvSpPr/>
              <p:nvPr/>
            </p:nvSpPr>
            <p:spPr>
              <a:xfrm>
                <a:off x="7875044" y="3238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99" name="Freeform 42398">
                <a:extLst>
                  <a:ext uri="{FF2B5EF4-FFF2-40B4-BE49-F238E27FC236}">
                    <a16:creationId xmlns:a16="http://schemas.microsoft.com/office/drawing/2014/main" id="{C2238DF3-5292-A184-EAE4-8575930AE8ED}"/>
                  </a:ext>
                </a:extLst>
              </p:cNvPr>
              <p:cNvSpPr/>
              <p:nvPr/>
            </p:nvSpPr>
            <p:spPr>
              <a:xfrm>
                <a:off x="7875639" y="3200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0" name="Freeform 42399">
                <a:extLst>
                  <a:ext uri="{FF2B5EF4-FFF2-40B4-BE49-F238E27FC236}">
                    <a16:creationId xmlns:a16="http://schemas.microsoft.com/office/drawing/2014/main" id="{ED6C9713-5C31-201C-0E74-27ACAAE748EA}"/>
                  </a:ext>
                </a:extLst>
              </p:cNvPr>
              <p:cNvSpPr/>
              <p:nvPr/>
            </p:nvSpPr>
            <p:spPr>
              <a:xfrm>
                <a:off x="7876135" y="31766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1" name="Freeform 42400">
                <a:extLst>
                  <a:ext uri="{FF2B5EF4-FFF2-40B4-BE49-F238E27FC236}">
                    <a16:creationId xmlns:a16="http://schemas.microsoft.com/office/drawing/2014/main" id="{95527EE7-3DDE-9894-FAF2-917BD9E315C3}"/>
                  </a:ext>
                </a:extLst>
              </p:cNvPr>
              <p:cNvSpPr/>
              <p:nvPr/>
            </p:nvSpPr>
            <p:spPr>
              <a:xfrm>
                <a:off x="7876631" y="3180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2" name="Freeform 42401">
                <a:extLst>
                  <a:ext uri="{FF2B5EF4-FFF2-40B4-BE49-F238E27FC236}">
                    <a16:creationId xmlns:a16="http://schemas.microsoft.com/office/drawing/2014/main" id="{48E1E05F-49CA-92AA-5830-9C35A70D325F}"/>
                  </a:ext>
                </a:extLst>
              </p:cNvPr>
              <p:cNvSpPr/>
              <p:nvPr/>
            </p:nvSpPr>
            <p:spPr>
              <a:xfrm>
                <a:off x="7877227" y="3243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3" name="Freeform 42402">
                <a:extLst>
                  <a:ext uri="{FF2B5EF4-FFF2-40B4-BE49-F238E27FC236}">
                    <a16:creationId xmlns:a16="http://schemas.microsoft.com/office/drawing/2014/main" id="{563AD2E1-7691-B9AC-8041-557CCE4B2E99}"/>
                  </a:ext>
                </a:extLst>
              </p:cNvPr>
              <p:cNvSpPr/>
              <p:nvPr/>
            </p:nvSpPr>
            <p:spPr>
              <a:xfrm>
                <a:off x="7877723" y="3652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4" name="Freeform 42403">
                <a:extLst>
                  <a:ext uri="{FF2B5EF4-FFF2-40B4-BE49-F238E27FC236}">
                    <a16:creationId xmlns:a16="http://schemas.microsoft.com/office/drawing/2014/main" id="{D74547D8-AFAA-EAF0-54BD-CF8106E2AB31}"/>
                  </a:ext>
                </a:extLst>
              </p:cNvPr>
              <p:cNvSpPr/>
              <p:nvPr/>
            </p:nvSpPr>
            <p:spPr>
              <a:xfrm>
                <a:off x="7878219" y="392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5" name="Freeform 42404">
                <a:extLst>
                  <a:ext uri="{FF2B5EF4-FFF2-40B4-BE49-F238E27FC236}">
                    <a16:creationId xmlns:a16="http://schemas.microsoft.com/office/drawing/2014/main" id="{1B9C9774-D4E5-DDE3-6467-8FB709A41F04}"/>
                  </a:ext>
                </a:extLst>
              </p:cNvPr>
              <p:cNvSpPr/>
              <p:nvPr/>
            </p:nvSpPr>
            <p:spPr>
              <a:xfrm>
                <a:off x="7878814" y="3937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6" name="Freeform 42405">
                <a:extLst>
                  <a:ext uri="{FF2B5EF4-FFF2-40B4-BE49-F238E27FC236}">
                    <a16:creationId xmlns:a16="http://schemas.microsoft.com/office/drawing/2014/main" id="{E33F8312-2603-E5E4-74FA-78140DBCDE25}"/>
                  </a:ext>
                </a:extLst>
              </p:cNvPr>
              <p:cNvSpPr/>
              <p:nvPr/>
            </p:nvSpPr>
            <p:spPr>
              <a:xfrm>
                <a:off x="7879310" y="3937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7" name="Freeform 42406">
                <a:extLst>
                  <a:ext uri="{FF2B5EF4-FFF2-40B4-BE49-F238E27FC236}">
                    <a16:creationId xmlns:a16="http://schemas.microsoft.com/office/drawing/2014/main" id="{6CCAA6DE-A3E8-D97F-1C40-5AA8FC59CE3D}"/>
                  </a:ext>
                </a:extLst>
              </p:cNvPr>
              <p:cNvSpPr/>
              <p:nvPr/>
            </p:nvSpPr>
            <p:spPr>
              <a:xfrm>
                <a:off x="7879806" y="392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8" name="Freeform 42407">
                <a:extLst>
                  <a:ext uri="{FF2B5EF4-FFF2-40B4-BE49-F238E27FC236}">
                    <a16:creationId xmlns:a16="http://schemas.microsoft.com/office/drawing/2014/main" id="{D1703C99-DD19-531E-BADE-705B2F9CB883}"/>
                  </a:ext>
                </a:extLst>
              </p:cNvPr>
              <p:cNvSpPr/>
              <p:nvPr/>
            </p:nvSpPr>
            <p:spPr>
              <a:xfrm>
                <a:off x="7880402" y="39313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09" name="Freeform 42408">
                <a:extLst>
                  <a:ext uri="{FF2B5EF4-FFF2-40B4-BE49-F238E27FC236}">
                    <a16:creationId xmlns:a16="http://schemas.microsoft.com/office/drawing/2014/main" id="{D39FF333-6C62-992E-61E8-BF10C5884394}"/>
                  </a:ext>
                </a:extLst>
              </p:cNvPr>
              <p:cNvSpPr/>
              <p:nvPr/>
            </p:nvSpPr>
            <p:spPr>
              <a:xfrm>
                <a:off x="7880898" y="3963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0" name="Freeform 42409">
                <a:extLst>
                  <a:ext uri="{FF2B5EF4-FFF2-40B4-BE49-F238E27FC236}">
                    <a16:creationId xmlns:a16="http://schemas.microsoft.com/office/drawing/2014/main" id="{798F86A0-7A75-F5A8-64BA-63CA2298508A}"/>
                  </a:ext>
                </a:extLst>
              </p:cNvPr>
              <p:cNvSpPr/>
              <p:nvPr/>
            </p:nvSpPr>
            <p:spPr>
              <a:xfrm>
                <a:off x="7881394" y="3966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1" name="Freeform 42410">
                <a:extLst>
                  <a:ext uri="{FF2B5EF4-FFF2-40B4-BE49-F238E27FC236}">
                    <a16:creationId xmlns:a16="http://schemas.microsoft.com/office/drawing/2014/main" id="{A7D8AD56-0B56-D9E5-50F5-9DD5336C57C1}"/>
                  </a:ext>
                </a:extLst>
              </p:cNvPr>
              <p:cNvSpPr/>
              <p:nvPr/>
            </p:nvSpPr>
            <p:spPr>
              <a:xfrm>
                <a:off x="7881989" y="395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2" name="Freeform 42411">
                <a:extLst>
                  <a:ext uri="{FF2B5EF4-FFF2-40B4-BE49-F238E27FC236}">
                    <a16:creationId xmlns:a16="http://schemas.microsoft.com/office/drawing/2014/main" id="{629A9F19-D822-C039-7B19-6C7791E74156}"/>
                  </a:ext>
                </a:extLst>
              </p:cNvPr>
              <p:cNvSpPr/>
              <p:nvPr/>
            </p:nvSpPr>
            <p:spPr>
              <a:xfrm>
                <a:off x="7882485" y="3601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3" name="Freeform 42412">
                <a:extLst>
                  <a:ext uri="{FF2B5EF4-FFF2-40B4-BE49-F238E27FC236}">
                    <a16:creationId xmlns:a16="http://schemas.microsoft.com/office/drawing/2014/main" id="{A9CA86DF-D2F0-A533-C659-4B525C6DBC7D}"/>
                  </a:ext>
                </a:extLst>
              </p:cNvPr>
              <p:cNvSpPr/>
              <p:nvPr/>
            </p:nvSpPr>
            <p:spPr>
              <a:xfrm>
                <a:off x="7882981" y="3564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4" name="Freeform 42413">
                <a:extLst>
                  <a:ext uri="{FF2B5EF4-FFF2-40B4-BE49-F238E27FC236}">
                    <a16:creationId xmlns:a16="http://schemas.microsoft.com/office/drawing/2014/main" id="{FCA19DE1-98BB-FB2E-4ACA-10232B677CEC}"/>
                  </a:ext>
                </a:extLst>
              </p:cNvPr>
              <p:cNvSpPr/>
              <p:nvPr/>
            </p:nvSpPr>
            <p:spPr>
              <a:xfrm>
                <a:off x="7883577" y="3605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5" name="Freeform 42414">
                <a:extLst>
                  <a:ext uri="{FF2B5EF4-FFF2-40B4-BE49-F238E27FC236}">
                    <a16:creationId xmlns:a16="http://schemas.microsoft.com/office/drawing/2014/main" id="{D0DF80AA-6BC1-2A19-B1A5-A76015926775}"/>
                  </a:ext>
                </a:extLst>
              </p:cNvPr>
              <p:cNvSpPr/>
              <p:nvPr/>
            </p:nvSpPr>
            <p:spPr>
              <a:xfrm>
                <a:off x="7884073" y="3601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6" name="Freeform 42415">
                <a:extLst>
                  <a:ext uri="{FF2B5EF4-FFF2-40B4-BE49-F238E27FC236}">
                    <a16:creationId xmlns:a16="http://schemas.microsoft.com/office/drawing/2014/main" id="{8B15B1CB-4D39-0CE4-4CD0-B1EDC6AD991A}"/>
                  </a:ext>
                </a:extLst>
              </p:cNvPr>
              <p:cNvSpPr/>
              <p:nvPr/>
            </p:nvSpPr>
            <p:spPr>
              <a:xfrm>
                <a:off x="7884569" y="3577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7" name="Freeform 42416">
                <a:extLst>
                  <a:ext uri="{FF2B5EF4-FFF2-40B4-BE49-F238E27FC236}">
                    <a16:creationId xmlns:a16="http://schemas.microsoft.com/office/drawing/2014/main" id="{45AD9F3C-9431-9ABD-80AD-E018DC40B305}"/>
                  </a:ext>
                </a:extLst>
              </p:cNvPr>
              <p:cNvSpPr/>
              <p:nvPr/>
            </p:nvSpPr>
            <p:spPr>
              <a:xfrm>
                <a:off x="7885164" y="3554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8" name="Freeform 42417">
                <a:extLst>
                  <a:ext uri="{FF2B5EF4-FFF2-40B4-BE49-F238E27FC236}">
                    <a16:creationId xmlns:a16="http://schemas.microsoft.com/office/drawing/2014/main" id="{33E49322-C552-F019-C8F6-A96E9E362F4F}"/>
                  </a:ext>
                </a:extLst>
              </p:cNvPr>
              <p:cNvSpPr/>
              <p:nvPr/>
            </p:nvSpPr>
            <p:spPr>
              <a:xfrm>
                <a:off x="7885660" y="3501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19" name="Freeform 42418">
                <a:extLst>
                  <a:ext uri="{FF2B5EF4-FFF2-40B4-BE49-F238E27FC236}">
                    <a16:creationId xmlns:a16="http://schemas.microsoft.com/office/drawing/2014/main" id="{202B3020-B590-03ED-E542-65962FF36F92}"/>
                  </a:ext>
                </a:extLst>
              </p:cNvPr>
              <p:cNvSpPr/>
              <p:nvPr/>
            </p:nvSpPr>
            <p:spPr>
              <a:xfrm>
                <a:off x="7886156" y="3439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0" name="Freeform 42419">
                <a:extLst>
                  <a:ext uri="{FF2B5EF4-FFF2-40B4-BE49-F238E27FC236}">
                    <a16:creationId xmlns:a16="http://schemas.microsoft.com/office/drawing/2014/main" id="{CD8B075E-E18F-1DBB-18D6-D399EE894AFF}"/>
                  </a:ext>
                </a:extLst>
              </p:cNvPr>
              <p:cNvSpPr/>
              <p:nvPr/>
            </p:nvSpPr>
            <p:spPr>
              <a:xfrm>
                <a:off x="7886752" y="3383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1" name="Freeform 42420">
                <a:extLst>
                  <a:ext uri="{FF2B5EF4-FFF2-40B4-BE49-F238E27FC236}">
                    <a16:creationId xmlns:a16="http://schemas.microsoft.com/office/drawing/2014/main" id="{892B4FB2-4166-249F-876F-475FF9C3BA82}"/>
                  </a:ext>
                </a:extLst>
              </p:cNvPr>
              <p:cNvSpPr/>
              <p:nvPr/>
            </p:nvSpPr>
            <p:spPr>
              <a:xfrm>
                <a:off x="7887248" y="3327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2" name="Freeform 42421">
                <a:extLst>
                  <a:ext uri="{FF2B5EF4-FFF2-40B4-BE49-F238E27FC236}">
                    <a16:creationId xmlns:a16="http://schemas.microsoft.com/office/drawing/2014/main" id="{9B5F7A95-DA28-D892-F32A-DC3F02BF550E}"/>
                  </a:ext>
                </a:extLst>
              </p:cNvPr>
              <p:cNvSpPr/>
              <p:nvPr/>
            </p:nvSpPr>
            <p:spPr>
              <a:xfrm>
                <a:off x="7887744" y="3294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3" name="Freeform 42422">
                <a:extLst>
                  <a:ext uri="{FF2B5EF4-FFF2-40B4-BE49-F238E27FC236}">
                    <a16:creationId xmlns:a16="http://schemas.microsoft.com/office/drawing/2014/main" id="{1C315921-9FAF-A3EC-17D1-48009C18C95C}"/>
                  </a:ext>
                </a:extLst>
              </p:cNvPr>
              <p:cNvSpPr/>
              <p:nvPr/>
            </p:nvSpPr>
            <p:spPr>
              <a:xfrm>
                <a:off x="7888240" y="3270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4" name="Freeform 42423">
                <a:extLst>
                  <a:ext uri="{FF2B5EF4-FFF2-40B4-BE49-F238E27FC236}">
                    <a16:creationId xmlns:a16="http://schemas.microsoft.com/office/drawing/2014/main" id="{9E15A019-E205-685F-88A9-5192E8F3BB72}"/>
                  </a:ext>
                </a:extLst>
              </p:cNvPr>
              <p:cNvSpPr/>
              <p:nvPr/>
            </p:nvSpPr>
            <p:spPr>
              <a:xfrm>
                <a:off x="7888835" y="3240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5" name="Freeform 42424">
                <a:extLst>
                  <a:ext uri="{FF2B5EF4-FFF2-40B4-BE49-F238E27FC236}">
                    <a16:creationId xmlns:a16="http://schemas.microsoft.com/office/drawing/2014/main" id="{576BF125-E471-DD30-64D4-A0523722EC60}"/>
                  </a:ext>
                </a:extLst>
              </p:cNvPr>
              <p:cNvSpPr/>
              <p:nvPr/>
            </p:nvSpPr>
            <p:spPr>
              <a:xfrm>
                <a:off x="7889331" y="3250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6" name="Freeform 42425">
                <a:extLst>
                  <a:ext uri="{FF2B5EF4-FFF2-40B4-BE49-F238E27FC236}">
                    <a16:creationId xmlns:a16="http://schemas.microsoft.com/office/drawing/2014/main" id="{8B11F340-B542-A4EF-DE48-5DAB8F074F4C}"/>
                  </a:ext>
                </a:extLst>
              </p:cNvPr>
              <p:cNvSpPr/>
              <p:nvPr/>
            </p:nvSpPr>
            <p:spPr>
              <a:xfrm>
                <a:off x="7889827" y="32501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7" name="Freeform 42426">
                <a:extLst>
                  <a:ext uri="{FF2B5EF4-FFF2-40B4-BE49-F238E27FC236}">
                    <a16:creationId xmlns:a16="http://schemas.microsoft.com/office/drawing/2014/main" id="{5E35EEB0-46D0-959D-4D1E-F38D9D0B74A5}"/>
                  </a:ext>
                </a:extLst>
              </p:cNvPr>
              <p:cNvSpPr/>
              <p:nvPr/>
            </p:nvSpPr>
            <p:spPr>
              <a:xfrm>
                <a:off x="7890423" y="3649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8" name="Freeform 42427">
                <a:extLst>
                  <a:ext uri="{FF2B5EF4-FFF2-40B4-BE49-F238E27FC236}">
                    <a16:creationId xmlns:a16="http://schemas.microsoft.com/office/drawing/2014/main" id="{ABE0A3CF-2DA4-4DB8-2E59-E5416297AF50}"/>
                  </a:ext>
                </a:extLst>
              </p:cNvPr>
              <p:cNvSpPr/>
              <p:nvPr/>
            </p:nvSpPr>
            <p:spPr>
              <a:xfrm>
                <a:off x="7890919" y="3881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29" name="Freeform 42428">
                <a:extLst>
                  <a:ext uri="{FF2B5EF4-FFF2-40B4-BE49-F238E27FC236}">
                    <a16:creationId xmlns:a16="http://schemas.microsoft.com/office/drawing/2014/main" id="{05E8159C-A87B-F6A7-DD85-AFEE762F79DC}"/>
                  </a:ext>
                </a:extLst>
              </p:cNvPr>
              <p:cNvSpPr/>
              <p:nvPr/>
            </p:nvSpPr>
            <p:spPr>
              <a:xfrm>
                <a:off x="7891415" y="3913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0" name="Freeform 42429">
                <a:extLst>
                  <a:ext uri="{FF2B5EF4-FFF2-40B4-BE49-F238E27FC236}">
                    <a16:creationId xmlns:a16="http://schemas.microsoft.com/office/drawing/2014/main" id="{D231708A-1CDE-CEF2-C63F-2806C8293B82}"/>
                  </a:ext>
                </a:extLst>
              </p:cNvPr>
              <p:cNvSpPr/>
              <p:nvPr/>
            </p:nvSpPr>
            <p:spPr>
              <a:xfrm>
                <a:off x="7892010" y="3918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1" name="Freeform 42430">
                <a:extLst>
                  <a:ext uri="{FF2B5EF4-FFF2-40B4-BE49-F238E27FC236}">
                    <a16:creationId xmlns:a16="http://schemas.microsoft.com/office/drawing/2014/main" id="{AD52785E-0845-0917-9FAA-6FB1B935E7E3}"/>
                  </a:ext>
                </a:extLst>
              </p:cNvPr>
              <p:cNvSpPr/>
              <p:nvPr/>
            </p:nvSpPr>
            <p:spPr>
              <a:xfrm>
                <a:off x="7892506" y="3910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2" name="Freeform 42431">
                <a:extLst>
                  <a:ext uri="{FF2B5EF4-FFF2-40B4-BE49-F238E27FC236}">
                    <a16:creationId xmlns:a16="http://schemas.microsoft.com/office/drawing/2014/main" id="{D2A6B58E-54E1-2420-A18E-4A96E5358F7A}"/>
                  </a:ext>
                </a:extLst>
              </p:cNvPr>
              <p:cNvSpPr/>
              <p:nvPr/>
            </p:nvSpPr>
            <p:spPr>
              <a:xfrm>
                <a:off x="7893002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3" name="Freeform 42432">
                <a:extLst>
                  <a:ext uri="{FF2B5EF4-FFF2-40B4-BE49-F238E27FC236}">
                    <a16:creationId xmlns:a16="http://schemas.microsoft.com/office/drawing/2014/main" id="{A86C3C5E-DDF4-6957-7E9A-DB6F924BD211}"/>
                  </a:ext>
                </a:extLst>
              </p:cNvPr>
              <p:cNvSpPr/>
              <p:nvPr/>
            </p:nvSpPr>
            <p:spPr>
              <a:xfrm>
                <a:off x="7893598" y="3915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4" name="Freeform 42433">
                <a:extLst>
                  <a:ext uri="{FF2B5EF4-FFF2-40B4-BE49-F238E27FC236}">
                    <a16:creationId xmlns:a16="http://schemas.microsoft.com/office/drawing/2014/main" id="{BA673A56-211A-ACD3-8151-ECE3655F88DC}"/>
                  </a:ext>
                </a:extLst>
              </p:cNvPr>
              <p:cNvSpPr/>
              <p:nvPr/>
            </p:nvSpPr>
            <p:spPr>
              <a:xfrm>
                <a:off x="7894094" y="3899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5" name="Freeform 42434">
                <a:extLst>
                  <a:ext uri="{FF2B5EF4-FFF2-40B4-BE49-F238E27FC236}">
                    <a16:creationId xmlns:a16="http://schemas.microsoft.com/office/drawing/2014/main" id="{DE0C6CBB-B910-8892-60D7-1B7ACCC898D3}"/>
                  </a:ext>
                </a:extLst>
              </p:cNvPr>
              <p:cNvSpPr/>
              <p:nvPr/>
            </p:nvSpPr>
            <p:spPr>
              <a:xfrm>
                <a:off x="7894590" y="3906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6" name="Freeform 42435">
                <a:extLst>
                  <a:ext uri="{FF2B5EF4-FFF2-40B4-BE49-F238E27FC236}">
                    <a16:creationId xmlns:a16="http://schemas.microsoft.com/office/drawing/2014/main" id="{DE2992E9-5566-0FFF-4710-6605089927CA}"/>
                  </a:ext>
                </a:extLst>
              </p:cNvPr>
              <p:cNvSpPr/>
              <p:nvPr/>
            </p:nvSpPr>
            <p:spPr>
              <a:xfrm>
                <a:off x="7895185" y="3597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7" name="Freeform 42436">
                <a:extLst>
                  <a:ext uri="{FF2B5EF4-FFF2-40B4-BE49-F238E27FC236}">
                    <a16:creationId xmlns:a16="http://schemas.microsoft.com/office/drawing/2014/main" id="{29FF33F0-CEAA-3C94-AAA7-B4CD1AF0478A}"/>
                  </a:ext>
                </a:extLst>
              </p:cNvPr>
              <p:cNvSpPr/>
              <p:nvPr/>
            </p:nvSpPr>
            <p:spPr>
              <a:xfrm>
                <a:off x="7895681" y="3564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8" name="Freeform 42437">
                <a:extLst>
                  <a:ext uri="{FF2B5EF4-FFF2-40B4-BE49-F238E27FC236}">
                    <a16:creationId xmlns:a16="http://schemas.microsoft.com/office/drawing/2014/main" id="{100B41F8-8117-B92E-B99C-DF82880F26C7}"/>
                  </a:ext>
                </a:extLst>
              </p:cNvPr>
              <p:cNvSpPr/>
              <p:nvPr/>
            </p:nvSpPr>
            <p:spPr>
              <a:xfrm>
                <a:off x="7896177" y="3573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39" name="Freeform 42438">
                <a:extLst>
                  <a:ext uri="{FF2B5EF4-FFF2-40B4-BE49-F238E27FC236}">
                    <a16:creationId xmlns:a16="http://schemas.microsoft.com/office/drawing/2014/main" id="{483E053B-2A37-0021-A659-3EB233B89E8B}"/>
                  </a:ext>
                </a:extLst>
              </p:cNvPr>
              <p:cNvSpPr/>
              <p:nvPr/>
            </p:nvSpPr>
            <p:spPr>
              <a:xfrm>
                <a:off x="7896773" y="3584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0" name="Freeform 42439">
                <a:extLst>
                  <a:ext uri="{FF2B5EF4-FFF2-40B4-BE49-F238E27FC236}">
                    <a16:creationId xmlns:a16="http://schemas.microsoft.com/office/drawing/2014/main" id="{E10147F6-081E-36DA-C732-4A299144F5A1}"/>
                  </a:ext>
                </a:extLst>
              </p:cNvPr>
              <p:cNvSpPr/>
              <p:nvPr/>
            </p:nvSpPr>
            <p:spPr>
              <a:xfrm>
                <a:off x="7897269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1" name="Freeform 42440">
                <a:extLst>
                  <a:ext uri="{FF2B5EF4-FFF2-40B4-BE49-F238E27FC236}">
                    <a16:creationId xmlns:a16="http://schemas.microsoft.com/office/drawing/2014/main" id="{619AEC67-D29A-4C7C-2667-DF554AD7F348}"/>
                  </a:ext>
                </a:extLst>
              </p:cNvPr>
              <p:cNvSpPr/>
              <p:nvPr/>
            </p:nvSpPr>
            <p:spPr>
              <a:xfrm>
                <a:off x="7897765" y="3514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2" name="Freeform 42441">
                <a:extLst>
                  <a:ext uri="{FF2B5EF4-FFF2-40B4-BE49-F238E27FC236}">
                    <a16:creationId xmlns:a16="http://schemas.microsoft.com/office/drawing/2014/main" id="{A5589E7B-2192-2334-F3D6-DC102A27B774}"/>
                  </a:ext>
                </a:extLst>
              </p:cNvPr>
              <p:cNvSpPr/>
              <p:nvPr/>
            </p:nvSpPr>
            <p:spPr>
              <a:xfrm>
                <a:off x="7898360" y="3490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3" name="Freeform 42442">
                <a:extLst>
                  <a:ext uri="{FF2B5EF4-FFF2-40B4-BE49-F238E27FC236}">
                    <a16:creationId xmlns:a16="http://schemas.microsoft.com/office/drawing/2014/main" id="{2B56C8DF-489F-A1DA-444C-0DF0C48FE0C5}"/>
                  </a:ext>
                </a:extLst>
              </p:cNvPr>
              <p:cNvSpPr/>
              <p:nvPr/>
            </p:nvSpPr>
            <p:spPr>
              <a:xfrm>
                <a:off x="7898856" y="3423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4" name="Freeform 42443">
                <a:extLst>
                  <a:ext uri="{FF2B5EF4-FFF2-40B4-BE49-F238E27FC236}">
                    <a16:creationId xmlns:a16="http://schemas.microsoft.com/office/drawing/2014/main" id="{95FD2536-C89F-29CC-7C5F-C0D0C43903AE}"/>
                  </a:ext>
                </a:extLst>
              </p:cNvPr>
              <p:cNvSpPr/>
              <p:nvPr/>
            </p:nvSpPr>
            <p:spPr>
              <a:xfrm>
                <a:off x="7899352" y="3399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5" name="Freeform 42444">
                <a:extLst>
                  <a:ext uri="{FF2B5EF4-FFF2-40B4-BE49-F238E27FC236}">
                    <a16:creationId xmlns:a16="http://schemas.microsoft.com/office/drawing/2014/main" id="{9C3DCD8E-58E2-D574-AC9B-C06CC6E263CD}"/>
                  </a:ext>
                </a:extLst>
              </p:cNvPr>
              <p:cNvSpPr/>
              <p:nvPr/>
            </p:nvSpPr>
            <p:spPr>
              <a:xfrm>
                <a:off x="7899848" y="3363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6" name="Freeform 42445">
                <a:extLst>
                  <a:ext uri="{FF2B5EF4-FFF2-40B4-BE49-F238E27FC236}">
                    <a16:creationId xmlns:a16="http://schemas.microsoft.com/office/drawing/2014/main" id="{DAF876A0-2030-6B79-66F5-C6C7BC41D285}"/>
                  </a:ext>
                </a:extLst>
              </p:cNvPr>
              <p:cNvSpPr/>
              <p:nvPr/>
            </p:nvSpPr>
            <p:spPr>
              <a:xfrm>
                <a:off x="7900444" y="3381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7" name="Freeform 42446">
                <a:extLst>
                  <a:ext uri="{FF2B5EF4-FFF2-40B4-BE49-F238E27FC236}">
                    <a16:creationId xmlns:a16="http://schemas.microsoft.com/office/drawing/2014/main" id="{390177AF-95F4-1E32-CE32-8DCA9877E17D}"/>
                  </a:ext>
                </a:extLst>
              </p:cNvPr>
              <p:cNvSpPr/>
              <p:nvPr/>
            </p:nvSpPr>
            <p:spPr>
              <a:xfrm>
                <a:off x="7900940" y="3448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8" name="Freeform 42447">
                <a:extLst>
                  <a:ext uri="{FF2B5EF4-FFF2-40B4-BE49-F238E27FC236}">
                    <a16:creationId xmlns:a16="http://schemas.microsoft.com/office/drawing/2014/main" id="{9579828C-8F68-6509-CC2C-90EECEB99B91}"/>
                  </a:ext>
                </a:extLst>
              </p:cNvPr>
              <p:cNvSpPr/>
              <p:nvPr/>
            </p:nvSpPr>
            <p:spPr>
              <a:xfrm>
                <a:off x="7901436" y="3457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49" name="Freeform 42448">
                <a:extLst>
                  <a:ext uri="{FF2B5EF4-FFF2-40B4-BE49-F238E27FC236}">
                    <a16:creationId xmlns:a16="http://schemas.microsoft.com/office/drawing/2014/main" id="{110A64A0-DDE4-013B-8C01-9CE156B7B6B9}"/>
                  </a:ext>
                </a:extLst>
              </p:cNvPr>
              <p:cNvSpPr/>
              <p:nvPr/>
            </p:nvSpPr>
            <p:spPr>
              <a:xfrm>
                <a:off x="7902031" y="3513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0" name="Freeform 42449">
                <a:extLst>
                  <a:ext uri="{FF2B5EF4-FFF2-40B4-BE49-F238E27FC236}">
                    <a16:creationId xmlns:a16="http://schemas.microsoft.com/office/drawing/2014/main" id="{384B55F3-1586-A254-DC7C-49D7D0DD35C2}"/>
                  </a:ext>
                </a:extLst>
              </p:cNvPr>
              <p:cNvSpPr/>
              <p:nvPr/>
            </p:nvSpPr>
            <p:spPr>
              <a:xfrm>
                <a:off x="7902527" y="3454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1" name="Freeform 42450">
                <a:extLst>
                  <a:ext uri="{FF2B5EF4-FFF2-40B4-BE49-F238E27FC236}">
                    <a16:creationId xmlns:a16="http://schemas.microsoft.com/office/drawing/2014/main" id="{506E0445-8BE7-4E4E-C0CF-B49E46B1A60E}"/>
                  </a:ext>
                </a:extLst>
              </p:cNvPr>
              <p:cNvSpPr/>
              <p:nvPr/>
            </p:nvSpPr>
            <p:spPr>
              <a:xfrm>
                <a:off x="7903023" y="3743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2" name="Freeform 42451">
                <a:extLst>
                  <a:ext uri="{FF2B5EF4-FFF2-40B4-BE49-F238E27FC236}">
                    <a16:creationId xmlns:a16="http://schemas.microsoft.com/office/drawing/2014/main" id="{616B0CD1-CD4A-8FD1-8899-3ACD4A42E4F5}"/>
                  </a:ext>
                </a:extLst>
              </p:cNvPr>
              <p:cNvSpPr/>
              <p:nvPr/>
            </p:nvSpPr>
            <p:spPr>
              <a:xfrm>
                <a:off x="7903619" y="3873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3" name="Freeform 42452">
                <a:extLst>
                  <a:ext uri="{FF2B5EF4-FFF2-40B4-BE49-F238E27FC236}">
                    <a16:creationId xmlns:a16="http://schemas.microsoft.com/office/drawing/2014/main" id="{A08B6740-8809-E430-9F50-C35EDBB027E3}"/>
                  </a:ext>
                </a:extLst>
              </p:cNvPr>
              <p:cNvSpPr/>
              <p:nvPr/>
            </p:nvSpPr>
            <p:spPr>
              <a:xfrm>
                <a:off x="7904115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4" name="Freeform 42453">
                <a:extLst>
                  <a:ext uri="{FF2B5EF4-FFF2-40B4-BE49-F238E27FC236}">
                    <a16:creationId xmlns:a16="http://schemas.microsoft.com/office/drawing/2014/main" id="{5E598CBE-BB7E-F69C-58D6-7010F76F69F1}"/>
                  </a:ext>
                </a:extLst>
              </p:cNvPr>
              <p:cNvSpPr/>
              <p:nvPr/>
            </p:nvSpPr>
            <p:spPr>
              <a:xfrm>
                <a:off x="7904611" y="39186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5" name="Freeform 42454">
                <a:extLst>
                  <a:ext uri="{FF2B5EF4-FFF2-40B4-BE49-F238E27FC236}">
                    <a16:creationId xmlns:a16="http://schemas.microsoft.com/office/drawing/2014/main" id="{8E47565D-8B30-EC06-9037-57245F7137AA}"/>
                  </a:ext>
                </a:extLst>
              </p:cNvPr>
              <p:cNvSpPr/>
              <p:nvPr/>
            </p:nvSpPr>
            <p:spPr>
              <a:xfrm>
                <a:off x="7905206" y="3906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6" name="Freeform 42455">
                <a:extLst>
                  <a:ext uri="{FF2B5EF4-FFF2-40B4-BE49-F238E27FC236}">
                    <a16:creationId xmlns:a16="http://schemas.microsoft.com/office/drawing/2014/main" id="{0F5E9036-E298-1551-BE05-9C2F186B91F3}"/>
                  </a:ext>
                </a:extLst>
              </p:cNvPr>
              <p:cNvSpPr/>
              <p:nvPr/>
            </p:nvSpPr>
            <p:spPr>
              <a:xfrm>
                <a:off x="7905702" y="3908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7" name="Freeform 42456">
                <a:extLst>
                  <a:ext uri="{FF2B5EF4-FFF2-40B4-BE49-F238E27FC236}">
                    <a16:creationId xmlns:a16="http://schemas.microsoft.com/office/drawing/2014/main" id="{F0473D10-7FAF-ACD9-AAE3-64DDF173AE8B}"/>
                  </a:ext>
                </a:extLst>
              </p:cNvPr>
              <p:cNvSpPr/>
              <p:nvPr/>
            </p:nvSpPr>
            <p:spPr>
              <a:xfrm>
                <a:off x="7906198" y="3911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8" name="Freeform 42457">
                <a:extLst>
                  <a:ext uri="{FF2B5EF4-FFF2-40B4-BE49-F238E27FC236}">
                    <a16:creationId xmlns:a16="http://schemas.microsoft.com/office/drawing/2014/main" id="{D251B7E0-0B0F-8FC3-AA1E-491C667DCD12}"/>
                  </a:ext>
                </a:extLst>
              </p:cNvPr>
              <p:cNvSpPr/>
              <p:nvPr/>
            </p:nvSpPr>
            <p:spPr>
              <a:xfrm>
                <a:off x="7906794" y="39109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59" name="Freeform 42458">
                <a:extLst>
                  <a:ext uri="{FF2B5EF4-FFF2-40B4-BE49-F238E27FC236}">
                    <a16:creationId xmlns:a16="http://schemas.microsoft.com/office/drawing/2014/main" id="{601C084E-7D27-B85E-8DB9-10C17AA60072}"/>
                  </a:ext>
                </a:extLst>
              </p:cNvPr>
              <p:cNvSpPr/>
              <p:nvPr/>
            </p:nvSpPr>
            <p:spPr>
              <a:xfrm>
                <a:off x="7907290" y="389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0" name="Freeform 42459">
                <a:extLst>
                  <a:ext uri="{FF2B5EF4-FFF2-40B4-BE49-F238E27FC236}">
                    <a16:creationId xmlns:a16="http://schemas.microsoft.com/office/drawing/2014/main" id="{D8EAB00D-9D19-157C-43B2-2F39FC011D5A}"/>
                  </a:ext>
                </a:extLst>
              </p:cNvPr>
              <p:cNvSpPr/>
              <p:nvPr/>
            </p:nvSpPr>
            <p:spPr>
              <a:xfrm>
                <a:off x="7907786" y="3593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1" name="Freeform 42460">
                <a:extLst>
                  <a:ext uri="{FF2B5EF4-FFF2-40B4-BE49-F238E27FC236}">
                    <a16:creationId xmlns:a16="http://schemas.microsoft.com/office/drawing/2014/main" id="{AB29CFB6-5E35-C526-94FA-488EBB336BB9}"/>
                  </a:ext>
                </a:extLst>
              </p:cNvPr>
              <p:cNvSpPr/>
              <p:nvPr/>
            </p:nvSpPr>
            <p:spPr>
              <a:xfrm>
                <a:off x="7908381" y="3519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2" name="Freeform 42461">
                <a:extLst>
                  <a:ext uri="{FF2B5EF4-FFF2-40B4-BE49-F238E27FC236}">
                    <a16:creationId xmlns:a16="http://schemas.microsoft.com/office/drawing/2014/main" id="{421F98A0-6C1A-0369-28E0-4028A4B74FCD}"/>
                  </a:ext>
                </a:extLst>
              </p:cNvPr>
              <p:cNvSpPr/>
              <p:nvPr/>
            </p:nvSpPr>
            <p:spPr>
              <a:xfrm>
                <a:off x="7908877" y="3533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3" name="Freeform 42462">
                <a:extLst>
                  <a:ext uri="{FF2B5EF4-FFF2-40B4-BE49-F238E27FC236}">
                    <a16:creationId xmlns:a16="http://schemas.microsoft.com/office/drawing/2014/main" id="{12697FDB-FFAA-D534-8590-38E7C99C595B}"/>
                  </a:ext>
                </a:extLst>
              </p:cNvPr>
              <p:cNvSpPr/>
              <p:nvPr/>
            </p:nvSpPr>
            <p:spPr>
              <a:xfrm>
                <a:off x="7909373" y="3583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4" name="Freeform 42463">
                <a:extLst>
                  <a:ext uri="{FF2B5EF4-FFF2-40B4-BE49-F238E27FC236}">
                    <a16:creationId xmlns:a16="http://schemas.microsoft.com/office/drawing/2014/main" id="{A0637D3D-EFD6-D256-ED54-4F30976BAB69}"/>
                  </a:ext>
                </a:extLst>
              </p:cNvPr>
              <p:cNvSpPr/>
              <p:nvPr/>
            </p:nvSpPr>
            <p:spPr>
              <a:xfrm>
                <a:off x="7909969" y="358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5" name="Freeform 42464">
                <a:extLst>
                  <a:ext uri="{FF2B5EF4-FFF2-40B4-BE49-F238E27FC236}">
                    <a16:creationId xmlns:a16="http://schemas.microsoft.com/office/drawing/2014/main" id="{25E40BF0-F86C-CC12-1897-64502D60B21A}"/>
                  </a:ext>
                </a:extLst>
              </p:cNvPr>
              <p:cNvSpPr/>
              <p:nvPr/>
            </p:nvSpPr>
            <p:spPr>
              <a:xfrm>
                <a:off x="7910465" y="3568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6" name="Freeform 42465">
                <a:extLst>
                  <a:ext uri="{FF2B5EF4-FFF2-40B4-BE49-F238E27FC236}">
                    <a16:creationId xmlns:a16="http://schemas.microsoft.com/office/drawing/2014/main" id="{DD3FC9FE-C49B-C3DB-E7BE-CBCD460B98E2}"/>
                  </a:ext>
                </a:extLst>
              </p:cNvPr>
              <p:cNvSpPr/>
              <p:nvPr/>
            </p:nvSpPr>
            <p:spPr>
              <a:xfrm>
                <a:off x="7910961" y="3606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7" name="Freeform 42466">
                <a:extLst>
                  <a:ext uri="{FF2B5EF4-FFF2-40B4-BE49-F238E27FC236}">
                    <a16:creationId xmlns:a16="http://schemas.microsoft.com/office/drawing/2014/main" id="{B6094A15-F131-DA1D-EF93-D878BE6A5D42}"/>
                  </a:ext>
                </a:extLst>
              </p:cNvPr>
              <p:cNvSpPr/>
              <p:nvPr/>
            </p:nvSpPr>
            <p:spPr>
              <a:xfrm>
                <a:off x="7911457" y="3548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8" name="Freeform 42467">
                <a:extLst>
                  <a:ext uri="{FF2B5EF4-FFF2-40B4-BE49-F238E27FC236}">
                    <a16:creationId xmlns:a16="http://schemas.microsoft.com/office/drawing/2014/main" id="{1C67DF2E-E62E-35E2-D407-2EC93D8CF452}"/>
                  </a:ext>
                </a:extLst>
              </p:cNvPr>
              <p:cNvSpPr/>
              <p:nvPr/>
            </p:nvSpPr>
            <p:spPr>
              <a:xfrm>
                <a:off x="7912052" y="3499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69" name="Freeform 42468">
                <a:extLst>
                  <a:ext uri="{FF2B5EF4-FFF2-40B4-BE49-F238E27FC236}">
                    <a16:creationId xmlns:a16="http://schemas.microsoft.com/office/drawing/2014/main" id="{7373A570-6DCF-166D-1D06-5080AFB9C1DF}"/>
                  </a:ext>
                </a:extLst>
              </p:cNvPr>
              <p:cNvSpPr/>
              <p:nvPr/>
            </p:nvSpPr>
            <p:spPr>
              <a:xfrm>
                <a:off x="7912548" y="3472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0" name="Freeform 42469">
                <a:extLst>
                  <a:ext uri="{FF2B5EF4-FFF2-40B4-BE49-F238E27FC236}">
                    <a16:creationId xmlns:a16="http://schemas.microsoft.com/office/drawing/2014/main" id="{44244E5C-4EED-D86C-2A36-96615D2D04F0}"/>
                  </a:ext>
                </a:extLst>
              </p:cNvPr>
              <p:cNvSpPr/>
              <p:nvPr/>
            </p:nvSpPr>
            <p:spPr>
              <a:xfrm>
                <a:off x="7913045" y="3462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1" name="Freeform 42470">
                <a:extLst>
                  <a:ext uri="{FF2B5EF4-FFF2-40B4-BE49-F238E27FC236}">
                    <a16:creationId xmlns:a16="http://schemas.microsoft.com/office/drawing/2014/main" id="{B3000633-1FC8-4EB3-B7CA-387E72874792}"/>
                  </a:ext>
                </a:extLst>
              </p:cNvPr>
              <p:cNvSpPr/>
              <p:nvPr/>
            </p:nvSpPr>
            <p:spPr>
              <a:xfrm>
                <a:off x="7913640" y="3470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2" name="Freeform 42471">
                <a:extLst>
                  <a:ext uri="{FF2B5EF4-FFF2-40B4-BE49-F238E27FC236}">
                    <a16:creationId xmlns:a16="http://schemas.microsoft.com/office/drawing/2014/main" id="{D31B4FD6-7532-DD1A-7F23-5A927B28141B}"/>
                  </a:ext>
                </a:extLst>
              </p:cNvPr>
              <p:cNvSpPr/>
              <p:nvPr/>
            </p:nvSpPr>
            <p:spPr>
              <a:xfrm>
                <a:off x="7914136" y="3479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3" name="Freeform 42472">
                <a:extLst>
                  <a:ext uri="{FF2B5EF4-FFF2-40B4-BE49-F238E27FC236}">
                    <a16:creationId xmlns:a16="http://schemas.microsoft.com/office/drawing/2014/main" id="{01B4CC04-6333-C31F-8EFB-042DF89F4554}"/>
                  </a:ext>
                </a:extLst>
              </p:cNvPr>
              <p:cNvSpPr/>
              <p:nvPr/>
            </p:nvSpPr>
            <p:spPr>
              <a:xfrm>
                <a:off x="7914632" y="3475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4" name="Freeform 42473">
                <a:extLst>
                  <a:ext uri="{FF2B5EF4-FFF2-40B4-BE49-F238E27FC236}">
                    <a16:creationId xmlns:a16="http://schemas.microsoft.com/office/drawing/2014/main" id="{87E8FB17-5105-30B7-2D25-759D72582E26}"/>
                  </a:ext>
                </a:extLst>
              </p:cNvPr>
              <p:cNvSpPr/>
              <p:nvPr/>
            </p:nvSpPr>
            <p:spPr>
              <a:xfrm>
                <a:off x="7915227" y="3438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5" name="Freeform 42474">
                <a:extLst>
                  <a:ext uri="{FF2B5EF4-FFF2-40B4-BE49-F238E27FC236}">
                    <a16:creationId xmlns:a16="http://schemas.microsoft.com/office/drawing/2014/main" id="{A4C8BC60-26C9-2DF2-C953-6F58213D520A}"/>
                  </a:ext>
                </a:extLst>
              </p:cNvPr>
              <p:cNvSpPr/>
              <p:nvPr/>
            </p:nvSpPr>
            <p:spPr>
              <a:xfrm>
                <a:off x="7915723" y="3768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6" name="Freeform 42475">
                <a:extLst>
                  <a:ext uri="{FF2B5EF4-FFF2-40B4-BE49-F238E27FC236}">
                    <a16:creationId xmlns:a16="http://schemas.microsoft.com/office/drawing/2014/main" id="{8BE1CF7F-31A8-915F-E169-6744CC07B229}"/>
                  </a:ext>
                </a:extLst>
              </p:cNvPr>
              <p:cNvSpPr/>
              <p:nvPr/>
            </p:nvSpPr>
            <p:spPr>
              <a:xfrm>
                <a:off x="7916220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7" name="Freeform 42476">
                <a:extLst>
                  <a:ext uri="{FF2B5EF4-FFF2-40B4-BE49-F238E27FC236}">
                    <a16:creationId xmlns:a16="http://schemas.microsoft.com/office/drawing/2014/main" id="{E6E60DD7-A609-1CA6-D85E-71AE163349A8}"/>
                  </a:ext>
                </a:extLst>
              </p:cNvPr>
              <p:cNvSpPr/>
              <p:nvPr/>
            </p:nvSpPr>
            <p:spPr>
              <a:xfrm>
                <a:off x="7916815" y="394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8" name="Freeform 42477">
                <a:extLst>
                  <a:ext uri="{FF2B5EF4-FFF2-40B4-BE49-F238E27FC236}">
                    <a16:creationId xmlns:a16="http://schemas.microsoft.com/office/drawing/2014/main" id="{E8C84E17-B8BF-0297-B0FB-0D3A3E4212DE}"/>
                  </a:ext>
                </a:extLst>
              </p:cNvPr>
              <p:cNvSpPr/>
              <p:nvPr/>
            </p:nvSpPr>
            <p:spPr>
              <a:xfrm>
                <a:off x="7917311" y="39472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79" name="Freeform 42478">
                <a:extLst>
                  <a:ext uri="{FF2B5EF4-FFF2-40B4-BE49-F238E27FC236}">
                    <a16:creationId xmlns:a16="http://schemas.microsoft.com/office/drawing/2014/main" id="{F8D615F6-E9DC-412D-14C8-3920D9A1F230}"/>
                  </a:ext>
                </a:extLst>
              </p:cNvPr>
              <p:cNvSpPr/>
              <p:nvPr/>
            </p:nvSpPr>
            <p:spPr>
              <a:xfrm>
                <a:off x="7917807" y="3933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0" name="Freeform 42479">
                <a:extLst>
                  <a:ext uri="{FF2B5EF4-FFF2-40B4-BE49-F238E27FC236}">
                    <a16:creationId xmlns:a16="http://schemas.microsoft.com/office/drawing/2014/main" id="{4716706B-6AF5-6F1C-4C79-6A7A539DD967}"/>
                  </a:ext>
                </a:extLst>
              </p:cNvPr>
              <p:cNvSpPr/>
              <p:nvPr/>
            </p:nvSpPr>
            <p:spPr>
              <a:xfrm>
                <a:off x="7918402" y="3937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1" name="Freeform 42480">
                <a:extLst>
                  <a:ext uri="{FF2B5EF4-FFF2-40B4-BE49-F238E27FC236}">
                    <a16:creationId xmlns:a16="http://schemas.microsoft.com/office/drawing/2014/main" id="{C2ED32FA-205A-7B38-75EA-FA77D304AAD7}"/>
                  </a:ext>
                </a:extLst>
              </p:cNvPr>
              <p:cNvSpPr/>
              <p:nvPr/>
            </p:nvSpPr>
            <p:spPr>
              <a:xfrm>
                <a:off x="7918898" y="39472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2" name="Freeform 42481">
                <a:extLst>
                  <a:ext uri="{FF2B5EF4-FFF2-40B4-BE49-F238E27FC236}">
                    <a16:creationId xmlns:a16="http://schemas.microsoft.com/office/drawing/2014/main" id="{ABCF333B-A81E-5A42-295C-E4BF04BFE1B9}"/>
                  </a:ext>
                </a:extLst>
              </p:cNvPr>
              <p:cNvSpPr/>
              <p:nvPr/>
            </p:nvSpPr>
            <p:spPr>
              <a:xfrm>
                <a:off x="7919395" y="39468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3" name="Freeform 42482">
                <a:extLst>
                  <a:ext uri="{FF2B5EF4-FFF2-40B4-BE49-F238E27FC236}">
                    <a16:creationId xmlns:a16="http://schemas.microsoft.com/office/drawing/2014/main" id="{DBEA7617-0E82-E6B1-3CE6-E64CF1E01717}"/>
                  </a:ext>
                </a:extLst>
              </p:cNvPr>
              <p:cNvSpPr/>
              <p:nvPr/>
            </p:nvSpPr>
            <p:spPr>
              <a:xfrm>
                <a:off x="7919990" y="3927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4" name="Freeform 42483">
                <a:extLst>
                  <a:ext uri="{FF2B5EF4-FFF2-40B4-BE49-F238E27FC236}">
                    <a16:creationId xmlns:a16="http://schemas.microsoft.com/office/drawing/2014/main" id="{B467C844-E97A-62F1-03D1-1EBBDDFE5FF3}"/>
                  </a:ext>
                </a:extLst>
              </p:cNvPr>
              <p:cNvSpPr/>
              <p:nvPr/>
            </p:nvSpPr>
            <p:spPr>
              <a:xfrm>
                <a:off x="7920486" y="3628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5" name="Freeform 42484">
                <a:extLst>
                  <a:ext uri="{FF2B5EF4-FFF2-40B4-BE49-F238E27FC236}">
                    <a16:creationId xmlns:a16="http://schemas.microsoft.com/office/drawing/2014/main" id="{FF113548-CD87-F816-9BC2-1E1DE3459DD0}"/>
                  </a:ext>
                </a:extLst>
              </p:cNvPr>
              <p:cNvSpPr/>
              <p:nvPr/>
            </p:nvSpPr>
            <p:spPr>
              <a:xfrm>
                <a:off x="7920982" y="3581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6" name="Freeform 42485">
                <a:extLst>
                  <a:ext uri="{FF2B5EF4-FFF2-40B4-BE49-F238E27FC236}">
                    <a16:creationId xmlns:a16="http://schemas.microsoft.com/office/drawing/2014/main" id="{AD971AD1-24F8-A34F-5C36-1AFAE9FFC470}"/>
                  </a:ext>
                </a:extLst>
              </p:cNvPr>
              <p:cNvSpPr/>
              <p:nvPr/>
            </p:nvSpPr>
            <p:spPr>
              <a:xfrm>
                <a:off x="7921577" y="3593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7" name="Freeform 42486">
                <a:extLst>
                  <a:ext uri="{FF2B5EF4-FFF2-40B4-BE49-F238E27FC236}">
                    <a16:creationId xmlns:a16="http://schemas.microsoft.com/office/drawing/2014/main" id="{BB2AD9A2-0AE7-6FF9-31C0-A6D5828D8040}"/>
                  </a:ext>
                </a:extLst>
              </p:cNvPr>
              <p:cNvSpPr/>
              <p:nvPr/>
            </p:nvSpPr>
            <p:spPr>
              <a:xfrm>
                <a:off x="7922073" y="3609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8" name="Freeform 42487">
                <a:extLst>
                  <a:ext uri="{FF2B5EF4-FFF2-40B4-BE49-F238E27FC236}">
                    <a16:creationId xmlns:a16="http://schemas.microsoft.com/office/drawing/2014/main" id="{54F8A738-25E8-104D-35E1-18C6A9793D06}"/>
                  </a:ext>
                </a:extLst>
              </p:cNvPr>
              <p:cNvSpPr/>
              <p:nvPr/>
            </p:nvSpPr>
            <p:spPr>
              <a:xfrm>
                <a:off x="7922570" y="3595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89" name="Freeform 42488">
                <a:extLst>
                  <a:ext uri="{FF2B5EF4-FFF2-40B4-BE49-F238E27FC236}">
                    <a16:creationId xmlns:a16="http://schemas.microsoft.com/office/drawing/2014/main" id="{1AE59472-CE91-92AD-2B6C-72DEB072FFAE}"/>
                  </a:ext>
                </a:extLst>
              </p:cNvPr>
              <p:cNvSpPr/>
              <p:nvPr/>
            </p:nvSpPr>
            <p:spPr>
              <a:xfrm>
                <a:off x="7923165" y="3580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0" name="Freeform 42489">
                <a:extLst>
                  <a:ext uri="{FF2B5EF4-FFF2-40B4-BE49-F238E27FC236}">
                    <a16:creationId xmlns:a16="http://schemas.microsoft.com/office/drawing/2014/main" id="{99F0C011-CAE6-5E63-A62C-1674B939E8CB}"/>
                  </a:ext>
                </a:extLst>
              </p:cNvPr>
              <p:cNvSpPr/>
              <p:nvPr/>
            </p:nvSpPr>
            <p:spPr>
              <a:xfrm>
                <a:off x="7923661" y="3776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1" name="Freeform 42490">
                <a:extLst>
                  <a:ext uri="{FF2B5EF4-FFF2-40B4-BE49-F238E27FC236}">
                    <a16:creationId xmlns:a16="http://schemas.microsoft.com/office/drawing/2014/main" id="{743A4F86-66E8-0A1C-DC6E-ADFBA7520170}"/>
                  </a:ext>
                </a:extLst>
              </p:cNvPr>
              <p:cNvSpPr/>
              <p:nvPr/>
            </p:nvSpPr>
            <p:spPr>
              <a:xfrm>
                <a:off x="7924157" y="3722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2" name="Freeform 42491">
                <a:extLst>
                  <a:ext uri="{FF2B5EF4-FFF2-40B4-BE49-F238E27FC236}">
                    <a16:creationId xmlns:a16="http://schemas.microsoft.com/office/drawing/2014/main" id="{CE734C58-668E-2FC2-93E5-38996D7BB47E}"/>
                  </a:ext>
                </a:extLst>
              </p:cNvPr>
              <p:cNvSpPr/>
              <p:nvPr/>
            </p:nvSpPr>
            <p:spPr>
              <a:xfrm>
                <a:off x="7924653" y="3736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3" name="Freeform 42492">
                <a:extLst>
                  <a:ext uri="{FF2B5EF4-FFF2-40B4-BE49-F238E27FC236}">
                    <a16:creationId xmlns:a16="http://schemas.microsoft.com/office/drawing/2014/main" id="{23DF6133-0B62-5A62-C418-CFF55225A0F0}"/>
                  </a:ext>
                </a:extLst>
              </p:cNvPr>
              <p:cNvSpPr/>
              <p:nvPr/>
            </p:nvSpPr>
            <p:spPr>
              <a:xfrm>
                <a:off x="7925248" y="371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4" name="Freeform 42493">
                <a:extLst>
                  <a:ext uri="{FF2B5EF4-FFF2-40B4-BE49-F238E27FC236}">
                    <a16:creationId xmlns:a16="http://schemas.microsoft.com/office/drawing/2014/main" id="{2D6CBC1E-0F67-315F-9AA0-B53D4339A056}"/>
                  </a:ext>
                </a:extLst>
              </p:cNvPr>
              <p:cNvSpPr/>
              <p:nvPr/>
            </p:nvSpPr>
            <p:spPr>
              <a:xfrm>
                <a:off x="7925745" y="368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5" name="Freeform 42494">
                <a:extLst>
                  <a:ext uri="{FF2B5EF4-FFF2-40B4-BE49-F238E27FC236}">
                    <a16:creationId xmlns:a16="http://schemas.microsoft.com/office/drawing/2014/main" id="{6298F3F6-2C97-FA2D-3E96-BE7609CEF5D0}"/>
                  </a:ext>
                </a:extLst>
              </p:cNvPr>
              <p:cNvSpPr/>
              <p:nvPr/>
            </p:nvSpPr>
            <p:spPr>
              <a:xfrm>
                <a:off x="7926241" y="3650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6" name="Freeform 42495">
                <a:extLst>
                  <a:ext uri="{FF2B5EF4-FFF2-40B4-BE49-F238E27FC236}">
                    <a16:creationId xmlns:a16="http://schemas.microsoft.com/office/drawing/2014/main" id="{4AE03A6E-1D2A-9390-A3D7-4E016296889C}"/>
                  </a:ext>
                </a:extLst>
              </p:cNvPr>
              <p:cNvSpPr/>
              <p:nvPr/>
            </p:nvSpPr>
            <p:spPr>
              <a:xfrm>
                <a:off x="7926836" y="3607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7" name="Freeform 42496">
                <a:extLst>
                  <a:ext uri="{FF2B5EF4-FFF2-40B4-BE49-F238E27FC236}">
                    <a16:creationId xmlns:a16="http://schemas.microsoft.com/office/drawing/2014/main" id="{95C67176-5E8F-FF93-0623-D1D1D6FB36DE}"/>
                  </a:ext>
                </a:extLst>
              </p:cNvPr>
              <p:cNvSpPr/>
              <p:nvPr/>
            </p:nvSpPr>
            <p:spPr>
              <a:xfrm>
                <a:off x="7927332" y="3637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8" name="Freeform 42497">
                <a:extLst>
                  <a:ext uri="{FF2B5EF4-FFF2-40B4-BE49-F238E27FC236}">
                    <a16:creationId xmlns:a16="http://schemas.microsoft.com/office/drawing/2014/main" id="{A95EBBBC-4E62-7307-A215-D2CC2BDC734B}"/>
                  </a:ext>
                </a:extLst>
              </p:cNvPr>
              <p:cNvSpPr/>
              <p:nvPr/>
            </p:nvSpPr>
            <p:spPr>
              <a:xfrm>
                <a:off x="7927828" y="3620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99" name="Freeform 42498">
                <a:extLst>
                  <a:ext uri="{FF2B5EF4-FFF2-40B4-BE49-F238E27FC236}">
                    <a16:creationId xmlns:a16="http://schemas.microsoft.com/office/drawing/2014/main" id="{2412CC44-983D-8FFC-C47B-1E16F0A230EF}"/>
                  </a:ext>
                </a:extLst>
              </p:cNvPr>
              <p:cNvSpPr/>
              <p:nvPr/>
            </p:nvSpPr>
            <p:spPr>
              <a:xfrm>
                <a:off x="7928423" y="3861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0" name="Freeform 42499">
                <a:extLst>
                  <a:ext uri="{FF2B5EF4-FFF2-40B4-BE49-F238E27FC236}">
                    <a16:creationId xmlns:a16="http://schemas.microsoft.com/office/drawing/2014/main" id="{7BA0B5D5-E3D1-7531-0789-794A350B6361}"/>
                  </a:ext>
                </a:extLst>
              </p:cNvPr>
              <p:cNvSpPr/>
              <p:nvPr/>
            </p:nvSpPr>
            <p:spPr>
              <a:xfrm>
                <a:off x="7928920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1" name="Freeform 42500">
                <a:extLst>
                  <a:ext uri="{FF2B5EF4-FFF2-40B4-BE49-F238E27FC236}">
                    <a16:creationId xmlns:a16="http://schemas.microsoft.com/office/drawing/2014/main" id="{FC04FB8C-B4FC-6FA3-F164-4C06637759E3}"/>
                  </a:ext>
                </a:extLst>
              </p:cNvPr>
              <p:cNvSpPr/>
              <p:nvPr/>
            </p:nvSpPr>
            <p:spPr>
              <a:xfrm>
                <a:off x="7929416" y="4027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2" name="Freeform 42501">
                <a:extLst>
                  <a:ext uri="{FF2B5EF4-FFF2-40B4-BE49-F238E27FC236}">
                    <a16:creationId xmlns:a16="http://schemas.microsoft.com/office/drawing/2014/main" id="{1D4A6F2D-DB27-E08E-5C8A-785DC4FB12A1}"/>
                  </a:ext>
                </a:extLst>
              </p:cNvPr>
              <p:cNvSpPr/>
              <p:nvPr/>
            </p:nvSpPr>
            <p:spPr>
              <a:xfrm>
                <a:off x="7930011" y="4027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3" name="Freeform 42502">
                <a:extLst>
                  <a:ext uri="{FF2B5EF4-FFF2-40B4-BE49-F238E27FC236}">
                    <a16:creationId xmlns:a16="http://schemas.microsoft.com/office/drawing/2014/main" id="{2186B2CA-9E80-1F70-BC2C-BAEF98047D0E}"/>
                  </a:ext>
                </a:extLst>
              </p:cNvPr>
              <p:cNvSpPr/>
              <p:nvPr/>
            </p:nvSpPr>
            <p:spPr>
              <a:xfrm>
                <a:off x="7930507" y="40165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4" name="Freeform 42503">
                <a:extLst>
                  <a:ext uri="{FF2B5EF4-FFF2-40B4-BE49-F238E27FC236}">
                    <a16:creationId xmlns:a16="http://schemas.microsoft.com/office/drawing/2014/main" id="{B125402D-856F-993A-AEB2-33395476B4BE}"/>
                  </a:ext>
                </a:extLst>
              </p:cNvPr>
              <p:cNvSpPr/>
              <p:nvPr/>
            </p:nvSpPr>
            <p:spPr>
              <a:xfrm>
                <a:off x="7931003" y="4022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5" name="Freeform 42504">
                <a:extLst>
                  <a:ext uri="{FF2B5EF4-FFF2-40B4-BE49-F238E27FC236}">
                    <a16:creationId xmlns:a16="http://schemas.microsoft.com/office/drawing/2014/main" id="{86BA14F3-284D-A55D-BA77-AB4CEC2686BB}"/>
                  </a:ext>
                </a:extLst>
              </p:cNvPr>
              <p:cNvSpPr/>
              <p:nvPr/>
            </p:nvSpPr>
            <p:spPr>
              <a:xfrm>
                <a:off x="7931598" y="4032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6" name="Freeform 42505">
                <a:extLst>
                  <a:ext uri="{FF2B5EF4-FFF2-40B4-BE49-F238E27FC236}">
                    <a16:creationId xmlns:a16="http://schemas.microsoft.com/office/drawing/2014/main" id="{62513641-990E-C090-4868-63971A82E49D}"/>
                  </a:ext>
                </a:extLst>
              </p:cNvPr>
              <p:cNvSpPr/>
              <p:nvPr/>
            </p:nvSpPr>
            <p:spPr>
              <a:xfrm>
                <a:off x="7932095" y="4049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7" name="Freeform 42506">
                <a:extLst>
                  <a:ext uri="{FF2B5EF4-FFF2-40B4-BE49-F238E27FC236}">
                    <a16:creationId xmlns:a16="http://schemas.microsoft.com/office/drawing/2014/main" id="{B59E5C0E-0221-C318-EA79-632B624DB45C}"/>
                  </a:ext>
                </a:extLst>
              </p:cNvPr>
              <p:cNvSpPr/>
              <p:nvPr/>
            </p:nvSpPr>
            <p:spPr>
              <a:xfrm>
                <a:off x="7932591" y="4034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8" name="Freeform 42507">
                <a:extLst>
                  <a:ext uri="{FF2B5EF4-FFF2-40B4-BE49-F238E27FC236}">
                    <a16:creationId xmlns:a16="http://schemas.microsoft.com/office/drawing/2014/main" id="{349F92A5-7064-FF5E-A8E9-2EFC29AE5779}"/>
                  </a:ext>
                </a:extLst>
              </p:cNvPr>
              <p:cNvSpPr/>
              <p:nvPr/>
            </p:nvSpPr>
            <p:spPr>
              <a:xfrm>
                <a:off x="7933186" y="3875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09" name="Freeform 42508">
                <a:extLst>
                  <a:ext uri="{FF2B5EF4-FFF2-40B4-BE49-F238E27FC236}">
                    <a16:creationId xmlns:a16="http://schemas.microsoft.com/office/drawing/2014/main" id="{0587F210-7BE6-45AB-8E2E-2D45000A8135}"/>
                  </a:ext>
                </a:extLst>
              </p:cNvPr>
              <p:cNvSpPr/>
              <p:nvPr/>
            </p:nvSpPr>
            <p:spPr>
              <a:xfrm>
                <a:off x="7933682" y="3808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0" name="Freeform 42509">
                <a:extLst>
                  <a:ext uri="{FF2B5EF4-FFF2-40B4-BE49-F238E27FC236}">
                    <a16:creationId xmlns:a16="http://schemas.microsoft.com/office/drawing/2014/main" id="{870AB9BC-789E-6049-3BB9-899189FD800D}"/>
                  </a:ext>
                </a:extLst>
              </p:cNvPr>
              <p:cNvSpPr/>
              <p:nvPr/>
            </p:nvSpPr>
            <p:spPr>
              <a:xfrm>
                <a:off x="7934178" y="3813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1" name="Freeform 42510">
                <a:extLst>
                  <a:ext uri="{FF2B5EF4-FFF2-40B4-BE49-F238E27FC236}">
                    <a16:creationId xmlns:a16="http://schemas.microsoft.com/office/drawing/2014/main" id="{54AEE308-4AAB-848D-17F8-A4BBC312EC31}"/>
                  </a:ext>
                </a:extLst>
              </p:cNvPr>
              <p:cNvSpPr/>
              <p:nvPr/>
            </p:nvSpPr>
            <p:spPr>
              <a:xfrm>
                <a:off x="7934773" y="376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2" name="Freeform 42511">
                <a:extLst>
                  <a:ext uri="{FF2B5EF4-FFF2-40B4-BE49-F238E27FC236}">
                    <a16:creationId xmlns:a16="http://schemas.microsoft.com/office/drawing/2014/main" id="{CFC75950-D38B-5FA8-438A-2B068F8D2D38}"/>
                  </a:ext>
                </a:extLst>
              </p:cNvPr>
              <p:cNvSpPr/>
              <p:nvPr/>
            </p:nvSpPr>
            <p:spPr>
              <a:xfrm>
                <a:off x="7935270" y="3785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3" name="Freeform 42512">
                <a:extLst>
                  <a:ext uri="{FF2B5EF4-FFF2-40B4-BE49-F238E27FC236}">
                    <a16:creationId xmlns:a16="http://schemas.microsoft.com/office/drawing/2014/main" id="{425D7BEE-FEDD-F188-C816-CBE68CA28E59}"/>
                  </a:ext>
                </a:extLst>
              </p:cNvPr>
              <p:cNvSpPr/>
              <p:nvPr/>
            </p:nvSpPr>
            <p:spPr>
              <a:xfrm>
                <a:off x="7935766" y="3761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4" name="Freeform 42513">
                <a:extLst>
                  <a:ext uri="{FF2B5EF4-FFF2-40B4-BE49-F238E27FC236}">
                    <a16:creationId xmlns:a16="http://schemas.microsoft.com/office/drawing/2014/main" id="{4FC67DB7-3531-F63F-B445-ECBB19956071}"/>
                  </a:ext>
                </a:extLst>
              </p:cNvPr>
              <p:cNvSpPr/>
              <p:nvPr/>
            </p:nvSpPr>
            <p:spPr>
              <a:xfrm>
                <a:off x="7936262" y="3719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5" name="Freeform 42514">
                <a:extLst>
                  <a:ext uri="{FF2B5EF4-FFF2-40B4-BE49-F238E27FC236}">
                    <a16:creationId xmlns:a16="http://schemas.microsoft.com/office/drawing/2014/main" id="{B434C6F5-BB78-E9A6-497F-B008C5F16754}"/>
                  </a:ext>
                </a:extLst>
              </p:cNvPr>
              <p:cNvSpPr/>
              <p:nvPr/>
            </p:nvSpPr>
            <p:spPr>
              <a:xfrm>
                <a:off x="7936857" y="3722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6" name="Freeform 42515">
                <a:extLst>
                  <a:ext uri="{FF2B5EF4-FFF2-40B4-BE49-F238E27FC236}">
                    <a16:creationId xmlns:a16="http://schemas.microsoft.com/office/drawing/2014/main" id="{82EB4D9B-842A-6361-9A6D-767B09B16730}"/>
                  </a:ext>
                </a:extLst>
              </p:cNvPr>
              <p:cNvSpPr/>
              <p:nvPr/>
            </p:nvSpPr>
            <p:spPr>
              <a:xfrm>
                <a:off x="7937353" y="3656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7" name="Freeform 42516">
                <a:extLst>
                  <a:ext uri="{FF2B5EF4-FFF2-40B4-BE49-F238E27FC236}">
                    <a16:creationId xmlns:a16="http://schemas.microsoft.com/office/drawing/2014/main" id="{DA924637-72E0-B478-45A9-A9F54A011DEB}"/>
                  </a:ext>
                </a:extLst>
              </p:cNvPr>
              <p:cNvSpPr/>
              <p:nvPr/>
            </p:nvSpPr>
            <p:spPr>
              <a:xfrm>
                <a:off x="7937849" y="3626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8" name="Freeform 42517">
                <a:extLst>
                  <a:ext uri="{FF2B5EF4-FFF2-40B4-BE49-F238E27FC236}">
                    <a16:creationId xmlns:a16="http://schemas.microsoft.com/office/drawing/2014/main" id="{E8BD8F2B-B34B-428D-D91E-5B11D45F7F01}"/>
                  </a:ext>
                </a:extLst>
              </p:cNvPr>
              <p:cNvSpPr/>
              <p:nvPr/>
            </p:nvSpPr>
            <p:spPr>
              <a:xfrm>
                <a:off x="7938445" y="3589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19" name="Freeform 42518">
                <a:extLst>
                  <a:ext uri="{FF2B5EF4-FFF2-40B4-BE49-F238E27FC236}">
                    <a16:creationId xmlns:a16="http://schemas.microsoft.com/office/drawing/2014/main" id="{1EBC0FA0-22C7-E124-2E9E-90908BC66932}"/>
                  </a:ext>
                </a:extLst>
              </p:cNvPr>
              <p:cNvSpPr/>
              <p:nvPr/>
            </p:nvSpPr>
            <p:spPr>
              <a:xfrm>
                <a:off x="7938941" y="3572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0" name="Freeform 42519">
                <a:extLst>
                  <a:ext uri="{FF2B5EF4-FFF2-40B4-BE49-F238E27FC236}">
                    <a16:creationId xmlns:a16="http://schemas.microsoft.com/office/drawing/2014/main" id="{B824E129-6A6D-D8DD-A713-B184F71FE109}"/>
                  </a:ext>
                </a:extLst>
              </p:cNvPr>
              <p:cNvSpPr/>
              <p:nvPr/>
            </p:nvSpPr>
            <p:spPr>
              <a:xfrm>
                <a:off x="7939437" y="3566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1" name="Freeform 42520">
                <a:extLst>
                  <a:ext uri="{FF2B5EF4-FFF2-40B4-BE49-F238E27FC236}">
                    <a16:creationId xmlns:a16="http://schemas.microsoft.com/office/drawing/2014/main" id="{2D2C4FF7-F526-9B98-C3A1-82BA62E700B5}"/>
                  </a:ext>
                </a:extLst>
              </p:cNvPr>
              <p:cNvSpPr/>
              <p:nvPr/>
            </p:nvSpPr>
            <p:spPr>
              <a:xfrm>
                <a:off x="7940032" y="3581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2" name="Freeform 42521">
                <a:extLst>
                  <a:ext uri="{FF2B5EF4-FFF2-40B4-BE49-F238E27FC236}">
                    <a16:creationId xmlns:a16="http://schemas.microsoft.com/office/drawing/2014/main" id="{6255FD8D-4870-A09A-1901-788D21DA807F}"/>
                  </a:ext>
                </a:extLst>
              </p:cNvPr>
              <p:cNvSpPr/>
              <p:nvPr/>
            </p:nvSpPr>
            <p:spPr>
              <a:xfrm>
                <a:off x="7940528" y="3666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3" name="Freeform 42522">
                <a:extLst>
                  <a:ext uri="{FF2B5EF4-FFF2-40B4-BE49-F238E27FC236}">
                    <a16:creationId xmlns:a16="http://schemas.microsoft.com/office/drawing/2014/main" id="{CFD1A415-2763-1B66-A7FC-35600CF990FF}"/>
                  </a:ext>
                </a:extLst>
              </p:cNvPr>
              <p:cNvSpPr/>
              <p:nvPr/>
            </p:nvSpPr>
            <p:spPr>
              <a:xfrm>
                <a:off x="7941024" y="38688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4" name="Freeform 42523">
                <a:extLst>
                  <a:ext uri="{FF2B5EF4-FFF2-40B4-BE49-F238E27FC236}">
                    <a16:creationId xmlns:a16="http://schemas.microsoft.com/office/drawing/2014/main" id="{BAED3EC4-05E3-F3A2-DF09-1533302A1D1A}"/>
                  </a:ext>
                </a:extLst>
              </p:cNvPr>
              <p:cNvSpPr/>
              <p:nvPr/>
            </p:nvSpPr>
            <p:spPr>
              <a:xfrm>
                <a:off x="7941620" y="40088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5" name="Freeform 42524">
                <a:extLst>
                  <a:ext uri="{FF2B5EF4-FFF2-40B4-BE49-F238E27FC236}">
                    <a16:creationId xmlns:a16="http://schemas.microsoft.com/office/drawing/2014/main" id="{015DA4D1-C7D9-D958-2A8D-19CB90DC6E65}"/>
                  </a:ext>
                </a:extLst>
              </p:cNvPr>
              <p:cNvSpPr/>
              <p:nvPr/>
            </p:nvSpPr>
            <p:spPr>
              <a:xfrm>
                <a:off x="7942116" y="4038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6" name="Freeform 42525">
                <a:extLst>
                  <a:ext uri="{FF2B5EF4-FFF2-40B4-BE49-F238E27FC236}">
                    <a16:creationId xmlns:a16="http://schemas.microsoft.com/office/drawing/2014/main" id="{B87E9591-5757-E084-36C2-FA0E9D9AB0CE}"/>
                  </a:ext>
                </a:extLst>
              </p:cNvPr>
              <p:cNvSpPr/>
              <p:nvPr/>
            </p:nvSpPr>
            <p:spPr>
              <a:xfrm>
                <a:off x="7942612" y="4037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7" name="Freeform 42526">
                <a:extLst>
                  <a:ext uri="{FF2B5EF4-FFF2-40B4-BE49-F238E27FC236}">
                    <a16:creationId xmlns:a16="http://schemas.microsoft.com/office/drawing/2014/main" id="{2622A0E7-0F27-5D59-4A74-B7B5BD6D510B}"/>
                  </a:ext>
                </a:extLst>
              </p:cNvPr>
              <p:cNvSpPr/>
              <p:nvPr/>
            </p:nvSpPr>
            <p:spPr>
              <a:xfrm>
                <a:off x="7943207" y="40288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8" name="Freeform 42527">
                <a:extLst>
                  <a:ext uri="{FF2B5EF4-FFF2-40B4-BE49-F238E27FC236}">
                    <a16:creationId xmlns:a16="http://schemas.microsoft.com/office/drawing/2014/main" id="{45253E6F-6A2D-61EB-FFD5-DB2AD0F39CB4}"/>
                  </a:ext>
                </a:extLst>
              </p:cNvPr>
              <p:cNvSpPr/>
              <p:nvPr/>
            </p:nvSpPr>
            <p:spPr>
              <a:xfrm>
                <a:off x="7943703" y="4026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29" name="Freeform 42528">
                <a:extLst>
                  <a:ext uri="{FF2B5EF4-FFF2-40B4-BE49-F238E27FC236}">
                    <a16:creationId xmlns:a16="http://schemas.microsoft.com/office/drawing/2014/main" id="{5D83F63F-2D20-686D-83FA-960C0FB669BF}"/>
                  </a:ext>
                </a:extLst>
              </p:cNvPr>
              <p:cNvSpPr/>
              <p:nvPr/>
            </p:nvSpPr>
            <p:spPr>
              <a:xfrm>
                <a:off x="7944199" y="40402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0" name="Freeform 42529">
                <a:extLst>
                  <a:ext uri="{FF2B5EF4-FFF2-40B4-BE49-F238E27FC236}">
                    <a16:creationId xmlns:a16="http://schemas.microsoft.com/office/drawing/2014/main" id="{5445A921-68FA-CF20-2BAB-3C0912069992}"/>
                  </a:ext>
                </a:extLst>
              </p:cNvPr>
              <p:cNvSpPr/>
              <p:nvPr/>
            </p:nvSpPr>
            <p:spPr>
              <a:xfrm>
                <a:off x="7944795" y="4054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1" name="Freeform 42530">
                <a:extLst>
                  <a:ext uri="{FF2B5EF4-FFF2-40B4-BE49-F238E27FC236}">
                    <a16:creationId xmlns:a16="http://schemas.microsoft.com/office/drawing/2014/main" id="{6B0DDFB6-E759-1DA8-C23A-FD339E45A9D7}"/>
                  </a:ext>
                </a:extLst>
              </p:cNvPr>
              <p:cNvSpPr/>
              <p:nvPr/>
            </p:nvSpPr>
            <p:spPr>
              <a:xfrm>
                <a:off x="7945291" y="4046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2" name="Freeform 42531">
                <a:extLst>
                  <a:ext uri="{FF2B5EF4-FFF2-40B4-BE49-F238E27FC236}">
                    <a16:creationId xmlns:a16="http://schemas.microsoft.com/office/drawing/2014/main" id="{F4FBB924-2C52-7F28-3C25-720DAE834EA4}"/>
                  </a:ext>
                </a:extLst>
              </p:cNvPr>
              <p:cNvSpPr/>
              <p:nvPr/>
            </p:nvSpPr>
            <p:spPr>
              <a:xfrm>
                <a:off x="7945787" y="3962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3" name="Freeform 42532">
                <a:extLst>
                  <a:ext uri="{FF2B5EF4-FFF2-40B4-BE49-F238E27FC236}">
                    <a16:creationId xmlns:a16="http://schemas.microsoft.com/office/drawing/2014/main" id="{97B4B8C0-3C4A-4437-40FA-4131F4092037}"/>
                  </a:ext>
                </a:extLst>
              </p:cNvPr>
              <p:cNvSpPr/>
              <p:nvPr/>
            </p:nvSpPr>
            <p:spPr>
              <a:xfrm>
                <a:off x="7946382" y="3775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4" name="Freeform 42533">
                <a:extLst>
                  <a:ext uri="{FF2B5EF4-FFF2-40B4-BE49-F238E27FC236}">
                    <a16:creationId xmlns:a16="http://schemas.microsoft.com/office/drawing/2014/main" id="{2AFE4F66-E683-00E4-D5C0-9F0992D8D607}"/>
                  </a:ext>
                </a:extLst>
              </p:cNvPr>
              <p:cNvSpPr/>
              <p:nvPr/>
            </p:nvSpPr>
            <p:spPr>
              <a:xfrm>
                <a:off x="7946878" y="3787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5" name="Freeform 42534">
                <a:extLst>
                  <a:ext uri="{FF2B5EF4-FFF2-40B4-BE49-F238E27FC236}">
                    <a16:creationId xmlns:a16="http://schemas.microsoft.com/office/drawing/2014/main" id="{3E00E325-CF90-98FC-F45C-44C1C3F4A655}"/>
                  </a:ext>
                </a:extLst>
              </p:cNvPr>
              <p:cNvSpPr/>
              <p:nvPr/>
            </p:nvSpPr>
            <p:spPr>
              <a:xfrm>
                <a:off x="7947374" y="3780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6" name="Freeform 42535">
                <a:extLst>
                  <a:ext uri="{FF2B5EF4-FFF2-40B4-BE49-F238E27FC236}">
                    <a16:creationId xmlns:a16="http://schemas.microsoft.com/office/drawing/2014/main" id="{F3D32D12-180F-8BC9-FDB8-62B5063FD9C6}"/>
                  </a:ext>
                </a:extLst>
              </p:cNvPr>
              <p:cNvSpPr/>
              <p:nvPr/>
            </p:nvSpPr>
            <p:spPr>
              <a:xfrm>
                <a:off x="7947870" y="3759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7" name="Freeform 42536">
                <a:extLst>
                  <a:ext uri="{FF2B5EF4-FFF2-40B4-BE49-F238E27FC236}">
                    <a16:creationId xmlns:a16="http://schemas.microsoft.com/office/drawing/2014/main" id="{80DBBBD1-5ED1-7404-72AC-0AF5828596EC}"/>
                  </a:ext>
                </a:extLst>
              </p:cNvPr>
              <p:cNvSpPr/>
              <p:nvPr/>
            </p:nvSpPr>
            <p:spPr>
              <a:xfrm>
                <a:off x="7948466" y="3742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8" name="Freeform 42537">
                <a:extLst>
                  <a:ext uri="{FF2B5EF4-FFF2-40B4-BE49-F238E27FC236}">
                    <a16:creationId xmlns:a16="http://schemas.microsoft.com/office/drawing/2014/main" id="{38BDCA68-C3CD-37FA-2442-AD802FA836AF}"/>
                  </a:ext>
                </a:extLst>
              </p:cNvPr>
              <p:cNvSpPr/>
              <p:nvPr/>
            </p:nvSpPr>
            <p:spPr>
              <a:xfrm>
                <a:off x="7948962" y="3838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39" name="Freeform 42538">
                <a:extLst>
                  <a:ext uri="{FF2B5EF4-FFF2-40B4-BE49-F238E27FC236}">
                    <a16:creationId xmlns:a16="http://schemas.microsoft.com/office/drawing/2014/main" id="{7DEA9157-8CF9-27AE-51A2-EB787EB8AD37}"/>
                  </a:ext>
                </a:extLst>
              </p:cNvPr>
              <p:cNvSpPr/>
              <p:nvPr/>
            </p:nvSpPr>
            <p:spPr>
              <a:xfrm>
                <a:off x="7949458" y="3865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0" name="Freeform 42539">
                <a:extLst>
                  <a:ext uri="{FF2B5EF4-FFF2-40B4-BE49-F238E27FC236}">
                    <a16:creationId xmlns:a16="http://schemas.microsoft.com/office/drawing/2014/main" id="{B1F17D36-7009-1A1E-BDDC-92F74EC653D3}"/>
                  </a:ext>
                </a:extLst>
              </p:cNvPr>
              <p:cNvSpPr/>
              <p:nvPr/>
            </p:nvSpPr>
            <p:spPr>
              <a:xfrm>
                <a:off x="7950053" y="3853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1" name="Freeform 42540">
                <a:extLst>
                  <a:ext uri="{FF2B5EF4-FFF2-40B4-BE49-F238E27FC236}">
                    <a16:creationId xmlns:a16="http://schemas.microsoft.com/office/drawing/2014/main" id="{7057BD81-DD2D-8A24-61A7-84885EE35CB3}"/>
                  </a:ext>
                </a:extLst>
              </p:cNvPr>
              <p:cNvSpPr/>
              <p:nvPr/>
            </p:nvSpPr>
            <p:spPr>
              <a:xfrm>
                <a:off x="7950549" y="3850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2" name="Freeform 42541">
                <a:extLst>
                  <a:ext uri="{FF2B5EF4-FFF2-40B4-BE49-F238E27FC236}">
                    <a16:creationId xmlns:a16="http://schemas.microsoft.com/office/drawing/2014/main" id="{7319010E-1768-D1BF-7BD0-0B4793B9B29A}"/>
                  </a:ext>
                </a:extLst>
              </p:cNvPr>
              <p:cNvSpPr/>
              <p:nvPr/>
            </p:nvSpPr>
            <p:spPr>
              <a:xfrm>
                <a:off x="7951045" y="3844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3" name="Freeform 42542">
                <a:extLst>
                  <a:ext uri="{FF2B5EF4-FFF2-40B4-BE49-F238E27FC236}">
                    <a16:creationId xmlns:a16="http://schemas.microsoft.com/office/drawing/2014/main" id="{C9545015-C185-5B71-518E-87851F093513}"/>
                  </a:ext>
                </a:extLst>
              </p:cNvPr>
              <p:cNvSpPr/>
              <p:nvPr/>
            </p:nvSpPr>
            <p:spPr>
              <a:xfrm>
                <a:off x="7951641" y="3841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4" name="Freeform 42543">
                <a:extLst>
                  <a:ext uri="{FF2B5EF4-FFF2-40B4-BE49-F238E27FC236}">
                    <a16:creationId xmlns:a16="http://schemas.microsoft.com/office/drawing/2014/main" id="{939E1B9E-6C89-C306-3229-848C4AE12397}"/>
                  </a:ext>
                </a:extLst>
              </p:cNvPr>
              <p:cNvSpPr/>
              <p:nvPr/>
            </p:nvSpPr>
            <p:spPr>
              <a:xfrm>
                <a:off x="7952137" y="3841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5" name="Freeform 42544">
                <a:extLst>
                  <a:ext uri="{FF2B5EF4-FFF2-40B4-BE49-F238E27FC236}">
                    <a16:creationId xmlns:a16="http://schemas.microsoft.com/office/drawing/2014/main" id="{2EA1FF83-EA8E-22F0-9F3A-2604175B19CC}"/>
                  </a:ext>
                </a:extLst>
              </p:cNvPr>
              <p:cNvSpPr/>
              <p:nvPr/>
            </p:nvSpPr>
            <p:spPr>
              <a:xfrm>
                <a:off x="7952633" y="3850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6" name="Freeform 42545">
                <a:extLst>
                  <a:ext uri="{FF2B5EF4-FFF2-40B4-BE49-F238E27FC236}">
                    <a16:creationId xmlns:a16="http://schemas.microsoft.com/office/drawing/2014/main" id="{3A874CF0-0754-123F-9A21-95545E9F3730}"/>
                  </a:ext>
                </a:extLst>
              </p:cNvPr>
              <p:cNvSpPr/>
              <p:nvPr/>
            </p:nvSpPr>
            <p:spPr>
              <a:xfrm>
                <a:off x="7953228" y="38365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7" name="Freeform 42546">
                <a:extLst>
                  <a:ext uri="{FF2B5EF4-FFF2-40B4-BE49-F238E27FC236}">
                    <a16:creationId xmlns:a16="http://schemas.microsoft.com/office/drawing/2014/main" id="{7B129285-7A1E-480A-4E3D-9B7C1603BACE}"/>
                  </a:ext>
                </a:extLst>
              </p:cNvPr>
              <p:cNvSpPr/>
              <p:nvPr/>
            </p:nvSpPr>
            <p:spPr>
              <a:xfrm>
                <a:off x="7953724" y="39223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8" name="Freeform 42547">
                <a:extLst>
                  <a:ext uri="{FF2B5EF4-FFF2-40B4-BE49-F238E27FC236}">
                    <a16:creationId xmlns:a16="http://schemas.microsoft.com/office/drawing/2014/main" id="{D8B2477F-1560-109E-99FB-F254CE4B18EE}"/>
                  </a:ext>
                </a:extLst>
              </p:cNvPr>
              <p:cNvSpPr/>
              <p:nvPr/>
            </p:nvSpPr>
            <p:spPr>
              <a:xfrm>
                <a:off x="7954220" y="4032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49" name="Freeform 42548">
                <a:extLst>
                  <a:ext uri="{FF2B5EF4-FFF2-40B4-BE49-F238E27FC236}">
                    <a16:creationId xmlns:a16="http://schemas.microsoft.com/office/drawing/2014/main" id="{ADD6F746-E40F-AEEB-2DF9-DE3AC0E75AA8}"/>
                  </a:ext>
                </a:extLst>
              </p:cNvPr>
              <p:cNvSpPr/>
              <p:nvPr/>
            </p:nvSpPr>
            <p:spPr>
              <a:xfrm>
                <a:off x="7954816" y="40484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0" name="Freeform 42549">
                <a:extLst>
                  <a:ext uri="{FF2B5EF4-FFF2-40B4-BE49-F238E27FC236}">
                    <a16:creationId xmlns:a16="http://schemas.microsoft.com/office/drawing/2014/main" id="{38E9C34A-0C44-F247-1936-584F26CEA987}"/>
                  </a:ext>
                </a:extLst>
              </p:cNvPr>
              <p:cNvSpPr/>
              <p:nvPr/>
            </p:nvSpPr>
            <p:spPr>
              <a:xfrm>
                <a:off x="7955312" y="4042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1" name="Freeform 42550">
                <a:extLst>
                  <a:ext uri="{FF2B5EF4-FFF2-40B4-BE49-F238E27FC236}">
                    <a16:creationId xmlns:a16="http://schemas.microsoft.com/office/drawing/2014/main" id="{1E0D0F9E-28A4-469D-6C14-F2B44EA00967}"/>
                  </a:ext>
                </a:extLst>
              </p:cNvPr>
              <p:cNvSpPr/>
              <p:nvPr/>
            </p:nvSpPr>
            <p:spPr>
              <a:xfrm>
                <a:off x="7955808" y="40275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2" name="Freeform 42551">
                <a:extLst>
                  <a:ext uri="{FF2B5EF4-FFF2-40B4-BE49-F238E27FC236}">
                    <a16:creationId xmlns:a16="http://schemas.microsoft.com/office/drawing/2014/main" id="{53142286-0D4A-949E-66AF-A004E51717AD}"/>
                  </a:ext>
                </a:extLst>
              </p:cNvPr>
              <p:cNvSpPr/>
              <p:nvPr/>
            </p:nvSpPr>
            <p:spPr>
              <a:xfrm>
                <a:off x="7956403" y="402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3" name="Freeform 42552">
                <a:extLst>
                  <a:ext uri="{FF2B5EF4-FFF2-40B4-BE49-F238E27FC236}">
                    <a16:creationId xmlns:a16="http://schemas.microsoft.com/office/drawing/2014/main" id="{3E056834-058D-1A96-2E04-52178128E341}"/>
                  </a:ext>
                </a:extLst>
              </p:cNvPr>
              <p:cNvSpPr/>
              <p:nvPr/>
            </p:nvSpPr>
            <p:spPr>
              <a:xfrm>
                <a:off x="7956899" y="4038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4" name="Freeform 42553">
                <a:extLst>
                  <a:ext uri="{FF2B5EF4-FFF2-40B4-BE49-F238E27FC236}">
                    <a16:creationId xmlns:a16="http://schemas.microsoft.com/office/drawing/2014/main" id="{A89D42B9-24F5-8A23-16DF-F931597328B6}"/>
                  </a:ext>
                </a:extLst>
              </p:cNvPr>
              <p:cNvSpPr/>
              <p:nvPr/>
            </p:nvSpPr>
            <p:spPr>
              <a:xfrm>
                <a:off x="7957395" y="40484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5" name="Freeform 42554">
                <a:extLst>
                  <a:ext uri="{FF2B5EF4-FFF2-40B4-BE49-F238E27FC236}">
                    <a16:creationId xmlns:a16="http://schemas.microsoft.com/office/drawing/2014/main" id="{E4B03919-8B44-E09A-A175-966096A19C9D}"/>
                  </a:ext>
                </a:extLst>
              </p:cNvPr>
              <p:cNvSpPr/>
              <p:nvPr/>
            </p:nvSpPr>
            <p:spPr>
              <a:xfrm>
                <a:off x="7957991" y="40505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6" name="Freeform 42555">
                <a:extLst>
                  <a:ext uri="{FF2B5EF4-FFF2-40B4-BE49-F238E27FC236}">
                    <a16:creationId xmlns:a16="http://schemas.microsoft.com/office/drawing/2014/main" id="{5FDF7E41-B0DA-FED4-55AB-BE377E0A30DC}"/>
                  </a:ext>
                </a:extLst>
              </p:cNvPr>
              <p:cNvSpPr/>
              <p:nvPr/>
            </p:nvSpPr>
            <p:spPr>
              <a:xfrm>
                <a:off x="7958487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7" name="Freeform 42556">
                <a:extLst>
                  <a:ext uri="{FF2B5EF4-FFF2-40B4-BE49-F238E27FC236}">
                    <a16:creationId xmlns:a16="http://schemas.microsoft.com/office/drawing/2014/main" id="{69F9179B-3179-616A-849C-82C283EBC420}"/>
                  </a:ext>
                </a:extLst>
              </p:cNvPr>
              <p:cNvSpPr/>
              <p:nvPr/>
            </p:nvSpPr>
            <p:spPr>
              <a:xfrm>
                <a:off x="7958983" y="3670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8" name="Freeform 42557">
                <a:extLst>
                  <a:ext uri="{FF2B5EF4-FFF2-40B4-BE49-F238E27FC236}">
                    <a16:creationId xmlns:a16="http://schemas.microsoft.com/office/drawing/2014/main" id="{59ACE10A-C7DA-CDD8-F9CC-95640D9F1424}"/>
                  </a:ext>
                </a:extLst>
              </p:cNvPr>
              <p:cNvSpPr/>
              <p:nvPr/>
            </p:nvSpPr>
            <p:spPr>
              <a:xfrm>
                <a:off x="7959578" y="3555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59" name="Freeform 42558">
                <a:extLst>
                  <a:ext uri="{FF2B5EF4-FFF2-40B4-BE49-F238E27FC236}">
                    <a16:creationId xmlns:a16="http://schemas.microsoft.com/office/drawing/2014/main" id="{5D0A4A7C-27AE-039B-BD2A-58836F03B43E}"/>
                  </a:ext>
                </a:extLst>
              </p:cNvPr>
              <p:cNvSpPr/>
              <p:nvPr/>
            </p:nvSpPr>
            <p:spPr>
              <a:xfrm>
                <a:off x="7960074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0" name="Freeform 42559">
                <a:extLst>
                  <a:ext uri="{FF2B5EF4-FFF2-40B4-BE49-F238E27FC236}">
                    <a16:creationId xmlns:a16="http://schemas.microsoft.com/office/drawing/2014/main" id="{A5F0F09B-642D-C8AC-92B0-C52169E2420C}"/>
                  </a:ext>
                </a:extLst>
              </p:cNvPr>
              <p:cNvSpPr/>
              <p:nvPr/>
            </p:nvSpPr>
            <p:spPr>
              <a:xfrm>
                <a:off x="7960570" y="3657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1" name="Freeform 42560">
                <a:extLst>
                  <a:ext uri="{FF2B5EF4-FFF2-40B4-BE49-F238E27FC236}">
                    <a16:creationId xmlns:a16="http://schemas.microsoft.com/office/drawing/2014/main" id="{FD2A594E-B55A-C79D-5462-AE519F5ABCFA}"/>
                  </a:ext>
                </a:extLst>
              </p:cNvPr>
              <p:cNvSpPr/>
              <p:nvPr/>
            </p:nvSpPr>
            <p:spPr>
              <a:xfrm>
                <a:off x="7961066" y="3693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2" name="Freeform 42561">
                <a:extLst>
                  <a:ext uri="{FF2B5EF4-FFF2-40B4-BE49-F238E27FC236}">
                    <a16:creationId xmlns:a16="http://schemas.microsoft.com/office/drawing/2014/main" id="{87554BD8-B01C-A104-637C-23813CC7FE8B}"/>
                  </a:ext>
                </a:extLst>
              </p:cNvPr>
              <p:cNvSpPr/>
              <p:nvPr/>
            </p:nvSpPr>
            <p:spPr>
              <a:xfrm>
                <a:off x="7961662" y="3665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3" name="Freeform 42562">
                <a:extLst>
                  <a:ext uri="{FF2B5EF4-FFF2-40B4-BE49-F238E27FC236}">
                    <a16:creationId xmlns:a16="http://schemas.microsoft.com/office/drawing/2014/main" id="{22DAB142-3F32-540E-6A39-86FB3E6F01CB}"/>
                  </a:ext>
                </a:extLst>
              </p:cNvPr>
              <p:cNvSpPr/>
              <p:nvPr/>
            </p:nvSpPr>
            <p:spPr>
              <a:xfrm>
                <a:off x="7962158" y="3653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4" name="Freeform 42563">
                <a:extLst>
                  <a:ext uri="{FF2B5EF4-FFF2-40B4-BE49-F238E27FC236}">
                    <a16:creationId xmlns:a16="http://schemas.microsoft.com/office/drawing/2014/main" id="{4EEA5C08-4CC8-88C9-4E0B-5A28E70A2E3D}"/>
                  </a:ext>
                </a:extLst>
              </p:cNvPr>
              <p:cNvSpPr/>
              <p:nvPr/>
            </p:nvSpPr>
            <p:spPr>
              <a:xfrm>
                <a:off x="7962654" y="3624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5" name="Freeform 42564">
                <a:extLst>
                  <a:ext uri="{FF2B5EF4-FFF2-40B4-BE49-F238E27FC236}">
                    <a16:creationId xmlns:a16="http://schemas.microsoft.com/office/drawing/2014/main" id="{E3D3D4CE-CB18-6717-CEC6-D4F1D42D470F}"/>
                  </a:ext>
                </a:extLst>
              </p:cNvPr>
              <p:cNvSpPr/>
              <p:nvPr/>
            </p:nvSpPr>
            <p:spPr>
              <a:xfrm>
                <a:off x="7963249" y="3592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6" name="Freeform 42565">
                <a:extLst>
                  <a:ext uri="{FF2B5EF4-FFF2-40B4-BE49-F238E27FC236}">
                    <a16:creationId xmlns:a16="http://schemas.microsoft.com/office/drawing/2014/main" id="{A06D6DD0-3A00-B4CD-1F3E-F28AA9C40924}"/>
                  </a:ext>
                </a:extLst>
              </p:cNvPr>
              <p:cNvSpPr/>
              <p:nvPr/>
            </p:nvSpPr>
            <p:spPr>
              <a:xfrm>
                <a:off x="7963745" y="3556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7" name="Freeform 42566">
                <a:extLst>
                  <a:ext uri="{FF2B5EF4-FFF2-40B4-BE49-F238E27FC236}">
                    <a16:creationId xmlns:a16="http://schemas.microsoft.com/office/drawing/2014/main" id="{C0A7B2F9-841D-8D36-9DF6-AA9A9F7E1A95}"/>
                  </a:ext>
                </a:extLst>
              </p:cNvPr>
              <p:cNvSpPr/>
              <p:nvPr/>
            </p:nvSpPr>
            <p:spPr>
              <a:xfrm>
                <a:off x="7964241" y="3555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8" name="Freeform 42567">
                <a:extLst>
                  <a:ext uri="{FF2B5EF4-FFF2-40B4-BE49-F238E27FC236}">
                    <a16:creationId xmlns:a16="http://schemas.microsoft.com/office/drawing/2014/main" id="{A2D9B2AE-27C3-95F9-C69A-73C6032BC4FB}"/>
                  </a:ext>
                </a:extLst>
              </p:cNvPr>
              <p:cNvSpPr/>
              <p:nvPr/>
            </p:nvSpPr>
            <p:spPr>
              <a:xfrm>
                <a:off x="7964837" y="3566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69" name="Freeform 42568">
                <a:extLst>
                  <a:ext uri="{FF2B5EF4-FFF2-40B4-BE49-F238E27FC236}">
                    <a16:creationId xmlns:a16="http://schemas.microsoft.com/office/drawing/2014/main" id="{D6F0A778-9F45-6C20-28B3-350E1D704045}"/>
                  </a:ext>
                </a:extLst>
              </p:cNvPr>
              <p:cNvSpPr/>
              <p:nvPr/>
            </p:nvSpPr>
            <p:spPr>
              <a:xfrm>
                <a:off x="7965333" y="3565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0" name="Freeform 42569">
                <a:extLst>
                  <a:ext uri="{FF2B5EF4-FFF2-40B4-BE49-F238E27FC236}">
                    <a16:creationId xmlns:a16="http://schemas.microsoft.com/office/drawing/2014/main" id="{F1B98070-5127-A280-F87C-41FCE16CFEAA}"/>
                  </a:ext>
                </a:extLst>
              </p:cNvPr>
              <p:cNvSpPr/>
              <p:nvPr/>
            </p:nvSpPr>
            <p:spPr>
              <a:xfrm>
                <a:off x="7965829" y="3600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1" name="Freeform 42570">
                <a:extLst>
                  <a:ext uri="{FF2B5EF4-FFF2-40B4-BE49-F238E27FC236}">
                    <a16:creationId xmlns:a16="http://schemas.microsoft.com/office/drawing/2014/main" id="{4F58CC71-136E-2B62-A93C-7A7B38C80EB2}"/>
                  </a:ext>
                </a:extLst>
              </p:cNvPr>
              <p:cNvSpPr/>
              <p:nvPr/>
            </p:nvSpPr>
            <p:spPr>
              <a:xfrm>
                <a:off x="7966424" y="3845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2" name="Freeform 42571">
                <a:extLst>
                  <a:ext uri="{FF2B5EF4-FFF2-40B4-BE49-F238E27FC236}">
                    <a16:creationId xmlns:a16="http://schemas.microsoft.com/office/drawing/2014/main" id="{3433377E-61EC-C339-5ECC-E461E9DF5A37}"/>
                  </a:ext>
                </a:extLst>
              </p:cNvPr>
              <p:cNvSpPr/>
              <p:nvPr/>
            </p:nvSpPr>
            <p:spPr>
              <a:xfrm>
                <a:off x="7966920" y="39852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3" name="Freeform 42572">
                <a:extLst>
                  <a:ext uri="{FF2B5EF4-FFF2-40B4-BE49-F238E27FC236}">
                    <a16:creationId xmlns:a16="http://schemas.microsoft.com/office/drawing/2014/main" id="{FF60518A-E111-4B96-94FA-17B6E91883BE}"/>
                  </a:ext>
                </a:extLst>
              </p:cNvPr>
              <p:cNvSpPr/>
              <p:nvPr/>
            </p:nvSpPr>
            <p:spPr>
              <a:xfrm>
                <a:off x="7967416" y="3999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4" name="Freeform 42573">
                <a:extLst>
                  <a:ext uri="{FF2B5EF4-FFF2-40B4-BE49-F238E27FC236}">
                    <a16:creationId xmlns:a16="http://schemas.microsoft.com/office/drawing/2014/main" id="{721E5054-6BEF-A3EA-86A0-F0C0DB2D266D}"/>
                  </a:ext>
                </a:extLst>
              </p:cNvPr>
              <p:cNvSpPr/>
              <p:nvPr/>
            </p:nvSpPr>
            <p:spPr>
              <a:xfrm>
                <a:off x="7968012" y="3996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5" name="Freeform 42574">
                <a:extLst>
                  <a:ext uri="{FF2B5EF4-FFF2-40B4-BE49-F238E27FC236}">
                    <a16:creationId xmlns:a16="http://schemas.microsoft.com/office/drawing/2014/main" id="{99758134-037F-CF95-0889-3B1A2923A46C}"/>
                  </a:ext>
                </a:extLst>
              </p:cNvPr>
              <p:cNvSpPr/>
              <p:nvPr/>
            </p:nvSpPr>
            <p:spPr>
              <a:xfrm>
                <a:off x="7968508" y="3986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6" name="Freeform 42575">
                <a:extLst>
                  <a:ext uri="{FF2B5EF4-FFF2-40B4-BE49-F238E27FC236}">
                    <a16:creationId xmlns:a16="http://schemas.microsoft.com/office/drawing/2014/main" id="{3FFB5213-ABEF-0E42-3568-407BCB9AC565}"/>
                  </a:ext>
                </a:extLst>
              </p:cNvPr>
              <p:cNvSpPr/>
              <p:nvPr/>
            </p:nvSpPr>
            <p:spPr>
              <a:xfrm>
                <a:off x="7969004" y="3991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7" name="Freeform 42576">
                <a:extLst>
                  <a:ext uri="{FF2B5EF4-FFF2-40B4-BE49-F238E27FC236}">
                    <a16:creationId xmlns:a16="http://schemas.microsoft.com/office/drawing/2014/main" id="{F0DA6994-B352-2583-6223-33397A03CD7D}"/>
                  </a:ext>
                </a:extLst>
              </p:cNvPr>
              <p:cNvSpPr/>
              <p:nvPr/>
            </p:nvSpPr>
            <p:spPr>
              <a:xfrm>
                <a:off x="7969599" y="4004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8" name="Freeform 42577">
                <a:extLst>
                  <a:ext uri="{FF2B5EF4-FFF2-40B4-BE49-F238E27FC236}">
                    <a16:creationId xmlns:a16="http://schemas.microsoft.com/office/drawing/2014/main" id="{DFBE3617-AF69-1C46-AC0E-F8D029D61385}"/>
                  </a:ext>
                </a:extLst>
              </p:cNvPr>
              <p:cNvSpPr/>
              <p:nvPr/>
            </p:nvSpPr>
            <p:spPr>
              <a:xfrm>
                <a:off x="7970095" y="4019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79" name="Freeform 42578">
                <a:extLst>
                  <a:ext uri="{FF2B5EF4-FFF2-40B4-BE49-F238E27FC236}">
                    <a16:creationId xmlns:a16="http://schemas.microsoft.com/office/drawing/2014/main" id="{1260977E-72FB-F60A-DF32-CDA774CB69AF}"/>
                  </a:ext>
                </a:extLst>
              </p:cNvPr>
              <p:cNvSpPr/>
              <p:nvPr/>
            </p:nvSpPr>
            <p:spPr>
              <a:xfrm>
                <a:off x="7970591" y="40137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0" name="Freeform 42579">
                <a:extLst>
                  <a:ext uri="{FF2B5EF4-FFF2-40B4-BE49-F238E27FC236}">
                    <a16:creationId xmlns:a16="http://schemas.microsoft.com/office/drawing/2014/main" id="{8541D129-66EB-0780-3BDD-3A196B0C321C}"/>
                  </a:ext>
                </a:extLst>
              </p:cNvPr>
              <p:cNvSpPr/>
              <p:nvPr/>
            </p:nvSpPr>
            <p:spPr>
              <a:xfrm>
                <a:off x="7971187" y="3823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1" name="Freeform 42580">
                <a:extLst>
                  <a:ext uri="{FF2B5EF4-FFF2-40B4-BE49-F238E27FC236}">
                    <a16:creationId xmlns:a16="http://schemas.microsoft.com/office/drawing/2014/main" id="{81112F58-181B-A001-73DB-E82326D06FD0}"/>
                  </a:ext>
                </a:extLst>
              </p:cNvPr>
              <p:cNvSpPr/>
              <p:nvPr/>
            </p:nvSpPr>
            <p:spPr>
              <a:xfrm>
                <a:off x="7971683" y="3674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2" name="Freeform 42581">
                <a:extLst>
                  <a:ext uri="{FF2B5EF4-FFF2-40B4-BE49-F238E27FC236}">
                    <a16:creationId xmlns:a16="http://schemas.microsoft.com/office/drawing/2014/main" id="{6E903067-7E2C-C1AF-5BD0-5556DBB0B933}"/>
                  </a:ext>
                </a:extLst>
              </p:cNvPr>
              <p:cNvSpPr/>
              <p:nvPr/>
            </p:nvSpPr>
            <p:spPr>
              <a:xfrm>
                <a:off x="7972179" y="3558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3" name="Freeform 42582">
                <a:extLst>
                  <a:ext uri="{FF2B5EF4-FFF2-40B4-BE49-F238E27FC236}">
                    <a16:creationId xmlns:a16="http://schemas.microsoft.com/office/drawing/2014/main" id="{A4DF479C-B30A-4777-C6D0-EF520DB45A00}"/>
                  </a:ext>
                </a:extLst>
              </p:cNvPr>
              <p:cNvSpPr/>
              <p:nvPr/>
            </p:nvSpPr>
            <p:spPr>
              <a:xfrm>
                <a:off x="7972675" y="3585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4" name="Freeform 42583">
                <a:extLst>
                  <a:ext uri="{FF2B5EF4-FFF2-40B4-BE49-F238E27FC236}">
                    <a16:creationId xmlns:a16="http://schemas.microsoft.com/office/drawing/2014/main" id="{F16748D8-0D11-0102-F820-E4CFA8DA2BD4}"/>
                  </a:ext>
                </a:extLst>
              </p:cNvPr>
              <p:cNvSpPr/>
              <p:nvPr/>
            </p:nvSpPr>
            <p:spPr>
              <a:xfrm>
                <a:off x="7973270" y="3655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5" name="Freeform 42584">
                <a:extLst>
                  <a:ext uri="{FF2B5EF4-FFF2-40B4-BE49-F238E27FC236}">
                    <a16:creationId xmlns:a16="http://schemas.microsoft.com/office/drawing/2014/main" id="{2D1619DF-88FA-B88F-6FEE-14E9BA62E19F}"/>
                  </a:ext>
                </a:extLst>
              </p:cNvPr>
              <p:cNvSpPr/>
              <p:nvPr/>
            </p:nvSpPr>
            <p:spPr>
              <a:xfrm>
                <a:off x="7973766" y="3710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6" name="Freeform 42585">
                <a:extLst>
                  <a:ext uri="{FF2B5EF4-FFF2-40B4-BE49-F238E27FC236}">
                    <a16:creationId xmlns:a16="http://schemas.microsoft.com/office/drawing/2014/main" id="{C790271E-6EB4-3380-7257-F97D51F57F32}"/>
                  </a:ext>
                </a:extLst>
              </p:cNvPr>
              <p:cNvSpPr/>
              <p:nvPr/>
            </p:nvSpPr>
            <p:spPr>
              <a:xfrm>
                <a:off x="7974263" y="3568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7" name="Freeform 42586">
                <a:extLst>
                  <a:ext uri="{FF2B5EF4-FFF2-40B4-BE49-F238E27FC236}">
                    <a16:creationId xmlns:a16="http://schemas.microsoft.com/office/drawing/2014/main" id="{1E823C6C-507D-B3F1-F7C5-21CCBE065ABA}"/>
                  </a:ext>
                </a:extLst>
              </p:cNvPr>
              <p:cNvSpPr/>
              <p:nvPr/>
            </p:nvSpPr>
            <p:spPr>
              <a:xfrm>
                <a:off x="7974858" y="3546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8" name="Freeform 42587">
                <a:extLst>
                  <a:ext uri="{FF2B5EF4-FFF2-40B4-BE49-F238E27FC236}">
                    <a16:creationId xmlns:a16="http://schemas.microsoft.com/office/drawing/2014/main" id="{276B7807-3CD7-A14F-F329-AB75039FBC6B}"/>
                  </a:ext>
                </a:extLst>
              </p:cNvPr>
              <p:cNvSpPr/>
              <p:nvPr/>
            </p:nvSpPr>
            <p:spPr>
              <a:xfrm>
                <a:off x="7975354" y="3494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89" name="Freeform 42588">
                <a:extLst>
                  <a:ext uri="{FF2B5EF4-FFF2-40B4-BE49-F238E27FC236}">
                    <a16:creationId xmlns:a16="http://schemas.microsoft.com/office/drawing/2014/main" id="{699ED1C2-371D-C6B7-DE86-AA5F0E88FE61}"/>
                  </a:ext>
                </a:extLst>
              </p:cNvPr>
              <p:cNvSpPr/>
              <p:nvPr/>
            </p:nvSpPr>
            <p:spPr>
              <a:xfrm>
                <a:off x="7975850" y="3489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0" name="Freeform 42589">
                <a:extLst>
                  <a:ext uri="{FF2B5EF4-FFF2-40B4-BE49-F238E27FC236}">
                    <a16:creationId xmlns:a16="http://schemas.microsoft.com/office/drawing/2014/main" id="{5F9DF832-0FBA-C5A5-1EFF-140DF656BF31}"/>
                  </a:ext>
                </a:extLst>
              </p:cNvPr>
              <p:cNvSpPr/>
              <p:nvPr/>
            </p:nvSpPr>
            <p:spPr>
              <a:xfrm>
                <a:off x="7976445" y="3571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1" name="Freeform 42590">
                <a:extLst>
                  <a:ext uri="{FF2B5EF4-FFF2-40B4-BE49-F238E27FC236}">
                    <a16:creationId xmlns:a16="http://schemas.microsoft.com/office/drawing/2014/main" id="{1CDBB645-A711-667C-BDCF-6CDF9BA854AD}"/>
                  </a:ext>
                </a:extLst>
              </p:cNvPr>
              <p:cNvSpPr/>
              <p:nvPr/>
            </p:nvSpPr>
            <p:spPr>
              <a:xfrm>
                <a:off x="7976941" y="3620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2" name="Freeform 42591">
                <a:extLst>
                  <a:ext uri="{FF2B5EF4-FFF2-40B4-BE49-F238E27FC236}">
                    <a16:creationId xmlns:a16="http://schemas.microsoft.com/office/drawing/2014/main" id="{63B50538-835F-CF53-8D74-043196595917}"/>
                  </a:ext>
                </a:extLst>
              </p:cNvPr>
              <p:cNvSpPr/>
              <p:nvPr/>
            </p:nvSpPr>
            <p:spPr>
              <a:xfrm>
                <a:off x="7977438" y="3638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3" name="Freeform 42592">
                <a:extLst>
                  <a:ext uri="{FF2B5EF4-FFF2-40B4-BE49-F238E27FC236}">
                    <a16:creationId xmlns:a16="http://schemas.microsoft.com/office/drawing/2014/main" id="{8C1FDCEC-DF0B-B75D-A218-B74084B729DA}"/>
                  </a:ext>
                </a:extLst>
              </p:cNvPr>
              <p:cNvSpPr/>
              <p:nvPr/>
            </p:nvSpPr>
            <p:spPr>
              <a:xfrm>
                <a:off x="7978033" y="3635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4" name="Freeform 42593">
                <a:extLst>
                  <a:ext uri="{FF2B5EF4-FFF2-40B4-BE49-F238E27FC236}">
                    <a16:creationId xmlns:a16="http://schemas.microsoft.com/office/drawing/2014/main" id="{15B78E4B-340F-564C-2694-3DC5E8E7FBCE}"/>
                  </a:ext>
                </a:extLst>
              </p:cNvPr>
              <p:cNvSpPr/>
              <p:nvPr/>
            </p:nvSpPr>
            <p:spPr>
              <a:xfrm>
                <a:off x="7978529" y="3602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5" name="Freeform 42594">
                <a:extLst>
                  <a:ext uri="{FF2B5EF4-FFF2-40B4-BE49-F238E27FC236}">
                    <a16:creationId xmlns:a16="http://schemas.microsoft.com/office/drawing/2014/main" id="{3B7ADBA4-EE0D-AC45-DBC3-34907C75F90C}"/>
                  </a:ext>
                </a:extLst>
              </p:cNvPr>
              <p:cNvSpPr/>
              <p:nvPr/>
            </p:nvSpPr>
            <p:spPr>
              <a:xfrm>
                <a:off x="7979025" y="3891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6" name="Freeform 42595">
                <a:extLst>
                  <a:ext uri="{FF2B5EF4-FFF2-40B4-BE49-F238E27FC236}">
                    <a16:creationId xmlns:a16="http://schemas.microsoft.com/office/drawing/2014/main" id="{DF2C1941-0850-B644-5846-C730571F9340}"/>
                  </a:ext>
                </a:extLst>
              </p:cNvPr>
              <p:cNvSpPr/>
              <p:nvPr/>
            </p:nvSpPr>
            <p:spPr>
              <a:xfrm>
                <a:off x="7979620" y="398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7" name="Freeform 42596">
                <a:extLst>
                  <a:ext uri="{FF2B5EF4-FFF2-40B4-BE49-F238E27FC236}">
                    <a16:creationId xmlns:a16="http://schemas.microsoft.com/office/drawing/2014/main" id="{6A6798E8-3412-14CD-F243-32BD006EAEF3}"/>
                  </a:ext>
                </a:extLst>
              </p:cNvPr>
              <p:cNvSpPr/>
              <p:nvPr/>
            </p:nvSpPr>
            <p:spPr>
              <a:xfrm>
                <a:off x="7980116" y="40010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8" name="Freeform 42597">
                <a:extLst>
                  <a:ext uri="{FF2B5EF4-FFF2-40B4-BE49-F238E27FC236}">
                    <a16:creationId xmlns:a16="http://schemas.microsoft.com/office/drawing/2014/main" id="{7697B26A-9364-F0A7-1D99-9C8D071C2C48}"/>
                  </a:ext>
                </a:extLst>
              </p:cNvPr>
              <p:cNvSpPr/>
              <p:nvPr/>
            </p:nvSpPr>
            <p:spPr>
              <a:xfrm>
                <a:off x="7980613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99" name="Freeform 42598">
                <a:extLst>
                  <a:ext uri="{FF2B5EF4-FFF2-40B4-BE49-F238E27FC236}">
                    <a16:creationId xmlns:a16="http://schemas.microsoft.com/office/drawing/2014/main" id="{5805A632-9E8A-5B82-6EA7-59F460178C20}"/>
                  </a:ext>
                </a:extLst>
              </p:cNvPr>
              <p:cNvSpPr/>
              <p:nvPr/>
            </p:nvSpPr>
            <p:spPr>
              <a:xfrm>
                <a:off x="7981208" y="4002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0" name="Freeform 42599">
                <a:extLst>
                  <a:ext uri="{FF2B5EF4-FFF2-40B4-BE49-F238E27FC236}">
                    <a16:creationId xmlns:a16="http://schemas.microsoft.com/office/drawing/2014/main" id="{468EFD59-477E-E5AD-6030-478CBF7EC2CD}"/>
                  </a:ext>
                </a:extLst>
              </p:cNvPr>
              <p:cNvSpPr/>
              <p:nvPr/>
            </p:nvSpPr>
            <p:spPr>
              <a:xfrm>
                <a:off x="7981704" y="40006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1" name="Freeform 42600">
                <a:extLst>
                  <a:ext uri="{FF2B5EF4-FFF2-40B4-BE49-F238E27FC236}">
                    <a16:creationId xmlns:a16="http://schemas.microsoft.com/office/drawing/2014/main" id="{131A6BB7-8243-8DCA-C83F-2000159C9154}"/>
                  </a:ext>
                </a:extLst>
              </p:cNvPr>
              <p:cNvSpPr/>
              <p:nvPr/>
            </p:nvSpPr>
            <p:spPr>
              <a:xfrm>
                <a:off x="7982200" y="4009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2" name="Freeform 42601">
                <a:extLst>
                  <a:ext uri="{FF2B5EF4-FFF2-40B4-BE49-F238E27FC236}">
                    <a16:creationId xmlns:a16="http://schemas.microsoft.com/office/drawing/2014/main" id="{B2DBCD7E-140D-61DD-0C5A-78DE59C47269}"/>
                  </a:ext>
                </a:extLst>
              </p:cNvPr>
              <p:cNvSpPr/>
              <p:nvPr/>
            </p:nvSpPr>
            <p:spPr>
              <a:xfrm>
                <a:off x="7982795" y="4017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3" name="Freeform 42602">
                <a:extLst>
                  <a:ext uri="{FF2B5EF4-FFF2-40B4-BE49-F238E27FC236}">
                    <a16:creationId xmlns:a16="http://schemas.microsoft.com/office/drawing/2014/main" id="{1E91974B-397E-852C-B8FC-514BCEFED5FA}"/>
                  </a:ext>
                </a:extLst>
              </p:cNvPr>
              <p:cNvSpPr/>
              <p:nvPr/>
            </p:nvSpPr>
            <p:spPr>
              <a:xfrm>
                <a:off x="7983291" y="4006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4" name="Freeform 42603">
                <a:extLst>
                  <a:ext uri="{FF2B5EF4-FFF2-40B4-BE49-F238E27FC236}">
                    <a16:creationId xmlns:a16="http://schemas.microsoft.com/office/drawing/2014/main" id="{4AE786B0-87A3-88FA-24F2-9172552D18FD}"/>
                  </a:ext>
                </a:extLst>
              </p:cNvPr>
              <p:cNvSpPr/>
              <p:nvPr/>
            </p:nvSpPr>
            <p:spPr>
              <a:xfrm>
                <a:off x="7983788" y="3830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5" name="Freeform 42604">
                <a:extLst>
                  <a:ext uri="{FF2B5EF4-FFF2-40B4-BE49-F238E27FC236}">
                    <a16:creationId xmlns:a16="http://schemas.microsoft.com/office/drawing/2014/main" id="{43E8FC1D-FA26-77FE-8FF6-F5AAA4AD2D9B}"/>
                  </a:ext>
                </a:extLst>
              </p:cNvPr>
              <p:cNvSpPr/>
              <p:nvPr/>
            </p:nvSpPr>
            <p:spPr>
              <a:xfrm>
                <a:off x="7984284" y="3635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6" name="Freeform 42605">
                <a:extLst>
                  <a:ext uri="{FF2B5EF4-FFF2-40B4-BE49-F238E27FC236}">
                    <a16:creationId xmlns:a16="http://schemas.microsoft.com/office/drawing/2014/main" id="{1E5225B4-0F28-49F7-C6E1-509DB9545216}"/>
                  </a:ext>
                </a:extLst>
              </p:cNvPr>
              <p:cNvSpPr/>
              <p:nvPr/>
            </p:nvSpPr>
            <p:spPr>
              <a:xfrm>
                <a:off x="7984879" y="3674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7" name="Freeform 42606">
                <a:extLst>
                  <a:ext uri="{FF2B5EF4-FFF2-40B4-BE49-F238E27FC236}">
                    <a16:creationId xmlns:a16="http://schemas.microsoft.com/office/drawing/2014/main" id="{BECDFD1D-32CF-1C11-2F00-ED82F50E6A58}"/>
                  </a:ext>
                </a:extLst>
              </p:cNvPr>
              <p:cNvSpPr/>
              <p:nvPr/>
            </p:nvSpPr>
            <p:spPr>
              <a:xfrm>
                <a:off x="7985375" y="3677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8" name="Freeform 42607">
                <a:extLst>
                  <a:ext uri="{FF2B5EF4-FFF2-40B4-BE49-F238E27FC236}">
                    <a16:creationId xmlns:a16="http://schemas.microsoft.com/office/drawing/2014/main" id="{6B6E8535-1AC0-2CAB-D1C2-3019F1EC563F}"/>
                  </a:ext>
                </a:extLst>
              </p:cNvPr>
              <p:cNvSpPr/>
              <p:nvPr/>
            </p:nvSpPr>
            <p:spPr>
              <a:xfrm>
                <a:off x="7985871" y="3659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09" name="Freeform 42608">
                <a:extLst>
                  <a:ext uri="{FF2B5EF4-FFF2-40B4-BE49-F238E27FC236}">
                    <a16:creationId xmlns:a16="http://schemas.microsoft.com/office/drawing/2014/main" id="{0694D8B4-C6CD-E87F-D19C-373B031C5887}"/>
                  </a:ext>
                </a:extLst>
              </p:cNvPr>
              <p:cNvSpPr/>
              <p:nvPr/>
            </p:nvSpPr>
            <p:spPr>
              <a:xfrm>
                <a:off x="7986466" y="3646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0" name="Freeform 42609">
                <a:extLst>
                  <a:ext uri="{FF2B5EF4-FFF2-40B4-BE49-F238E27FC236}">
                    <a16:creationId xmlns:a16="http://schemas.microsoft.com/office/drawing/2014/main" id="{CA25A807-F5B9-A124-2373-CCB3FFA2A6EC}"/>
                  </a:ext>
                </a:extLst>
              </p:cNvPr>
              <p:cNvSpPr/>
              <p:nvPr/>
            </p:nvSpPr>
            <p:spPr>
              <a:xfrm>
                <a:off x="7986963" y="3517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1" name="Freeform 42610">
                <a:extLst>
                  <a:ext uri="{FF2B5EF4-FFF2-40B4-BE49-F238E27FC236}">
                    <a16:creationId xmlns:a16="http://schemas.microsoft.com/office/drawing/2014/main" id="{F9C40D36-F133-9637-ADDB-D5519655770F}"/>
                  </a:ext>
                </a:extLst>
              </p:cNvPr>
              <p:cNvSpPr/>
              <p:nvPr/>
            </p:nvSpPr>
            <p:spPr>
              <a:xfrm>
                <a:off x="7987459" y="3486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2" name="Freeform 42611">
                <a:extLst>
                  <a:ext uri="{FF2B5EF4-FFF2-40B4-BE49-F238E27FC236}">
                    <a16:creationId xmlns:a16="http://schemas.microsoft.com/office/drawing/2014/main" id="{4D38D355-E2E2-E1A5-1453-9C73702186B1}"/>
                  </a:ext>
                </a:extLst>
              </p:cNvPr>
              <p:cNvSpPr/>
              <p:nvPr/>
            </p:nvSpPr>
            <p:spPr>
              <a:xfrm>
                <a:off x="7988054" y="3428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3" name="Freeform 42612">
                <a:extLst>
                  <a:ext uri="{FF2B5EF4-FFF2-40B4-BE49-F238E27FC236}">
                    <a16:creationId xmlns:a16="http://schemas.microsoft.com/office/drawing/2014/main" id="{79568D01-D20F-F902-3AD7-D5C99D3676A5}"/>
                  </a:ext>
                </a:extLst>
              </p:cNvPr>
              <p:cNvSpPr/>
              <p:nvPr/>
            </p:nvSpPr>
            <p:spPr>
              <a:xfrm>
                <a:off x="7988550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4" name="Freeform 42613">
                <a:extLst>
                  <a:ext uri="{FF2B5EF4-FFF2-40B4-BE49-F238E27FC236}">
                    <a16:creationId xmlns:a16="http://schemas.microsoft.com/office/drawing/2014/main" id="{735E3344-5522-2506-5BEE-CDE9C409EE09}"/>
                  </a:ext>
                </a:extLst>
              </p:cNvPr>
              <p:cNvSpPr/>
              <p:nvPr/>
            </p:nvSpPr>
            <p:spPr>
              <a:xfrm>
                <a:off x="7989046" y="3401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5" name="Freeform 42614">
                <a:extLst>
                  <a:ext uri="{FF2B5EF4-FFF2-40B4-BE49-F238E27FC236}">
                    <a16:creationId xmlns:a16="http://schemas.microsoft.com/office/drawing/2014/main" id="{186B2F0F-B295-5098-88EA-F39E972FC82F}"/>
                  </a:ext>
                </a:extLst>
              </p:cNvPr>
              <p:cNvSpPr/>
              <p:nvPr/>
            </p:nvSpPr>
            <p:spPr>
              <a:xfrm>
                <a:off x="7989641" y="3420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6" name="Freeform 42615">
                <a:extLst>
                  <a:ext uri="{FF2B5EF4-FFF2-40B4-BE49-F238E27FC236}">
                    <a16:creationId xmlns:a16="http://schemas.microsoft.com/office/drawing/2014/main" id="{1E26751F-D0B8-40CF-4A76-3273C3FAE9C7}"/>
                  </a:ext>
                </a:extLst>
              </p:cNvPr>
              <p:cNvSpPr/>
              <p:nvPr/>
            </p:nvSpPr>
            <p:spPr>
              <a:xfrm>
                <a:off x="7990138" y="3416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7" name="Freeform 42616">
                <a:extLst>
                  <a:ext uri="{FF2B5EF4-FFF2-40B4-BE49-F238E27FC236}">
                    <a16:creationId xmlns:a16="http://schemas.microsoft.com/office/drawing/2014/main" id="{2B46BDBE-0DC4-F224-FF21-3477BA8FDBDE}"/>
                  </a:ext>
                </a:extLst>
              </p:cNvPr>
              <p:cNvSpPr/>
              <p:nvPr/>
            </p:nvSpPr>
            <p:spPr>
              <a:xfrm>
                <a:off x="7990634" y="3340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8" name="Freeform 42617">
                <a:extLst>
                  <a:ext uri="{FF2B5EF4-FFF2-40B4-BE49-F238E27FC236}">
                    <a16:creationId xmlns:a16="http://schemas.microsoft.com/office/drawing/2014/main" id="{F9FCF5A0-A589-A6BA-248E-71085486474F}"/>
                  </a:ext>
                </a:extLst>
              </p:cNvPr>
              <p:cNvSpPr/>
              <p:nvPr/>
            </p:nvSpPr>
            <p:spPr>
              <a:xfrm>
                <a:off x="7991229" y="335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19" name="Freeform 42618">
                <a:extLst>
                  <a:ext uri="{FF2B5EF4-FFF2-40B4-BE49-F238E27FC236}">
                    <a16:creationId xmlns:a16="http://schemas.microsoft.com/office/drawing/2014/main" id="{C56499C0-CA36-F5C6-80FC-AEAB9D8D2EF6}"/>
                  </a:ext>
                </a:extLst>
              </p:cNvPr>
              <p:cNvSpPr/>
              <p:nvPr/>
            </p:nvSpPr>
            <p:spPr>
              <a:xfrm>
                <a:off x="7991725" y="3568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0" name="Freeform 42619">
                <a:extLst>
                  <a:ext uri="{FF2B5EF4-FFF2-40B4-BE49-F238E27FC236}">
                    <a16:creationId xmlns:a16="http://schemas.microsoft.com/office/drawing/2014/main" id="{E0D4FA27-4004-3FE9-F5A6-048F8C7F46FB}"/>
                  </a:ext>
                </a:extLst>
              </p:cNvPr>
              <p:cNvSpPr/>
              <p:nvPr/>
            </p:nvSpPr>
            <p:spPr>
              <a:xfrm>
                <a:off x="7992221" y="3784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1" name="Freeform 42620">
                <a:extLst>
                  <a:ext uri="{FF2B5EF4-FFF2-40B4-BE49-F238E27FC236}">
                    <a16:creationId xmlns:a16="http://schemas.microsoft.com/office/drawing/2014/main" id="{A9316763-28E9-D7C2-4598-1B453E02D5EE}"/>
                  </a:ext>
                </a:extLst>
              </p:cNvPr>
              <p:cNvSpPr/>
              <p:nvPr/>
            </p:nvSpPr>
            <p:spPr>
              <a:xfrm>
                <a:off x="7992816" y="3814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2" name="Freeform 42621">
                <a:extLst>
                  <a:ext uri="{FF2B5EF4-FFF2-40B4-BE49-F238E27FC236}">
                    <a16:creationId xmlns:a16="http://schemas.microsoft.com/office/drawing/2014/main" id="{2A187667-F147-2D9B-D8EC-3F85A86C55DF}"/>
                  </a:ext>
                </a:extLst>
              </p:cNvPr>
              <p:cNvSpPr/>
              <p:nvPr/>
            </p:nvSpPr>
            <p:spPr>
              <a:xfrm>
                <a:off x="7993313" y="3819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3" name="Freeform 42622">
                <a:extLst>
                  <a:ext uri="{FF2B5EF4-FFF2-40B4-BE49-F238E27FC236}">
                    <a16:creationId xmlns:a16="http://schemas.microsoft.com/office/drawing/2014/main" id="{A18B8061-B3AF-578D-673E-C47185CFAA0F}"/>
                  </a:ext>
                </a:extLst>
              </p:cNvPr>
              <p:cNvSpPr/>
              <p:nvPr/>
            </p:nvSpPr>
            <p:spPr>
              <a:xfrm>
                <a:off x="7993809" y="3846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4" name="Freeform 42623">
                <a:extLst>
                  <a:ext uri="{FF2B5EF4-FFF2-40B4-BE49-F238E27FC236}">
                    <a16:creationId xmlns:a16="http://schemas.microsoft.com/office/drawing/2014/main" id="{069DD64A-C47E-4206-A067-F9658F31C48D}"/>
                  </a:ext>
                </a:extLst>
              </p:cNvPr>
              <p:cNvSpPr/>
              <p:nvPr/>
            </p:nvSpPr>
            <p:spPr>
              <a:xfrm>
                <a:off x="7994404" y="3839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5" name="Freeform 42624">
                <a:extLst>
                  <a:ext uri="{FF2B5EF4-FFF2-40B4-BE49-F238E27FC236}">
                    <a16:creationId xmlns:a16="http://schemas.microsoft.com/office/drawing/2014/main" id="{C42D4331-DE55-8055-F9C2-6C8D5F686E4F}"/>
                  </a:ext>
                </a:extLst>
              </p:cNvPr>
              <p:cNvSpPr/>
              <p:nvPr/>
            </p:nvSpPr>
            <p:spPr>
              <a:xfrm>
                <a:off x="7994900" y="3852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6" name="Freeform 42625">
                <a:extLst>
                  <a:ext uri="{FF2B5EF4-FFF2-40B4-BE49-F238E27FC236}">
                    <a16:creationId xmlns:a16="http://schemas.microsoft.com/office/drawing/2014/main" id="{206222C9-DE1A-AF10-0D1D-B3598FEF0AC7}"/>
                  </a:ext>
                </a:extLst>
              </p:cNvPr>
              <p:cNvSpPr/>
              <p:nvPr/>
            </p:nvSpPr>
            <p:spPr>
              <a:xfrm>
                <a:off x="7995396" y="3795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7" name="Freeform 42626">
                <a:extLst>
                  <a:ext uri="{FF2B5EF4-FFF2-40B4-BE49-F238E27FC236}">
                    <a16:creationId xmlns:a16="http://schemas.microsoft.com/office/drawing/2014/main" id="{913BCA5D-7047-DD54-56C2-953D390DD7C5}"/>
                  </a:ext>
                </a:extLst>
              </p:cNvPr>
              <p:cNvSpPr/>
              <p:nvPr/>
            </p:nvSpPr>
            <p:spPr>
              <a:xfrm>
                <a:off x="7995991" y="3690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8" name="Freeform 42627">
                <a:extLst>
                  <a:ext uri="{FF2B5EF4-FFF2-40B4-BE49-F238E27FC236}">
                    <a16:creationId xmlns:a16="http://schemas.microsoft.com/office/drawing/2014/main" id="{6DC8DB1B-D57B-110C-41E6-6F868789C3D7}"/>
                  </a:ext>
                </a:extLst>
              </p:cNvPr>
              <p:cNvSpPr/>
              <p:nvPr/>
            </p:nvSpPr>
            <p:spPr>
              <a:xfrm>
                <a:off x="7996488" y="3552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29" name="Freeform 42628">
                <a:extLst>
                  <a:ext uri="{FF2B5EF4-FFF2-40B4-BE49-F238E27FC236}">
                    <a16:creationId xmlns:a16="http://schemas.microsoft.com/office/drawing/2014/main" id="{2ECD274B-91ED-F2C6-C115-32014DCE0311}"/>
                  </a:ext>
                </a:extLst>
              </p:cNvPr>
              <p:cNvSpPr/>
              <p:nvPr/>
            </p:nvSpPr>
            <p:spPr>
              <a:xfrm>
                <a:off x="7996984" y="3542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0" name="Freeform 42629">
                <a:extLst>
                  <a:ext uri="{FF2B5EF4-FFF2-40B4-BE49-F238E27FC236}">
                    <a16:creationId xmlns:a16="http://schemas.microsoft.com/office/drawing/2014/main" id="{EF8500D4-803B-E9B6-6C49-76CEF720C978}"/>
                  </a:ext>
                </a:extLst>
              </p:cNvPr>
              <p:cNvSpPr/>
              <p:nvPr/>
            </p:nvSpPr>
            <p:spPr>
              <a:xfrm>
                <a:off x="7997480" y="3599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1" name="Freeform 42630">
                <a:extLst>
                  <a:ext uri="{FF2B5EF4-FFF2-40B4-BE49-F238E27FC236}">
                    <a16:creationId xmlns:a16="http://schemas.microsoft.com/office/drawing/2014/main" id="{642EDC72-3952-49F7-0101-BF775376C8CD}"/>
                  </a:ext>
                </a:extLst>
              </p:cNvPr>
              <p:cNvSpPr/>
              <p:nvPr/>
            </p:nvSpPr>
            <p:spPr>
              <a:xfrm>
                <a:off x="7998075" y="3582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2" name="Freeform 42631">
                <a:extLst>
                  <a:ext uri="{FF2B5EF4-FFF2-40B4-BE49-F238E27FC236}">
                    <a16:creationId xmlns:a16="http://schemas.microsoft.com/office/drawing/2014/main" id="{734C8719-E5C5-A4CC-96A4-5E6AEDC8714B}"/>
                  </a:ext>
                </a:extLst>
              </p:cNvPr>
              <p:cNvSpPr/>
              <p:nvPr/>
            </p:nvSpPr>
            <p:spPr>
              <a:xfrm>
                <a:off x="7998571" y="3583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3" name="Freeform 42632">
                <a:extLst>
                  <a:ext uri="{FF2B5EF4-FFF2-40B4-BE49-F238E27FC236}">
                    <a16:creationId xmlns:a16="http://schemas.microsoft.com/office/drawing/2014/main" id="{A03EFC4A-C8D6-8015-E3C7-D2E120E2B155}"/>
                  </a:ext>
                </a:extLst>
              </p:cNvPr>
              <p:cNvSpPr/>
              <p:nvPr/>
            </p:nvSpPr>
            <p:spPr>
              <a:xfrm>
                <a:off x="7999067" y="3559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4" name="Freeform 42633">
                <a:extLst>
                  <a:ext uri="{FF2B5EF4-FFF2-40B4-BE49-F238E27FC236}">
                    <a16:creationId xmlns:a16="http://schemas.microsoft.com/office/drawing/2014/main" id="{AC53490B-A3C2-67D1-A54C-B95CD920F9EF}"/>
                  </a:ext>
                </a:extLst>
              </p:cNvPr>
              <p:cNvSpPr/>
              <p:nvPr/>
            </p:nvSpPr>
            <p:spPr>
              <a:xfrm>
                <a:off x="7999663" y="3530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5" name="Freeform 42634">
                <a:extLst>
                  <a:ext uri="{FF2B5EF4-FFF2-40B4-BE49-F238E27FC236}">
                    <a16:creationId xmlns:a16="http://schemas.microsoft.com/office/drawing/2014/main" id="{D8F31B9C-A37F-FC18-9164-1980CB1993B5}"/>
                  </a:ext>
                </a:extLst>
              </p:cNvPr>
              <p:cNvSpPr/>
              <p:nvPr/>
            </p:nvSpPr>
            <p:spPr>
              <a:xfrm>
                <a:off x="8000159" y="3483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6" name="Freeform 42635">
                <a:extLst>
                  <a:ext uri="{FF2B5EF4-FFF2-40B4-BE49-F238E27FC236}">
                    <a16:creationId xmlns:a16="http://schemas.microsoft.com/office/drawing/2014/main" id="{F3AB0FD7-7666-370C-2FEC-A13C7C3B5DC2}"/>
                  </a:ext>
                </a:extLst>
              </p:cNvPr>
              <p:cNvSpPr/>
              <p:nvPr/>
            </p:nvSpPr>
            <p:spPr>
              <a:xfrm>
                <a:off x="8000655" y="3441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7" name="Freeform 42636">
                <a:extLst>
                  <a:ext uri="{FF2B5EF4-FFF2-40B4-BE49-F238E27FC236}">
                    <a16:creationId xmlns:a16="http://schemas.microsoft.com/office/drawing/2014/main" id="{65DA018F-606E-D478-2BDD-2458B43E3800}"/>
                  </a:ext>
                </a:extLst>
              </p:cNvPr>
              <p:cNvSpPr/>
              <p:nvPr/>
            </p:nvSpPr>
            <p:spPr>
              <a:xfrm>
                <a:off x="8001250" y="3394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8" name="Freeform 42637">
                <a:extLst>
                  <a:ext uri="{FF2B5EF4-FFF2-40B4-BE49-F238E27FC236}">
                    <a16:creationId xmlns:a16="http://schemas.microsoft.com/office/drawing/2014/main" id="{C42FF8A3-772A-64CE-AE77-5126620A351F}"/>
                  </a:ext>
                </a:extLst>
              </p:cNvPr>
              <p:cNvSpPr/>
              <p:nvPr/>
            </p:nvSpPr>
            <p:spPr>
              <a:xfrm>
                <a:off x="8001746" y="3374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39" name="Freeform 42638">
                <a:extLst>
                  <a:ext uri="{FF2B5EF4-FFF2-40B4-BE49-F238E27FC236}">
                    <a16:creationId xmlns:a16="http://schemas.microsoft.com/office/drawing/2014/main" id="{94A4FC5C-D052-6077-0A4B-2A91B351D380}"/>
                  </a:ext>
                </a:extLst>
              </p:cNvPr>
              <p:cNvSpPr/>
              <p:nvPr/>
            </p:nvSpPr>
            <p:spPr>
              <a:xfrm>
                <a:off x="8002242" y="3357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0" name="Freeform 42639">
                <a:extLst>
                  <a:ext uri="{FF2B5EF4-FFF2-40B4-BE49-F238E27FC236}">
                    <a16:creationId xmlns:a16="http://schemas.microsoft.com/office/drawing/2014/main" id="{89C48F8A-14E5-1612-D525-4623D3C78B17}"/>
                  </a:ext>
                </a:extLst>
              </p:cNvPr>
              <p:cNvSpPr/>
              <p:nvPr/>
            </p:nvSpPr>
            <p:spPr>
              <a:xfrm>
                <a:off x="8002838" y="3347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1" name="Freeform 42640">
                <a:extLst>
                  <a:ext uri="{FF2B5EF4-FFF2-40B4-BE49-F238E27FC236}">
                    <a16:creationId xmlns:a16="http://schemas.microsoft.com/office/drawing/2014/main" id="{E4869DD7-63BF-5355-34CA-016A4FFE3DE0}"/>
                  </a:ext>
                </a:extLst>
              </p:cNvPr>
              <p:cNvSpPr/>
              <p:nvPr/>
            </p:nvSpPr>
            <p:spPr>
              <a:xfrm>
                <a:off x="8003334" y="33284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2" name="Freeform 42641">
                <a:extLst>
                  <a:ext uri="{FF2B5EF4-FFF2-40B4-BE49-F238E27FC236}">
                    <a16:creationId xmlns:a16="http://schemas.microsoft.com/office/drawing/2014/main" id="{018B7EE1-130E-941C-884C-7C695FD29481}"/>
                  </a:ext>
                </a:extLst>
              </p:cNvPr>
              <p:cNvSpPr/>
              <p:nvPr/>
            </p:nvSpPr>
            <p:spPr>
              <a:xfrm>
                <a:off x="8003830" y="33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3" name="Freeform 42642">
                <a:extLst>
                  <a:ext uri="{FF2B5EF4-FFF2-40B4-BE49-F238E27FC236}">
                    <a16:creationId xmlns:a16="http://schemas.microsoft.com/office/drawing/2014/main" id="{150FF83A-E082-0359-AD67-ECE7BC591586}"/>
                  </a:ext>
                </a:extLst>
              </p:cNvPr>
              <p:cNvSpPr/>
              <p:nvPr/>
            </p:nvSpPr>
            <p:spPr>
              <a:xfrm>
                <a:off x="8004425" y="3499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4" name="Freeform 42643">
                <a:extLst>
                  <a:ext uri="{FF2B5EF4-FFF2-40B4-BE49-F238E27FC236}">
                    <a16:creationId xmlns:a16="http://schemas.microsoft.com/office/drawing/2014/main" id="{C92C9C7D-6D7E-41D8-F265-E2047FB22856}"/>
                  </a:ext>
                </a:extLst>
              </p:cNvPr>
              <p:cNvSpPr/>
              <p:nvPr/>
            </p:nvSpPr>
            <p:spPr>
              <a:xfrm>
                <a:off x="8004921" y="38443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5" name="Freeform 42644">
                <a:extLst>
                  <a:ext uri="{FF2B5EF4-FFF2-40B4-BE49-F238E27FC236}">
                    <a16:creationId xmlns:a16="http://schemas.microsoft.com/office/drawing/2014/main" id="{1C9CDD7E-3EBF-1648-7E15-891F75E647D5}"/>
                  </a:ext>
                </a:extLst>
              </p:cNvPr>
              <p:cNvSpPr/>
              <p:nvPr/>
            </p:nvSpPr>
            <p:spPr>
              <a:xfrm>
                <a:off x="8005417" y="3915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6" name="Freeform 42645">
                <a:extLst>
                  <a:ext uri="{FF2B5EF4-FFF2-40B4-BE49-F238E27FC236}">
                    <a16:creationId xmlns:a16="http://schemas.microsoft.com/office/drawing/2014/main" id="{AE4203ED-C542-C7FD-B51A-D40FCB9666DE}"/>
                  </a:ext>
                </a:extLst>
              </p:cNvPr>
              <p:cNvSpPr/>
              <p:nvPr/>
            </p:nvSpPr>
            <p:spPr>
              <a:xfrm>
                <a:off x="8006013" y="39215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7" name="Freeform 42646">
                <a:extLst>
                  <a:ext uri="{FF2B5EF4-FFF2-40B4-BE49-F238E27FC236}">
                    <a16:creationId xmlns:a16="http://schemas.microsoft.com/office/drawing/2014/main" id="{43C724D0-28BB-19D0-41D9-AD31484E4504}"/>
                  </a:ext>
                </a:extLst>
              </p:cNvPr>
              <p:cNvSpPr/>
              <p:nvPr/>
            </p:nvSpPr>
            <p:spPr>
              <a:xfrm>
                <a:off x="8006509" y="39051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8" name="Freeform 42647">
                <a:extLst>
                  <a:ext uri="{FF2B5EF4-FFF2-40B4-BE49-F238E27FC236}">
                    <a16:creationId xmlns:a16="http://schemas.microsoft.com/office/drawing/2014/main" id="{7016D795-3871-96E8-611A-3CB2B59AA954}"/>
                  </a:ext>
                </a:extLst>
              </p:cNvPr>
              <p:cNvSpPr/>
              <p:nvPr/>
            </p:nvSpPr>
            <p:spPr>
              <a:xfrm>
                <a:off x="8007005" y="389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49" name="Freeform 42648">
                <a:extLst>
                  <a:ext uri="{FF2B5EF4-FFF2-40B4-BE49-F238E27FC236}">
                    <a16:creationId xmlns:a16="http://schemas.microsoft.com/office/drawing/2014/main" id="{16A971CB-9EE5-95FB-11F3-B99C85C33668}"/>
                  </a:ext>
                </a:extLst>
              </p:cNvPr>
              <p:cNvSpPr/>
              <p:nvPr/>
            </p:nvSpPr>
            <p:spPr>
              <a:xfrm>
                <a:off x="8007600" y="3891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0" name="Freeform 42649">
                <a:extLst>
                  <a:ext uri="{FF2B5EF4-FFF2-40B4-BE49-F238E27FC236}">
                    <a16:creationId xmlns:a16="http://schemas.microsoft.com/office/drawing/2014/main" id="{8E0AE427-C5AF-A883-F81A-C37F2448D5DD}"/>
                  </a:ext>
                </a:extLst>
              </p:cNvPr>
              <p:cNvSpPr/>
              <p:nvPr/>
            </p:nvSpPr>
            <p:spPr>
              <a:xfrm>
                <a:off x="8008096" y="3939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1" name="Freeform 42650">
                <a:extLst>
                  <a:ext uri="{FF2B5EF4-FFF2-40B4-BE49-F238E27FC236}">
                    <a16:creationId xmlns:a16="http://schemas.microsoft.com/office/drawing/2014/main" id="{72967307-1737-637E-8600-3F00F020A32D}"/>
                  </a:ext>
                </a:extLst>
              </p:cNvPr>
              <p:cNvSpPr/>
              <p:nvPr/>
            </p:nvSpPr>
            <p:spPr>
              <a:xfrm>
                <a:off x="8008592" y="394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2" name="Freeform 42651">
                <a:extLst>
                  <a:ext uri="{FF2B5EF4-FFF2-40B4-BE49-F238E27FC236}">
                    <a16:creationId xmlns:a16="http://schemas.microsoft.com/office/drawing/2014/main" id="{41332BB5-956D-8CFD-B536-F02B6DFEEF92}"/>
                  </a:ext>
                </a:extLst>
              </p:cNvPr>
              <p:cNvSpPr/>
              <p:nvPr/>
            </p:nvSpPr>
            <p:spPr>
              <a:xfrm>
                <a:off x="8009088" y="3589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3" name="Freeform 42652">
                <a:extLst>
                  <a:ext uri="{FF2B5EF4-FFF2-40B4-BE49-F238E27FC236}">
                    <a16:creationId xmlns:a16="http://schemas.microsoft.com/office/drawing/2014/main" id="{E6524624-51C7-4EB9-1E15-DA23AB510DD0}"/>
                  </a:ext>
                </a:extLst>
              </p:cNvPr>
              <p:cNvSpPr/>
              <p:nvPr/>
            </p:nvSpPr>
            <p:spPr>
              <a:xfrm>
                <a:off x="8009684" y="3520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4" name="Freeform 42653">
                <a:extLst>
                  <a:ext uri="{FF2B5EF4-FFF2-40B4-BE49-F238E27FC236}">
                    <a16:creationId xmlns:a16="http://schemas.microsoft.com/office/drawing/2014/main" id="{D178CCA9-E1F3-FCBE-5D5B-24360B40592C}"/>
                  </a:ext>
                </a:extLst>
              </p:cNvPr>
              <p:cNvSpPr/>
              <p:nvPr/>
            </p:nvSpPr>
            <p:spPr>
              <a:xfrm>
                <a:off x="8010180" y="3575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5" name="Freeform 42654">
                <a:extLst>
                  <a:ext uri="{FF2B5EF4-FFF2-40B4-BE49-F238E27FC236}">
                    <a16:creationId xmlns:a16="http://schemas.microsoft.com/office/drawing/2014/main" id="{03CDEBA2-650E-746E-93FD-BB7F004BA468}"/>
                  </a:ext>
                </a:extLst>
              </p:cNvPr>
              <p:cNvSpPr/>
              <p:nvPr/>
            </p:nvSpPr>
            <p:spPr>
              <a:xfrm>
                <a:off x="8010676" y="3586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6" name="Freeform 42655">
                <a:extLst>
                  <a:ext uri="{FF2B5EF4-FFF2-40B4-BE49-F238E27FC236}">
                    <a16:creationId xmlns:a16="http://schemas.microsoft.com/office/drawing/2014/main" id="{DAAB8E4D-97CE-D08B-2A3F-5AF3A8B4E22D}"/>
                  </a:ext>
                </a:extLst>
              </p:cNvPr>
              <p:cNvSpPr/>
              <p:nvPr/>
            </p:nvSpPr>
            <p:spPr>
              <a:xfrm>
                <a:off x="8011271" y="3572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7" name="Freeform 42656">
                <a:extLst>
                  <a:ext uri="{FF2B5EF4-FFF2-40B4-BE49-F238E27FC236}">
                    <a16:creationId xmlns:a16="http://schemas.microsoft.com/office/drawing/2014/main" id="{D19D5BEF-C7EA-7D4E-C278-E4DE22FF7220}"/>
                  </a:ext>
                </a:extLst>
              </p:cNvPr>
              <p:cNvSpPr/>
              <p:nvPr/>
            </p:nvSpPr>
            <p:spPr>
              <a:xfrm>
                <a:off x="8011767" y="3549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8" name="Freeform 42657">
                <a:extLst>
                  <a:ext uri="{FF2B5EF4-FFF2-40B4-BE49-F238E27FC236}">
                    <a16:creationId xmlns:a16="http://schemas.microsoft.com/office/drawing/2014/main" id="{B611A0C4-A61D-A258-0F78-7058B3536164}"/>
                  </a:ext>
                </a:extLst>
              </p:cNvPr>
              <p:cNvSpPr/>
              <p:nvPr/>
            </p:nvSpPr>
            <p:spPr>
              <a:xfrm>
                <a:off x="8012263" y="3570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59" name="Freeform 42658">
                <a:extLst>
                  <a:ext uri="{FF2B5EF4-FFF2-40B4-BE49-F238E27FC236}">
                    <a16:creationId xmlns:a16="http://schemas.microsoft.com/office/drawing/2014/main" id="{75C522E6-0401-9210-A95F-5CABD8FBA5B2}"/>
                  </a:ext>
                </a:extLst>
              </p:cNvPr>
              <p:cNvSpPr/>
              <p:nvPr/>
            </p:nvSpPr>
            <p:spPr>
              <a:xfrm>
                <a:off x="8012859" y="3539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0" name="Freeform 42659">
                <a:extLst>
                  <a:ext uri="{FF2B5EF4-FFF2-40B4-BE49-F238E27FC236}">
                    <a16:creationId xmlns:a16="http://schemas.microsoft.com/office/drawing/2014/main" id="{71E2A2A9-00CA-21A7-A8DC-9042E000ADA4}"/>
                  </a:ext>
                </a:extLst>
              </p:cNvPr>
              <p:cNvSpPr/>
              <p:nvPr/>
            </p:nvSpPr>
            <p:spPr>
              <a:xfrm>
                <a:off x="8013355" y="3504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1" name="Freeform 42660">
                <a:extLst>
                  <a:ext uri="{FF2B5EF4-FFF2-40B4-BE49-F238E27FC236}">
                    <a16:creationId xmlns:a16="http://schemas.microsoft.com/office/drawing/2014/main" id="{0AB2A19B-0B14-3C49-0DE3-E6988E31E94F}"/>
                  </a:ext>
                </a:extLst>
              </p:cNvPr>
              <p:cNvSpPr/>
              <p:nvPr/>
            </p:nvSpPr>
            <p:spPr>
              <a:xfrm>
                <a:off x="8013851" y="3473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2" name="Freeform 42661">
                <a:extLst>
                  <a:ext uri="{FF2B5EF4-FFF2-40B4-BE49-F238E27FC236}">
                    <a16:creationId xmlns:a16="http://schemas.microsoft.com/office/drawing/2014/main" id="{1678A83B-56D4-27E8-C993-D1D6C5CD4070}"/>
                  </a:ext>
                </a:extLst>
              </p:cNvPr>
              <p:cNvSpPr/>
              <p:nvPr/>
            </p:nvSpPr>
            <p:spPr>
              <a:xfrm>
                <a:off x="8014446" y="3448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3" name="Freeform 42662">
                <a:extLst>
                  <a:ext uri="{FF2B5EF4-FFF2-40B4-BE49-F238E27FC236}">
                    <a16:creationId xmlns:a16="http://schemas.microsoft.com/office/drawing/2014/main" id="{E5C1EC9C-DE65-D181-7474-54C0A33EAA4A}"/>
                  </a:ext>
                </a:extLst>
              </p:cNvPr>
              <p:cNvSpPr/>
              <p:nvPr/>
            </p:nvSpPr>
            <p:spPr>
              <a:xfrm>
                <a:off x="8014942" y="3423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4" name="Freeform 42663">
                <a:extLst>
                  <a:ext uri="{FF2B5EF4-FFF2-40B4-BE49-F238E27FC236}">
                    <a16:creationId xmlns:a16="http://schemas.microsoft.com/office/drawing/2014/main" id="{7CAD84CD-E004-3FA9-AF71-744672B134A9}"/>
                  </a:ext>
                </a:extLst>
              </p:cNvPr>
              <p:cNvSpPr/>
              <p:nvPr/>
            </p:nvSpPr>
            <p:spPr>
              <a:xfrm>
                <a:off x="8015438" y="3393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5" name="Freeform 42664">
                <a:extLst>
                  <a:ext uri="{FF2B5EF4-FFF2-40B4-BE49-F238E27FC236}">
                    <a16:creationId xmlns:a16="http://schemas.microsoft.com/office/drawing/2014/main" id="{0256E6B5-6749-13FC-67FA-4AD0674237C5}"/>
                  </a:ext>
                </a:extLst>
              </p:cNvPr>
              <p:cNvSpPr/>
              <p:nvPr/>
            </p:nvSpPr>
            <p:spPr>
              <a:xfrm>
                <a:off x="8016034" y="3381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6" name="Freeform 42665">
                <a:extLst>
                  <a:ext uri="{FF2B5EF4-FFF2-40B4-BE49-F238E27FC236}">
                    <a16:creationId xmlns:a16="http://schemas.microsoft.com/office/drawing/2014/main" id="{AF4BA6B4-ED04-F381-3CD2-0EEFEA5E4DC8}"/>
                  </a:ext>
                </a:extLst>
              </p:cNvPr>
              <p:cNvSpPr/>
              <p:nvPr/>
            </p:nvSpPr>
            <p:spPr>
              <a:xfrm>
                <a:off x="8016530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7" name="Freeform 42666">
                <a:extLst>
                  <a:ext uri="{FF2B5EF4-FFF2-40B4-BE49-F238E27FC236}">
                    <a16:creationId xmlns:a16="http://schemas.microsoft.com/office/drawing/2014/main" id="{A5AF887A-1DBE-C5CB-8575-713BA54C0CBB}"/>
                  </a:ext>
                </a:extLst>
              </p:cNvPr>
              <p:cNvSpPr/>
              <p:nvPr/>
            </p:nvSpPr>
            <p:spPr>
              <a:xfrm>
                <a:off x="8017026" y="3689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8" name="Freeform 42667">
                <a:extLst>
                  <a:ext uri="{FF2B5EF4-FFF2-40B4-BE49-F238E27FC236}">
                    <a16:creationId xmlns:a16="http://schemas.microsoft.com/office/drawing/2014/main" id="{47517DD4-46DA-D45C-B101-06D678D6B1F2}"/>
                  </a:ext>
                </a:extLst>
              </p:cNvPr>
              <p:cNvSpPr/>
              <p:nvPr/>
            </p:nvSpPr>
            <p:spPr>
              <a:xfrm>
                <a:off x="8017621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69" name="Freeform 42668">
                <a:extLst>
                  <a:ext uri="{FF2B5EF4-FFF2-40B4-BE49-F238E27FC236}">
                    <a16:creationId xmlns:a16="http://schemas.microsoft.com/office/drawing/2014/main" id="{3D7F1B88-6FE6-0C51-400F-6E4602DE8669}"/>
                  </a:ext>
                </a:extLst>
              </p:cNvPr>
              <p:cNvSpPr/>
              <p:nvPr/>
            </p:nvSpPr>
            <p:spPr>
              <a:xfrm>
                <a:off x="8018117" y="39802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0" name="Freeform 42669">
                <a:extLst>
                  <a:ext uri="{FF2B5EF4-FFF2-40B4-BE49-F238E27FC236}">
                    <a16:creationId xmlns:a16="http://schemas.microsoft.com/office/drawing/2014/main" id="{168FCE8D-0957-8D6A-C06F-1E0F9C30EA03}"/>
                  </a:ext>
                </a:extLst>
              </p:cNvPr>
              <p:cNvSpPr/>
              <p:nvPr/>
            </p:nvSpPr>
            <p:spPr>
              <a:xfrm>
                <a:off x="8018613" y="398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1" name="Freeform 42670">
                <a:extLst>
                  <a:ext uri="{FF2B5EF4-FFF2-40B4-BE49-F238E27FC236}">
                    <a16:creationId xmlns:a16="http://schemas.microsoft.com/office/drawing/2014/main" id="{1E819CAD-1DF0-8B0D-C767-58D0F5B25917}"/>
                  </a:ext>
                </a:extLst>
              </p:cNvPr>
              <p:cNvSpPr/>
              <p:nvPr/>
            </p:nvSpPr>
            <p:spPr>
              <a:xfrm>
                <a:off x="8019209" y="3967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2" name="Freeform 42671">
                <a:extLst>
                  <a:ext uri="{FF2B5EF4-FFF2-40B4-BE49-F238E27FC236}">
                    <a16:creationId xmlns:a16="http://schemas.microsoft.com/office/drawing/2014/main" id="{207A0F58-3DD2-04BD-2BF6-9D064DB20BE3}"/>
                  </a:ext>
                </a:extLst>
              </p:cNvPr>
              <p:cNvSpPr/>
              <p:nvPr/>
            </p:nvSpPr>
            <p:spPr>
              <a:xfrm>
                <a:off x="8019705" y="3956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3" name="Freeform 42672">
                <a:extLst>
                  <a:ext uri="{FF2B5EF4-FFF2-40B4-BE49-F238E27FC236}">
                    <a16:creationId xmlns:a16="http://schemas.microsoft.com/office/drawing/2014/main" id="{99CFB220-2810-257A-2E2B-45A9BD5AC893}"/>
                  </a:ext>
                </a:extLst>
              </p:cNvPr>
              <p:cNvSpPr/>
              <p:nvPr/>
            </p:nvSpPr>
            <p:spPr>
              <a:xfrm>
                <a:off x="8020201" y="39607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4" name="Freeform 42673">
                <a:extLst>
                  <a:ext uri="{FF2B5EF4-FFF2-40B4-BE49-F238E27FC236}">
                    <a16:creationId xmlns:a16="http://schemas.microsoft.com/office/drawing/2014/main" id="{A11E0CE8-A70A-CD49-3666-F12A1AD60614}"/>
                  </a:ext>
                </a:extLst>
              </p:cNvPr>
              <p:cNvSpPr/>
              <p:nvPr/>
            </p:nvSpPr>
            <p:spPr>
              <a:xfrm>
                <a:off x="8020697" y="395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5" name="Freeform 42674">
                <a:extLst>
                  <a:ext uri="{FF2B5EF4-FFF2-40B4-BE49-F238E27FC236}">
                    <a16:creationId xmlns:a16="http://schemas.microsoft.com/office/drawing/2014/main" id="{82EE8DF4-7890-9468-6FCB-0CF5E455DB23}"/>
                  </a:ext>
                </a:extLst>
              </p:cNvPr>
              <p:cNvSpPr/>
              <p:nvPr/>
            </p:nvSpPr>
            <p:spPr>
              <a:xfrm>
                <a:off x="8021292" y="39676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6" name="Freeform 42675">
                <a:extLst>
                  <a:ext uri="{FF2B5EF4-FFF2-40B4-BE49-F238E27FC236}">
                    <a16:creationId xmlns:a16="http://schemas.microsoft.com/office/drawing/2014/main" id="{C7FCAA71-B701-953F-9A10-34FBF85D5508}"/>
                  </a:ext>
                </a:extLst>
              </p:cNvPr>
              <p:cNvSpPr/>
              <p:nvPr/>
            </p:nvSpPr>
            <p:spPr>
              <a:xfrm>
                <a:off x="8021788" y="3664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7" name="Freeform 42676">
                <a:extLst>
                  <a:ext uri="{FF2B5EF4-FFF2-40B4-BE49-F238E27FC236}">
                    <a16:creationId xmlns:a16="http://schemas.microsoft.com/office/drawing/2014/main" id="{ADF56A88-AC8F-3240-5155-9B8E9DF2BF02}"/>
                  </a:ext>
                </a:extLst>
              </p:cNvPr>
              <p:cNvSpPr/>
              <p:nvPr/>
            </p:nvSpPr>
            <p:spPr>
              <a:xfrm>
                <a:off x="8022284" y="3492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8" name="Freeform 42677">
                <a:extLst>
                  <a:ext uri="{FF2B5EF4-FFF2-40B4-BE49-F238E27FC236}">
                    <a16:creationId xmlns:a16="http://schemas.microsoft.com/office/drawing/2014/main" id="{6BD08071-6808-12B8-8864-FD56F3F78DBE}"/>
                  </a:ext>
                </a:extLst>
              </p:cNvPr>
              <p:cNvSpPr/>
              <p:nvPr/>
            </p:nvSpPr>
            <p:spPr>
              <a:xfrm>
                <a:off x="8022880" y="3531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79" name="Freeform 42678">
                <a:extLst>
                  <a:ext uri="{FF2B5EF4-FFF2-40B4-BE49-F238E27FC236}">
                    <a16:creationId xmlns:a16="http://schemas.microsoft.com/office/drawing/2014/main" id="{E0904609-95E1-BA9B-CA6E-A1470B403BDE}"/>
                  </a:ext>
                </a:extLst>
              </p:cNvPr>
              <p:cNvSpPr/>
              <p:nvPr/>
            </p:nvSpPr>
            <p:spPr>
              <a:xfrm>
                <a:off x="8023376" y="3531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0" name="Freeform 42679">
                <a:extLst>
                  <a:ext uri="{FF2B5EF4-FFF2-40B4-BE49-F238E27FC236}">
                    <a16:creationId xmlns:a16="http://schemas.microsoft.com/office/drawing/2014/main" id="{C463E710-7C29-BB4A-BE64-8A74D4C4724B}"/>
                  </a:ext>
                </a:extLst>
              </p:cNvPr>
              <p:cNvSpPr/>
              <p:nvPr/>
            </p:nvSpPr>
            <p:spPr>
              <a:xfrm>
                <a:off x="8023872" y="3529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1" name="Freeform 42680">
                <a:extLst>
                  <a:ext uri="{FF2B5EF4-FFF2-40B4-BE49-F238E27FC236}">
                    <a16:creationId xmlns:a16="http://schemas.microsoft.com/office/drawing/2014/main" id="{FCED9522-5379-6538-27B1-B78F2FA948E4}"/>
                  </a:ext>
                </a:extLst>
              </p:cNvPr>
              <p:cNvSpPr/>
              <p:nvPr/>
            </p:nvSpPr>
            <p:spPr>
              <a:xfrm>
                <a:off x="8024467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2" name="Freeform 42681">
                <a:extLst>
                  <a:ext uri="{FF2B5EF4-FFF2-40B4-BE49-F238E27FC236}">
                    <a16:creationId xmlns:a16="http://schemas.microsoft.com/office/drawing/2014/main" id="{3A961256-2838-AF31-3657-F17C32F8212E}"/>
                  </a:ext>
                </a:extLst>
              </p:cNvPr>
              <p:cNvSpPr/>
              <p:nvPr/>
            </p:nvSpPr>
            <p:spPr>
              <a:xfrm>
                <a:off x="8024963" y="3508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3" name="Freeform 42682">
                <a:extLst>
                  <a:ext uri="{FF2B5EF4-FFF2-40B4-BE49-F238E27FC236}">
                    <a16:creationId xmlns:a16="http://schemas.microsoft.com/office/drawing/2014/main" id="{179797B9-D1C0-23E6-1B60-9A6A0082AD49}"/>
                  </a:ext>
                </a:extLst>
              </p:cNvPr>
              <p:cNvSpPr/>
              <p:nvPr/>
            </p:nvSpPr>
            <p:spPr>
              <a:xfrm>
                <a:off x="8025459" y="3484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4" name="Freeform 42683">
                <a:extLst>
                  <a:ext uri="{FF2B5EF4-FFF2-40B4-BE49-F238E27FC236}">
                    <a16:creationId xmlns:a16="http://schemas.microsoft.com/office/drawing/2014/main" id="{BE9142B9-7F82-017E-E387-A74ACEDE2E3E}"/>
                  </a:ext>
                </a:extLst>
              </p:cNvPr>
              <p:cNvSpPr/>
              <p:nvPr/>
            </p:nvSpPr>
            <p:spPr>
              <a:xfrm>
                <a:off x="8026055" y="3441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5" name="Freeform 42684">
                <a:extLst>
                  <a:ext uri="{FF2B5EF4-FFF2-40B4-BE49-F238E27FC236}">
                    <a16:creationId xmlns:a16="http://schemas.microsoft.com/office/drawing/2014/main" id="{7579FDCA-B7C7-CADB-126C-046DD8BF5E42}"/>
                  </a:ext>
                </a:extLst>
              </p:cNvPr>
              <p:cNvSpPr/>
              <p:nvPr/>
            </p:nvSpPr>
            <p:spPr>
              <a:xfrm>
                <a:off x="8026551" y="3395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6" name="Freeform 42685">
                <a:extLst>
                  <a:ext uri="{FF2B5EF4-FFF2-40B4-BE49-F238E27FC236}">
                    <a16:creationId xmlns:a16="http://schemas.microsoft.com/office/drawing/2014/main" id="{1915DBDC-BC38-75D4-AF13-52BA3C98C8BB}"/>
                  </a:ext>
                </a:extLst>
              </p:cNvPr>
              <p:cNvSpPr/>
              <p:nvPr/>
            </p:nvSpPr>
            <p:spPr>
              <a:xfrm>
                <a:off x="8027047" y="3349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7" name="Freeform 42686">
                <a:extLst>
                  <a:ext uri="{FF2B5EF4-FFF2-40B4-BE49-F238E27FC236}">
                    <a16:creationId xmlns:a16="http://schemas.microsoft.com/office/drawing/2014/main" id="{9396A704-2DFB-31D3-0252-EB1015BDE20C}"/>
                  </a:ext>
                </a:extLst>
              </p:cNvPr>
              <p:cNvSpPr/>
              <p:nvPr/>
            </p:nvSpPr>
            <p:spPr>
              <a:xfrm>
                <a:off x="8027642" y="3326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8" name="Freeform 42687">
                <a:extLst>
                  <a:ext uri="{FF2B5EF4-FFF2-40B4-BE49-F238E27FC236}">
                    <a16:creationId xmlns:a16="http://schemas.microsoft.com/office/drawing/2014/main" id="{9D61A369-F2AF-E13E-0D1C-1B0AEC9F679F}"/>
                  </a:ext>
                </a:extLst>
              </p:cNvPr>
              <p:cNvSpPr/>
              <p:nvPr/>
            </p:nvSpPr>
            <p:spPr>
              <a:xfrm>
                <a:off x="8028138" y="3308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89" name="Freeform 42688">
                <a:extLst>
                  <a:ext uri="{FF2B5EF4-FFF2-40B4-BE49-F238E27FC236}">
                    <a16:creationId xmlns:a16="http://schemas.microsoft.com/office/drawing/2014/main" id="{5FF6A5C2-FEC7-3585-4515-4ED52F7919BC}"/>
                  </a:ext>
                </a:extLst>
              </p:cNvPr>
              <p:cNvSpPr/>
              <p:nvPr/>
            </p:nvSpPr>
            <p:spPr>
              <a:xfrm>
                <a:off x="8028634" y="34174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0" name="Freeform 42689">
                <a:extLst>
                  <a:ext uri="{FF2B5EF4-FFF2-40B4-BE49-F238E27FC236}">
                    <a16:creationId xmlns:a16="http://schemas.microsoft.com/office/drawing/2014/main" id="{66055DBB-98A0-80BB-D22A-53DDFB67AE62}"/>
                  </a:ext>
                </a:extLst>
              </p:cNvPr>
              <p:cNvSpPr/>
              <p:nvPr/>
            </p:nvSpPr>
            <p:spPr>
              <a:xfrm>
                <a:off x="8029230" y="34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1" name="Freeform 42690">
                <a:extLst>
                  <a:ext uri="{FF2B5EF4-FFF2-40B4-BE49-F238E27FC236}">
                    <a16:creationId xmlns:a16="http://schemas.microsoft.com/office/drawing/2014/main" id="{B22D08C6-E575-C197-C973-424BBBEBC9FB}"/>
                  </a:ext>
                </a:extLst>
              </p:cNvPr>
              <p:cNvSpPr/>
              <p:nvPr/>
            </p:nvSpPr>
            <p:spPr>
              <a:xfrm>
                <a:off x="8029726" y="3677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2" name="Freeform 42691">
                <a:extLst>
                  <a:ext uri="{FF2B5EF4-FFF2-40B4-BE49-F238E27FC236}">
                    <a16:creationId xmlns:a16="http://schemas.microsoft.com/office/drawing/2014/main" id="{15A678DD-A73E-D966-A1D8-8E8CFFE22B69}"/>
                  </a:ext>
                </a:extLst>
              </p:cNvPr>
              <p:cNvSpPr/>
              <p:nvPr/>
            </p:nvSpPr>
            <p:spPr>
              <a:xfrm>
                <a:off x="8030222" y="3933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3" name="Freeform 42692">
                <a:extLst>
                  <a:ext uri="{FF2B5EF4-FFF2-40B4-BE49-F238E27FC236}">
                    <a16:creationId xmlns:a16="http://schemas.microsoft.com/office/drawing/2014/main" id="{2C44FF08-3446-EE40-F854-0BB74107EBEA}"/>
                  </a:ext>
                </a:extLst>
              </p:cNvPr>
              <p:cNvSpPr/>
              <p:nvPr/>
            </p:nvSpPr>
            <p:spPr>
              <a:xfrm>
                <a:off x="8030817" y="3962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4" name="Freeform 42693">
                <a:extLst>
                  <a:ext uri="{FF2B5EF4-FFF2-40B4-BE49-F238E27FC236}">
                    <a16:creationId xmlns:a16="http://schemas.microsoft.com/office/drawing/2014/main" id="{C5025244-5CE9-A7EA-808D-EEB1A89C58E5}"/>
                  </a:ext>
                </a:extLst>
              </p:cNvPr>
              <p:cNvSpPr/>
              <p:nvPr/>
            </p:nvSpPr>
            <p:spPr>
              <a:xfrm>
                <a:off x="8031313" y="3968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5" name="Freeform 42694">
                <a:extLst>
                  <a:ext uri="{FF2B5EF4-FFF2-40B4-BE49-F238E27FC236}">
                    <a16:creationId xmlns:a16="http://schemas.microsoft.com/office/drawing/2014/main" id="{D239F682-59D7-F872-06E3-B58E73DB3CCE}"/>
                  </a:ext>
                </a:extLst>
              </p:cNvPr>
              <p:cNvSpPr/>
              <p:nvPr/>
            </p:nvSpPr>
            <p:spPr>
              <a:xfrm>
                <a:off x="8031809" y="3961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6" name="Freeform 42695">
                <a:extLst>
                  <a:ext uri="{FF2B5EF4-FFF2-40B4-BE49-F238E27FC236}">
                    <a16:creationId xmlns:a16="http://schemas.microsoft.com/office/drawing/2014/main" id="{277F951A-14A5-E962-5089-0525BE179D63}"/>
                  </a:ext>
                </a:extLst>
              </p:cNvPr>
              <p:cNvSpPr/>
              <p:nvPr/>
            </p:nvSpPr>
            <p:spPr>
              <a:xfrm>
                <a:off x="8032405" y="39590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7" name="Freeform 42696">
                <a:extLst>
                  <a:ext uri="{FF2B5EF4-FFF2-40B4-BE49-F238E27FC236}">
                    <a16:creationId xmlns:a16="http://schemas.microsoft.com/office/drawing/2014/main" id="{11AF201E-6723-5BFC-BFFE-ADA0FCE44422}"/>
                  </a:ext>
                </a:extLst>
              </p:cNvPr>
              <p:cNvSpPr/>
              <p:nvPr/>
            </p:nvSpPr>
            <p:spPr>
              <a:xfrm>
                <a:off x="8032901" y="39680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8" name="Freeform 42697">
                <a:extLst>
                  <a:ext uri="{FF2B5EF4-FFF2-40B4-BE49-F238E27FC236}">
                    <a16:creationId xmlns:a16="http://schemas.microsoft.com/office/drawing/2014/main" id="{89D78A47-272A-84E0-F243-8C3EE319CF93}"/>
                  </a:ext>
                </a:extLst>
              </p:cNvPr>
              <p:cNvSpPr/>
              <p:nvPr/>
            </p:nvSpPr>
            <p:spPr>
              <a:xfrm>
                <a:off x="8033397" y="39721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99" name="Freeform 42698">
                <a:extLst>
                  <a:ext uri="{FF2B5EF4-FFF2-40B4-BE49-F238E27FC236}">
                    <a16:creationId xmlns:a16="http://schemas.microsoft.com/office/drawing/2014/main" id="{8D47EF06-C162-D530-8E35-5C124C6034F2}"/>
                  </a:ext>
                </a:extLst>
              </p:cNvPr>
              <p:cNvSpPr/>
              <p:nvPr/>
            </p:nvSpPr>
            <p:spPr>
              <a:xfrm>
                <a:off x="8033893" y="3959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0" name="Freeform 42699">
                <a:extLst>
                  <a:ext uri="{FF2B5EF4-FFF2-40B4-BE49-F238E27FC236}">
                    <a16:creationId xmlns:a16="http://schemas.microsoft.com/office/drawing/2014/main" id="{D3F05CF2-BC67-B1A5-BDCF-8894FD0A9109}"/>
                  </a:ext>
                </a:extLst>
              </p:cNvPr>
              <p:cNvSpPr/>
              <p:nvPr/>
            </p:nvSpPr>
            <p:spPr>
              <a:xfrm>
                <a:off x="8034488" y="3591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1" name="Freeform 42700">
                <a:extLst>
                  <a:ext uri="{FF2B5EF4-FFF2-40B4-BE49-F238E27FC236}">
                    <a16:creationId xmlns:a16="http://schemas.microsoft.com/office/drawing/2014/main" id="{4D917D35-C5F3-B7AD-09D6-B2CEDD9F30AE}"/>
                  </a:ext>
                </a:extLst>
              </p:cNvPr>
              <p:cNvSpPr/>
              <p:nvPr/>
            </p:nvSpPr>
            <p:spPr>
              <a:xfrm>
                <a:off x="8034984" y="3438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2" name="Freeform 42701">
                <a:extLst>
                  <a:ext uri="{FF2B5EF4-FFF2-40B4-BE49-F238E27FC236}">
                    <a16:creationId xmlns:a16="http://schemas.microsoft.com/office/drawing/2014/main" id="{8BA2C92E-AF16-5AC8-473B-FD70316DA951}"/>
                  </a:ext>
                </a:extLst>
              </p:cNvPr>
              <p:cNvSpPr/>
              <p:nvPr/>
            </p:nvSpPr>
            <p:spPr>
              <a:xfrm>
                <a:off x="8035480" y="3523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3" name="Freeform 42702">
                <a:extLst>
                  <a:ext uri="{FF2B5EF4-FFF2-40B4-BE49-F238E27FC236}">
                    <a16:creationId xmlns:a16="http://schemas.microsoft.com/office/drawing/2014/main" id="{0723D37A-270D-3C04-76CC-F8C2701FFB4F}"/>
                  </a:ext>
                </a:extLst>
              </p:cNvPr>
              <p:cNvSpPr/>
              <p:nvPr/>
            </p:nvSpPr>
            <p:spPr>
              <a:xfrm>
                <a:off x="8036076" y="3530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4" name="Freeform 42703">
                <a:extLst>
                  <a:ext uri="{FF2B5EF4-FFF2-40B4-BE49-F238E27FC236}">
                    <a16:creationId xmlns:a16="http://schemas.microsoft.com/office/drawing/2014/main" id="{8D186705-DC9E-DF59-56DC-5D6F384A9E6B}"/>
                  </a:ext>
                </a:extLst>
              </p:cNvPr>
              <p:cNvSpPr/>
              <p:nvPr/>
            </p:nvSpPr>
            <p:spPr>
              <a:xfrm>
                <a:off x="8036572" y="3503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5" name="Freeform 42704">
                <a:extLst>
                  <a:ext uri="{FF2B5EF4-FFF2-40B4-BE49-F238E27FC236}">
                    <a16:creationId xmlns:a16="http://schemas.microsoft.com/office/drawing/2014/main" id="{64E45B1E-6611-08A6-5692-DE8F2E18507E}"/>
                  </a:ext>
                </a:extLst>
              </p:cNvPr>
              <p:cNvSpPr/>
              <p:nvPr/>
            </p:nvSpPr>
            <p:spPr>
              <a:xfrm>
                <a:off x="8037068" y="3477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6" name="Freeform 42705">
                <a:extLst>
                  <a:ext uri="{FF2B5EF4-FFF2-40B4-BE49-F238E27FC236}">
                    <a16:creationId xmlns:a16="http://schemas.microsoft.com/office/drawing/2014/main" id="{4647AE7A-4587-229C-3789-E0150470E386}"/>
                  </a:ext>
                </a:extLst>
              </p:cNvPr>
              <p:cNvSpPr/>
              <p:nvPr/>
            </p:nvSpPr>
            <p:spPr>
              <a:xfrm>
                <a:off x="8037663" y="3549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7" name="Freeform 42706">
                <a:extLst>
                  <a:ext uri="{FF2B5EF4-FFF2-40B4-BE49-F238E27FC236}">
                    <a16:creationId xmlns:a16="http://schemas.microsoft.com/office/drawing/2014/main" id="{699EA33F-431B-F4A2-D4E1-51A041499349}"/>
                  </a:ext>
                </a:extLst>
              </p:cNvPr>
              <p:cNvSpPr/>
              <p:nvPr/>
            </p:nvSpPr>
            <p:spPr>
              <a:xfrm>
                <a:off x="8038159" y="3510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8" name="Freeform 42707">
                <a:extLst>
                  <a:ext uri="{FF2B5EF4-FFF2-40B4-BE49-F238E27FC236}">
                    <a16:creationId xmlns:a16="http://schemas.microsoft.com/office/drawing/2014/main" id="{9C9D1B4B-EC20-2F81-1C27-7984A0EDA9B1}"/>
                  </a:ext>
                </a:extLst>
              </p:cNvPr>
              <p:cNvSpPr/>
              <p:nvPr/>
            </p:nvSpPr>
            <p:spPr>
              <a:xfrm>
                <a:off x="8038655" y="3472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09" name="Freeform 42708">
                <a:extLst>
                  <a:ext uri="{FF2B5EF4-FFF2-40B4-BE49-F238E27FC236}">
                    <a16:creationId xmlns:a16="http://schemas.microsoft.com/office/drawing/2014/main" id="{8026923F-AA4D-D5E2-97C1-28EFAF957F3D}"/>
                  </a:ext>
                </a:extLst>
              </p:cNvPr>
              <p:cNvSpPr/>
              <p:nvPr/>
            </p:nvSpPr>
            <p:spPr>
              <a:xfrm>
                <a:off x="8039251" y="3463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0" name="Freeform 42709">
                <a:extLst>
                  <a:ext uri="{FF2B5EF4-FFF2-40B4-BE49-F238E27FC236}">
                    <a16:creationId xmlns:a16="http://schemas.microsoft.com/office/drawing/2014/main" id="{1D5C287A-F396-23D5-0404-5D6F759E519F}"/>
                  </a:ext>
                </a:extLst>
              </p:cNvPr>
              <p:cNvSpPr/>
              <p:nvPr/>
            </p:nvSpPr>
            <p:spPr>
              <a:xfrm>
                <a:off x="8039747" y="3452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1" name="Freeform 42710">
                <a:extLst>
                  <a:ext uri="{FF2B5EF4-FFF2-40B4-BE49-F238E27FC236}">
                    <a16:creationId xmlns:a16="http://schemas.microsoft.com/office/drawing/2014/main" id="{0A97EE31-39FE-588B-71CC-F401A26AAF2B}"/>
                  </a:ext>
                </a:extLst>
              </p:cNvPr>
              <p:cNvSpPr/>
              <p:nvPr/>
            </p:nvSpPr>
            <p:spPr>
              <a:xfrm>
                <a:off x="8040243" y="34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2" name="Freeform 42711">
                <a:extLst>
                  <a:ext uri="{FF2B5EF4-FFF2-40B4-BE49-F238E27FC236}">
                    <a16:creationId xmlns:a16="http://schemas.microsoft.com/office/drawing/2014/main" id="{024CC960-6EE6-6EF3-214B-6C165E882BE7}"/>
                  </a:ext>
                </a:extLst>
              </p:cNvPr>
              <p:cNvSpPr/>
              <p:nvPr/>
            </p:nvSpPr>
            <p:spPr>
              <a:xfrm>
                <a:off x="8040838" y="34133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3" name="Freeform 42712">
                <a:extLst>
                  <a:ext uri="{FF2B5EF4-FFF2-40B4-BE49-F238E27FC236}">
                    <a16:creationId xmlns:a16="http://schemas.microsoft.com/office/drawing/2014/main" id="{74320646-941E-86B6-E0C7-F86EE1BFA96B}"/>
                  </a:ext>
                </a:extLst>
              </p:cNvPr>
              <p:cNvSpPr/>
              <p:nvPr/>
            </p:nvSpPr>
            <p:spPr>
              <a:xfrm>
                <a:off x="8041334" y="3411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4" name="Freeform 42713">
                <a:extLst>
                  <a:ext uri="{FF2B5EF4-FFF2-40B4-BE49-F238E27FC236}">
                    <a16:creationId xmlns:a16="http://schemas.microsoft.com/office/drawing/2014/main" id="{6A045240-7550-2273-E1CE-F7D1CEF78E89}"/>
                  </a:ext>
                </a:extLst>
              </p:cNvPr>
              <p:cNvSpPr/>
              <p:nvPr/>
            </p:nvSpPr>
            <p:spPr>
              <a:xfrm>
                <a:off x="8041830" y="3434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5" name="Freeform 42714">
                <a:extLst>
                  <a:ext uri="{FF2B5EF4-FFF2-40B4-BE49-F238E27FC236}">
                    <a16:creationId xmlns:a16="http://schemas.microsoft.com/office/drawing/2014/main" id="{E9129CEC-9DD4-624A-0BD3-6C2CCD3ACBFA}"/>
                  </a:ext>
                </a:extLst>
              </p:cNvPr>
              <p:cNvSpPr/>
              <p:nvPr/>
            </p:nvSpPr>
            <p:spPr>
              <a:xfrm>
                <a:off x="8042426" y="3715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6" name="Freeform 42715">
                <a:extLst>
                  <a:ext uri="{FF2B5EF4-FFF2-40B4-BE49-F238E27FC236}">
                    <a16:creationId xmlns:a16="http://schemas.microsoft.com/office/drawing/2014/main" id="{A29BFA91-D5BC-064F-C1D1-109E0977ED4A}"/>
                  </a:ext>
                </a:extLst>
              </p:cNvPr>
              <p:cNvSpPr/>
              <p:nvPr/>
            </p:nvSpPr>
            <p:spPr>
              <a:xfrm>
                <a:off x="8042922" y="394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7" name="Freeform 42716">
                <a:extLst>
                  <a:ext uri="{FF2B5EF4-FFF2-40B4-BE49-F238E27FC236}">
                    <a16:creationId xmlns:a16="http://schemas.microsoft.com/office/drawing/2014/main" id="{FFD7F1F9-B58B-792F-C866-C7E55A329D6A}"/>
                  </a:ext>
                </a:extLst>
              </p:cNvPr>
              <p:cNvSpPr/>
              <p:nvPr/>
            </p:nvSpPr>
            <p:spPr>
              <a:xfrm>
                <a:off x="8043418" y="39630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8" name="Freeform 42717">
                <a:extLst>
                  <a:ext uri="{FF2B5EF4-FFF2-40B4-BE49-F238E27FC236}">
                    <a16:creationId xmlns:a16="http://schemas.microsoft.com/office/drawing/2014/main" id="{8ED32488-BA3C-D9A3-C907-E1905379C921}"/>
                  </a:ext>
                </a:extLst>
              </p:cNvPr>
              <p:cNvSpPr/>
              <p:nvPr/>
            </p:nvSpPr>
            <p:spPr>
              <a:xfrm>
                <a:off x="8044013" y="3965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19" name="Freeform 42718">
                <a:extLst>
                  <a:ext uri="{FF2B5EF4-FFF2-40B4-BE49-F238E27FC236}">
                    <a16:creationId xmlns:a16="http://schemas.microsoft.com/office/drawing/2014/main" id="{565128E5-EFD2-354E-3B09-8A89E670CBB9}"/>
                  </a:ext>
                </a:extLst>
              </p:cNvPr>
              <p:cNvSpPr/>
              <p:nvPr/>
            </p:nvSpPr>
            <p:spPr>
              <a:xfrm>
                <a:off x="8044509" y="3957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0" name="Freeform 42719">
                <a:extLst>
                  <a:ext uri="{FF2B5EF4-FFF2-40B4-BE49-F238E27FC236}">
                    <a16:creationId xmlns:a16="http://schemas.microsoft.com/office/drawing/2014/main" id="{2B02C15E-2060-7AC2-BE75-B0C88116FE3B}"/>
                  </a:ext>
                </a:extLst>
              </p:cNvPr>
              <p:cNvSpPr/>
              <p:nvPr/>
            </p:nvSpPr>
            <p:spPr>
              <a:xfrm>
                <a:off x="8045005" y="3958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1" name="Freeform 42720">
                <a:extLst>
                  <a:ext uri="{FF2B5EF4-FFF2-40B4-BE49-F238E27FC236}">
                    <a16:creationId xmlns:a16="http://schemas.microsoft.com/office/drawing/2014/main" id="{63EC4622-13FF-3285-5DFA-3319DA244172}"/>
                  </a:ext>
                </a:extLst>
              </p:cNvPr>
              <p:cNvSpPr/>
              <p:nvPr/>
            </p:nvSpPr>
            <p:spPr>
              <a:xfrm>
                <a:off x="8045502" y="3958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2" name="Freeform 42721">
                <a:extLst>
                  <a:ext uri="{FF2B5EF4-FFF2-40B4-BE49-F238E27FC236}">
                    <a16:creationId xmlns:a16="http://schemas.microsoft.com/office/drawing/2014/main" id="{166EA083-0241-E3DC-4864-E7F5D147CC6D}"/>
                  </a:ext>
                </a:extLst>
              </p:cNvPr>
              <p:cNvSpPr/>
              <p:nvPr/>
            </p:nvSpPr>
            <p:spPr>
              <a:xfrm>
                <a:off x="8046097" y="397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3" name="Freeform 42722">
                <a:extLst>
                  <a:ext uri="{FF2B5EF4-FFF2-40B4-BE49-F238E27FC236}">
                    <a16:creationId xmlns:a16="http://schemas.microsoft.com/office/drawing/2014/main" id="{ED67C2A6-D9ED-A305-A3D0-F7DDEC9291E9}"/>
                  </a:ext>
                </a:extLst>
              </p:cNvPr>
              <p:cNvSpPr/>
              <p:nvPr/>
            </p:nvSpPr>
            <p:spPr>
              <a:xfrm>
                <a:off x="8046593" y="3964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4" name="Freeform 42723">
                <a:extLst>
                  <a:ext uri="{FF2B5EF4-FFF2-40B4-BE49-F238E27FC236}">
                    <a16:creationId xmlns:a16="http://schemas.microsoft.com/office/drawing/2014/main" id="{A03474DD-995A-3E1C-3883-E09314BC1920}"/>
                  </a:ext>
                </a:extLst>
              </p:cNvPr>
              <p:cNvSpPr/>
              <p:nvPr/>
            </p:nvSpPr>
            <p:spPr>
              <a:xfrm>
                <a:off x="8047089" y="3644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5" name="Freeform 42724">
                <a:extLst>
                  <a:ext uri="{FF2B5EF4-FFF2-40B4-BE49-F238E27FC236}">
                    <a16:creationId xmlns:a16="http://schemas.microsoft.com/office/drawing/2014/main" id="{3E03057F-9EA5-0170-B37D-54086D9F276D}"/>
                  </a:ext>
                </a:extLst>
              </p:cNvPr>
              <p:cNvSpPr/>
              <p:nvPr/>
            </p:nvSpPr>
            <p:spPr>
              <a:xfrm>
                <a:off x="8047684" y="3596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6" name="Freeform 42725">
                <a:extLst>
                  <a:ext uri="{FF2B5EF4-FFF2-40B4-BE49-F238E27FC236}">
                    <a16:creationId xmlns:a16="http://schemas.microsoft.com/office/drawing/2014/main" id="{8CAFD04E-BE2B-D480-CC8F-A05EC76239AD}"/>
                  </a:ext>
                </a:extLst>
              </p:cNvPr>
              <p:cNvSpPr/>
              <p:nvPr/>
            </p:nvSpPr>
            <p:spPr>
              <a:xfrm>
                <a:off x="8048180" y="3631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7" name="Freeform 42726">
                <a:extLst>
                  <a:ext uri="{FF2B5EF4-FFF2-40B4-BE49-F238E27FC236}">
                    <a16:creationId xmlns:a16="http://schemas.microsoft.com/office/drawing/2014/main" id="{BE0EABFD-C6D2-0DD7-6EA6-D816F7B92211}"/>
                  </a:ext>
                </a:extLst>
              </p:cNvPr>
              <p:cNvSpPr/>
              <p:nvPr/>
            </p:nvSpPr>
            <p:spPr>
              <a:xfrm>
                <a:off x="8048677" y="3626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8" name="Freeform 42727">
                <a:extLst>
                  <a:ext uri="{FF2B5EF4-FFF2-40B4-BE49-F238E27FC236}">
                    <a16:creationId xmlns:a16="http://schemas.microsoft.com/office/drawing/2014/main" id="{C7C2C954-FC6F-1EC0-3B4E-D20254E345FA}"/>
                  </a:ext>
                </a:extLst>
              </p:cNvPr>
              <p:cNvSpPr/>
              <p:nvPr/>
            </p:nvSpPr>
            <p:spPr>
              <a:xfrm>
                <a:off x="8049272" y="3586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29" name="Freeform 42728">
                <a:extLst>
                  <a:ext uri="{FF2B5EF4-FFF2-40B4-BE49-F238E27FC236}">
                    <a16:creationId xmlns:a16="http://schemas.microsoft.com/office/drawing/2014/main" id="{231536B5-B98C-516C-4765-453802245BF4}"/>
                  </a:ext>
                </a:extLst>
              </p:cNvPr>
              <p:cNvSpPr/>
              <p:nvPr/>
            </p:nvSpPr>
            <p:spPr>
              <a:xfrm>
                <a:off x="8049768" y="3544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0" name="Freeform 42729">
                <a:extLst>
                  <a:ext uri="{FF2B5EF4-FFF2-40B4-BE49-F238E27FC236}">
                    <a16:creationId xmlns:a16="http://schemas.microsoft.com/office/drawing/2014/main" id="{65CC9977-13FD-B253-D544-4F15569ECF77}"/>
                  </a:ext>
                </a:extLst>
              </p:cNvPr>
              <p:cNvSpPr/>
              <p:nvPr/>
            </p:nvSpPr>
            <p:spPr>
              <a:xfrm>
                <a:off x="8050264" y="3478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1" name="Freeform 42730">
                <a:extLst>
                  <a:ext uri="{FF2B5EF4-FFF2-40B4-BE49-F238E27FC236}">
                    <a16:creationId xmlns:a16="http://schemas.microsoft.com/office/drawing/2014/main" id="{1872838B-8164-363D-CEC7-486A45959F49}"/>
                  </a:ext>
                </a:extLst>
              </p:cNvPr>
              <p:cNvSpPr/>
              <p:nvPr/>
            </p:nvSpPr>
            <p:spPr>
              <a:xfrm>
                <a:off x="8050859" y="3461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2" name="Freeform 42731">
                <a:extLst>
                  <a:ext uri="{FF2B5EF4-FFF2-40B4-BE49-F238E27FC236}">
                    <a16:creationId xmlns:a16="http://schemas.microsoft.com/office/drawing/2014/main" id="{A9811238-4132-3F9E-C7BD-57AE38C20607}"/>
                  </a:ext>
                </a:extLst>
              </p:cNvPr>
              <p:cNvSpPr/>
              <p:nvPr/>
            </p:nvSpPr>
            <p:spPr>
              <a:xfrm>
                <a:off x="8051355" y="3399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3" name="Freeform 42732">
                <a:extLst>
                  <a:ext uri="{FF2B5EF4-FFF2-40B4-BE49-F238E27FC236}">
                    <a16:creationId xmlns:a16="http://schemas.microsoft.com/office/drawing/2014/main" id="{6DC597F2-7CED-57F0-E35D-4EA2AB197793}"/>
                  </a:ext>
                </a:extLst>
              </p:cNvPr>
              <p:cNvSpPr/>
              <p:nvPr/>
            </p:nvSpPr>
            <p:spPr>
              <a:xfrm>
                <a:off x="8051852" y="3390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4" name="Freeform 42733">
                <a:extLst>
                  <a:ext uri="{FF2B5EF4-FFF2-40B4-BE49-F238E27FC236}">
                    <a16:creationId xmlns:a16="http://schemas.microsoft.com/office/drawing/2014/main" id="{3B222BC8-59A3-4648-6CE5-9326E8C78A30}"/>
                  </a:ext>
                </a:extLst>
              </p:cNvPr>
              <p:cNvSpPr/>
              <p:nvPr/>
            </p:nvSpPr>
            <p:spPr>
              <a:xfrm>
                <a:off x="8052447" y="3388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5" name="Freeform 42734">
                <a:extLst>
                  <a:ext uri="{FF2B5EF4-FFF2-40B4-BE49-F238E27FC236}">
                    <a16:creationId xmlns:a16="http://schemas.microsoft.com/office/drawing/2014/main" id="{52B95435-EC3E-CF0A-9FB1-9E2BA2E54D6E}"/>
                  </a:ext>
                </a:extLst>
              </p:cNvPr>
              <p:cNvSpPr/>
              <p:nvPr/>
            </p:nvSpPr>
            <p:spPr>
              <a:xfrm>
                <a:off x="8052943" y="3374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6" name="Freeform 42735">
                <a:extLst>
                  <a:ext uri="{FF2B5EF4-FFF2-40B4-BE49-F238E27FC236}">
                    <a16:creationId xmlns:a16="http://schemas.microsoft.com/office/drawing/2014/main" id="{B616C9D5-93B9-FA94-7A57-057C62D96683}"/>
                  </a:ext>
                </a:extLst>
              </p:cNvPr>
              <p:cNvSpPr/>
              <p:nvPr/>
            </p:nvSpPr>
            <p:spPr>
              <a:xfrm>
                <a:off x="8053439" y="33806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7" name="Freeform 42736">
                <a:extLst>
                  <a:ext uri="{FF2B5EF4-FFF2-40B4-BE49-F238E27FC236}">
                    <a16:creationId xmlns:a16="http://schemas.microsoft.com/office/drawing/2014/main" id="{A886571C-7F9F-78BE-84A5-709FEFAA6225}"/>
                  </a:ext>
                </a:extLst>
              </p:cNvPr>
              <p:cNvSpPr/>
              <p:nvPr/>
            </p:nvSpPr>
            <p:spPr>
              <a:xfrm>
                <a:off x="8054034" y="34028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8" name="Freeform 42737">
                <a:extLst>
                  <a:ext uri="{FF2B5EF4-FFF2-40B4-BE49-F238E27FC236}">
                    <a16:creationId xmlns:a16="http://schemas.microsoft.com/office/drawing/2014/main" id="{1F78132F-0347-66F3-6AAB-C65550E07A22}"/>
                  </a:ext>
                </a:extLst>
              </p:cNvPr>
              <p:cNvSpPr/>
              <p:nvPr/>
            </p:nvSpPr>
            <p:spPr>
              <a:xfrm>
                <a:off x="8054530" y="3403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39" name="Freeform 42738">
                <a:extLst>
                  <a:ext uri="{FF2B5EF4-FFF2-40B4-BE49-F238E27FC236}">
                    <a16:creationId xmlns:a16="http://schemas.microsoft.com/office/drawing/2014/main" id="{5B686537-2088-BCB2-85F2-79E15BAC4DC2}"/>
                  </a:ext>
                </a:extLst>
              </p:cNvPr>
              <p:cNvSpPr/>
              <p:nvPr/>
            </p:nvSpPr>
            <p:spPr>
              <a:xfrm>
                <a:off x="8055027" y="3585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0" name="Freeform 42739">
                <a:extLst>
                  <a:ext uri="{FF2B5EF4-FFF2-40B4-BE49-F238E27FC236}">
                    <a16:creationId xmlns:a16="http://schemas.microsoft.com/office/drawing/2014/main" id="{9E1CB97B-BC9D-79AA-9C07-778E773145C9}"/>
                  </a:ext>
                </a:extLst>
              </p:cNvPr>
              <p:cNvSpPr/>
              <p:nvPr/>
            </p:nvSpPr>
            <p:spPr>
              <a:xfrm>
                <a:off x="8055622" y="387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1" name="Freeform 42740">
                <a:extLst>
                  <a:ext uri="{FF2B5EF4-FFF2-40B4-BE49-F238E27FC236}">
                    <a16:creationId xmlns:a16="http://schemas.microsoft.com/office/drawing/2014/main" id="{7D4E67A2-9992-FAF2-C454-AE731F06609A}"/>
                  </a:ext>
                </a:extLst>
              </p:cNvPr>
              <p:cNvSpPr/>
              <p:nvPr/>
            </p:nvSpPr>
            <p:spPr>
              <a:xfrm>
                <a:off x="8056118" y="3912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2" name="Freeform 42741">
                <a:extLst>
                  <a:ext uri="{FF2B5EF4-FFF2-40B4-BE49-F238E27FC236}">
                    <a16:creationId xmlns:a16="http://schemas.microsoft.com/office/drawing/2014/main" id="{7B469C3E-005D-C363-B42C-4AE34DD43EE3}"/>
                  </a:ext>
                </a:extLst>
              </p:cNvPr>
              <p:cNvSpPr/>
              <p:nvPr/>
            </p:nvSpPr>
            <p:spPr>
              <a:xfrm>
                <a:off x="8056614" y="39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3" name="Freeform 42742">
                <a:extLst>
                  <a:ext uri="{FF2B5EF4-FFF2-40B4-BE49-F238E27FC236}">
                    <a16:creationId xmlns:a16="http://schemas.microsoft.com/office/drawing/2014/main" id="{9101EA36-99E5-FCE2-2175-BC372B57DA9D}"/>
                  </a:ext>
                </a:extLst>
              </p:cNvPr>
              <p:cNvSpPr/>
              <p:nvPr/>
            </p:nvSpPr>
            <p:spPr>
              <a:xfrm>
                <a:off x="8057110" y="390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4" name="Freeform 42743">
                <a:extLst>
                  <a:ext uri="{FF2B5EF4-FFF2-40B4-BE49-F238E27FC236}">
                    <a16:creationId xmlns:a16="http://schemas.microsoft.com/office/drawing/2014/main" id="{55D6A88F-904D-056F-A440-144D819361F0}"/>
                  </a:ext>
                </a:extLst>
              </p:cNvPr>
              <p:cNvSpPr/>
              <p:nvPr/>
            </p:nvSpPr>
            <p:spPr>
              <a:xfrm>
                <a:off x="8057705" y="3902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5" name="Freeform 42744">
                <a:extLst>
                  <a:ext uri="{FF2B5EF4-FFF2-40B4-BE49-F238E27FC236}">
                    <a16:creationId xmlns:a16="http://schemas.microsoft.com/office/drawing/2014/main" id="{8B70FF03-8346-DB22-DE86-ECDE481DF33A}"/>
                  </a:ext>
                </a:extLst>
              </p:cNvPr>
              <p:cNvSpPr/>
              <p:nvPr/>
            </p:nvSpPr>
            <p:spPr>
              <a:xfrm>
                <a:off x="8058202" y="39072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6" name="Freeform 42745">
                <a:extLst>
                  <a:ext uri="{FF2B5EF4-FFF2-40B4-BE49-F238E27FC236}">
                    <a16:creationId xmlns:a16="http://schemas.microsoft.com/office/drawing/2014/main" id="{E64EDCEA-E39C-FE33-5D28-D8F062DA3941}"/>
                  </a:ext>
                </a:extLst>
              </p:cNvPr>
              <p:cNvSpPr/>
              <p:nvPr/>
            </p:nvSpPr>
            <p:spPr>
              <a:xfrm>
                <a:off x="8058698" y="3911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7" name="Freeform 42746">
                <a:extLst>
                  <a:ext uri="{FF2B5EF4-FFF2-40B4-BE49-F238E27FC236}">
                    <a16:creationId xmlns:a16="http://schemas.microsoft.com/office/drawing/2014/main" id="{B9687995-5EB5-6812-94A2-3A6E17921F2E}"/>
                  </a:ext>
                </a:extLst>
              </p:cNvPr>
              <p:cNvSpPr/>
              <p:nvPr/>
            </p:nvSpPr>
            <p:spPr>
              <a:xfrm>
                <a:off x="8059293" y="3885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8" name="Freeform 42747">
                <a:extLst>
                  <a:ext uri="{FF2B5EF4-FFF2-40B4-BE49-F238E27FC236}">
                    <a16:creationId xmlns:a16="http://schemas.microsoft.com/office/drawing/2014/main" id="{49D3E893-CD2C-2F50-56A4-A3FD75380E66}"/>
                  </a:ext>
                </a:extLst>
              </p:cNvPr>
              <p:cNvSpPr/>
              <p:nvPr/>
            </p:nvSpPr>
            <p:spPr>
              <a:xfrm>
                <a:off x="8059789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49" name="Freeform 42748">
                <a:extLst>
                  <a:ext uri="{FF2B5EF4-FFF2-40B4-BE49-F238E27FC236}">
                    <a16:creationId xmlns:a16="http://schemas.microsoft.com/office/drawing/2014/main" id="{02A01102-74F9-D1FE-5BB4-479D3AA54367}"/>
                  </a:ext>
                </a:extLst>
              </p:cNvPr>
              <p:cNvSpPr/>
              <p:nvPr/>
            </p:nvSpPr>
            <p:spPr>
              <a:xfrm>
                <a:off x="8060285" y="3496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0" name="Freeform 42749">
                <a:extLst>
                  <a:ext uri="{FF2B5EF4-FFF2-40B4-BE49-F238E27FC236}">
                    <a16:creationId xmlns:a16="http://schemas.microsoft.com/office/drawing/2014/main" id="{87BB9CD8-57ED-8848-833D-51875BD8CE34}"/>
                  </a:ext>
                </a:extLst>
              </p:cNvPr>
              <p:cNvSpPr/>
              <p:nvPr/>
            </p:nvSpPr>
            <p:spPr>
              <a:xfrm>
                <a:off x="8060880" y="3556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1" name="Freeform 42750">
                <a:extLst>
                  <a:ext uri="{FF2B5EF4-FFF2-40B4-BE49-F238E27FC236}">
                    <a16:creationId xmlns:a16="http://schemas.microsoft.com/office/drawing/2014/main" id="{5F74B5A4-B3D2-609C-EACF-FF77926C0F37}"/>
                  </a:ext>
                </a:extLst>
              </p:cNvPr>
              <p:cNvSpPr/>
              <p:nvPr/>
            </p:nvSpPr>
            <p:spPr>
              <a:xfrm>
                <a:off x="8061377" y="3552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2" name="Freeform 42751">
                <a:extLst>
                  <a:ext uri="{FF2B5EF4-FFF2-40B4-BE49-F238E27FC236}">
                    <a16:creationId xmlns:a16="http://schemas.microsoft.com/office/drawing/2014/main" id="{7E61B791-8F70-62E8-E3C3-9E32320AAB4F}"/>
                  </a:ext>
                </a:extLst>
              </p:cNvPr>
              <p:cNvSpPr/>
              <p:nvPr/>
            </p:nvSpPr>
            <p:spPr>
              <a:xfrm>
                <a:off x="8061873" y="354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3" name="Freeform 42752">
                <a:extLst>
                  <a:ext uri="{FF2B5EF4-FFF2-40B4-BE49-F238E27FC236}">
                    <a16:creationId xmlns:a16="http://schemas.microsoft.com/office/drawing/2014/main" id="{5C69755C-0BAB-4281-76BB-203AD8C4D049}"/>
                  </a:ext>
                </a:extLst>
              </p:cNvPr>
              <p:cNvSpPr/>
              <p:nvPr/>
            </p:nvSpPr>
            <p:spPr>
              <a:xfrm>
                <a:off x="8062468" y="3489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4" name="Freeform 42753">
                <a:extLst>
                  <a:ext uri="{FF2B5EF4-FFF2-40B4-BE49-F238E27FC236}">
                    <a16:creationId xmlns:a16="http://schemas.microsoft.com/office/drawing/2014/main" id="{DDBD6CEE-4118-781B-A256-D9F1A3C679CC}"/>
                  </a:ext>
                </a:extLst>
              </p:cNvPr>
              <p:cNvSpPr/>
              <p:nvPr/>
            </p:nvSpPr>
            <p:spPr>
              <a:xfrm>
                <a:off x="8062964" y="3480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5" name="Freeform 42754">
                <a:extLst>
                  <a:ext uri="{FF2B5EF4-FFF2-40B4-BE49-F238E27FC236}">
                    <a16:creationId xmlns:a16="http://schemas.microsoft.com/office/drawing/2014/main" id="{5D9AADC8-AFA3-D303-D8B9-D59001EC922E}"/>
                  </a:ext>
                </a:extLst>
              </p:cNvPr>
              <p:cNvSpPr/>
              <p:nvPr/>
            </p:nvSpPr>
            <p:spPr>
              <a:xfrm>
                <a:off x="8063460" y="34105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6" name="Freeform 42755">
                <a:extLst>
                  <a:ext uri="{FF2B5EF4-FFF2-40B4-BE49-F238E27FC236}">
                    <a16:creationId xmlns:a16="http://schemas.microsoft.com/office/drawing/2014/main" id="{AAED9791-2CAF-C185-C50D-5B37F242A806}"/>
                  </a:ext>
                </a:extLst>
              </p:cNvPr>
              <p:cNvSpPr/>
              <p:nvPr/>
            </p:nvSpPr>
            <p:spPr>
              <a:xfrm>
                <a:off x="8064055" y="3375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7" name="Freeform 42756">
                <a:extLst>
                  <a:ext uri="{FF2B5EF4-FFF2-40B4-BE49-F238E27FC236}">
                    <a16:creationId xmlns:a16="http://schemas.microsoft.com/office/drawing/2014/main" id="{D43B4040-86F0-F4D4-F85E-613ED0B95512}"/>
                  </a:ext>
                </a:extLst>
              </p:cNvPr>
              <p:cNvSpPr/>
              <p:nvPr/>
            </p:nvSpPr>
            <p:spPr>
              <a:xfrm>
                <a:off x="8064552" y="33313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8" name="Freeform 42757">
                <a:extLst>
                  <a:ext uri="{FF2B5EF4-FFF2-40B4-BE49-F238E27FC236}">
                    <a16:creationId xmlns:a16="http://schemas.microsoft.com/office/drawing/2014/main" id="{C53D31DD-300A-E97E-BDAB-DC4B65A99D7A}"/>
                  </a:ext>
                </a:extLst>
              </p:cNvPr>
              <p:cNvSpPr/>
              <p:nvPr/>
            </p:nvSpPr>
            <p:spPr>
              <a:xfrm>
                <a:off x="8065048" y="3306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59" name="Freeform 42758">
                <a:extLst>
                  <a:ext uri="{FF2B5EF4-FFF2-40B4-BE49-F238E27FC236}">
                    <a16:creationId xmlns:a16="http://schemas.microsoft.com/office/drawing/2014/main" id="{E9D8391C-85A2-6C44-B78A-9B8EB01A93BB}"/>
                  </a:ext>
                </a:extLst>
              </p:cNvPr>
              <p:cNvSpPr/>
              <p:nvPr/>
            </p:nvSpPr>
            <p:spPr>
              <a:xfrm>
                <a:off x="8065643" y="32889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0" name="Freeform 42759">
                <a:extLst>
                  <a:ext uri="{FF2B5EF4-FFF2-40B4-BE49-F238E27FC236}">
                    <a16:creationId xmlns:a16="http://schemas.microsoft.com/office/drawing/2014/main" id="{616D9EBA-9BB5-3A7F-9EF5-7307BA23DA5C}"/>
                  </a:ext>
                </a:extLst>
              </p:cNvPr>
              <p:cNvSpPr/>
              <p:nvPr/>
            </p:nvSpPr>
            <p:spPr>
              <a:xfrm>
                <a:off x="8066139" y="32628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1" name="Freeform 42760">
                <a:extLst>
                  <a:ext uri="{FF2B5EF4-FFF2-40B4-BE49-F238E27FC236}">
                    <a16:creationId xmlns:a16="http://schemas.microsoft.com/office/drawing/2014/main" id="{450A94D8-511F-97FB-1430-04A77273A5FA}"/>
                  </a:ext>
                </a:extLst>
              </p:cNvPr>
              <p:cNvSpPr/>
              <p:nvPr/>
            </p:nvSpPr>
            <p:spPr>
              <a:xfrm>
                <a:off x="8066635" y="3274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2" name="Freeform 42761">
                <a:extLst>
                  <a:ext uri="{FF2B5EF4-FFF2-40B4-BE49-F238E27FC236}">
                    <a16:creationId xmlns:a16="http://schemas.microsoft.com/office/drawing/2014/main" id="{04E34A72-E037-9427-C484-4B72D045760F}"/>
                  </a:ext>
                </a:extLst>
              </p:cNvPr>
              <p:cNvSpPr/>
              <p:nvPr/>
            </p:nvSpPr>
            <p:spPr>
              <a:xfrm>
                <a:off x="8067230" y="3313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3" name="Freeform 42762">
                <a:extLst>
                  <a:ext uri="{FF2B5EF4-FFF2-40B4-BE49-F238E27FC236}">
                    <a16:creationId xmlns:a16="http://schemas.microsoft.com/office/drawing/2014/main" id="{287A668F-69F9-7B95-0983-1D644636D416}"/>
                  </a:ext>
                </a:extLst>
              </p:cNvPr>
              <p:cNvSpPr/>
              <p:nvPr/>
            </p:nvSpPr>
            <p:spPr>
              <a:xfrm>
                <a:off x="8067727" y="3432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4" name="Freeform 42763">
                <a:extLst>
                  <a:ext uri="{FF2B5EF4-FFF2-40B4-BE49-F238E27FC236}">
                    <a16:creationId xmlns:a16="http://schemas.microsoft.com/office/drawing/2014/main" id="{1B2FACBC-F5BB-5D72-9128-6FDF8DA141BD}"/>
                  </a:ext>
                </a:extLst>
              </p:cNvPr>
              <p:cNvSpPr/>
              <p:nvPr/>
            </p:nvSpPr>
            <p:spPr>
              <a:xfrm>
                <a:off x="8068223" y="3874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5" name="Freeform 42764">
                <a:extLst>
                  <a:ext uri="{FF2B5EF4-FFF2-40B4-BE49-F238E27FC236}">
                    <a16:creationId xmlns:a16="http://schemas.microsoft.com/office/drawing/2014/main" id="{C705EFC8-3998-1DA1-984D-A7E0FCDFD0DE}"/>
                  </a:ext>
                </a:extLst>
              </p:cNvPr>
              <p:cNvSpPr/>
              <p:nvPr/>
            </p:nvSpPr>
            <p:spPr>
              <a:xfrm>
                <a:off x="8068818" y="3925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6" name="Freeform 42765">
                <a:extLst>
                  <a:ext uri="{FF2B5EF4-FFF2-40B4-BE49-F238E27FC236}">
                    <a16:creationId xmlns:a16="http://schemas.microsoft.com/office/drawing/2014/main" id="{D2B24FBF-8F84-992C-6DFD-2CB769C643D4}"/>
                  </a:ext>
                </a:extLst>
              </p:cNvPr>
              <p:cNvSpPr/>
              <p:nvPr/>
            </p:nvSpPr>
            <p:spPr>
              <a:xfrm>
                <a:off x="8069314" y="39267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7" name="Freeform 42766">
                <a:extLst>
                  <a:ext uri="{FF2B5EF4-FFF2-40B4-BE49-F238E27FC236}">
                    <a16:creationId xmlns:a16="http://schemas.microsoft.com/office/drawing/2014/main" id="{48ADC723-4C23-4078-18DA-53C9F642A75A}"/>
                  </a:ext>
                </a:extLst>
              </p:cNvPr>
              <p:cNvSpPr/>
              <p:nvPr/>
            </p:nvSpPr>
            <p:spPr>
              <a:xfrm>
                <a:off x="8069810" y="3908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8" name="Freeform 42767">
                <a:extLst>
                  <a:ext uri="{FF2B5EF4-FFF2-40B4-BE49-F238E27FC236}">
                    <a16:creationId xmlns:a16="http://schemas.microsoft.com/office/drawing/2014/main" id="{644073FB-B27C-6072-C108-9BAD6E81F678}"/>
                  </a:ext>
                </a:extLst>
              </p:cNvPr>
              <p:cNvSpPr/>
              <p:nvPr/>
            </p:nvSpPr>
            <p:spPr>
              <a:xfrm>
                <a:off x="8070306" y="3898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69" name="Freeform 42768">
                <a:extLst>
                  <a:ext uri="{FF2B5EF4-FFF2-40B4-BE49-F238E27FC236}">
                    <a16:creationId xmlns:a16="http://schemas.microsoft.com/office/drawing/2014/main" id="{6D0E97D8-00AD-DDE8-DF9C-5E32F3D5FAFF}"/>
                  </a:ext>
                </a:extLst>
              </p:cNvPr>
              <p:cNvSpPr/>
              <p:nvPr/>
            </p:nvSpPr>
            <p:spPr>
              <a:xfrm>
                <a:off x="8070902" y="391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0" name="Freeform 42769">
                <a:extLst>
                  <a:ext uri="{FF2B5EF4-FFF2-40B4-BE49-F238E27FC236}">
                    <a16:creationId xmlns:a16="http://schemas.microsoft.com/office/drawing/2014/main" id="{4E75F713-23A3-3737-4CCB-AE6123D6C753}"/>
                  </a:ext>
                </a:extLst>
              </p:cNvPr>
              <p:cNvSpPr/>
              <p:nvPr/>
            </p:nvSpPr>
            <p:spPr>
              <a:xfrm>
                <a:off x="8071398" y="3917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1" name="Freeform 42770">
                <a:extLst>
                  <a:ext uri="{FF2B5EF4-FFF2-40B4-BE49-F238E27FC236}">
                    <a16:creationId xmlns:a16="http://schemas.microsoft.com/office/drawing/2014/main" id="{E9970F82-3A03-2880-5EC0-1106891FB276}"/>
                  </a:ext>
                </a:extLst>
              </p:cNvPr>
              <p:cNvSpPr/>
              <p:nvPr/>
            </p:nvSpPr>
            <p:spPr>
              <a:xfrm>
                <a:off x="8071894" y="3894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2" name="Freeform 42771">
                <a:extLst>
                  <a:ext uri="{FF2B5EF4-FFF2-40B4-BE49-F238E27FC236}">
                    <a16:creationId xmlns:a16="http://schemas.microsoft.com/office/drawing/2014/main" id="{92D4C3F2-3742-4129-5671-038D3798E642}"/>
                  </a:ext>
                </a:extLst>
              </p:cNvPr>
              <p:cNvSpPr/>
              <p:nvPr/>
            </p:nvSpPr>
            <p:spPr>
              <a:xfrm>
                <a:off x="8072489" y="3499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3" name="Freeform 42772">
                <a:extLst>
                  <a:ext uri="{FF2B5EF4-FFF2-40B4-BE49-F238E27FC236}">
                    <a16:creationId xmlns:a16="http://schemas.microsoft.com/office/drawing/2014/main" id="{02254656-B2C3-FB9A-BD6B-DE056B619F29}"/>
                  </a:ext>
                </a:extLst>
              </p:cNvPr>
              <p:cNvSpPr/>
              <p:nvPr/>
            </p:nvSpPr>
            <p:spPr>
              <a:xfrm>
                <a:off x="8072985" y="3461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4" name="Freeform 42773">
                <a:extLst>
                  <a:ext uri="{FF2B5EF4-FFF2-40B4-BE49-F238E27FC236}">
                    <a16:creationId xmlns:a16="http://schemas.microsoft.com/office/drawing/2014/main" id="{3B568139-006D-6B6E-3586-2E74E55FB9BD}"/>
                  </a:ext>
                </a:extLst>
              </p:cNvPr>
              <p:cNvSpPr/>
              <p:nvPr/>
            </p:nvSpPr>
            <p:spPr>
              <a:xfrm>
                <a:off x="8073481" y="3504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5" name="Freeform 42774">
                <a:extLst>
                  <a:ext uri="{FF2B5EF4-FFF2-40B4-BE49-F238E27FC236}">
                    <a16:creationId xmlns:a16="http://schemas.microsoft.com/office/drawing/2014/main" id="{3F72281F-B191-9CBF-1AA5-4F685C11F3F3}"/>
                  </a:ext>
                </a:extLst>
              </p:cNvPr>
              <p:cNvSpPr/>
              <p:nvPr/>
            </p:nvSpPr>
            <p:spPr>
              <a:xfrm>
                <a:off x="8074077" y="3509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6" name="Freeform 42775">
                <a:extLst>
                  <a:ext uri="{FF2B5EF4-FFF2-40B4-BE49-F238E27FC236}">
                    <a16:creationId xmlns:a16="http://schemas.microsoft.com/office/drawing/2014/main" id="{2FF5B94F-1AE6-C58C-54B3-B32F8DE2549E}"/>
                  </a:ext>
                </a:extLst>
              </p:cNvPr>
              <p:cNvSpPr/>
              <p:nvPr/>
            </p:nvSpPr>
            <p:spPr>
              <a:xfrm>
                <a:off x="8074573" y="3490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7" name="Freeform 42776">
                <a:extLst>
                  <a:ext uri="{FF2B5EF4-FFF2-40B4-BE49-F238E27FC236}">
                    <a16:creationId xmlns:a16="http://schemas.microsoft.com/office/drawing/2014/main" id="{59FF5DBE-E6AA-F82D-801B-E0390FD3D1AF}"/>
                  </a:ext>
                </a:extLst>
              </p:cNvPr>
              <p:cNvSpPr/>
              <p:nvPr/>
            </p:nvSpPr>
            <p:spPr>
              <a:xfrm>
                <a:off x="8075069" y="3473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8" name="Freeform 42777">
                <a:extLst>
                  <a:ext uri="{FF2B5EF4-FFF2-40B4-BE49-F238E27FC236}">
                    <a16:creationId xmlns:a16="http://schemas.microsoft.com/office/drawing/2014/main" id="{07058604-F262-1DED-1430-4B00CFDB84F6}"/>
                  </a:ext>
                </a:extLst>
              </p:cNvPr>
              <p:cNvSpPr/>
              <p:nvPr/>
            </p:nvSpPr>
            <p:spPr>
              <a:xfrm>
                <a:off x="8075664" y="3475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79" name="Freeform 42778">
                <a:extLst>
                  <a:ext uri="{FF2B5EF4-FFF2-40B4-BE49-F238E27FC236}">
                    <a16:creationId xmlns:a16="http://schemas.microsoft.com/office/drawing/2014/main" id="{A489C7B6-77CA-7681-E458-F87F51F5094F}"/>
                  </a:ext>
                </a:extLst>
              </p:cNvPr>
              <p:cNvSpPr/>
              <p:nvPr/>
            </p:nvSpPr>
            <p:spPr>
              <a:xfrm>
                <a:off x="8076160" y="3429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0" name="Freeform 42779">
                <a:extLst>
                  <a:ext uri="{FF2B5EF4-FFF2-40B4-BE49-F238E27FC236}">
                    <a16:creationId xmlns:a16="http://schemas.microsoft.com/office/drawing/2014/main" id="{5FF128CB-4995-9C05-EE6F-B2E500E1BC60}"/>
                  </a:ext>
                </a:extLst>
              </p:cNvPr>
              <p:cNvSpPr/>
              <p:nvPr/>
            </p:nvSpPr>
            <p:spPr>
              <a:xfrm>
                <a:off x="8076656" y="3387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1" name="Freeform 42780">
                <a:extLst>
                  <a:ext uri="{FF2B5EF4-FFF2-40B4-BE49-F238E27FC236}">
                    <a16:creationId xmlns:a16="http://schemas.microsoft.com/office/drawing/2014/main" id="{E9DD1A6E-A828-8A05-1350-FA470965BA23}"/>
                  </a:ext>
                </a:extLst>
              </p:cNvPr>
              <p:cNvSpPr/>
              <p:nvPr/>
            </p:nvSpPr>
            <p:spPr>
              <a:xfrm>
                <a:off x="8077252" y="34109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2" name="Freeform 42781">
                <a:extLst>
                  <a:ext uri="{FF2B5EF4-FFF2-40B4-BE49-F238E27FC236}">
                    <a16:creationId xmlns:a16="http://schemas.microsoft.com/office/drawing/2014/main" id="{4D3764DB-BAA4-7876-5CF2-430EE6B20CCF}"/>
                  </a:ext>
                </a:extLst>
              </p:cNvPr>
              <p:cNvSpPr/>
              <p:nvPr/>
            </p:nvSpPr>
            <p:spPr>
              <a:xfrm>
                <a:off x="8077748" y="3390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3" name="Freeform 42782">
                <a:extLst>
                  <a:ext uri="{FF2B5EF4-FFF2-40B4-BE49-F238E27FC236}">
                    <a16:creationId xmlns:a16="http://schemas.microsoft.com/office/drawing/2014/main" id="{6DC46D57-F07C-5730-6886-81D27C3A3EA1}"/>
                  </a:ext>
                </a:extLst>
              </p:cNvPr>
              <p:cNvSpPr/>
              <p:nvPr/>
            </p:nvSpPr>
            <p:spPr>
              <a:xfrm>
                <a:off x="8078244" y="3373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4" name="Freeform 42783">
                <a:extLst>
                  <a:ext uri="{FF2B5EF4-FFF2-40B4-BE49-F238E27FC236}">
                    <a16:creationId xmlns:a16="http://schemas.microsoft.com/office/drawing/2014/main" id="{B62EE896-D4CF-9399-A6D4-CCE3883D2443}"/>
                  </a:ext>
                </a:extLst>
              </p:cNvPr>
              <p:cNvSpPr/>
              <p:nvPr/>
            </p:nvSpPr>
            <p:spPr>
              <a:xfrm>
                <a:off x="8078839" y="3391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5" name="Freeform 42784">
                <a:extLst>
                  <a:ext uri="{FF2B5EF4-FFF2-40B4-BE49-F238E27FC236}">
                    <a16:creationId xmlns:a16="http://schemas.microsoft.com/office/drawing/2014/main" id="{E023E33C-17A1-E6BA-A7C1-5759461557DE}"/>
                  </a:ext>
                </a:extLst>
              </p:cNvPr>
              <p:cNvSpPr/>
              <p:nvPr/>
            </p:nvSpPr>
            <p:spPr>
              <a:xfrm>
                <a:off x="8079335" y="3359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6" name="Freeform 42785">
                <a:extLst>
                  <a:ext uri="{FF2B5EF4-FFF2-40B4-BE49-F238E27FC236}">
                    <a16:creationId xmlns:a16="http://schemas.microsoft.com/office/drawing/2014/main" id="{F0A23C96-2CE6-3EAD-9054-DAE5562A0427}"/>
                  </a:ext>
                </a:extLst>
              </p:cNvPr>
              <p:cNvSpPr/>
              <p:nvPr/>
            </p:nvSpPr>
            <p:spPr>
              <a:xfrm>
                <a:off x="8079831" y="3385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7" name="Freeform 42786">
                <a:extLst>
                  <a:ext uri="{FF2B5EF4-FFF2-40B4-BE49-F238E27FC236}">
                    <a16:creationId xmlns:a16="http://schemas.microsoft.com/office/drawing/2014/main" id="{715BBD99-7BD2-CDCD-A433-663C544CF809}"/>
                  </a:ext>
                </a:extLst>
              </p:cNvPr>
              <p:cNvSpPr/>
              <p:nvPr/>
            </p:nvSpPr>
            <p:spPr>
              <a:xfrm>
                <a:off x="8080427" y="3532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8" name="Freeform 42787">
                <a:extLst>
                  <a:ext uri="{FF2B5EF4-FFF2-40B4-BE49-F238E27FC236}">
                    <a16:creationId xmlns:a16="http://schemas.microsoft.com/office/drawing/2014/main" id="{A7905ACE-74FE-B648-AB68-9CB2A84D1634}"/>
                  </a:ext>
                </a:extLst>
              </p:cNvPr>
              <p:cNvSpPr/>
              <p:nvPr/>
            </p:nvSpPr>
            <p:spPr>
              <a:xfrm>
                <a:off x="8080923" y="3659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89" name="Freeform 42788">
                <a:extLst>
                  <a:ext uri="{FF2B5EF4-FFF2-40B4-BE49-F238E27FC236}">
                    <a16:creationId xmlns:a16="http://schemas.microsoft.com/office/drawing/2014/main" id="{78D38CE7-EDF8-99FA-663F-B68BCCE6424B}"/>
                  </a:ext>
                </a:extLst>
              </p:cNvPr>
              <p:cNvSpPr/>
              <p:nvPr/>
            </p:nvSpPr>
            <p:spPr>
              <a:xfrm>
                <a:off x="8081419" y="3734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0" name="Freeform 42789">
                <a:extLst>
                  <a:ext uri="{FF2B5EF4-FFF2-40B4-BE49-F238E27FC236}">
                    <a16:creationId xmlns:a16="http://schemas.microsoft.com/office/drawing/2014/main" id="{1611F044-68B9-8FC7-C59E-5889F2C59A9B}"/>
                  </a:ext>
                </a:extLst>
              </p:cNvPr>
              <p:cNvSpPr/>
              <p:nvPr/>
            </p:nvSpPr>
            <p:spPr>
              <a:xfrm>
                <a:off x="8081915" y="371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1" name="Freeform 42790">
                <a:extLst>
                  <a:ext uri="{FF2B5EF4-FFF2-40B4-BE49-F238E27FC236}">
                    <a16:creationId xmlns:a16="http://schemas.microsoft.com/office/drawing/2014/main" id="{672D79C1-B6C6-FA26-7EA1-717586F9966A}"/>
                  </a:ext>
                </a:extLst>
              </p:cNvPr>
              <p:cNvSpPr/>
              <p:nvPr/>
            </p:nvSpPr>
            <p:spPr>
              <a:xfrm>
                <a:off x="8082510" y="370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2" name="Freeform 42791">
                <a:extLst>
                  <a:ext uri="{FF2B5EF4-FFF2-40B4-BE49-F238E27FC236}">
                    <a16:creationId xmlns:a16="http://schemas.microsoft.com/office/drawing/2014/main" id="{E2DC9C5B-1AA3-E25F-B0C4-FF344F16E9EC}"/>
                  </a:ext>
                </a:extLst>
              </p:cNvPr>
              <p:cNvSpPr/>
              <p:nvPr/>
            </p:nvSpPr>
            <p:spPr>
              <a:xfrm>
                <a:off x="8083006" y="3661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3" name="Freeform 42792">
                <a:extLst>
                  <a:ext uri="{FF2B5EF4-FFF2-40B4-BE49-F238E27FC236}">
                    <a16:creationId xmlns:a16="http://schemas.microsoft.com/office/drawing/2014/main" id="{DC75506C-6E36-B8C9-632A-24E0139A6997}"/>
                  </a:ext>
                </a:extLst>
              </p:cNvPr>
              <p:cNvSpPr/>
              <p:nvPr/>
            </p:nvSpPr>
            <p:spPr>
              <a:xfrm>
                <a:off x="8083502" y="3615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4" name="Freeform 42793">
                <a:extLst>
                  <a:ext uri="{FF2B5EF4-FFF2-40B4-BE49-F238E27FC236}">
                    <a16:creationId xmlns:a16="http://schemas.microsoft.com/office/drawing/2014/main" id="{41605028-C48A-273B-1007-F2F3D64BCB5F}"/>
                  </a:ext>
                </a:extLst>
              </p:cNvPr>
              <p:cNvSpPr/>
              <p:nvPr/>
            </p:nvSpPr>
            <p:spPr>
              <a:xfrm>
                <a:off x="8084098" y="3572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5" name="Freeform 42794">
                <a:extLst>
                  <a:ext uri="{FF2B5EF4-FFF2-40B4-BE49-F238E27FC236}">
                    <a16:creationId xmlns:a16="http://schemas.microsoft.com/office/drawing/2014/main" id="{BF2D0FA0-AA2F-E8CF-90D4-088A4E3C2617}"/>
                  </a:ext>
                </a:extLst>
              </p:cNvPr>
              <p:cNvSpPr/>
              <p:nvPr/>
            </p:nvSpPr>
            <p:spPr>
              <a:xfrm>
                <a:off x="8084594" y="3505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6" name="Freeform 42795">
                <a:extLst>
                  <a:ext uri="{FF2B5EF4-FFF2-40B4-BE49-F238E27FC236}">
                    <a16:creationId xmlns:a16="http://schemas.microsoft.com/office/drawing/2014/main" id="{C2ABE6AB-A732-1312-9745-242A587772A7}"/>
                  </a:ext>
                </a:extLst>
              </p:cNvPr>
              <p:cNvSpPr/>
              <p:nvPr/>
            </p:nvSpPr>
            <p:spPr>
              <a:xfrm>
                <a:off x="8085090" y="3461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7" name="Freeform 42796">
                <a:extLst>
                  <a:ext uri="{FF2B5EF4-FFF2-40B4-BE49-F238E27FC236}">
                    <a16:creationId xmlns:a16="http://schemas.microsoft.com/office/drawing/2014/main" id="{CF11AD68-1E5E-FF1A-6A48-BFD241A9DBDC}"/>
                  </a:ext>
                </a:extLst>
              </p:cNvPr>
              <p:cNvSpPr/>
              <p:nvPr/>
            </p:nvSpPr>
            <p:spPr>
              <a:xfrm>
                <a:off x="8085685" y="3485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8" name="Freeform 42797">
                <a:extLst>
                  <a:ext uri="{FF2B5EF4-FFF2-40B4-BE49-F238E27FC236}">
                    <a16:creationId xmlns:a16="http://schemas.microsoft.com/office/drawing/2014/main" id="{89D046D5-4546-7D7E-F5F7-E247FF615310}"/>
                  </a:ext>
                </a:extLst>
              </p:cNvPr>
              <p:cNvSpPr/>
              <p:nvPr/>
            </p:nvSpPr>
            <p:spPr>
              <a:xfrm>
                <a:off x="8086181" y="3556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99" name="Freeform 42798">
                <a:extLst>
                  <a:ext uri="{FF2B5EF4-FFF2-40B4-BE49-F238E27FC236}">
                    <a16:creationId xmlns:a16="http://schemas.microsoft.com/office/drawing/2014/main" id="{0D8108BA-6B03-24EA-A4C3-3395011CAFF5}"/>
                  </a:ext>
                </a:extLst>
              </p:cNvPr>
              <p:cNvSpPr/>
              <p:nvPr/>
            </p:nvSpPr>
            <p:spPr>
              <a:xfrm>
                <a:off x="8086677" y="353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0" name="Freeform 42799">
                <a:extLst>
                  <a:ext uri="{FF2B5EF4-FFF2-40B4-BE49-F238E27FC236}">
                    <a16:creationId xmlns:a16="http://schemas.microsoft.com/office/drawing/2014/main" id="{79AB68A7-9C05-88B7-1AF6-02E150020524}"/>
                  </a:ext>
                </a:extLst>
              </p:cNvPr>
              <p:cNvSpPr/>
              <p:nvPr/>
            </p:nvSpPr>
            <p:spPr>
              <a:xfrm>
                <a:off x="8087273" y="3501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1" name="Freeform 42800">
                <a:extLst>
                  <a:ext uri="{FF2B5EF4-FFF2-40B4-BE49-F238E27FC236}">
                    <a16:creationId xmlns:a16="http://schemas.microsoft.com/office/drawing/2014/main" id="{8EFAC17C-A4E2-2C1C-91CF-9F0A4EAE5265}"/>
                  </a:ext>
                </a:extLst>
              </p:cNvPr>
              <p:cNvSpPr/>
              <p:nvPr/>
            </p:nvSpPr>
            <p:spPr>
              <a:xfrm>
                <a:off x="8087769" y="3486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2" name="Freeform 42801">
                <a:extLst>
                  <a:ext uri="{FF2B5EF4-FFF2-40B4-BE49-F238E27FC236}">
                    <a16:creationId xmlns:a16="http://schemas.microsoft.com/office/drawing/2014/main" id="{A570B1E0-9BDA-F684-CDFB-9BDA32250971}"/>
                  </a:ext>
                </a:extLst>
              </p:cNvPr>
              <p:cNvSpPr/>
              <p:nvPr/>
            </p:nvSpPr>
            <p:spPr>
              <a:xfrm>
                <a:off x="8088265" y="3529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3" name="Freeform 42802">
                <a:extLst>
                  <a:ext uri="{FF2B5EF4-FFF2-40B4-BE49-F238E27FC236}">
                    <a16:creationId xmlns:a16="http://schemas.microsoft.com/office/drawing/2014/main" id="{38755D3B-AD9A-051F-617A-B2AA3A455A27}"/>
                  </a:ext>
                </a:extLst>
              </p:cNvPr>
              <p:cNvSpPr/>
              <p:nvPr/>
            </p:nvSpPr>
            <p:spPr>
              <a:xfrm>
                <a:off x="8088860" y="3543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4" name="Freeform 42803">
                <a:extLst>
                  <a:ext uri="{FF2B5EF4-FFF2-40B4-BE49-F238E27FC236}">
                    <a16:creationId xmlns:a16="http://schemas.microsoft.com/office/drawing/2014/main" id="{C69783A3-0781-AE38-BB71-22D9FC6A2FFA}"/>
                  </a:ext>
                </a:extLst>
              </p:cNvPr>
              <p:cNvSpPr/>
              <p:nvPr/>
            </p:nvSpPr>
            <p:spPr>
              <a:xfrm>
                <a:off x="8089356" y="3472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5" name="Freeform 42804">
                <a:extLst>
                  <a:ext uri="{FF2B5EF4-FFF2-40B4-BE49-F238E27FC236}">
                    <a16:creationId xmlns:a16="http://schemas.microsoft.com/office/drawing/2014/main" id="{DCDFCFCD-0B0B-EFB9-1CB6-62650F517865}"/>
                  </a:ext>
                </a:extLst>
              </p:cNvPr>
              <p:cNvSpPr/>
              <p:nvPr/>
            </p:nvSpPr>
            <p:spPr>
              <a:xfrm>
                <a:off x="8089852" y="3463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6" name="Freeform 42805">
                <a:extLst>
                  <a:ext uri="{FF2B5EF4-FFF2-40B4-BE49-F238E27FC236}">
                    <a16:creationId xmlns:a16="http://schemas.microsoft.com/office/drawing/2014/main" id="{4BAB53AF-2AA9-A957-14A5-CBB68D34EF7E}"/>
                  </a:ext>
                </a:extLst>
              </p:cNvPr>
              <p:cNvSpPr/>
              <p:nvPr/>
            </p:nvSpPr>
            <p:spPr>
              <a:xfrm>
                <a:off x="8090448" y="3468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7" name="Freeform 42806">
                <a:extLst>
                  <a:ext uri="{FF2B5EF4-FFF2-40B4-BE49-F238E27FC236}">
                    <a16:creationId xmlns:a16="http://schemas.microsoft.com/office/drawing/2014/main" id="{E27BADB8-054B-615A-41AA-214CFC97BA66}"/>
                  </a:ext>
                </a:extLst>
              </p:cNvPr>
              <p:cNvSpPr/>
              <p:nvPr/>
            </p:nvSpPr>
            <p:spPr>
              <a:xfrm>
                <a:off x="8090944" y="3478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8" name="Freeform 42807">
                <a:extLst>
                  <a:ext uri="{FF2B5EF4-FFF2-40B4-BE49-F238E27FC236}">
                    <a16:creationId xmlns:a16="http://schemas.microsoft.com/office/drawing/2014/main" id="{AEDD2A6B-172C-071A-B32B-C700B8EC12CA}"/>
                  </a:ext>
                </a:extLst>
              </p:cNvPr>
              <p:cNvSpPr/>
              <p:nvPr/>
            </p:nvSpPr>
            <p:spPr>
              <a:xfrm>
                <a:off x="8091440" y="3488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09" name="Freeform 42808">
                <a:extLst>
                  <a:ext uri="{FF2B5EF4-FFF2-40B4-BE49-F238E27FC236}">
                    <a16:creationId xmlns:a16="http://schemas.microsoft.com/office/drawing/2014/main" id="{814844E7-8B5F-778A-479D-687CA2AF4D1F}"/>
                  </a:ext>
                </a:extLst>
              </p:cNvPr>
              <p:cNvSpPr/>
              <p:nvPr/>
            </p:nvSpPr>
            <p:spPr>
              <a:xfrm>
                <a:off x="8092035" y="3504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0" name="Freeform 42809">
                <a:extLst>
                  <a:ext uri="{FF2B5EF4-FFF2-40B4-BE49-F238E27FC236}">
                    <a16:creationId xmlns:a16="http://schemas.microsoft.com/office/drawing/2014/main" id="{5260C524-30E2-3DC8-EC20-043AA2D42133}"/>
                  </a:ext>
                </a:extLst>
              </p:cNvPr>
              <p:cNvSpPr/>
              <p:nvPr/>
            </p:nvSpPr>
            <p:spPr>
              <a:xfrm>
                <a:off x="8092531" y="3466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1" name="Freeform 42810">
                <a:extLst>
                  <a:ext uri="{FF2B5EF4-FFF2-40B4-BE49-F238E27FC236}">
                    <a16:creationId xmlns:a16="http://schemas.microsoft.com/office/drawing/2014/main" id="{3B2013E8-F7D1-7EF8-1DCD-BEE7A1D7E859}"/>
                  </a:ext>
                </a:extLst>
              </p:cNvPr>
              <p:cNvSpPr/>
              <p:nvPr/>
            </p:nvSpPr>
            <p:spPr>
              <a:xfrm>
                <a:off x="8093027" y="3526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2" name="Freeform 42811">
                <a:extLst>
                  <a:ext uri="{FF2B5EF4-FFF2-40B4-BE49-F238E27FC236}">
                    <a16:creationId xmlns:a16="http://schemas.microsoft.com/office/drawing/2014/main" id="{ECA34A67-FEC1-66B6-73D7-9BF5F15F953D}"/>
                  </a:ext>
                </a:extLst>
              </p:cNvPr>
              <p:cNvSpPr/>
              <p:nvPr/>
            </p:nvSpPr>
            <p:spPr>
              <a:xfrm>
                <a:off x="8093623" y="3740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3" name="Freeform 42812">
                <a:extLst>
                  <a:ext uri="{FF2B5EF4-FFF2-40B4-BE49-F238E27FC236}">
                    <a16:creationId xmlns:a16="http://schemas.microsoft.com/office/drawing/2014/main" id="{AB460698-60EA-6C91-CE30-499050F1705C}"/>
                  </a:ext>
                </a:extLst>
              </p:cNvPr>
              <p:cNvSpPr/>
              <p:nvPr/>
            </p:nvSpPr>
            <p:spPr>
              <a:xfrm>
                <a:off x="8094119" y="3848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4" name="Freeform 42813">
                <a:extLst>
                  <a:ext uri="{FF2B5EF4-FFF2-40B4-BE49-F238E27FC236}">
                    <a16:creationId xmlns:a16="http://schemas.microsoft.com/office/drawing/2014/main" id="{A1E5EDEB-0533-4483-98A9-9E617A25BDA0}"/>
                  </a:ext>
                </a:extLst>
              </p:cNvPr>
              <p:cNvSpPr/>
              <p:nvPr/>
            </p:nvSpPr>
            <p:spPr>
              <a:xfrm>
                <a:off x="8094615" y="3849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5" name="Freeform 42814">
                <a:extLst>
                  <a:ext uri="{FF2B5EF4-FFF2-40B4-BE49-F238E27FC236}">
                    <a16:creationId xmlns:a16="http://schemas.microsoft.com/office/drawing/2014/main" id="{95467B08-C7A1-3325-F90A-E69468AF59EF}"/>
                  </a:ext>
                </a:extLst>
              </p:cNvPr>
              <p:cNvSpPr/>
              <p:nvPr/>
            </p:nvSpPr>
            <p:spPr>
              <a:xfrm>
                <a:off x="8095111" y="3863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6" name="Freeform 42815">
                <a:extLst>
                  <a:ext uri="{FF2B5EF4-FFF2-40B4-BE49-F238E27FC236}">
                    <a16:creationId xmlns:a16="http://schemas.microsoft.com/office/drawing/2014/main" id="{47454B5A-83A4-E45C-F36D-28CFAA015196}"/>
                  </a:ext>
                </a:extLst>
              </p:cNvPr>
              <p:cNvSpPr/>
              <p:nvPr/>
            </p:nvSpPr>
            <p:spPr>
              <a:xfrm>
                <a:off x="8095706" y="3817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7" name="Freeform 42816">
                <a:extLst>
                  <a:ext uri="{FF2B5EF4-FFF2-40B4-BE49-F238E27FC236}">
                    <a16:creationId xmlns:a16="http://schemas.microsoft.com/office/drawing/2014/main" id="{47259BEC-DB93-9772-CDB1-A25F7704114F}"/>
                  </a:ext>
                </a:extLst>
              </p:cNvPr>
              <p:cNvSpPr/>
              <p:nvPr/>
            </p:nvSpPr>
            <p:spPr>
              <a:xfrm>
                <a:off x="8096202" y="38333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8" name="Freeform 42817">
                <a:extLst>
                  <a:ext uri="{FF2B5EF4-FFF2-40B4-BE49-F238E27FC236}">
                    <a16:creationId xmlns:a16="http://schemas.microsoft.com/office/drawing/2014/main" id="{2560F518-6D8F-B142-EE81-903B6A5451DD}"/>
                  </a:ext>
                </a:extLst>
              </p:cNvPr>
              <p:cNvSpPr/>
              <p:nvPr/>
            </p:nvSpPr>
            <p:spPr>
              <a:xfrm>
                <a:off x="8096698" y="3870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19" name="Freeform 42818">
                <a:extLst>
                  <a:ext uri="{FF2B5EF4-FFF2-40B4-BE49-F238E27FC236}">
                    <a16:creationId xmlns:a16="http://schemas.microsoft.com/office/drawing/2014/main" id="{EDB181AA-89BE-8B8B-6932-09B4B4A76F1F}"/>
                  </a:ext>
                </a:extLst>
              </p:cNvPr>
              <p:cNvSpPr/>
              <p:nvPr/>
            </p:nvSpPr>
            <p:spPr>
              <a:xfrm>
                <a:off x="8097294" y="3802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0" name="Freeform 42819">
                <a:extLst>
                  <a:ext uri="{FF2B5EF4-FFF2-40B4-BE49-F238E27FC236}">
                    <a16:creationId xmlns:a16="http://schemas.microsoft.com/office/drawing/2014/main" id="{BC4CE5D4-A125-CA65-56C1-192CC2DBEE37}"/>
                  </a:ext>
                </a:extLst>
              </p:cNvPr>
              <p:cNvSpPr/>
              <p:nvPr/>
            </p:nvSpPr>
            <p:spPr>
              <a:xfrm>
                <a:off x="8097790" y="3643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1" name="Freeform 42820">
                <a:extLst>
                  <a:ext uri="{FF2B5EF4-FFF2-40B4-BE49-F238E27FC236}">
                    <a16:creationId xmlns:a16="http://schemas.microsoft.com/office/drawing/2014/main" id="{6ACEF2CE-6F13-8331-F745-D362F39D33B6}"/>
                  </a:ext>
                </a:extLst>
              </p:cNvPr>
              <p:cNvSpPr/>
              <p:nvPr/>
            </p:nvSpPr>
            <p:spPr>
              <a:xfrm>
                <a:off x="8098286" y="3566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2" name="Freeform 42821">
                <a:extLst>
                  <a:ext uri="{FF2B5EF4-FFF2-40B4-BE49-F238E27FC236}">
                    <a16:creationId xmlns:a16="http://schemas.microsoft.com/office/drawing/2014/main" id="{A6FF8B25-D0BC-E752-6854-6379BCA22FB2}"/>
                  </a:ext>
                </a:extLst>
              </p:cNvPr>
              <p:cNvSpPr/>
              <p:nvPr/>
            </p:nvSpPr>
            <p:spPr>
              <a:xfrm>
                <a:off x="8098881" y="3624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3" name="Freeform 42822">
                <a:extLst>
                  <a:ext uri="{FF2B5EF4-FFF2-40B4-BE49-F238E27FC236}">
                    <a16:creationId xmlns:a16="http://schemas.microsoft.com/office/drawing/2014/main" id="{854FAB0D-1F03-FF03-AB4A-38447E83F99E}"/>
                  </a:ext>
                </a:extLst>
              </p:cNvPr>
              <p:cNvSpPr/>
              <p:nvPr/>
            </p:nvSpPr>
            <p:spPr>
              <a:xfrm>
                <a:off x="8099377" y="3609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4" name="Freeform 42823">
                <a:extLst>
                  <a:ext uri="{FF2B5EF4-FFF2-40B4-BE49-F238E27FC236}">
                    <a16:creationId xmlns:a16="http://schemas.microsoft.com/office/drawing/2014/main" id="{9642BD7C-4D29-9165-8B73-0DB3E06E2CC2}"/>
                  </a:ext>
                </a:extLst>
              </p:cNvPr>
              <p:cNvSpPr/>
              <p:nvPr/>
            </p:nvSpPr>
            <p:spPr>
              <a:xfrm>
                <a:off x="8099873" y="3634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5" name="Freeform 42824">
                <a:extLst>
                  <a:ext uri="{FF2B5EF4-FFF2-40B4-BE49-F238E27FC236}">
                    <a16:creationId xmlns:a16="http://schemas.microsoft.com/office/drawing/2014/main" id="{4B5FC1A2-A18B-CE50-074C-5AC9D18062D1}"/>
                  </a:ext>
                </a:extLst>
              </p:cNvPr>
              <p:cNvSpPr/>
              <p:nvPr/>
            </p:nvSpPr>
            <p:spPr>
              <a:xfrm>
                <a:off x="8100469" y="3620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6" name="Freeform 42825">
                <a:extLst>
                  <a:ext uri="{FF2B5EF4-FFF2-40B4-BE49-F238E27FC236}">
                    <a16:creationId xmlns:a16="http://schemas.microsoft.com/office/drawing/2014/main" id="{69E66F9F-59E0-D9FF-3595-6C53505DC9C4}"/>
                  </a:ext>
                </a:extLst>
              </p:cNvPr>
              <p:cNvSpPr/>
              <p:nvPr/>
            </p:nvSpPr>
            <p:spPr>
              <a:xfrm>
                <a:off x="8100965" y="3766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7" name="Freeform 42826">
                <a:extLst>
                  <a:ext uri="{FF2B5EF4-FFF2-40B4-BE49-F238E27FC236}">
                    <a16:creationId xmlns:a16="http://schemas.microsoft.com/office/drawing/2014/main" id="{20788E96-5FD5-B262-2EBC-F7811ACA0DFA}"/>
                  </a:ext>
                </a:extLst>
              </p:cNvPr>
              <p:cNvSpPr/>
              <p:nvPr/>
            </p:nvSpPr>
            <p:spPr>
              <a:xfrm>
                <a:off x="8101461" y="3721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8" name="Freeform 42827">
                <a:extLst>
                  <a:ext uri="{FF2B5EF4-FFF2-40B4-BE49-F238E27FC236}">
                    <a16:creationId xmlns:a16="http://schemas.microsoft.com/office/drawing/2014/main" id="{B046CEEF-05C0-C60A-3A85-54DE2F6FF394}"/>
                  </a:ext>
                </a:extLst>
              </p:cNvPr>
              <p:cNvSpPr/>
              <p:nvPr/>
            </p:nvSpPr>
            <p:spPr>
              <a:xfrm>
                <a:off x="8102056" y="367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29" name="Freeform 42828">
                <a:extLst>
                  <a:ext uri="{FF2B5EF4-FFF2-40B4-BE49-F238E27FC236}">
                    <a16:creationId xmlns:a16="http://schemas.microsoft.com/office/drawing/2014/main" id="{743D9172-8136-A915-8A88-D65236DA46D1}"/>
                  </a:ext>
                </a:extLst>
              </p:cNvPr>
              <p:cNvSpPr/>
              <p:nvPr/>
            </p:nvSpPr>
            <p:spPr>
              <a:xfrm>
                <a:off x="8102552" y="3699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0" name="Freeform 42829">
                <a:extLst>
                  <a:ext uri="{FF2B5EF4-FFF2-40B4-BE49-F238E27FC236}">
                    <a16:creationId xmlns:a16="http://schemas.microsoft.com/office/drawing/2014/main" id="{A0A3147C-F9BA-74A0-5030-A45913A6323B}"/>
                  </a:ext>
                </a:extLst>
              </p:cNvPr>
              <p:cNvSpPr/>
              <p:nvPr/>
            </p:nvSpPr>
            <p:spPr>
              <a:xfrm>
                <a:off x="8103048" y="3791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1" name="Freeform 42830">
                <a:extLst>
                  <a:ext uri="{FF2B5EF4-FFF2-40B4-BE49-F238E27FC236}">
                    <a16:creationId xmlns:a16="http://schemas.microsoft.com/office/drawing/2014/main" id="{186FFBF5-06DC-027D-577A-8754A3D170AC}"/>
                  </a:ext>
                </a:extLst>
              </p:cNvPr>
              <p:cNvSpPr/>
              <p:nvPr/>
            </p:nvSpPr>
            <p:spPr>
              <a:xfrm>
                <a:off x="8103644" y="3777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2" name="Freeform 42831">
                <a:extLst>
                  <a:ext uri="{FF2B5EF4-FFF2-40B4-BE49-F238E27FC236}">
                    <a16:creationId xmlns:a16="http://schemas.microsoft.com/office/drawing/2014/main" id="{05BE37F4-13F4-AD07-CF5B-797805825335}"/>
                  </a:ext>
                </a:extLst>
              </p:cNvPr>
              <p:cNvSpPr/>
              <p:nvPr/>
            </p:nvSpPr>
            <p:spPr>
              <a:xfrm>
                <a:off x="8104140" y="3774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3" name="Freeform 42832">
                <a:extLst>
                  <a:ext uri="{FF2B5EF4-FFF2-40B4-BE49-F238E27FC236}">
                    <a16:creationId xmlns:a16="http://schemas.microsoft.com/office/drawing/2014/main" id="{82AB8378-7555-45D3-C7C8-2C102C1E1071}"/>
                  </a:ext>
                </a:extLst>
              </p:cNvPr>
              <p:cNvSpPr/>
              <p:nvPr/>
            </p:nvSpPr>
            <p:spPr>
              <a:xfrm>
                <a:off x="8104636" y="3778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4" name="Freeform 42833">
                <a:extLst>
                  <a:ext uri="{FF2B5EF4-FFF2-40B4-BE49-F238E27FC236}">
                    <a16:creationId xmlns:a16="http://schemas.microsoft.com/office/drawing/2014/main" id="{C2D33BB8-1990-A5A9-37B3-3B6116E1F626}"/>
                  </a:ext>
                </a:extLst>
              </p:cNvPr>
              <p:cNvSpPr/>
              <p:nvPr/>
            </p:nvSpPr>
            <p:spPr>
              <a:xfrm>
                <a:off x="8105231" y="3773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5" name="Freeform 42834">
                <a:extLst>
                  <a:ext uri="{FF2B5EF4-FFF2-40B4-BE49-F238E27FC236}">
                    <a16:creationId xmlns:a16="http://schemas.microsoft.com/office/drawing/2014/main" id="{A7490373-2AC2-C4FD-B251-B7CB67CC85A2}"/>
                  </a:ext>
                </a:extLst>
              </p:cNvPr>
              <p:cNvSpPr/>
              <p:nvPr/>
            </p:nvSpPr>
            <p:spPr>
              <a:xfrm>
                <a:off x="8105727" y="3768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6" name="Freeform 42835">
                <a:extLst>
                  <a:ext uri="{FF2B5EF4-FFF2-40B4-BE49-F238E27FC236}">
                    <a16:creationId xmlns:a16="http://schemas.microsoft.com/office/drawing/2014/main" id="{FE753C69-232E-BDF4-D45F-DAF2E1D6A4C7}"/>
                  </a:ext>
                </a:extLst>
              </p:cNvPr>
              <p:cNvSpPr/>
              <p:nvPr/>
            </p:nvSpPr>
            <p:spPr>
              <a:xfrm>
                <a:off x="8106223" y="3852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7" name="Freeform 42836">
                <a:extLst>
                  <a:ext uri="{FF2B5EF4-FFF2-40B4-BE49-F238E27FC236}">
                    <a16:creationId xmlns:a16="http://schemas.microsoft.com/office/drawing/2014/main" id="{E7284385-7DC4-5B04-FA28-47D1EAA3D3DB}"/>
                  </a:ext>
                </a:extLst>
              </p:cNvPr>
              <p:cNvSpPr/>
              <p:nvPr/>
            </p:nvSpPr>
            <p:spPr>
              <a:xfrm>
                <a:off x="8106720" y="38908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8" name="Freeform 42837">
                <a:extLst>
                  <a:ext uri="{FF2B5EF4-FFF2-40B4-BE49-F238E27FC236}">
                    <a16:creationId xmlns:a16="http://schemas.microsoft.com/office/drawing/2014/main" id="{9739DEDD-F81A-0333-C697-5A5F45712988}"/>
                  </a:ext>
                </a:extLst>
              </p:cNvPr>
              <p:cNvSpPr/>
              <p:nvPr/>
            </p:nvSpPr>
            <p:spPr>
              <a:xfrm>
                <a:off x="8107315" y="3916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39" name="Freeform 42838">
                <a:extLst>
                  <a:ext uri="{FF2B5EF4-FFF2-40B4-BE49-F238E27FC236}">
                    <a16:creationId xmlns:a16="http://schemas.microsoft.com/office/drawing/2014/main" id="{5D4F804E-091F-1B8D-CABF-EB6F448DE983}"/>
                  </a:ext>
                </a:extLst>
              </p:cNvPr>
              <p:cNvSpPr/>
              <p:nvPr/>
            </p:nvSpPr>
            <p:spPr>
              <a:xfrm>
                <a:off x="8107811" y="3920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0" name="Freeform 42839">
                <a:extLst>
                  <a:ext uri="{FF2B5EF4-FFF2-40B4-BE49-F238E27FC236}">
                    <a16:creationId xmlns:a16="http://schemas.microsoft.com/office/drawing/2014/main" id="{B9BDC61B-5408-0516-34B1-C7E378237CB3}"/>
                  </a:ext>
                </a:extLst>
              </p:cNvPr>
              <p:cNvSpPr/>
              <p:nvPr/>
            </p:nvSpPr>
            <p:spPr>
              <a:xfrm>
                <a:off x="8108307" y="39105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1" name="Freeform 42840">
                <a:extLst>
                  <a:ext uri="{FF2B5EF4-FFF2-40B4-BE49-F238E27FC236}">
                    <a16:creationId xmlns:a16="http://schemas.microsoft.com/office/drawing/2014/main" id="{DEF40BE3-1128-E850-77C9-82964EC11AA1}"/>
                  </a:ext>
                </a:extLst>
              </p:cNvPr>
              <p:cNvSpPr/>
              <p:nvPr/>
            </p:nvSpPr>
            <p:spPr>
              <a:xfrm>
                <a:off x="8108902" y="3897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2" name="Freeform 42841">
                <a:extLst>
                  <a:ext uri="{FF2B5EF4-FFF2-40B4-BE49-F238E27FC236}">
                    <a16:creationId xmlns:a16="http://schemas.microsoft.com/office/drawing/2014/main" id="{14E93E9B-D282-C7E4-F6E9-CD98726978E8}"/>
                  </a:ext>
                </a:extLst>
              </p:cNvPr>
              <p:cNvSpPr/>
              <p:nvPr/>
            </p:nvSpPr>
            <p:spPr>
              <a:xfrm>
                <a:off x="8109398" y="3897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3" name="Freeform 42842">
                <a:extLst>
                  <a:ext uri="{FF2B5EF4-FFF2-40B4-BE49-F238E27FC236}">
                    <a16:creationId xmlns:a16="http://schemas.microsoft.com/office/drawing/2014/main" id="{BDBCA79D-9DB8-5792-54B5-BC1EA6A754DC}"/>
                  </a:ext>
                </a:extLst>
              </p:cNvPr>
              <p:cNvSpPr/>
              <p:nvPr/>
            </p:nvSpPr>
            <p:spPr>
              <a:xfrm>
                <a:off x="8109895" y="389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4" name="Freeform 42843">
                <a:extLst>
                  <a:ext uri="{FF2B5EF4-FFF2-40B4-BE49-F238E27FC236}">
                    <a16:creationId xmlns:a16="http://schemas.microsoft.com/office/drawing/2014/main" id="{C6B39D30-AE13-AE57-A144-CEB2B06AD9D0}"/>
                  </a:ext>
                </a:extLst>
              </p:cNvPr>
              <p:cNvSpPr/>
              <p:nvPr/>
            </p:nvSpPr>
            <p:spPr>
              <a:xfrm>
                <a:off x="8110490" y="3736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5" name="Freeform 42844">
                <a:extLst>
                  <a:ext uri="{FF2B5EF4-FFF2-40B4-BE49-F238E27FC236}">
                    <a16:creationId xmlns:a16="http://schemas.microsoft.com/office/drawing/2014/main" id="{0AC9DD60-C9F7-97B7-9413-58A87F2D6DDE}"/>
                  </a:ext>
                </a:extLst>
              </p:cNvPr>
              <p:cNvSpPr/>
              <p:nvPr/>
            </p:nvSpPr>
            <p:spPr>
              <a:xfrm>
                <a:off x="8110986" y="3740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6" name="Freeform 42845">
                <a:extLst>
                  <a:ext uri="{FF2B5EF4-FFF2-40B4-BE49-F238E27FC236}">
                    <a16:creationId xmlns:a16="http://schemas.microsoft.com/office/drawing/2014/main" id="{102087E0-B704-11D6-7302-182B29EFE3AF}"/>
                  </a:ext>
                </a:extLst>
              </p:cNvPr>
              <p:cNvSpPr/>
              <p:nvPr/>
            </p:nvSpPr>
            <p:spPr>
              <a:xfrm>
                <a:off x="8111482" y="3769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7" name="Freeform 42846">
                <a:extLst>
                  <a:ext uri="{FF2B5EF4-FFF2-40B4-BE49-F238E27FC236}">
                    <a16:creationId xmlns:a16="http://schemas.microsoft.com/office/drawing/2014/main" id="{A38EDA3E-A173-ED7C-2ECA-ADFECB6BF55A}"/>
                  </a:ext>
                </a:extLst>
              </p:cNvPr>
              <p:cNvSpPr/>
              <p:nvPr/>
            </p:nvSpPr>
            <p:spPr>
              <a:xfrm>
                <a:off x="8112077" y="377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8" name="Freeform 42847">
                <a:extLst>
                  <a:ext uri="{FF2B5EF4-FFF2-40B4-BE49-F238E27FC236}">
                    <a16:creationId xmlns:a16="http://schemas.microsoft.com/office/drawing/2014/main" id="{982C4A38-AF64-CAD7-C0BF-C64F0D3DCAF1}"/>
                  </a:ext>
                </a:extLst>
              </p:cNvPr>
              <p:cNvSpPr/>
              <p:nvPr/>
            </p:nvSpPr>
            <p:spPr>
              <a:xfrm>
                <a:off x="8112573" y="3761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49" name="Freeform 42848">
                <a:extLst>
                  <a:ext uri="{FF2B5EF4-FFF2-40B4-BE49-F238E27FC236}">
                    <a16:creationId xmlns:a16="http://schemas.microsoft.com/office/drawing/2014/main" id="{9AA54991-2F50-69C3-1A25-168139421309}"/>
                  </a:ext>
                </a:extLst>
              </p:cNvPr>
              <p:cNvSpPr/>
              <p:nvPr/>
            </p:nvSpPr>
            <p:spPr>
              <a:xfrm>
                <a:off x="8113070" y="3723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0" name="Freeform 42849">
                <a:extLst>
                  <a:ext uri="{FF2B5EF4-FFF2-40B4-BE49-F238E27FC236}">
                    <a16:creationId xmlns:a16="http://schemas.microsoft.com/office/drawing/2014/main" id="{D3115191-AC94-E977-A387-6ED3EF57D82C}"/>
                  </a:ext>
                </a:extLst>
              </p:cNvPr>
              <p:cNvSpPr/>
              <p:nvPr/>
            </p:nvSpPr>
            <p:spPr>
              <a:xfrm>
                <a:off x="8113665" y="3808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1" name="Freeform 42850">
                <a:extLst>
                  <a:ext uri="{FF2B5EF4-FFF2-40B4-BE49-F238E27FC236}">
                    <a16:creationId xmlns:a16="http://schemas.microsoft.com/office/drawing/2014/main" id="{88D320FF-349B-8B6B-683F-F055E1F3B00C}"/>
                  </a:ext>
                </a:extLst>
              </p:cNvPr>
              <p:cNvSpPr/>
              <p:nvPr/>
            </p:nvSpPr>
            <p:spPr>
              <a:xfrm>
                <a:off x="8114161" y="3785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2" name="Freeform 42851">
                <a:extLst>
                  <a:ext uri="{FF2B5EF4-FFF2-40B4-BE49-F238E27FC236}">
                    <a16:creationId xmlns:a16="http://schemas.microsoft.com/office/drawing/2014/main" id="{D232C616-85F4-BF06-478D-62813991FAFA}"/>
                  </a:ext>
                </a:extLst>
              </p:cNvPr>
              <p:cNvSpPr/>
              <p:nvPr/>
            </p:nvSpPr>
            <p:spPr>
              <a:xfrm>
                <a:off x="8114657" y="3782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3" name="Freeform 42852">
                <a:extLst>
                  <a:ext uri="{FF2B5EF4-FFF2-40B4-BE49-F238E27FC236}">
                    <a16:creationId xmlns:a16="http://schemas.microsoft.com/office/drawing/2014/main" id="{D2ECE574-7F31-4352-0FFB-582C2D83D500}"/>
                  </a:ext>
                </a:extLst>
              </p:cNvPr>
              <p:cNvSpPr/>
              <p:nvPr/>
            </p:nvSpPr>
            <p:spPr>
              <a:xfrm>
                <a:off x="8115252" y="3789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4" name="Freeform 42853">
                <a:extLst>
                  <a:ext uri="{FF2B5EF4-FFF2-40B4-BE49-F238E27FC236}">
                    <a16:creationId xmlns:a16="http://schemas.microsoft.com/office/drawing/2014/main" id="{73502E35-C378-449C-B052-82DE1686B24B}"/>
                  </a:ext>
                </a:extLst>
              </p:cNvPr>
              <p:cNvSpPr/>
              <p:nvPr/>
            </p:nvSpPr>
            <p:spPr>
              <a:xfrm>
                <a:off x="8115748" y="3781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5" name="Freeform 42854">
                <a:extLst>
                  <a:ext uri="{FF2B5EF4-FFF2-40B4-BE49-F238E27FC236}">
                    <a16:creationId xmlns:a16="http://schemas.microsoft.com/office/drawing/2014/main" id="{2531A014-2654-77CD-1165-6313921DFE9D}"/>
                  </a:ext>
                </a:extLst>
              </p:cNvPr>
              <p:cNvSpPr/>
              <p:nvPr/>
            </p:nvSpPr>
            <p:spPr>
              <a:xfrm>
                <a:off x="8116245" y="3778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6" name="Freeform 42855">
                <a:extLst>
                  <a:ext uri="{FF2B5EF4-FFF2-40B4-BE49-F238E27FC236}">
                    <a16:creationId xmlns:a16="http://schemas.microsoft.com/office/drawing/2014/main" id="{0A50D4BF-1FFC-7584-38E8-8C8C705DCD64}"/>
                  </a:ext>
                </a:extLst>
              </p:cNvPr>
              <p:cNvSpPr/>
              <p:nvPr/>
            </p:nvSpPr>
            <p:spPr>
              <a:xfrm>
                <a:off x="8116840" y="3795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7" name="Freeform 42856">
                <a:extLst>
                  <a:ext uri="{FF2B5EF4-FFF2-40B4-BE49-F238E27FC236}">
                    <a16:creationId xmlns:a16="http://schemas.microsoft.com/office/drawing/2014/main" id="{6E3B5047-F916-61F1-E76D-2A5DA7D199DC}"/>
                  </a:ext>
                </a:extLst>
              </p:cNvPr>
              <p:cNvSpPr/>
              <p:nvPr/>
            </p:nvSpPr>
            <p:spPr>
              <a:xfrm>
                <a:off x="8117336" y="3796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8" name="Freeform 42857">
                <a:extLst>
                  <a:ext uri="{FF2B5EF4-FFF2-40B4-BE49-F238E27FC236}">
                    <a16:creationId xmlns:a16="http://schemas.microsoft.com/office/drawing/2014/main" id="{8ED44242-BCB9-CED3-6025-69C08DE9BFC3}"/>
                  </a:ext>
                </a:extLst>
              </p:cNvPr>
              <p:cNvSpPr/>
              <p:nvPr/>
            </p:nvSpPr>
            <p:spPr>
              <a:xfrm>
                <a:off x="8117832" y="3771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59" name="Freeform 42858">
                <a:extLst>
                  <a:ext uri="{FF2B5EF4-FFF2-40B4-BE49-F238E27FC236}">
                    <a16:creationId xmlns:a16="http://schemas.microsoft.com/office/drawing/2014/main" id="{6992F736-84FC-384B-D585-0E3B2FAC4772}"/>
                  </a:ext>
                </a:extLst>
              </p:cNvPr>
              <p:cNvSpPr/>
              <p:nvPr/>
            </p:nvSpPr>
            <p:spPr>
              <a:xfrm>
                <a:off x="8118328" y="3832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0" name="Freeform 42859">
                <a:extLst>
                  <a:ext uri="{FF2B5EF4-FFF2-40B4-BE49-F238E27FC236}">
                    <a16:creationId xmlns:a16="http://schemas.microsoft.com/office/drawing/2014/main" id="{D0BDC37D-58DD-B236-50AE-5D5DA5EFCA80}"/>
                  </a:ext>
                </a:extLst>
              </p:cNvPr>
              <p:cNvSpPr/>
              <p:nvPr/>
            </p:nvSpPr>
            <p:spPr>
              <a:xfrm>
                <a:off x="8118923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1" name="Freeform 42860">
                <a:extLst>
                  <a:ext uri="{FF2B5EF4-FFF2-40B4-BE49-F238E27FC236}">
                    <a16:creationId xmlns:a16="http://schemas.microsoft.com/office/drawing/2014/main" id="{EFD4BC8D-9856-A059-BB10-1BCFB8697947}"/>
                  </a:ext>
                </a:extLst>
              </p:cNvPr>
              <p:cNvSpPr/>
              <p:nvPr/>
            </p:nvSpPr>
            <p:spPr>
              <a:xfrm>
                <a:off x="8119420" y="3969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2" name="Freeform 42861">
                <a:extLst>
                  <a:ext uri="{FF2B5EF4-FFF2-40B4-BE49-F238E27FC236}">
                    <a16:creationId xmlns:a16="http://schemas.microsoft.com/office/drawing/2014/main" id="{B2848C06-FEA0-BE33-C1ED-06C111994EE2}"/>
                  </a:ext>
                </a:extLst>
              </p:cNvPr>
              <p:cNvSpPr/>
              <p:nvPr/>
            </p:nvSpPr>
            <p:spPr>
              <a:xfrm>
                <a:off x="8119916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3" name="Freeform 42862">
                <a:extLst>
                  <a:ext uri="{FF2B5EF4-FFF2-40B4-BE49-F238E27FC236}">
                    <a16:creationId xmlns:a16="http://schemas.microsoft.com/office/drawing/2014/main" id="{472280DA-FE53-FED5-E7C5-939E7DE31046}"/>
                  </a:ext>
                </a:extLst>
              </p:cNvPr>
              <p:cNvSpPr/>
              <p:nvPr/>
            </p:nvSpPr>
            <p:spPr>
              <a:xfrm>
                <a:off x="8120511" y="3963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4" name="Freeform 42863">
                <a:extLst>
                  <a:ext uri="{FF2B5EF4-FFF2-40B4-BE49-F238E27FC236}">
                    <a16:creationId xmlns:a16="http://schemas.microsoft.com/office/drawing/2014/main" id="{604B54C1-5207-335C-67A4-D38E30D1BBC5}"/>
                  </a:ext>
                </a:extLst>
              </p:cNvPr>
              <p:cNvSpPr/>
              <p:nvPr/>
            </p:nvSpPr>
            <p:spPr>
              <a:xfrm>
                <a:off x="8121007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5" name="Freeform 42864">
                <a:extLst>
                  <a:ext uri="{FF2B5EF4-FFF2-40B4-BE49-F238E27FC236}">
                    <a16:creationId xmlns:a16="http://schemas.microsoft.com/office/drawing/2014/main" id="{EC97DDAD-8D29-0E51-86FE-4B2F5BEA8A8A}"/>
                  </a:ext>
                </a:extLst>
              </p:cNvPr>
              <p:cNvSpPr/>
              <p:nvPr/>
            </p:nvSpPr>
            <p:spPr>
              <a:xfrm>
                <a:off x="8121503" y="39672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6" name="Freeform 42865">
                <a:extLst>
                  <a:ext uri="{FF2B5EF4-FFF2-40B4-BE49-F238E27FC236}">
                    <a16:creationId xmlns:a16="http://schemas.microsoft.com/office/drawing/2014/main" id="{EFB6FB79-95C0-1624-54C0-3073B505A4C6}"/>
                  </a:ext>
                </a:extLst>
              </p:cNvPr>
              <p:cNvSpPr/>
              <p:nvPr/>
            </p:nvSpPr>
            <p:spPr>
              <a:xfrm>
                <a:off x="8122098" y="39586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7" name="Freeform 42866">
                <a:extLst>
                  <a:ext uri="{FF2B5EF4-FFF2-40B4-BE49-F238E27FC236}">
                    <a16:creationId xmlns:a16="http://schemas.microsoft.com/office/drawing/2014/main" id="{23025EB3-E694-21FA-2BEF-4A586A62B40E}"/>
                  </a:ext>
                </a:extLst>
              </p:cNvPr>
              <p:cNvSpPr/>
              <p:nvPr/>
            </p:nvSpPr>
            <p:spPr>
              <a:xfrm>
                <a:off x="8122595" y="39345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8" name="Freeform 42867">
                <a:extLst>
                  <a:ext uri="{FF2B5EF4-FFF2-40B4-BE49-F238E27FC236}">
                    <a16:creationId xmlns:a16="http://schemas.microsoft.com/office/drawing/2014/main" id="{29D2CA67-DEDA-7901-CD5E-D255B4B2D7EF}"/>
                  </a:ext>
                </a:extLst>
              </p:cNvPr>
              <p:cNvSpPr/>
              <p:nvPr/>
            </p:nvSpPr>
            <p:spPr>
              <a:xfrm>
                <a:off x="8123091" y="3863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69" name="Freeform 42868">
                <a:extLst>
                  <a:ext uri="{FF2B5EF4-FFF2-40B4-BE49-F238E27FC236}">
                    <a16:creationId xmlns:a16="http://schemas.microsoft.com/office/drawing/2014/main" id="{1109C321-7E8E-EDEC-FA99-FC446C206DCC}"/>
                  </a:ext>
                </a:extLst>
              </p:cNvPr>
              <p:cNvSpPr/>
              <p:nvPr/>
            </p:nvSpPr>
            <p:spPr>
              <a:xfrm>
                <a:off x="8123686" y="3788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0" name="Freeform 42869">
                <a:extLst>
                  <a:ext uri="{FF2B5EF4-FFF2-40B4-BE49-F238E27FC236}">
                    <a16:creationId xmlns:a16="http://schemas.microsoft.com/office/drawing/2014/main" id="{9F770620-3B32-B5F4-6386-609735A3ED8C}"/>
                  </a:ext>
                </a:extLst>
              </p:cNvPr>
              <p:cNvSpPr/>
              <p:nvPr/>
            </p:nvSpPr>
            <p:spPr>
              <a:xfrm>
                <a:off x="8124182" y="3821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1" name="Freeform 42870">
                <a:extLst>
                  <a:ext uri="{FF2B5EF4-FFF2-40B4-BE49-F238E27FC236}">
                    <a16:creationId xmlns:a16="http://schemas.microsoft.com/office/drawing/2014/main" id="{28AA135D-DE46-6BD3-0000-C9315A122F24}"/>
                  </a:ext>
                </a:extLst>
              </p:cNvPr>
              <p:cNvSpPr/>
              <p:nvPr/>
            </p:nvSpPr>
            <p:spPr>
              <a:xfrm>
                <a:off x="8124678" y="3813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2" name="Freeform 42871">
                <a:extLst>
                  <a:ext uri="{FF2B5EF4-FFF2-40B4-BE49-F238E27FC236}">
                    <a16:creationId xmlns:a16="http://schemas.microsoft.com/office/drawing/2014/main" id="{ABF79D3A-AD96-FCDF-937B-B385ACC9B5FD}"/>
                  </a:ext>
                </a:extLst>
              </p:cNvPr>
              <p:cNvSpPr/>
              <p:nvPr/>
            </p:nvSpPr>
            <p:spPr>
              <a:xfrm>
                <a:off x="8125273" y="3825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3" name="Freeform 42872">
                <a:extLst>
                  <a:ext uri="{FF2B5EF4-FFF2-40B4-BE49-F238E27FC236}">
                    <a16:creationId xmlns:a16="http://schemas.microsoft.com/office/drawing/2014/main" id="{D27CC44A-662B-18ED-3A2A-0FED76CC9D64}"/>
                  </a:ext>
                </a:extLst>
              </p:cNvPr>
              <p:cNvSpPr/>
              <p:nvPr/>
            </p:nvSpPr>
            <p:spPr>
              <a:xfrm>
                <a:off x="8125770" y="3845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4" name="Freeform 42873">
                <a:extLst>
                  <a:ext uri="{FF2B5EF4-FFF2-40B4-BE49-F238E27FC236}">
                    <a16:creationId xmlns:a16="http://schemas.microsoft.com/office/drawing/2014/main" id="{34B5C75C-FD85-1700-2428-C3CD0F1032A5}"/>
                  </a:ext>
                </a:extLst>
              </p:cNvPr>
              <p:cNvSpPr/>
              <p:nvPr/>
            </p:nvSpPr>
            <p:spPr>
              <a:xfrm>
                <a:off x="8126266" y="3887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5" name="Freeform 42874">
                <a:extLst>
                  <a:ext uri="{FF2B5EF4-FFF2-40B4-BE49-F238E27FC236}">
                    <a16:creationId xmlns:a16="http://schemas.microsoft.com/office/drawing/2014/main" id="{ACCFDF40-74D2-5A74-CF48-30A6E4824745}"/>
                  </a:ext>
                </a:extLst>
              </p:cNvPr>
              <p:cNvSpPr/>
              <p:nvPr/>
            </p:nvSpPr>
            <p:spPr>
              <a:xfrm>
                <a:off x="8126861" y="3882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6" name="Freeform 42875">
                <a:extLst>
                  <a:ext uri="{FF2B5EF4-FFF2-40B4-BE49-F238E27FC236}">
                    <a16:creationId xmlns:a16="http://schemas.microsoft.com/office/drawing/2014/main" id="{768DFE5E-1ABA-3D6E-921F-7088F41799D9}"/>
                  </a:ext>
                </a:extLst>
              </p:cNvPr>
              <p:cNvSpPr/>
              <p:nvPr/>
            </p:nvSpPr>
            <p:spPr>
              <a:xfrm>
                <a:off x="8127357" y="3878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7" name="Freeform 42876">
                <a:extLst>
                  <a:ext uri="{FF2B5EF4-FFF2-40B4-BE49-F238E27FC236}">
                    <a16:creationId xmlns:a16="http://schemas.microsoft.com/office/drawing/2014/main" id="{9FF3969A-A095-898C-2E43-1CE52DCE91D1}"/>
                  </a:ext>
                </a:extLst>
              </p:cNvPr>
              <p:cNvSpPr/>
              <p:nvPr/>
            </p:nvSpPr>
            <p:spPr>
              <a:xfrm>
                <a:off x="8127853" y="3870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8" name="Freeform 42877">
                <a:extLst>
                  <a:ext uri="{FF2B5EF4-FFF2-40B4-BE49-F238E27FC236}">
                    <a16:creationId xmlns:a16="http://schemas.microsoft.com/office/drawing/2014/main" id="{2427CA4D-7CCA-4E3C-E554-FE541E576E7A}"/>
                  </a:ext>
                </a:extLst>
              </p:cNvPr>
              <p:cNvSpPr/>
              <p:nvPr/>
            </p:nvSpPr>
            <p:spPr>
              <a:xfrm>
                <a:off x="8128448" y="38655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79" name="Freeform 42878">
                <a:extLst>
                  <a:ext uri="{FF2B5EF4-FFF2-40B4-BE49-F238E27FC236}">
                    <a16:creationId xmlns:a16="http://schemas.microsoft.com/office/drawing/2014/main" id="{D0AD48D0-EF44-1424-A16F-C1AD1C20C35B}"/>
                  </a:ext>
                </a:extLst>
              </p:cNvPr>
              <p:cNvSpPr/>
              <p:nvPr/>
            </p:nvSpPr>
            <p:spPr>
              <a:xfrm>
                <a:off x="8128945" y="385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0" name="Freeform 42879">
                <a:extLst>
                  <a:ext uri="{FF2B5EF4-FFF2-40B4-BE49-F238E27FC236}">
                    <a16:creationId xmlns:a16="http://schemas.microsoft.com/office/drawing/2014/main" id="{D52DA5AA-9EB7-2883-03F2-205A6DD7D7C3}"/>
                  </a:ext>
                </a:extLst>
              </p:cNvPr>
              <p:cNvSpPr/>
              <p:nvPr/>
            </p:nvSpPr>
            <p:spPr>
              <a:xfrm>
                <a:off x="8129441" y="3858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1" name="Freeform 42880">
                <a:extLst>
                  <a:ext uri="{FF2B5EF4-FFF2-40B4-BE49-F238E27FC236}">
                    <a16:creationId xmlns:a16="http://schemas.microsoft.com/office/drawing/2014/main" id="{986F013D-7ED9-A322-CCFD-09AEB6C2B446}"/>
                  </a:ext>
                </a:extLst>
              </p:cNvPr>
              <p:cNvSpPr/>
              <p:nvPr/>
            </p:nvSpPr>
            <p:spPr>
              <a:xfrm>
                <a:off x="8130036" y="385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2" name="Freeform 42881">
                <a:extLst>
                  <a:ext uri="{FF2B5EF4-FFF2-40B4-BE49-F238E27FC236}">
                    <a16:creationId xmlns:a16="http://schemas.microsoft.com/office/drawing/2014/main" id="{81ED8F20-AC6A-4C33-2EB6-1A3D04AE6A4F}"/>
                  </a:ext>
                </a:extLst>
              </p:cNvPr>
              <p:cNvSpPr/>
              <p:nvPr/>
            </p:nvSpPr>
            <p:spPr>
              <a:xfrm>
                <a:off x="8130532" y="3857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3" name="Freeform 42882">
                <a:extLst>
                  <a:ext uri="{FF2B5EF4-FFF2-40B4-BE49-F238E27FC236}">
                    <a16:creationId xmlns:a16="http://schemas.microsoft.com/office/drawing/2014/main" id="{8CD116C6-4735-DA23-3627-137F6A8EE30D}"/>
                  </a:ext>
                </a:extLst>
              </p:cNvPr>
              <p:cNvSpPr/>
              <p:nvPr/>
            </p:nvSpPr>
            <p:spPr>
              <a:xfrm>
                <a:off x="8131028" y="3899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4" name="Freeform 42883">
                <a:extLst>
                  <a:ext uri="{FF2B5EF4-FFF2-40B4-BE49-F238E27FC236}">
                    <a16:creationId xmlns:a16="http://schemas.microsoft.com/office/drawing/2014/main" id="{FAE1EFA3-0A03-E268-8F8C-347C96C8DE6A}"/>
                  </a:ext>
                </a:extLst>
              </p:cNvPr>
              <p:cNvSpPr/>
              <p:nvPr/>
            </p:nvSpPr>
            <p:spPr>
              <a:xfrm>
                <a:off x="8131524" y="40051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5" name="Freeform 42884">
                <a:extLst>
                  <a:ext uri="{FF2B5EF4-FFF2-40B4-BE49-F238E27FC236}">
                    <a16:creationId xmlns:a16="http://schemas.microsoft.com/office/drawing/2014/main" id="{6866F56C-77AC-D2A2-93F4-EF16250E5ECE}"/>
                  </a:ext>
                </a:extLst>
              </p:cNvPr>
              <p:cNvSpPr/>
              <p:nvPr/>
            </p:nvSpPr>
            <p:spPr>
              <a:xfrm>
                <a:off x="8132120" y="40252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6" name="Freeform 42885">
                <a:extLst>
                  <a:ext uri="{FF2B5EF4-FFF2-40B4-BE49-F238E27FC236}">
                    <a16:creationId xmlns:a16="http://schemas.microsoft.com/office/drawing/2014/main" id="{983D423E-3B8A-F480-3CB3-488E446A26DB}"/>
                  </a:ext>
                </a:extLst>
              </p:cNvPr>
              <p:cNvSpPr/>
              <p:nvPr/>
            </p:nvSpPr>
            <p:spPr>
              <a:xfrm>
                <a:off x="8132616" y="4011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7" name="Freeform 42886">
                <a:extLst>
                  <a:ext uri="{FF2B5EF4-FFF2-40B4-BE49-F238E27FC236}">
                    <a16:creationId xmlns:a16="http://schemas.microsoft.com/office/drawing/2014/main" id="{BFBAEA14-B217-DDC7-8D63-D87259FF063B}"/>
                  </a:ext>
                </a:extLst>
              </p:cNvPr>
              <p:cNvSpPr/>
              <p:nvPr/>
            </p:nvSpPr>
            <p:spPr>
              <a:xfrm>
                <a:off x="8133112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8" name="Freeform 42887">
                <a:extLst>
                  <a:ext uri="{FF2B5EF4-FFF2-40B4-BE49-F238E27FC236}">
                    <a16:creationId xmlns:a16="http://schemas.microsoft.com/office/drawing/2014/main" id="{31F9241C-5FCA-4F7E-349C-066F1F69306E}"/>
                  </a:ext>
                </a:extLst>
              </p:cNvPr>
              <p:cNvSpPr/>
              <p:nvPr/>
            </p:nvSpPr>
            <p:spPr>
              <a:xfrm>
                <a:off x="8133707" y="40080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89" name="Freeform 42888">
                <a:extLst>
                  <a:ext uri="{FF2B5EF4-FFF2-40B4-BE49-F238E27FC236}">
                    <a16:creationId xmlns:a16="http://schemas.microsoft.com/office/drawing/2014/main" id="{3327A820-3388-AFD5-731E-6787FC84A23C}"/>
                  </a:ext>
                </a:extLst>
              </p:cNvPr>
              <p:cNvSpPr/>
              <p:nvPr/>
            </p:nvSpPr>
            <p:spPr>
              <a:xfrm>
                <a:off x="8134203" y="4020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0" name="Freeform 42889">
                <a:extLst>
                  <a:ext uri="{FF2B5EF4-FFF2-40B4-BE49-F238E27FC236}">
                    <a16:creationId xmlns:a16="http://schemas.microsoft.com/office/drawing/2014/main" id="{2E6C0F98-2E9B-97AC-004E-E40FF6D97E67}"/>
                  </a:ext>
                </a:extLst>
              </p:cNvPr>
              <p:cNvSpPr/>
              <p:nvPr/>
            </p:nvSpPr>
            <p:spPr>
              <a:xfrm>
                <a:off x="8134699" y="4023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1" name="Freeform 42890">
                <a:extLst>
                  <a:ext uri="{FF2B5EF4-FFF2-40B4-BE49-F238E27FC236}">
                    <a16:creationId xmlns:a16="http://schemas.microsoft.com/office/drawing/2014/main" id="{80F92FE1-DBBF-7B9E-02CF-07BA6365AF72}"/>
                  </a:ext>
                </a:extLst>
              </p:cNvPr>
              <p:cNvSpPr/>
              <p:nvPr/>
            </p:nvSpPr>
            <p:spPr>
              <a:xfrm>
                <a:off x="8135295" y="4027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2" name="Freeform 42891">
                <a:extLst>
                  <a:ext uri="{FF2B5EF4-FFF2-40B4-BE49-F238E27FC236}">
                    <a16:creationId xmlns:a16="http://schemas.microsoft.com/office/drawing/2014/main" id="{1F33D7CC-3D84-70D7-B457-36F5B829DD78}"/>
                  </a:ext>
                </a:extLst>
              </p:cNvPr>
              <p:cNvSpPr/>
              <p:nvPr/>
            </p:nvSpPr>
            <p:spPr>
              <a:xfrm>
                <a:off x="8135791" y="3899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3" name="Freeform 42892">
                <a:extLst>
                  <a:ext uri="{FF2B5EF4-FFF2-40B4-BE49-F238E27FC236}">
                    <a16:creationId xmlns:a16="http://schemas.microsoft.com/office/drawing/2014/main" id="{FC184D8C-5497-F415-A7DA-F26A78506588}"/>
                  </a:ext>
                </a:extLst>
              </p:cNvPr>
              <p:cNvSpPr/>
              <p:nvPr/>
            </p:nvSpPr>
            <p:spPr>
              <a:xfrm>
                <a:off x="8136287" y="3842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4" name="Freeform 42893">
                <a:extLst>
                  <a:ext uri="{FF2B5EF4-FFF2-40B4-BE49-F238E27FC236}">
                    <a16:creationId xmlns:a16="http://schemas.microsoft.com/office/drawing/2014/main" id="{32A66A1B-9D4B-491E-2A23-A2F278855C6D}"/>
                  </a:ext>
                </a:extLst>
              </p:cNvPr>
              <p:cNvSpPr/>
              <p:nvPr/>
            </p:nvSpPr>
            <p:spPr>
              <a:xfrm>
                <a:off x="8136882" y="3817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5" name="Freeform 42894">
                <a:extLst>
                  <a:ext uri="{FF2B5EF4-FFF2-40B4-BE49-F238E27FC236}">
                    <a16:creationId xmlns:a16="http://schemas.microsoft.com/office/drawing/2014/main" id="{C3617433-A7DE-991E-EE05-261C2BA26E2A}"/>
                  </a:ext>
                </a:extLst>
              </p:cNvPr>
              <p:cNvSpPr/>
              <p:nvPr/>
            </p:nvSpPr>
            <p:spPr>
              <a:xfrm>
                <a:off x="8137378" y="3806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6" name="Freeform 42895">
                <a:extLst>
                  <a:ext uri="{FF2B5EF4-FFF2-40B4-BE49-F238E27FC236}">
                    <a16:creationId xmlns:a16="http://schemas.microsoft.com/office/drawing/2014/main" id="{ED1859E3-E03B-06FC-C00E-12B3C8E92AF5}"/>
                  </a:ext>
                </a:extLst>
              </p:cNvPr>
              <p:cNvSpPr/>
              <p:nvPr/>
            </p:nvSpPr>
            <p:spPr>
              <a:xfrm>
                <a:off x="8137874" y="38051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7" name="Freeform 42896">
                <a:extLst>
                  <a:ext uri="{FF2B5EF4-FFF2-40B4-BE49-F238E27FC236}">
                    <a16:creationId xmlns:a16="http://schemas.microsoft.com/office/drawing/2014/main" id="{24BEB0A0-9550-79B7-53A8-F1FD0FB9FA55}"/>
                  </a:ext>
                </a:extLst>
              </p:cNvPr>
              <p:cNvSpPr/>
              <p:nvPr/>
            </p:nvSpPr>
            <p:spPr>
              <a:xfrm>
                <a:off x="8138470" y="380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8" name="Freeform 42897">
                <a:extLst>
                  <a:ext uri="{FF2B5EF4-FFF2-40B4-BE49-F238E27FC236}">
                    <a16:creationId xmlns:a16="http://schemas.microsoft.com/office/drawing/2014/main" id="{08139B03-D38B-5C73-ED3C-177ABEBCEBAD}"/>
                  </a:ext>
                </a:extLst>
              </p:cNvPr>
              <p:cNvSpPr/>
              <p:nvPr/>
            </p:nvSpPr>
            <p:spPr>
              <a:xfrm>
                <a:off x="8138966" y="3734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99" name="Freeform 42898">
                <a:extLst>
                  <a:ext uri="{FF2B5EF4-FFF2-40B4-BE49-F238E27FC236}">
                    <a16:creationId xmlns:a16="http://schemas.microsoft.com/office/drawing/2014/main" id="{7832B648-6B01-1CAA-5F7A-6BC4E8721577}"/>
                  </a:ext>
                </a:extLst>
              </p:cNvPr>
              <p:cNvSpPr/>
              <p:nvPr/>
            </p:nvSpPr>
            <p:spPr>
              <a:xfrm>
                <a:off x="8139462" y="3778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0" name="Freeform 42899">
                <a:extLst>
                  <a:ext uri="{FF2B5EF4-FFF2-40B4-BE49-F238E27FC236}">
                    <a16:creationId xmlns:a16="http://schemas.microsoft.com/office/drawing/2014/main" id="{5CF58939-FF37-4FFC-09B6-92CB5BB96B7A}"/>
                  </a:ext>
                </a:extLst>
              </p:cNvPr>
              <p:cNvSpPr/>
              <p:nvPr/>
            </p:nvSpPr>
            <p:spPr>
              <a:xfrm>
                <a:off x="8140057" y="3759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1" name="Freeform 42900">
                <a:extLst>
                  <a:ext uri="{FF2B5EF4-FFF2-40B4-BE49-F238E27FC236}">
                    <a16:creationId xmlns:a16="http://schemas.microsoft.com/office/drawing/2014/main" id="{308BCC38-19DC-DE21-13C0-E78D8E2A097C}"/>
                  </a:ext>
                </a:extLst>
              </p:cNvPr>
              <p:cNvSpPr/>
              <p:nvPr/>
            </p:nvSpPr>
            <p:spPr>
              <a:xfrm>
                <a:off x="8140553" y="3732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2" name="Freeform 42901">
                <a:extLst>
                  <a:ext uri="{FF2B5EF4-FFF2-40B4-BE49-F238E27FC236}">
                    <a16:creationId xmlns:a16="http://schemas.microsoft.com/office/drawing/2014/main" id="{1277A591-63A0-24A0-51A7-D5E632C44055}"/>
                  </a:ext>
                </a:extLst>
              </p:cNvPr>
              <p:cNvSpPr/>
              <p:nvPr/>
            </p:nvSpPr>
            <p:spPr>
              <a:xfrm>
                <a:off x="8141049" y="3686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3" name="Freeform 42902">
                <a:extLst>
                  <a:ext uri="{FF2B5EF4-FFF2-40B4-BE49-F238E27FC236}">
                    <a16:creationId xmlns:a16="http://schemas.microsoft.com/office/drawing/2014/main" id="{1D6E875E-352E-6A82-717F-2BBDB808F161}"/>
                  </a:ext>
                </a:extLst>
              </p:cNvPr>
              <p:cNvSpPr/>
              <p:nvPr/>
            </p:nvSpPr>
            <p:spPr>
              <a:xfrm>
                <a:off x="8141645" y="3683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4" name="Freeform 42903">
                <a:extLst>
                  <a:ext uri="{FF2B5EF4-FFF2-40B4-BE49-F238E27FC236}">
                    <a16:creationId xmlns:a16="http://schemas.microsoft.com/office/drawing/2014/main" id="{8902EEE4-D259-5BFF-EF21-DBBE779CE73B}"/>
                  </a:ext>
                </a:extLst>
              </p:cNvPr>
              <p:cNvSpPr/>
              <p:nvPr/>
            </p:nvSpPr>
            <p:spPr>
              <a:xfrm>
                <a:off x="8142141" y="3650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5" name="Freeform 42904">
                <a:extLst>
                  <a:ext uri="{FF2B5EF4-FFF2-40B4-BE49-F238E27FC236}">
                    <a16:creationId xmlns:a16="http://schemas.microsoft.com/office/drawing/2014/main" id="{84818559-A1B7-D38F-153E-5C2FAA270637}"/>
                  </a:ext>
                </a:extLst>
              </p:cNvPr>
              <p:cNvSpPr/>
              <p:nvPr/>
            </p:nvSpPr>
            <p:spPr>
              <a:xfrm>
                <a:off x="8142637" y="3714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6" name="Freeform 42905">
                <a:extLst>
                  <a:ext uri="{FF2B5EF4-FFF2-40B4-BE49-F238E27FC236}">
                    <a16:creationId xmlns:a16="http://schemas.microsoft.com/office/drawing/2014/main" id="{98461FCC-61D5-4FC8-1BAD-92242C6EC5F8}"/>
                  </a:ext>
                </a:extLst>
              </p:cNvPr>
              <p:cNvSpPr/>
              <p:nvPr/>
            </p:nvSpPr>
            <p:spPr>
              <a:xfrm>
                <a:off x="8143133" y="3734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7" name="Freeform 42906">
                <a:extLst>
                  <a:ext uri="{FF2B5EF4-FFF2-40B4-BE49-F238E27FC236}">
                    <a16:creationId xmlns:a16="http://schemas.microsoft.com/office/drawing/2014/main" id="{5397FA51-207C-646B-AD23-9A2D1E052F57}"/>
                  </a:ext>
                </a:extLst>
              </p:cNvPr>
              <p:cNvSpPr/>
              <p:nvPr/>
            </p:nvSpPr>
            <p:spPr>
              <a:xfrm>
                <a:off x="8143728" y="3774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8" name="Freeform 42907">
                <a:extLst>
                  <a:ext uri="{FF2B5EF4-FFF2-40B4-BE49-F238E27FC236}">
                    <a16:creationId xmlns:a16="http://schemas.microsoft.com/office/drawing/2014/main" id="{3CAD00E7-D70B-745B-E1B9-86C2AA5747B7}"/>
                  </a:ext>
                </a:extLst>
              </p:cNvPr>
              <p:cNvSpPr/>
              <p:nvPr/>
            </p:nvSpPr>
            <p:spPr>
              <a:xfrm>
                <a:off x="8144224" y="4023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09" name="Freeform 42908">
                <a:extLst>
                  <a:ext uri="{FF2B5EF4-FFF2-40B4-BE49-F238E27FC236}">
                    <a16:creationId xmlns:a16="http://schemas.microsoft.com/office/drawing/2014/main" id="{8F9BDBF4-9DF6-4F28-8069-92D3514EA7E2}"/>
                  </a:ext>
                </a:extLst>
              </p:cNvPr>
              <p:cNvSpPr/>
              <p:nvPr/>
            </p:nvSpPr>
            <p:spPr>
              <a:xfrm>
                <a:off x="8144720" y="40443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0" name="Freeform 42909">
                <a:extLst>
                  <a:ext uri="{FF2B5EF4-FFF2-40B4-BE49-F238E27FC236}">
                    <a16:creationId xmlns:a16="http://schemas.microsoft.com/office/drawing/2014/main" id="{DAB4A658-FF92-7247-0B46-19CEBC4F24EE}"/>
                  </a:ext>
                </a:extLst>
              </p:cNvPr>
              <p:cNvSpPr/>
              <p:nvPr/>
            </p:nvSpPr>
            <p:spPr>
              <a:xfrm>
                <a:off x="8145316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1" name="Freeform 42910">
                <a:extLst>
                  <a:ext uri="{FF2B5EF4-FFF2-40B4-BE49-F238E27FC236}">
                    <a16:creationId xmlns:a16="http://schemas.microsoft.com/office/drawing/2014/main" id="{3CADE642-582B-148A-9FDE-9C795CA92EDB}"/>
                  </a:ext>
                </a:extLst>
              </p:cNvPr>
              <p:cNvSpPr/>
              <p:nvPr/>
            </p:nvSpPr>
            <p:spPr>
              <a:xfrm>
                <a:off x="8145812" y="40329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2" name="Freeform 42911">
                <a:extLst>
                  <a:ext uri="{FF2B5EF4-FFF2-40B4-BE49-F238E27FC236}">
                    <a16:creationId xmlns:a16="http://schemas.microsoft.com/office/drawing/2014/main" id="{F364F92E-D3C2-0D3B-21B6-328847C50FFA}"/>
                  </a:ext>
                </a:extLst>
              </p:cNvPr>
              <p:cNvSpPr/>
              <p:nvPr/>
            </p:nvSpPr>
            <p:spPr>
              <a:xfrm>
                <a:off x="8146308" y="4022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3" name="Freeform 42912">
                <a:extLst>
                  <a:ext uri="{FF2B5EF4-FFF2-40B4-BE49-F238E27FC236}">
                    <a16:creationId xmlns:a16="http://schemas.microsoft.com/office/drawing/2014/main" id="{9FD38AFA-840A-CDB8-2ACA-964C0E5E5C47}"/>
                  </a:ext>
                </a:extLst>
              </p:cNvPr>
              <p:cNvSpPr/>
              <p:nvPr/>
            </p:nvSpPr>
            <p:spPr>
              <a:xfrm>
                <a:off x="8146903" y="4039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4" name="Freeform 42913">
                <a:extLst>
                  <a:ext uri="{FF2B5EF4-FFF2-40B4-BE49-F238E27FC236}">
                    <a16:creationId xmlns:a16="http://schemas.microsoft.com/office/drawing/2014/main" id="{940EE652-99C4-7C71-5CC8-DE706869C931}"/>
                  </a:ext>
                </a:extLst>
              </p:cNvPr>
              <p:cNvSpPr/>
              <p:nvPr/>
            </p:nvSpPr>
            <p:spPr>
              <a:xfrm>
                <a:off x="8147399" y="4046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5" name="Freeform 42914">
                <a:extLst>
                  <a:ext uri="{FF2B5EF4-FFF2-40B4-BE49-F238E27FC236}">
                    <a16:creationId xmlns:a16="http://schemas.microsoft.com/office/drawing/2014/main" id="{7CE29BFA-727D-5AC5-D246-2820F642C154}"/>
                  </a:ext>
                </a:extLst>
              </p:cNvPr>
              <p:cNvSpPr/>
              <p:nvPr/>
            </p:nvSpPr>
            <p:spPr>
              <a:xfrm>
                <a:off x="8147895" y="4039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6" name="Freeform 42915">
                <a:extLst>
                  <a:ext uri="{FF2B5EF4-FFF2-40B4-BE49-F238E27FC236}">
                    <a16:creationId xmlns:a16="http://schemas.microsoft.com/office/drawing/2014/main" id="{12B54FB9-5712-91EE-D2E7-9F1038DCF75C}"/>
                  </a:ext>
                </a:extLst>
              </p:cNvPr>
              <p:cNvSpPr/>
              <p:nvPr/>
            </p:nvSpPr>
            <p:spPr>
              <a:xfrm>
                <a:off x="8148491" y="387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7" name="Freeform 42916">
                <a:extLst>
                  <a:ext uri="{FF2B5EF4-FFF2-40B4-BE49-F238E27FC236}">
                    <a16:creationId xmlns:a16="http://schemas.microsoft.com/office/drawing/2014/main" id="{80E3FDCD-E3C3-042D-937A-FC25CDA9FE86}"/>
                  </a:ext>
                </a:extLst>
              </p:cNvPr>
              <p:cNvSpPr/>
              <p:nvPr/>
            </p:nvSpPr>
            <p:spPr>
              <a:xfrm>
                <a:off x="8148987" y="3830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8" name="Freeform 42917">
                <a:extLst>
                  <a:ext uri="{FF2B5EF4-FFF2-40B4-BE49-F238E27FC236}">
                    <a16:creationId xmlns:a16="http://schemas.microsoft.com/office/drawing/2014/main" id="{F0533E9D-071C-E682-145B-556765EFA548}"/>
                  </a:ext>
                </a:extLst>
              </p:cNvPr>
              <p:cNvSpPr/>
              <p:nvPr/>
            </p:nvSpPr>
            <p:spPr>
              <a:xfrm>
                <a:off x="8149483" y="3814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19" name="Freeform 42918">
                <a:extLst>
                  <a:ext uri="{FF2B5EF4-FFF2-40B4-BE49-F238E27FC236}">
                    <a16:creationId xmlns:a16="http://schemas.microsoft.com/office/drawing/2014/main" id="{0E977F7E-74F6-502D-92EA-A8F7A517A400}"/>
                  </a:ext>
                </a:extLst>
              </p:cNvPr>
              <p:cNvSpPr/>
              <p:nvPr/>
            </p:nvSpPr>
            <p:spPr>
              <a:xfrm>
                <a:off x="8150078" y="3814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0" name="Freeform 42919">
                <a:extLst>
                  <a:ext uri="{FF2B5EF4-FFF2-40B4-BE49-F238E27FC236}">
                    <a16:creationId xmlns:a16="http://schemas.microsoft.com/office/drawing/2014/main" id="{5BA12166-C0B3-DC65-FC8B-47BD04133004}"/>
                  </a:ext>
                </a:extLst>
              </p:cNvPr>
              <p:cNvSpPr/>
              <p:nvPr/>
            </p:nvSpPr>
            <p:spPr>
              <a:xfrm>
                <a:off x="8150574" y="3814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1" name="Freeform 42920">
                <a:extLst>
                  <a:ext uri="{FF2B5EF4-FFF2-40B4-BE49-F238E27FC236}">
                    <a16:creationId xmlns:a16="http://schemas.microsoft.com/office/drawing/2014/main" id="{B5CB67E2-2971-6BC4-B989-F700AE747792}"/>
                  </a:ext>
                </a:extLst>
              </p:cNvPr>
              <p:cNvSpPr/>
              <p:nvPr/>
            </p:nvSpPr>
            <p:spPr>
              <a:xfrm>
                <a:off x="8151070" y="3810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2" name="Freeform 42921">
                <a:extLst>
                  <a:ext uri="{FF2B5EF4-FFF2-40B4-BE49-F238E27FC236}">
                    <a16:creationId xmlns:a16="http://schemas.microsoft.com/office/drawing/2014/main" id="{7FF98DCA-7CE2-C162-650D-20CA938323C5}"/>
                  </a:ext>
                </a:extLst>
              </p:cNvPr>
              <p:cNvSpPr/>
              <p:nvPr/>
            </p:nvSpPr>
            <p:spPr>
              <a:xfrm>
                <a:off x="8151666" y="3690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3" name="Freeform 42922">
                <a:extLst>
                  <a:ext uri="{FF2B5EF4-FFF2-40B4-BE49-F238E27FC236}">
                    <a16:creationId xmlns:a16="http://schemas.microsoft.com/office/drawing/2014/main" id="{0FBE00EC-9E5F-505D-2A18-5F476C0E949D}"/>
                  </a:ext>
                </a:extLst>
              </p:cNvPr>
              <p:cNvSpPr/>
              <p:nvPr/>
            </p:nvSpPr>
            <p:spPr>
              <a:xfrm>
                <a:off x="8152162" y="3677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4" name="Freeform 42923">
                <a:extLst>
                  <a:ext uri="{FF2B5EF4-FFF2-40B4-BE49-F238E27FC236}">
                    <a16:creationId xmlns:a16="http://schemas.microsoft.com/office/drawing/2014/main" id="{03A77C20-BCEA-9EE1-90FC-476CFB57BC27}"/>
                  </a:ext>
                </a:extLst>
              </p:cNvPr>
              <p:cNvSpPr/>
              <p:nvPr/>
            </p:nvSpPr>
            <p:spPr>
              <a:xfrm>
                <a:off x="8152658" y="3685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5" name="Freeform 42924">
                <a:extLst>
                  <a:ext uri="{FF2B5EF4-FFF2-40B4-BE49-F238E27FC236}">
                    <a16:creationId xmlns:a16="http://schemas.microsoft.com/office/drawing/2014/main" id="{C03EEAA7-DC5A-9464-BD6C-C8DB0BA854E4}"/>
                  </a:ext>
                </a:extLst>
              </p:cNvPr>
              <p:cNvSpPr/>
              <p:nvPr/>
            </p:nvSpPr>
            <p:spPr>
              <a:xfrm>
                <a:off x="8153253" y="3726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6" name="Freeform 42925">
                <a:extLst>
                  <a:ext uri="{FF2B5EF4-FFF2-40B4-BE49-F238E27FC236}">
                    <a16:creationId xmlns:a16="http://schemas.microsoft.com/office/drawing/2014/main" id="{2C256077-2EB1-FB26-9371-928CC4FF302B}"/>
                  </a:ext>
                </a:extLst>
              </p:cNvPr>
              <p:cNvSpPr/>
              <p:nvPr/>
            </p:nvSpPr>
            <p:spPr>
              <a:xfrm>
                <a:off x="8153749" y="3724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7" name="Freeform 42926">
                <a:extLst>
                  <a:ext uri="{FF2B5EF4-FFF2-40B4-BE49-F238E27FC236}">
                    <a16:creationId xmlns:a16="http://schemas.microsoft.com/office/drawing/2014/main" id="{C507811C-116A-6070-0F2D-FBA8AC4892E1}"/>
                  </a:ext>
                </a:extLst>
              </p:cNvPr>
              <p:cNvSpPr/>
              <p:nvPr/>
            </p:nvSpPr>
            <p:spPr>
              <a:xfrm>
                <a:off x="8154245" y="3724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8" name="Freeform 42927">
                <a:extLst>
                  <a:ext uri="{FF2B5EF4-FFF2-40B4-BE49-F238E27FC236}">
                    <a16:creationId xmlns:a16="http://schemas.microsoft.com/office/drawing/2014/main" id="{BF8173A4-2680-A3BF-59E0-9808BF8D3650}"/>
                  </a:ext>
                </a:extLst>
              </p:cNvPr>
              <p:cNvSpPr/>
              <p:nvPr/>
            </p:nvSpPr>
            <p:spPr>
              <a:xfrm>
                <a:off x="8154741" y="3703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29" name="Freeform 42928">
                <a:extLst>
                  <a:ext uri="{FF2B5EF4-FFF2-40B4-BE49-F238E27FC236}">
                    <a16:creationId xmlns:a16="http://schemas.microsoft.com/office/drawing/2014/main" id="{7C8B664E-7339-78CE-74A9-8FB0E12FF58D}"/>
                  </a:ext>
                </a:extLst>
              </p:cNvPr>
              <p:cNvSpPr/>
              <p:nvPr/>
            </p:nvSpPr>
            <p:spPr>
              <a:xfrm>
                <a:off x="8155337" y="3679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0" name="Freeform 42929">
                <a:extLst>
                  <a:ext uri="{FF2B5EF4-FFF2-40B4-BE49-F238E27FC236}">
                    <a16:creationId xmlns:a16="http://schemas.microsoft.com/office/drawing/2014/main" id="{F8C11E5E-1CEF-88A7-65AF-F3975FBAB404}"/>
                  </a:ext>
                </a:extLst>
              </p:cNvPr>
              <p:cNvSpPr/>
              <p:nvPr/>
            </p:nvSpPr>
            <p:spPr>
              <a:xfrm>
                <a:off x="8155833" y="3641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1" name="Freeform 42930">
                <a:extLst>
                  <a:ext uri="{FF2B5EF4-FFF2-40B4-BE49-F238E27FC236}">
                    <a16:creationId xmlns:a16="http://schemas.microsoft.com/office/drawing/2014/main" id="{7EA02642-083E-13D5-A173-FF0E6E91DF24}"/>
                  </a:ext>
                </a:extLst>
              </p:cNvPr>
              <p:cNvSpPr/>
              <p:nvPr/>
            </p:nvSpPr>
            <p:spPr>
              <a:xfrm>
                <a:off x="8156329" y="3847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2" name="Freeform 42931">
                <a:extLst>
                  <a:ext uri="{FF2B5EF4-FFF2-40B4-BE49-F238E27FC236}">
                    <a16:creationId xmlns:a16="http://schemas.microsoft.com/office/drawing/2014/main" id="{8FAD8A18-3736-D62A-A68D-A3F4326832B2}"/>
                  </a:ext>
                </a:extLst>
              </p:cNvPr>
              <p:cNvSpPr/>
              <p:nvPr/>
            </p:nvSpPr>
            <p:spPr>
              <a:xfrm>
                <a:off x="8156924" y="39912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3" name="Freeform 42932">
                <a:extLst>
                  <a:ext uri="{FF2B5EF4-FFF2-40B4-BE49-F238E27FC236}">
                    <a16:creationId xmlns:a16="http://schemas.microsoft.com/office/drawing/2014/main" id="{94D08BCF-8E1D-DCEE-31D5-51680E9D0189}"/>
                  </a:ext>
                </a:extLst>
              </p:cNvPr>
              <p:cNvSpPr/>
              <p:nvPr/>
            </p:nvSpPr>
            <p:spPr>
              <a:xfrm>
                <a:off x="8157420" y="4020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4" name="Freeform 42933">
                <a:extLst>
                  <a:ext uri="{FF2B5EF4-FFF2-40B4-BE49-F238E27FC236}">
                    <a16:creationId xmlns:a16="http://schemas.microsoft.com/office/drawing/2014/main" id="{281850B8-59A9-960B-1DC7-BE0787102A6F}"/>
                  </a:ext>
                </a:extLst>
              </p:cNvPr>
              <p:cNvSpPr/>
              <p:nvPr/>
            </p:nvSpPr>
            <p:spPr>
              <a:xfrm>
                <a:off x="8157916" y="40157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5" name="Freeform 42934">
                <a:extLst>
                  <a:ext uri="{FF2B5EF4-FFF2-40B4-BE49-F238E27FC236}">
                    <a16:creationId xmlns:a16="http://schemas.microsoft.com/office/drawing/2014/main" id="{CD0A8FB6-DBAF-F8BC-9065-4C8EFBB93B79}"/>
                  </a:ext>
                </a:extLst>
              </p:cNvPr>
              <p:cNvSpPr/>
              <p:nvPr/>
            </p:nvSpPr>
            <p:spPr>
              <a:xfrm>
                <a:off x="8158512" y="4008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6" name="Freeform 42935">
                <a:extLst>
                  <a:ext uri="{FF2B5EF4-FFF2-40B4-BE49-F238E27FC236}">
                    <a16:creationId xmlns:a16="http://schemas.microsoft.com/office/drawing/2014/main" id="{BE99CD49-C066-E31C-C626-8AE5AD58FA06}"/>
                  </a:ext>
                </a:extLst>
              </p:cNvPr>
              <p:cNvSpPr/>
              <p:nvPr/>
            </p:nvSpPr>
            <p:spPr>
              <a:xfrm>
                <a:off x="8159008" y="39986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7" name="Freeform 42936">
                <a:extLst>
                  <a:ext uri="{FF2B5EF4-FFF2-40B4-BE49-F238E27FC236}">
                    <a16:creationId xmlns:a16="http://schemas.microsoft.com/office/drawing/2014/main" id="{E88DA55F-775A-5910-AAB5-D42BDBAD02C6}"/>
                  </a:ext>
                </a:extLst>
              </p:cNvPr>
              <p:cNvSpPr/>
              <p:nvPr/>
            </p:nvSpPr>
            <p:spPr>
              <a:xfrm>
                <a:off x="8159504" y="4014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8" name="Freeform 42937">
                <a:extLst>
                  <a:ext uri="{FF2B5EF4-FFF2-40B4-BE49-F238E27FC236}">
                    <a16:creationId xmlns:a16="http://schemas.microsoft.com/office/drawing/2014/main" id="{DA79D1A9-939F-A40B-78EF-391AEEA447AA}"/>
                  </a:ext>
                </a:extLst>
              </p:cNvPr>
              <p:cNvSpPr/>
              <p:nvPr/>
            </p:nvSpPr>
            <p:spPr>
              <a:xfrm>
                <a:off x="8160099" y="40288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39" name="Freeform 42938">
                <a:extLst>
                  <a:ext uri="{FF2B5EF4-FFF2-40B4-BE49-F238E27FC236}">
                    <a16:creationId xmlns:a16="http://schemas.microsoft.com/office/drawing/2014/main" id="{14384807-9C3C-FD71-463F-F9627393078D}"/>
                  </a:ext>
                </a:extLst>
              </p:cNvPr>
              <p:cNvSpPr/>
              <p:nvPr/>
            </p:nvSpPr>
            <p:spPr>
              <a:xfrm>
                <a:off x="8160595" y="40047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0" name="Freeform 42939">
                <a:extLst>
                  <a:ext uri="{FF2B5EF4-FFF2-40B4-BE49-F238E27FC236}">
                    <a16:creationId xmlns:a16="http://schemas.microsoft.com/office/drawing/2014/main" id="{294492BD-88BB-4F9F-EA38-4BF931442FE0}"/>
                  </a:ext>
                </a:extLst>
              </p:cNvPr>
              <p:cNvSpPr/>
              <p:nvPr/>
            </p:nvSpPr>
            <p:spPr>
              <a:xfrm>
                <a:off x="8161091" y="3633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1" name="Freeform 42940">
                <a:extLst>
                  <a:ext uri="{FF2B5EF4-FFF2-40B4-BE49-F238E27FC236}">
                    <a16:creationId xmlns:a16="http://schemas.microsoft.com/office/drawing/2014/main" id="{C0F1467F-88A2-6C0A-77AE-16234E715B22}"/>
                  </a:ext>
                </a:extLst>
              </p:cNvPr>
              <p:cNvSpPr/>
              <p:nvPr/>
            </p:nvSpPr>
            <p:spPr>
              <a:xfrm>
                <a:off x="8161687" y="3583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2" name="Freeform 42941">
                <a:extLst>
                  <a:ext uri="{FF2B5EF4-FFF2-40B4-BE49-F238E27FC236}">
                    <a16:creationId xmlns:a16="http://schemas.microsoft.com/office/drawing/2014/main" id="{195613AF-1B1B-DAAA-EFCD-03D8761C7AFD}"/>
                  </a:ext>
                </a:extLst>
              </p:cNvPr>
              <p:cNvSpPr/>
              <p:nvPr/>
            </p:nvSpPr>
            <p:spPr>
              <a:xfrm>
                <a:off x="8162183" y="3631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3" name="Freeform 42942">
                <a:extLst>
                  <a:ext uri="{FF2B5EF4-FFF2-40B4-BE49-F238E27FC236}">
                    <a16:creationId xmlns:a16="http://schemas.microsoft.com/office/drawing/2014/main" id="{18B7812A-B92C-FDD4-8730-0BD29EB49845}"/>
                  </a:ext>
                </a:extLst>
              </p:cNvPr>
              <p:cNvSpPr/>
              <p:nvPr/>
            </p:nvSpPr>
            <p:spPr>
              <a:xfrm>
                <a:off x="8162679" y="3632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4" name="Freeform 42943">
                <a:extLst>
                  <a:ext uri="{FF2B5EF4-FFF2-40B4-BE49-F238E27FC236}">
                    <a16:creationId xmlns:a16="http://schemas.microsoft.com/office/drawing/2014/main" id="{90B10BBB-EB0C-209A-A49F-5622A43452FE}"/>
                  </a:ext>
                </a:extLst>
              </p:cNvPr>
              <p:cNvSpPr/>
              <p:nvPr/>
            </p:nvSpPr>
            <p:spPr>
              <a:xfrm>
                <a:off x="8163274" y="3625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5" name="Freeform 42944">
                <a:extLst>
                  <a:ext uri="{FF2B5EF4-FFF2-40B4-BE49-F238E27FC236}">
                    <a16:creationId xmlns:a16="http://schemas.microsoft.com/office/drawing/2014/main" id="{3989D26E-EF86-6E79-3405-89A0E4D3BA91}"/>
                  </a:ext>
                </a:extLst>
              </p:cNvPr>
              <p:cNvSpPr/>
              <p:nvPr/>
            </p:nvSpPr>
            <p:spPr>
              <a:xfrm>
                <a:off x="8163770" y="3615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6" name="Freeform 42945">
                <a:extLst>
                  <a:ext uri="{FF2B5EF4-FFF2-40B4-BE49-F238E27FC236}">
                    <a16:creationId xmlns:a16="http://schemas.microsoft.com/office/drawing/2014/main" id="{AE119CF7-303D-7B0B-4495-C86AA521FB3B}"/>
                  </a:ext>
                </a:extLst>
              </p:cNvPr>
              <p:cNvSpPr/>
              <p:nvPr/>
            </p:nvSpPr>
            <p:spPr>
              <a:xfrm>
                <a:off x="8164266" y="3609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7" name="Freeform 42946">
                <a:extLst>
                  <a:ext uri="{FF2B5EF4-FFF2-40B4-BE49-F238E27FC236}">
                    <a16:creationId xmlns:a16="http://schemas.microsoft.com/office/drawing/2014/main" id="{D07F6A2F-9EBC-7795-02E7-626A5E02D522}"/>
                  </a:ext>
                </a:extLst>
              </p:cNvPr>
              <p:cNvSpPr/>
              <p:nvPr/>
            </p:nvSpPr>
            <p:spPr>
              <a:xfrm>
                <a:off x="8164862" y="3571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8" name="Freeform 42947">
                <a:extLst>
                  <a:ext uri="{FF2B5EF4-FFF2-40B4-BE49-F238E27FC236}">
                    <a16:creationId xmlns:a16="http://schemas.microsoft.com/office/drawing/2014/main" id="{3E8F3B59-CB3F-4C14-0DA9-09A2A83C272F}"/>
                  </a:ext>
                </a:extLst>
              </p:cNvPr>
              <p:cNvSpPr/>
              <p:nvPr/>
            </p:nvSpPr>
            <p:spPr>
              <a:xfrm>
                <a:off x="8165358" y="3539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49" name="Freeform 42948">
                <a:extLst>
                  <a:ext uri="{FF2B5EF4-FFF2-40B4-BE49-F238E27FC236}">
                    <a16:creationId xmlns:a16="http://schemas.microsoft.com/office/drawing/2014/main" id="{8D8FFBD8-9818-87FC-F4CB-CDAABDB8BA0B}"/>
                  </a:ext>
                </a:extLst>
              </p:cNvPr>
              <p:cNvSpPr/>
              <p:nvPr/>
            </p:nvSpPr>
            <p:spPr>
              <a:xfrm>
                <a:off x="8165854" y="3515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0" name="Freeform 42949">
                <a:extLst>
                  <a:ext uri="{FF2B5EF4-FFF2-40B4-BE49-F238E27FC236}">
                    <a16:creationId xmlns:a16="http://schemas.microsoft.com/office/drawing/2014/main" id="{4FF2BC6F-5BA8-BD52-2A07-753554B69D63}"/>
                  </a:ext>
                </a:extLst>
              </p:cNvPr>
              <p:cNvSpPr/>
              <p:nvPr/>
            </p:nvSpPr>
            <p:spPr>
              <a:xfrm>
                <a:off x="8166449" y="3490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1" name="Freeform 42950">
                <a:extLst>
                  <a:ext uri="{FF2B5EF4-FFF2-40B4-BE49-F238E27FC236}">
                    <a16:creationId xmlns:a16="http://schemas.microsoft.com/office/drawing/2014/main" id="{A98EF415-7B00-EEA7-1BD3-664D72615A06}"/>
                  </a:ext>
                </a:extLst>
              </p:cNvPr>
              <p:cNvSpPr/>
              <p:nvPr/>
            </p:nvSpPr>
            <p:spPr>
              <a:xfrm>
                <a:off x="8166945" y="3461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2" name="Freeform 42951">
                <a:extLst>
                  <a:ext uri="{FF2B5EF4-FFF2-40B4-BE49-F238E27FC236}">
                    <a16:creationId xmlns:a16="http://schemas.microsoft.com/office/drawing/2014/main" id="{82D71A0E-CFF4-1021-8C46-41B04A165439}"/>
                  </a:ext>
                </a:extLst>
              </p:cNvPr>
              <p:cNvSpPr/>
              <p:nvPr/>
            </p:nvSpPr>
            <p:spPr>
              <a:xfrm>
                <a:off x="8167441" y="3431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3" name="Freeform 42952">
                <a:extLst>
                  <a:ext uri="{FF2B5EF4-FFF2-40B4-BE49-F238E27FC236}">
                    <a16:creationId xmlns:a16="http://schemas.microsoft.com/office/drawing/2014/main" id="{4ECB23ED-72E3-6558-406B-88A204BBB739}"/>
                  </a:ext>
                </a:extLst>
              </p:cNvPr>
              <p:cNvSpPr/>
              <p:nvPr/>
            </p:nvSpPr>
            <p:spPr>
              <a:xfrm>
                <a:off x="8167938" y="3434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4" name="Freeform 42953">
                <a:extLst>
                  <a:ext uri="{FF2B5EF4-FFF2-40B4-BE49-F238E27FC236}">
                    <a16:creationId xmlns:a16="http://schemas.microsoft.com/office/drawing/2014/main" id="{8EA5154F-9D07-2DD3-5463-39FC207B56F6}"/>
                  </a:ext>
                </a:extLst>
              </p:cNvPr>
              <p:cNvSpPr/>
              <p:nvPr/>
            </p:nvSpPr>
            <p:spPr>
              <a:xfrm>
                <a:off x="8168533" y="3439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5" name="Freeform 42954">
                <a:extLst>
                  <a:ext uri="{FF2B5EF4-FFF2-40B4-BE49-F238E27FC236}">
                    <a16:creationId xmlns:a16="http://schemas.microsoft.com/office/drawing/2014/main" id="{4F4EE968-9F77-D103-48A8-CBB4EBEDED54}"/>
                  </a:ext>
                </a:extLst>
              </p:cNvPr>
              <p:cNvSpPr/>
              <p:nvPr/>
            </p:nvSpPr>
            <p:spPr>
              <a:xfrm>
                <a:off x="8169029" y="3449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6" name="Freeform 42955">
                <a:extLst>
                  <a:ext uri="{FF2B5EF4-FFF2-40B4-BE49-F238E27FC236}">
                    <a16:creationId xmlns:a16="http://schemas.microsoft.com/office/drawing/2014/main" id="{4FC8ADCB-5D47-8013-F161-E9905BC5D876}"/>
                  </a:ext>
                </a:extLst>
              </p:cNvPr>
              <p:cNvSpPr/>
              <p:nvPr/>
            </p:nvSpPr>
            <p:spPr>
              <a:xfrm>
                <a:off x="8169525" y="3888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7" name="Freeform 42956">
                <a:extLst>
                  <a:ext uri="{FF2B5EF4-FFF2-40B4-BE49-F238E27FC236}">
                    <a16:creationId xmlns:a16="http://schemas.microsoft.com/office/drawing/2014/main" id="{A26F56FB-3486-8A3B-4BF9-0E46E6B194EF}"/>
                  </a:ext>
                </a:extLst>
              </p:cNvPr>
              <p:cNvSpPr/>
              <p:nvPr/>
            </p:nvSpPr>
            <p:spPr>
              <a:xfrm>
                <a:off x="8170120" y="39520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8" name="Freeform 42957">
                <a:extLst>
                  <a:ext uri="{FF2B5EF4-FFF2-40B4-BE49-F238E27FC236}">
                    <a16:creationId xmlns:a16="http://schemas.microsoft.com/office/drawing/2014/main" id="{BB1A3E2F-8212-537B-FD74-73837358AC4A}"/>
                  </a:ext>
                </a:extLst>
              </p:cNvPr>
              <p:cNvSpPr/>
              <p:nvPr/>
            </p:nvSpPr>
            <p:spPr>
              <a:xfrm>
                <a:off x="8170616" y="39545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59" name="Freeform 42958">
                <a:extLst>
                  <a:ext uri="{FF2B5EF4-FFF2-40B4-BE49-F238E27FC236}">
                    <a16:creationId xmlns:a16="http://schemas.microsoft.com/office/drawing/2014/main" id="{E2FD40B5-683F-DD58-A789-2BFA6AE1F07B}"/>
                  </a:ext>
                </a:extLst>
              </p:cNvPr>
              <p:cNvSpPr/>
              <p:nvPr/>
            </p:nvSpPr>
            <p:spPr>
              <a:xfrm>
                <a:off x="8171113" y="394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0" name="Freeform 42959">
                <a:extLst>
                  <a:ext uri="{FF2B5EF4-FFF2-40B4-BE49-F238E27FC236}">
                    <a16:creationId xmlns:a16="http://schemas.microsoft.com/office/drawing/2014/main" id="{6F1B6983-2381-718A-F102-DB8C47D11BD7}"/>
                  </a:ext>
                </a:extLst>
              </p:cNvPr>
              <p:cNvSpPr/>
              <p:nvPr/>
            </p:nvSpPr>
            <p:spPr>
              <a:xfrm>
                <a:off x="8171708" y="39394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1" name="Freeform 42960">
                <a:extLst>
                  <a:ext uri="{FF2B5EF4-FFF2-40B4-BE49-F238E27FC236}">
                    <a16:creationId xmlns:a16="http://schemas.microsoft.com/office/drawing/2014/main" id="{525D4F2B-938D-FCDE-157A-7D84DDE5F5E9}"/>
                  </a:ext>
                </a:extLst>
              </p:cNvPr>
              <p:cNvSpPr/>
              <p:nvPr/>
            </p:nvSpPr>
            <p:spPr>
              <a:xfrm>
                <a:off x="8172204" y="39472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2" name="Freeform 42961">
                <a:extLst>
                  <a:ext uri="{FF2B5EF4-FFF2-40B4-BE49-F238E27FC236}">
                    <a16:creationId xmlns:a16="http://schemas.microsoft.com/office/drawing/2014/main" id="{9714E7E0-917E-93FA-7FDE-E61B4BA96352}"/>
                  </a:ext>
                </a:extLst>
              </p:cNvPr>
              <p:cNvSpPr/>
              <p:nvPr/>
            </p:nvSpPr>
            <p:spPr>
              <a:xfrm>
                <a:off x="8172700" y="39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3" name="Freeform 42962">
                <a:extLst>
                  <a:ext uri="{FF2B5EF4-FFF2-40B4-BE49-F238E27FC236}">
                    <a16:creationId xmlns:a16="http://schemas.microsoft.com/office/drawing/2014/main" id="{97EE819D-1D4D-51C7-07EC-7E64CA481840}"/>
                  </a:ext>
                </a:extLst>
              </p:cNvPr>
              <p:cNvSpPr/>
              <p:nvPr/>
            </p:nvSpPr>
            <p:spPr>
              <a:xfrm>
                <a:off x="8173295" y="3931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4" name="Freeform 42963">
                <a:extLst>
                  <a:ext uri="{FF2B5EF4-FFF2-40B4-BE49-F238E27FC236}">
                    <a16:creationId xmlns:a16="http://schemas.microsoft.com/office/drawing/2014/main" id="{CB0E4961-6FB1-3EFA-DBEA-D47ED6A7B3DC}"/>
                  </a:ext>
                </a:extLst>
              </p:cNvPr>
              <p:cNvSpPr/>
              <p:nvPr/>
            </p:nvSpPr>
            <p:spPr>
              <a:xfrm>
                <a:off x="8173791" y="3580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5" name="Freeform 42964">
                <a:extLst>
                  <a:ext uri="{FF2B5EF4-FFF2-40B4-BE49-F238E27FC236}">
                    <a16:creationId xmlns:a16="http://schemas.microsoft.com/office/drawing/2014/main" id="{B7EEA377-19D6-E0C8-A619-DDB002B9145E}"/>
                  </a:ext>
                </a:extLst>
              </p:cNvPr>
              <p:cNvSpPr/>
              <p:nvPr/>
            </p:nvSpPr>
            <p:spPr>
              <a:xfrm>
                <a:off x="8174288" y="3521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6" name="Freeform 42965">
                <a:extLst>
                  <a:ext uri="{FF2B5EF4-FFF2-40B4-BE49-F238E27FC236}">
                    <a16:creationId xmlns:a16="http://schemas.microsoft.com/office/drawing/2014/main" id="{8B9E9A35-46CC-4D52-BCDB-CBF4841420DE}"/>
                  </a:ext>
                </a:extLst>
              </p:cNvPr>
              <p:cNvSpPr/>
              <p:nvPr/>
            </p:nvSpPr>
            <p:spPr>
              <a:xfrm>
                <a:off x="8174883" y="3524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7" name="Freeform 42966">
                <a:extLst>
                  <a:ext uri="{FF2B5EF4-FFF2-40B4-BE49-F238E27FC236}">
                    <a16:creationId xmlns:a16="http://schemas.microsoft.com/office/drawing/2014/main" id="{2CC5B7D5-2E50-E121-9CFE-88AFF885FC88}"/>
                  </a:ext>
                </a:extLst>
              </p:cNvPr>
              <p:cNvSpPr/>
              <p:nvPr/>
            </p:nvSpPr>
            <p:spPr>
              <a:xfrm>
                <a:off x="8175379" y="3584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8" name="Freeform 42967">
                <a:extLst>
                  <a:ext uri="{FF2B5EF4-FFF2-40B4-BE49-F238E27FC236}">
                    <a16:creationId xmlns:a16="http://schemas.microsoft.com/office/drawing/2014/main" id="{A074431F-A2FC-1030-BBA5-367ABB3953A7}"/>
                  </a:ext>
                </a:extLst>
              </p:cNvPr>
              <p:cNvSpPr/>
              <p:nvPr/>
            </p:nvSpPr>
            <p:spPr>
              <a:xfrm>
                <a:off x="8175875" y="3522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69" name="Freeform 42968">
                <a:extLst>
                  <a:ext uri="{FF2B5EF4-FFF2-40B4-BE49-F238E27FC236}">
                    <a16:creationId xmlns:a16="http://schemas.microsoft.com/office/drawing/2014/main" id="{218BB500-0107-91C4-7989-65235D92E60D}"/>
                  </a:ext>
                </a:extLst>
              </p:cNvPr>
              <p:cNvSpPr/>
              <p:nvPr/>
            </p:nvSpPr>
            <p:spPr>
              <a:xfrm>
                <a:off x="8176470" y="3563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0" name="Freeform 42969">
                <a:extLst>
                  <a:ext uri="{FF2B5EF4-FFF2-40B4-BE49-F238E27FC236}">
                    <a16:creationId xmlns:a16="http://schemas.microsoft.com/office/drawing/2014/main" id="{0B56D125-F39A-6B62-4B46-A77359922D5F}"/>
                  </a:ext>
                </a:extLst>
              </p:cNvPr>
              <p:cNvSpPr/>
              <p:nvPr/>
            </p:nvSpPr>
            <p:spPr>
              <a:xfrm>
                <a:off x="8176966" y="3542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1" name="Freeform 42970">
                <a:extLst>
                  <a:ext uri="{FF2B5EF4-FFF2-40B4-BE49-F238E27FC236}">
                    <a16:creationId xmlns:a16="http://schemas.microsoft.com/office/drawing/2014/main" id="{BCECE8BF-2C41-A8D4-A681-E03A0DACC804}"/>
                  </a:ext>
                </a:extLst>
              </p:cNvPr>
              <p:cNvSpPr/>
              <p:nvPr/>
            </p:nvSpPr>
            <p:spPr>
              <a:xfrm>
                <a:off x="8177463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2" name="Freeform 42971">
                <a:extLst>
                  <a:ext uri="{FF2B5EF4-FFF2-40B4-BE49-F238E27FC236}">
                    <a16:creationId xmlns:a16="http://schemas.microsoft.com/office/drawing/2014/main" id="{735A4C01-BD0D-1385-5ECC-54BF51703A47}"/>
                  </a:ext>
                </a:extLst>
              </p:cNvPr>
              <p:cNvSpPr/>
              <p:nvPr/>
            </p:nvSpPr>
            <p:spPr>
              <a:xfrm>
                <a:off x="8178058" y="3510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3" name="Freeform 42972">
                <a:extLst>
                  <a:ext uri="{FF2B5EF4-FFF2-40B4-BE49-F238E27FC236}">
                    <a16:creationId xmlns:a16="http://schemas.microsoft.com/office/drawing/2014/main" id="{42F3697B-B38C-DB50-C022-542A53585756}"/>
                  </a:ext>
                </a:extLst>
              </p:cNvPr>
              <p:cNvSpPr/>
              <p:nvPr/>
            </p:nvSpPr>
            <p:spPr>
              <a:xfrm>
                <a:off x="8178554" y="3484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4" name="Freeform 42973">
                <a:extLst>
                  <a:ext uri="{FF2B5EF4-FFF2-40B4-BE49-F238E27FC236}">
                    <a16:creationId xmlns:a16="http://schemas.microsoft.com/office/drawing/2014/main" id="{9A26E199-A5F9-37C7-1FC9-4396C70EDE85}"/>
                  </a:ext>
                </a:extLst>
              </p:cNvPr>
              <p:cNvSpPr/>
              <p:nvPr/>
            </p:nvSpPr>
            <p:spPr>
              <a:xfrm>
                <a:off x="8179050" y="3450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5" name="Freeform 42974">
                <a:extLst>
                  <a:ext uri="{FF2B5EF4-FFF2-40B4-BE49-F238E27FC236}">
                    <a16:creationId xmlns:a16="http://schemas.microsoft.com/office/drawing/2014/main" id="{F5ABA31F-6298-E99E-D6BA-1C807628CEC8}"/>
                  </a:ext>
                </a:extLst>
              </p:cNvPr>
              <p:cNvSpPr/>
              <p:nvPr/>
            </p:nvSpPr>
            <p:spPr>
              <a:xfrm>
                <a:off x="8179546" y="3429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6" name="Freeform 42975">
                <a:extLst>
                  <a:ext uri="{FF2B5EF4-FFF2-40B4-BE49-F238E27FC236}">
                    <a16:creationId xmlns:a16="http://schemas.microsoft.com/office/drawing/2014/main" id="{852DE794-FE18-524C-6AA4-327075AD6829}"/>
                  </a:ext>
                </a:extLst>
              </p:cNvPr>
              <p:cNvSpPr/>
              <p:nvPr/>
            </p:nvSpPr>
            <p:spPr>
              <a:xfrm>
                <a:off x="8180141" y="3412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7" name="Freeform 42976">
                <a:extLst>
                  <a:ext uri="{FF2B5EF4-FFF2-40B4-BE49-F238E27FC236}">
                    <a16:creationId xmlns:a16="http://schemas.microsoft.com/office/drawing/2014/main" id="{E66F6268-19D1-5A29-BB2B-AB7F52CEFF99}"/>
                  </a:ext>
                </a:extLst>
              </p:cNvPr>
              <p:cNvSpPr/>
              <p:nvPr/>
            </p:nvSpPr>
            <p:spPr>
              <a:xfrm>
                <a:off x="8180638" y="3386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8" name="Freeform 42977">
                <a:extLst>
                  <a:ext uri="{FF2B5EF4-FFF2-40B4-BE49-F238E27FC236}">
                    <a16:creationId xmlns:a16="http://schemas.microsoft.com/office/drawing/2014/main" id="{7F04ACF8-42E8-C3EC-7F27-817F6E0F4D04}"/>
                  </a:ext>
                </a:extLst>
              </p:cNvPr>
              <p:cNvSpPr/>
              <p:nvPr/>
            </p:nvSpPr>
            <p:spPr>
              <a:xfrm>
                <a:off x="8181134" y="3388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79" name="Freeform 42978">
                <a:extLst>
                  <a:ext uri="{FF2B5EF4-FFF2-40B4-BE49-F238E27FC236}">
                    <a16:creationId xmlns:a16="http://schemas.microsoft.com/office/drawing/2014/main" id="{60D7E245-DAF1-15E5-D259-D854A3DA1F5E}"/>
                  </a:ext>
                </a:extLst>
              </p:cNvPr>
              <p:cNvSpPr/>
              <p:nvPr/>
            </p:nvSpPr>
            <p:spPr>
              <a:xfrm>
                <a:off x="8181729" y="3504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0" name="Freeform 42979">
                <a:extLst>
                  <a:ext uri="{FF2B5EF4-FFF2-40B4-BE49-F238E27FC236}">
                    <a16:creationId xmlns:a16="http://schemas.microsoft.com/office/drawing/2014/main" id="{64BE0B93-6579-D796-16C7-AA3EB585060C}"/>
                  </a:ext>
                </a:extLst>
              </p:cNvPr>
              <p:cNvSpPr/>
              <p:nvPr/>
            </p:nvSpPr>
            <p:spPr>
              <a:xfrm>
                <a:off x="8182225" y="390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1" name="Freeform 42980">
                <a:extLst>
                  <a:ext uri="{FF2B5EF4-FFF2-40B4-BE49-F238E27FC236}">
                    <a16:creationId xmlns:a16="http://schemas.microsoft.com/office/drawing/2014/main" id="{A1FFCC69-53CA-28C6-DA98-1EC771C2FEED}"/>
                  </a:ext>
                </a:extLst>
              </p:cNvPr>
              <p:cNvSpPr/>
              <p:nvPr/>
            </p:nvSpPr>
            <p:spPr>
              <a:xfrm>
                <a:off x="8182721" y="396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2" name="Freeform 42981">
                <a:extLst>
                  <a:ext uri="{FF2B5EF4-FFF2-40B4-BE49-F238E27FC236}">
                    <a16:creationId xmlns:a16="http://schemas.microsoft.com/office/drawing/2014/main" id="{B961B1FE-8807-D248-3AAF-E2F3A8A7510A}"/>
                  </a:ext>
                </a:extLst>
              </p:cNvPr>
              <p:cNvSpPr/>
              <p:nvPr/>
            </p:nvSpPr>
            <p:spPr>
              <a:xfrm>
                <a:off x="8183316" y="3962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3" name="Freeform 42982">
                <a:extLst>
                  <a:ext uri="{FF2B5EF4-FFF2-40B4-BE49-F238E27FC236}">
                    <a16:creationId xmlns:a16="http://schemas.microsoft.com/office/drawing/2014/main" id="{DEA0D949-6649-B2D6-D328-0663D6A8B08C}"/>
                  </a:ext>
                </a:extLst>
              </p:cNvPr>
              <p:cNvSpPr/>
              <p:nvPr/>
            </p:nvSpPr>
            <p:spPr>
              <a:xfrm>
                <a:off x="8183813" y="39500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4" name="Freeform 42983">
                <a:extLst>
                  <a:ext uri="{FF2B5EF4-FFF2-40B4-BE49-F238E27FC236}">
                    <a16:creationId xmlns:a16="http://schemas.microsoft.com/office/drawing/2014/main" id="{A1A95D99-3042-87C5-2E1B-AECC294F1EB6}"/>
                  </a:ext>
                </a:extLst>
              </p:cNvPr>
              <p:cNvSpPr/>
              <p:nvPr/>
            </p:nvSpPr>
            <p:spPr>
              <a:xfrm>
                <a:off x="8184309" y="394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5" name="Freeform 42984">
                <a:extLst>
                  <a:ext uri="{FF2B5EF4-FFF2-40B4-BE49-F238E27FC236}">
                    <a16:creationId xmlns:a16="http://schemas.microsoft.com/office/drawing/2014/main" id="{D2A7791F-BC0F-280C-BB7C-A3FDE5160411}"/>
                  </a:ext>
                </a:extLst>
              </p:cNvPr>
              <p:cNvSpPr/>
              <p:nvPr/>
            </p:nvSpPr>
            <p:spPr>
              <a:xfrm>
                <a:off x="8184904" y="3958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6" name="Freeform 42985">
                <a:extLst>
                  <a:ext uri="{FF2B5EF4-FFF2-40B4-BE49-F238E27FC236}">
                    <a16:creationId xmlns:a16="http://schemas.microsoft.com/office/drawing/2014/main" id="{2565FBB2-98B2-4341-7EB5-CE53FD0D10E6}"/>
                  </a:ext>
                </a:extLst>
              </p:cNvPr>
              <p:cNvSpPr/>
              <p:nvPr/>
            </p:nvSpPr>
            <p:spPr>
              <a:xfrm>
                <a:off x="8185400" y="3965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7" name="Freeform 42986">
                <a:extLst>
                  <a:ext uri="{FF2B5EF4-FFF2-40B4-BE49-F238E27FC236}">
                    <a16:creationId xmlns:a16="http://schemas.microsoft.com/office/drawing/2014/main" id="{4AEE71B8-C9C9-C356-6DC6-AB8AE9E08306}"/>
                  </a:ext>
                </a:extLst>
              </p:cNvPr>
              <p:cNvSpPr/>
              <p:nvPr/>
            </p:nvSpPr>
            <p:spPr>
              <a:xfrm>
                <a:off x="8185896" y="3946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8" name="Freeform 42987">
                <a:extLst>
                  <a:ext uri="{FF2B5EF4-FFF2-40B4-BE49-F238E27FC236}">
                    <a16:creationId xmlns:a16="http://schemas.microsoft.com/office/drawing/2014/main" id="{3327B6B2-1B62-F6FE-8A7F-D29EAAF758C2}"/>
                  </a:ext>
                </a:extLst>
              </p:cNvPr>
              <p:cNvSpPr/>
              <p:nvPr/>
            </p:nvSpPr>
            <p:spPr>
              <a:xfrm>
                <a:off x="8186491" y="3652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89" name="Freeform 42988">
                <a:extLst>
                  <a:ext uri="{FF2B5EF4-FFF2-40B4-BE49-F238E27FC236}">
                    <a16:creationId xmlns:a16="http://schemas.microsoft.com/office/drawing/2014/main" id="{AA012CE6-7010-C1C5-C079-C2D6D2B0AD05}"/>
                  </a:ext>
                </a:extLst>
              </p:cNvPr>
              <p:cNvSpPr/>
              <p:nvPr/>
            </p:nvSpPr>
            <p:spPr>
              <a:xfrm>
                <a:off x="8186988" y="3559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0" name="Freeform 42989">
                <a:extLst>
                  <a:ext uri="{FF2B5EF4-FFF2-40B4-BE49-F238E27FC236}">
                    <a16:creationId xmlns:a16="http://schemas.microsoft.com/office/drawing/2014/main" id="{4CFA7558-3ECA-CAE6-C60B-7649A91153EB}"/>
                  </a:ext>
                </a:extLst>
              </p:cNvPr>
              <p:cNvSpPr/>
              <p:nvPr/>
            </p:nvSpPr>
            <p:spPr>
              <a:xfrm>
                <a:off x="8187484" y="3612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1" name="Freeform 42990">
                <a:extLst>
                  <a:ext uri="{FF2B5EF4-FFF2-40B4-BE49-F238E27FC236}">
                    <a16:creationId xmlns:a16="http://schemas.microsoft.com/office/drawing/2014/main" id="{997E77A0-8608-09CC-FE24-66B73D2CEAD8}"/>
                  </a:ext>
                </a:extLst>
              </p:cNvPr>
              <p:cNvSpPr/>
              <p:nvPr/>
            </p:nvSpPr>
            <p:spPr>
              <a:xfrm>
                <a:off x="8188079" y="3610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2" name="Freeform 42991">
                <a:extLst>
                  <a:ext uri="{FF2B5EF4-FFF2-40B4-BE49-F238E27FC236}">
                    <a16:creationId xmlns:a16="http://schemas.microsoft.com/office/drawing/2014/main" id="{774E5773-60C5-615F-0C92-1254E985E56B}"/>
                  </a:ext>
                </a:extLst>
              </p:cNvPr>
              <p:cNvSpPr/>
              <p:nvPr/>
            </p:nvSpPr>
            <p:spPr>
              <a:xfrm>
                <a:off x="8188575" y="3584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3" name="Freeform 42992">
                <a:extLst>
                  <a:ext uri="{FF2B5EF4-FFF2-40B4-BE49-F238E27FC236}">
                    <a16:creationId xmlns:a16="http://schemas.microsoft.com/office/drawing/2014/main" id="{5782B797-4197-F8A7-0ECA-266632939828}"/>
                  </a:ext>
                </a:extLst>
              </p:cNvPr>
              <p:cNvSpPr/>
              <p:nvPr/>
            </p:nvSpPr>
            <p:spPr>
              <a:xfrm>
                <a:off x="8189071" y="3549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4" name="Freeform 42993">
                <a:extLst>
                  <a:ext uri="{FF2B5EF4-FFF2-40B4-BE49-F238E27FC236}">
                    <a16:creationId xmlns:a16="http://schemas.microsoft.com/office/drawing/2014/main" id="{8F232C7F-874A-A8FE-4B85-D05CFF678533}"/>
                  </a:ext>
                </a:extLst>
              </p:cNvPr>
              <p:cNvSpPr/>
              <p:nvPr/>
            </p:nvSpPr>
            <p:spPr>
              <a:xfrm>
                <a:off x="8189666" y="3591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5" name="Freeform 42994">
                <a:extLst>
                  <a:ext uri="{FF2B5EF4-FFF2-40B4-BE49-F238E27FC236}">
                    <a16:creationId xmlns:a16="http://schemas.microsoft.com/office/drawing/2014/main" id="{AEC4C1DE-A5DB-8E33-9813-11BBA3BA8046}"/>
                  </a:ext>
                </a:extLst>
              </p:cNvPr>
              <p:cNvSpPr/>
              <p:nvPr/>
            </p:nvSpPr>
            <p:spPr>
              <a:xfrm>
                <a:off x="8190163" y="357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6" name="Freeform 42995">
                <a:extLst>
                  <a:ext uri="{FF2B5EF4-FFF2-40B4-BE49-F238E27FC236}">
                    <a16:creationId xmlns:a16="http://schemas.microsoft.com/office/drawing/2014/main" id="{3F4B9E1A-6188-B9D5-D632-EDBD68254DE3}"/>
                  </a:ext>
                </a:extLst>
              </p:cNvPr>
              <p:cNvSpPr/>
              <p:nvPr/>
            </p:nvSpPr>
            <p:spPr>
              <a:xfrm>
                <a:off x="8190659" y="3543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7" name="Freeform 42996">
                <a:extLst>
                  <a:ext uri="{FF2B5EF4-FFF2-40B4-BE49-F238E27FC236}">
                    <a16:creationId xmlns:a16="http://schemas.microsoft.com/office/drawing/2014/main" id="{E9AB34CB-8B52-39D9-7794-2363DF07784C}"/>
                  </a:ext>
                </a:extLst>
              </p:cNvPr>
              <p:cNvSpPr/>
              <p:nvPr/>
            </p:nvSpPr>
            <p:spPr>
              <a:xfrm>
                <a:off x="8191155" y="3497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8" name="Freeform 42997">
                <a:extLst>
                  <a:ext uri="{FF2B5EF4-FFF2-40B4-BE49-F238E27FC236}">
                    <a16:creationId xmlns:a16="http://schemas.microsoft.com/office/drawing/2014/main" id="{5619EC46-5396-D5FB-4C33-FD5776060DE5}"/>
                  </a:ext>
                </a:extLst>
              </p:cNvPr>
              <p:cNvSpPr/>
              <p:nvPr/>
            </p:nvSpPr>
            <p:spPr>
              <a:xfrm>
                <a:off x="8191750" y="3472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99" name="Freeform 42998">
                <a:extLst>
                  <a:ext uri="{FF2B5EF4-FFF2-40B4-BE49-F238E27FC236}">
                    <a16:creationId xmlns:a16="http://schemas.microsoft.com/office/drawing/2014/main" id="{B4F81C95-1827-EF6A-A277-066C1E545D3C}"/>
                  </a:ext>
                </a:extLst>
              </p:cNvPr>
              <p:cNvSpPr/>
              <p:nvPr/>
            </p:nvSpPr>
            <p:spPr>
              <a:xfrm>
                <a:off x="8192246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0" name="Freeform 42999">
                <a:extLst>
                  <a:ext uri="{FF2B5EF4-FFF2-40B4-BE49-F238E27FC236}">
                    <a16:creationId xmlns:a16="http://schemas.microsoft.com/office/drawing/2014/main" id="{F0E47A09-E548-411F-F7C0-49DF38AF5321}"/>
                  </a:ext>
                </a:extLst>
              </p:cNvPr>
              <p:cNvSpPr/>
              <p:nvPr/>
            </p:nvSpPr>
            <p:spPr>
              <a:xfrm>
                <a:off x="8192742" y="3428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1" name="Freeform 43000">
                <a:extLst>
                  <a:ext uri="{FF2B5EF4-FFF2-40B4-BE49-F238E27FC236}">
                    <a16:creationId xmlns:a16="http://schemas.microsoft.com/office/drawing/2014/main" id="{E03A4D67-752B-257D-3FB8-E9FA1C3CC937}"/>
                  </a:ext>
                </a:extLst>
              </p:cNvPr>
              <p:cNvSpPr/>
              <p:nvPr/>
            </p:nvSpPr>
            <p:spPr>
              <a:xfrm>
                <a:off x="8193338" y="3401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2" name="Freeform 43001">
                <a:extLst>
                  <a:ext uri="{FF2B5EF4-FFF2-40B4-BE49-F238E27FC236}">
                    <a16:creationId xmlns:a16="http://schemas.microsoft.com/office/drawing/2014/main" id="{1DFEFA09-48ED-6A5D-DC4C-2B375B135BAA}"/>
                  </a:ext>
                </a:extLst>
              </p:cNvPr>
              <p:cNvSpPr/>
              <p:nvPr/>
            </p:nvSpPr>
            <p:spPr>
              <a:xfrm>
                <a:off x="8193834" y="3418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3" name="Freeform 43002">
                <a:extLst>
                  <a:ext uri="{FF2B5EF4-FFF2-40B4-BE49-F238E27FC236}">
                    <a16:creationId xmlns:a16="http://schemas.microsoft.com/office/drawing/2014/main" id="{A4080077-6A0F-DA18-F618-4B1139B2F195}"/>
                  </a:ext>
                </a:extLst>
              </p:cNvPr>
              <p:cNvSpPr/>
              <p:nvPr/>
            </p:nvSpPr>
            <p:spPr>
              <a:xfrm>
                <a:off x="8194330" y="3548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4" name="Freeform 43003">
                <a:extLst>
                  <a:ext uri="{FF2B5EF4-FFF2-40B4-BE49-F238E27FC236}">
                    <a16:creationId xmlns:a16="http://schemas.microsoft.com/office/drawing/2014/main" id="{135C03D1-FF33-74ED-C6A2-E827C65BDAA6}"/>
                  </a:ext>
                </a:extLst>
              </p:cNvPr>
              <p:cNvSpPr/>
              <p:nvPr/>
            </p:nvSpPr>
            <p:spPr>
              <a:xfrm>
                <a:off x="8194925" y="3914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5" name="Freeform 43004">
                <a:extLst>
                  <a:ext uri="{FF2B5EF4-FFF2-40B4-BE49-F238E27FC236}">
                    <a16:creationId xmlns:a16="http://schemas.microsoft.com/office/drawing/2014/main" id="{C5BC8E54-D70A-6269-2120-3DC79F8E800C}"/>
                  </a:ext>
                </a:extLst>
              </p:cNvPr>
              <p:cNvSpPr/>
              <p:nvPr/>
            </p:nvSpPr>
            <p:spPr>
              <a:xfrm>
                <a:off x="8195421" y="39599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6" name="Freeform 43005">
                <a:extLst>
                  <a:ext uri="{FF2B5EF4-FFF2-40B4-BE49-F238E27FC236}">
                    <a16:creationId xmlns:a16="http://schemas.microsoft.com/office/drawing/2014/main" id="{A16F3CC6-98BF-D4BF-F1B3-C11E403CD3AD}"/>
                  </a:ext>
                </a:extLst>
              </p:cNvPr>
              <p:cNvSpPr/>
              <p:nvPr/>
            </p:nvSpPr>
            <p:spPr>
              <a:xfrm>
                <a:off x="8195917" y="3941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7" name="Freeform 43006">
                <a:extLst>
                  <a:ext uri="{FF2B5EF4-FFF2-40B4-BE49-F238E27FC236}">
                    <a16:creationId xmlns:a16="http://schemas.microsoft.com/office/drawing/2014/main" id="{41463577-AC0E-4371-A918-2DA5C9B7E07F}"/>
                  </a:ext>
                </a:extLst>
              </p:cNvPr>
              <p:cNvSpPr/>
              <p:nvPr/>
            </p:nvSpPr>
            <p:spPr>
              <a:xfrm>
                <a:off x="8196513" y="3925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8" name="Freeform 43007">
                <a:extLst>
                  <a:ext uri="{FF2B5EF4-FFF2-40B4-BE49-F238E27FC236}">
                    <a16:creationId xmlns:a16="http://schemas.microsoft.com/office/drawing/2014/main" id="{AF64A64C-A148-9B2E-A080-DE1DD12309C1}"/>
                  </a:ext>
                </a:extLst>
              </p:cNvPr>
              <p:cNvSpPr/>
              <p:nvPr/>
            </p:nvSpPr>
            <p:spPr>
              <a:xfrm>
                <a:off x="8197009" y="39190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09" name="Freeform 43008">
                <a:extLst>
                  <a:ext uri="{FF2B5EF4-FFF2-40B4-BE49-F238E27FC236}">
                    <a16:creationId xmlns:a16="http://schemas.microsoft.com/office/drawing/2014/main" id="{F43D2B3B-8472-B45C-4C27-876BF46125D6}"/>
                  </a:ext>
                </a:extLst>
              </p:cNvPr>
              <p:cNvSpPr/>
              <p:nvPr/>
            </p:nvSpPr>
            <p:spPr>
              <a:xfrm>
                <a:off x="8197505" y="3925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0" name="Freeform 43009">
                <a:extLst>
                  <a:ext uri="{FF2B5EF4-FFF2-40B4-BE49-F238E27FC236}">
                    <a16:creationId xmlns:a16="http://schemas.microsoft.com/office/drawing/2014/main" id="{6A93CCE6-DA71-7BE3-A78B-9F3325C5D1BF}"/>
                  </a:ext>
                </a:extLst>
              </p:cNvPr>
              <p:cNvSpPr/>
              <p:nvPr/>
            </p:nvSpPr>
            <p:spPr>
              <a:xfrm>
                <a:off x="8198100" y="39337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1" name="Freeform 43010">
                <a:extLst>
                  <a:ext uri="{FF2B5EF4-FFF2-40B4-BE49-F238E27FC236}">
                    <a16:creationId xmlns:a16="http://schemas.microsoft.com/office/drawing/2014/main" id="{EFDA9531-CF65-A410-39A6-9E9D82582C37}"/>
                  </a:ext>
                </a:extLst>
              </p:cNvPr>
              <p:cNvSpPr/>
              <p:nvPr/>
            </p:nvSpPr>
            <p:spPr>
              <a:xfrm>
                <a:off x="8198596" y="3904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2" name="Freeform 43011">
                <a:extLst>
                  <a:ext uri="{FF2B5EF4-FFF2-40B4-BE49-F238E27FC236}">
                    <a16:creationId xmlns:a16="http://schemas.microsoft.com/office/drawing/2014/main" id="{DCBB45AF-8EF1-CAB0-B5F8-7CAC0DC7F087}"/>
                  </a:ext>
                </a:extLst>
              </p:cNvPr>
              <p:cNvSpPr/>
              <p:nvPr/>
            </p:nvSpPr>
            <p:spPr>
              <a:xfrm>
                <a:off x="8199092" y="358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3" name="Freeform 43012">
                <a:extLst>
                  <a:ext uri="{FF2B5EF4-FFF2-40B4-BE49-F238E27FC236}">
                    <a16:creationId xmlns:a16="http://schemas.microsoft.com/office/drawing/2014/main" id="{E215960F-D341-0EC4-DE33-23F4ECD76685}"/>
                  </a:ext>
                </a:extLst>
              </p:cNvPr>
              <p:cNvSpPr/>
              <p:nvPr/>
            </p:nvSpPr>
            <p:spPr>
              <a:xfrm>
                <a:off x="8199688" y="3486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4" name="Freeform 43013">
                <a:extLst>
                  <a:ext uri="{FF2B5EF4-FFF2-40B4-BE49-F238E27FC236}">
                    <a16:creationId xmlns:a16="http://schemas.microsoft.com/office/drawing/2014/main" id="{DBFA58D7-9834-6B09-1DA4-AA738DEA5206}"/>
                  </a:ext>
                </a:extLst>
              </p:cNvPr>
              <p:cNvSpPr/>
              <p:nvPr/>
            </p:nvSpPr>
            <p:spPr>
              <a:xfrm>
                <a:off x="8200184" y="3546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5" name="Freeform 43014">
                <a:extLst>
                  <a:ext uri="{FF2B5EF4-FFF2-40B4-BE49-F238E27FC236}">
                    <a16:creationId xmlns:a16="http://schemas.microsoft.com/office/drawing/2014/main" id="{FA7A1B01-9602-B09C-412A-3A2467EED131}"/>
                  </a:ext>
                </a:extLst>
              </p:cNvPr>
              <p:cNvSpPr/>
              <p:nvPr/>
            </p:nvSpPr>
            <p:spPr>
              <a:xfrm>
                <a:off x="8200680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6" name="Freeform 43015">
                <a:extLst>
                  <a:ext uri="{FF2B5EF4-FFF2-40B4-BE49-F238E27FC236}">
                    <a16:creationId xmlns:a16="http://schemas.microsoft.com/office/drawing/2014/main" id="{8E791EF2-2CD2-7CDC-9E8A-21EFAB8BC73B}"/>
                  </a:ext>
                </a:extLst>
              </p:cNvPr>
              <p:cNvSpPr/>
              <p:nvPr/>
            </p:nvSpPr>
            <p:spPr>
              <a:xfrm>
                <a:off x="8201275" y="3521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7" name="Freeform 43016">
                <a:extLst>
                  <a:ext uri="{FF2B5EF4-FFF2-40B4-BE49-F238E27FC236}">
                    <a16:creationId xmlns:a16="http://schemas.microsoft.com/office/drawing/2014/main" id="{FF64C8B9-A515-4DDC-EDF8-93FB30793A24}"/>
                  </a:ext>
                </a:extLst>
              </p:cNvPr>
              <p:cNvSpPr/>
              <p:nvPr/>
            </p:nvSpPr>
            <p:spPr>
              <a:xfrm>
                <a:off x="8201771" y="3513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8" name="Freeform 43017">
                <a:extLst>
                  <a:ext uri="{FF2B5EF4-FFF2-40B4-BE49-F238E27FC236}">
                    <a16:creationId xmlns:a16="http://schemas.microsoft.com/office/drawing/2014/main" id="{18398D0D-3EB0-55F9-032B-983F18F6BBE5}"/>
                  </a:ext>
                </a:extLst>
              </p:cNvPr>
              <p:cNvSpPr/>
              <p:nvPr/>
            </p:nvSpPr>
            <p:spPr>
              <a:xfrm>
                <a:off x="8202267" y="3540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19" name="Freeform 43018">
                <a:extLst>
                  <a:ext uri="{FF2B5EF4-FFF2-40B4-BE49-F238E27FC236}">
                    <a16:creationId xmlns:a16="http://schemas.microsoft.com/office/drawing/2014/main" id="{7DB59570-B0E9-1610-CF62-FDBDD44060FB}"/>
                  </a:ext>
                </a:extLst>
              </p:cNvPr>
              <p:cNvSpPr/>
              <p:nvPr/>
            </p:nvSpPr>
            <p:spPr>
              <a:xfrm>
                <a:off x="8202863" y="3470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0" name="Freeform 43019">
                <a:extLst>
                  <a:ext uri="{FF2B5EF4-FFF2-40B4-BE49-F238E27FC236}">
                    <a16:creationId xmlns:a16="http://schemas.microsoft.com/office/drawing/2014/main" id="{9F0F1129-2332-56CB-E530-3B709324C5AB}"/>
                  </a:ext>
                </a:extLst>
              </p:cNvPr>
              <p:cNvSpPr/>
              <p:nvPr/>
            </p:nvSpPr>
            <p:spPr>
              <a:xfrm>
                <a:off x="8203359" y="3479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1" name="Freeform 43020">
                <a:extLst>
                  <a:ext uri="{FF2B5EF4-FFF2-40B4-BE49-F238E27FC236}">
                    <a16:creationId xmlns:a16="http://schemas.microsoft.com/office/drawing/2014/main" id="{D69631B7-6B99-AD2A-A186-9A81DE55CA93}"/>
                  </a:ext>
                </a:extLst>
              </p:cNvPr>
              <p:cNvSpPr/>
              <p:nvPr/>
            </p:nvSpPr>
            <p:spPr>
              <a:xfrm>
                <a:off x="8203855" y="3437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2" name="Freeform 43021">
                <a:extLst>
                  <a:ext uri="{FF2B5EF4-FFF2-40B4-BE49-F238E27FC236}">
                    <a16:creationId xmlns:a16="http://schemas.microsoft.com/office/drawing/2014/main" id="{C7396F01-F6C2-946E-CB26-5DFD837E0765}"/>
                  </a:ext>
                </a:extLst>
              </p:cNvPr>
              <p:cNvSpPr/>
              <p:nvPr/>
            </p:nvSpPr>
            <p:spPr>
              <a:xfrm>
                <a:off x="8204351" y="3408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3" name="Freeform 43022">
                <a:extLst>
                  <a:ext uri="{FF2B5EF4-FFF2-40B4-BE49-F238E27FC236}">
                    <a16:creationId xmlns:a16="http://schemas.microsoft.com/office/drawing/2014/main" id="{9D9ABAD3-EE42-D638-4C52-8646311A0114}"/>
                  </a:ext>
                </a:extLst>
              </p:cNvPr>
              <p:cNvSpPr/>
              <p:nvPr/>
            </p:nvSpPr>
            <p:spPr>
              <a:xfrm>
                <a:off x="8204946" y="3377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4" name="Freeform 43023">
                <a:extLst>
                  <a:ext uri="{FF2B5EF4-FFF2-40B4-BE49-F238E27FC236}">
                    <a16:creationId xmlns:a16="http://schemas.microsoft.com/office/drawing/2014/main" id="{847845D8-8333-DD53-A73A-7E0B8FAAAE63}"/>
                  </a:ext>
                </a:extLst>
              </p:cNvPr>
              <p:cNvSpPr/>
              <p:nvPr/>
            </p:nvSpPr>
            <p:spPr>
              <a:xfrm>
                <a:off x="8205442" y="3350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5" name="Freeform 43024">
                <a:extLst>
                  <a:ext uri="{FF2B5EF4-FFF2-40B4-BE49-F238E27FC236}">
                    <a16:creationId xmlns:a16="http://schemas.microsoft.com/office/drawing/2014/main" id="{586E4197-51B3-9990-20EE-13B914E963ED}"/>
                  </a:ext>
                </a:extLst>
              </p:cNvPr>
              <p:cNvSpPr/>
              <p:nvPr/>
            </p:nvSpPr>
            <p:spPr>
              <a:xfrm>
                <a:off x="8205938" y="33709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6" name="Freeform 43025">
                <a:extLst>
                  <a:ext uri="{FF2B5EF4-FFF2-40B4-BE49-F238E27FC236}">
                    <a16:creationId xmlns:a16="http://schemas.microsoft.com/office/drawing/2014/main" id="{93F48355-64A4-9C32-81ED-06CCA74D7020}"/>
                  </a:ext>
                </a:extLst>
              </p:cNvPr>
              <p:cNvSpPr/>
              <p:nvPr/>
            </p:nvSpPr>
            <p:spPr>
              <a:xfrm>
                <a:off x="8206534" y="3354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7" name="Freeform 43026">
                <a:extLst>
                  <a:ext uri="{FF2B5EF4-FFF2-40B4-BE49-F238E27FC236}">
                    <a16:creationId xmlns:a16="http://schemas.microsoft.com/office/drawing/2014/main" id="{8A4C00BD-229F-C762-245D-A669AB530CCA}"/>
                  </a:ext>
                </a:extLst>
              </p:cNvPr>
              <p:cNvSpPr/>
              <p:nvPr/>
            </p:nvSpPr>
            <p:spPr>
              <a:xfrm>
                <a:off x="8207030" y="3489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8" name="Freeform 43027">
                <a:extLst>
                  <a:ext uri="{FF2B5EF4-FFF2-40B4-BE49-F238E27FC236}">
                    <a16:creationId xmlns:a16="http://schemas.microsoft.com/office/drawing/2014/main" id="{BB3CFBBD-C7E9-29D8-23D9-ED86A88D902C}"/>
                  </a:ext>
                </a:extLst>
              </p:cNvPr>
              <p:cNvSpPr/>
              <p:nvPr/>
            </p:nvSpPr>
            <p:spPr>
              <a:xfrm>
                <a:off x="8207526" y="3908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29" name="Freeform 43028">
                <a:extLst>
                  <a:ext uri="{FF2B5EF4-FFF2-40B4-BE49-F238E27FC236}">
                    <a16:creationId xmlns:a16="http://schemas.microsoft.com/office/drawing/2014/main" id="{B03F3C5C-8C16-B5CB-2086-149CA19F3773}"/>
                  </a:ext>
                </a:extLst>
              </p:cNvPr>
              <p:cNvSpPr/>
              <p:nvPr/>
            </p:nvSpPr>
            <p:spPr>
              <a:xfrm>
                <a:off x="8208121" y="3970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0" name="Freeform 43029">
                <a:extLst>
                  <a:ext uri="{FF2B5EF4-FFF2-40B4-BE49-F238E27FC236}">
                    <a16:creationId xmlns:a16="http://schemas.microsoft.com/office/drawing/2014/main" id="{D47DD245-5195-6CA5-E33A-9C1FC1EFD252}"/>
                  </a:ext>
                </a:extLst>
              </p:cNvPr>
              <p:cNvSpPr/>
              <p:nvPr/>
            </p:nvSpPr>
            <p:spPr>
              <a:xfrm>
                <a:off x="8208617" y="39553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1" name="Freeform 43030">
                <a:extLst>
                  <a:ext uri="{FF2B5EF4-FFF2-40B4-BE49-F238E27FC236}">
                    <a16:creationId xmlns:a16="http://schemas.microsoft.com/office/drawing/2014/main" id="{A4200C4E-C96F-B803-DA31-66024415B395}"/>
                  </a:ext>
                </a:extLst>
              </p:cNvPr>
              <p:cNvSpPr/>
              <p:nvPr/>
            </p:nvSpPr>
            <p:spPr>
              <a:xfrm>
                <a:off x="8209113" y="39390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2" name="Freeform 43031">
                <a:extLst>
                  <a:ext uri="{FF2B5EF4-FFF2-40B4-BE49-F238E27FC236}">
                    <a16:creationId xmlns:a16="http://schemas.microsoft.com/office/drawing/2014/main" id="{280ACDC9-14F1-C7A9-4982-DEB175B3957A}"/>
                  </a:ext>
                </a:extLst>
              </p:cNvPr>
              <p:cNvSpPr/>
              <p:nvPr/>
            </p:nvSpPr>
            <p:spPr>
              <a:xfrm>
                <a:off x="8209709" y="39308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3" name="Freeform 43032">
                <a:extLst>
                  <a:ext uri="{FF2B5EF4-FFF2-40B4-BE49-F238E27FC236}">
                    <a16:creationId xmlns:a16="http://schemas.microsoft.com/office/drawing/2014/main" id="{AA4833EA-9926-4C51-ACC6-FDE3AB27C359}"/>
                  </a:ext>
                </a:extLst>
              </p:cNvPr>
              <p:cNvSpPr/>
              <p:nvPr/>
            </p:nvSpPr>
            <p:spPr>
              <a:xfrm>
                <a:off x="8210205" y="3944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4" name="Freeform 43033">
                <a:extLst>
                  <a:ext uri="{FF2B5EF4-FFF2-40B4-BE49-F238E27FC236}">
                    <a16:creationId xmlns:a16="http://schemas.microsoft.com/office/drawing/2014/main" id="{C3DA7628-EDAB-A4C6-91D6-FA6092C28DA4}"/>
                  </a:ext>
                </a:extLst>
              </p:cNvPr>
              <p:cNvSpPr/>
              <p:nvPr/>
            </p:nvSpPr>
            <p:spPr>
              <a:xfrm>
                <a:off x="8210701" y="39537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5" name="Freeform 43034">
                <a:extLst>
                  <a:ext uri="{FF2B5EF4-FFF2-40B4-BE49-F238E27FC236}">
                    <a16:creationId xmlns:a16="http://schemas.microsoft.com/office/drawing/2014/main" id="{8DFEE3B3-0658-183C-4C87-1E767B7E94CD}"/>
                  </a:ext>
                </a:extLst>
              </p:cNvPr>
              <p:cNvSpPr/>
              <p:nvPr/>
            </p:nvSpPr>
            <p:spPr>
              <a:xfrm>
                <a:off x="8211296" y="3925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6" name="Freeform 43035">
                <a:extLst>
                  <a:ext uri="{FF2B5EF4-FFF2-40B4-BE49-F238E27FC236}">
                    <a16:creationId xmlns:a16="http://schemas.microsoft.com/office/drawing/2014/main" id="{2DA1148B-AD71-4271-A34F-536CEF2E878F}"/>
                  </a:ext>
                </a:extLst>
              </p:cNvPr>
              <p:cNvSpPr/>
              <p:nvPr/>
            </p:nvSpPr>
            <p:spPr>
              <a:xfrm>
                <a:off x="8211792" y="3579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7" name="Freeform 43036">
                <a:extLst>
                  <a:ext uri="{FF2B5EF4-FFF2-40B4-BE49-F238E27FC236}">
                    <a16:creationId xmlns:a16="http://schemas.microsoft.com/office/drawing/2014/main" id="{615EEC46-24E4-4A31-06C9-E78C9ED09259}"/>
                  </a:ext>
                </a:extLst>
              </p:cNvPr>
              <p:cNvSpPr/>
              <p:nvPr/>
            </p:nvSpPr>
            <p:spPr>
              <a:xfrm>
                <a:off x="8212288" y="3426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8" name="Freeform 43037">
                <a:extLst>
                  <a:ext uri="{FF2B5EF4-FFF2-40B4-BE49-F238E27FC236}">
                    <a16:creationId xmlns:a16="http://schemas.microsoft.com/office/drawing/2014/main" id="{65A66D26-3DD3-2750-5E86-1FA73AC1D077}"/>
                  </a:ext>
                </a:extLst>
              </p:cNvPr>
              <p:cNvSpPr/>
              <p:nvPr/>
            </p:nvSpPr>
            <p:spPr>
              <a:xfrm>
                <a:off x="8212884" y="3488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39" name="Freeform 43038">
                <a:extLst>
                  <a:ext uri="{FF2B5EF4-FFF2-40B4-BE49-F238E27FC236}">
                    <a16:creationId xmlns:a16="http://schemas.microsoft.com/office/drawing/2014/main" id="{8DC7186B-5356-8A10-D410-B37E682CD35F}"/>
                  </a:ext>
                </a:extLst>
              </p:cNvPr>
              <p:cNvSpPr/>
              <p:nvPr/>
            </p:nvSpPr>
            <p:spPr>
              <a:xfrm>
                <a:off x="8213380" y="3509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0" name="Freeform 43039">
                <a:extLst>
                  <a:ext uri="{FF2B5EF4-FFF2-40B4-BE49-F238E27FC236}">
                    <a16:creationId xmlns:a16="http://schemas.microsoft.com/office/drawing/2014/main" id="{5F48D613-7075-8EFB-F07D-C0D6D1F59531}"/>
                  </a:ext>
                </a:extLst>
              </p:cNvPr>
              <p:cNvSpPr/>
              <p:nvPr/>
            </p:nvSpPr>
            <p:spPr>
              <a:xfrm>
                <a:off x="8213876" y="3510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1" name="Freeform 43040">
                <a:extLst>
                  <a:ext uri="{FF2B5EF4-FFF2-40B4-BE49-F238E27FC236}">
                    <a16:creationId xmlns:a16="http://schemas.microsoft.com/office/drawing/2014/main" id="{153C7CEF-39FB-9CCF-1F28-A629105DCB03}"/>
                  </a:ext>
                </a:extLst>
              </p:cNvPr>
              <p:cNvSpPr/>
              <p:nvPr/>
            </p:nvSpPr>
            <p:spPr>
              <a:xfrm>
                <a:off x="8214471" y="3483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2" name="Freeform 43041">
                <a:extLst>
                  <a:ext uri="{FF2B5EF4-FFF2-40B4-BE49-F238E27FC236}">
                    <a16:creationId xmlns:a16="http://schemas.microsoft.com/office/drawing/2014/main" id="{98ED2E32-CDB8-0A3D-05C2-9C3EE8945A9A}"/>
                  </a:ext>
                </a:extLst>
              </p:cNvPr>
              <p:cNvSpPr/>
              <p:nvPr/>
            </p:nvSpPr>
            <p:spPr>
              <a:xfrm>
                <a:off x="8214967" y="3474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3" name="Freeform 43042">
                <a:extLst>
                  <a:ext uri="{FF2B5EF4-FFF2-40B4-BE49-F238E27FC236}">
                    <a16:creationId xmlns:a16="http://schemas.microsoft.com/office/drawing/2014/main" id="{F5836696-A168-6C6F-EAB3-E1765BEB187C}"/>
                  </a:ext>
                </a:extLst>
              </p:cNvPr>
              <p:cNvSpPr/>
              <p:nvPr/>
            </p:nvSpPr>
            <p:spPr>
              <a:xfrm>
                <a:off x="8215463" y="34252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4" name="Freeform 43043">
                <a:extLst>
                  <a:ext uri="{FF2B5EF4-FFF2-40B4-BE49-F238E27FC236}">
                    <a16:creationId xmlns:a16="http://schemas.microsoft.com/office/drawing/2014/main" id="{5D6B4527-F8A8-6A3C-7186-1BD5F0C48333}"/>
                  </a:ext>
                </a:extLst>
              </p:cNvPr>
              <p:cNvSpPr/>
              <p:nvPr/>
            </p:nvSpPr>
            <p:spPr>
              <a:xfrm>
                <a:off x="8215959" y="3351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5" name="Freeform 43044">
                <a:extLst>
                  <a:ext uri="{FF2B5EF4-FFF2-40B4-BE49-F238E27FC236}">
                    <a16:creationId xmlns:a16="http://schemas.microsoft.com/office/drawing/2014/main" id="{36148FAE-5930-CED3-7FE6-4E86A897EB7F}"/>
                  </a:ext>
                </a:extLst>
              </p:cNvPr>
              <p:cNvSpPr/>
              <p:nvPr/>
            </p:nvSpPr>
            <p:spPr>
              <a:xfrm>
                <a:off x="8216555" y="3369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6" name="Freeform 43045">
                <a:extLst>
                  <a:ext uri="{FF2B5EF4-FFF2-40B4-BE49-F238E27FC236}">
                    <a16:creationId xmlns:a16="http://schemas.microsoft.com/office/drawing/2014/main" id="{B45D692A-5322-4903-80E7-8A377950A886}"/>
                  </a:ext>
                </a:extLst>
              </p:cNvPr>
              <p:cNvSpPr/>
              <p:nvPr/>
            </p:nvSpPr>
            <p:spPr>
              <a:xfrm>
                <a:off x="8217051" y="3365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7" name="Freeform 43046">
                <a:extLst>
                  <a:ext uri="{FF2B5EF4-FFF2-40B4-BE49-F238E27FC236}">
                    <a16:creationId xmlns:a16="http://schemas.microsoft.com/office/drawing/2014/main" id="{F733C674-75F9-BF09-9E0A-3238DA5FBFEA}"/>
                  </a:ext>
                </a:extLst>
              </p:cNvPr>
              <p:cNvSpPr/>
              <p:nvPr/>
            </p:nvSpPr>
            <p:spPr>
              <a:xfrm>
                <a:off x="8217547" y="3357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8" name="Freeform 43047">
                <a:extLst>
                  <a:ext uri="{FF2B5EF4-FFF2-40B4-BE49-F238E27FC236}">
                    <a16:creationId xmlns:a16="http://schemas.microsoft.com/office/drawing/2014/main" id="{009F3930-74F9-E85F-CEBF-81D393C06948}"/>
                  </a:ext>
                </a:extLst>
              </p:cNvPr>
              <p:cNvSpPr/>
              <p:nvPr/>
            </p:nvSpPr>
            <p:spPr>
              <a:xfrm>
                <a:off x="8218142" y="3381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49" name="Freeform 43048">
                <a:extLst>
                  <a:ext uri="{FF2B5EF4-FFF2-40B4-BE49-F238E27FC236}">
                    <a16:creationId xmlns:a16="http://schemas.microsoft.com/office/drawing/2014/main" id="{19AE17F4-BA31-F9AA-1F0B-1D438FF213F2}"/>
                  </a:ext>
                </a:extLst>
              </p:cNvPr>
              <p:cNvSpPr/>
              <p:nvPr/>
            </p:nvSpPr>
            <p:spPr>
              <a:xfrm>
                <a:off x="8218638" y="33607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0" name="Freeform 43049">
                <a:extLst>
                  <a:ext uri="{FF2B5EF4-FFF2-40B4-BE49-F238E27FC236}">
                    <a16:creationId xmlns:a16="http://schemas.microsoft.com/office/drawing/2014/main" id="{B44CFE65-12C7-FA8A-083A-3C178C49D1D3}"/>
                  </a:ext>
                </a:extLst>
              </p:cNvPr>
              <p:cNvSpPr/>
              <p:nvPr/>
            </p:nvSpPr>
            <p:spPr>
              <a:xfrm>
                <a:off x="8219134" y="3421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1" name="Freeform 43050">
                <a:extLst>
                  <a:ext uri="{FF2B5EF4-FFF2-40B4-BE49-F238E27FC236}">
                    <a16:creationId xmlns:a16="http://schemas.microsoft.com/office/drawing/2014/main" id="{F9AF34BD-77F4-E481-4F05-678E172FE1F0}"/>
                  </a:ext>
                </a:extLst>
              </p:cNvPr>
              <p:cNvSpPr/>
              <p:nvPr/>
            </p:nvSpPr>
            <p:spPr>
              <a:xfrm>
                <a:off x="8219730" y="3552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2" name="Freeform 43051">
                <a:extLst>
                  <a:ext uri="{FF2B5EF4-FFF2-40B4-BE49-F238E27FC236}">
                    <a16:creationId xmlns:a16="http://schemas.microsoft.com/office/drawing/2014/main" id="{CE500F81-2C7D-7C27-9BF6-7E336E049489}"/>
                  </a:ext>
                </a:extLst>
              </p:cNvPr>
              <p:cNvSpPr/>
              <p:nvPr/>
            </p:nvSpPr>
            <p:spPr>
              <a:xfrm>
                <a:off x="8220226" y="3844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3" name="Freeform 43052">
                <a:extLst>
                  <a:ext uri="{FF2B5EF4-FFF2-40B4-BE49-F238E27FC236}">
                    <a16:creationId xmlns:a16="http://schemas.microsoft.com/office/drawing/2014/main" id="{2D328339-F634-3792-FF9F-CF0D20B70CB4}"/>
                  </a:ext>
                </a:extLst>
              </p:cNvPr>
              <p:cNvSpPr/>
              <p:nvPr/>
            </p:nvSpPr>
            <p:spPr>
              <a:xfrm>
                <a:off x="8220722" y="3901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4" name="Freeform 43053">
                <a:extLst>
                  <a:ext uri="{FF2B5EF4-FFF2-40B4-BE49-F238E27FC236}">
                    <a16:creationId xmlns:a16="http://schemas.microsoft.com/office/drawing/2014/main" id="{D71D59BA-D842-62E1-FB1C-BB5ABEFF66B9}"/>
                  </a:ext>
                </a:extLst>
              </p:cNvPr>
              <p:cNvSpPr/>
              <p:nvPr/>
            </p:nvSpPr>
            <p:spPr>
              <a:xfrm>
                <a:off x="8221317" y="39076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5" name="Freeform 43054">
                <a:extLst>
                  <a:ext uri="{FF2B5EF4-FFF2-40B4-BE49-F238E27FC236}">
                    <a16:creationId xmlns:a16="http://schemas.microsoft.com/office/drawing/2014/main" id="{B2114281-E7EB-2277-4F53-758B59817D10}"/>
                  </a:ext>
                </a:extLst>
              </p:cNvPr>
              <p:cNvSpPr/>
              <p:nvPr/>
            </p:nvSpPr>
            <p:spPr>
              <a:xfrm>
                <a:off x="8221813" y="38986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6" name="Freeform 43055">
                <a:extLst>
                  <a:ext uri="{FF2B5EF4-FFF2-40B4-BE49-F238E27FC236}">
                    <a16:creationId xmlns:a16="http://schemas.microsoft.com/office/drawing/2014/main" id="{47D7F315-6663-0E80-27E2-AA9701406C64}"/>
                  </a:ext>
                </a:extLst>
              </p:cNvPr>
              <p:cNvSpPr/>
              <p:nvPr/>
            </p:nvSpPr>
            <p:spPr>
              <a:xfrm>
                <a:off x="8222309" y="3895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7" name="Freeform 43056">
                <a:extLst>
                  <a:ext uri="{FF2B5EF4-FFF2-40B4-BE49-F238E27FC236}">
                    <a16:creationId xmlns:a16="http://schemas.microsoft.com/office/drawing/2014/main" id="{5F023784-B60B-74DB-515D-4AE87B3EE242}"/>
                  </a:ext>
                </a:extLst>
              </p:cNvPr>
              <p:cNvSpPr/>
              <p:nvPr/>
            </p:nvSpPr>
            <p:spPr>
              <a:xfrm>
                <a:off x="8222905" y="3896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8" name="Freeform 43057">
                <a:extLst>
                  <a:ext uri="{FF2B5EF4-FFF2-40B4-BE49-F238E27FC236}">
                    <a16:creationId xmlns:a16="http://schemas.microsoft.com/office/drawing/2014/main" id="{00494FDC-35BA-67CC-31C1-583998FDF371}"/>
                  </a:ext>
                </a:extLst>
              </p:cNvPr>
              <p:cNvSpPr/>
              <p:nvPr/>
            </p:nvSpPr>
            <p:spPr>
              <a:xfrm>
                <a:off x="8223401" y="3895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59" name="Freeform 43058">
                <a:extLst>
                  <a:ext uri="{FF2B5EF4-FFF2-40B4-BE49-F238E27FC236}">
                    <a16:creationId xmlns:a16="http://schemas.microsoft.com/office/drawing/2014/main" id="{E8C2C2F1-F0DE-199B-2E1F-89E0678A1A00}"/>
                  </a:ext>
                </a:extLst>
              </p:cNvPr>
              <p:cNvSpPr/>
              <p:nvPr/>
            </p:nvSpPr>
            <p:spPr>
              <a:xfrm>
                <a:off x="8223897" y="3866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0" name="Freeform 43059">
                <a:extLst>
                  <a:ext uri="{FF2B5EF4-FFF2-40B4-BE49-F238E27FC236}">
                    <a16:creationId xmlns:a16="http://schemas.microsoft.com/office/drawing/2014/main" id="{E3A5E692-0ADC-8B95-317A-C48F39606735}"/>
                  </a:ext>
                </a:extLst>
              </p:cNvPr>
              <p:cNvSpPr/>
              <p:nvPr/>
            </p:nvSpPr>
            <p:spPr>
              <a:xfrm>
                <a:off x="8224492" y="3609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1" name="Freeform 43060">
                <a:extLst>
                  <a:ext uri="{FF2B5EF4-FFF2-40B4-BE49-F238E27FC236}">
                    <a16:creationId xmlns:a16="http://schemas.microsoft.com/office/drawing/2014/main" id="{C2AA8028-C618-A01E-2482-94BE46CF0986}"/>
                  </a:ext>
                </a:extLst>
              </p:cNvPr>
              <p:cNvSpPr/>
              <p:nvPr/>
            </p:nvSpPr>
            <p:spPr>
              <a:xfrm>
                <a:off x="8224988" y="3488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2" name="Freeform 43061">
                <a:extLst>
                  <a:ext uri="{FF2B5EF4-FFF2-40B4-BE49-F238E27FC236}">
                    <a16:creationId xmlns:a16="http://schemas.microsoft.com/office/drawing/2014/main" id="{A9342D8E-E708-42E1-0F26-CCAC6FB8BFFA}"/>
                  </a:ext>
                </a:extLst>
              </p:cNvPr>
              <p:cNvSpPr/>
              <p:nvPr/>
            </p:nvSpPr>
            <p:spPr>
              <a:xfrm>
                <a:off x="8225484" y="3550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3" name="Freeform 43062">
                <a:extLst>
                  <a:ext uri="{FF2B5EF4-FFF2-40B4-BE49-F238E27FC236}">
                    <a16:creationId xmlns:a16="http://schemas.microsoft.com/office/drawing/2014/main" id="{C769A0A7-BAFC-16A8-BB39-56E9194A8E7E}"/>
                  </a:ext>
                </a:extLst>
              </p:cNvPr>
              <p:cNvSpPr/>
              <p:nvPr/>
            </p:nvSpPr>
            <p:spPr>
              <a:xfrm>
                <a:off x="8226080" y="3526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4" name="Freeform 43063">
                <a:extLst>
                  <a:ext uri="{FF2B5EF4-FFF2-40B4-BE49-F238E27FC236}">
                    <a16:creationId xmlns:a16="http://schemas.microsoft.com/office/drawing/2014/main" id="{35D7C5A5-513A-0338-C760-DD354F515D6A}"/>
                  </a:ext>
                </a:extLst>
              </p:cNvPr>
              <p:cNvSpPr/>
              <p:nvPr/>
            </p:nvSpPr>
            <p:spPr>
              <a:xfrm>
                <a:off x="8226576" y="3530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5" name="Freeform 43064">
                <a:extLst>
                  <a:ext uri="{FF2B5EF4-FFF2-40B4-BE49-F238E27FC236}">
                    <a16:creationId xmlns:a16="http://schemas.microsoft.com/office/drawing/2014/main" id="{EF23F696-85C6-31F0-FE15-C9BB72BE3F44}"/>
                  </a:ext>
                </a:extLst>
              </p:cNvPr>
              <p:cNvSpPr/>
              <p:nvPr/>
            </p:nvSpPr>
            <p:spPr>
              <a:xfrm>
                <a:off x="8227072" y="3468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6" name="Freeform 43065">
                <a:extLst>
                  <a:ext uri="{FF2B5EF4-FFF2-40B4-BE49-F238E27FC236}">
                    <a16:creationId xmlns:a16="http://schemas.microsoft.com/office/drawing/2014/main" id="{2CA5B14B-C51E-81BB-62CF-8CB02512D18E}"/>
                  </a:ext>
                </a:extLst>
              </p:cNvPr>
              <p:cNvSpPr/>
              <p:nvPr/>
            </p:nvSpPr>
            <p:spPr>
              <a:xfrm>
                <a:off x="8227568" y="34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7" name="Freeform 43066">
                <a:extLst>
                  <a:ext uri="{FF2B5EF4-FFF2-40B4-BE49-F238E27FC236}">
                    <a16:creationId xmlns:a16="http://schemas.microsoft.com/office/drawing/2014/main" id="{895136B8-0A83-2D2E-E6B1-26662DD92330}"/>
                  </a:ext>
                </a:extLst>
              </p:cNvPr>
              <p:cNvSpPr/>
              <p:nvPr/>
            </p:nvSpPr>
            <p:spPr>
              <a:xfrm>
                <a:off x="8228163" y="3426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8" name="Freeform 43067">
                <a:extLst>
                  <a:ext uri="{FF2B5EF4-FFF2-40B4-BE49-F238E27FC236}">
                    <a16:creationId xmlns:a16="http://schemas.microsoft.com/office/drawing/2014/main" id="{7EF69E9B-7DB9-4FD5-547B-1DB1A33A3F61}"/>
                  </a:ext>
                </a:extLst>
              </p:cNvPr>
              <p:cNvSpPr/>
              <p:nvPr/>
            </p:nvSpPr>
            <p:spPr>
              <a:xfrm>
                <a:off x="8228659" y="3418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69" name="Freeform 43068">
                <a:extLst>
                  <a:ext uri="{FF2B5EF4-FFF2-40B4-BE49-F238E27FC236}">
                    <a16:creationId xmlns:a16="http://schemas.microsoft.com/office/drawing/2014/main" id="{B911C7C1-093F-74DD-279C-764B7B91B156}"/>
                  </a:ext>
                </a:extLst>
              </p:cNvPr>
              <p:cNvSpPr/>
              <p:nvPr/>
            </p:nvSpPr>
            <p:spPr>
              <a:xfrm>
                <a:off x="8229155" y="3354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0" name="Freeform 43069">
                <a:extLst>
                  <a:ext uri="{FF2B5EF4-FFF2-40B4-BE49-F238E27FC236}">
                    <a16:creationId xmlns:a16="http://schemas.microsoft.com/office/drawing/2014/main" id="{04E7C1EA-91FC-C67E-5D02-FCFDC1084292}"/>
                  </a:ext>
                </a:extLst>
              </p:cNvPr>
              <p:cNvSpPr/>
              <p:nvPr/>
            </p:nvSpPr>
            <p:spPr>
              <a:xfrm>
                <a:off x="8229751" y="3338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1" name="Freeform 43070">
                <a:extLst>
                  <a:ext uri="{FF2B5EF4-FFF2-40B4-BE49-F238E27FC236}">
                    <a16:creationId xmlns:a16="http://schemas.microsoft.com/office/drawing/2014/main" id="{F933C8FA-BA97-CF70-A858-2ACD8080A9D9}"/>
                  </a:ext>
                </a:extLst>
              </p:cNvPr>
              <p:cNvSpPr/>
              <p:nvPr/>
            </p:nvSpPr>
            <p:spPr>
              <a:xfrm>
                <a:off x="8230247" y="3327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2" name="Freeform 43071">
                <a:extLst>
                  <a:ext uri="{FF2B5EF4-FFF2-40B4-BE49-F238E27FC236}">
                    <a16:creationId xmlns:a16="http://schemas.microsoft.com/office/drawing/2014/main" id="{CD1DBEBB-76E1-5419-1562-E45E9781E75C}"/>
                  </a:ext>
                </a:extLst>
              </p:cNvPr>
              <p:cNvSpPr/>
              <p:nvPr/>
            </p:nvSpPr>
            <p:spPr>
              <a:xfrm>
                <a:off x="8230743" y="3343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3" name="Freeform 43072">
                <a:extLst>
                  <a:ext uri="{FF2B5EF4-FFF2-40B4-BE49-F238E27FC236}">
                    <a16:creationId xmlns:a16="http://schemas.microsoft.com/office/drawing/2014/main" id="{BEF5F88B-3574-58DA-791A-7D7BC0B62948}"/>
                  </a:ext>
                </a:extLst>
              </p:cNvPr>
              <p:cNvSpPr/>
              <p:nvPr/>
            </p:nvSpPr>
            <p:spPr>
              <a:xfrm>
                <a:off x="8231338" y="33566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4" name="Freeform 43073">
                <a:extLst>
                  <a:ext uri="{FF2B5EF4-FFF2-40B4-BE49-F238E27FC236}">
                    <a16:creationId xmlns:a16="http://schemas.microsoft.com/office/drawing/2014/main" id="{E9C1B101-8A03-4C66-A4EF-F867017221E2}"/>
                  </a:ext>
                </a:extLst>
              </p:cNvPr>
              <p:cNvSpPr/>
              <p:nvPr/>
            </p:nvSpPr>
            <p:spPr>
              <a:xfrm>
                <a:off x="8231834" y="3377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5" name="Freeform 43074">
                <a:extLst>
                  <a:ext uri="{FF2B5EF4-FFF2-40B4-BE49-F238E27FC236}">
                    <a16:creationId xmlns:a16="http://schemas.microsoft.com/office/drawing/2014/main" id="{3353ADE0-9008-7A39-DFB6-03B76671E2C9}"/>
                  </a:ext>
                </a:extLst>
              </p:cNvPr>
              <p:cNvSpPr/>
              <p:nvPr/>
            </p:nvSpPr>
            <p:spPr>
              <a:xfrm>
                <a:off x="8232330" y="3488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6" name="Freeform 43075">
                <a:extLst>
                  <a:ext uri="{FF2B5EF4-FFF2-40B4-BE49-F238E27FC236}">
                    <a16:creationId xmlns:a16="http://schemas.microsoft.com/office/drawing/2014/main" id="{43472107-8773-BE67-00BB-5272890CF48D}"/>
                  </a:ext>
                </a:extLst>
              </p:cNvPr>
              <p:cNvSpPr/>
              <p:nvPr/>
            </p:nvSpPr>
            <p:spPr>
              <a:xfrm>
                <a:off x="8232926" y="3634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7" name="Freeform 43076">
                <a:extLst>
                  <a:ext uri="{FF2B5EF4-FFF2-40B4-BE49-F238E27FC236}">
                    <a16:creationId xmlns:a16="http://schemas.microsoft.com/office/drawing/2014/main" id="{8F61C550-4AE8-73E0-EEB3-882046C3999D}"/>
                  </a:ext>
                </a:extLst>
              </p:cNvPr>
              <p:cNvSpPr/>
              <p:nvPr/>
            </p:nvSpPr>
            <p:spPr>
              <a:xfrm>
                <a:off x="8233422" y="374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8" name="Freeform 43077">
                <a:extLst>
                  <a:ext uri="{FF2B5EF4-FFF2-40B4-BE49-F238E27FC236}">
                    <a16:creationId xmlns:a16="http://schemas.microsoft.com/office/drawing/2014/main" id="{FA361EC6-7C6D-44E4-4EBA-465E336E0EC1}"/>
                  </a:ext>
                </a:extLst>
              </p:cNvPr>
              <p:cNvSpPr/>
              <p:nvPr/>
            </p:nvSpPr>
            <p:spPr>
              <a:xfrm>
                <a:off x="8233918" y="3755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79" name="Freeform 43078">
                <a:extLst>
                  <a:ext uri="{FF2B5EF4-FFF2-40B4-BE49-F238E27FC236}">
                    <a16:creationId xmlns:a16="http://schemas.microsoft.com/office/drawing/2014/main" id="{09C938F7-CC92-2B3C-7E6D-AEAD530A1337}"/>
                  </a:ext>
                </a:extLst>
              </p:cNvPr>
              <p:cNvSpPr/>
              <p:nvPr/>
            </p:nvSpPr>
            <p:spPr>
              <a:xfrm>
                <a:off x="8234513" y="3750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0" name="Freeform 43079">
                <a:extLst>
                  <a:ext uri="{FF2B5EF4-FFF2-40B4-BE49-F238E27FC236}">
                    <a16:creationId xmlns:a16="http://schemas.microsoft.com/office/drawing/2014/main" id="{C60DADCD-7D7D-F8CF-8007-BC60262F05D2}"/>
                  </a:ext>
                </a:extLst>
              </p:cNvPr>
              <p:cNvSpPr/>
              <p:nvPr/>
            </p:nvSpPr>
            <p:spPr>
              <a:xfrm>
                <a:off x="8235009" y="3748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1" name="Freeform 43080">
                <a:extLst>
                  <a:ext uri="{FF2B5EF4-FFF2-40B4-BE49-F238E27FC236}">
                    <a16:creationId xmlns:a16="http://schemas.microsoft.com/office/drawing/2014/main" id="{EC285324-4DDF-9D43-B230-F5DAC4CB426F}"/>
                  </a:ext>
                </a:extLst>
              </p:cNvPr>
              <p:cNvSpPr/>
              <p:nvPr/>
            </p:nvSpPr>
            <p:spPr>
              <a:xfrm>
                <a:off x="8235505" y="3734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2" name="Freeform 43081">
                <a:extLst>
                  <a:ext uri="{FF2B5EF4-FFF2-40B4-BE49-F238E27FC236}">
                    <a16:creationId xmlns:a16="http://schemas.microsoft.com/office/drawing/2014/main" id="{CC448FA3-0469-B89B-8F70-57828ACF11C8}"/>
                  </a:ext>
                </a:extLst>
              </p:cNvPr>
              <p:cNvSpPr/>
              <p:nvPr/>
            </p:nvSpPr>
            <p:spPr>
              <a:xfrm>
                <a:off x="8236101" y="3711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3" name="Freeform 43082">
                <a:extLst>
                  <a:ext uri="{FF2B5EF4-FFF2-40B4-BE49-F238E27FC236}">
                    <a16:creationId xmlns:a16="http://schemas.microsoft.com/office/drawing/2014/main" id="{5F04E0D6-B3A6-3AF4-7C7C-3788574C9560}"/>
                  </a:ext>
                </a:extLst>
              </p:cNvPr>
              <p:cNvSpPr/>
              <p:nvPr/>
            </p:nvSpPr>
            <p:spPr>
              <a:xfrm>
                <a:off x="8236597" y="3661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4" name="Freeform 43083">
                <a:extLst>
                  <a:ext uri="{FF2B5EF4-FFF2-40B4-BE49-F238E27FC236}">
                    <a16:creationId xmlns:a16="http://schemas.microsoft.com/office/drawing/2014/main" id="{E3979E0F-3E23-B3B1-3CB5-B639ACD7E735}"/>
                  </a:ext>
                </a:extLst>
              </p:cNvPr>
              <p:cNvSpPr/>
              <p:nvPr/>
            </p:nvSpPr>
            <p:spPr>
              <a:xfrm>
                <a:off x="8237093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5" name="Freeform 43084">
                <a:extLst>
                  <a:ext uri="{FF2B5EF4-FFF2-40B4-BE49-F238E27FC236}">
                    <a16:creationId xmlns:a16="http://schemas.microsoft.com/office/drawing/2014/main" id="{DE531A2D-0DEC-49E0-1D8C-449E3DBC9413}"/>
                  </a:ext>
                </a:extLst>
              </p:cNvPr>
              <p:cNvSpPr/>
              <p:nvPr/>
            </p:nvSpPr>
            <p:spPr>
              <a:xfrm>
                <a:off x="8237688" y="3521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6" name="Freeform 43085">
                <a:extLst>
                  <a:ext uri="{FF2B5EF4-FFF2-40B4-BE49-F238E27FC236}">
                    <a16:creationId xmlns:a16="http://schemas.microsoft.com/office/drawing/2014/main" id="{55AFE61A-4DB0-7C14-A9C9-7F7BBBB616F5}"/>
                  </a:ext>
                </a:extLst>
              </p:cNvPr>
              <p:cNvSpPr/>
              <p:nvPr/>
            </p:nvSpPr>
            <p:spPr>
              <a:xfrm>
                <a:off x="8238184" y="3579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7" name="Freeform 43086">
                <a:extLst>
                  <a:ext uri="{FF2B5EF4-FFF2-40B4-BE49-F238E27FC236}">
                    <a16:creationId xmlns:a16="http://schemas.microsoft.com/office/drawing/2014/main" id="{DC2D5E92-FEE3-12A1-7988-455BBE34BB8E}"/>
                  </a:ext>
                </a:extLst>
              </p:cNvPr>
              <p:cNvSpPr/>
              <p:nvPr/>
            </p:nvSpPr>
            <p:spPr>
              <a:xfrm>
                <a:off x="8238680" y="3588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8" name="Freeform 43087">
                <a:extLst>
                  <a:ext uri="{FF2B5EF4-FFF2-40B4-BE49-F238E27FC236}">
                    <a16:creationId xmlns:a16="http://schemas.microsoft.com/office/drawing/2014/main" id="{F3AC81A1-BA91-5D7F-1853-A6137D499D1D}"/>
                  </a:ext>
                </a:extLst>
              </p:cNvPr>
              <p:cNvSpPr/>
              <p:nvPr/>
            </p:nvSpPr>
            <p:spPr>
              <a:xfrm>
                <a:off x="8239276" y="3547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89" name="Freeform 43088">
                <a:extLst>
                  <a:ext uri="{FF2B5EF4-FFF2-40B4-BE49-F238E27FC236}">
                    <a16:creationId xmlns:a16="http://schemas.microsoft.com/office/drawing/2014/main" id="{C539B867-78F3-BDBB-2E0B-153EF8277316}"/>
                  </a:ext>
                </a:extLst>
              </p:cNvPr>
              <p:cNvSpPr/>
              <p:nvPr/>
            </p:nvSpPr>
            <p:spPr>
              <a:xfrm>
                <a:off x="8239772" y="3509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0" name="Freeform 43089">
                <a:extLst>
                  <a:ext uri="{FF2B5EF4-FFF2-40B4-BE49-F238E27FC236}">
                    <a16:creationId xmlns:a16="http://schemas.microsoft.com/office/drawing/2014/main" id="{FD4F3BF3-811C-CA43-094E-AF7FC63C1471}"/>
                  </a:ext>
                </a:extLst>
              </p:cNvPr>
              <p:cNvSpPr/>
              <p:nvPr/>
            </p:nvSpPr>
            <p:spPr>
              <a:xfrm>
                <a:off x="8240268" y="3519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1" name="Freeform 43090">
                <a:extLst>
                  <a:ext uri="{FF2B5EF4-FFF2-40B4-BE49-F238E27FC236}">
                    <a16:creationId xmlns:a16="http://schemas.microsoft.com/office/drawing/2014/main" id="{DC420161-6A6E-BF10-EF5D-4EE9BFF73493}"/>
                  </a:ext>
                </a:extLst>
              </p:cNvPr>
              <p:cNvSpPr/>
              <p:nvPr/>
            </p:nvSpPr>
            <p:spPr>
              <a:xfrm>
                <a:off x="8240764" y="3555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2" name="Freeform 43091">
                <a:extLst>
                  <a:ext uri="{FF2B5EF4-FFF2-40B4-BE49-F238E27FC236}">
                    <a16:creationId xmlns:a16="http://schemas.microsoft.com/office/drawing/2014/main" id="{65916D3D-BD2C-A337-5E52-DB2285E74F7C}"/>
                  </a:ext>
                </a:extLst>
              </p:cNvPr>
              <p:cNvSpPr/>
              <p:nvPr/>
            </p:nvSpPr>
            <p:spPr>
              <a:xfrm>
                <a:off x="8241359" y="3488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3" name="Freeform 43092">
                <a:extLst>
                  <a:ext uri="{FF2B5EF4-FFF2-40B4-BE49-F238E27FC236}">
                    <a16:creationId xmlns:a16="http://schemas.microsoft.com/office/drawing/2014/main" id="{92AD4918-67A7-CC70-6BD1-E9A7344C35DE}"/>
                  </a:ext>
                </a:extLst>
              </p:cNvPr>
              <p:cNvSpPr/>
              <p:nvPr/>
            </p:nvSpPr>
            <p:spPr>
              <a:xfrm>
                <a:off x="8241855" y="3476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4" name="Freeform 43093">
                <a:extLst>
                  <a:ext uri="{FF2B5EF4-FFF2-40B4-BE49-F238E27FC236}">
                    <a16:creationId xmlns:a16="http://schemas.microsoft.com/office/drawing/2014/main" id="{C87842DC-EA83-6473-9F8B-6C0FF04ED108}"/>
                  </a:ext>
                </a:extLst>
              </p:cNvPr>
              <p:cNvSpPr/>
              <p:nvPr/>
            </p:nvSpPr>
            <p:spPr>
              <a:xfrm>
                <a:off x="8242352" y="3491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5" name="Freeform 43094">
                <a:extLst>
                  <a:ext uri="{FF2B5EF4-FFF2-40B4-BE49-F238E27FC236}">
                    <a16:creationId xmlns:a16="http://schemas.microsoft.com/office/drawing/2014/main" id="{2022AECB-2312-B387-C7B3-085EAB570CEB}"/>
                  </a:ext>
                </a:extLst>
              </p:cNvPr>
              <p:cNvSpPr/>
              <p:nvPr/>
            </p:nvSpPr>
            <p:spPr>
              <a:xfrm>
                <a:off x="8242947" y="3476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6" name="Freeform 43095">
                <a:extLst>
                  <a:ext uri="{FF2B5EF4-FFF2-40B4-BE49-F238E27FC236}">
                    <a16:creationId xmlns:a16="http://schemas.microsoft.com/office/drawing/2014/main" id="{B27B93CB-97B4-471B-2414-E83FB9F29195}"/>
                  </a:ext>
                </a:extLst>
              </p:cNvPr>
              <p:cNvSpPr/>
              <p:nvPr/>
            </p:nvSpPr>
            <p:spPr>
              <a:xfrm>
                <a:off x="8243443" y="3506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7" name="Freeform 43096">
                <a:extLst>
                  <a:ext uri="{FF2B5EF4-FFF2-40B4-BE49-F238E27FC236}">
                    <a16:creationId xmlns:a16="http://schemas.microsoft.com/office/drawing/2014/main" id="{DD84C9FA-E733-14AE-BBC8-05BBAC8BA77D}"/>
                  </a:ext>
                </a:extLst>
              </p:cNvPr>
              <p:cNvSpPr/>
              <p:nvPr/>
            </p:nvSpPr>
            <p:spPr>
              <a:xfrm>
                <a:off x="8243939" y="3514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8" name="Freeform 43097">
                <a:extLst>
                  <a:ext uri="{FF2B5EF4-FFF2-40B4-BE49-F238E27FC236}">
                    <a16:creationId xmlns:a16="http://schemas.microsoft.com/office/drawing/2014/main" id="{69E171F5-4930-DA98-E4CE-FEE65BF607FF}"/>
                  </a:ext>
                </a:extLst>
              </p:cNvPr>
              <p:cNvSpPr/>
              <p:nvPr/>
            </p:nvSpPr>
            <p:spPr>
              <a:xfrm>
                <a:off x="8244534" y="3459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99" name="Freeform 43098">
                <a:extLst>
                  <a:ext uri="{FF2B5EF4-FFF2-40B4-BE49-F238E27FC236}">
                    <a16:creationId xmlns:a16="http://schemas.microsoft.com/office/drawing/2014/main" id="{E73F05AA-580C-6251-4FB5-A43477384A98}"/>
                  </a:ext>
                </a:extLst>
              </p:cNvPr>
              <p:cNvSpPr/>
              <p:nvPr/>
            </p:nvSpPr>
            <p:spPr>
              <a:xfrm>
                <a:off x="8245030" y="355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0" name="Freeform 43099">
                <a:extLst>
                  <a:ext uri="{FF2B5EF4-FFF2-40B4-BE49-F238E27FC236}">
                    <a16:creationId xmlns:a16="http://schemas.microsoft.com/office/drawing/2014/main" id="{DE95548C-8DD1-CA5A-1908-CEF160CD91BF}"/>
                  </a:ext>
                </a:extLst>
              </p:cNvPr>
              <p:cNvSpPr/>
              <p:nvPr/>
            </p:nvSpPr>
            <p:spPr>
              <a:xfrm>
                <a:off x="8245527" y="3814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1" name="Freeform 43100">
                <a:extLst>
                  <a:ext uri="{FF2B5EF4-FFF2-40B4-BE49-F238E27FC236}">
                    <a16:creationId xmlns:a16="http://schemas.microsoft.com/office/drawing/2014/main" id="{4C58DD54-3425-511A-4F9A-D93B901C1563}"/>
                  </a:ext>
                </a:extLst>
              </p:cNvPr>
              <p:cNvSpPr/>
              <p:nvPr/>
            </p:nvSpPr>
            <p:spPr>
              <a:xfrm>
                <a:off x="8246122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2" name="Freeform 43101">
                <a:extLst>
                  <a:ext uri="{FF2B5EF4-FFF2-40B4-BE49-F238E27FC236}">
                    <a16:creationId xmlns:a16="http://schemas.microsoft.com/office/drawing/2014/main" id="{F1382AF0-A5D2-A46C-13E3-588FED9B93E8}"/>
                  </a:ext>
                </a:extLst>
              </p:cNvPr>
              <p:cNvSpPr/>
              <p:nvPr/>
            </p:nvSpPr>
            <p:spPr>
              <a:xfrm>
                <a:off x="8246618" y="3832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3" name="Freeform 43102">
                <a:extLst>
                  <a:ext uri="{FF2B5EF4-FFF2-40B4-BE49-F238E27FC236}">
                    <a16:creationId xmlns:a16="http://schemas.microsoft.com/office/drawing/2014/main" id="{43950E14-B1E1-5E2D-F2A1-3F898D3EB331}"/>
                  </a:ext>
                </a:extLst>
              </p:cNvPr>
              <p:cNvSpPr/>
              <p:nvPr/>
            </p:nvSpPr>
            <p:spPr>
              <a:xfrm>
                <a:off x="8247114" y="3825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4" name="Freeform 43103">
                <a:extLst>
                  <a:ext uri="{FF2B5EF4-FFF2-40B4-BE49-F238E27FC236}">
                    <a16:creationId xmlns:a16="http://schemas.microsoft.com/office/drawing/2014/main" id="{E48DA1A0-3A6E-C2ED-B85D-39BF3F24F6EA}"/>
                  </a:ext>
                </a:extLst>
              </p:cNvPr>
              <p:cNvSpPr/>
              <p:nvPr/>
            </p:nvSpPr>
            <p:spPr>
              <a:xfrm>
                <a:off x="8247709" y="3832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5" name="Freeform 43104">
                <a:extLst>
                  <a:ext uri="{FF2B5EF4-FFF2-40B4-BE49-F238E27FC236}">
                    <a16:creationId xmlns:a16="http://schemas.microsoft.com/office/drawing/2014/main" id="{FA8A82F2-EDA3-27CA-EF65-4BBD5FA19166}"/>
                  </a:ext>
                </a:extLst>
              </p:cNvPr>
              <p:cNvSpPr/>
              <p:nvPr/>
            </p:nvSpPr>
            <p:spPr>
              <a:xfrm>
                <a:off x="8248205" y="383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6" name="Freeform 43105">
                <a:extLst>
                  <a:ext uri="{FF2B5EF4-FFF2-40B4-BE49-F238E27FC236}">
                    <a16:creationId xmlns:a16="http://schemas.microsoft.com/office/drawing/2014/main" id="{19F91EFF-42D7-8567-5372-D29C5A54A7EE}"/>
                  </a:ext>
                </a:extLst>
              </p:cNvPr>
              <p:cNvSpPr/>
              <p:nvPr/>
            </p:nvSpPr>
            <p:spPr>
              <a:xfrm>
                <a:off x="8248702" y="38447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7" name="Freeform 43106">
                <a:extLst>
                  <a:ext uri="{FF2B5EF4-FFF2-40B4-BE49-F238E27FC236}">
                    <a16:creationId xmlns:a16="http://schemas.microsoft.com/office/drawing/2014/main" id="{D5B411BD-2C9D-47DC-710D-D76BF7D78691}"/>
                  </a:ext>
                </a:extLst>
              </p:cNvPr>
              <p:cNvSpPr/>
              <p:nvPr/>
            </p:nvSpPr>
            <p:spPr>
              <a:xfrm>
                <a:off x="8249297" y="3784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8" name="Freeform 43107">
                <a:extLst>
                  <a:ext uri="{FF2B5EF4-FFF2-40B4-BE49-F238E27FC236}">
                    <a16:creationId xmlns:a16="http://schemas.microsoft.com/office/drawing/2014/main" id="{B3BE9309-135E-DD4D-6A40-F5C42932D9D6}"/>
                  </a:ext>
                </a:extLst>
              </p:cNvPr>
              <p:cNvSpPr/>
              <p:nvPr/>
            </p:nvSpPr>
            <p:spPr>
              <a:xfrm>
                <a:off x="8249793" y="3597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09" name="Freeform 43108">
                <a:extLst>
                  <a:ext uri="{FF2B5EF4-FFF2-40B4-BE49-F238E27FC236}">
                    <a16:creationId xmlns:a16="http://schemas.microsoft.com/office/drawing/2014/main" id="{238F9C89-6F2E-DFCD-0374-C9A81DD21DE0}"/>
                  </a:ext>
                </a:extLst>
              </p:cNvPr>
              <p:cNvSpPr/>
              <p:nvPr/>
            </p:nvSpPr>
            <p:spPr>
              <a:xfrm>
                <a:off x="8250289" y="3588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0" name="Freeform 43109">
                <a:extLst>
                  <a:ext uri="{FF2B5EF4-FFF2-40B4-BE49-F238E27FC236}">
                    <a16:creationId xmlns:a16="http://schemas.microsoft.com/office/drawing/2014/main" id="{61E83CB0-BA5B-E7B5-0912-013FDB01206B}"/>
                  </a:ext>
                </a:extLst>
              </p:cNvPr>
              <p:cNvSpPr/>
              <p:nvPr/>
            </p:nvSpPr>
            <p:spPr>
              <a:xfrm>
                <a:off x="8250884" y="3620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1" name="Freeform 43110">
                <a:extLst>
                  <a:ext uri="{FF2B5EF4-FFF2-40B4-BE49-F238E27FC236}">
                    <a16:creationId xmlns:a16="http://schemas.microsoft.com/office/drawing/2014/main" id="{D1B1D24C-C05B-68DD-76B0-ECBA9BC27660}"/>
                  </a:ext>
                </a:extLst>
              </p:cNvPr>
              <p:cNvSpPr/>
              <p:nvPr/>
            </p:nvSpPr>
            <p:spPr>
              <a:xfrm>
                <a:off x="8251380" y="3630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2" name="Freeform 43111">
                <a:extLst>
                  <a:ext uri="{FF2B5EF4-FFF2-40B4-BE49-F238E27FC236}">
                    <a16:creationId xmlns:a16="http://schemas.microsoft.com/office/drawing/2014/main" id="{15C96055-5A30-678A-85A3-477242980948}"/>
                  </a:ext>
                </a:extLst>
              </p:cNvPr>
              <p:cNvSpPr/>
              <p:nvPr/>
            </p:nvSpPr>
            <p:spPr>
              <a:xfrm>
                <a:off x="8251877" y="3617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3" name="Freeform 43112">
                <a:extLst>
                  <a:ext uri="{FF2B5EF4-FFF2-40B4-BE49-F238E27FC236}">
                    <a16:creationId xmlns:a16="http://schemas.microsoft.com/office/drawing/2014/main" id="{6E5A2EA6-D9BA-91FA-0D31-7EC2EDA450F4}"/>
                  </a:ext>
                </a:extLst>
              </p:cNvPr>
              <p:cNvSpPr/>
              <p:nvPr/>
            </p:nvSpPr>
            <p:spPr>
              <a:xfrm>
                <a:off x="8252373" y="3627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4" name="Freeform 43113">
                <a:extLst>
                  <a:ext uri="{FF2B5EF4-FFF2-40B4-BE49-F238E27FC236}">
                    <a16:creationId xmlns:a16="http://schemas.microsoft.com/office/drawing/2014/main" id="{B827DFC0-8389-E025-28A8-26A92F0F4449}"/>
                  </a:ext>
                </a:extLst>
              </p:cNvPr>
              <p:cNvSpPr/>
              <p:nvPr/>
            </p:nvSpPr>
            <p:spPr>
              <a:xfrm>
                <a:off x="8252968" y="3622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5" name="Freeform 43114">
                <a:extLst>
                  <a:ext uri="{FF2B5EF4-FFF2-40B4-BE49-F238E27FC236}">
                    <a16:creationId xmlns:a16="http://schemas.microsoft.com/office/drawing/2014/main" id="{1D2E145F-80F5-A545-2B7E-206D1A106530}"/>
                  </a:ext>
                </a:extLst>
              </p:cNvPr>
              <p:cNvSpPr/>
              <p:nvPr/>
            </p:nvSpPr>
            <p:spPr>
              <a:xfrm>
                <a:off x="8253464" y="3576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6" name="Freeform 43115">
                <a:extLst>
                  <a:ext uri="{FF2B5EF4-FFF2-40B4-BE49-F238E27FC236}">
                    <a16:creationId xmlns:a16="http://schemas.microsoft.com/office/drawing/2014/main" id="{20BF4A62-CE01-4F77-ECB3-FD113B089A45}"/>
                  </a:ext>
                </a:extLst>
              </p:cNvPr>
              <p:cNvSpPr/>
              <p:nvPr/>
            </p:nvSpPr>
            <p:spPr>
              <a:xfrm>
                <a:off x="8253960" y="3623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7" name="Freeform 43116">
                <a:extLst>
                  <a:ext uri="{FF2B5EF4-FFF2-40B4-BE49-F238E27FC236}">
                    <a16:creationId xmlns:a16="http://schemas.microsoft.com/office/drawing/2014/main" id="{701D9EBC-DB48-34A8-D478-D2926FE039F9}"/>
                  </a:ext>
                </a:extLst>
              </p:cNvPr>
              <p:cNvSpPr/>
              <p:nvPr/>
            </p:nvSpPr>
            <p:spPr>
              <a:xfrm>
                <a:off x="8254555" y="3687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8" name="Freeform 43117">
                <a:extLst>
                  <a:ext uri="{FF2B5EF4-FFF2-40B4-BE49-F238E27FC236}">
                    <a16:creationId xmlns:a16="http://schemas.microsoft.com/office/drawing/2014/main" id="{11F4F20E-3CAF-BF45-A803-DF929741E404}"/>
                  </a:ext>
                </a:extLst>
              </p:cNvPr>
              <p:cNvSpPr/>
              <p:nvPr/>
            </p:nvSpPr>
            <p:spPr>
              <a:xfrm>
                <a:off x="8255052" y="3696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19" name="Freeform 43118">
                <a:extLst>
                  <a:ext uri="{FF2B5EF4-FFF2-40B4-BE49-F238E27FC236}">
                    <a16:creationId xmlns:a16="http://schemas.microsoft.com/office/drawing/2014/main" id="{FAB2EDAD-2F27-BE5F-C699-A60148520DC8}"/>
                  </a:ext>
                </a:extLst>
              </p:cNvPr>
              <p:cNvSpPr/>
              <p:nvPr/>
            </p:nvSpPr>
            <p:spPr>
              <a:xfrm>
                <a:off x="8255548" y="3707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0" name="Freeform 43119">
                <a:extLst>
                  <a:ext uri="{FF2B5EF4-FFF2-40B4-BE49-F238E27FC236}">
                    <a16:creationId xmlns:a16="http://schemas.microsoft.com/office/drawing/2014/main" id="{511E20E6-AB53-CC6F-5C1A-FC1387FD6CF6}"/>
                  </a:ext>
                </a:extLst>
              </p:cNvPr>
              <p:cNvSpPr/>
              <p:nvPr/>
            </p:nvSpPr>
            <p:spPr>
              <a:xfrm>
                <a:off x="8256143" y="370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1" name="Freeform 43120">
                <a:extLst>
                  <a:ext uri="{FF2B5EF4-FFF2-40B4-BE49-F238E27FC236}">
                    <a16:creationId xmlns:a16="http://schemas.microsoft.com/office/drawing/2014/main" id="{28649B0E-5609-3F21-25FC-CA56883D3D8D}"/>
                  </a:ext>
                </a:extLst>
              </p:cNvPr>
              <p:cNvSpPr/>
              <p:nvPr/>
            </p:nvSpPr>
            <p:spPr>
              <a:xfrm>
                <a:off x="8256639" y="368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2" name="Freeform 43121">
                <a:extLst>
                  <a:ext uri="{FF2B5EF4-FFF2-40B4-BE49-F238E27FC236}">
                    <a16:creationId xmlns:a16="http://schemas.microsoft.com/office/drawing/2014/main" id="{6A007437-C81C-3758-B380-B11B0AE5879F}"/>
                  </a:ext>
                </a:extLst>
              </p:cNvPr>
              <p:cNvSpPr/>
              <p:nvPr/>
            </p:nvSpPr>
            <p:spPr>
              <a:xfrm>
                <a:off x="8257135" y="3655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3" name="Freeform 43122">
                <a:extLst>
                  <a:ext uri="{FF2B5EF4-FFF2-40B4-BE49-F238E27FC236}">
                    <a16:creationId xmlns:a16="http://schemas.microsoft.com/office/drawing/2014/main" id="{ABEF0558-07BA-F2F0-9949-EA983653E70D}"/>
                  </a:ext>
                </a:extLst>
              </p:cNvPr>
              <p:cNvSpPr/>
              <p:nvPr/>
            </p:nvSpPr>
            <p:spPr>
              <a:xfrm>
                <a:off x="8257730" y="3636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4" name="Freeform 43123">
                <a:extLst>
                  <a:ext uri="{FF2B5EF4-FFF2-40B4-BE49-F238E27FC236}">
                    <a16:creationId xmlns:a16="http://schemas.microsoft.com/office/drawing/2014/main" id="{7CF05074-FD5F-410D-4663-AD0AA5B1CF2C}"/>
                  </a:ext>
                </a:extLst>
              </p:cNvPr>
              <p:cNvSpPr/>
              <p:nvPr/>
            </p:nvSpPr>
            <p:spPr>
              <a:xfrm>
                <a:off x="8258227" y="3799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5" name="Freeform 43124">
                <a:extLst>
                  <a:ext uri="{FF2B5EF4-FFF2-40B4-BE49-F238E27FC236}">
                    <a16:creationId xmlns:a16="http://schemas.microsoft.com/office/drawing/2014/main" id="{611A34A1-38B0-13E7-01D6-EF650E2DE2D6}"/>
                  </a:ext>
                </a:extLst>
              </p:cNvPr>
              <p:cNvSpPr/>
              <p:nvPr/>
            </p:nvSpPr>
            <p:spPr>
              <a:xfrm>
                <a:off x="8258723" y="3841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6" name="Freeform 43125">
                <a:extLst>
                  <a:ext uri="{FF2B5EF4-FFF2-40B4-BE49-F238E27FC236}">
                    <a16:creationId xmlns:a16="http://schemas.microsoft.com/office/drawing/2014/main" id="{AF2AEDA6-23A9-406A-3D9A-F5AA0062E86C}"/>
                  </a:ext>
                </a:extLst>
              </p:cNvPr>
              <p:cNvSpPr/>
              <p:nvPr/>
            </p:nvSpPr>
            <p:spPr>
              <a:xfrm>
                <a:off x="8259318" y="3860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7" name="Freeform 43126">
                <a:extLst>
                  <a:ext uri="{FF2B5EF4-FFF2-40B4-BE49-F238E27FC236}">
                    <a16:creationId xmlns:a16="http://schemas.microsoft.com/office/drawing/2014/main" id="{FC61F2E0-6EF7-282C-EC75-AC7C13CA24F3}"/>
                  </a:ext>
                </a:extLst>
              </p:cNvPr>
              <p:cNvSpPr/>
              <p:nvPr/>
            </p:nvSpPr>
            <p:spPr>
              <a:xfrm>
                <a:off x="8259814" y="386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8" name="Freeform 43127">
                <a:extLst>
                  <a:ext uri="{FF2B5EF4-FFF2-40B4-BE49-F238E27FC236}">
                    <a16:creationId xmlns:a16="http://schemas.microsoft.com/office/drawing/2014/main" id="{FDAC2DED-43E7-22C8-1847-8100B2BE72F8}"/>
                  </a:ext>
                </a:extLst>
              </p:cNvPr>
              <p:cNvSpPr/>
              <p:nvPr/>
            </p:nvSpPr>
            <p:spPr>
              <a:xfrm>
                <a:off x="8260310" y="3867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29" name="Freeform 43128">
                <a:extLst>
                  <a:ext uri="{FF2B5EF4-FFF2-40B4-BE49-F238E27FC236}">
                    <a16:creationId xmlns:a16="http://schemas.microsoft.com/office/drawing/2014/main" id="{93DCFFA7-CC93-E748-D3BF-8FD3DC043127}"/>
                  </a:ext>
                </a:extLst>
              </p:cNvPr>
              <p:cNvSpPr/>
              <p:nvPr/>
            </p:nvSpPr>
            <p:spPr>
              <a:xfrm>
                <a:off x="8260905" y="3853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0" name="Freeform 43129">
                <a:extLst>
                  <a:ext uri="{FF2B5EF4-FFF2-40B4-BE49-F238E27FC236}">
                    <a16:creationId xmlns:a16="http://schemas.microsoft.com/office/drawing/2014/main" id="{285092E2-E635-D277-6B1E-6ACBEC992A04}"/>
                  </a:ext>
                </a:extLst>
              </p:cNvPr>
              <p:cNvSpPr/>
              <p:nvPr/>
            </p:nvSpPr>
            <p:spPr>
              <a:xfrm>
                <a:off x="8261402" y="3861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1" name="Freeform 43130">
                <a:extLst>
                  <a:ext uri="{FF2B5EF4-FFF2-40B4-BE49-F238E27FC236}">
                    <a16:creationId xmlns:a16="http://schemas.microsoft.com/office/drawing/2014/main" id="{F8CCC10B-965C-3952-C26C-3CAE6D7103A4}"/>
                  </a:ext>
                </a:extLst>
              </p:cNvPr>
              <p:cNvSpPr/>
              <p:nvPr/>
            </p:nvSpPr>
            <p:spPr>
              <a:xfrm>
                <a:off x="8261898" y="3835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2" name="Freeform 43131">
                <a:extLst>
                  <a:ext uri="{FF2B5EF4-FFF2-40B4-BE49-F238E27FC236}">
                    <a16:creationId xmlns:a16="http://schemas.microsoft.com/office/drawing/2014/main" id="{95241F09-4773-2489-E0C0-8682DCDCE559}"/>
                  </a:ext>
                </a:extLst>
              </p:cNvPr>
              <p:cNvSpPr/>
              <p:nvPr/>
            </p:nvSpPr>
            <p:spPr>
              <a:xfrm>
                <a:off x="8262493" y="358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3" name="Freeform 43132">
                <a:extLst>
                  <a:ext uri="{FF2B5EF4-FFF2-40B4-BE49-F238E27FC236}">
                    <a16:creationId xmlns:a16="http://schemas.microsoft.com/office/drawing/2014/main" id="{1A091890-E685-4C15-DA0B-63DE324904CC}"/>
                  </a:ext>
                </a:extLst>
              </p:cNvPr>
              <p:cNvSpPr/>
              <p:nvPr/>
            </p:nvSpPr>
            <p:spPr>
              <a:xfrm>
                <a:off x="8262989" y="3635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4" name="Freeform 43133">
                <a:extLst>
                  <a:ext uri="{FF2B5EF4-FFF2-40B4-BE49-F238E27FC236}">
                    <a16:creationId xmlns:a16="http://schemas.microsoft.com/office/drawing/2014/main" id="{7F491360-4716-F420-8B24-4F64A5B65669}"/>
                  </a:ext>
                </a:extLst>
              </p:cNvPr>
              <p:cNvSpPr/>
              <p:nvPr/>
            </p:nvSpPr>
            <p:spPr>
              <a:xfrm>
                <a:off x="8263485" y="3661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5" name="Freeform 43134">
                <a:extLst>
                  <a:ext uri="{FF2B5EF4-FFF2-40B4-BE49-F238E27FC236}">
                    <a16:creationId xmlns:a16="http://schemas.microsoft.com/office/drawing/2014/main" id="{3BEF51C1-35F2-8413-E1F9-B2B8A90E211B}"/>
                  </a:ext>
                </a:extLst>
              </p:cNvPr>
              <p:cNvSpPr/>
              <p:nvPr/>
            </p:nvSpPr>
            <p:spPr>
              <a:xfrm>
                <a:off x="8264080" y="3659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6" name="Freeform 43135">
                <a:extLst>
                  <a:ext uri="{FF2B5EF4-FFF2-40B4-BE49-F238E27FC236}">
                    <a16:creationId xmlns:a16="http://schemas.microsoft.com/office/drawing/2014/main" id="{76C2C882-4B7C-60C2-686F-7D67FE8E25E9}"/>
                  </a:ext>
                </a:extLst>
              </p:cNvPr>
              <p:cNvSpPr/>
              <p:nvPr/>
            </p:nvSpPr>
            <p:spPr>
              <a:xfrm>
                <a:off x="8264577" y="3647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7" name="Freeform 43136">
                <a:extLst>
                  <a:ext uri="{FF2B5EF4-FFF2-40B4-BE49-F238E27FC236}">
                    <a16:creationId xmlns:a16="http://schemas.microsoft.com/office/drawing/2014/main" id="{8391C661-AF1D-DD32-5D33-D975246262D7}"/>
                  </a:ext>
                </a:extLst>
              </p:cNvPr>
              <p:cNvSpPr/>
              <p:nvPr/>
            </p:nvSpPr>
            <p:spPr>
              <a:xfrm>
                <a:off x="8265073" y="3620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8" name="Freeform 43137">
                <a:extLst>
                  <a:ext uri="{FF2B5EF4-FFF2-40B4-BE49-F238E27FC236}">
                    <a16:creationId xmlns:a16="http://schemas.microsoft.com/office/drawing/2014/main" id="{3FB02A4D-2EF0-7C87-CDF3-FB015682BEA0}"/>
                  </a:ext>
                </a:extLst>
              </p:cNvPr>
              <p:cNvSpPr/>
              <p:nvPr/>
            </p:nvSpPr>
            <p:spPr>
              <a:xfrm>
                <a:off x="8265569" y="3583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39" name="Freeform 43138">
                <a:extLst>
                  <a:ext uri="{FF2B5EF4-FFF2-40B4-BE49-F238E27FC236}">
                    <a16:creationId xmlns:a16="http://schemas.microsoft.com/office/drawing/2014/main" id="{B28636DD-DF11-50D7-BFE7-67AEAF553E87}"/>
                  </a:ext>
                </a:extLst>
              </p:cNvPr>
              <p:cNvSpPr/>
              <p:nvPr/>
            </p:nvSpPr>
            <p:spPr>
              <a:xfrm>
                <a:off x="8266164" y="3532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0" name="Freeform 43139">
                <a:extLst>
                  <a:ext uri="{FF2B5EF4-FFF2-40B4-BE49-F238E27FC236}">
                    <a16:creationId xmlns:a16="http://schemas.microsoft.com/office/drawing/2014/main" id="{A5E1BFC3-5694-EBBF-0824-838ED33889B2}"/>
                  </a:ext>
                </a:extLst>
              </p:cNvPr>
              <p:cNvSpPr/>
              <p:nvPr/>
            </p:nvSpPr>
            <p:spPr>
              <a:xfrm>
                <a:off x="8266660" y="3599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1" name="Freeform 43140">
                <a:extLst>
                  <a:ext uri="{FF2B5EF4-FFF2-40B4-BE49-F238E27FC236}">
                    <a16:creationId xmlns:a16="http://schemas.microsoft.com/office/drawing/2014/main" id="{7E7EC00F-5B1A-4538-3D7A-C801F6D37D53}"/>
                  </a:ext>
                </a:extLst>
              </p:cNvPr>
              <p:cNvSpPr/>
              <p:nvPr/>
            </p:nvSpPr>
            <p:spPr>
              <a:xfrm>
                <a:off x="8267156" y="3675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2" name="Freeform 43141">
                <a:extLst>
                  <a:ext uri="{FF2B5EF4-FFF2-40B4-BE49-F238E27FC236}">
                    <a16:creationId xmlns:a16="http://schemas.microsoft.com/office/drawing/2014/main" id="{D07E0152-38A9-5D20-EBA1-030DA6908C03}"/>
                  </a:ext>
                </a:extLst>
              </p:cNvPr>
              <p:cNvSpPr/>
              <p:nvPr/>
            </p:nvSpPr>
            <p:spPr>
              <a:xfrm>
                <a:off x="8267752" y="3641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3" name="Freeform 43142">
                <a:extLst>
                  <a:ext uri="{FF2B5EF4-FFF2-40B4-BE49-F238E27FC236}">
                    <a16:creationId xmlns:a16="http://schemas.microsoft.com/office/drawing/2014/main" id="{DBA1A31E-3A03-C993-20A7-DB65BC5E7F81}"/>
                  </a:ext>
                </a:extLst>
              </p:cNvPr>
              <p:cNvSpPr/>
              <p:nvPr/>
            </p:nvSpPr>
            <p:spPr>
              <a:xfrm>
                <a:off x="8268248" y="3659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4" name="Freeform 43143">
                <a:extLst>
                  <a:ext uri="{FF2B5EF4-FFF2-40B4-BE49-F238E27FC236}">
                    <a16:creationId xmlns:a16="http://schemas.microsoft.com/office/drawing/2014/main" id="{52FD3B7E-EA4A-993F-FE45-8A32AE316580}"/>
                  </a:ext>
                </a:extLst>
              </p:cNvPr>
              <p:cNvSpPr/>
              <p:nvPr/>
            </p:nvSpPr>
            <p:spPr>
              <a:xfrm>
                <a:off x="8268744" y="3637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5" name="Freeform 43144">
                <a:extLst>
                  <a:ext uri="{FF2B5EF4-FFF2-40B4-BE49-F238E27FC236}">
                    <a16:creationId xmlns:a16="http://schemas.microsoft.com/office/drawing/2014/main" id="{A49C6612-8179-B0D0-EDFE-F14F44CEA302}"/>
                  </a:ext>
                </a:extLst>
              </p:cNvPr>
              <p:cNvSpPr/>
              <p:nvPr/>
            </p:nvSpPr>
            <p:spPr>
              <a:xfrm>
                <a:off x="8269339" y="361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6" name="Freeform 43145">
                <a:extLst>
                  <a:ext uri="{FF2B5EF4-FFF2-40B4-BE49-F238E27FC236}">
                    <a16:creationId xmlns:a16="http://schemas.microsoft.com/office/drawing/2014/main" id="{5346837E-5DEA-BE11-365A-C32C3A4B4E65}"/>
                  </a:ext>
                </a:extLst>
              </p:cNvPr>
              <p:cNvSpPr/>
              <p:nvPr/>
            </p:nvSpPr>
            <p:spPr>
              <a:xfrm>
                <a:off x="8269835" y="3646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7" name="Freeform 43146">
                <a:extLst>
                  <a:ext uri="{FF2B5EF4-FFF2-40B4-BE49-F238E27FC236}">
                    <a16:creationId xmlns:a16="http://schemas.microsoft.com/office/drawing/2014/main" id="{EBD0D1B8-2E1B-96A8-889F-07B4A18E8461}"/>
                  </a:ext>
                </a:extLst>
              </p:cNvPr>
              <p:cNvSpPr/>
              <p:nvPr/>
            </p:nvSpPr>
            <p:spPr>
              <a:xfrm>
                <a:off x="8270331" y="3679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8" name="Freeform 43147">
                <a:extLst>
                  <a:ext uri="{FF2B5EF4-FFF2-40B4-BE49-F238E27FC236}">
                    <a16:creationId xmlns:a16="http://schemas.microsoft.com/office/drawing/2014/main" id="{E679BF65-C0A1-916D-0A4C-20DD8BC7AD08}"/>
                  </a:ext>
                </a:extLst>
              </p:cNvPr>
              <p:cNvSpPr/>
              <p:nvPr/>
            </p:nvSpPr>
            <p:spPr>
              <a:xfrm>
                <a:off x="8270927" y="3796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49" name="Freeform 43148">
                <a:extLst>
                  <a:ext uri="{FF2B5EF4-FFF2-40B4-BE49-F238E27FC236}">
                    <a16:creationId xmlns:a16="http://schemas.microsoft.com/office/drawing/2014/main" id="{4A568503-DCDB-FC7A-4E98-9A9BF4522434}"/>
                  </a:ext>
                </a:extLst>
              </p:cNvPr>
              <p:cNvSpPr/>
              <p:nvPr/>
            </p:nvSpPr>
            <p:spPr>
              <a:xfrm>
                <a:off x="8271423" y="3842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0" name="Freeform 43149">
                <a:extLst>
                  <a:ext uri="{FF2B5EF4-FFF2-40B4-BE49-F238E27FC236}">
                    <a16:creationId xmlns:a16="http://schemas.microsoft.com/office/drawing/2014/main" id="{93A9D36C-F44F-3B97-4E0B-58D46B76DB0C}"/>
                  </a:ext>
                </a:extLst>
              </p:cNvPr>
              <p:cNvSpPr/>
              <p:nvPr/>
            </p:nvSpPr>
            <p:spPr>
              <a:xfrm>
                <a:off x="8271919" y="3856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1" name="Freeform 43150">
                <a:extLst>
                  <a:ext uri="{FF2B5EF4-FFF2-40B4-BE49-F238E27FC236}">
                    <a16:creationId xmlns:a16="http://schemas.microsoft.com/office/drawing/2014/main" id="{96DA674D-C170-A791-7250-7F72B532F765}"/>
                  </a:ext>
                </a:extLst>
              </p:cNvPr>
              <p:cNvSpPr/>
              <p:nvPr/>
            </p:nvSpPr>
            <p:spPr>
              <a:xfrm>
                <a:off x="8272514" y="3859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2" name="Freeform 43151">
                <a:extLst>
                  <a:ext uri="{FF2B5EF4-FFF2-40B4-BE49-F238E27FC236}">
                    <a16:creationId xmlns:a16="http://schemas.microsoft.com/office/drawing/2014/main" id="{19CC40C5-E246-646D-2BCD-018D7E45F5BE}"/>
                  </a:ext>
                </a:extLst>
              </p:cNvPr>
              <p:cNvSpPr/>
              <p:nvPr/>
            </p:nvSpPr>
            <p:spPr>
              <a:xfrm>
                <a:off x="8273010" y="3857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3" name="Freeform 43152">
                <a:extLst>
                  <a:ext uri="{FF2B5EF4-FFF2-40B4-BE49-F238E27FC236}">
                    <a16:creationId xmlns:a16="http://schemas.microsoft.com/office/drawing/2014/main" id="{BB2454B9-EE68-8655-DA51-71D17C364220}"/>
                  </a:ext>
                </a:extLst>
              </p:cNvPr>
              <p:cNvSpPr/>
              <p:nvPr/>
            </p:nvSpPr>
            <p:spPr>
              <a:xfrm>
                <a:off x="8273506" y="3852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4" name="Freeform 43153">
                <a:extLst>
                  <a:ext uri="{FF2B5EF4-FFF2-40B4-BE49-F238E27FC236}">
                    <a16:creationId xmlns:a16="http://schemas.microsoft.com/office/drawing/2014/main" id="{2D1816F6-F59E-BD5E-013E-17CFB701E107}"/>
                  </a:ext>
                </a:extLst>
              </p:cNvPr>
              <p:cNvSpPr/>
              <p:nvPr/>
            </p:nvSpPr>
            <p:spPr>
              <a:xfrm>
                <a:off x="8274102" y="38373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5" name="Freeform 43154">
                <a:extLst>
                  <a:ext uri="{FF2B5EF4-FFF2-40B4-BE49-F238E27FC236}">
                    <a16:creationId xmlns:a16="http://schemas.microsoft.com/office/drawing/2014/main" id="{90F8310D-9EFE-DA6A-18A8-82A15C1C9AF0}"/>
                  </a:ext>
                </a:extLst>
              </p:cNvPr>
              <p:cNvSpPr/>
              <p:nvPr/>
            </p:nvSpPr>
            <p:spPr>
              <a:xfrm>
                <a:off x="8274598" y="3738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6" name="Freeform 43155">
                <a:extLst>
                  <a:ext uri="{FF2B5EF4-FFF2-40B4-BE49-F238E27FC236}">
                    <a16:creationId xmlns:a16="http://schemas.microsoft.com/office/drawing/2014/main" id="{635926FE-EE0F-1237-9A62-01AEF2281CE2}"/>
                  </a:ext>
                </a:extLst>
              </p:cNvPr>
              <p:cNvSpPr/>
              <p:nvPr/>
            </p:nvSpPr>
            <p:spPr>
              <a:xfrm>
                <a:off x="8275094" y="3618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7" name="Freeform 43156">
                <a:extLst>
                  <a:ext uri="{FF2B5EF4-FFF2-40B4-BE49-F238E27FC236}">
                    <a16:creationId xmlns:a16="http://schemas.microsoft.com/office/drawing/2014/main" id="{A640BD93-F440-6B49-B8AB-F7734D09C0AA}"/>
                  </a:ext>
                </a:extLst>
              </p:cNvPr>
              <p:cNvSpPr/>
              <p:nvPr/>
            </p:nvSpPr>
            <p:spPr>
              <a:xfrm>
                <a:off x="8275689" y="3612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8" name="Freeform 43157">
                <a:extLst>
                  <a:ext uri="{FF2B5EF4-FFF2-40B4-BE49-F238E27FC236}">
                    <a16:creationId xmlns:a16="http://schemas.microsoft.com/office/drawing/2014/main" id="{3E173487-DFB8-BB87-75D2-A0CFAF894BBC}"/>
                  </a:ext>
                </a:extLst>
              </p:cNvPr>
              <p:cNvSpPr/>
              <p:nvPr/>
            </p:nvSpPr>
            <p:spPr>
              <a:xfrm>
                <a:off x="8276185" y="3621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59" name="Freeform 43158">
                <a:extLst>
                  <a:ext uri="{FF2B5EF4-FFF2-40B4-BE49-F238E27FC236}">
                    <a16:creationId xmlns:a16="http://schemas.microsoft.com/office/drawing/2014/main" id="{655FA02B-6ACB-CD45-70DE-DC661BAA17A5}"/>
                  </a:ext>
                </a:extLst>
              </p:cNvPr>
              <p:cNvSpPr/>
              <p:nvPr/>
            </p:nvSpPr>
            <p:spPr>
              <a:xfrm>
                <a:off x="8276681" y="3651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0" name="Freeform 43159">
                <a:extLst>
                  <a:ext uri="{FF2B5EF4-FFF2-40B4-BE49-F238E27FC236}">
                    <a16:creationId xmlns:a16="http://schemas.microsoft.com/office/drawing/2014/main" id="{36750979-7B45-F258-8642-479236FDDA90}"/>
                  </a:ext>
                </a:extLst>
              </p:cNvPr>
              <p:cNvSpPr/>
              <p:nvPr/>
            </p:nvSpPr>
            <p:spPr>
              <a:xfrm>
                <a:off x="8277177" y="3651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1" name="Freeform 43160">
                <a:extLst>
                  <a:ext uri="{FF2B5EF4-FFF2-40B4-BE49-F238E27FC236}">
                    <a16:creationId xmlns:a16="http://schemas.microsoft.com/office/drawing/2014/main" id="{DFFFC388-C503-3F3A-3449-B30C612B99D9}"/>
                  </a:ext>
                </a:extLst>
              </p:cNvPr>
              <p:cNvSpPr/>
              <p:nvPr/>
            </p:nvSpPr>
            <p:spPr>
              <a:xfrm>
                <a:off x="8277773" y="3608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2" name="Freeform 43161">
                <a:extLst>
                  <a:ext uri="{FF2B5EF4-FFF2-40B4-BE49-F238E27FC236}">
                    <a16:creationId xmlns:a16="http://schemas.microsoft.com/office/drawing/2014/main" id="{F86BA440-8799-765E-5545-E9BAF432261E}"/>
                  </a:ext>
                </a:extLst>
              </p:cNvPr>
              <p:cNvSpPr/>
              <p:nvPr/>
            </p:nvSpPr>
            <p:spPr>
              <a:xfrm>
                <a:off x="8278269" y="3630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3" name="Freeform 43162">
                <a:extLst>
                  <a:ext uri="{FF2B5EF4-FFF2-40B4-BE49-F238E27FC236}">
                    <a16:creationId xmlns:a16="http://schemas.microsoft.com/office/drawing/2014/main" id="{4EA2D1E1-198B-442E-B7CD-8107EFAEA783}"/>
                  </a:ext>
                </a:extLst>
              </p:cNvPr>
              <p:cNvSpPr/>
              <p:nvPr/>
            </p:nvSpPr>
            <p:spPr>
              <a:xfrm>
                <a:off x="8278765" y="3606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4" name="Freeform 43163">
                <a:extLst>
                  <a:ext uri="{FF2B5EF4-FFF2-40B4-BE49-F238E27FC236}">
                    <a16:creationId xmlns:a16="http://schemas.microsoft.com/office/drawing/2014/main" id="{87FF22A1-C6C4-D8C9-0F78-B586E770DDA4}"/>
                  </a:ext>
                </a:extLst>
              </p:cNvPr>
              <p:cNvSpPr/>
              <p:nvPr/>
            </p:nvSpPr>
            <p:spPr>
              <a:xfrm>
                <a:off x="8279360" y="3666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5" name="Freeform 43164">
                <a:extLst>
                  <a:ext uri="{FF2B5EF4-FFF2-40B4-BE49-F238E27FC236}">
                    <a16:creationId xmlns:a16="http://schemas.microsoft.com/office/drawing/2014/main" id="{CC75DC99-1B47-A934-6DCA-E6A17A6DFBAF}"/>
                  </a:ext>
                </a:extLst>
              </p:cNvPr>
              <p:cNvSpPr/>
              <p:nvPr/>
            </p:nvSpPr>
            <p:spPr>
              <a:xfrm>
                <a:off x="8279856" y="3725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6" name="Freeform 43165">
                <a:extLst>
                  <a:ext uri="{FF2B5EF4-FFF2-40B4-BE49-F238E27FC236}">
                    <a16:creationId xmlns:a16="http://schemas.microsoft.com/office/drawing/2014/main" id="{9FE5101E-5970-EAB6-EB06-CD80D8442D5E}"/>
                  </a:ext>
                </a:extLst>
              </p:cNvPr>
              <p:cNvSpPr/>
              <p:nvPr/>
            </p:nvSpPr>
            <p:spPr>
              <a:xfrm>
                <a:off x="8280352" y="3742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7" name="Freeform 43166">
                <a:extLst>
                  <a:ext uri="{FF2B5EF4-FFF2-40B4-BE49-F238E27FC236}">
                    <a16:creationId xmlns:a16="http://schemas.microsoft.com/office/drawing/2014/main" id="{FCB83A3B-17D8-EB88-396E-A4834BB12E67}"/>
                  </a:ext>
                </a:extLst>
              </p:cNvPr>
              <p:cNvSpPr/>
              <p:nvPr/>
            </p:nvSpPr>
            <p:spPr>
              <a:xfrm>
                <a:off x="8280948" y="3734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8" name="Freeform 43167">
                <a:extLst>
                  <a:ext uri="{FF2B5EF4-FFF2-40B4-BE49-F238E27FC236}">
                    <a16:creationId xmlns:a16="http://schemas.microsoft.com/office/drawing/2014/main" id="{A19013E6-DE6E-0AA8-0AE7-ECF81E2A8175}"/>
                  </a:ext>
                </a:extLst>
              </p:cNvPr>
              <p:cNvSpPr/>
              <p:nvPr/>
            </p:nvSpPr>
            <p:spPr>
              <a:xfrm>
                <a:off x="8281444" y="3720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69" name="Freeform 43168">
                <a:extLst>
                  <a:ext uri="{FF2B5EF4-FFF2-40B4-BE49-F238E27FC236}">
                    <a16:creationId xmlns:a16="http://schemas.microsoft.com/office/drawing/2014/main" id="{6053B6B9-B2C3-39F0-124A-6486567108AD}"/>
                  </a:ext>
                </a:extLst>
              </p:cNvPr>
              <p:cNvSpPr/>
              <p:nvPr/>
            </p:nvSpPr>
            <p:spPr>
              <a:xfrm>
                <a:off x="8281940" y="3722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0" name="Freeform 43169">
                <a:extLst>
                  <a:ext uri="{FF2B5EF4-FFF2-40B4-BE49-F238E27FC236}">
                    <a16:creationId xmlns:a16="http://schemas.microsoft.com/office/drawing/2014/main" id="{D3339922-3654-1716-5AE7-1A73B577D44F}"/>
                  </a:ext>
                </a:extLst>
              </p:cNvPr>
              <p:cNvSpPr/>
              <p:nvPr/>
            </p:nvSpPr>
            <p:spPr>
              <a:xfrm>
                <a:off x="8282535" y="370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1" name="Freeform 43170">
                <a:extLst>
                  <a:ext uri="{FF2B5EF4-FFF2-40B4-BE49-F238E27FC236}">
                    <a16:creationId xmlns:a16="http://schemas.microsoft.com/office/drawing/2014/main" id="{DBFB0515-3131-C2E1-0C48-B9C0F76975F0}"/>
                  </a:ext>
                </a:extLst>
              </p:cNvPr>
              <p:cNvSpPr/>
              <p:nvPr/>
            </p:nvSpPr>
            <p:spPr>
              <a:xfrm>
                <a:off x="8283031" y="3720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2" name="Freeform 43171">
                <a:extLst>
                  <a:ext uri="{FF2B5EF4-FFF2-40B4-BE49-F238E27FC236}">
                    <a16:creationId xmlns:a16="http://schemas.microsoft.com/office/drawing/2014/main" id="{1E06246C-BD05-377C-7546-82C1DA6433AC}"/>
                  </a:ext>
                </a:extLst>
              </p:cNvPr>
              <p:cNvSpPr/>
              <p:nvPr/>
            </p:nvSpPr>
            <p:spPr>
              <a:xfrm>
                <a:off x="8283527" y="38088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3" name="Freeform 43172">
                <a:extLst>
                  <a:ext uri="{FF2B5EF4-FFF2-40B4-BE49-F238E27FC236}">
                    <a16:creationId xmlns:a16="http://schemas.microsoft.com/office/drawing/2014/main" id="{8D854F51-3680-D061-9BBB-6F897239025B}"/>
                  </a:ext>
                </a:extLst>
              </p:cNvPr>
              <p:cNvSpPr/>
              <p:nvPr/>
            </p:nvSpPr>
            <p:spPr>
              <a:xfrm>
                <a:off x="8284123" y="3875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4" name="Freeform 43173">
                <a:extLst>
                  <a:ext uri="{FF2B5EF4-FFF2-40B4-BE49-F238E27FC236}">
                    <a16:creationId xmlns:a16="http://schemas.microsoft.com/office/drawing/2014/main" id="{55B76240-3CED-5C15-73C4-EAB322062120}"/>
                  </a:ext>
                </a:extLst>
              </p:cNvPr>
              <p:cNvSpPr/>
              <p:nvPr/>
            </p:nvSpPr>
            <p:spPr>
              <a:xfrm>
                <a:off x="8284619" y="3886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5" name="Freeform 43174">
                <a:extLst>
                  <a:ext uri="{FF2B5EF4-FFF2-40B4-BE49-F238E27FC236}">
                    <a16:creationId xmlns:a16="http://schemas.microsoft.com/office/drawing/2014/main" id="{FEBDEA41-5C07-F70A-09E5-F0A2815E8D83}"/>
                  </a:ext>
                </a:extLst>
              </p:cNvPr>
              <p:cNvSpPr/>
              <p:nvPr/>
            </p:nvSpPr>
            <p:spPr>
              <a:xfrm>
                <a:off x="8285115" y="3896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6" name="Freeform 43175">
                <a:extLst>
                  <a:ext uri="{FF2B5EF4-FFF2-40B4-BE49-F238E27FC236}">
                    <a16:creationId xmlns:a16="http://schemas.microsoft.com/office/drawing/2014/main" id="{CB90E126-4039-F837-D1CF-C35061EE7BF6}"/>
                  </a:ext>
                </a:extLst>
              </p:cNvPr>
              <p:cNvSpPr/>
              <p:nvPr/>
            </p:nvSpPr>
            <p:spPr>
              <a:xfrm>
                <a:off x="8285710" y="38949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7" name="Freeform 43176">
                <a:extLst>
                  <a:ext uri="{FF2B5EF4-FFF2-40B4-BE49-F238E27FC236}">
                    <a16:creationId xmlns:a16="http://schemas.microsoft.com/office/drawing/2014/main" id="{811627A0-71D0-D4B0-7056-4FB5A3EA6A30}"/>
                  </a:ext>
                </a:extLst>
              </p:cNvPr>
              <p:cNvSpPr/>
              <p:nvPr/>
            </p:nvSpPr>
            <p:spPr>
              <a:xfrm>
                <a:off x="8286206" y="3882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8" name="Freeform 43177">
                <a:extLst>
                  <a:ext uri="{FF2B5EF4-FFF2-40B4-BE49-F238E27FC236}">
                    <a16:creationId xmlns:a16="http://schemas.microsoft.com/office/drawing/2014/main" id="{768B2BA3-17FC-4053-85C6-CE6436E94330}"/>
                  </a:ext>
                </a:extLst>
              </p:cNvPr>
              <p:cNvSpPr/>
              <p:nvPr/>
            </p:nvSpPr>
            <p:spPr>
              <a:xfrm>
                <a:off x="8286702" y="38553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79" name="Freeform 43178">
                <a:extLst>
                  <a:ext uri="{FF2B5EF4-FFF2-40B4-BE49-F238E27FC236}">
                    <a16:creationId xmlns:a16="http://schemas.microsoft.com/office/drawing/2014/main" id="{53242883-FCB7-FF47-BE93-AA60FE61ECBB}"/>
                  </a:ext>
                </a:extLst>
              </p:cNvPr>
              <p:cNvSpPr/>
              <p:nvPr/>
            </p:nvSpPr>
            <p:spPr>
              <a:xfrm>
                <a:off x="8287298" y="3825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0" name="Freeform 43179">
                <a:extLst>
                  <a:ext uri="{FF2B5EF4-FFF2-40B4-BE49-F238E27FC236}">
                    <a16:creationId xmlns:a16="http://schemas.microsoft.com/office/drawing/2014/main" id="{7C8C3E01-09B1-DF1C-9D5A-4D16D1BC4DDF}"/>
                  </a:ext>
                </a:extLst>
              </p:cNvPr>
              <p:cNvSpPr/>
              <p:nvPr/>
            </p:nvSpPr>
            <p:spPr>
              <a:xfrm>
                <a:off x="8287794" y="3605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1" name="Freeform 43180">
                <a:extLst>
                  <a:ext uri="{FF2B5EF4-FFF2-40B4-BE49-F238E27FC236}">
                    <a16:creationId xmlns:a16="http://schemas.microsoft.com/office/drawing/2014/main" id="{71FFD6B5-7E47-3599-194A-0B4A195B8D91}"/>
                  </a:ext>
                </a:extLst>
              </p:cNvPr>
              <p:cNvSpPr/>
              <p:nvPr/>
            </p:nvSpPr>
            <p:spPr>
              <a:xfrm>
                <a:off x="8288290" y="3593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2" name="Freeform 43181">
                <a:extLst>
                  <a:ext uri="{FF2B5EF4-FFF2-40B4-BE49-F238E27FC236}">
                    <a16:creationId xmlns:a16="http://schemas.microsoft.com/office/drawing/2014/main" id="{1B1135CB-FFC1-0F44-AA19-087DBFAD7686}"/>
                  </a:ext>
                </a:extLst>
              </p:cNvPr>
              <p:cNvSpPr/>
              <p:nvPr/>
            </p:nvSpPr>
            <p:spPr>
              <a:xfrm>
                <a:off x="8288786" y="3617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3" name="Freeform 43182">
                <a:extLst>
                  <a:ext uri="{FF2B5EF4-FFF2-40B4-BE49-F238E27FC236}">
                    <a16:creationId xmlns:a16="http://schemas.microsoft.com/office/drawing/2014/main" id="{7BE9B156-F255-AA94-FF31-DD6C0F01F02E}"/>
                  </a:ext>
                </a:extLst>
              </p:cNvPr>
              <p:cNvSpPr/>
              <p:nvPr/>
            </p:nvSpPr>
            <p:spPr>
              <a:xfrm>
                <a:off x="8289381" y="3603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4" name="Freeform 43183">
                <a:extLst>
                  <a:ext uri="{FF2B5EF4-FFF2-40B4-BE49-F238E27FC236}">
                    <a16:creationId xmlns:a16="http://schemas.microsoft.com/office/drawing/2014/main" id="{CA5227BF-1248-B2CE-1DB3-77ACCC722111}"/>
                  </a:ext>
                </a:extLst>
              </p:cNvPr>
              <p:cNvSpPr/>
              <p:nvPr/>
            </p:nvSpPr>
            <p:spPr>
              <a:xfrm>
                <a:off x="8289877" y="3590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5" name="Freeform 43184">
                <a:extLst>
                  <a:ext uri="{FF2B5EF4-FFF2-40B4-BE49-F238E27FC236}">
                    <a16:creationId xmlns:a16="http://schemas.microsoft.com/office/drawing/2014/main" id="{D11E78D3-5D39-A9C0-2C77-2B1A3D3DE068}"/>
                  </a:ext>
                </a:extLst>
              </p:cNvPr>
              <p:cNvSpPr/>
              <p:nvPr/>
            </p:nvSpPr>
            <p:spPr>
              <a:xfrm>
                <a:off x="8290373" y="3568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6" name="Freeform 43185">
                <a:extLst>
                  <a:ext uri="{FF2B5EF4-FFF2-40B4-BE49-F238E27FC236}">
                    <a16:creationId xmlns:a16="http://schemas.microsoft.com/office/drawing/2014/main" id="{DC3B929B-3C28-3B04-CAEC-35DCC83ECE54}"/>
                  </a:ext>
                </a:extLst>
              </p:cNvPr>
              <p:cNvSpPr/>
              <p:nvPr/>
            </p:nvSpPr>
            <p:spPr>
              <a:xfrm>
                <a:off x="8290969" y="3623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7" name="Freeform 43186">
                <a:extLst>
                  <a:ext uri="{FF2B5EF4-FFF2-40B4-BE49-F238E27FC236}">
                    <a16:creationId xmlns:a16="http://schemas.microsoft.com/office/drawing/2014/main" id="{1B5C5DA4-AB95-0E00-4107-88A12561BCA5}"/>
                  </a:ext>
                </a:extLst>
              </p:cNvPr>
              <p:cNvSpPr/>
              <p:nvPr/>
            </p:nvSpPr>
            <p:spPr>
              <a:xfrm>
                <a:off x="8291465" y="3602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8" name="Freeform 43187">
                <a:extLst>
                  <a:ext uri="{FF2B5EF4-FFF2-40B4-BE49-F238E27FC236}">
                    <a16:creationId xmlns:a16="http://schemas.microsoft.com/office/drawing/2014/main" id="{2E68A59A-7E97-B8A0-22DA-C4E526F82691}"/>
                  </a:ext>
                </a:extLst>
              </p:cNvPr>
              <p:cNvSpPr/>
              <p:nvPr/>
            </p:nvSpPr>
            <p:spPr>
              <a:xfrm>
                <a:off x="8291961" y="3629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89" name="Freeform 43188">
                <a:extLst>
                  <a:ext uri="{FF2B5EF4-FFF2-40B4-BE49-F238E27FC236}">
                    <a16:creationId xmlns:a16="http://schemas.microsoft.com/office/drawing/2014/main" id="{181FE265-3AA6-5BAF-18ED-C45FD2947457}"/>
                  </a:ext>
                </a:extLst>
              </p:cNvPr>
              <p:cNvSpPr/>
              <p:nvPr/>
            </p:nvSpPr>
            <p:spPr>
              <a:xfrm>
                <a:off x="8292556" y="3661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0" name="Freeform 43189">
                <a:extLst>
                  <a:ext uri="{FF2B5EF4-FFF2-40B4-BE49-F238E27FC236}">
                    <a16:creationId xmlns:a16="http://schemas.microsoft.com/office/drawing/2014/main" id="{12B477DC-C906-D159-90C9-D4C906FF3ACB}"/>
                  </a:ext>
                </a:extLst>
              </p:cNvPr>
              <p:cNvSpPr/>
              <p:nvPr/>
            </p:nvSpPr>
            <p:spPr>
              <a:xfrm>
                <a:off x="8293052" y="3657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1" name="Freeform 43190">
                <a:extLst>
                  <a:ext uri="{FF2B5EF4-FFF2-40B4-BE49-F238E27FC236}">
                    <a16:creationId xmlns:a16="http://schemas.microsoft.com/office/drawing/2014/main" id="{4D4CF717-814A-B9F5-1D4A-D504A9B01148}"/>
                  </a:ext>
                </a:extLst>
              </p:cNvPr>
              <p:cNvSpPr/>
              <p:nvPr/>
            </p:nvSpPr>
            <p:spPr>
              <a:xfrm>
                <a:off x="8293548" y="3635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2" name="Freeform 43191">
                <a:extLst>
                  <a:ext uri="{FF2B5EF4-FFF2-40B4-BE49-F238E27FC236}">
                    <a16:creationId xmlns:a16="http://schemas.microsoft.com/office/drawing/2014/main" id="{FAC6F970-9FE5-AB19-7AF2-8D6F9E835A1A}"/>
                  </a:ext>
                </a:extLst>
              </p:cNvPr>
              <p:cNvSpPr/>
              <p:nvPr/>
            </p:nvSpPr>
            <p:spPr>
              <a:xfrm>
                <a:off x="8294144" y="3616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3" name="Freeform 43192">
                <a:extLst>
                  <a:ext uri="{FF2B5EF4-FFF2-40B4-BE49-F238E27FC236}">
                    <a16:creationId xmlns:a16="http://schemas.microsoft.com/office/drawing/2014/main" id="{86090D0C-E5E6-19F4-9A0D-B781C032AA6F}"/>
                  </a:ext>
                </a:extLst>
              </p:cNvPr>
              <p:cNvSpPr/>
              <p:nvPr/>
            </p:nvSpPr>
            <p:spPr>
              <a:xfrm>
                <a:off x="8294640" y="3663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4" name="Freeform 43193">
                <a:extLst>
                  <a:ext uri="{FF2B5EF4-FFF2-40B4-BE49-F238E27FC236}">
                    <a16:creationId xmlns:a16="http://schemas.microsoft.com/office/drawing/2014/main" id="{C7B286DD-4756-3A9A-CF7B-F994278C15FC}"/>
                  </a:ext>
                </a:extLst>
              </p:cNvPr>
              <p:cNvSpPr/>
              <p:nvPr/>
            </p:nvSpPr>
            <p:spPr>
              <a:xfrm>
                <a:off x="8295136" y="3670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5" name="Freeform 43194">
                <a:extLst>
                  <a:ext uri="{FF2B5EF4-FFF2-40B4-BE49-F238E27FC236}">
                    <a16:creationId xmlns:a16="http://schemas.microsoft.com/office/drawing/2014/main" id="{E8CEF196-73DD-2112-9A72-7B2DB3F6425A}"/>
                  </a:ext>
                </a:extLst>
              </p:cNvPr>
              <p:cNvSpPr/>
              <p:nvPr/>
            </p:nvSpPr>
            <p:spPr>
              <a:xfrm>
                <a:off x="8295731" y="370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6" name="Freeform 43195">
                <a:extLst>
                  <a:ext uri="{FF2B5EF4-FFF2-40B4-BE49-F238E27FC236}">
                    <a16:creationId xmlns:a16="http://schemas.microsoft.com/office/drawing/2014/main" id="{B8B8DDAE-BF5D-664D-4603-7A79C3F68280}"/>
                  </a:ext>
                </a:extLst>
              </p:cNvPr>
              <p:cNvSpPr/>
              <p:nvPr/>
            </p:nvSpPr>
            <p:spPr>
              <a:xfrm>
                <a:off x="8296227" y="3817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7" name="Freeform 43196">
                <a:extLst>
                  <a:ext uri="{FF2B5EF4-FFF2-40B4-BE49-F238E27FC236}">
                    <a16:creationId xmlns:a16="http://schemas.microsoft.com/office/drawing/2014/main" id="{F18D7967-6AF2-5480-05FD-0F73CB015B24}"/>
                  </a:ext>
                </a:extLst>
              </p:cNvPr>
              <p:cNvSpPr/>
              <p:nvPr/>
            </p:nvSpPr>
            <p:spPr>
              <a:xfrm>
                <a:off x="8296723" y="3904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8" name="Freeform 43197">
                <a:extLst>
                  <a:ext uri="{FF2B5EF4-FFF2-40B4-BE49-F238E27FC236}">
                    <a16:creationId xmlns:a16="http://schemas.microsoft.com/office/drawing/2014/main" id="{452A7983-71C1-FF23-2619-F694154B7BFC}"/>
                  </a:ext>
                </a:extLst>
              </p:cNvPr>
              <p:cNvSpPr/>
              <p:nvPr/>
            </p:nvSpPr>
            <p:spPr>
              <a:xfrm>
                <a:off x="8297319" y="3887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99" name="Freeform 43198">
                <a:extLst>
                  <a:ext uri="{FF2B5EF4-FFF2-40B4-BE49-F238E27FC236}">
                    <a16:creationId xmlns:a16="http://schemas.microsoft.com/office/drawing/2014/main" id="{2B8ABC35-9543-B8E8-1218-E0673618ADBA}"/>
                  </a:ext>
                </a:extLst>
              </p:cNvPr>
              <p:cNvSpPr/>
              <p:nvPr/>
            </p:nvSpPr>
            <p:spPr>
              <a:xfrm>
                <a:off x="8297815" y="3891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0" name="Freeform 43199">
                <a:extLst>
                  <a:ext uri="{FF2B5EF4-FFF2-40B4-BE49-F238E27FC236}">
                    <a16:creationId xmlns:a16="http://schemas.microsoft.com/office/drawing/2014/main" id="{3225FBDD-27EE-7C95-A314-6B5AA8D1884E}"/>
                  </a:ext>
                </a:extLst>
              </p:cNvPr>
              <p:cNvSpPr/>
              <p:nvPr/>
            </p:nvSpPr>
            <p:spPr>
              <a:xfrm>
                <a:off x="8298311" y="3890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1" name="Freeform 43200">
                <a:extLst>
                  <a:ext uri="{FF2B5EF4-FFF2-40B4-BE49-F238E27FC236}">
                    <a16:creationId xmlns:a16="http://schemas.microsoft.com/office/drawing/2014/main" id="{3B2EC7F5-CCA0-8DFF-11F8-16CA5FD1DC73}"/>
                  </a:ext>
                </a:extLst>
              </p:cNvPr>
              <p:cNvSpPr/>
              <p:nvPr/>
            </p:nvSpPr>
            <p:spPr>
              <a:xfrm>
                <a:off x="8298906" y="3878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2" name="Freeform 43201">
                <a:extLst>
                  <a:ext uri="{FF2B5EF4-FFF2-40B4-BE49-F238E27FC236}">
                    <a16:creationId xmlns:a16="http://schemas.microsoft.com/office/drawing/2014/main" id="{C1F9538E-D8F9-618A-ACDA-64542AAEB7EA}"/>
                  </a:ext>
                </a:extLst>
              </p:cNvPr>
              <p:cNvSpPr/>
              <p:nvPr/>
            </p:nvSpPr>
            <p:spPr>
              <a:xfrm>
                <a:off x="8299402" y="38659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3" name="Freeform 43202">
                <a:extLst>
                  <a:ext uri="{FF2B5EF4-FFF2-40B4-BE49-F238E27FC236}">
                    <a16:creationId xmlns:a16="http://schemas.microsoft.com/office/drawing/2014/main" id="{71130232-42C5-CF04-8F48-B659E9353248}"/>
                  </a:ext>
                </a:extLst>
              </p:cNvPr>
              <p:cNvSpPr/>
              <p:nvPr/>
            </p:nvSpPr>
            <p:spPr>
              <a:xfrm>
                <a:off x="8299898" y="3852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4" name="Freeform 43203">
                <a:extLst>
                  <a:ext uri="{FF2B5EF4-FFF2-40B4-BE49-F238E27FC236}">
                    <a16:creationId xmlns:a16="http://schemas.microsoft.com/office/drawing/2014/main" id="{A9F2E321-6F3C-1E44-68E2-C1EB6FC1A347}"/>
                  </a:ext>
                </a:extLst>
              </p:cNvPr>
              <p:cNvSpPr/>
              <p:nvPr/>
            </p:nvSpPr>
            <p:spPr>
              <a:xfrm>
                <a:off x="8300494" y="3673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5" name="Freeform 43204">
                <a:extLst>
                  <a:ext uri="{FF2B5EF4-FFF2-40B4-BE49-F238E27FC236}">
                    <a16:creationId xmlns:a16="http://schemas.microsoft.com/office/drawing/2014/main" id="{99AD9534-1F9E-0914-2962-F63A79385933}"/>
                  </a:ext>
                </a:extLst>
              </p:cNvPr>
              <p:cNvSpPr/>
              <p:nvPr/>
            </p:nvSpPr>
            <p:spPr>
              <a:xfrm>
                <a:off x="8300990" y="356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6" name="Freeform 43205">
                <a:extLst>
                  <a:ext uri="{FF2B5EF4-FFF2-40B4-BE49-F238E27FC236}">
                    <a16:creationId xmlns:a16="http://schemas.microsoft.com/office/drawing/2014/main" id="{5D192C07-ABF3-9EDD-1D65-8D1CD3F926C6}"/>
                  </a:ext>
                </a:extLst>
              </p:cNvPr>
              <p:cNvSpPr/>
              <p:nvPr/>
            </p:nvSpPr>
            <p:spPr>
              <a:xfrm>
                <a:off x="8301486" y="3599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7" name="Freeform 43206">
                <a:extLst>
                  <a:ext uri="{FF2B5EF4-FFF2-40B4-BE49-F238E27FC236}">
                    <a16:creationId xmlns:a16="http://schemas.microsoft.com/office/drawing/2014/main" id="{1CB02C95-2165-B65C-8582-98C226FC4DE9}"/>
                  </a:ext>
                </a:extLst>
              </p:cNvPr>
              <p:cNvSpPr/>
              <p:nvPr/>
            </p:nvSpPr>
            <p:spPr>
              <a:xfrm>
                <a:off x="8301982" y="3621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8" name="Freeform 43207">
                <a:extLst>
                  <a:ext uri="{FF2B5EF4-FFF2-40B4-BE49-F238E27FC236}">
                    <a16:creationId xmlns:a16="http://schemas.microsoft.com/office/drawing/2014/main" id="{48A2A04B-3E45-C10A-C36D-AF7755AC6B4B}"/>
                  </a:ext>
                </a:extLst>
              </p:cNvPr>
              <p:cNvSpPr/>
              <p:nvPr/>
            </p:nvSpPr>
            <p:spPr>
              <a:xfrm>
                <a:off x="8302577" y="3608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09" name="Freeform 43208">
                <a:extLst>
                  <a:ext uri="{FF2B5EF4-FFF2-40B4-BE49-F238E27FC236}">
                    <a16:creationId xmlns:a16="http://schemas.microsoft.com/office/drawing/2014/main" id="{B5E45FD6-2031-F053-1C85-D54B2F89B0B7}"/>
                  </a:ext>
                </a:extLst>
              </p:cNvPr>
              <p:cNvSpPr/>
              <p:nvPr/>
            </p:nvSpPr>
            <p:spPr>
              <a:xfrm>
                <a:off x="8303073" y="3581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0" name="Freeform 43209">
                <a:extLst>
                  <a:ext uri="{FF2B5EF4-FFF2-40B4-BE49-F238E27FC236}">
                    <a16:creationId xmlns:a16="http://schemas.microsoft.com/office/drawing/2014/main" id="{DAD688D0-4945-92D9-8F63-CF70D86CBAF1}"/>
                  </a:ext>
                </a:extLst>
              </p:cNvPr>
              <p:cNvSpPr/>
              <p:nvPr/>
            </p:nvSpPr>
            <p:spPr>
              <a:xfrm>
                <a:off x="8303570" y="3544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1" name="Freeform 43210">
                <a:extLst>
                  <a:ext uri="{FF2B5EF4-FFF2-40B4-BE49-F238E27FC236}">
                    <a16:creationId xmlns:a16="http://schemas.microsoft.com/office/drawing/2014/main" id="{BE70F418-3705-3BDB-CB51-E468B265F9D1}"/>
                  </a:ext>
                </a:extLst>
              </p:cNvPr>
              <p:cNvSpPr/>
              <p:nvPr/>
            </p:nvSpPr>
            <p:spPr>
              <a:xfrm>
                <a:off x="8304165" y="3515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2" name="Freeform 43211">
                <a:extLst>
                  <a:ext uri="{FF2B5EF4-FFF2-40B4-BE49-F238E27FC236}">
                    <a16:creationId xmlns:a16="http://schemas.microsoft.com/office/drawing/2014/main" id="{1CABC9BF-8C4F-49F8-931C-1E0260CD4458}"/>
                  </a:ext>
                </a:extLst>
              </p:cNvPr>
              <p:cNvSpPr/>
              <p:nvPr/>
            </p:nvSpPr>
            <p:spPr>
              <a:xfrm>
                <a:off x="8304661" y="3488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3" name="Freeform 43212">
                <a:extLst>
                  <a:ext uri="{FF2B5EF4-FFF2-40B4-BE49-F238E27FC236}">
                    <a16:creationId xmlns:a16="http://schemas.microsoft.com/office/drawing/2014/main" id="{CDB29A0C-38E4-2835-B85D-8CE018BFA4E5}"/>
                  </a:ext>
                </a:extLst>
              </p:cNvPr>
              <p:cNvSpPr/>
              <p:nvPr/>
            </p:nvSpPr>
            <p:spPr>
              <a:xfrm>
                <a:off x="8305157" y="3441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4" name="Freeform 43213">
                <a:extLst>
                  <a:ext uri="{FF2B5EF4-FFF2-40B4-BE49-F238E27FC236}">
                    <a16:creationId xmlns:a16="http://schemas.microsoft.com/office/drawing/2014/main" id="{14DB6F64-3AA6-83CD-B2B3-94132942E212}"/>
                  </a:ext>
                </a:extLst>
              </p:cNvPr>
              <p:cNvSpPr/>
              <p:nvPr/>
            </p:nvSpPr>
            <p:spPr>
              <a:xfrm>
                <a:off x="8305752" y="3447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5" name="Freeform 43214">
                <a:extLst>
                  <a:ext uri="{FF2B5EF4-FFF2-40B4-BE49-F238E27FC236}">
                    <a16:creationId xmlns:a16="http://schemas.microsoft.com/office/drawing/2014/main" id="{EC15D6C3-AFA2-2242-162B-55A9B8BFCAA6}"/>
                  </a:ext>
                </a:extLst>
              </p:cNvPr>
              <p:cNvSpPr/>
              <p:nvPr/>
            </p:nvSpPr>
            <p:spPr>
              <a:xfrm>
                <a:off x="8306248" y="3461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6" name="Freeform 43215">
                <a:extLst>
                  <a:ext uri="{FF2B5EF4-FFF2-40B4-BE49-F238E27FC236}">
                    <a16:creationId xmlns:a16="http://schemas.microsoft.com/office/drawing/2014/main" id="{EF565A44-A2DA-8436-D772-D767128E4FD8}"/>
                  </a:ext>
                </a:extLst>
              </p:cNvPr>
              <p:cNvSpPr/>
              <p:nvPr/>
            </p:nvSpPr>
            <p:spPr>
              <a:xfrm>
                <a:off x="8306745" y="3434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7" name="Freeform 43216">
                <a:extLst>
                  <a:ext uri="{FF2B5EF4-FFF2-40B4-BE49-F238E27FC236}">
                    <a16:creationId xmlns:a16="http://schemas.microsoft.com/office/drawing/2014/main" id="{CCC7CEAB-3ED0-2FD5-0418-F4E73E59667A}"/>
                  </a:ext>
                </a:extLst>
              </p:cNvPr>
              <p:cNvSpPr/>
              <p:nvPr/>
            </p:nvSpPr>
            <p:spPr>
              <a:xfrm>
                <a:off x="8307340" y="3379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8" name="Freeform 43217">
                <a:extLst>
                  <a:ext uri="{FF2B5EF4-FFF2-40B4-BE49-F238E27FC236}">
                    <a16:creationId xmlns:a16="http://schemas.microsoft.com/office/drawing/2014/main" id="{A58F4273-673D-E007-27D5-7C26EAF13C41}"/>
                  </a:ext>
                </a:extLst>
              </p:cNvPr>
              <p:cNvSpPr/>
              <p:nvPr/>
            </p:nvSpPr>
            <p:spPr>
              <a:xfrm>
                <a:off x="8307836" y="3374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19" name="Freeform 43218">
                <a:extLst>
                  <a:ext uri="{FF2B5EF4-FFF2-40B4-BE49-F238E27FC236}">
                    <a16:creationId xmlns:a16="http://schemas.microsoft.com/office/drawing/2014/main" id="{3343E966-E78D-1778-C47A-40DCAB2E05E4}"/>
                  </a:ext>
                </a:extLst>
              </p:cNvPr>
              <p:cNvSpPr/>
              <p:nvPr/>
            </p:nvSpPr>
            <p:spPr>
              <a:xfrm>
                <a:off x="8308332" y="3483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0" name="Freeform 43219">
                <a:extLst>
                  <a:ext uri="{FF2B5EF4-FFF2-40B4-BE49-F238E27FC236}">
                    <a16:creationId xmlns:a16="http://schemas.microsoft.com/office/drawing/2014/main" id="{27D2F719-2A56-0772-CE81-1AFF20935E41}"/>
                  </a:ext>
                </a:extLst>
              </p:cNvPr>
              <p:cNvSpPr/>
              <p:nvPr/>
            </p:nvSpPr>
            <p:spPr>
              <a:xfrm>
                <a:off x="8308927" y="3737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1" name="Freeform 43220">
                <a:extLst>
                  <a:ext uri="{FF2B5EF4-FFF2-40B4-BE49-F238E27FC236}">
                    <a16:creationId xmlns:a16="http://schemas.microsoft.com/office/drawing/2014/main" id="{E9ACAEE9-526B-F443-6B17-9365AD21585B}"/>
                  </a:ext>
                </a:extLst>
              </p:cNvPr>
              <p:cNvSpPr/>
              <p:nvPr/>
            </p:nvSpPr>
            <p:spPr>
              <a:xfrm>
                <a:off x="8309423" y="3884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2" name="Freeform 43221">
                <a:extLst>
                  <a:ext uri="{FF2B5EF4-FFF2-40B4-BE49-F238E27FC236}">
                    <a16:creationId xmlns:a16="http://schemas.microsoft.com/office/drawing/2014/main" id="{682B2E36-0338-EE05-AB3E-C6C22D607F5F}"/>
                  </a:ext>
                </a:extLst>
              </p:cNvPr>
              <p:cNvSpPr/>
              <p:nvPr/>
            </p:nvSpPr>
            <p:spPr>
              <a:xfrm>
                <a:off x="8309920" y="3919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3" name="Freeform 43222">
                <a:extLst>
                  <a:ext uri="{FF2B5EF4-FFF2-40B4-BE49-F238E27FC236}">
                    <a16:creationId xmlns:a16="http://schemas.microsoft.com/office/drawing/2014/main" id="{079D19A8-2235-A59C-F2A6-4C763DEF1E41}"/>
                  </a:ext>
                </a:extLst>
              </p:cNvPr>
              <p:cNvSpPr/>
              <p:nvPr/>
            </p:nvSpPr>
            <p:spPr>
              <a:xfrm>
                <a:off x="8310515" y="39153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4" name="Freeform 43223">
                <a:extLst>
                  <a:ext uri="{FF2B5EF4-FFF2-40B4-BE49-F238E27FC236}">
                    <a16:creationId xmlns:a16="http://schemas.microsoft.com/office/drawing/2014/main" id="{98652916-8802-E63F-573A-29F07805D5D0}"/>
                  </a:ext>
                </a:extLst>
              </p:cNvPr>
              <p:cNvSpPr/>
              <p:nvPr/>
            </p:nvSpPr>
            <p:spPr>
              <a:xfrm>
                <a:off x="8311011" y="38867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5" name="Freeform 43224">
                <a:extLst>
                  <a:ext uri="{FF2B5EF4-FFF2-40B4-BE49-F238E27FC236}">
                    <a16:creationId xmlns:a16="http://schemas.microsoft.com/office/drawing/2014/main" id="{3B99B5F5-04D2-0CB9-91F4-3CDA22143445}"/>
                  </a:ext>
                </a:extLst>
              </p:cNvPr>
              <p:cNvSpPr/>
              <p:nvPr/>
            </p:nvSpPr>
            <p:spPr>
              <a:xfrm>
                <a:off x="8311507" y="3877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6" name="Freeform 43225">
                <a:extLst>
                  <a:ext uri="{FF2B5EF4-FFF2-40B4-BE49-F238E27FC236}">
                    <a16:creationId xmlns:a16="http://schemas.microsoft.com/office/drawing/2014/main" id="{F98A5C34-3CF0-37E1-96A3-70B37BE4ED4B}"/>
                  </a:ext>
                </a:extLst>
              </p:cNvPr>
              <p:cNvSpPr/>
              <p:nvPr/>
            </p:nvSpPr>
            <p:spPr>
              <a:xfrm>
                <a:off x="8312102" y="3860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7" name="Freeform 43226">
                <a:extLst>
                  <a:ext uri="{FF2B5EF4-FFF2-40B4-BE49-F238E27FC236}">
                    <a16:creationId xmlns:a16="http://schemas.microsoft.com/office/drawing/2014/main" id="{775CEE7F-9522-7779-6C30-4AB59C6FB052}"/>
                  </a:ext>
                </a:extLst>
              </p:cNvPr>
              <p:cNvSpPr/>
              <p:nvPr/>
            </p:nvSpPr>
            <p:spPr>
              <a:xfrm>
                <a:off x="8312598" y="3846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8" name="Freeform 43227">
                <a:extLst>
                  <a:ext uri="{FF2B5EF4-FFF2-40B4-BE49-F238E27FC236}">
                    <a16:creationId xmlns:a16="http://schemas.microsoft.com/office/drawing/2014/main" id="{C847D706-DC83-25ED-6572-1089313F1185}"/>
                  </a:ext>
                </a:extLst>
              </p:cNvPr>
              <p:cNvSpPr/>
              <p:nvPr/>
            </p:nvSpPr>
            <p:spPr>
              <a:xfrm>
                <a:off x="8313095" y="3475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29" name="Freeform 43228">
                <a:extLst>
                  <a:ext uri="{FF2B5EF4-FFF2-40B4-BE49-F238E27FC236}">
                    <a16:creationId xmlns:a16="http://schemas.microsoft.com/office/drawing/2014/main" id="{2BF02D78-D8F0-97FE-27FB-5DB9A42793CE}"/>
                  </a:ext>
                </a:extLst>
              </p:cNvPr>
              <p:cNvSpPr/>
              <p:nvPr/>
            </p:nvSpPr>
            <p:spPr>
              <a:xfrm>
                <a:off x="8313591" y="3434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0" name="Freeform 43229">
                <a:extLst>
                  <a:ext uri="{FF2B5EF4-FFF2-40B4-BE49-F238E27FC236}">
                    <a16:creationId xmlns:a16="http://schemas.microsoft.com/office/drawing/2014/main" id="{38870498-5C8D-779A-6908-8E9021D6DBE8}"/>
                  </a:ext>
                </a:extLst>
              </p:cNvPr>
              <p:cNvSpPr/>
              <p:nvPr/>
            </p:nvSpPr>
            <p:spPr>
              <a:xfrm>
                <a:off x="8314186" y="3449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1" name="Freeform 43230">
                <a:extLst>
                  <a:ext uri="{FF2B5EF4-FFF2-40B4-BE49-F238E27FC236}">
                    <a16:creationId xmlns:a16="http://schemas.microsoft.com/office/drawing/2014/main" id="{B35E1CE5-6229-12D8-1AA7-6004A724D487}"/>
                  </a:ext>
                </a:extLst>
              </p:cNvPr>
              <p:cNvSpPr/>
              <p:nvPr/>
            </p:nvSpPr>
            <p:spPr>
              <a:xfrm>
                <a:off x="8314682" y="3463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2" name="Freeform 43231">
                <a:extLst>
                  <a:ext uri="{FF2B5EF4-FFF2-40B4-BE49-F238E27FC236}">
                    <a16:creationId xmlns:a16="http://schemas.microsoft.com/office/drawing/2014/main" id="{ACD10B52-D066-1EB6-45BD-587B4287753D}"/>
                  </a:ext>
                </a:extLst>
              </p:cNvPr>
              <p:cNvSpPr/>
              <p:nvPr/>
            </p:nvSpPr>
            <p:spPr>
              <a:xfrm>
                <a:off x="8315178" y="3471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3" name="Freeform 43232">
                <a:extLst>
                  <a:ext uri="{FF2B5EF4-FFF2-40B4-BE49-F238E27FC236}">
                    <a16:creationId xmlns:a16="http://schemas.microsoft.com/office/drawing/2014/main" id="{60755C12-7D3A-5D2A-601D-FFD8AAE77676}"/>
                  </a:ext>
                </a:extLst>
              </p:cNvPr>
              <p:cNvSpPr/>
              <p:nvPr/>
            </p:nvSpPr>
            <p:spPr>
              <a:xfrm>
                <a:off x="8315773" y="3428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4" name="Freeform 43233">
                <a:extLst>
                  <a:ext uri="{FF2B5EF4-FFF2-40B4-BE49-F238E27FC236}">
                    <a16:creationId xmlns:a16="http://schemas.microsoft.com/office/drawing/2014/main" id="{47DC7ED5-EF7F-D2A5-791C-5972EB610F5E}"/>
                  </a:ext>
                </a:extLst>
              </p:cNvPr>
              <p:cNvSpPr/>
              <p:nvPr/>
            </p:nvSpPr>
            <p:spPr>
              <a:xfrm>
                <a:off x="8316270" y="3384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5" name="Freeform 43234">
                <a:extLst>
                  <a:ext uri="{FF2B5EF4-FFF2-40B4-BE49-F238E27FC236}">
                    <a16:creationId xmlns:a16="http://schemas.microsoft.com/office/drawing/2014/main" id="{EB078BEF-BE6A-AF81-F31D-5E03E3CCFFEE}"/>
                  </a:ext>
                </a:extLst>
              </p:cNvPr>
              <p:cNvSpPr/>
              <p:nvPr/>
            </p:nvSpPr>
            <p:spPr>
              <a:xfrm>
                <a:off x="8316766" y="3323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6" name="Freeform 43235">
                <a:extLst>
                  <a:ext uri="{FF2B5EF4-FFF2-40B4-BE49-F238E27FC236}">
                    <a16:creationId xmlns:a16="http://schemas.microsoft.com/office/drawing/2014/main" id="{0961BE73-FE61-67A0-3AF7-8550FACA72B6}"/>
                  </a:ext>
                </a:extLst>
              </p:cNvPr>
              <p:cNvSpPr/>
              <p:nvPr/>
            </p:nvSpPr>
            <p:spPr>
              <a:xfrm>
                <a:off x="8317361" y="32664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7" name="Freeform 43236">
                <a:extLst>
                  <a:ext uri="{FF2B5EF4-FFF2-40B4-BE49-F238E27FC236}">
                    <a16:creationId xmlns:a16="http://schemas.microsoft.com/office/drawing/2014/main" id="{3BAA13FB-099D-818A-A2E6-E7BF9437CFBA}"/>
                  </a:ext>
                </a:extLst>
              </p:cNvPr>
              <p:cNvSpPr/>
              <p:nvPr/>
            </p:nvSpPr>
            <p:spPr>
              <a:xfrm>
                <a:off x="8317857" y="32991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8" name="Freeform 43237">
                <a:extLst>
                  <a:ext uri="{FF2B5EF4-FFF2-40B4-BE49-F238E27FC236}">
                    <a16:creationId xmlns:a16="http://schemas.microsoft.com/office/drawing/2014/main" id="{FC57C8E2-E509-0746-9186-A00BEB138FF8}"/>
                  </a:ext>
                </a:extLst>
              </p:cNvPr>
              <p:cNvSpPr/>
              <p:nvPr/>
            </p:nvSpPr>
            <p:spPr>
              <a:xfrm>
                <a:off x="8318353" y="3279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39" name="Freeform 43238">
                <a:extLst>
                  <a:ext uri="{FF2B5EF4-FFF2-40B4-BE49-F238E27FC236}">
                    <a16:creationId xmlns:a16="http://schemas.microsoft.com/office/drawing/2014/main" id="{55F85827-27F9-021D-9F61-5661E6CE8D98}"/>
                  </a:ext>
                </a:extLst>
              </p:cNvPr>
              <p:cNvSpPr/>
              <p:nvPr/>
            </p:nvSpPr>
            <p:spPr>
              <a:xfrm>
                <a:off x="8318948" y="32423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0" name="Freeform 43239">
                <a:extLst>
                  <a:ext uri="{FF2B5EF4-FFF2-40B4-BE49-F238E27FC236}">
                    <a16:creationId xmlns:a16="http://schemas.microsoft.com/office/drawing/2014/main" id="{A60F29D8-71E7-861A-2993-8529CD252328}"/>
                  </a:ext>
                </a:extLst>
              </p:cNvPr>
              <p:cNvSpPr/>
              <p:nvPr/>
            </p:nvSpPr>
            <p:spPr>
              <a:xfrm>
                <a:off x="8319445" y="32676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1" name="Freeform 43240">
                <a:extLst>
                  <a:ext uri="{FF2B5EF4-FFF2-40B4-BE49-F238E27FC236}">
                    <a16:creationId xmlns:a16="http://schemas.microsoft.com/office/drawing/2014/main" id="{8624C51C-A143-46A1-4389-94F792357BB6}"/>
                  </a:ext>
                </a:extLst>
              </p:cNvPr>
              <p:cNvSpPr/>
              <p:nvPr/>
            </p:nvSpPr>
            <p:spPr>
              <a:xfrm>
                <a:off x="8319941" y="3300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2" name="Freeform 43241">
                <a:extLst>
                  <a:ext uri="{FF2B5EF4-FFF2-40B4-BE49-F238E27FC236}">
                    <a16:creationId xmlns:a16="http://schemas.microsoft.com/office/drawing/2014/main" id="{4B86726E-99B9-6F02-3147-2EDA7726641B}"/>
                  </a:ext>
                </a:extLst>
              </p:cNvPr>
              <p:cNvSpPr/>
              <p:nvPr/>
            </p:nvSpPr>
            <p:spPr>
              <a:xfrm>
                <a:off x="8320536" y="33268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3" name="Freeform 43242">
                <a:extLst>
                  <a:ext uri="{FF2B5EF4-FFF2-40B4-BE49-F238E27FC236}">
                    <a16:creationId xmlns:a16="http://schemas.microsoft.com/office/drawing/2014/main" id="{C7C13CDB-D0E5-54E7-A9D0-FB33D4630707}"/>
                  </a:ext>
                </a:extLst>
              </p:cNvPr>
              <p:cNvSpPr/>
              <p:nvPr/>
            </p:nvSpPr>
            <p:spPr>
              <a:xfrm>
                <a:off x="8321032" y="3300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4" name="Freeform 43243">
                <a:extLst>
                  <a:ext uri="{FF2B5EF4-FFF2-40B4-BE49-F238E27FC236}">
                    <a16:creationId xmlns:a16="http://schemas.microsoft.com/office/drawing/2014/main" id="{77967334-DB17-D384-2947-D17CF0ACFF34}"/>
                  </a:ext>
                </a:extLst>
              </p:cNvPr>
              <p:cNvSpPr/>
              <p:nvPr/>
            </p:nvSpPr>
            <p:spPr>
              <a:xfrm>
                <a:off x="8321528" y="3515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5" name="Freeform 43244">
                <a:extLst>
                  <a:ext uri="{FF2B5EF4-FFF2-40B4-BE49-F238E27FC236}">
                    <a16:creationId xmlns:a16="http://schemas.microsoft.com/office/drawing/2014/main" id="{2DA09C17-69F3-2579-7D7C-BAC93537BEF3}"/>
                  </a:ext>
                </a:extLst>
              </p:cNvPr>
              <p:cNvSpPr/>
              <p:nvPr/>
            </p:nvSpPr>
            <p:spPr>
              <a:xfrm>
                <a:off x="8322123" y="3648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6" name="Freeform 43245">
                <a:extLst>
                  <a:ext uri="{FF2B5EF4-FFF2-40B4-BE49-F238E27FC236}">
                    <a16:creationId xmlns:a16="http://schemas.microsoft.com/office/drawing/2014/main" id="{6BA34DE8-007E-D0D0-4358-41C37B0C0E81}"/>
                  </a:ext>
                </a:extLst>
              </p:cNvPr>
              <p:cNvSpPr/>
              <p:nvPr/>
            </p:nvSpPr>
            <p:spPr>
              <a:xfrm>
                <a:off x="8322620" y="3658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7" name="Freeform 43246">
                <a:extLst>
                  <a:ext uri="{FF2B5EF4-FFF2-40B4-BE49-F238E27FC236}">
                    <a16:creationId xmlns:a16="http://schemas.microsoft.com/office/drawing/2014/main" id="{485616EE-AE26-5624-3CBA-309600654D45}"/>
                  </a:ext>
                </a:extLst>
              </p:cNvPr>
              <p:cNvSpPr/>
              <p:nvPr/>
            </p:nvSpPr>
            <p:spPr>
              <a:xfrm>
                <a:off x="8323116" y="3656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8" name="Freeform 43247">
                <a:extLst>
                  <a:ext uri="{FF2B5EF4-FFF2-40B4-BE49-F238E27FC236}">
                    <a16:creationId xmlns:a16="http://schemas.microsoft.com/office/drawing/2014/main" id="{14D32597-AA2D-0354-009D-B0BAC474CE53}"/>
                  </a:ext>
                </a:extLst>
              </p:cNvPr>
              <p:cNvSpPr/>
              <p:nvPr/>
            </p:nvSpPr>
            <p:spPr>
              <a:xfrm>
                <a:off x="8323711" y="3650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49" name="Freeform 43248">
                <a:extLst>
                  <a:ext uri="{FF2B5EF4-FFF2-40B4-BE49-F238E27FC236}">
                    <a16:creationId xmlns:a16="http://schemas.microsoft.com/office/drawing/2014/main" id="{C6424E41-A94D-4D53-5BED-DC18BB7E679F}"/>
                  </a:ext>
                </a:extLst>
              </p:cNvPr>
              <p:cNvSpPr/>
              <p:nvPr/>
            </p:nvSpPr>
            <p:spPr>
              <a:xfrm>
                <a:off x="8324207" y="3645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0" name="Freeform 43249">
                <a:extLst>
                  <a:ext uri="{FF2B5EF4-FFF2-40B4-BE49-F238E27FC236}">
                    <a16:creationId xmlns:a16="http://schemas.microsoft.com/office/drawing/2014/main" id="{1FA511BC-94D5-D9D1-E097-B4686045306F}"/>
                  </a:ext>
                </a:extLst>
              </p:cNvPr>
              <p:cNvSpPr/>
              <p:nvPr/>
            </p:nvSpPr>
            <p:spPr>
              <a:xfrm>
                <a:off x="8324703" y="3626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1" name="Freeform 43250">
                <a:extLst>
                  <a:ext uri="{FF2B5EF4-FFF2-40B4-BE49-F238E27FC236}">
                    <a16:creationId xmlns:a16="http://schemas.microsoft.com/office/drawing/2014/main" id="{3D8441AF-C612-2D64-CF7B-7BA58256DC1A}"/>
                  </a:ext>
                </a:extLst>
              </p:cNvPr>
              <p:cNvSpPr/>
              <p:nvPr/>
            </p:nvSpPr>
            <p:spPr>
              <a:xfrm>
                <a:off x="8325199" y="3603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2" name="Freeform 43251">
                <a:extLst>
                  <a:ext uri="{FF2B5EF4-FFF2-40B4-BE49-F238E27FC236}">
                    <a16:creationId xmlns:a16="http://schemas.microsoft.com/office/drawing/2014/main" id="{354E14B2-7BEB-4B55-5C95-DE6BA24F36B0}"/>
                  </a:ext>
                </a:extLst>
              </p:cNvPr>
              <p:cNvSpPr/>
              <p:nvPr/>
            </p:nvSpPr>
            <p:spPr>
              <a:xfrm>
                <a:off x="8325795" y="3403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3" name="Freeform 43252">
                <a:extLst>
                  <a:ext uri="{FF2B5EF4-FFF2-40B4-BE49-F238E27FC236}">
                    <a16:creationId xmlns:a16="http://schemas.microsoft.com/office/drawing/2014/main" id="{73D0CCC4-F18F-EBD8-F385-3ACA6F26F1A2}"/>
                  </a:ext>
                </a:extLst>
              </p:cNvPr>
              <p:cNvSpPr/>
              <p:nvPr/>
            </p:nvSpPr>
            <p:spPr>
              <a:xfrm>
                <a:off x="8326291" y="3428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4" name="Freeform 43253">
                <a:extLst>
                  <a:ext uri="{FF2B5EF4-FFF2-40B4-BE49-F238E27FC236}">
                    <a16:creationId xmlns:a16="http://schemas.microsoft.com/office/drawing/2014/main" id="{807002A3-FFBA-83C9-2AE3-DF2F27DF63DD}"/>
                  </a:ext>
                </a:extLst>
              </p:cNvPr>
              <p:cNvSpPr/>
              <p:nvPr/>
            </p:nvSpPr>
            <p:spPr>
              <a:xfrm>
                <a:off x="8326787" y="3478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5" name="Freeform 43254">
                <a:extLst>
                  <a:ext uri="{FF2B5EF4-FFF2-40B4-BE49-F238E27FC236}">
                    <a16:creationId xmlns:a16="http://schemas.microsoft.com/office/drawing/2014/main" id="{5E121479-836B-242E-609D-C5BB0DAE478F}"/>
                  </a:ext>
                </a:extLst>
              </p:cNvPr>
              <p:cNvSpPr/>
              <p:nvPr/>
            </p:nvSpPr>
            <p:spPr>
              <a:xfrm>
                <a:off x="8327382" y="3446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6" name="Freeform 43255">
                <a:extLst>
                  <a:ext uri="{FF2B5EF4-FFF2-40B4-BE49-F238E27FC236}">
                    <a16:creationId xmlns:a16="http://schemas.microsoft.com/office/drawing/2014/main" id="{6CB87747-4403-468A-5D2A-412D1166A61B}"/>
                  </a:ext>
                </a:extLst>
              </p:cNvPr>
              <p:cNvSpPr/>
              <p:nvPr/>
            </p:nvSpPr>
            <p:spPr>
              <a:xfrm>
                <a:off x="8327878" y="3425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7" name="Freeform 43256">
                <a:extLst>
                  <a:ext uri="{FF2B5EF4-FFF2-40B4-BE49-F238E27FC236}">
                    <a16:creationId xmlns:a16="http://schemas.microsoft.com/office/drawing/2014/main" id="{412B4FF2-F216-7DCC-6F42-021FBBD433B9}"/>
                  </a:ext>
                </a:extLst>
              </p:cNvPr>
              <p:cNvSpPr/>
              <p:nvPr/>
            </p:nvSpPr>
            <p:spPr>
              <a:xfrm>
                <a:off x="8328374" y="3420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8" name="Freeform 43257">
                <a:extLst>
                  <a:ext uri="{FF2B5EF4-FFF2-40B4-BE49-F238E27FC236}">
                    <a16:creationId xmlns:a16="http://schemas.microsoft.com/office/drawing/2014/main" id="{CE4E2BC6-0BFE-2F65-1465-3D50B6C2E883}"/>
                  </a:ext>
                </a:extLst>
              </p:cNvPr>
              <p:cNvSpPr/>
              <p:nvPr/>
            </p:nvSpPr>
            <p:spPr>
              <a:xfrm>
                <a:off x="8328970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59" name="Freeform 43258">
                <a:extLst>
                  <a:ext uri="{FF2B5EF4-FFF2-40B4-BE49-F238E27FC236}">
                    <a16:creationId xmlns:a16="http://schemas.microsoft.com/office/drawing/2014/main" id="{900FA6AB-AD03-663F-F9E5-2D37452DA084}"/>
                  </a:ext>
                </a:extLst>
              </p:cNvPr>
              <p:cNvSpPr/>
              <p:nvPr/>
            </p:nvSpPr>
            <p:spPr>
              <a:xfrm>
                <a:off x="8329466" y="34391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0" name="Freeform 43259">
                <a:extLst>
                  <a:ext uri="{FF2B5EF4-FFF2-40B4-BE49-F238E27FC236}">
                    <a16:creationId xmlns:a16="http://schemas.microsoft.com/office/drawing/2014/main" id="{61A75593-2777-5DE3-58BD-E3C2781251D2}"/>
                  </a:ext>
                </a:extLst>
              </p:cNvPr>
              <p:cNvSpPr/>
              <p:nvPr/>
            </p:nvSpPr>
            <p:spPr>
              <a:xfrm>
                <a:off x="8329962" y="3375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1" name="Freeform 43260">
                <a:extLst>
                  <a:ext uri="{FF2B5EF4-FFF2-40B4-BE49-F238E27FC236}">
                    <a16:creationId xmlns:a16="http://schemas.microsoft.com/office/drawing/2014/main" id="{D2A20D0B-399C-BC16-B0B4-ED42C35E57B8}"/>
                  </a:ext>
                </a:extLst>
              </p:cNvPr>
              <p:cNvSpPr/>
              <p:nvPr/>
            </p:nvSpPr>
            <p:spPr>
              <a:xfrm>
                <a:off x="8330557" y="33860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2" name="Freeform 43261">
                <a:extLst>
                  <a:ext uri="{FF2B5EF4-FFF2-40B4-BE49-F238E27FC236}">
                    <a16:creationId xmlns:a16="http://schemas.microsoft.com/office/drawing/2014/main" id="{55732565-16FE-AF4B-7F34-C55C58C7D634}"/>
                  </a:ext>
                </a:extLst>
              </p:cNvPr>
              <p:cNvSpPr/>
              <p:nvPr/>
            </p:nvSpPr>
            <p:spPr>
              <a:xfrm>
                <a:off x="8331053" y="3441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3" name="Freeform 43262">
                <a:extLst>
                  <a:ext uri="{FF2B5EF4-FFF2-40B4-BE49-F238E27FC236}">
                    <a16:creationId xmlns:a16="http://schemas.microsoft.com/office/drawing/2014/main" id="{038D7C3D-758E-F4ED-0DA5-5FE475026F53}"/>
                  </a:ext>
                </a:extLst>
              </p:cNvPr>
              <p:cNvSpPr/>
              <p:nvPr/>
            </p:nvSpPr>
            <p:spPr>
              <a:xfrm>
                <a:off x="8331549" y="3453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4" name="Freeform 43263">
                <a:extLst>
                  <a:ext uri="{FF2B5EF4-FFF2-40B4-BE49-F238E27FC236}">
                    <a16:creationId xmlns:a16="http://schemas.microsoft.com/office/drawing/2014/main" id="{0910ACB7-6E23-8B84-2609-5FE1184D6D9A}"/>
                  </a:ext>
                </a:extLst>
              </p:cNvPr>
              <p:cNvSpPr/>
              <p:nvPr/>
            </p:nvSpPr>
            <p:spPr>
              <a:xfrm>
                <a:off x="8332145" y="3473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5" name="Freeform 43264">
                <a:extLst>
                  <a:ext uri="{FF2B5EF4-FFF2-40B4-BE49-F238E27FC236}">
                    <a16:creationId xmlns:a16="http://schemas.microsoft.com/office/drawing/2014/main" id="{7CF88A61-83FD-F4A4-59F4-1A66492B07A0}"/>
                  </a:ext>
                </a:extLst>
              </p:cNvPr>
              <p:cNvSpPr/>
              <p:nvPr/>
            </p:nvSpPr>
            <p:spPr>
              <a:xfrm>
                <a:off x="8332641" y="3448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6" name="Freeform 43265">
                <a:extLst>
                  <a:ext uri="{FF2B5EF4-FFF2-40B4-BE49-F238E27FC236}">
                    <a16:creationId xmlns:a16="http://schemas.microsoft.com/office/drawing/2014/main" id="{E1D95C0E-C962-F9BB-BB5A-280A317EC03B}"/>
                  </a:ext>
                </a:extLst>
              </p:cNvPr>
              <p:cNvSpPr/>
              <p:nvPr/>
            </p:nvSpPr>
            <p:spPr>
              <a:xfrm>
                <a:off x="8333137" y="34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7" name="Freeform 43266">
                <a:extLst>
                  <a:ext uri="{FF2B5EF4-FFF2-40B4-BE49-F238E27FC236}">
                    <a16:creationId xmlns:a16="http://schemas.microsoft.com/office/drawing/2014/main" id="{503C67FD-7899-2356-AC1A-E2079D11EB28}"/>
                  </a:ext>
                </a:extLst>
              </p:cNvPr>
              <p:cNvSpPr/>
              <p:nvPr/>
            </p:nvSpPr>
            <p:spPr>
              <a:xfrm>
                <a:off x="8333732" y="3408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8" name="Freeform 43267">
                <a:extLst>
                  <a:ext uri="{FF2B5EF4-FFF2-40B4-BE49-F238E27FC236}">
                    <a16:creationId xmlns:a16="http://schemas.microsoft.com/office/drawing/2014/main" id="{242404DC-634C-FDA2-E780-08C2903F8B00}"/>
                  </a:ext>
                </a:extLst>
              </p:cNvPr>
              <p:cNvSpPr/>
              <p:nvPr/>
            </p:nvSpPr>
            <p:spPr>
              <a:xfrm>
                <a:off x="8334228" y="3641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69" name="Freeform 43268">
                <a:extLst>
                  <a:ext uri="{FF2B5EF4-FFF2-40B4-BE49-F238E27FC236}">
                    <a16:creationId xmlns:a16="http://schemas.microsoft.com/office/drawing/2014/main" id="{800C8FF5-9741-9AC7-3E43-485407D6A3AB}"/>
                  </a:ext>
                </a:extLst>
              </p:cNvPr>
              <p:cNvSpPr/>
              <p:nvPr/>
            </p:nvSpPr>
            <p:spPr>
              <a:xfrm>
                <a:off x="8334724" y="3760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0" name="Freeform 43269">
                <a:extLst>
                  <a:ext uri="{FF2B5EF4-FFF2-40B4-BE49-F238E27FC236}">
                    <a16:creationId xmlns:a16="http://schemas.microsoft.com/office/drawing/2014/main" id="{82C6C4D1-C98B-9E44-6A78-74C56A6CCD4C}"/>
                  </a:ext>
                </a:extLst>
              </p:cNvPr>
              <p:cNvSpPr/>
              <p:nvPr/>
            </p:nvSpPr>
            <p:spPr>
              <a:xfrm>
                <a:off x="8335320" y="3743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1" name="Freeform 43270">
                <a:extLst>
                  <a:ext uri="{FF2B5EF4-FFF2-40B4-BE49-F238E27FC236}">
                    <a16:creationId xmlns:a16="http://schemas.microsoft.com/office/drawing/2014/main" id="{1E75A97D-5777-F3EF-36A9-8E77579358DA}"/>
                  </a:ext>
                </a:extLst>
              </p:cNvPr>
              <p:cNvSpPr/>
              <p:nvPr/>
            </p:nvSpPr>
            <p:spPr>
              <a:xfrm>
                <a:off x="8335816" y="3746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2" name="Freeform 43271">
                <a:extLst>
                  <a:ext uri="{FF2B5EF4-FFF2-40B4-BE49-F238E27FC236}">
                    <a16:creationId xmlns:a16="http://schemas.microsoft.com/office/drawing/2014/main" id="{5365C31A-D913-FACF-5ABD-DE438742C654}"/>
                  </a:ext>
                </a:extLst>
              </p:cNvPr>
              <p:cNvSpPr/>
              <p:nvPr/>
            </p:nvSpPr>
            <p:spPr>
              <a:xfrm>
                <a:off x="8336312" y="3728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3" name="Freeform 43272">
                <a:extLst>
                  <a:ext uri="{FF2B5EF4-FFF2-40B4-BE49-F238E27FC236}">
                    <a16:creationId xmlns:a16="http://schemas.microsoft.com/office/drawing/2014/main" id="{53902772-E1DF-DEDD-B34D-8246B274974F}"/>
                  </a:ext>
                </a:extLst>
              </p:cNvPr>
              <p:cNvSpPr/>
              <p:nvPr/>
            </p:nvSpPr>
            <p:spPr>
              <a:xfrm>
                <a:off x="8336907" y="3763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4" name="Freeform 43273">
                <a:extLst>
                  <a:ext uri="{FF2B5EF4-FFF2-40B4-BE49-F238E27FC236}">
                    <a16:creationId xmlns:a16="http://schemas.microsoft.com/office/drawing/2014/main" id="{DA5EC43C-388E-B54F-B650-5428F2D0D652}"/>
                  </a:ext>
                </a:extLst>
              </p:cNvPr>
              <p:cNvSpPr/>
              <p:nvPr/>
            </p:nvSpPr>
            <p:spPr>
              <a:xfrm>
                <a:off x="8337403" y="3746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5" name="Freeform 43274">
                <a:extLst>
                  <a:ext uri="{FF2B5EF4-FFF2-40B4-BE49-F238E27FC236}">
                    <a16:creationId xmlns:a16="http://schemas.microsoft.com/office/drawing/2014/main" id="{DBEF6941-6813-E314-4C94-76C2AAF0E7FE}"/>
                  </a:ext>
                </a:extLst>
              </p:cNvPr>
              <p:cNvSpPr/>
              <p:nvPr/>
            </p:nvSpPr>
            <p:spPr>
              <a:xfrm>
                <a:off x="8337899" y="3649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6" name="Freeform 43275">
                <a:extLst>
                  <a:ext uri="{FF2B5EF4-FFF2-40B4-BE49-F238E27FC236}">
                    <a16:creationId xmlns:a16="http://schemas.microsoft.com/office/drawing/2014/main" id="{3E8BE899-F8FB-373D-5BA3-6D2534F851B3}"/>
                  </a:ext>
                </a:extLst>
              </p:cNvPr>
              <p:cNvSpPr/>
              <p:nvPr/>
            </p:nvSpPr>
            <p:spPr>
              <a:xfrm>
                <a:off x="8338395" y="3539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7" name="Freeform 43276">
                <a:extLst>
                  <a:ext uri="{FF2B5EF4-FFF2-40B4-BE49-F238E27FC236}">
                    <a16:creationId xmlns:a16="http://schemas.microsoft.com/office/drawing/2014/main" id="{A2CAF5C1-29B6-8E4D-6847-580B57F35F3B}"/>
                  </a:ext>
                </a:extLst>
              </p:cNvPr>
              <p:cNvSpPr/>
              <p:nvPr/>
            </p:nvSpPr>
            <p:spPr>
              <a:xfrm>
                <a:off x="8338991" y="3529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8" name="Freeform 43277">
                <a:extLst>
                  <a:ext uri="{FF2B5EF4-FFF2-40B4-BE49-F238E27FC236}">
                    <a16:creationId xmlns:a16="http://schemas.microsoft.com/office/drawing/2014/main" id="{B1F9FB42-DCC3-A67E-5121-1EA62C527959}"/>
                  </a:ext>
                </a:extLst>
              </p:cNvPr>
              <p:cNvSpPr/>
              <p:nvPr/>
            </p:nvSpPr>
            <p:spPr>
              <a:xfrm>
                <a:off x="8339487" y="3532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79" name="Freeform 43278">
                <a:extLst>
                  <a:ext uri="{FF2B5EF4-FFF2-40B4-BE49-F238E27FC236}">
                    <a16:creationId xmlns:a16="http://schemas.microsoft.com/office/drawing/2014/main" id="{DCDF9786-AE8C-6C53-BF20-637AF01CB007}"/>
                  </a:ext>
                </a:extLst>
              </p:cNvPr>
              <p:cNvSpPr/>
              <p:nvPr/>
            </p:nvSpPr>
            <p:spPr>
              <a:xfrm>
                <a:off x="8339983" y="352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0" name="Freeform 43279">
                <a:extLst>
                  <a:ext uri="{FF2B5EF4-FFF2-40B4-BE49-F238E27FC236}">
                    <a16:creationId xmlns:a16="http://schemas.microsoft.com/office/drawing/2014/main" id="{46CE98E9-4964-BC47-B2DF-A0B0D6571659}"/>
                  </a:ext>
                </a:extLst>
              </p:cNvPr>
              <p:cNvSpPr/>
              <p:nvPr/>
            </p:nvSpPr>
            <p:spPr>
              <a:xfrm>
                <a:off x="8340578" y="3539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1" name="Freeform 43280">
                <a:extLst>
                  <a:ext uri="{FF2B5EF4-FFF2-40B4-BE49-F238E27FC236}">
                    <a16:creationId xmlns:a16="http://schemas.microsoft.com/office/drawing/2014/main" id="{DC93E959-E165-719B-6018-071955AB2194}"/>
                  </a:ext>
                </a:extLst>
              </p:cNvPr>
              <p:cNvSpPr/>
              <p:nvPr/>
            </p:nvSpPr>
            <p:spPr>
              <a:xfrm>
                <a:off x="8341074" y="3522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2" name="Freeform 43281">
                <a:extLst>
                  <a:ext uri="{FF2B5EF4-FFF2-40B4-BE49-F238E27FC236}">
                    <a16:creationId xmlns:a16="http://schemas.microsoft.com/office/drawing/2014/main" id="{6EE39787-36D9-8477-474D-0C2506DEFCDE}"/>
                  </a:ext>
                </a:extLst>
              </p:cNvPr>
              <p:cNvSpPr/>
              <p:nvPr/>
            </p:nvSpPr>
            <p:spPr>
              <a:xfrm>
                <a:off x="8341570" y="3495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3" name="Freeform 43282">
                <a:extLst>
                  <a:ext uri="{FF2B5EF4-FFF2-40B4-BE49-F238E27FC236}">
                    <a16:creationId xmlns:a16="http://schemas.microsoft.com/office/drawing/2014/main" id="{D0246ADD-19E1-482D-FDFD-B9993877FD15}"/>
                  </a:ext>
                </a:extLst>
              </p:cNvPr>
              <p:cNvSpPr/>
              <p:nvPr/>
            </p:nvSpPr>
            <p:spPr>
              <a:xfrm>
                <a:off x="8342166" y="3418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4" name="Freeform 43283">
                <a:extLst>
                  <a:ext uri="{FF2B5EF4-FFF2-40B4-BE49-F238E27FC236}">
                    <a16:creationId xmlns:a16="http://schemas.microsoft.com/office/drawing/2014/main" id="{F8B64C41-E491-159C-3BC5-A170BAC556A4}"/>
                  </a:ext>
                </a:extLst>
              </p:cNvPr>
              <p:cNvSpPr/>
              <p:nvPr/>
            </p:nvSpPr>
            <p:spPr>
              <a:xfrm>
                <a:off x="8342662" y="3457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5" name="Freeform 43284">
                <a:extLst>
                  <a:ext uri="{FF2B5EF4-FFF2-40B4-BE49-F238E27FC236}">
                    <a16:creationId xmlns:a16="http://schemas.microsoft.com/office/drawing/2014/main" id="{03316968-1F70-47B1-34D9-FAD9EDB39F6A}"/>
                  </a:ext>
                </a:extLst>
              </p:cNvPr>
              <p:cNvSpPr/>
              <p:nvPr/>
            </p:nvSpPr>
            <p:spPr>
              <a:xfrm>
                <a:off x="8343158" y="3489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6" name="Freeform 43285">
                <a:extLst>
                  <a:ext uri="{FF2B5EF4-FFF2-40B4-BE49-F238E27FC236}">
                    <a16:creationId xmlns:a16="http://schemas.microsoft.com/office/drawing/2014/main" id="{FA648A90-9029-3A54-51D1-C1D12EDB97BB}"/>
                  </a:ext>
                </a:extLst>
              </p:cNvPr>
              <p:cNvSpPr/>
              <p:nvPr/>
            </p:nvSpPr>
            <p:spPr>
              <a:xfrm>
                <a:off x="8343753" y="3551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7" name="Freeform 43286">
                <a:extLst>
                  <a:ext uri="{FF2B5EF4-FFF2-40B4-BE49-F238E27FC236}">
                    <a16:creationId xmlns:a16="http://schemas.microsoft.com/office/drawing/2014/main" id="{171B6E86-B49E-F902-619C-C089A4B5D21F}"/>
                  </a:ext>
                </a:extLst>
              </p:cNvPr>
              <p:cNvSpPr/>
              <p:nvPr/>
            </p:nvSpPr>
            <p:spPr>
              <a:xfrm>
                <a:off x="8344249" y="3546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8" name="Freeform 43287">
                <a:extLst>
                  <a:ext uri="{FF2B5EF4-FFF2-40B4-BE49-F238E27FC236}">
                    <a16:creationId xmlns:a16="http://schemas.microsoft.com/office/drawing/2014/main" id="{14995BF4-FCFA-A2A8-89D4-439C438792C5}"/>
                  </a:ext>
                </a:extLst>
              </p:cNvPr>
              <p:cNvSpPr/>
              <p:nvPr/>
            </p:nvSpPr>
            <p:spPr>
              <a:xfrm>
                <a:off x="8344745" y="3534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89" name="Freeform 43288">
                <a:extLst>
                  <a:ext uri="{FF2B5EF4-FFF2-40B4-BE49-F238E27FC236}">
                    <a16:creationId xmlns:a16="http://schemas.microsoft.com/office/drawing/2014/main" id="{45460BAA-B55D-9516-ED32-18815A159F23}"/>
                  </a:ext>
                </a:extLst>
              </p:cNvPr>
              <p:cNvSpPr/>
              <p:nvPr/>
            </p:nvSpPr>
            <p:spPr>
              <a:xfrm>
                <a:off x="8345341" y="354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0" name="Freeform 43289">
                <a:extLst>
                  <a:ext uri="{FF2B5EF4-FFF2-40B4-BE49-F238E27FC236}">
                    <a16:creationId xmlns:a16="http://schemas.microsoft.com/office/drawing/2014/main" id="{F74DAE58-6B22-2729-D51E-17B6DCD20A80}"/>
                  </a:ext>
                </a:extLst>
              </p:cNvPr>
              <p:cNvSpPr/>
              <p:nvPr/>
            </p:nvSpPr>
            <p:spPr>
              <a:xfrm>
                <a:off x="8345837" y="3502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1" name="Freeform 43290">
                <a:extLst>
                  <a:ext uri="{FF2B5EF4-FFF2-40B4-BE49-F238E27FC236}">
                    <a16:creationId xmlns:a16="http://schemas.microsoft.com/office/drawing/2014/main" id="{E5B3B4AF-1276-6E9A-362C-404F29583CCA}"/>
                  </a:ext>
                </a:extLst>
              </p:cNvPr>
              <p:cNvSpPr/>
              <p:nvPr/>
            </p:nvSpPr>
            <p:spPr>
              <a:xfrm>
                <a:off x="8346333" y="3466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2" name="Freeform 43291">
                <a:extLst>
                  <a:ext uri="{FF2B5EF4-FFF2-40B4-BE49-F238E27FC236}">
                    <a16:creationId xmlns:a16="http://schemas.microsoft.com/office/drawing/2014/main" id="{EDDCF108-4F76-0649-19C6-574A0A7A2304}"/>
                  </a:ext>
                </a:extLst>
              </p:cNvPr>
              <p:cNvSpPr/>
              <p:nvPr/>
            </p:nvSpPr>
            <p:spPr>
              <a:xfrm>
                <a:off x="8346928" y="3795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3" name="Freeform 43292">
                <a:extLst>
                  <a:ext uri="{FF2B5EF4-FFF2-40B4-BE49-F238E27FC236}">
                    <a16:creationId xmlns:a16="http://schemas.microsoft.com/office/drawing/2014/main" id="{B111A4D2-02B5-B966-4E62-27FD43CCB715}"/>
                  </a:ext>
                </a:extLst>
              </p:cNvPr>
              <p:cNvSpPr/>
              <p:nvPr/>
            </p:nvSpPr>
            <p:spPr>
              <a:xfrm>
                <a:off x="8347424" y="389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4" name="Freeform 43293">
                <a:extLst>
                  <a:ext uri="{FF2B5EF4-FFF2-40B4-BE49-F238E27FC236}">
                    <a16:creationId xmlns:a16="http://schemas.microsoft.com/office/drawing/2014/main" id="{2E9B5D06-FFD7-ECC2-05BA-F9305792ECEB}"/>
                  </a:ext>
                </a:extLst>
              </p:cNvPr>
              <p:cNvSpPr/>
              <p:nvPr/>
            </p:nvSpPr>
            <p:spPr>
              <a:xfrm>
                <a:off x="8347920" y="39116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5" name="Freeform 43294">
                <a:extLst>
                  <a:ext uri="{FF2B5EF4-FFF2-40B4-BE49-F238E27FC236}">
                    <a16:creationId xmlns:a16="http://schemas.microsoft.com/office/drawing/2014/main" id="{FFE868DA-FB87-F613-D509-1365FA82A8B5}"/>
                  </a:ext>
                </a:extLst>
              </p:cNvPr>
              <p:cNvSpPr/>
              <p:nvPr/>
            </p:nvSpPr>
            <p:spPr>
              <a:xfrm>
                <a:off x="8348516" y="3908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6" name="Freeform 43295">
                <a:extLst>
                  <a:ext uri="{FF2B5EF4-FFF2-40B4-BE49-F238E27FC236}">
                    <a16:creationId xmlns:a16="http://schemas.microsoft.com/office/drawing/2014/main" id="{1BDC8CAB-113F-7B71-152C-26DD11C942B3}"/>
                  </a:ext>
                </a:extLst>
              </p:cNvPr>
              <p:cNvSpPr/>
              <p:nvPr/>
            </p:nvSpPr>
            <p:spPr>
              <a:xfrm>
                <a:off x="8349012" y="39113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7" name="Freeform 43296">
                <a:extLst>
                  <a:ext uri="{FF2B5EF4-FFF2-40B4-BE49-F238E27FC236}">
                    <a16:creationId xmlns:a16="http://schemas.microsoft.com/office/drawing/2014/main" id="{9F9C8733-D71B-DFEB-1D0B-C8D92ECE28ED}"/>
                  </a:ext>
                </a:extLst>
              </p:cNvPr>
              <p:cNvSpPr/>
              <p:nvPr/>
            </p:nvSpPr>
            <p:spPr>
              <a:xfrm>
                <a:off x="8349508" y="39145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8" name="Freeform 43297">
                <a:extLst>
                  <a:ext uri="{FF2B5EF4-FFF2-40B4-BE49-F238E27FC236}">
                    <a16:creationId xmlns:a16="http://schemas.microsoft.com/office/drawing/2014/main" id="{20521F74-22FA-5237-7465-73776820197E}"/>
                  </a:ext>
                </a:extLst>
              </p:cNvPr>
              <p:cNvSpPr/>
              <p:nvPr/>
            </p:nvSpPr>
            <p:spPr>
              <a:xfrm>
                <a:off x="8350004" y="39276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99" name="Freeform 43298">
                <a:extLst>
                  <a:ext uri="{FF2B5EF4-FFF2-40B4-BE49-F238E27FC236}">
                    <a16:creationId xmlns:a16="http://schemas.microsoft.com/office/drawing/2014/main" id="{32E193E2-458B-308D-5CB5-0A4FAAACA9C6}"/>
                  </a:ext>
                </a:extLst>
              </p:cNvPr>
              <p:cNvSpPr/>
              <p:nvPr/>
            </p:nvSpPr>
            <p:spPr>
              <a:xfrm>
                <a:off x="8350599" y="3866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0" name="Freeform 43299">
                <a:extLst>
                  <a:ext uri="{FF2B5EF4-FFF2-40B4-BE49-F238E27FC236}">
                    <a16:creationId xmlns:a16="http://schemas.microsoft.com/office/drawing/2014/main" id="{A3C7FC21-566A-B13C-5229-1AD727CCFC15}"/>
                  </a:ext>
                </a:extLst>
              </p:cNvPr>
              <p:cNvSpPr/>
              <p:nvPr/>
            </p:nvSpPr>
            <p:spPr>
              <a:xfrm>
                <a:off x="8351095" y="3572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1" name="Freeform 43300">
                <a:extLst>
                  <a:ext uri="{FF2B5EF4-FFF2-40B4-BE49-F238E27FC236}">
                    <a16:creationId xmlns:a16="http://schemas.microsoft.com/office/drawing/2014/main" id="{8B44D2A8-F4F9-FF0C-A672-2095EB1F2898}"/>
                  </a:ext>
                </a:extLst>
              </p:cNvPr>
              <p:cNvSpPr/>
              <p:nvPr/>
            </p:nvSpPr>
            <p:spPr>
              <a:xfrm>
                <a:off x="8351591" y="3590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2" name="Freeform 43301">
                <a:extLst>
                  <a:ext uri="{FF2B5EF4-FFF2-40B4-BE49-F238E27FC236}">
                    <a16:creationId xmlns:a16="http://schemas.microsoft.com/office/drawing/2014/main" id="{F14BD454-4624-CA07-23FF-0CB79E5297D6}"/>
                  </a:ext>
                </a:extLst>
              </p:cNvPr>
              <p:cNvSpPr/>
              <p:nvPr/>
            </p:nvSpPr>
            <p:spPr>
              <a:xfrm>
                <a:off x="8352187" y="3628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3" name="Freeform 43302">
                <a:extLst>
                  <a:ext uri="{FF2B5EF4-FFF2-40B4-BE49-F238E27FC236}">
                    <a16:creationId xmlns:a16="http://schemas.microsoft.com/office/drawing/2014/main" id="{8424C2EE-0A27-00AE-9B72-004ED5AB4323}"/>
                  </a:ext>
                </a:extLst>
              </p:cNvPr>
              <p:cNvSpPr/>
              <p:nvPr/>
            </p:nvSpPr>
            <p:spPr>
              <a:xfrm>
                <a:off x="8352683" y="3625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4" name="Freeform 43303">
                <a:extLst>
                  <a:ext uri="{FF2B5EF4-FFF2-40B4-BE49-F238E27FC236}">
                    <a16:creationId xmlns:a16="http://schemas.microsoft.com/office/drawing/2014/main" id="{941CCD3D-912C-8198-DF47-0EF7497D448F}"/>
                  </a:ext>
                </a:extLst>
              </p:cNvPr>
              <p:cNvSpPr/>
              <p:nvPr/>
            </p:nvSpPr>
            <p:spPr>
              <a:xfrm>
                <a:off x="8353179" y="3604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5" name="Freeform 43304">
                <a:extLst>
                  <a:ext uri="{FF2B5EF4-FFF2-40B4-BE49-F238E27FC236}">
                    <a16:creationId xmlns:a16="http://schemas.microsoft.com/office/drawing/2014/main" id="{84FCD5AF-C5CC-F6BA-98DD-8D3F316309A2}"/>
                  </a:ext>
                </a:extLst>
              </p:cNvPr>
              <p:cNvSpPr/>
              <p:nvPr/>
            </p:nvSpPr>
            <p:spPr>
              <a:xfrm>
                <a:off x="8353774" y="3588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6" name="Freeform 43305">
                <a:extLst>
                  <a:ext uri="{FF2B5EF4-FFF2-40B4-BE49-F238E27FC236}">
                    <a16:creationId xmlns:a16="http://schemas.microsoft.com/office/drawing/2014/main" id="{FBB2E15D-B7F2-9E8E-FF42-8035E494F89E}"/>
                  </a:ext>
                </a:extLst>
              </p:cNvPr>
              <p:cNvSpPr/>
              <p:nvPr/>
            </p:nvSpPr>
            <p:spPr>
              <a:xfrm>
                <a:off x="8354270" y="3539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7" name="Freeform 43306">
                <a:extLst>
                  <a:ext uri="{FF2B5EF4-FFF2-40B4-BE49-F238E27FC236}">
                    <a16:creationId xmlns:a16="http://schemas.microsoft.com/office/drawing/2014/main" id="{CBBCD0AF-6025-5EB7-09A4-16DC62EBECF8}"/>
                  </a:ext>
                </a:extLst>
              </p:cNvPr>
              <p:cNvSpPr/>
              <p:nvPr/>
            </p:nvSpPr>
            <p:spPr>
              <a:xfrm>
                <a:off x="8354766" y="3486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8" name="Freeform 43307">
                <a:extLst>
                  <a:ext uri="{FF2B5EF4-FFF2-40B4-BE49-F238E27FC236}">
                    <a16:creationId xmlns:a16="http://schemas.microsoft.com/office/drawing/2014/main" id="{E91ED29C-CEB8-89BA-1479-FF68F601B455}"/>
                  </a:ext>
                </a:extLst>
              </p:cNvPr>
              <p:cNvSpPr/>
              <p:nvPr/>
            </p:nvSpPr>
            <p:spPr>
              <a:xfrm>
                <a:off x="8355362" y="3411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09" name="Freeform 43308">
                <a:extLst>
                  <a:ext uri="{FF2B5EF4-FFF2-40B4-BE49-F238E27FC236}">
                    <a16:creationId xmlns:a16="http://schemas.microsoft.com/office/drawing/2014/main" id="{9DF7F322-2A92-5F8A-3976-D17A751C3A9D}"/>
                  </a:ext>
                </a:extLst>
              </p:cNvPr>
              <p:cNvSpPr/>
              <p:nvPr/>
            </p:nvSpPr>
            <p:spPr>
              <a:xfrm>
                <a:off x="8355858" y="3382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0" name="Freeform 43309">
                <a:extLst>
                  <a:ext uri="{FF2B5EF4-FFF2-40B4-BE49-F238E27FC236}">
                    <a16:creationId xmlns:a16="http://schemas.microsoft.com/office/drawing/2014/main" id="{5FC0B220-B849-871D-8201-49BB7BFE97CE}"/>
                  </a:ext>
                </a:extLst>
              </p:cNvPr>
              <p:cNvSpPr/>
              <p:nvPr/>
            </p:nvSpPr>
            <p:spPr>
              <a:xfrm>
                <a:off x="8356354" y="3377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1" name="Freeform 43310">
                <a:extLst>
                  <a:ext uri="{FF2B5EF4-FFF2-40B4-BE49-F238E27FC236}">
                    <a16:creationId xmlns:a16="http://schemas.microsoft.com/office/drawing/2014/main" id="{C48F4FC1-5208-A099-A91E-2038873672FD}"/>
                  </a:ext>
                </a:extLst>
              </p:cNvPr>
              <p:cNvSpPr/>
              <p:nvPr/>
            </p:nvSpPr>
            <p:spPr>
              <a:xfrm>
                <a:off x="8356949" y="3428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2" name="Freeform 43311">
                <a:extLst>
                  <a:ext uri="{FF2B5EF4-FFF2-40B4-BE49-F238E27FC236}">
                    <a16:creationId xmlns:a16="http://schemas.microsoft.com/office/drawing/2014/main" id="{B0F041FD-AFD2-9AF3-B7A2-7B373DACDD7E}"/>
                  </a:ext>
                </a:extLst>
              </p:cNvPr>
              <p:cNvSpPr/>
              <p:nvPr/>
            </p:nvSpPr>
            <p:spPr>
              <a:xfrm>
                <a:off x="8357445" y="3412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3" name="Freeform 43312">
                <a:extLst>
                  <a:ext uri="{FF2B5EF4-FFF2-40B4-BE49-F238E27FC236}">
                    <a16:creationId xmlns:a16="http://schemas.microsoft.com/office/drawing/2014/main" id="{6E32A5DD-9004-A1F6-A48D-F55EF9B847D7}"/>
                  </a:ext>
                </a:extLst>
              </p:cNvPr>
              <p:cNvSpPr/>
              <p:nvPr/>
            </p:nvSpPr>
            <p:spPr>
              <a:xfrm>
                <a:off x="8357941" y="3380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4" name="Freeform 43313">
                <a:extLst>
                  <a:ext uri="{FF2B5EF4-FFF2-40B4-BE49-F238E27FC236}">
                    <a16:creationId xmlns:a16="http://schemas.microsoft.com/office/drawing/2014/main" id="{89F2D903-96CB-2116-C8EB-807494148893}"/>
                  </a:ext>
                </a:extLst>
              </p:cNvPr>
              <p:cNvSpPr/>
              <p:nvPr/>
            </p:nvSpPr>
            <p:spPr>
              <a:xfrm>
                <a:off x="8358537" y="3403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5" name="Freeform 43314">
                <a:extLst>
                  <a:ext uri="{FF2B5EF4-FFF2-40B4-BE49-F238E27FC236}">
                    <a16:creationId xmlns:a16="http://schemas.microsoft.com/office/drawing/2014/main" id="{C737A6D7-112F-1419-9979-D97CE127C7A2}"/>
                  </a:ext>
                </a:extLst>
              </p:cNvPr>
              <p:cNvSpPr/>
              <p:nvPr/>
            </p:nvSpPr>
            <p:spPr>
              <a:xfrm>
                <a:off x="8359033" y="3448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6" name="Freeform 43315">
                <a:extLst>
                  <a:ext uri="{FF2B5EF4-FFF2-40B4-BE49-F238E27FC236}">
                    <a16:creationId xmlns:a16="http://schemas.microsoft.com/office/drawing/2014/main" id="{39DC3A73-3129-9855-225E-F34170E05554}"/>
                  </a:ext>
                </a:extLst>
              </p:cNvPr>
              <p:cNvSpPr/>
              <p:nvPr/>
            </p:nvSpPr>
            <p:spPr>
              <a:xfrm>
                <a:off x="8359529" y="3871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7" name="Freeform 43316">
                <a:extLst>
                  <a:ext uri="{FF2B5EF4-FFF2-40B4-BE49-F238E27FC236}">
                    <a16:creationId xmlns:a16="http://schemas.microsoft.com/office/drawing/2014/main" id="{38D37935-CFBD-6BEE-3A22-DACCE9EA07EA}"/>
                  </a:ext>
                </a:extLst>
              </p:cNvPr>
              <p:cNvSpPr/>
              <p:nvPr/>
            </p:nvSpPr>
            <p:spPr>
              <a:xfrm>
                <a:off x="8360124" y="3946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8" name="Freeform 43317">
                <a:extLst>
                  <a:ext uri="{FF2B5EF4-FFF2-40B4-BE49-F238E27FC236}">
                    <a16:creationId xmlns:a16="http://schemas.microsoft.com/office/drawing/2014/main" id="{0BB3CCF5-63AF-AD30-5D20-8AA34DC5ED8A}"/>
                  </a:ext>
                </a:extLst>
              </p:cNvPr>
              <p:cNvSpPr/>
              <p:nvPr/>
            </p:nvSpPr>
            <p:spPr>
              <a:xfrm>
                <a:off x="8360620" y="3942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19" name="Freeform 43318">
                <a:extLst>
                  <a:ext uri="{FF2B5EF4-FFF2-40B4-BE49-F238E27FC236}">
                    <a16:creationId xmlns:a16="http://schemas.microsoft.com/office/drawing/2014/main" id="{BBC378A6-5AFB-C677-4005-4A8750F4AF9E}"/>
                  </a:ext>
                </a:extLst>
              </p:cNvPr>
              <p:cNvSpPr/>
              <p:nvPr/>
            </p:nvSpPr>
            <p:spPr>
              <a:xfrm>
                <a:off x="8361116" y="394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0" name="Freeform 43319">
                <a:extLst>
                  <a:ext uri="{FF2B5EF4-FFF2-40B4-BE49-F238E27FC236}">
                    <a16:creationId xmlns:a16="http://schemas.microsoft.com/office/drawing/2014/main" id="{1944D6B5-39BF-9BF5-2CED-0E8AB7807845}"/>
                  </a:ext>
                </a:extLst>
              </p:cNvPr>
              <p:cNvSpPr/>
              <p:nvPr/>
            </p:nvSpPr>
            <p:spPr>
              <a:xfrm>
                <a:off x="8361613" y="3930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1" name="Freeform 43320">
                <a:extLst>
                  <a:ext uri="{FF2B5EF4-FFF2-40B4-BE49-F238E27FC236}">
                    <a16:creationId xmlns:a16="http://schemas.microsoft.com/office/drawing/2014/main" id="{E36FF98E-7EDD-0DDE-9D3A-E2DBB65EEFCF}"/>
                  </a:ext>
                </a:extLst>
              </p:cNvPr>
              <p:cNvSpPr/>
              <p:nvPr/>
            </p:nvSpPr>
            <p:spPr>
              <a:xfrm>
                <a:off x="8362208" y="39317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2" name="Freeform 43321">
                <a:extLst>
                  <a:ext uri="{FF2B5EF4-FFF2-40B4-BE49-F238E27FC236}">
                    <a16:creationId xmlns:a16="http://schemas.microsoft.com/office/drawing/2014/main" id="{EFE7E3CE-A542-E505-3395-2D434623D5D3}"/>
                  </a:ext>
                </a:extLst>
              </p:cNvPr>
              <p:cNvSpPr/>
              <p:nvPr/>
            </p:nvSpPr>
            <p:spPr>
              <a:xfrm>
                <a:off x="8362704" y="3949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3" name="Freeform 43322">
                <a:extLst>
                  <a:ext uri="{FF2B5EF4-FFF2-40B4-BE49-F238E27FC236}">
                    <a16:creationId xmlns:a16="http://schemas.microsoft.com/office/drawing/2014/main" id="{94C91BCB-1A4C-FC1C-4299-CFF706F5F37C}"/>
                  </a:ext>
                </a:extLst>
              </p:cNvPr>
              <p:cNvSpPr/>
              <p:nvPr/>
            </p:nvSpPr>
            <p:spPr>
              <a:xfrm>
                <a:off x="8363200" y="39064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4" name="Freeform 43323">
                <a:extLst>
                  <a:ext uri="{FF2B5EF4-FFF2-40B4-BE49-F238E27FC236}">
                    <a16:creationId xmlns:a16="http://schemas.microsoft.com/office/drawing/2014/main" id="{B85DB33C-9CB5-B0DC-F258-1C72CE05561F}"/>
                  </a:ext>
                </a:extLst>
              </p:cNvPr>
              <p:cNvSpPr/>
              <p:nvPr/>
            </p:nvSpPr>
            <p:spPr>
              <a:xfrm>
                <a:off x="8363795" y="3570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5" name="Freeform 43324">
                <a:extLst>
                  <a:ext uri="{FF2B5EF4-FFF2-40B4-BE49-F238E27FC236}">
                    <a16:creationId xmlns:a16="http://schemas.microsoft.com/office/drawing/2014/main" id="{D670A019-2834-A384-DA87-42FD8F87FE49}"/>
                  </a:ext>
                </a:extLst>
              </p:cNvPr>
              <p:cNvSpPr/>
              <p:nvPr/>
            </p:nvSpPr>
            <p:spPr>
              <a:xfrm>
                <a:off x="8364291" y="354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6" name="Freeform 43325">
                <a:extLst>
                  <a:ext uri="{FF2B5EF4-FFF2-40B4-BE49-F238E27FC236}">
                    <a16:creationId xmlns:a16="http://schemas.microsoft.com/office/drawing/2014/main" id="{9E7A305A-09B3-7C21-CE43-BDE43BD7BF93}"/>
                  </a:ext>
                </a:extLst>
              </p:cNvPr>
              <p:cNvSpPr/>
              <p:nvPr/>
            </p:nvSpPr>
            <p:spPr>
              <a:xfrm>
                <a:off x="8364788" y="3620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7" name="Freeform 43326">
                <a:extLst>
                  <a:ext uri="{FF2B5EF4-FFF2-40B4-BE49-F238E27FC236}">
                    <a16:creationId xmlns:a16="http://schemas.microsoft.com/office/drawing/2014/main" id="{77B4B5C5-8E61-C7F8-92EC-58C940479EC7}"/>
                  </a:ext>
                </a:extLst>
              </p:cNvPr>
              <p:cNvSpPr/>
              <p:nvPr/>
            </p:nvSpPr>
            <p:spPr>
              <a:xfrm>
                <a:off x="8365383" y="3614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8" name="Freeform 43327">
                <a:extLst>
                  <a:ext uri="{FF2B5EF4-FFF2-40B4-BE49-F238E27FC236}">
                    <a16:creationId xmlns:a16="http://schemas.microsoft.com/office/drawing/2014/main" id="{D1F6B7DA-E286-1E1A-1DB5-2CB68C44CD95}"/>
                  </a:ext>
                </a:extLst>
              </p:cNvPr>
              <p:cNvSpPr/>
              <p:nvPr/>
            </p:nvSpPr>
            <p:spPr>
              <a:xfrm>
                <a:off x="8365879" y="3584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29" name="Freeform 43328">
                <a:extLst>
                  <a:ext uri="{FF2B5EF4-FFF2-40B4-BE49-F238E27FC236}">
                    <a16:creationId xmlns:a16="http://schemas.microsoft.com/office/drawing/2014/main" id="{BD579419-28F3-7DEC-29F0-138586FF2226}"/>
                  </a:ext>
                </a:extLst>
              </p:cNvPr>
              <p:cNvSpPr/>
              <p:nvPr/>
            </p:nvSpPr>
            <p:spPr>
              <a:xfrm>
                <a:off x="8366375" y="3562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0" name="Freeform 43329">
                <a:extLst>
                  <a:ext uri="{FF2B5EF4-FFF2-40B4-BE49-F238E27FC236}">
                    <a16:creationId xmlns:a16="http://schemas.microsoft.com/office/drawing/2014/main" id="{693175B8-2F8D-2E14-8797-6BB8589040F0}"/>
                  </a:ext>
                </a:extLst>
              </p:cNvPr>
              <p:cNvSpPr/>
              <p:nvPr/>
            </p:nvSpPr>
            <p:spPr>
              <a:xfrm>
                <a:off x="8366970" y="3567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1" name="Freeform 43330">
                <a:extLst>
                  <a:ext uri="{FF2B5EF4-FFF2-40B4-BE49-F238E27FC236}">
                    <a16:creationId xmlns:a16="http://schemas.microsoft.com/office/drawing/2014/main" id="{6F4E5348-C007-2682-F626-7F5E55862D75}"/>
                  </a:ext>
                </a:extLst>
              </p:cNvPr>
              <p:cNvSpPr/>
              <p:nvPr/>
            </p:nvSpPr>
            <p:spPr>
              <a:xfrm>
                <a:off x="8367466" y="3543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2" name="Freeform 43331">
                <a:extLst>
                  <a:ext uri="{FF2B5EF4-FFF2-40B4-BE49-F238E27FC236}">
                    <a16:creationId xmlns:a16="http://schemas.microsoft.com/office/drawing/2014/main" id="{304E14F8-617F-90C2-6B8D-BA8116E71839}"/>
                  </a:ext>
                </a:extLst>
              </p:cNvPr>
              <p:cNvSpPr/>
              <p:nvPr/>
            </p:nvSpPr>
            <p:spPr>
              <a:xfrm>
                <a:off x="8367963" y="3555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3" name="Freeform 43332">
                <a:extLst>
                  <a:ext uri="{FF2B5EF4-FFF2-40B4-BE49-F238E27FC236}">
                    <a16:creationId xmlns:a16="http://schemas.microsoft.com/office/drawing/2014/main" id="{FA230502-6E17-FCA8-7AE3-7CC07F6AECF8}"/>
                  </a:ext>
                </a:extLst>
              </p:cNvPr>
              <p:cNvSpPr/>
              <p:nvPr/>
            </p:nvSpPr>
            <p:spPr>
              <a:xfrm>
                <a:off x="8368558" y="3528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4" name="Freeform 43333">
                <a:extLst>
                  <a:ext uri="{FF2B5EF4-FFF2-40B4-BE49-F238E27FC236}">
                    <a16:creationId xmlns:a16="http://schemas.microsoft.com/office/drawing/2014/main" id="{431A67DE-F286-98BA-739F-B5878622F5A6}"/>
                  </a:ext>
                </a:extLst>
              </p:cNvPr>
              <p:cNvSpPr/>
              <p:nvPr/>
            </p:nvSpPr>
            <p:spPr>
              <a:xfrm>
                <a:off x="8369054" y="3510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5" name="Freeform 43334">
                <a:extLst>
                  <a:ext uri="{FF2B5EF4-FFF2-40B4-BE49-F238E27FC236}">
                    <a16:creationId xmlns:a16="http://schemas.microsoft.com/office/drawing/2014/main" id="{811066F5-E50B-3569-6F18-472615603839}"/>
                  </a:ext>
                </a:extLst>
              </p:cNvPr>
              <p:cNvSpPr/>
              <p:nvPr/>
            </p:nvSpPr>
            <p:spPr>
              <a:xfrm>
                <a:off x="8369550" y="3508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6" name="Freeform 43335">
                <a:extLst>
                  <a:ext uri="{FF2B5EF4-FFF2-40B4-BE49-F238E27FC236}">
                    <a16:creationId xmlns:a16="http://schemas.microsoft.com/office/drawing/2014/main" id="{E8FDD412-44A7-52E4-687F-FC56942B6221}"/>
                  </a:ext>
                </a:extLst>
              </p:cNvPr>
              <p:cNvSpPr/>
              <p:nvPr/>
            </p:nvSpPr>
            <p:spPr>
              <a:xfrm>
                <a:off x="8370145" y="3519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7" name="Freeform 43336">
                <a:extLst>
                  <a:ext uri="{FF2B5EF4-FFF2-40B4-BE49-F238E27FC236}">
                    <a16:creationId xmlns:a16="http://schemas.microsoft.com/office/drawing/2014/main" id="{469EF9FD-5489-A6E1-1DBD-4376A562FF38}"/>
                  </a:ext>
                </a:extLst>
              </p:cNvPr>
              <p:cNvSpPr/>
              <p:nvPr/>
            </p:nvSpPr>
            <p:spPr>
              <a:xfrm>
                <a:off x="8370641" y="3516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8" name="Freeform 43337">
                <a:extLst>
                  <a:ext uri="{FF2B5EF4-FFF2-40B4-BE49-F238E27FC236}">
                    <a16:creationId xmlns:a16="http://schemas.microsoft.com/office/drawing/2014/main" id="{50EEDE72-91EB-FA58-D62E-C9A01715C50A}"/>
                  </a:ext>
                </a:extLst>
              </p:cNvPr>
              <p:cNvSpPr/>
              <p:nvPr/>
            </p:nvSpPr>
            <p:spPr>
              <a:xfrm>
                <a:off x="8371138" y="3541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39" name="Freeform 43338">
                <a:extLst>
                  <a:ext uri="{FF2B5EF4-FFF2-40B4-BE49-F238E27FC236}">
                    <a16:creationId xmlns:a16="http://schemas.microsoft.com/office/drawing/2014/main" id="{50101E47-4069-B11C-7413-30375B7DFD52}"/>
                  </a:ext>
                </a:extLst>
              </p:cNvPr>
              <p:cNvSpPr/>
              <p:nvPr/>
            </p:nvSpPr>
            <p:spPr>
              <a:xfrm>
                <a:off x="8371733" y="3645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0" name="Freeform 43339">
                <a:extLst>
                  <a:ext uri="{FF2B5EF4-FFF2-40B4-BE49-F238E27FC236}">
                    <a16:creationId xmlns:a16="http://schemas.microsoft.com/office/drawing/2014/main" id="{AFE302C4-64B6-2A33-548C-816464FD8B8B}"/>
                  </a:ext>
                </a:extLst>
              </p:cNvPr>
              <p:cNvSpPr/>
              <p:nvPr/>
            </p:nvSpPr>
            <p:spPr>
              <a:xfrm>
                <a:off x="8372229" y="3856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1" name="Freeform 43340">
                <a:extLst>
                  <a:ext uri="{FF2B5EF4-FFF2-40B4-BE49-F238E27FC236}">
                    <a16:creationId xmlns:a16="http://schemas.microsoft.com/office/drawing/2014/main" id="{F083A7FA-C2CA-80BC-C5D0-1F304DA3740D}"/>
                  </a:ext>
                </a:extLst>
              </p:cNvPr>
              <p:cNvSpPr/>
              <p:nvPr/>
            </p:nvSpPr>
            <p:spPr>
              <a:xfrm>
                <a:off x="8372725" y="39259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2" name="Freeform 43341">
                <a:extLst>
                  <a:ext uri="{FF2B5EF4-FFF2-40B4-BE49-F238E27FC236}">
                    <a16:creationId xmlns:a16="http://schemas.microsoft.com/office/drawing/2014/main" id="{58106660-061E-F785-50A5-3CF484EB2F15}"/>
                  </a:ext>
                </a:extLst>
              </p:cNvPr>
              <p:cNvSpPr/>
              <p:nvPr/>
            </p:nvSpPr>
            <p:spPr>
              <a:xfrm>
                <a:off x="8373320" y="3952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3" name="Freeform 43342">
                <a:extLst>
                  <a:ext uri="{FF2B5EF4-FFF2-40B4-BE49-F238E27FC236}">
                    <a16:creationId xmlns:a16="http://schemas.microsoft.com/office/drawing/2014/main" id="{5851508D-0691-0DAE-B597-B6E0697A1410}"/>
                  </a:ext>
                </a:extLst>
              </p:cNvPr>
              <p:cNvSpPr/>
              <p:nvPr/>
            </p:nvSpPr>
            <p:spPr>
              <a:xfrm>
                <a:off x="8373816" y="394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4" name="Freeform 43343">
                <a:extLst>
                  <a:ext uri="{FF2B5EF4-FFF2-40B4-BE49-F238E27FC236}">
                    <a16:creationId xmlns:a16="http://schemas.microsoft.com/office/drawing/2014/main" id="{1ED5A394-6981-91A3-CBB6-4916E4A18EF4}"/>
                  </a:ext>
                </a:extLst>
              </p:cNvPr>
              <p:cNvSpPr/>
              <p:nvPr/>
            </p:nvSpPr>
            <p:spPr>
              <a:xfrm>
                <a:off x="8374313" y="3944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5" name="Freeform 43344">
                <a:extLst>
                  <a:ext uri="{FF2B5EF4-FFF2-40B4-BE49-F238E27FC236}">
                    <a16:creationId xmlns:a16="http://schemas.microsoft.com/office/drawing/2014/main" id="{458497C3-93AE-35AF-AA62-E54D4D1E2841}"/>
                  </a:ext>
                </a:extLst>
              </p:cNvPr>
              <p:cNvSpPr/>
              <p:nvPr/>
            </p:nvSpPr>
            <p:spPr>
              <a:xfrm>
                <a:off x="8374809" y="39480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6" name="Freeform 43345">
                <a:extLst>
                  <a:ext uri="{FF2B5EF4-FFF2-40B4-BE49-F238E27FC236}">
                    <a16:creationId xmlns:a16="http://schemas.microsoft.com/office/drawing/2014/main" id="{07088F4E-554C-1C5F-1991-5063CD204DDD}"/>
                  </a:ext>
                </a:extLst>
              </p:cNvPr>
              <p:cNvSpPr/>
              <p:nvPr/>
            </p:nvSpPr>
            <p:spPr>
              <a:xfrm>
                <a:off x="8375404" y="39435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7" name="Freeform 43346">
                <a:extLst>
                  <a:ext uri="{FF2B5EF4-FFF2-40B4-BE49-F238E27FC236}">
                    <a16:creationId xmlns:a16="http://schemas.microsoft.com/office/drawing/2014/main" id="{16F6BD92-21AC-1824-53AC-CE977D8C8ECA}"/>
                  </a:ext>
                </a:extLst>
              </p:cNvPr>
              <p:cNvSpPr/>
              <p:nvPr/>
            </p:nvSpPr>
            <p:spPr>
              <a:xfrm>
                <a:off x="8375900" y="39088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8" name="Freeform 43347">
                <a:extLst>
                  <a:ext uri="{FF2B5EF4-FFF2-40B4-BE49-F238E27FC236}">
                    <a16:creationId xmlns:a16="http://schemas.microsoft.com/office/drawing/2014/main" id="{5B9D5738-94DC-D75B-4BA4-8C36EA68B472}"/>
                  </a:ext>
                </a:extLst>
              </p:cNvPr>
              <p:cNvSpPr/>
              <p:nvPr/>
            </p:nvSpPr>
            <p:spPr>
              <a:xfrm>
                <a:off x="8376396" y="3692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49" name="Freeform 43348">
                <a:extLst>
                  <a:ext uri="{FF2B5EF4-FFF2-40B4-BE49-F238E27FC236}">
                    <a16:creationId xmlns:a16="http://schemas.microsoft.com/office/drawing/2014/main" id="{62ABC9A6-9157-DF5B-6C95-E4332AF7532D}"/>
                  </a:ext>
                </a:extLst>
              </p:cNvPr>
              <p:cNvSpPr/>
              <p:nvPr/>
            </p:nvSpPr>
            <p:spPr>
              <a:xfrm>
                <a:off x="8376991" y="3542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0" name="Freeform 43349">
                <a:extLst>
                  <a:ext uri="{FF2B5EF4-FFF2-40B4-BE49-F238E27FC236}">
                    <a16:creationId xmlns:a16="http://schemas.microsoft.com/office/drawing/2014/main" id="{E19967DB-ED70-DD79-7D1F-F8A3D4E80FE3}"/>
                  </a:ext>
                </a:extLst>
              </p:cNvPr>
              <p:cNvSpPr/>
              <p:nvPr/>
            </p:nvSpPr>
            <p:spPr>
              <a:xfrm>
                <a:off x="8377488" y="3557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1" name="Freeform 43350">
                <a:extLst>
                  <a:ext uri="{FF2B5EF4-FFF2-40B4-BE49-F238E27FC236}">
                    <a16:creationId xmlns:a16="http://schemas.microsoft.com/office/drawing/2014/main" id="{2DC95B4C-AF0C-D679-0BB7-E897DDF1841B}"/>
                  </a:ext>
                </a:extLst>
              </p:cNvPr>
              <p:cNvSpPr/>
              <p:nvPr/>
            </p:nvSpPr>
            <p:spPr>
              <a:xfrm>
                <a:off x="8377984" y="3554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2" name="Freeform 43351">
                <a:extLst>
                  <a:ext uri="{FF2B5EF4-FFF2-40B4-BE49-F238E27FC236}">
                    <a16:creationId xmlns:a16="http://schemas.microsoft.com/office/drawing/2014/main" id="{4D92DAF9-A0B6-0915-5FA2-DB8C971C76A3}"/>
                  </a:ext>
                </a:extLst>
              </p:cNvPr>
              <p:cNvSpPr/>
              <p:nvPr/>
            </p:nvSpPr>
            <p:spPr>
              <a:xfrm>
                <a:off x="8378579" y="3535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3" name="Freeform 43352">
                <a:extLst>
                  <a:ext uri="{FF2B5EF4-FFF2-40B4-BE49-F238E27FC236}">
                    <a16:creationId xmlns:a16="http://schemas.microsoft.com/office/drawing/2014/main" id="{59630761-F817-5A80-1F14-38FCC7B74737}"/>
                  </a:ext>
                </a:extLst>
              </p:cNvPr>
              <p:cNvSpPr/>
              <p:nvPr/>
            </p:nvSpPr>
            <p:spPr>
              <a:xfrm>
                <a:off x="8379075" y="3537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4" name="Freeform 43353">
                <a:extLst>
                  <a:ext uri="{FF2B5EF4-FFF2-40B4-BE49-F238E27FC236}">
                    <a16:creationId xmlns:a16="http://schemas.microsoft.com/office/drawing/2014/main" id="{62D31B99-A395-5146-AC88-864EA0CAD1EF}"/>
                  </a:ext>
                </a:extLst>
              </p:cNvPr>
              <p:cNvSpPr/>
              <p:nvPr/>
            </p:nvSpPr>
            <p:spPr>
              <a:xfrm>
                <a:off x="8379571" y="3594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5" name="Freeform 43354">
                <a:extLst>
                  <a:ext uri="{FF2B5EF4-FFF2-40B4-BE49-F238E27FC236}">
                    <a16:creationId xmlns:a16="http://schemas.microsoft.com/office/drawing/2014/main" id="{2FB3AD38-11DB-6B2A-543B-FC986B17DE2F}"/>
                  </a:ext>
                </a:extLst>
              </p:cNvPr>
              <p:cNvSpPr/>
              <p:nvPr/>
            </p:nvSpPr>
            <p:spPr>
              <a:xfrm>
                <a:off x="8380166" y="3605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6" name="Freeform 43355">
                <a:extLst>
                  <a:ext uri="{FF2B5EF4-FFF2-40B4-BE49-F238E27FC236}">
                    <a16:creationId xmlns:a16="http://schemas.microsoft.com/office/drawing/2014/main" id="{9D17FD8B-0D95-9E03-9C22-4B0BE2DA8A73}"/>
                  </a:ext>
                </a:extLst>
              </p:cNvPr>
              <p:cNvSpPr/>
              <p:nvPr/>
            </p:nvSpPr>
            <p:spPr>
              <a:xfrm>
                <a:off x="8380663" y="361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7" name="Freeform 43356">
                <a:extLst>
                  <a:ext uri="{FF2B5EF4-FFF2-40B4-BE49-F238E27FC236}">
                    <a16:creationId xmlns:a16="http://schemas.microsoft.com/office/drawing/2014/main" id="{1B1488B1-81FF-3A20-32C0-98A133F61279}"/>
                  </a:ext>
                </a:extLst>
              </p:cNvPr>
              <p:cNvSpPr/>
              <p:nvPr/>
            </p:nvSpPr>
            <p:spPr>
              <a:xfrm>
                <a:off x="8381159" y="3580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8" name="Freeform 43357">
                <a:extLst>
                  <a:ext uri="{FF2B5EF4-FFF2-40B4-BE49-F238E27FC236}">
                    <a16:creationId xmlns:a16="http://schemas.microsoft.com/office/drawing/2014/main" id="{AAE1B654-AE01-AB6E-0B6A-FFC775CCC79D}"/>
                  </a:ext>
                </a:extLst>
              </p:cNvPr>
              <p:cNvSpPr/>
              <p:nvPr/>
            </p:nvSpPr>
            <p:spPr>
              <a:xfrm>
                <a:off x="8381754" y="3574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59" name="Freeform 43358">
                <a:extLst>
                  <a:ext uri="{FF2B5EF4-FFF2-40B4-BE49-F238E27FC236}">
                    <a16:creationId xmlns:a16="http://schemas.microsoft.com/office/drawing/2014/main" id="{AAFA02C9-8EA6-69C4-2CCB-F798EE476369}"/>
                  </a:ext>
                </a:extLst>
              </p:cNvPr>
              <p:cNvSpPr/>
              <p:nvPr/>
            </p:nvSpPr>
            <p:spPr>
              <a:xfrm>
                <a:off x="8382250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0" name="Freeform 43359">
                <a:extLst>
                  <a:ext uri="{FF2B5EF4-FFF2-40B4-BE49-F238E27FC236}">
                    <a16:creationId xmlns:a16="http://schemas.microsoft.com/office/drawing/2014/main" id="{51DFA79C-7D14-74C3-77F7-01629E286450}"/>
                  </a:ext>
                </a:extLst>
              </p:cNvPr>
              <p:cNvSpPr/>
              <p:nvPr/>
            </p:nvSpPr>
            <p:spPr>
              <a:xfrm>
                <a:off x="8382746" y="3539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1" name="Freeform 43360">
                <a:extLst>
                  <a:ext uri="{FF2B5EF4-FFF2-40B4-BE49-F238E27FC236}">
                    <a16:creationId xmlns:a16="http://schemas.microsoft.com/office/drawing/2014/main" id="{F94B0298-9F1E-2CFC-97C7-1A79C049F1B9}"/>
                  </a:ext>
                </a:extLst>
              </p:cNvPr>
              <p:cNvSpPr/>
              <p:nvPr/>
            </p:nvSpPr>
            <p:spPr>
              <a:xfrm>
                <a:off x="8383341" y="3508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2" name="Freeform 43361">
                <a:extLst>
                  <a:ext uri="{FF2B5EF4-FFF2-40B4-BE49-F238E27FC236}">
                    <a16:creationId xmlns:a16="http://schemas.microsoft.com/office/drawing/2014/main" id="{E56D1769-36BC-051C-4DB8-AE55090E828E}"/>
                  </a:ext>
                </a:extLst>
              </p:cNvPr>
              <p:cNvSpPr/>
              <p:nvPr/>
            </p:nvSpPr>
            <p:spPr>
              <a:xfrm>
                <a:off x="8383838" y="3524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3" name="Freeform 43362">
                <a:extLst>
                  <a:ext uri="{FF2B5EF4-FFF2-40B4-BE49-F238E27FC236}">
                    <a16:creationId xmlns:a16="http://schemas.microsoft.com/office/drawing/2014/main" id="{4B1E2BFF-DD79-2C1E-B58F-061AF169FF0A}"/>
                  </a:ext>
                </a:extLst>
              </p:cNvPr>
              <p:cNvSpPr/>
              <p:nvPr/>
            </p:nvSpPr>
            <p:spPr>
              <a:xfrm>
                <a:off x="8384334" y="3566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4" name="Freeform 43363">
                <a:extLst>
                  <a:ext uri="{FF2B5EF4-FFF2-40B4-BE49-F238E27FC236}">
                    <a16:creationId xmlns:a16="http://schemas.microsoft.com/office/drawing/2014/main" id="{A4A6B942-BF58-C239-6F63-B4B5E9E7CAF1}"/>
                  </a:ext>
                </a:extLst>
              </p:cNvPr>
              <p:cNvSpPr/>
              <p:nvPr/>
            </p:nvSpPr>
            <p:spPr>
              <a:xfrm>
                <a:off x="8384929" y="3788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5" name="Freeform 43364">
                <a:extLst>
                  <a:ext uri="{FF2B5EF4-FFF2-40B4-BE49-F238E27FC236}">
                    <a16:creationId xmlns:a16="http://schemas.microsoft.com/office/drawing/2014/main" id="{5C022DA8-5B81-FA35-A25D-0D803FAA699C}"/>
                  </a:ext>
                </a:extLst>
              </p:cNvPr>
              <p:cNvSpPr/>
              <p:nvPr/>
            </p:nvSpPr>
            <p:spPr>
              <a:xfrm>
                <a:off x="8385425" y="39178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6" name="Freeform 43365">
                <a:extLst>
                  <a:ext uri="{FF2B5EF4-FFF2-40B4-BE49-F238E27FC236}">
                    <a16:creationId xmlns:a16="http://schemas.microsoft.com/office/drawing/2014/main" id="{36C457D2-06AE-43CA-E0FA-6160BCE3B23C}"/>
                  </a:ext>
                </a:extLst>
              </p:cNvPr>
              <p:cNvSpPr/>
              <p:nvPr/>
            </p:nvSpPr>
            <p:spPr>
              <a:xfrm>
                <a:off x="8385921" y="3949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7" name="Freeform 43366">
                <a:extLst>
                  <a:ext uri="{FF2B5EF4-FFF2-40B4-BE49-F238E27FC236}">
                    <a16:creationId xmlns:a16="http://schemas.microsoft.com/office/drawing/2014/main" id="{1177EAF8-A0B2-AABE-F202-524E73BB80F6}"/>
                  </a:ext>
                </a:extLst>
              </p:cNvPr>
              <p:cNvSpPr/>
              <p:nvPr/>
            </p:nvSpPr>
            <p:spPr>
              <a:xfrm>
                <a:off x="8386417" y="39541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8" name="Freeform 43367">
                <a:extLst>
                  <a:ext uri="{FF2B5EF4-FFF2-40B4-BE49-F238E27FC236}">
                    <a16:creationId xmlns:a16="http://schemas.microsoft.com/office/drawing/2014/main" id="{0D13DB55-81D7-E7D1-6F81-FB4BD39CA446}"/>
                  </a:ext>
                </a:extLst>
              </p:cNvPr>
              <p:cNvSpPr/>
              <p:nvPr/>
            </p:nvSpPr>
            <p:spPr>
              <a:xfrm>
                <a:off x="8387013" y="3950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69" name="Freeform 43368">
                <a:extLst>
                  <a:ext uri="{FF2B5EF4-FFF2-40B4-BE49-F238E27FC236}">
                    <a16:creationId xmlns:a16="http://schemas.microsoft.com/office/drawing/2014/main" id="{86019613-089E-792B-2A11-82FCAEE8EDB4}"/>
                  </a:ext>
                </a:extLst>
              </p:cNvPr>
              <p:cNvSpPr/>
              <p:nvPr/>
            </p:nvSpPr>
            <p:spPr>
              <a:xfrm>
                <a:off x="8387509" y="39549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0" name="Freeform 43369">
                <a:extLst>
                  <a:ext uri="{FF2B5EF4-FFF2-40B4-BE49-F238E27FC236}">
                    <a16:creationId xmlns:a16="http://schemas.microsoft.com/office/drawing/2014/main" id="{ED4D21A1-121C-250E-A1F3-C6DBFDE613B8}"/>
                  </a:ext>
                </a:extLst>
              </p:cNvPr>
              <p:cNvSpPr/>
              <p:nvPr/>
            </p:nvSpPr>
            <p:spPr>
              <a:xfrm>
                <a:off x="8388005" y="39688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1" name="Freeform 43370">
                <a:extLst>
                  <a:ext uri="{FF2B5EF4-FFF2-40B4-BE49-F238E27FC236}">
                    <a16:creationId xmlns:a16="http://schemas.microsoft.com/office/drawing/2014/main" id="{41BD807B-1002-8B0D-8EB2-B7BB7C36D8EB}"/>
                  </a:ext>
                </a:extLst>
              </p:cNvPr>
              <p:cNvSpPr/>
              <p:nvPr/>
            </p:nvSpPr>
            <p:spPr>
              <a:xfrm>
                <a:off x="8388600" y="39439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2" name="Freeform 43371">
                <a:extLst>
                  <a:ext uri="{FF2B5EF4-FFF2-40B4-BE49-F238E27FC236}">
                    <a16:creationId xmlns:a16="http://schemas.microsoft.com/office/drawing/2014/main" id="{5071E155-30E0-E4B2-2F49-B4CCFA09BD34}"/>
                  </a:ext>
                </a:extLst>
              </p:cNvPr>
              <p:cNvSpPr/>
              <p:nvPr/>
            </p:nvSpPr>
            <p:spPr>
              <a:xfrm>
                <a:off x="8389096" y="3743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3" name="Freeform 43372">
                <a:extLst>
                  <a:ext uri="{FF2B5EF4-FFF2-40B4-BE49-F238E27FC236}">
                    <a16:creationId xmlns:a16="http://schemas.microsoft.com/office/drawing/2014/main" id="{B76DC6B1-E62D-8037-3604-0C2E07A0EB5E}"/>
                  </a:ext>
                </a:extLst>
              </p:cNvPr>
              <p:cNvSpPr/>
              <p:nvPr/>
            </p:nvSpPr>
            <p:spPr>
              <a:xfrm>
                <a:off x="8389592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4" name="Freeform 43373">
                <a:extLst>
                  <a:ext uri="{FF2B5EF4-FFF2-40B4-BE49-F238E27FC236}">
                    <a16:creationId xmlns:a16="http://schemas.microsoft.com/office/drawing/2014/main" id="{F49B6BEF-007D-801F-DD36-8091102FD346}"/>
                  </a:ext>
                </a:extLst>
              </p:cNvPr>
              <p:cNvSpPr/>
              <p:nvPr/>
            </p:nvSpPr>
            <p:spPr>
              <a:xfrm>
                <a:off x="8390188" y="3605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5" name="Freeform 43374">
                <a:extLst>
                  <a:ext uri="{FF2B5EF4-FFF2-40B4-BE49-F238E27FC236}">
                    <a16:creationId xmlns:a16="http://schemas.microsoft.com/office/drawing/2014/main" id="{FF921DDA-91D8-B187-19DB-D03FFDC3B5CC}"/>
                  </a:ext>
                </a:extLst>
              </p:cNvPr>
              <p:cNvSpPr/>
              <p:nvPr/>
            </p:nvSpPr>
            <p:spPr>
              <a:xfrm>
                <a:off x="8390684" y="361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6" name="Freeform 43375">
                <a:extLst>
                  <a:ext uri="{FF2B5EF4-FFF2-40B4-BE49-F238E27FC236}">
                    <a16:creationId xmlns:a16="http://schemas.microsoft.com/office/drawing/2014/main" id="{61642687-16A1-20C2-1ED5-E6CA7A7819D5}"/>
                  </a:ext>
                </a:extLst>
              </p:cNvPr>
              <p:cNvSpPr/>
              <p:nvPr/>
            </p:nvSpPr>
            <p:spPr>
              <a:xfrm>
                <a:off x="8391180" y="3628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7" name="Freeform 43376">
                <a:extLst>
                  <a:ext uri="{FF2B5EF4-FFF2-40B4-BE49-F238E27FC236}">
                    <a16:creationId xmlns:a16="http://schemas.microsoft.com/office/drawing/2014/main" id="{E2EE306F-E5DE-90E2-994F-6AA5CEC56265}"/>
                  </a:ext>
                </a:extLst>
              </p:cNvPr>
              <p:cNvSpPr/>
              <p:nvPr/>
            </p:nvSpPr>
            <p:spPr>
              <a:xfrm>
                <a:off x="8391775" y="3594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8" name="Freeform 43377">
                <a:extLst>
                  <a:ext uri="{FF2B5EF4-FFF2-40B4-BE49-F238E27FC236}">
                    <a16:creationId xmlns:a16="http://schemas.microsoft.com/office/drawing/2014/main" id="{23B70FC1-385A-D88A-E23E-D045A2CED8E3}"/>
                  </a:ext>
                </a:extLst>
              </p:cNvPr>
              <p:cNvSpPr/>
              <p:nvPr/>
            </p:nvSpPr>
            <p:spPr>
              <a:xfrm>
                <a:off x="8392271" y="3621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79" name="Freeform 43378">
                <a:extLst>
                  <a:ext uri="{FF2B5EF4-FFF2-40B4-BE49-F238E27FC236}">
                    <a16:creationId xmlns:a16="http://schemas.microsoft.com/office/drawing/2014/main" id="{5DCEDFAA-5CAC-382F-1637-26DB90387117}"/>
                  </a:ext>
                </a:extLst>
              </p:cNvPr>
              <p:cNvSpPr/>
              <p:nvPr/>
            </p:nvSpPr>
            <p:spPr>
              <a:xfrm>
                <a:off x="8392767" y="358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0" name="Freeform 43379">
                <a:extLst>
                  <a:ext uri="{FF2B5EF4-FFF2-40B4-BE49-F238E27FC236}">
                    <a16:creationId xmlns:a16="http://schemas.microsoft.com/office/drawing/2014/main" id="{79ED58BD-7A54-E975-4B27-85EBC3772CAC}"/>
                  </a:ext>
                </a:extLst>
              </p:cNvPr>
              <p:cNvSpPr/>
              <p:nvPr/>
            </p:nvSpPr>
            <p:spPr>
              <a:xfrm>
                <a:off x="8393363" y="3576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1" name="Freeform 43380">
                <a:extLst>
                  <a:ext uri="{FF2B5EF4-FFF2-40B4-BE49-F238E27FC236}">
                    <a16:creationId xmlns:a16="http://schemas.microsoft.com/office/drawing/2014/main" id="{C87B76AA-2EB3-9081-2759-2CEF8D2532BD}"/>
                  </a:ext>
                </a:extLst>
              </p:cNvPr>
              <p:cNvSpPr/>
              <p:nvPr/>
            </p:nvSpPr>
            <p:spPr>
              <a:xfrm>
                <a:off x="8393859" y="3574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2" name="Freeform 43381">
                <a:extLst>
                  <a:ext uri="{FF2B5EF4-FFF2-40B4-BE49-F238E27FC236}">
                    <a16:creationId xmlns:a16="http://schemas.microsoft.com/office/drawing/2014/main" id="{C7B0B3F6-B4A6-0A62-7FDB-434E6D53BA5A}"/>
                  </a:ext>
                </a:extLst>
              </p:cNvPr>
              <p:cNvSpPr/>
              <p:nvPr/>
            </p:nvSpPr>
            <p:spPr>
              <a:xfrm>
                <a:off x="8394355" y="3579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3" name="Freeform 43382">
                <a:extLst>
                  <a:ext uri="{FF2B5EF4-FFF2-40B4-BE49-F238E27FC236}">
                    <a16:creationId xmlns:a16="http://schemas.microsoft.com/office/drawing/2014/main" id="{E2D718F3-8CE6-37FD-10A2-80C7988C6D9C}"/>
                  </a:ext>
                </a:extLst>
              </p:cNvPr>
              <p:cNvSpPr/>
              <p:nvPr/>
            </p:nvSpPr>
            <p:spPr>
              <a:xfrm>
                <a:off x="8394950" y="3579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4" name="Freeform 43383">
                <a:extLst>
                  <a:ext uri="{FF2B5EF4-FFF2-40B4-BE49-F238E27FC236}">
                    <a16:creationId xmlns:a16="http://schemas.microsoft.com/office/drawing/2014/main" id="{6EB8AC08-DF7B-35ED-4B6D-CC66B01FB983}"/>
                  </a:ext>
                </a:extLst>
              </p:cNvPr>
              <p:cNvSpPr/>
              <p:nvPr/>
            </p:nvSpPr>
            <p:spPr>
              <a:xfrm>
                <a:off x="8395446" y="3568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5" name="Freeform 43384">
                <a:extLst>
                  <a:ext uri="{FF2B5EF4-FFF2-40B4-BE49-F238E27FC236}">
                    <a16:creationId xmlns:a16="http://schemas.microsoft.com/office/drawing/2014/main" id="{180BD83F-1F42-E46F-8F46-7C8FA409AB7D}"/>
                  </a:ext>
                </a:extLst>
              </p:cNvPr>
              <p:cNvSpPr/>
              <p:nvPr/>
            </p:nvSpPr>
            <p:spPr>
              <a:xfrm>
                <a:off x="8395942" y="3574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6" name="Freeform 43385">
                <a:extLst>
                  <a:ext uri="{FF2B5EF4-FFF2-40B4-BE49-F238E27FC236}">
                    <a16:creationId xmlns:a16="http://schemas.microsoft.com/office/drawing/2014/main" id="{F76E9C31-5263-89D3-2162-D5D2620AD69D}"/>
                  </a:ext>
                </a:extLst>
              </p:cNvPr>
              <p:cNvSpPr/>
              <p:nvPr/>
            </p:nvSpPr>
            <p:spPr>
              <a:xfrm>
                <a:off x="8396538" y="3583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7" name="Freeform 43386">
                <a:extLst>
                  <a:ext uri="{FF2B5EF4-FFF2-40B4-BE49-F238E27FC236}">
                    <a16:creationId xmlns:a16="http://schemas.microsoft.com/office/drawing/2014/main" id="{AF39A84D-B333-0580-86B5-71457C0529B4}"/>
                  </a:ext>
                </a:extLst>
              </p:cNvPr>
              <p:cNvSpPr/>
              <p:nvPr/>
            </p:nvSpPr>
            <p:spPr>
              <a:xfrm>
                <a:off x="8397034" y="3574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8" name="Freeform 43387">
                <a:extLst>
                  <a:ext uri="{FF2B5EF4-FFF2-40B4-BE49-F238E27FC236}">
                    <a16:creationId xmlns:a16="http://schemas.microsoft.com/office/drawing/2014/main" id="{198A3964-1831-5EDD-1167-A92D41B3308C}"/>
                  </a:ext>
                </a:extLst>
              </p:cNvPr>
              <p:cNvSpPr/>
              <p:nvPr/>
            </p:nvSpPr>
            <p:spPr>
              <a:xfrm>
                <a:off x="8397530" y="38765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89" name="Freeform 43388">
                <a:extLst>
                  <a:ext uri="{FF2B5EF4-FFF2-40B4-BE49-F238E27FC236}">
                    <a16:creationId xmlns:a16="http://schemas.microsoft.com/office/drawing/2014/main" id="{EFA5A051-F962-CD3D-7EA1-6888AB2766DF}"/>
                  </a:ext>
                </a:extLst>
              </p:cNvPr>
              <p:cNvSpPr/>
              <p:nvPr/>
            </p:nvSpPr>
            <p:spPr>
              <a:xfrm>
                <a:off x="8398026" y="3970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0" name="Freeform 43389">
                <a:extLst>
                  <a:ext uri="{FF2B5EF4-FFF2-40B4-BE49-F238E27FC236}">
                    <a16:creationId xmlns:a16="http://schemas.microsoft.com/office/drawing/2014/main" id="{A78D12BF-F045-4BE6-BB73-192C1713CB68}"/>
                  </a:ext>
                </a:extLst>
              </p:cNvPr>
              <p:cNvSpPr/>
              <p:nvPr/>
            </p:nvSpPr>
            <p:spPr>
              <a:xfrm>
                <a:off x="8398621" y="39713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1" name="Freeform 43390">
                <a:extLst>
                  <a:ext uri="{FF2B5EF4-FFF2-40B4-BE49-F238E27FC236}">
                    <a16:creationId xmlns:a16="http://schemas.microsoft.com/office/drawing/2014/main" id="{45451841-78EC-65E4-4252-D8325A93D201}"/>
                  </a:ext>
                </a:extLst>
              </p:cNvPr>
              <p:cNvSpPr/>
              <p:nvPr/>
            </p:nvSpPr>
            <p:spPr>
              <a:xfrm>
                <a:off x="8399117" y="39566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2" name="Freeform 43391">
                <a:extLst>
                  <a:ext uri="{FF2B5EF4-FFF2-40B4-BE49-F238E27FC236}">
                    <a16:creationId xmlns:a16="http://schemas.microsoft.com/office/drawing/2014/main" id="{64C0769F-9924-8968-F7AF-5D957713719A}"/>
                  </a:ext>
                </a:extLst>
              </p:cNvPr>
              <p:cNvSpPr/>
              <p:nvPr/>
            </p:nvSpPr>
            <p:spPr>
              <a:xfrm>
                <a:off x="8399613" y="39439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3" name="Freeform 43392">
                <a:extLst>
                  <a:ext uri="{FF2B5EF4-FFF2-40B4-BE49-F238E27FC236}">
                    <a16:creationId xmlns:a16="http://schemas.microsoft.com/office/drawing/2014/main" id="{16A004F4-221D-5269-8257-3547C3D7295F}"/>
                  </a:ext>
                </a:extLst>
              </p:cNvPr>
              <p:cNvSpPr/>
              <p:nvPr/>
            </p:nvSpPr>
            <p:spPr>
              <a:xfrm>
                <a:off x="8400209" y="39578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4" name="Freeform 43393">
                <a:extLst>
                  <a:ext uri="{FF2B5EF4-FFF2-40B4-BE49-F238E27FC236}">
                    <a16:creationId xmlns:a16="http://schemas.microsoft.com/office/drawing/2014/main" id="{E6FAAB6A-F733-F605-C16F-204F5A106AC6}"/>
                  </a:ext>
                </a:extLst>
              </p:cNvPr>
              <p:cNvSpPr/>
              <p:nvPr/>
            </p:nvSpPr>
            <p:spPr>
              <a:xfrm>
                <a:off x="8400705" y="396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5" name="Freeform 43394">
                <a:extLst>
                  <a:ext uri="{FF2B5EF4-FFF2-40B4-BE49-F238E27FC236}">
                    <a16:creationId xmlns:a16="http://schemas.microsoft.com/office/drawing/2014/main" id="{BB5E1B05-4495-83CA-F7EC-8E375438DF06}"/>
                  </a:ext>
                </a:extLst>
              </p:cNvPr>
              <p:cNvSpPr/>
              <p:nvPr/>
            </p:nvSpPr>
            <p:spPr>
              <a:xfrm>
                <a:off x="8401201" y="3925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6" name="Freeform 43395">
                <a:extLst>
                  <a:ext uri="{FF2B5EF4-FFF2-40B4-BE49-F238E27FC236}">
                    <a16:creationId xmlns:a16="http://schemas.microsoft.com/office/drawing/2014/main" id="{478A1EBD-E830-C094-2218-BF084244BEFD}"/>
                  </a:ext>
                </a:extLst>
              </p:cNvPr>
              <p:cNvSpPr/>
              <p:nvPr/>
            </p:nvSpPr>
            <p:spPr>
              <a:xfrm>
                <a:off x="8401796" y="3583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7" name="Freeform 43396">
                <a:extLst>
                  <a:ext uri="{FF2B5EF4-FFF2-40B4-BE49-F238E27FC236}">
                    <a16:creationId xmlns:a16="http://schemas.microsoft.com/office/drawing/2014/main" id="{FA0E891B-5C52-631F-4D6D-CE5C17A00382}"/>
                  </a:ext>
                </a:extLst>
              </p:cNvPr>
              <p:cNvSpPr/>
              <p:nvPr/>
            </p:nvSpPr>
            <p:spPr>
              <a:xfrm>
                <a:off x="8402292" y="3532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8" name="Freeform 43397">
                <a:extLst>
                  <a:ext uri="{FF2B5EF4-FFF2-40B4-BE49-F238E27FC236}">
                    <a16:creationId xmlns:a16="http://schemas.microsoft.com/office/drawing/2014/main" id="{CB8B2A35-9B0C-0B48-D685-59C1E0498EB8}"/>
                  </a:ext>
                </a:extLst>
              </p:cNvPr>
              <p:cNvSpPr/>
              <p:nvPr/>
            </p:nvSpPr>
            <p:spPr>
              <a:xfrm>
                <a:off x="8402788" y="3575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99" name="Freeform 43398">
                <a:extLst>
                  <a:ext uri="{FF2B5EF4-FFF2-40B4-BE49-F238E27FC236}">
                    <a16:creationId xmlns:a16="http://schemas.microsoft.com/office/drawing/2014/main" id="{74BA22D8-6D06-6E25-19C2-A38E33D3F50E}"/>
                  </a:ext>
                </a:extLst>
              </p:cNvPr>
              <p:cNvSpPr/>
              <p:nvPr/>
            </p:nvSpPr>
            <p:spPr>
              <a:xfrm>
                <a:off x="8403384" y="3569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0" name="Freeform 43399">
                <a:extLst>
                  <a:ext uri="{FF2B5EF4-FFF2-40B4-BE49-F238E27FC236}">
                    <a16:creationId xmlns:a16="http://schemas.microsoft.com/office/drawing/2014/main" id="{106290EF-CFFE-D207-1071-434D0E7C6900}"/>
                  </a:ext>
                </a:extLst>
              </p:cNvPr>
              <p:cNvSpPr/>
              <p:nvPr/>
            </p:nvSpPr>
            <p:spPr>
              <a:xfrm>
                <a:off x="8403880" y="3557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1" name="Freeform 43400">
                <a:extLst>
                  <a:ext uri="{FF2B5EF4-FFF2-40B4-BE49-F238E27FC236}">
                    <a16:creationId xmlns:a16="http://schemas.microsoft.com/office/drawing/2014/main" id="{EEC0E00B-AFE1-1C76-B9E2-AAFE20C8BB73}"/>
                  </a:ext>
                </a:extLst>
              </p:cNvPr>
              <p:cNvSpPr/>
              <p:nvPr/>
            </p:nvSpPr>
            <p:spPr>
              <a:xfrm>
                <a:off x="8404376" y="3522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2" name="Freeform 43401">
                <a:extLst>
                  <a:ext uri="{FF2B5EF4-FFF2-40B4-BE49-F238E27FC236}">
                    <a16:creationId xmlns:a16="http://schemas.microsoft.com/office/drawing/2014/main" id="{58BE948D-760C-43DF-1E13-00D2740AADFE}"/>
                  </a:ext>
                </a:extLst>
              </p:cNvPr>
              <p:cNvSpPr/>
              <p:nvPr/>
            </p:nvSpPr>
            <p:spPr>
              <a:xfrm>
                <a:off x="8404971" y="3528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3" name="Freeform 43402">
                <a:extLst>
                  <a:ext uri="{FF2B5EF4-FFF2-40B4-BE49-F238E27FC236}">
                    <a16:creationId xmlns:a16="http://schemas.microsoft.com/office/drawing/2014/main" id="{C3A6C96A-C4F7-4BE6-5683-C2084C4B4D53}"/>
                  </a:ext>
                </a:extLst>
              </p:cNvPr>
              <p:cNvSpPr/>
              <p:nvPr/>
            </p:nvSpPr>
            <p:spPr>
              <a:xfrm>
                <a:off x="8405467" y="3478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4" name="Freeform 43403">
                <a:extLst>
                  <a:ext uri="{FF2B5EF4-FFF2-40B4-BE49-F238E27FC236}">
                    <a16:creationId xmlns:a16="http://schemas.microsoft.com/office/drawing/2014/main" id="{A8D8F296-810B-D7ED-D797-5ADF6E025D4E}"/>
                  </a:ext>
                </a:extLst>
              </p:cNvPr>
              <p:cNvSpPr/>
              <p:nvPr/>
            </p:nvSpPr>
            <p:spPr>
              <a:xfrm>
                <a:off x="8405963" y="3411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5" name="Freeform 43404">
                <a:extLst>
                  <a:ext uri="{FF2B5EF4-FFF2-40B4-BE49-F238E27FC236}">
                    <a16:creationId xmlns:a16="http://schemas.microsoft.com/office/drawing/2014/main" id="{ECCC757E-AB40-1458-0FF4-3B8084860320}"/>
                  </a:ext>
                </a:extLst>
              </p:cNvPr>
              <p:cNvSpPr/>
              <p:nvPr/>
            </p:nvSpPr>
            <p:spPr>
              <a:xfrm>
                <a:off x="8406559" y="3358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6" name="Freeform 43405">
                <a:extLst>
                  <a:ext uri="{FF2B5EF4-FFF2-40B4-BE49-F238E27FC236}">
                    <a16:creationId xmlns:a16="http://schemas.microsoft.com/office/drawing/2014/main" id="{51B512A3-CA55-8973-8445-9D131C501FFF}"/>
                  </a:ext>
                </a:extLst>
              </p:cNvPr>
              <p:cNvSpPr/>
              <p:nvPr/>
            </p:nvSpPr>
            <p:spPr>
              <a:xfrm>
                <a:off x="8407055" y="33244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7" name="Freeform 43406">
                <a:extLst>
                  <a:ext uri="{FF2B5EF4-FFF2-40B4-BE49-F238E27FC236}">
                    <a16:creationId xmlns:a16="http://schemas.microsoft.com/office/drawing/2014/main" id="{9EC7D141-84EB-17CC-F4DB-A3CAF1CC1FE5}"/>
                  </a:ext>
                </a:extLst>
              </p:cNvPr>
              <p:cNvSpPr/>
              <p:nvPr/>
            </p:nvSpPr>
            <p:spPr>
              <a:xfrm>
                <a:off x="8407551" y="33186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8" name="Freeform 43407">
                <a:extLst>
                  <a:ext uri="{FF2B5EF4-FFF2-40B4-BE49-F238E27FC236}">
                    <a16:creationId xmlns:a16="http://schemas.microsoft.com/office/drawing/2014/main" id="{89EA7E73-AC4F-6E95-5EA9-097158033AB5}"/>
                  </a:ext>
                </a:extLst>
              </p:cNvPr>
              <p:cNvSpPr/>
              <p:nvPr/>
            </p:nvSpPr>
            <p:spPr>
              <a:xfrm>
                <a:off x="8408146" y="3317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09" name="Freeform 43408">
                <a:extLst>
                  <a:ext uri="{FF2B5EF4-FFF2-40B4-BE49-F238E27FC236}">
                    <a16:creationId xmlns:a16="http://schemas.microsoft.com/office/drawing/2014/main" id="{7839A92C-F607-6E67-E35C-0EC63834BA6E}"/>
                  </a:ext>
                </a:extLst>
              </p:cNvPr>
              <p:cNvSpPr/>
              <p:nvPr/>
            </p:nvSpPr>
            <p:spPr>
              <a:xfrm>
                <a:off x="8408642" y="33321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0" name="Freeform 43409">
                <a:extLst>
                  <a:ext uri="{FF2B5EF4-FFF2-40B4-BE49-F238E27FC236}">
                    <a16:creationId xmlns:a16="http://schemas.microsoft.com/office/drawing/2014/main" id="{A0050363-F13A-D25F-1B40-7F7FEF191D75}"/>
                  </a:ext>
                </a:extLst>
              </p:cNvPr>
              <p:cNvSpPr/>
              <p:nvPr/>
            </p:nvSpPr>
            <p:spPr>
              <a:xfrm>
                <a:off x="8409138" y="3406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1" name="Freeform 43410">
                <a:extLst>
                  <a:ext uri="{FF2B5EF4-FFF2-40B4-BE49-F238E27FC236}">
                    <a16:creationId xmlns:a16="http://schemas.microsoft.com/office/drawing/2014/main" id="{59FA0060-6A85-465D-87F2-484258039431}"/>
                  </a:ext>
                </a:extLst>
              </p:cNvPr>
              <p:cNvSpPr/>
              <p:nvPr/>
            </p:nvSpPr>
            <p:spPr>
              <a:xfrm>
                <a:off x="8409734" y="3432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2" name="Freeform 43411">
                <a:extLst>
                  <a:ext uri="{FF2B5EF4-FFF2-40B4-BE49-F238E27FC236}">
                    <a16:creationId xmlns:a16="http://schemas.microsoft.com/office/drawing/2014/main" id="{D520334C-C4BF-D9D3-7F1E-727DBA1B6CB1}"/>
                  </a:ext>
                </a:extLst>
              </p:cNvPr>
              <p:cNvSpPr/>
              <p:nvPr/>
            </p:nvSpPr>
            <p:spPr>
              <a:xfrm>
                <a:off x="8410230" y="3839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3" name="Freeform 43412">
                <a:extLst>
                  <a:ext uri="{FF2B5EF4-FFF2-40B4-BE49-F238E27FC236}">
                    <a16:creationId xmlns:a16="http://schemas.microsoft.com/office/drawing/2014/main" id="{59A2D611-AF36-D1CC-E719-F880D5800780}"/>
                  </a:ext>
                </a:extLst>
              </p:cNvPr>
              <p:cNvSpPr/>
              <p:nvPr/>
            </p:nvSpPr>
            <p:spPr>
              <a:xfrm>
                <a:off x="8410726" y="3933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4" name="Freeform 43413">
                <a:extLst>
                  <a:ext uri="{FF2B5EF4-FFF2-40B4-BE49-F238E27FC236}">
                    <a16:creationId xmlns:a16="http://schemas.microsoft.com/office/drawing/2014/main" id="{5BE5F4AD-80FE-19EB-4B24-482D1FBCB46B}"/>
                  </a:ext>
                </a:extLst>
              </p:cNvPr>
              <p:cNvSpPr/>
              <p:nvPr/>
            </p:nvSpPr>
            <p:spPr>
              <a:xfrm>
                <a:off x="8411222" y="39354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5" name="Freeform 43414">
                <a:extLst>
                  <a:ext uri="{FF2B5EF4-FFF2-40B4-BE49-F238E27FC236}">
                    <a16:creationId xmlns:a16="http://schemas.microsoft.com/office/drawing/2014/main" id="{865DA064-D1B3-7390-5C3D-56DA88ED2349}"/>
                  </a:ext>
                </a:extLst>
              </p:cNvPr>
              <p:cNvSpPr/>
              <p:nvPr/>
            </p:nvSpPr>
            <p:spPr>
              <a:xfrm>
                <a:off x="8411817" y="39141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6" name="Freeform 43415">
                <a:extLst>
                  <a:ext uri="{FF2B5EF4-FFF2-40B4-BE49-F238E27FC236}">
                    <a16:creationId xmlns:a16="http://schemas.microsoft.com/office/drawing/2014/main" id="{C2F05D9C-5AAC-1543-A95E-305BD4B6062B}"/>
                  </a:ext>
                </a:extLst>
              </p:cNvPr>
              <p:cNvSpPr/>
              <p:nvPr/>
            </p:nvSpPr>
            <p:spPr>
              <a:xfrm>
                <a:off x="8412313" y="3912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7" name="Freeform 43416">
                <a:extLst>
                  <a:ext uri="{FF2B5EF4-FFF2-40B4-BE49-F238E27FC236}">
                    <a16:creationId xmlns:a16="http://schemas.microsoft.com/office/drawing/2014/main" id="{8630DA5A-009A-18EE-4E17-DE6FCA4BFFF3}"/>
                  </a:ext>
                </a:extLst>
              </p:cNvPr>
              <p:cNvSpPr/>
              <p:nvPr/>
            </p:nvSpPr>
            <p:spPr>
              <a:xfrm>
                <a:off x="8412809" y="39227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8" name="Freeform 43417">
                <a:extLst>
                  <a:ext uri="{FF2B5EF4-FFF2-40B4-BE49-F238E27FC236}">
                    <a16:creationId xmlns:a16="http://schemas.microsoft.com/office/drawing/2014/main" id="{5D3F6851-7A94-2C57-C049-9AB49FF80215}"/>
                  </a:ext>
                </a:extLst>
              </p:cNvPr>
              <p:cNvSpPr/>
              <p:nvPr/>
            </p:nvSpPr>
            <p:spPr>
              <a:xfrm>
                <a:off x="8413405" y="3935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19" name="Freeform 43418">
                <a:extLst>
                  <a:ext uri="{FF2B5EF4-FFF2-40B4-BE49-F238E27FC236}">
                    <a16:creationId xmlns:a16="http://schemas.microsoft.com/office/drawing/2014/main" id="{3EB8D960-24A7-A11E-7012-CD0A596E6A75}"/>
                  </a:ext>
                </a:extLst>
              </p:cNvPr>
              <p:cNvSpPr/>
              <p:nvPr/>
            </p:nvSpPr>
            <p:spPr>
              <a:xfrm>
                <a:off x="8413901" y="39227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0" name="Freeform 43419">
                <a:extLst>
                  <a:ext uri="{FF2B5EF4-FFF2-40B4-BE49-F238E27FC236}">
                    <a16:creationId xmlns:a16="http://schemas.microsoft.com/office/drawing/2014/main" id="{F6BEB19C-B181-5C63-27A6-43AEF46083ED}"/>
                  </a:ext>
                </a:extLst>
              </p:cNvPr>
              <p:cNvSpPr/>
              <p:nvPr/>
            </p:nvSpPr>
            <p:spPr>
              <a:xfrm>
                <a:off x="8414397" y="3544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1" name="Freeform 43420">
                <a:extLst>
                  <a:ext uri="{FF2B5EF4-FFF2-40B4-BE49-F238E27FC236}">
                    <a16:creationId xmlns:a16="http://schemas.microsoft.com/office/drawing/2014/main" id="{D84D9E2F-E439-2C58-2170-2A8E42182585}"/>
                  </a:ext>
                </a:extLst>
              </p:cNvPr>
              <p:cNvSpPr/>
              <p:nvPr/>
            </p:nvSpPr>
            <p:spPr>
              <a:xfrm>
                <a:off x="8414992" y="3498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2" name="Freeform 43421">
                <a:extLst>
                  <a:ext uri="{FF2B5EF4-FFF2-40B4-BE49-F238E27FC236}">
                    <a16:creationId xmlns:a16="http://schemas.microsoft.com/office/drawing/2014/main" id="{202DD176-45BD-2D92-8772-83DD6EAD16E2}"/>
                  </a:ext>
                </a:extLst>
              </p:cNvPr>
              <p:cNvSpPr/>
              <p:nvPr/>
            </p:nvSpPr>
            <p:spPr>
              <a:xfrm>
                <a:off x="8415488" y="3528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3" name="Freeform 43422">
                <a:extLst>
                  <a:ext uri="{FF2B5EF4-FFF2-40B4-BE49-F238E27FC236}">
                    <a16:creationId xmlns:a16="http://schemas.microsoft.com/office/drawing/2014/main" id="{E0B10800-527A-E80D-753C-CCDA14A92A8F}"/>
                  </a:ext>
                </a:extLst>
              </p:cNvPr>
              <p:cNvSpPr/>
              <p:nvPr/>
            </p:nvSpPr>
            <p:spPr>
              <a:xfrm>
                <a:off x="8415984" y="3534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4" name="Freeform 43423">
                <a:extLst>
                  <a:ext uri="{FF2B5EF4-FFF2-40B4-BE49-F238E27FC236}">
                    <a16:creationId xmlns:a16="http://schemas.microsoft.com/office/drawing/2014/main" id="{0F95AE23-FF8D-B36A-658C-57084093C2C9}"/>
                  </a:ext>
                </a:extLst>
              </p:cNvPr>
              <p:cNvSpPr/>
              <p:nvPr/>
            </p:nvSpPr>
            <p:spPr>
              <a:xfrm>
                <a:off x="8416580" y="3532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5" name="Freeform 43424">
                <a:extLst>
                  <a:ext uri="{FF2B5EF4-FFF2-40B4-BE49-F238E27FC236}">
                    <a16:creationId xmlns:a16="http://schemas.microsoft.com/office/drawing/2014/main" id="{17F34BBA-38E9-BEE9-4B18-DECA3F2F215B}"/>
                  </a:ext>
                </a:extLst>
              </p:cNvPr>
              <p:cNvSpPr/>
              <p:nvPr/>
            </p:nvSpPr>
            <p:spPr>
              <a:xfrm>
                <a:off x="8417076" y="3522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6" name="Freeform 43425">
                <a:extLst>
                  <a:ext uri="{FF2B5EF4-FFF2-40B4-BE49-F238E27FC236}">
                    <a16:creationId xmlns:a16="http://schemas.microsoft.com/office/drawing/2014/main" id="{ADBF4DAF-9FFE-3A92-7EC8-53916286D2ED}"/>
                  </a:ext>
                </a:extLst>
              </p:cNvPr>
              <p:cNvSpPr/>
              <p:nvPr/>
            </p:nvSpPr>
            <p:spPr>
              <a:xfrm>
                <a:off x="8417572" y="3511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7" name="Freeform 43426">
                <a:extLst>
                  <a:ext uri="{FF2B5EF4-FFF2-40B4-BE49-F238E27FC236}">
                    <a16:creationId xmlns:a16="http://schemas.microsoft.com/office/drawing/2014/main" id="{AA14F957-2BAB-856C-C05F-533D060C7058}"/>
                  </a:ext>
                </a:extLst>
              </p:cNvPr>
              <p:cNvSpPr/>
              <p:nvPr/>
            </p:nvSpPr>
            <p:spPr>
              <a:xfrm>
                <a:off x="8418167" y="34676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8" name="Freeform 43427">
                <a:extLst>
                  <a:ext uri="{FF2B5EF4-FFF2-40B4-BE49-F238E27FC236}">
                    <a16:creationId xmlns:a16="http://schemas.microsoft.com/office/drawing/2014/main" id="{C1F8359D-6AB5-6EA5-487C-9E6429EBB3F9}"/>
                  </a:ext>
                </a:extLst>
              </p:cNvPr>
              <p:cNvSpPr/>
              <p:nvPr/>
            </p:nvSpPr>
            <p:spPr>
              <a:xfrm>
                <a:off x="8418663" y="3429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29" name="Freeform 43428">
                <a:extLst>
                  <a:ext uri="{FF2B5EF4-FFF2-40B4-BE49-F238E27FC236}">
                    <a16:creationId xmlns:a16="http://schemas.microsoft.com/office/drawing/2014/main" id="{54CC534A-D9F6-2786-D95B-83C750D815E5}"/>
                  </a:ext>
                </a:extLst>
              </p:cNvPr>
              <p:cNvSpPr/>
              <p:nvPr/>
            </p:nvSpPr>
            <p:spPr>
              <a:xfrm>
                <a:off x="8419159" y="3412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0" name="Freeform 43429">
                <a:extLst>
                  <a:ext uri="{FF2B5EF4-FFF2-40B4-BE49-F238E27FC236}">
                    <a16:creationId xmlns:a16="http://schemas.microsoft.com/office/drawing/2014/main" id="{CC499D44-2D4F-E1D4-064D-B50D66C950A9}"/>
                  </a:ext>
                </a:extLst>
              </p:cNvPr>
              <p:cNvSpPr/>
              <p:nvPr/>
            </p:nvSpPr>
            <p:spPr>
              <a:xfrm>
                <a:off x="8419755" y="3379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1" name="Freeform 43430">
                <a:extLst>
                  <a:ext uri="{FF2B5EF4-FFF2-40B4-BE49-F238E27FC236}">
                    <a16:creationId xmlns:a16="http://schemas.microsoft.com/office/drawing/2014/main" id="{6AA601A8-CA13-D2D7-72D8-A3D890A38769}"/>
                  </a:ext>
                </a:extLst>
              </p:cNvPr>
              <p:cNvSpPr/>
              <p:nvPr/>
            </p:nvSpPr>
            <p:spPr>
              <a:xfrm>
                <a:off x="8420251" y="3369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2" name="Freeform 43431">
                <a:extLst>
                  <a:ext uri="{FF2B5EF4-FFF2-40B4-BE49-F238E27FC236}">
                    <a16:creationId xmlns:a16="http://schemas.microsoft.com/office/drawing/2014/main" id="{DEF2E99D-ED09-0AB7-B9E3-B5256BB79034}"/>
                  </a:ext>
                </a:extLst>
              </p:cNvPr>
              <p:cNvSpPr/>
              <p:nvPr/>
            </p:nvSpPr>
            <p:spPr>
              <a:xfrm>
                <a:off x="8420747" y="3363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3" name="Freeform 43432">
                <a:extLst>
                  <a:ext uri="{FF2B5EF4-FFF2-40B4-BE49-F238E27FC236}">
                    <a16:creationId xmlns:a16="http://schemas.microsoft.com/office/drawing/2014/main" id="{37DFE77C-5FB3-21D2-632F-776C5F680B66}"/>
                  </a:ext>
                </a:extLst>
              </p:cNvPr>
              <p:cNvSpPr/>
              <p:nvPr/>
            </p:nvSpPr>
            <p:spPr>
              <a:xfrm>
                <a:off x="8421342" y="33526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4" name="Freeform 43433">
                <a:extLst>
                  <a:ext uri="{FF2B5EF4-FFF2-40B4-BE49-F238E27FC236}">
                    <a16:creationId xmlns:a16="http://schemas.microsoft.com/office/drawing/2014/main" id="{7D15AFDC-D2E5-7840-6CCD-C15F06DA2226}"/>
                  </a:ext>
                </a:extLst>
              </p:cNvPr>
              <p:cNvSpPr/>
              <p:nvPr/>
            </p:nvSpPr>
            <p:spPr>
              <a:xfrm>
                <a:off x="8421838" y="3422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5" name="Freeform 43434">
                <a:extLst>
                  <a:ext uri="{FF2B5EF4-FFF2-40B4-BE49-F238E27FC236}">
                    <a16:creationId xmlns:a16="http://schemas.microsoft.com/office/drawing/2014/main" id="{CF056E82-61F9-BF7C-F0FF-D2ADB0D223FA}"/>
                  </a:ext>
                </a:extLst>
              </p:cNvPr>
              <p:cNvSpPr/>
              <p:nvPr/>
            </p:nvSpPr>
            <p:spPr>
              <a:xfrm>
                <a:off x="8422334" y="3407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6" name="Freeform 43435">
                <a:extLst>
                  <a:ext uri="{FF2B5EF4-FFF2-40B4-BE49-F238E27FC236}">
                    <a16:creationId xmlns:a16="http://schemas.microsoft.com/office/drawing/2014/main" id="{33072457-FF79-9CF6-35E9-3DC96A0DEE5E}"/>
                  </a:ext>
                </a:extLst>
              </p:cNvPr>
              <p:cNvSpPr/>
              <p:nvPr/>
            </p:nvSpPr>
            <p:spPr>
              <a:xfrm>
                <a:off x="8422830" y="3612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7" name="Freeform 43436">
                <a:extLst>
                  <a:ext uri="{FF2B5EF4-FFF2-40B4-BE49-F238E27FC236}">
                    <a16:creationId xmlns:a16="http://schemas.microsoft.com/office/drawing/2014/main" id="{08DF9427-BE09-7A91-54CA-3053EF9B5A7F}"/>
                  </a:ext>
                </a:extLst>
              </p:cNvPr>
              <p:cNvSpPr/>
              <p:nvPr/>
            </p:nvSpPr>
            <p:spPr>
              <a:xfrm>
                <a:off x="8423426" y="3747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8" name="Freeform 43437">
                <a:extLst>
                  <a:ext uri="{FF2B5EF4-FFF2-40B4-BE49-F238E27FC236}">
                    <a16:creationId xmlns:a16="http://schemas.microsoft.com/office/drawing/2014/main" id="{B2162A6C-4709-F71A-8FF3-CF09C2DEE0AF}"/>
                  </a:ext>
                </a:extLst>
              </p:cNvPr>
              <p:cNvSpPr/>
              <p:nvPr/>
            </p:nvSpPr>
            <p:spPr>
              <a:xfrm>
                <a:off x="8423922" y="3750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39" name="Freeform 43438">
                <a:extLst>
                  <a:ext uri="{FF2B5EF4-FFF2-40B4-BE49-F238E27FC236}">
                    <a16:creationId xmlns:a16="http://schemas.microsoft.com/office/drawing/2014/main" id="{47B8C2E1-4EEA-E676-91C3-DE6A85C6FD98}"/>
                  </a:ext>
                </a:extLst>
              </p:cNvPr>
              <p:cNvSpPr/>
              <p:nvPr/>
            </p:nvSpPr>
            <p:spPr>
              <a:xfrm>
                <a:off x="8424418" y="3748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0" name="Freeform 43439">
                <a:extLst>
                  <a:ext uri="{FF2B5EF4-FFF2-40B4-BE49-F238E27FC236}">
                    <a16:creationId xmlns:a16="http://schemas.microsoft.com/office/drawing/2014/main" id="{158E29D4-C9C5-E185-FDE2-49B0EB4514A1}"/>
                  </a:ext>
                </a:extLst>
              </p:cNvPr>
              <p:cNvSpPr/>
              <p:nvPr/>
            </p:nvSpPr>
            <p:spPr>
              <a:xfrm>
                <a:off x="8425013" y="3739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1" name="Freeform 43440">
                <a:extLst>
                  <a:ext uri="{FF2B5EF4-FFF2-40B4-BE49-F238E27FC236}">
                    <a16:creationId xmlns:a16="http://schemas.microsoft.com/office/drawing/2014/main" id="{10D19580-6979-FDC5-0A6B-88857BF878D7}"/>
                  </a:ext>
                </a:extLst>
              </p:cNvPr>
              <p:cNvSpPr/>
              <p:nvPr/>
            </p:nvSpPr>
            <p:spPr>
              <a:xfrm>
                <a:off x="8425509" y="3712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2" name="Freeform 43441">
                <a:extLst>
                  <a:ext uri="{FF2B5EF4-FFF2-40B4-BE49-F238E27FC236}">
                    <a16:creationId xmlns:a16="http://schemas.microsoft.com/office/drawing/2014/main" id="{454A36BE-88C0-1D54-5DDB-75CA2DE92A3C}"/>
                  </a:ext>
                </a:extLst>
              </p:cNvPr>
              <p:cNvSpPr/>
              <p:nvPr/>
            </p:nvSpPr>
            <p:spPr>
              <a:xfrm>
                <a:off x="8426005" y="3690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3" name="Freeform 43442">
                <a:extLst>
                  <a:ext uri="{FF2B5EF4-FFF2-40B4-BE49-F238E27FC236}">
                    <a16:creationId xmlns:a16="http://schemas.microsoft.com/office/drawing/2014/main" id="{0C1C8E3D-05FE-2113-6A2A-11D18EB9DA3D}"/>
                  </a:ext>
                </a:extLst>
              </p:cNvPr>
              <p:cNvSpPr/>
              <p:nvPr/>
            </p:nvSpPr>
            <p:spPr>
              <a:xfrm>
                <a:off x="8426601" y="3635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4" name="Freeform 43443">
                <a:extLst>
                  <a:ext uri="{FF2B5EF4-FFF2-40B4-BE49-F238E27FC236}">
                    <a16:creationId xmlns:a16="http://schemas.microsoft.com/office/drawing/2014/main" id="{5017C7D2-F4F1-BFA5-969C-12D7FCA10DD0}"/>
                  </a:ext>
                </a:extLst>
              </p:cNvPr>
              <p:cNvSpPr/>
              <p:nvPr/>
            </p:nvSpPr>
            <p:spPr>
              <a:xfrm>
                <a:off x="8427097" y="3409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5" name="Freeform 43444">
                <a:extLst>
                  <a:ext uri="{FF2B5EF4-FFF2-40B4-BE49-F238E27FC236}">
                    <a16:creationId xmlns:a16="http://schemas.microsoft.com/office/drawing/2014/main" id="{F712B1CD-FC61-C842-2698-4C89F244F4FB}"/>
                  </a:ext>
                </a:extLst>
              </p:cNvPr>
              <p:cNvSpPr/>
              <p:nvPr/>
            </p:nvSpPr>
            <p:spPr>
              <a:xfrm>
                <a:off x="8427593" y="3346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6" name="Freeform 43445">
                <a:extLst>
                  <a:ext uri="{FF2B5EF4-FFF2-40B4-BE49-F238E27FC236}">
                    <a16:creationId xmlns:a16="http://schemas.microsoft.com/office/drawing/2014/main" id="{BDDA0456-2591-5B2E-4611-0A5D4C1CD84D}"/>
                  </a:ext>
                </a:extLst>
              </p:cNvPr>
              <p:cNvSpPr/>
              <p:nvPr/>
            </p:nvSpPr>
            <p:spPr>
              <a:xfrm>
                <a:off x="8428188" y="3389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7" name="Freeform 43446">
                <a:extLst>
                  <a:ext uri="{FF2B5EF4-FFF2-40B4-BE49-F238E27FC236}">
                    <a16:creationId xmlns:a16="http://schemas.microsoft.com/office/drawing/2014/main" id="{B7909F91-F3D8-4BBB-9F99-777E1B8E8E94}"/>
                  </a:ext>
                </a:extLst>
              </p:cNvPr>
              <p:cNvSpPr/>
              <p:nvPr/>
            </p:nvSpPr>
            <p:spPr>
              <a:xfrm>
                <a:off x="8428684" y="3397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8" name="Freeform 43447">
                <a:extLst>
                  <a:ext uri="{FF2B5EF4-FFF2-40B4-BE49-F238E27FC236}">
                    <a16:creationId xmlns:a16="http://schemas.microsoft.com/office/drawing/2014/main" id="{FD5B28F6-1956-562D-8598-9AE1803D225E}"/>
                  </a:ext>
                </a:extLst>
              </p:cNvPr>
              <p:cNvSpPr/>
              <p:nvPr/>
            </p:nvSpPr>
            <p:spPr>
              <a:xfrm>
                <a:off x="8429180" y="3394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49" name="Freeform 43448">
                <a:extLst>
                  <a:ext uri="{FF2B5EF4-FFF2-40B4-BE49-F238E27FC236}">
                    <a16:creationId xmlns:a16="http://schemas.microsoft.com/office/drawing/2014/main" id="{D068E2AD-4743-280D-07A8-C04B91AB98E2}"/>
                  </a:ext>
                </a:extLst>
              </p:cNvPr>
              <p:cNvSpPr/>
              <p:nvPr/>
            </p:nvSpPr>
            <p:spPr>
              <a:xfrm>
                <a:off x="8429776" y="3390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0" name="Freeform 43449">
                <a:extLst>
                  <a:ext uri="{FF2B5EF4-FFF2-40B4-BE49-F238E27FC236}">
                    <a16:creationId xmlns:a16="http://schemas.microsoft.com/office/drawing/2014/main" id="{2CA56CD8-5D0F-CE89-B9E0-8ED6B8043E99}"/>
                  </a:ext>
                </a:extLst>
              </p:cNvPr>
              <p:cNvSpPr/>
              <p:nvPr/>
            </p:nvSpPr>
            <p:spPr>
              <a:xfrm>
                <a:off x="8430272" y="3329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1" name="Freeform 43450">
                <a:extLst>
                  <a:ext uri="{FF2B5EF4-FFF2-40B4-BE49-F238E27FC236}">
                    <a16:creationId xmlns:a16="http://schemas.microsoft.com/office/drawing/2014/main" id="{3E7F310B-BDB5-4314-EA53-97067FDAA32A}"/>
                  </a:ext>
                </a:extLst>
              </p:cNvPr>
              <p:cNvSpPr/>
              <p:nvPr/>
            </p:nvSpPr>
            <p:spPr>
              <a:xfrm>
                <a:off x="8430768" y="3251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2" name="Freeform 43451">
                <a:extLst>
                  <a:ext uri="{FF2B5EF4-FFF2-40B4-BE49-F238E27FC236}">
                    <a16:creationId xmlns:a16="http://schemas.microsoft.com/office/drawing/2014/main" id="{922D5976-F889-7B84-D8E0-D5E82429628B}"/>
                  </a:ext>
                </a:extLst>
              </p:cNvPr>
              <p:cNvSpPr/>
              <p:nvPr/>
            </p:nvSpPr>
            <p:spPr>
              <a:xfrm>
                <a:off x="8431363" y="3163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3" name="Freeform 43452">
                <a:extLst>
                  <a:ext uri="{FF2B5EF4-FFF2-40B4-BE49-F238E27FC236}">
                    <a16:creationId xmlns:a16="http://schemas.microsoft.com/office/drawing/2014/main" id="{1A4470A1-CD23-7429-F3DA-49CB3C29DE19}"/>
                  </a:ext>
                </a:extLst>
              </p:cNvPr>
              <p:cNvSpPr/>
              <p:nvPr/>
            </p:nvSpPr>
            <p:spPr>
              <a:xfrm>
                <a:off x="8431859" y="3123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4" name="Freeform 43453">
                <a:extLst>
                  <a:ext uri="{FF2B5EF4-FFF2-40B4-BE49-F238E27FC236}">
                    <a16:creationId xmlns:a16="http://schemas.microsoft.com/office/drawing/2014/main" id="{1832E4C8-D345-29DC-9430-A5A0B13CAA5F}"/>
                  </a:ext>
                </a:extLst>
              </p:cNvPr>
              <p:cNvSpPr/>
              <p:nvPr/>
            </p:nvSpPr>
            <p:spPr>
              <a:xfrm>
                <a:off x="8432355" y="3098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5" name="Freeform 43454">
                <a:extLst>
                  <a:ext uri="{FF2B5EF4-FFF2-40B4-BE49-F238E27FC236}">
                    <a16:creationId xmlns:a16="http://schemas.microsoft.com/office/drawing/2014/main" id="{DBFB63B3-C756-C966-4113-A3A5466FB99F}"/>
                  </a:ext>
                </a:extLst>
              </p:cNvPr>
              <p:cNvSpPr/>
              <p:nvPr/>
            </p:nvSpPr>
            <p:spPr>
              <a:xfrm>
                <a:off x="8432951" y="30860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6" name="Freeform 43455">
                <a:extLst>
                  <a:ext uri="{FF2B5EF4-FFF2-40B4-BE49-F238E27FC236}">
                    <a16:creationId xmlns:a16="http://schemas.microsoft.com/office/drawing/2014/main" id="{16C3B3BC-C425-1FD6-65ED-38E509A144A7}"/>
                  </a:ext>
                </a:extLst>
              </p:cNvPr>
              <p:cNvSpPr/>
              <p:nvPr/>
            </p:nvSpPr>
            <p:spPr>
              <a:xfrm>
                <a:off x="8433447" y="3081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7" name="Freeform 43456">
                <a:extLst>
                  <a:ext uri="{FF2B5EF4-FFF2-40B4-BE49-F238E27FC236}">
                    <a16:creationId xmlns:a16="http://schemas.microsoft.com/office/drawing/2014/main" id="{2F927E6D-AF76-ECFB-9835-09C2522EF660}"/>
                  </a:ext>
                </a:extLst>
              </p:cNvPr>
              <p:cNvSpPr/>
              <p:nvPr/>
            </p:nvSpPr>
            <p:spPr>
              <a:xfrm>
                <a:off x="8433943" y="3091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8" name="Freeform 43457">
                <a:extLst>
                  <a:ext uri="{FF2B5EF4-FFF2-40B4-BE49-F238E27FC236}">
                    <a16:creationId xmlns:a16="http://schemas.microsoft.com/office/drawing/2014/main" id="{C31D0DB3-B686-636A-DF1F-EC0C46711668}"/>
                  </a:ext>
                </a:extLst>
              </p:cNvPr>
              <p:cNvSpPr/>
              <p:nvPr/>
            </p:nvSpPr>
            <p:spPr>
              <a:xfrm>
                <a:off x="8434439" y="3063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59" name="Freeform 43458">
                <a:extLst>
                  <a:ext uri="{FF2B5EF4-FFF2-40B4-BE49-F238E27FC236}">
                    <a16:creationId xmlns:a16="http://schemas.microsoft.com/office/drawing/2014/main" id="{A24BA8ED-A80D-6363-55E9-61D96D3B2C3E}"/>
                  </a:ext>
                </a:extLst>
              </p:cNvPr>
              <p:cNvSpPr/>
              <p:nvPr/>
            </p:nvSpPr>
            <p:spPr>
              <a:xfrm>
                <a:off x="8435034" y="3140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0" name="Freeform 43459">
                <a:extLst>
                  <a:ext uri="{FF2B5EF4-FFF2-40B4-BE49-F238E27FC236}">
                    <a16:creationId xmlns:a16="http://schemas.microsoft.com/office/drawing/2014/main" id="{68A54697-1EAA-D577-E1A4-6AB11BF5A53E}"/>
                  </a:ext>
                </a:extLst>
              </p:cNvPr>
              <p:cNvSpPr/>
              <p:nvPr/>
            </p:nvSpPr>
            <p:spPr>
              <a:xfrm>
                <a:off x="8435530" y="3339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1" name="Freeform 43460">
                <a:extLst>
                  <a:ext uri="{FF2B5EF4-FFF2-40B4-BE49-F238E27FC236}">
                    <a16:creationId xmlns:a16="http://schemas.microsoft.com/office/drawing/2014/main" id="{B8D674D7-6055-F231-A366-346EFCD5C073}"/>
                  </a:ext>
                </a:extLst>
              </p:cNvPr>
              <p:cNvSpPr/>
              <p:nvPr/>
            </p:nvSpPr>
            <p:spPr>
              <a:xfrm>
                <a:off x="8436027" y="3536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2" name="Freeform 43461">
                <a:extLst>
                  <a:ext uri="{FF2B5EF4-FFF2-40B4-BE49-F238E27FC236}">
                    <a16:creationId xmlns:a16="http://schemas.microsoft.com/office/drawing/2014/main" id="{C621C6AF-5F8F-8BBE-E507-2436DAB4E8CF}"/>
                  </a:ext>
                </a:extLst>
              </p:cNvPr>
              <p:cNvSpPr/>
              <p:nvPr/>
            </p:nvSpPr>
            <p:spPr>
              <a:xfrm>
                <a:off x="8436622" y="3552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3" name="Freeform 43462">
                <a:extLst>
                  <a:ext uri="{FF2B5EF4-FFF2-40B4-BE49-F238E27FC236}">
                    <a16:creationId xmlns:a16="http://schemas.microsoft.com/office/drawing/2014/main" id="{17732F75-6CB3-4992-C43E-7F7341513AD3}"/>
                  </a:ext>
                </a:extLst>
              </p:cNvPr>
              <p:cNvSpPr/>
              <p:nvPr/>
            </p:nvSpPr>
            <p:spPr>
              <a:xfrm>
                <a:off x="8437118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4" name="Freeform 43463">
                <a:extLst>
                  <a:ext uri="{FF2B5EF4-FFF2-40B4-BE49-F238E27FC236}">
                    <a16:creationId xmlns:a16="http://schemas.microsoft.com/office/drawing/2014/main" id="{EBA30FB9-D1F6-277F-3474-CBB703DCC4E8}"/>
                  </a:ext>
                </a:extLst>
              </p:cNvPr>
              <p:cNvSpPr/>
              <p:nvPr/>
            </p:nvSpPr>
            <p:spPr>
              <a:xfrm>
                <a:off x="8437614" y="3462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5" name="Freeform 43464">
                <a:extLst>
                  <a:ext uri="{FF2B5EF4-FFF2-40B4-BE49-F238E27FC236}">
                    <a16:creationId xmlns:a16="http://schemas.microsoft.com/office/drawing/2014/main" id="{765B0A60-AB13-A8A0-3B0D-405CDBC9FCFE}"/>
                  </a:ext>
                </a:extLst>
              </p:cNvPr>
              <p:cNvSpPr/>
              <p:nvPr/>
            </p:nvSpPr>
            <p:spPr>
              <a:xfrm>
                <a:off x="8438209" y="3401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6" name="Freeform 43465">
                <a:extLst>
                  <a:ext uri="{FF2B5EF4-FFF2-40B4-BE49-F238E27FC236}">
                    <a16:creationId xmlns:a16="http://schemas.microsoft.com/office/drawing/2014/main" id="{B5EDF097-D713-8DCF-5C20-CB2A976452BF}"/>
                  </a:ext>
                </a:extLst>
              </p:cNvPr>
              <p:cNvSpPr/>
              <p:nvPr/>
            </p:nvSpPr>
            <p:spPr>
              <a:xfrm>
                <a:off x="8438705" y="3341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7" name="Freeform 43466">
                <a:extLst>
                  <a:ext uri="{FF2B5EF4-FFF2-40B4-BE49-F238E27FC236}">
                    <a16:creationId xmlns:a16="http://schemas.microsoft.com/office/drawing/2014/main" id="{F659A901-2313-E5E7-9591-69F7E9EC7F29}"/>
                  </a:ext>
                </a:extLst>
              </p:cNvPr>
              <p:cNvSpPr/>
              <p:nvPr/>
            </p:nvSpPr>
            <p:spPr>
              <a:xfrm>
                <a:off x="8439202" y="3285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8" name="Freeform 43467">
                <a:extLst>
                  <a:ext uri="{FF2B5EF4-FFF2-40B4-BE49-F238E27FC236}">
                    <a16:creationId xmlns:a16="http://schemas.microsoft.com/office/drawing/2014/main" id="{6E392BC8-6F41-02FC-B186-E30A7EA44B17}"/>
                  </a:ext>
                </a:extLst>
              </p:cNvPr>
              <p:cNvSpPr/>
              <p:nvPr/>
            </p:nvSpPr>
            <p:spPr>
              <a:xfrm>
                <a:off x="8439797" y="32456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69" name="Freeform 43468">
                <a:extLst>
                  <a:ext uri="{FF2B5EF4-FFF2-40B4-BE49-F238E27FC236}">
                    <a16:creationId xmlns:a16="http://schemas.microsoft.com/office/drawing/2014/main" id="{59D6D8A6-7FA2-DAAE-46CF-854520950F60}"/>
                  </a:ext>
                </a:extLst>
              </p:cNvPr>
              <p:cNvSpPr/>
              <p:nvPr/>
            </p:nvSpPr>
            <p:spPr>
              <a:xfrm>
                <a:off x="8440293" y="32595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0" name="Freeform 43469">
                <a:extLst>
                  <a:ext uri="{FF2B5EF4-FFF2-40B4-BE49-F238E27FC236}">
                    <a16:creationId xmlns:a16="http://schemas.microsoft.com/office/drawing/2014/main" id="{6C1289D1-DC92-84B2-090E-BFE1524F6FBB}"/>
                  </a:ext>
                </a:extLst>
              </p:cNvPr>
              <p:cNvSpPr/>
              <p:nvPr/>
            </p:nvSpPr>
            <p:spPr>
              <a:xfrm>
                <a:off x="8440789" y="3322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1" name="Freeform 43470">
                <a:extLst>
                  <a:ext uri="{FF2B5EF4-FFF2-40B4-BE49-F238E27FC236}">
                    <a16:creationId xmlns:a16="http://schemas.microsoft.com/office/drawing/2014/main" id="{DFD92EFA-D84E-D512-C6E0-4F2A87E6DC3B}"/>
                  </a:ext>
                </a:extLst>
              </p:cNvPr>
              <p:cNvSpPr/>
              <p:nvPr/>
            </p:nvSpPr>
            <p:spPr>
              <a:xfrm>
                <a:off x="8441384" y="33644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2" name="Freeform 43471">
                <a:extLst>
                  <a:ext uri="{FF2B5EF4-FFF2-40B4-BE49-F238E27FC236}">
                    <a16:creationId xmlns:a16="http://schemas.microsoft.com/office/drawing/2014/main" id="{93BB19D9-E13B-96B2-7A34-A8D658BFD743}"/>
                  </a:ext>
                </a:extLst>
              </p:cNvPr>
              <p:cNvSpPr/>
              <p:nvPr/>
            </p:nvSpPr>
            <p:spPr>
              <a:xfrm>
                <a:off x="8441880" y="3346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3" name="Freeform 43472">
                <a:extLst>
                  <a:ext uri="{FF2B5EF4-FFF2-40B4-BE49-F238E27FC236}">
                    <a16:creationId xmlns:a16="http://schemas.microsoft.com/office/drawing/2014/main" id="{D20D2B8D-1F91-8BBB-2E83-12DF55FD312E}"/>
                  </a:ext>
                </a:extLst>
              </p:cNvPr>
              <p:cNvSpPr/>
              <p:nvPr/>
            </p:nvSpPr>
            <p:spPr>
              <a:xfrm>
                <a:off x="8442377" y="3333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4" name="Freeform 43473">
                <a:extLst>
                  <a:ext uri="{FF2B5EF4-FFF2-40B4-BE49-F238E27FC236}">
                    <a16:creationId xmlns:a16="http://schemas.microsoft.com/office/drawing/2014/main" id="{F3FB2CD9-72C9-0C86-F8A7-A5A2786961A9}"/>
                  </a:ext>
                </a:extLst>
              </p:cNvPr>
              <p:cNvSpPr/>
              <p:nvPr/>
            </p:nvSpPr>
            <p:spPr>
              <a:xfrm>
                <a:off x="8442972" y="3337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5" name="Freeform 43474">
                <a:extLst>
                  <a:ext uri="{FF2B5EF4-FFF2-40B4-BE49-F238E27FC236}">
                    <a16:creationId xmlns:a16="http://schemas.microsoft.com/office/drawing/2014/main" id="{67A92115-CDC5-432E-9544-92B32BAE267F}"/>
                  </a:ext>
                </a:extLst>
              </p:cNvPr>
              <p:cNvSpPr/>
              <p:nvPr/>
            </p:nvSpPr>
            <p:spPr>
              <a:xfrm>
                <a:off x="8443468" y="3289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6" name="Freeform 43475">
                <a:extLst>
                  <a:ext uri="{FF2B5EF4-FFF2-40B4-BE49-F238E27FC236}">
                    <a16:creationId xmlns:a16="http://schemas.microsoft.com/office/drawing/2014/main" id="{C794CDAE-02FB-9C69-D236-F60719D7E93F}"/>
                  </a:ext>
                </a:extLst>
              </p:cNvPr>
              <p:cNvSpPr/>
              <p:nvPr/>
            </p:nvSpPr>
            <p:spPr>
              <a:xfrm>
                <a:off x="8443964" y="32300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7" name="Freeform 43476">
                <a:extLst>
                  <a:ext uri="{FF2B5EF4-FFF2-40B4-BE49-F238E27FC236}">
                    <a16:creationId xmlns:a16="http://schemas.microsoft.com/office/drawing/2014/main" id="{DE7EABA1-894E-E84B-9628-E0B3F23DC941}"/>
                  </a:ext>
                </a:extLst>
              </p:cNvPr>
              <p:cNvSpPr/>
              <p:nvPr/>
            </p:nvSpPr>
            <p:spPr>
              <a:xfrm>
                <a:off x="8444559" y="31472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8" name="Freeform 43477">
                <a:extLst>
                  <a:ext uri="{FF2B5EF4-FFF2-40B4-BE49-F238E27FC236}">
                    <a16:creationId xmlns:a16="http://schemas.microsoft.com/office/drawing/2014/main" id="{1ED53637-A13F-8ED2-2619-3E5B61F9AB8E}"/>
                  </a:ext>
                </a:extLst>
              </p:cNvPr>
              <p:cNvSpPr/>
              <p:nvPr/>
            </p:nvSpPr>
            <p:spPr>
              <a:xfrm>
                <a:off x="8445055" y="3131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79" name="Freeform 43478">
                <a:extLst>
                  <a:ext uri="{FF2B5EF4-FFF2-40B4-BE49-F238E27FC236}">
                    <a16:creationId xmlns:a16="http://schemas.microsoft.com/office/drawing/2014/main" id="{26C3EBA8-9F2D-B38C-C0B6-5FCD664D6DE3}"/>
                  </a:ext>
                </a:extLst>
              </p:cNvPr>
              <p:cNvSpPr/>
              <p:nvPr/>
            </p:nvSpPr>
            <p:spPr>
              <a:xfrm>
                <a:off x="8445552" y="31255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0" name="Freeform 43479">
                <a:extLst>
                  <a:ext uri="{FF2B5EF4-FFF2-40B4-BE49-F238E27FC236}">
                    <a16:creationId xmlns:a16="http://schemas.microsoft.com/office/drawing/2014/main" id="{A7662360-C98B-FF36-BA98-AD675A35C6C0}"/>
                  </a:ext>
                </a:extLst>
              </p:cNvPr>
              <p:cNvSpPr/>
              <p:nvPr/>
            </p:nvSpPr>
            <p:spPr>
              <a:xfrm>
                <a:off x="8446147" y="31149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1" name="Freeform 43480">
                <a:extLst>
                  <a:ext uri="{FF2B5EF4-FFF2-40B4-BE49-F238E27FC236}">
                    <a16:creationId xmlns:a16="http://schemas.microsoft.com/office/drawing/2014/main" id="{820B7ED8-8EEA-663E-EAB1-60F2F64AFF20}"/>
                  </a:ext>
                </a:extLst>
              </p:cNvPr>
              <p:cNvSpPr/>
              <p:nvPr/>
            </p:nvSpPr>
            <p:spPr>
              <a:xfrm>
                <a:off x="8446643" y="3155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2" name="Freeform 43481">
                <a:extLst>
                  <a:ext uri="{FF2B5EF4-FFF2-40B4-BE49-F238E27FC236}">
                    <a16:creationId xmlns:a16="http://schemas.microsoft.com/office/drawing/2014/main" id="{410A686C-E742-3D16-1A79-DF921AE8F6FF}"/>
                  </a:ext>
                </a:extLst>
              </p:cNvPr>
              <p:cNvSpPr/>
              <p:nvPr/>
            </p:nvSpPr>
            <p:spPr>
              <a:xfrm>
                <a:off x="8447139" y="32383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3" name="Freeform 43482">
                <a:extLst>
                  <a:ext uri="{FF2B5EF4-FFF2-40B4-BE49-F238E27FC236}">
                    <a16:creationId xmlns:a16="http://schemas.microsoft.com/office/drawing/2014/main" id="{A77D238E-0EF5-522B-70C3-14EC67D4657C}"/>
                  </a:ext>
                </a:extLst>
              </p:cNvPr>
              <p:cNvSpPr/>
              <p:nvPr/>
            </p:nvSpPr>
            <p:spPr>
              <a:xfrm>
                <a:off x="8447635" y="3270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4" name="Freeform 43483">
                <a:extLst>
                  <a:ext uri="{FF2B5EF4-FFF2-40B4-BE49-F238E27FC236}">
                    <a16:creationId xmlns:a16="http://schemas.microsoft.com/office/drawing/2014/main" id="{3794CC19-C159-1860-94D9-9D042544243B}"/>
                  </a:ext>
                </a:extLst>
              </p:cNvPr>
              <p:cNvSpPr/>
              <p:nvPr/>
            </p:nvSpPr>
            <p:spPr>
              <a:xfrm>
                <a:off x="8448230" y="3476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5" name="Freeform 43484">
                <a:extLst>
                  <a:ext uri="{FF2B5EF4-FFF2-40B4-BE49-F238E27FC236}">
                    <a16:creationId xmlns:a16="http://schemas.microsoft.com/office/drawing/2014/main" id="{06B0C0E6-9CC4-8F3E-E6BE-D97E6D7EA9B2}"/>
                  </a:ext>
                </a:extLst>
              </p:cNvPr>
              <p:cNvSpPr/>
              <p:nvPr/>
            </p:nvSpPr>
            <p:spPr>
              <a:xfrm>
                <a:off x="8448727" y="3599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6" name="Freeform 43485">
                <a:extLst>
                  <a:ext uri="{FF2B5EF4-FFF2-40B4-BE49-F238E27FC236}">
                    <a16:creationId xmlns:a16="http://schemas.microsoft.com/office/drawing/2014/main" id="{C8065BA2-6C7E-1C01-CF3A-01BFCE581938}"/>
                  </a:ext>
                </a:extLst>
              </p:cNvPr>
              <p:cNvSpPr/>
              <p:nvPr/>
            </p:nvSpPr>
            <p:spPr>
              <a:xfrm>
                <a:off x="8449223" y="3630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7" name="Freeform 43486">
                <a:extLst>
                  <a:ext uri="{FF2B5EF4-FFF2-40B4-BE49-F238E27FC236}">
                    <a16:creationId xmlns:a16="http://schemas.microsoft.com/office/drawing/2014/main" id="{01AAA9C9-5732-7F1F-BB24-10C51B6D54BF}"/>
                  </a:ext>
                </a:extLst>
              </p:cNvPr>
              <p:cNvSpPr/>
              <p:nvPr/>
            </p:nvSpPr>
            <p:spPr>
              <a:xfrm>
                <a:off x="8449818" y="3630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8" name="Freeform 43487">
                <a:extLst>
                  <a:ext uri="{FF2B5EF4-FFF2-40B4-BE49-F238E27FC236}">
                    <a16:creationId xmlns:a16="http://schemas.microsoft.com/office/drawing/2014/main" id="{34595C40-476C-37AA-ECE5-60CE03AE9FFD}"/>
                  </a:ext>
                </a:extLst>
              </p:cNvPr>
              <p:cNvSpPr/>
              <p:nvPr/>
            </p:nvSpPr>
            <p:spPr>
              <a:xfrm>
                <a:off x="8450314" y="358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89" name="Freeform 43488">
                <a:extLst>
                  <a:ext uri="{FF2B5EF4-FFF2-40B4-BE49-F238E27FC236}">
                    <a16:creationId xmlns:a16="http://schemas.microsoft.com/office/drawing/2014/main" id="{39DC47EF-AE75-853A-102C-9B01FFC7C465}"/>
                  </a:ext>
                </a:extLst>
              </p:cNvPr>
              <p:cNvSpPr/>
              <p:nvPr/>
            </p:nvSpPr>
            <p:spPr>
              <a:xfrm>
                <a:off x="8450810" y="3571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0" name="Freeform 43489">
                <a:extLst>
                  <a:ext uri="{FF2B5EF4-FFF2-40B4-BE49-F238E27FC236}">
                    <a16:creationId xmlns:a16="http://schemas.microsoft.com/office/drawing/2014/main" id="{6E1992F5-37FA-7E0C-DF23-DA8C6BC92404}"/>
                  </a:ext>
                </a:extLst>
              </p:cNvPr>
              <p:cNvSpPr/>
              <p:nvPr/>
            </p:nvSpPr>
            <p:spPr>
              <a:xfrm>
                <a:off x="8451405" y="3545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1" name="Freeform 43490">
                <a:extLst>
                  <a:ext uri="{FF2B5EF4-FFF2-40B4-BE49-F238E27FC236}">
                    <a16:creationId xmlns:a16="http://schemas.microsoft.com/office/drawing/2014/main" id="{D76C417F-7F8C-B1C5-3EC1-70C00BFA062C}"/>
                  </a:ext>
                </a:extLst>
              </p:cNvPr>
              <p:cNvSpPr/>
              <p:nvPr/>
            </p:nvSpPr>
            <p:spPr>
              <a:xfrm>
                <a:off x="8451902" y="3516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2" name="Freeform 43491">
                <a:extLst>
                  <a:ext uri="{FF2B5EF4-FFF2-40B4-BE49-F238E27FC236}">
                    <a16:creationId xmlns:a16="http://schemas.microsoft.com/office/drawing/2014/main" id="{0D49CCF4-0E54-68E9-F427-697EA7FE15A2}"/>
                  </a:ext>
                </a:extLst>
              </p:cNvPr>
              <p:cNvSpPr/>
              <p:nvPr/>
            </p:nvSpPr>
            <p:spPr>
              <a:xfrm>
                <a:off x="8452398" y="3408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3" name="Freeform 43492">
                <a:extLst>
                  <a:ext uri="{FF2B5EF4-FFF2-40B4-BE49-F238E27FC236}">
                    <a16:creationId xmlns:a16="http://schemas.microsoft.com/office/drawing/2014/main" id="{3302B8CE-48EF-C416-E327-420790D2C0BC}"/>
                  </a:ext>
                </a:extLst>
              </p:cNvPr>
              <p:cNvSpPr/>
              <p:nvPr/>
            </p:nvSpPr>
            <p:spPr>
              <a:xfrm>
                <a:off x="8452993" y="3370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4" name="Freeform 43493">
                <a:extLst>
                  <a:ext uri="{FF2B5EF4-FFF2-40B4-BE49-F238E27FC236}">
                    <a16:creationId xmlns:a16="http://schemas.microsoft.com/office/drawing/2014/main" id="{41B5E2B4-A3FE-2CF8-92DA-7A22BF6BFBD2}"/>
                  </a:ext>
                </a:extLst>
              </p:cNvPr>
              <p:cNvSpPr/>
              <p:nvPr/>
            </p:nvSpPr>
            <p:spPr>
              <a:xfrm>
                <a:off x="8453489" y="3411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5" name="Freeform 43494">
                <a:extLst>
                  <a:ext uri="{FF2B5EF4-FFF2-40B4-BE49-F238E27FC236}">
                    <a16:creationId xmlns:a16="http://schemas.microsoft.com/office/drawing/2014/main" id="{32D7C273-734B-67E1-12FA-1E7E7F710730}"/>
                  </a:ext>
                </a:extLst>
              </p:cNvPr>
              <p:cNvSpPr/>
              <p:nvPr/>
            </p:nvSpPr>
            <p:spPr>
              <a:xfrm>
                <a:off x="8453985" y="3418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6" name="Freeform 43495">
                <a:extLst>
                  <a:ext uri="{FF2B5EF4-FFF2-40B4-BE49-F238E27FC236}">
                    <a16:creationId xmlns:a16="http://schemas.microsoft.com/office/drawing/2014/main" id="{D48E56DF-8CA2-06C8-71C4-98F5928CEF2D}"/>
                  </a:ext>
                </a:extLst>
              </p:cNvPr>
              <p:cNvSpPr/>
              <p:nvPr/>
            </p:nvSpPr>
            <p:spPr>
              <a:xfrm>
                <a:off x="8454580" y="3406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7" name="Freeform 43496">
                <a:extLst>
                  <a:ext uri="{FF2B5EF4-FFF2-40B4-BE49-F238E27FC236}">
                    <a16:creationId xmlns:a16="http://schemas.microsoft.com/office/drawing/2014/main" id="{BAE5C244-4C52-502C-8367-A4EB4456BE4D}"/>
                  </a:ext>
                </a:extLst>
              </p:cNvPr>
              <p:cNvSpPr/>
              <p:nvPr/>
            </p:nvSpPr>
            <p:spPr>
              <a:xfrm>
                <a:off x="8455077" y="3398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8" name="Freeform 43497">
                <a:extLst>
                  <a:ext uri="{FF2B5EF4-FFF2-40B4-BE49-F238E27FC236}">
                    <a16:creationId xmlns:a16="http://schemas.microsoft.com/office/drawing/2014/main" id="{83E80EA0-580C-7952-D40A-68CA12F1F33C}"/>
                  </a:ext>
                </a:extLst>
              </p:cNvPr>
              <p:cNvSpPr/>
              <p:nvPr/>
            </p:nvSpPr>
            <p:spPr>
              <a:xfrm>
                <a:off x="8455573" y="3392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99" name="Freeform 43498">
                <a:extLst>
                  <a:ext uri="{FF2B5EF4-FFF2-40B4-BE49-F238E27FC236}">
                    <a16:creationId xmlns:a16="http://schemas.microsoft.com/office/drawing/2014/main" id="{585B7704-E3E7-C3D2-CA2F-9CB6A42BA5EC}"/>
                  </a:ext>
                </a:extLst>
              </p:cNvPr>
              <p:cNvSpPr/>
              <p:nvPr/>
            </p:nvSpPr>
            <p:spPr>
              <a:xfrm>
                <a:off x="8456168" y="3392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0" name="Freeform 43499">
                <a:extLst>
                  <a:ext uri="{FF2B5EF4-FFF2-40B4-BE49-F238E27FC236}">
                    <a16:creationId xmlns:a16="http://schemas.microsoft.com/office/drawing/2014/main" id="{3BF1011B-09DC-4D96-9628-446438860D06}"/>
                  </a:ext>
                </a:extLst>
              </p:cNvPr>
              <p:cNvSpPr/>
              <p:nvPr/>
            </p:nvSpPr>
            <p:spPr>
              <a:xfrm>
                <a:off x="8456664" y="3336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1" name="Freeform 43500">
                <a:extLst>
                  <a:ext uri="{FF2B5EF4-FFF2-40B4-BE49-F238E27FC236}">
                    <a16:creationId xmlns:a16="http://schemas.microsoft.com/office/drawing/2014/main" id="{4D991DAC-9C04-E05B-7CA3-DB654A4B8C63}"/>
                  </a:ext>
                </a:extLst>
              </p:cNvPr>
              <p:cNvSpPr/>
              <p:nvPr/>
            </p:nvSpPr>
            <p:spPr>
              <a:xfrm>
                <a:off x="8457160" y="3293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2" name="Freeform 43501">
                <a:extLst>
                  <a:ext uri="{FF2B5EF4-FFF2-40B4-BE49-F238E27FC236}">
                    <a16:creationId xmlns:a16="http://schemas.microsoft.com/office/drawing/2014/main" id="{3294A128-7660-8470-5303-13EE01BDE1B0}"/>
                  </a:ext>
                </a:extLst>
              </p:cNvPr>
              <p:cNvSpPr/>
              <p:nvPr/>
            </p:nvSpPr>
            <p:spPr>
              <a:xfrm>
                <a:off x="8457755" y="3338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3" name="Freeform 43502">
                <a:extLst>
                  <a:ext uri="{FF2B5EF4-FFF2-40B4-BE49-F238E27FC236}">
                    <a16:creationId xmlns:a16="http://schemas.microsoft.com/office/drawing/2014/main" id="{FC3EE9B6-14DE-8C0C-B414-1DFB90D60364}"/>
                  </a:ext>
                </a:extLst>
              </p:cNvPr>
              <p:cNvSpPr/>
              <p:nvPr/>
            </p:nvSpPr>
            <p:spPr>
              <a:xfrm>
                <a:off x="8458252" y="3381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4" name="Freeform 43503">
                <a:extLst>
                  <a:ext uri="{FF2B5EF4-FFF2-40B4-BE49-F238E27FC236}">
                    <a16:creationId xmlns:a16="http://schemas.microsoft.com/office/drawing/2014/main" id="{D2C80B42-C60F-A262-0F60-440F4E71145D}"/>
                  </a:ext>
                </a:extLst>
              </p:cNvPr>
              <p:cNvSpPr/>
              <p:nvPr/>
            </p:nvSpPr>
            <p:spPr>
              <a:xfrm>
                <a:off x="8458748" y="3407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5" name="Freeform 43504">
                <a:extLst>
                  <a:ext uri="{FF2B5EF4-FFF2-40B4-BE49-F238E27FC236}">
                    <a16:creationId xmlns:a16="http://schemas.microsoft.com/office/drawing/2014/main" id="{F32F5D43-D686-1B13-6AE0-0743BCB423FF}"/>
                  </a:ext>
                </a:extLst>
              </p:cNvPr>
              <p:cNvSpPr/>
              <p:nvPr/>
            </p:nvSpPr>
            <p:spPr>
              <a:xfrm>
                <a:off x="8459244" y="34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6" name="Freeform 43505">
                <a:extLst>
                  <a:ext uri="{FF2B5EF4-FFF2-40B4-BE49-F238E27FC236}">
                    <a16:creationId xmlns:a16="http://schemas.microsoft.com/office/drawing/2014/main" id="{E25B8091-198D-3805-2694-9ABCE59B3BC1}"/>
                  </a:ext>
                </a:extLst>
              </p:cNvPr>
              <p:cNvSpPr/>
              <p:nvPr/>
            </p:nvSpPr>
            <p:spPr>
              <a:xfrm>
                <a:off x="8459839" y="3409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7" name="Freeform 43506">
                <a:extLst>
                  <a:ext uri="{FF2B5EF4-FFF2-40B4-BE49-F238E27FC236}">
                    <a16:creationId xmlns:a16="http://schemas.microsoft.com/office/drawing/2014/main" id="{262DA577-9805-40ED-EFA8-B0614922F22D}"/>
                  </a:ext>
                </a:extLst>
              </p:cNvPr>
              <p:cNvSpPr/>
              <p:nvPr/>
            </p:nvSpPr>
            <p:spPr>
              <a:xfrm>
                <a:off x="8460335" y="3397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8" name="Freeform 43507">
                <a:extLst>
                  <a:ext uri="{FF2B5EF4-FFF2-40B4-BE49-F238E27FC236}">
                    <a16:creationId xmlns:a16="http://schemas.microsoft.com/office/drawing/2014/main" id="{B7FD2401-7B14-99A3-9394-6C581DC98F5C}"/>
                  </a:ext>
                </a:extLst>
              </p:cNvPr>
              <p:cNvSpPr/>
              <p:nvPr/>
            </p:nvSpPr>
            <p:spPr>
              <a:xfrm>
                <a:off x="8460831" y="3578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09" name="Freeform 43508">
                <a:extLst>
                  <a:ext uri="{FF2B5EF4-FFF2-40B4-BE49-F238E27FC236}">
                    <a16:creationId xmlns:a16="http://schemas.microsoft.com/office/drawing/2014/main" id="{3E3A59FF-1270-63AF-9DB5-C2A16585C887}"/>
                  </a:ext>
                </a:extLst>
              </p:cNvPr>
              <p:cNvSpPr/>
              <p:nvPr/>
            </p:nvSpPr>
            <p:spPr>
              <a:xfrm>
                <a:off x="8461427" y="3694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0" name="Freeform 43509">
                <a:extLst>
                  <a:ext uri="{FF2B5EF4-FFF2-40B4-BE49-F238E27FC236}">
                    <a16:creationId xmlns:a16="http://schemas.microsoft.com/office/drawing/2014/main" id="{198BD757-5A27-B0F3-95A3-90E3BD16A0F1}"/>
                  </a:ext>
                </a:extLst>
              </p:cNvPr>
              <p:cNvSpPr/>
              <p:nvPr/>
            </p:nvSpPr>
            <p:spPr>
              <a:xfrm>
                <a:off x="8461923" y="3746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1" name="Freeform 43510">
                <a:extLst>
                  <a:ext uri="{FF2B5EF4-FFF2-40B4-BE49-F238E27FC236}">
                    <a16:creationId xmlns:a16="http://schemas.microsoft.com/office/drawing/2014/main" id="{13BCDDA0-615C-E99C-557C-0B0292B59FEC}"/>
                  </a:ext>
                </a:extLst>
              </p:cNvPr>
              <p:cNvSpPr/>
              <p:nvPr/>
            </p:nvSpPr>
            <p:spPr>
              <a:xfrm>
                <a:off x="8462419" y="3751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2" name="Freeform 43511">
                <a:extLst>
                  <a:ext uri="{FF2B5EF4-FFF2-40B4-BE49-F238E27FC236}">
                    <a16:creationId xmlns:a16="http://schemas.microsoft.com/office/drawing/2014/main" id="{77390F84-383D-811D-14E9-AA46697AC670}"/>
                  </a:ext>
                </a:extLst>
              </p:cNvPr>
              <p:cNvSpPr/>
              <p:nvPr/>
            </p:nvSpPr>
            <p:spPr>
              <a:xfrm>
                <a:off x="8463014" y="3752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3" name="Freeform 43512">
                <a:extLst>
                  <a:ext uri="{FF2B5EF4-FFF2-40B4-BE49-F238E27FC236}">
                    <a16:creationId xmlns:a16="http://schemas.microsoft.com/office/drawing/2014/main" id="{E33BC62C-A9F2-A8A9-A2BC-529727D5C250}"/>
                  </a:ext>
                </a:extLst>
              </p:cNvPr>
              <p:cNvSpPr/>
              <p:nvPr/>
            </p:nvSpPr>
            <p:spPr>
              <a:xfrm>
                <a:off x="8463510" y="3736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4" name="Freeform 43513">
                <a:extLst>
                  <a:ext uri="{FF2B5EF4-FFF2-40B4-BE49-F238E27FC236}">
                    <a16:creationId xmlns:a16="http://schemas.microsoft.com/office/drawing/2014/main" id="{1EFD1C85-E6C9-05CF-F247-C01220E729CE}"/>
                  </a:ext>
                </a:extLst>
              </p:cNvPr>
              <p:cNvSpPr/>
              <p:nvPr/>
            </p:nvSpPr>
            <p:spPr>
              <a:xfrm>
                <a:off x="8464006" y="3755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5" name="Freeform 43514">
                <a:extLst>
                  <a:ext uri="{FF2B5EF4-FFF2-40B4-BE49-F238E27FC236}">
                    <a16:creationId xmlns:a16="http://schemas.microsoft.com/office/drawing/2014/main" id="{CF4B4B09-FFC5-4A07-6A34-3639654B30B9}"/>
                  </a:ext>
                </a:extLst>
              </p:cNvPr>
              <p:cNvSpPr/>
              <p:nvPr/>
            </p:nvSpPr>
            <p:spPr>
              <a:xfrm>
                <a:off x="8464602" y="3688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6" name="Freeform 43515">
                <a:extLst>
                  <a:ext uri="{FF2B5EF4-FFF2-40B4-BE49-F238E27FC236}">
                    <a16:creationId xmlns:a16="http://schemas.microsoft.com/office/drawing/2014/main" id="{90A482B8-9188-AD3D-84C4-897FBD47B699}"/>
                  </a:ext>
                </a:extLst>
              </p:cNvPr>
              <p:cNvSpPr/>
              <p:nvPr/>
            </p:nvSpPr>
            <p:spPr>
              <a:xfrm>
                <a:off x="8465098" y="3501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7" name="Freeform 43516">
                <a:extLst>
                  <a:ext uri="{FF2B5EF4-FFF2-40B4-BE49-F238E27FC236}">
                    <a16:creationId xmlns:a16="http://schemas.microsoft.com/office/drawing/2014/main" id="{3FFE15C0-50EA-0D05-F102-39766A3C0E91}"/>
                  </a:ext>
                </a:extLst>
              </p:cNvPr>
              <p:cNvSpPr/>
              <p:nvPr/>
            </p:nvSpPr>
            <p:spPr>
              <a:xfrm>
                <a:off x="8465594" y="3537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8" name="Freeform 43517">
                <a:extLst>
                  <a:ext uri="{FF2B5EF4-FFF2-40B4-BE49-F238E27FC236}">
                    <a16:creationId xmlns:a16="http://schemas.microsoft.com/office/drawing/2014/main" id="{445B30C2-38BC-8453-0573-F9647A9AE477}"/>
                  </a:ext>
                </a:extLst>
              </p:cNvPr>
              <p:cNvSpPr/>
              <p:nvPr/>
            </p:nvSpPr>
            <p:spPr>
              <a:xfrm>
                <a:off x="8466189" y="3555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19" name="Freeform 43518">
                <a:extLst>
                  <a:ext uri="{FF2B5EF4-FFF2-40B4-BE49-F238E27FC236}">
                    <a16:creationId xmlns:a16="http://schemas.microsoft.com/office/drawing/2014/main" id="{B1ED9DCB-D88B-7461-C15E-B9B60FCA2F2C}"/>
                  </a:ext>
                </a:extLst>
              </p:cNvPr>
              <p:cNvSpPr/>
              <p:nvPr/>
            </p:nvSpPr>
            <p:spPr>
              <a:xfrm>
                <a:off x="8466685" y="3567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0" name="Freeform 43519">
                <a:extLst>
                  <a:ext uri="{FF2B5EF4-FFF2-40B4-BE49-F238E27FC236}">
                    <a16:creationId xmlns:a16="http://schemas.microsoft.com/office/drawing/2014/main" id="{469A11B3-606D-88F2-1D9E-1FACF9573DD1}"/>
                  </a:ext>
                </a:extLst>
              </p:cNvPr>
              <p:cNvSpPr/>
              <p:nvPr/>
            </p:nvSpPr>
            <p:spPr>
              <a:xfrm>
                <a:off x="8467181" y="3538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1" name="Freeform 43520">
                <a:extLst>
                  <a:ext uri="{FF2B5EF4-FFF2-40B4-BE49-F238E27FC236}">
                    <a16:creationId xmlns:a16="http://schemas.microsoft.com/office/drawing/2014/main" id="{1B0415DD-B0C9-0817-8DFE-32D5FC041814}"/>
                  </a:ext>
                </a:extLst>
              </p:cNvPr>
              <p:cNvSpPr/>
              <p:nvPr/>
            </p:nvSpPr>
            <p:spPr>
              <a:xfrm>
                <a:off x="8467777" y="3554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2" name="Freeform 43521">
                <a:extLst>
                  <a:ext uri="{FF2B5EF4-FFF2-40B4-BE49-F238E27FC236}">
                    <a16:creationId xmlns:a16="http://schemas.microsoft.com/office/drawing/2014/main" id="{B43A91C9-E948-BC43-6D47-35965610DAF4}"/>
                  </a:ext>
                </a:extLst>
              </p:cNvPr>
              <p:cNvSpPr/>
              <p:nvPr/>
            </p:nvSpPr>
            <p:spPr>
              <a:xfrm>
                <a:off x="8468273" y="3534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3" name="Freeform 43522">
                <a:extLst>
                  <a:ext uri="{FF2B5EF4-FFF2-40B4-BE49-F238E27FC236}">
                    <a16:creationId xmlns:a16="http://schemas.microsoft.com/office/drawing/2014/main" id="{C6520CFF-2E52-4736-9090-0E6325D60F93}"/>
                  </a:ext>
                </a:extLst>
              </p:cNvPr>
              <p:cNvSpPr/>
              <p:nvPr/>
            </p:nvSpPr>
            <p:spPr>
              <a:xfrm>
                <a:off x="8468769" y="3510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4" name="Freeform 43523">
                <a:extLst>
                  <a:ext uri="{FF2B5EF4-FFF2-40B4-BE49-F238E27FC236}">
                    <a16:creationId xmlns:a16="http://schemas.microsoft.com/office/drawing/2014/main" id="{AF8F49A6-22C5-E4B5-CABF-C1FFA58985FF}"/>
                  </a:ext>
                </a:extLst>
              </p:cNvPr>
              <p:cNvSpPr/>
              <p:nvPr/>
            </p:nvSpPr>
            <p:spPr>
              <a:xfrm>
                <a:off x="8469364" y="3477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5" name="Freeform 43524">
                <a:extLst>
                  <a:ext uri="{FF2B5EF4-FFF2-40B4-BE49-F238E27FC236}">
                    <a16:creationId xmlns:a16="http://schemas.microsoft.com/office/drawing/2014/main" id="{731883CB-2180-1149-0BD4-88F606BDC072}"/>
                  </a:ext>
                </a:extLst>
              </p:cNvPr>
              <p:cNvSpPr/>
              <p:nvPr/>
            </p:nvSpPr>
            <p:spPr>
              <a:xfrm>
                <a:off x="8469860" y="344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6" name="Freeform 43525">
                <a:extLst>
                  <a:ext uri="{FF2B5EF4-FFF2-40B4-BE49-F238E27FC236}">
                    <a16:creationId xmlns:a16="http://schemas.microsoft.com/office/drawing/2014/main" id="{A91F0063-9992-4C62-C992-BF04FDB5D20A}"/>
                  </a:ext>
                </a:extLst>
              </p:cNvPr>
              <p:cNvSpPr/>
              <p:nvPr/>
            </p:nvSpPr>
            <p:spPr>
              <a:xfrm>
                <a:off x="8470356" y="3422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7" name="Freeform 43526">
                <a:extLst>
                  <a:ext uri="{FF2B5EF4-FFF2-40B4-BE49-F238E27FC236}">
                    <a16:creationId xmlns:a16="http://schemas.microsoft.com/office/drawing/2014/main" id="{CA1B3FBD-D017-1740-F020-2FB7F64C204A}"/>
                  </a:ext>
                </a:extLst>
              </p:cNvPr>
              <p:cNvSpPr/>
              <p:nvPr/>
            </p:nvSpPr>
            <p:spPr>
              <a:xfrm>
                <a:off x="8470952" y="33762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8" name="Freeform 43527">
                <a:extLst>
                  <a:ext uri="{FF2B5EF4-FFF2-40B4-BE49-F238E27FC236}">
                    <a16:creationId xmlns:a16="http://schemas.microsoft.com/office/drawing/2014/main" id="{52A86499-BC3D-6E27-0B41-202106061EBD}"/>
                  </a:ext>
                </a:extLst>
              </p:cNvPr>
              <p:cNvSpPr/>
              <p:nvPr/>
            </p:nvSpPr>
            <p:spPr>
              <a:xfrm>
                <a:off x="8471448" y="3358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29" name="Freeform 43528">
                <a:extLst>
                  <a:ext uri="{FF2B5EF4-FFF2-40B4-BE49-F238E27FC236}">
                    <a16:creationId xmlns:a16="http://schemas.microsoft.com/office/drawing/2014/main" id="{5E8F03A7-83DB-E8CE-1726-981BE950AF6B}"/>
                  </a:ext>
                </a:extLst>
              </p:cNvPr>
              <p:cNvSpPr/>
              <p:nvPr/>
            </p:nvSpPr>
            <p:spPr>
              <a:xfrm>
                <a:off x="8471944" y="3344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0" name="Freeform 43529">
                <a:extLst>
                  <a:ext uri="{FF2B5EF4-FFF2-40B4-BE49-F238E27FC236}">
                    <a16:creationId xmlns:a16="http://schemas.microsoft.com/office/drawing/2014/main" id="{2FFD6C8E-F653-A774-EDAB-8994B3D4D031}"/>
                  </a:ext>
                </a:extLst>
              </p:cNvPr>
              <p:cNvSpPr/>
              <p:nvPr/>
            </p:nvSpPr>
            <p:spPr>
              <a:xfrm>
                <a:off x="8472440" y="3366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1" name="Freeform 43530">
                <a:extLst>
                  <a:ext uri="{FF2B5EF4-FFF2-40B4-BE49-F238E27FC236}">
                    <a16:creationId xmlns:a16="http://schemas.microsoft.com/office/drawing/2014/main" id="{D4879E2F-2697-245B-4A34-CFD256CFF02F}"/>
                  </a:ext>
                </a:extLst>
              </p:cNvPr>
              <p:cNvSpPr/>
              <p:nvPr/>
            </p:nvSpPr>
            <p:spPr>
              <a:xfrm>
                <a:off x="8473035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2" name="Freeform 43531">
                <a:extLst>
                  <a:ext uri="{FF2B5EF4-FFF2-40B4-BE49-F238E27FC236}">
                    <a16:creationId xmlns:a16="http://schemas.microsoft.com/office/drawing/2014/main" id="{280C6343-8A2D-0C1C-F861-C1B6BCD326C0}"/>
                  </a:ext>
                </a:extLst>
              </p:cNvPr>
              <p:cNvSpPr/>
              <p:nvPr/>
            </p:nvSpPr>
            <p:spPr>
              <a:xfrm>
                <a:off x="8473531" y="3639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3" name="Freeform 43532">
                <a:extLst>
                  <a:ext uri="{FF2B5EF4-FFF2-40B4-BE49-F238E27FC236}">
                    <a16:creationId xmlns:a16="http://schemas.microsoft.com/office/drawing/2014/main" id="{A87CD472-1B95-2A0C-B5AF-6487DF321F99}"/>
                  </a:ext>
                </a:extLst>
              </p:cNvPr>
              <p:cNvSpPr/>
              <p:nvPr/>
            </p:nvSpPr>
            <p:spPr>
              <a:xfrm>
                <a:off x="8474027" y="3758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4" name="Freeform 43533">
                <a:extLst>
                  <a:ext uri="{FF2B5EF4-FFF2-40B4-BE49-F238E27FC236}">
                    <a16:creationId xmlns:a16="http://schemas.microsoft.com/office/drawing/2014/main" id="{68056447-3864-A8A3-7316-6200F05E6433}"/>
                  </a:ext>
                </a:extLst>
              </p:cNvPr>
              <p:cNvSpPr/>
              <p:nvPr/>
            </p:nvSpPr>
            <p:spPr>
              <a:xfrm>
                <a:off x="8474623" y="3757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5" name="Freeform 43534">
                <a:extLst>
                  <a:ext uri="{FF2B5EF4-FFF2-40B4-BE49-F238E27FC236}">
                    <a16:creationId xmlns:a16="http://schemas.microsoft.com/office/drawing/2014/main" id="{A02045ED-A017-9BB2-A598-394DFD6D3E37}"/>
                  </a:ext>
                </a:extLst>
              </p:cNvPr>
              <p:cNvSpPr/>
              <p:nvPr/>
            </p:nvSpPr>
            <p:spPr>
              <a:xfrm>
                <a:off x="8475119" y="3755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6" name="Freeform 43535">
                <a:extLst>
                  <a:ext uri="{FF2B5EF4-FFF2-40B4-BE49-F238E27FC236}">
                    <a16:creationId xmlns:a16="http://schemas.microsoft.com/office/drawing/2014/main" id="{51CA9A79-8724-D70B-F0D5-3DDC4B676DB0}"/>
                  </a:ext>
                </a:extLst>
              </p:cNvPr>
              <p:cNvSpPr/>
              <p:nvPr/>
            </p:nvSpPr>
            <p:spPr>
              <a:xfrm>
                <a:off x="8475615" y="3732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7" name="Freeform 43536">
                <a:extLst>
                  <a:ext uri="{FF2B5EF4-FFF2-40B4-BE49-F238E27FC236}">
                    <a16:creationId xmlns:a16="http://schemas.microsoft.com/office/drawing/2014/main" id="{14CE924A-9879-A654-87CB-BE7C5689AAAC}"/>
                  </a:ext>
                </a:extLst>
              </p:cNvPr>
              <p:cNvSpPr/>
              <p:nvPr/>
            </p:nvSpPr>
            <p:spPr>
              <a:xfrm>
                <a:off x="8476210" y="3719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8" name="Freeform 43537">
                <a:extLst>
                  <a:ext uri="{FF2B5EF4-FFF2-40B4-BE49-F238E27FC236}">
                    <a16:creationId xmlns:a16="http://schemas.microsoft.com/office/drawing/2014/main" id="{C1EC88EF-0E82-699B-CEC3-32434976F89C}"/>
                  </a:ext>
                </a:extLst>
              </p:cNvPr>
              <p:cNvSpPr/>
              <p:nvPr/>
            </p:nvSpPr>
            <p:spPr>
              <a:xfrm>
                <a:off x="8476706" y="3727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39" name="Freeform 43538">
                <a:extLst>
                  <a:ext uri="{FF2B5EF4-FFF2-40B4-BE49-F238E27FC236}">
                    <a16:creationId xmlns:a16="http://schemas.microsoft.com/office/drawing/2014/main" id="{344FDA72-AE76-CCE4-0820-7A171C4C835A}"/>
                  </a:ext>
                </a:extLst>
              </p:cNvPr>
              <p:cNvSpPr/>
              <p:nvPr/>
            </p:nvSpPr>
            <p:spPr>
              <a:xfrm>
                <a:off x="8477202" y="3740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0" name="Freeform 43539">
                <a:extLst>
                  <a:ext uri="{FF2B5EF4-FFF2-40B4-BE49-F238E27FC236}">
                    <a16:creationId xmlns:a16="http://schemas.microsoft.com/office/drawing/2014/main" id="{CE7319B4-11B4-5D7A-D6A3-0EEB016376D7}"/>
                  </a:ext>
                </a:extLst>
              </p:cNvPr>
              <p:cNvSpPr/>
              <p:nvPr/>
            </p:nvSpPr>
            <p:spPr>
              <a:xfrm>
                <a:off x="8477798" y="3552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1" name="Freeform 43540">
                <a:extLst>
                  <a:ext uri="{FF2B5EF4-FFF2-40B4-BE49-F238E27FC236}">
                    <a16:creationId xmlns:a16="http://schemas.microsoft.com/office/drawing/2014/main" id="{D63C01E3-6174-60DB-A4B1-3A73A876230E}"/>
                  </a:ext>
                </a:extLst>
              </p:cNvPr>
              <p:cNvSpPr/>
              <p:nvPr/>
            </p:nvSpPr>
            <p:spPr>
              <a:xfrm>
                <a:off x="8478294" y="3508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2" name="Freeform 43541">
                <a:extLst>
                  <a:ext uri="{FF2B5EF4-FFF2-40B4-BE49-F238E27FC236}">
                    <a16:creationId xmlns:a16="http://schemas.microsoft.com/office/drawing/2014/main" id="{811F2518-7789-52BF-3A31-46F62AFB143A}"/>
                  </a:ext>
                </a:extLst>
              </p:cNvPr>
              <p:cNvSpPr/>
              <p:nvPr/>
            </p:nvSpPr>
            <p:spPr>
              <a:xfrm>
                <a:off x="8478790" y="3551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3" name="Freeform 43542">
                <a:extLst>
                  <a:ext uri="{FF2B5EF4-FFF2-40B4-BE49-F238E27FC236}">
                    <a16:creationId xmlns:a16="http://schemas.microsoft.com/office/drawing/2014/main" id="{4DA61125-1D01-5B65-BE09-D70BEC1F2AF9}"/>
                  </a:ext>
                </a:extLst>
              </p:cNvPr>
              <p:cNvSpPr/>
              <p:nvPr/>
            </p:nvSpPr>
            <p:spPr>
              <a:xfrm>
                <a:off x="8479385" y="3548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4" name="Freeform 43543">
                <a:extLst>
                  <a:ext uri="{FF2B5EF4-FFF2-40B4-BE49-F238E27FC236}">
                    <a16:creationId xmlns:a16="http://schemas.microsoft.com/office/drawing/2014/main" id="{4AC7A839-00CB-8450-6B75-0B55375E9F57}"/>
                  </a:ext>
                </a:extLst>
              </p:cNvPr>
              <p:cNvSpPr/>
              <p:nvPr/>
            </p:nvSpPr>
            <p:spPr>
              <a:xfrm>
                <a:off x="8479881" y="3565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5" name="Freeform 43544">
                <a:extLst>
                  <a:ext uri="{FF2B5EF4-FFF2-40B4-BE49-F238E27FC236}">
                    <a16:creationId xmlns:a16="http://schemas.microsoft.com/office/drawing/2014/main" id="{A23D24DB-56A9-7A44-C0CD-A9E0504D8165}"/>
                  </a:ext>
                </a:extLst>
              </p:cNvPr>
              <p:cNvSpPr/>
              <p:nvPr/>
            </p:nvSpPr>
            <p:spPr>
              <a:xfrm>
                <a:off x="8480377" y="3529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6" name="Freeform 43545">
                <a:extLst>
                  <a:ext uri="{FF2B5EF4-FFF2-40B4-BE49-F238E27FC236}">
                    <a16:creationId xmlns:a16="http://schemas.microsoft.com/office/drawing/2014/main" id="{8C2428EA-46B6-DA1E-929C-C149502384DA}"/>
                  </a:ext>
                </a:extLst>
              </p:cNvPr>
              <p:cNvSpPr/>
              <p:nvPr/>
            </p:nvSpPr>
            <p:spPr>
              <a:xfrm>
                <a:off x="8480973" y="3489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7" name="Freeform 43546">
                <a:extLst>
                  <a:ext uri="{FF2B5EF4-FFF2-40B4-BE49-F238E27FC236}">
                    <a16:creationId xmlns:a16="http://schemas.microsoft.com/office/drawing/2014/main" id="{EAEA2DB9-B7CA-BCE0-3314-9D0857067C7E}"/>
                  </a:ext>
                </a:extLst>
              </p:cNvPr>
              <p:cNvSpPr/>
              <p:nvPr/>
            </p:nvSpPr>
            <p:spPr>
              <a:xfrm>
                <a:off x="8481469" y="34423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8" name="Freeform 43547">
                <a:extLst>
                  <a:ext uri="{FF2B5EF4-FFF2-40B4-BE49-F238E27FC236}">
                    <a16:creationId xmlns:a16="http://schemas.microsoft.com/office/drawing/2014/main" id="{8B87F715-A81A-B9AB-D513-197485C4142E}"/>
                  </a:ext>
                </a:extLst>
              </p:cNvPr>
              <p:cNvSpPr/>
              <p:nvPr/>
            </p:nvSpPr>
            <p:spPr>
              <a:xfrm>
                <a:off x="8481965" y="3456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49" name="Freeform 43548">
                <a:extLst>
                  <a:ext uri="{FF2B5EF4-FFF2-40B4-BE49-F238E27FC236}">
                    <a16:creationId xmlns:a16="http://schemas.microsoft.com/office/drawing/2014/main" id="{7998FDC8-FFA3-5DB4-7884-842433CED544}"/>
                  </a:ext>
                </a:extLst>
              </p:cNvPr>
              <p:cNvSpPr/>
              <p:nvPr/>
            </p:nvSpPr>
            <p:spPr>
              <a:xfrm>
                <a:off x="8482560" y="3416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0" name="Freeform 43549">
                <a:extLst>
                  <a:ext uri="{FF2B5EF4-FFF2-40B4-BE49-F238E27FC236}">
                    <a16:creationId xmlns:a16="http://schemas.microsoft.com/office/drawing/2014/main" id="{85D7FE83-47BE-913C-374D-2A5ACDA724CA}"/>
                  </a:ext>
                </a:extLst>
              </p:cNvPr>
              <p:cNvSpPr/>
              <p:nvPr/>
            </p:nvSpPr>
            <p:spPr>
              <a:xfrm>
                <a:off x="8483056" y="3447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1" name="Freeform 43550">
                <a:extLst>
                  <a:ext uri="{FF2B5EF4-FFF2-40B4-BE49-F238E27FC236}">
                    <a16:creationId xmlns:a16="http://schemas.microsoft.com/office/drawing/2014/main" id="{74E237E5-DE5F-9DAA-F1AF-AC3502086FEB}"/>
                  </a:ext>
                </a:extLst>
              </p:cNvPr>
              <p:cNvSpPr/>
              <p:nvPr/>
            </p:nvSpPr>
            <p:spPr>
              <a:xfrm>
                <a:off x="8483552" y="3437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2" name="Freeform 43551">
                <a:extLst>
                  <a:ext uri="{FF2B5EF4-FFF2-40B4-BE49-F238E27FC236}">
                    <a16:creationId xmlns:a16="http://schemas.microsoft.com/office/drawing/2014/main" id="{E7CC6095-11B9-76BE-FE1A-50A1F460F485}"/>
                  </a:ext>
                </a:extLst>
              </p:cNvPr>
              <p:cNvSpPr/>
              <p:nvPr/>
            </p:nvSpPr>
            <p:spPr>
              <a:xfrm>
                <a:off x="8484048" y="3416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3" name="Freeform 43552">
                <a:extLst>
                  <a:ext uri="{FF2B5EF4-FFF2-40B4-BE49-F238E27FC236}">
                    <a16:creationId xmlns:a16="http://schemas.microsoft.com/office/drawing/2014/main" id="{6F6638EF-D134-852C-0FE5-770301FFBE7B}"/>
                  </a:ext>
                </a:extLst>
              </p:cNvPr>
              <p:cNvSpPr/>
              <p:nvPr/>
            </p:nvSpPr>
            <p:spPr>
              <a:xfrm>
                <a:off x="8484644" y="3414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4" name="Freeform 43553">
                <a:extLst>
                  <a:ext uri="{FF2B5EF4-FFF2-40B4-BE49-F238E27FC236}">
                    <a16:creationId xmlns:a16="http://schemas.microsoft.com/office/drawing/2014/main" id="{CC69FC4C-5B9D-D7DA-757D-29FA58BE272B}"/>
                  </a:ext>
                </a:extLst>
              </p:cNvPr>
              <p:cNvSpPr/>
              <p:nvPr/>
            </p:nvSpPr>
            <p:spPr>
              <a:xfrm>
                <a:off x="8485140" y="33623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5" name="Freeform 43554">
                <a:extLst>
                  <a:ext uri="{FF2B5EF4-FFF2-40B4-BE49-F238E27FC236}">
                    <a16:creationId xmlns:a16="http://schemas.microsoft.com/office/drawing/2014/main" id="{59D1BF43-D1CF-9D86-761E-D8D7CFA52A7D}"/>
                  </a:ext>
                </a:extLst>
              </p:cNvPr>
              <p:cNvSpPr/>
              <p:nvPr/>
            </p:nvSpPr>
            <p:spPr>
              <a:xfrm>
                <a:off x="8485636" y="3447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6" name="Freeform 43555">
                <a:extLst>
                  <a:ext uri="{FF2B5EF4-FFF2-40B4-BE49-F238E27FC236}">
                    <a16:creationId xmlns:a16="http://schemas.microsoft.com/office/drawing/2014/main" id="{0C249E8F-3BFC-EA83-10CE-4A666573FD22}"/>
                  </a:ext>
                </a:extLst>
              </p:cNvPr>
              <p:cNvSpPr/>
              <p:nvPr/>
            </p:nvSpPr>
            <p:spPr>
              <a:xfrm>
                <a:off x="8486231" y="3683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7" name="Freeform 43556">
                <a:extLst>
                  <a:ext uri="{FF2B5EF4-FFF2-40B4-BE49-F238E27FC236}">
                    <a16:creationId xmlns:a16="http://schemas.microsoft.com/office/drawing/2014/main" id="{7E40404D-EFBD-86F0-C8A4-A6C851A6A75B}"/>
                  </a:ext>
                </a:extLst>
              </p:cNvPr>
              <p:cNvSpPr/>
              <p:nvPr/>
            </p:nvSpPr>
            <p:spPr>
              <a:xfrm>
                <a:off x="8486727" y="3849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8" name="Freeform 43557">
                <a:extLst>
                  <a:ext uri="{FF2B5EF4-FFF2-40B4-BE49-F238E27FC236}">
                    <a16:creationId xmlns:a16="http://schemas.microsoft.com/office/drawing/2014/main" id="{D3A39AB4-DADD-E007-97BE-4E4CB62DF0A3}"/>
                  </a:ext>
                </a:extLst>
              </p:cNvPr>
              <p:cNvSpPr/>
              <p:nvPr/>
            </p:nvSpPr>
            <p:spPr>
              <a:xfrm>
                <a:off x="8487223" y="3813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59" name="Freeform 43558">
                <a:extLst>
                  <a:ext uri="{FF2B5EF4-FFF2-40B4-BE49-F238E27FC236}">
                    <a16:creationId xmlns:a16="http://schemas.microsoft.com/office/drawing/2014/main" id="{E471F753-9C45-C557-6120-75FF88EABFC8}"/>
                  </a:ext>
                </a:extLst>
              </p:cNvPr>
              <p:cNvSpPr/>
              <p:nvPr/>
            </p:nvSpPr>
            <p:spPr>
              <a:xfrm>
                <a:off x="8487819" y="3821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0" name="Freeform 43559">
                <a:extLst>
                  <a:ext uri="{FF2B5EF4-FFF2-40B4-BE49-F238E27FC236}">
                    <a16:creationId xmlns:a16="http://schemas.microsoft.com/office/drawing/2014/main" id="{4EE90E79-A7B5-259B-AB41-78DE779A322C}"/>
                  </a:ext>
                </a:extLst>
              </p:cNvPr>
              <p:cNvSpPr/>
              <p:nvPr/>
            </p:nvSpPr>
            <p:spPr>
              <a:xfrm>
                <a:off x="8488315" y="38194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1" name="Freeform 43560">
                <a:extLst>
                  <a:ext uri="{FF2B5EF4-FFF2-40B4-BE49-F238E27FC236}">
                    <a16:creationId xmlns:a16="http://schemas.microsoft.com/office/drawing/2014/main" id="{C71F1837-B8EB-1F86-35E6-653AC0033FC0}"/>
                  </a:ext>
                </a:extLst>
              </p:cNvPr>
              <p:cNvSpPr/>
              <p:nvPr/>
            </p:nvSpPr>
            <p:spPr>
              <a:xfrm>
                <a:off x="8488811" y="380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2" name="Freeform 43561">
                <a:extLst>
                  <a:ext uri="{FF2B5EF4-FFF2-40B4-BE49-F238E27FC236}">
                    <a16:creationId xmlns:a16="http://schemas.microsoft.com/office/drawing/2014/main" id="{31709C19-B034-7A49-B7AA-29BBC3DBA318}"/>
                  </a:ext>
                </a:extLst>
              </p:cNvPr>
              <p:cNvSpPr/>
              <p:nvPr/>
            </p:nvSpPr>
            <p:spPr>
              <a:xfrm>
                <a:off x="8489406" y="38476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3" name="Freeform 43562">
                <a:extLst>
                  <a:ext uri="{FF2B5EF4-FFF2-40B4-BE49-F238E27FC236}">
                    <a16:creationId xmlns:a16="http://schemas.microsoft.com/office/drawing/2014/main" id="{5A1FFE2F-30C6-FA9A-F711-3C4A4E3F9E87}"/>
                  </a:ext>
                </a:extLst>
              </p:cNvPr>
              <p:cNvSpPr/>
              <p:nvPr/>
            </p:nvSpPr>
            <p:spPr>
              <a:xfrm>
                <a:off x="8489902" y="38369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4" name="Freeform 43563">
                <a:extLst>
                  <a:ext uri="{FF2B5EF4-FFF2-40B4-BE49-F238E27FC236}">
                    <a16:creationId xmlns:a16="http://schemas.microsoft.com/office/drawing/2014/main" id="{67A42EAA-CD91-8A11-FED5-B45FF03DA35F}"/>
                  </a:ext>
                </a:extLst>
              </p:cNvPr>
              <p:cNvSpPr/>
              <p:nvPr/>
            </p:nvSpPr>
            <p:spPr>
              <a:xfrm>
                <a:off x="8490398" y="3615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5" name="Freeform 43564">
                <a:extLst>
                  <a:ext uri="{FF2B5EF4-FFF2-40B4-BE49-F238E27FC236}">
                    <a16:creationId xmlns:a16="http://schemas.microsoft.com/office/drawing/2014/main" id="{F547528A-D3A7-3D1F-A32A-0F263AB5DD22}"/>
                  </a:ext>
                </a:extLst>
              </p:cNvPr>
              <p:cNvSpPr/>
              <p:nvPr/>
            </p:nvSpPr>
            <p:spPr>
              <a:xfrm>
                <a:off x="8490994" y="3472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6" name="Freeform 43565">
                <a:extLst>
                  <a:ext uri="{FF2B5EF4-FFF2-40B4-BE49-F238E27FC236}">
                    <a16:creationId xmlns:a16="http://schemas.microsoft.com/office/drawing/2014/main" id="{42BEAAEE-DBCC-00E8-E77E-25C39AB681E6}"/>
                  </a:ext>
                </a:extLst>
              </p:cNvPr>
              <p:cNvSpPr/>
              <p:nvPr/>
            </p:nvSpPr>
            <p:spPr>
              <a:xfrm>
                <a:off x="8491490" y="3508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7" name="Freeform 43566">
                <a:extLst>
                  <a:ext uri="{FF2B5EF4-FFF2-40B4-BE49-F238E27FC236}">
                    <a16:creationId xmlns:a16="http://schemas.microsoft.com/office/drawing/2014/main" id="{604D8843-FB92-7121-E540-E587D06BEBC8}"/>
                  </a:ext>
                </a:extLst>
              </p:cNvPr>
              <p:cNvSpPr/>
              <p:nvPr/>
            </p:nvSpPr>
            <p:spPr>
              <a:xfrm>
                <a:off x="8491986" y="3527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8" name="Freeform 43567">
                <a:extLst>
                  <a:ext uri="{FF2B5EF4-FFF2-40B4-BE49-F238E27FC236}">
                    <a16:creationId xmlns:a16="http://schemas.microsoft.com/office/drawing/2014/main" id="{0B559E7E-0775-0D56-E688-ED1D679EE894}"/>
                  </a:ext>
                </a:extLst>
              </p:cNvPr>
              <p:cNvSpPr/>
              <p:nvPr/>
            </p:nvSpPr>
            <p:spPr>
              <a:xfrm>
                <a:off x="8492581" y="3521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69" name="Freeform 43568">
                <a:extLst>
                  <a:ext uri="{FF2B5EF4-FFF2-40B4-BE49-F238E27FC236}">
                    <a16:creationId xmlns:a16="http://schemas.microsoft.com/office/drawing/2014/main" id="{71D0B6E8-31A6-EECA-66BC-B02F1188978C}"/>
                  </a:ext>
                </a:extLst>
              </p:cNvPr>
              <p:cNvSpPr/>
              <p:nvPr/>
            </p:nvSpPr>
            <p:spPr>
              <a:xfrm>
                <a:off x="8493077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0" name="Freeform 43569">
                <a:extLst>
                  <a:ext uri="{FF2B5EF4-FFF2-40B4-BE49-F238E27FC236}">
                    <a16:creationId xmlns:a16="http://schemas.microsoft.com/office/drawing/2014/main" id="{7E01C573-9D3F-51CC-719D-5BC1CA843C5A}"/>
                  </a:ext>
                </a:extLst>
              </p:cNvPr>
              <p:cNvSpPr/>
              <p:nvPr/>
            </p:nvSpPr>
            <p:spPr>
              <a:xfrm>
                <a:off x="8493573" y="3480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1" name="Freeform 43570">
                <a:extLst>
                  <a:ext uri="{FF2B5EF4-FFF2-40B4-BE49-F238E27FC236}">
                    <a16:creationId xmlns:a16="http://schemas.microsoft.com/office/drawing/2014/main" id="{C416F297-0D68-B2DA-B3AA-9CF685F710CE}"/>
                  </a:ext>
                </a:extLst>
              </p:cNvPr>
              <p:cNvSpPr/>
              <p:nvPr/>
            </p:nvSpPr>
            <p:spPr>
              <a:xfrm>
                <a:off x="8494169" y="3431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2" name="Freeform 43571">
                <a:extLst>
                  <a:ext uri="{FF2B5EF4-FFF2-40B4-BE49-F238E27FC236}">
                    <a16:creationId xmlns:a16="http://schemas.microsoft.com/office/drawing/2014/main" id="{C193F380-2D99-179C-7667-DDB6B78DD5F4}"/>
                  </a:ext>
                </a:extLst>
              </p:cNvPr>
              <p:cNvSpPr/>
              <p:nvPr/>
            </p:nvSpPr>
            <p:spPr>
              <a:xfrm>
                <a:off x="8494665" y="3394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3" name="Freeform 43572">
                <a:extLst>
                  <a:ext uri="{FF2B5EF4-FFF2-40B4-BE49-F238E27FC236}">
                    <a16:creationId xmlns:a16="http://schemas.microsoft.com/office/drawing/2014/main" id="{0E70C67A-FFDF-B59F-F875-88465BFDC9E0}"/>
                  </a:ext>
                </a:extLst>
              </p:cNvPr>
              <p:cNvSpPr/>
              <p:nvPr/>
            </p:nvSpPr>
            <p:spPr>
              <a:xfrm>
                <a:off x="8495161" y="3390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4" name="Freeform 43573">
                <a:extLst>
                  <a:ext uri="{FF2B5EF4-FFF2-40B4-BE49-F238E27FC236}">
                    <a16:creationId xmlns:a16="http://schemas.microsoft.com/office/drawing/2014/main" id="{FC9130AA-F2C1-5701-B81D-D62AE12C7139}"/>
                  </a:ext>
                </a:extLst>
              </p:cNvPr>
              <p:cNvSpPr/>
              <p:nvPr/>
            </p:nvSpPr>
            <p:spPr>
              <a:xfrm>
                <a:off x="8495657" y="3338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5" name="Freeform 43574">
                <a:extLst>
                  <a:ext uri="{FF2B5EF4-FFF2-40B4-BE49-F238E27FC236}">
                    <a16:creationId xmlns:a16="http://schemas.microsoft.com/office/drawing/2014/main" id="{DE3A87E4-BB42-58A7-C02A-21E3E54655C9}"/>
                  </a:ext>
                </a:extLst>
              </p:cNvPr>
              <p:cNvSpPr/>
              <p:nvPr/>
            </p:nvSpPr>
            <p:spPr>
              <a:xfrm>
                <a:off x="8496252" y="33366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6" name="Freeform 43575">
                <a:extLst>
                  <a:ext uri="{FF2B5EF4-FFF2-40B4-BE49-F238E27FC236}">
                    <a16:creationId xmlns:a16="http://schemas.microsoft.com/office/drawing/2014/main" id="{FA6D502A-369C-088D-F301-2B200454BCE8}"/>
                  </a:ext>
                </a:extLst>
              </p:cNvPr>
              <p:cNvSpPr/>
              <p:nvPr/>
            </p:nvSpPr>
            <p:spPr>
              <a:xfrm>
                <a:off x="8496748" y="33211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7" name="Freeform 43576">
                <a:extLst>
                  <a:ext uri="{FF2B5EF4-FFF2-40B4-BE49-F238E27FC236}">
                    <a16:creationId xmlns:a16="http://schemas.microsoft.com/office/drawing/2014/main" id="{77F12D8F-1438-E555-7922-A8976EB37BF6}"/>
                  </a:ext>
                </a:extLst>
              </p:cNvPr>
              <p:cNvSpPr/>
              <p:nvPr/>
            </p:nvSpPr>
            <p:spPr>
              <a:xfrm>
                <a:off x="8497245" y="33391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8" name="Freeform 43577">
                <a:extLst>
                  <a:ext uri="{FF2B5EF4-FFF2-40B4-BE49-F238E27FC236}">
                    <a16:creationId xmlns:a16="http://schemas.microsoft.com/office/drawing/2014/main" id="{6E30A98D-CC19-344D-38A0-E80FECDAC70C}"/>
                  </a:ext>
                </a:extLst>
              </p:cNvPr>
              <p:cNvSpPr/>
              <p:nvPr/>
            </p:nvSpPr>
            <p:spPr>
              <a:xfrm>
                <a:off x="8497840" y="33786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79" name="Freeform 43578">
                <a:extLst>
                  <a:ext uri="{FF2B5EF4-FFF2-40B4-BE49-F238E27FC236}">
                    <a16:creationId xmlns:a16="http://schemas.microsoft.com/office/drawing/2014/main" id="{85A37AE9-A15B-054F-D3C8-E7CC43ED40BC}"/>
                  </a:ext>
                </a:extLst>
              </p:cNvPr>
              <p:cNvSpPr/>
              <p:nvPr/>
            </p:nvSpPr>
            <p:spPr>
              <a:xfrm>
                <a:off x="8498336" y="33909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0" name="Freeform 43579">
                <a:extLst>
                  <a:ext uri="{FF2B5EF4-FFF2-40B4-BE49-F238E27FC236}">
                    <a16:creationId xmlns:a16="http://schemas.microsoft.com/office/drawing/2014/main" id="{6643CB65-751B-5D31-A980-DA2F483AF6F7}"/>
                  </a:ext>
                </a:extLst>
              </p:cNvPr>
              <p:cNvSpPr/>
              <p:nvPr/>
            </p:nvSpPr>
            <p:spPr>
              <a:xfrm>
                <a:off x="8498832" y="3485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1" name="Freeform 43580">
                <a:extLst>
                  <a:ext uri="{FF2B5EF4-FFF2-40B4-BE49-F238E27FC236}">
                    <a16:creationId xmlns:a16="http://schemas.microsoft.com/office/drawing/2014/main" id="{734D698A-0ECF-E61B-C5B6-AF15F9546F5E}"/>
                  </a:ext>
                </a:extLst>
              </p:cNvPr>
              <p:cNvSpPr/>
              <p:nvPr/>
            </p:nvSpPr>
            <p:spPr>
              <a:xfrm>
                <a:off x="8499427" y="3585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2" name="Freeform 43581">
                <a:extLst>
                  <a:ext uri="{FF2B5EF4-FFF2-40B4-BE49-F238E27FC236}">
                    <a16:creationId xmlns:a16="http://schemas.microsoft.com/office/drawing/2014/main" id="{C6F9E718-0D7E-5253-6A91-97A6EF526D3A}"/>
                  </a:ext>
                </a:extLst>
              </p:cNvPr>
              <p:cNvSpPr/>
              <p:nvPr/>
            </p:nvSpPr>
            <p:spPr>
              <a:xfrm>
                <a:off x="8499923" y="3619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3" name="Freeform 43582">
                <a:extLst>
                  <a:ext uri="{FF2B5EF4-FFF2-40B4-BE49-F238E27FC236}">
                    <a16:creationId xmlns:a16="http://schemas.microsoft.com/office/drawing/2014/main" id="{2C22BFA8-FF49-161F-C5D2-DDFDA5E09D1E}"/>
                  </a:ext>
                </a:extLst>
              </p:cNvPr>
              <p:cNvSpPr/>
              <p:nvPr/>
            </p:nvSpPr>
            <p:spPr>
              <a:xfrm>
                <a:off x="8500420" y="3648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4" name="Freeform 43583">
                <a:extLst>
                  <a:ext uri="{FF2B5EF4-FFF2-40B4-BE49-F238E27FC236}">
                    <a16:creationId xmlns:a16="http://schemas.microsoft.com/office/drawing/2014/main" id="{8FA4098C-EF5B-C257-97E5-D814D2BED854}"/>
                  </a:ext>
                </a:extLst>
              </p:cNvPr>
              <p:cNvSpPr/>
              <p:nvPr/>
            </p:nvSpPr>
            <p:spPr>
              <a:xfrm>
                <a:off x="8501015" y="3597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5" name="Freeform 43584">
                <a:extLst>
                  <a:ext uri="{FF2B5EF4-FFF2-40B4-BE49-F238E27FC236}">
                    <a16:creationId xmlns:a16="http://schemas.microsoft.com/office/drawing/2014/main" id="{D057047A-B3E2-5D17-9C6E-82153BC7A1FC}"/>
                  </a:ext>
                </a:extLst>
              </p:cNvPr>
              <p:cNvSpPr/>
              <p:nvPr/>
            </p:nvSpPr>
            <p:spPr>
              <a:xfrm>
                <a:off x="8501511" y="3603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6" name="Freeform 43585">
                <a:extLst>
                  <a:ext uri="{FF2B5EF4-FFF2-40B4-BE49-F238E27FC236}">
                    <a16:creationId xmlns:a16="http://schemas.microsoft.com/office/drawing/2014/main" id="{0EFFFE5B-6A03-A218-1890-348C94338224}"/>
                  </a:ext>
                </a:extLst>
              </p:cNvPr>
              <p:cNvSpPr/>
              <p:nvPr/>
            </p:nvSpPr>
            <p:spPr>
              <a:xfrm>
                <a:off x="8502007" y="3619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7" name="Freeform 43586">
                <a:extLst>
                  <a:ext uri="{FF2B5EF4-FFF2-40B4-BE49-F238E27FC236}">
                    <a16:creationId xmlns:a16="http://schemas.microsoft.com/office/drawing/2014/main" id="{149B8B2A-4672-8E96-BF21-FB61C0ACE604}"/>
                  </a:ext>
                </a:extLst>
              </p:cNvPr>
              <p:cNvSpPr/>
              <p:nvPr/>
            </p:nvSpPr>
            <p:spPr>
              <a:xfrm>
                <a:off x="8502602" y="3594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8" name="Freeform 43587">
                <a:extLst>
                  <a:ext uri="{FF2B5EF4-FFF2-40B4-BE49-F238E27FC236}">
                    <a16:creationId xmlns:a16="http://schemas.microsoft.com/office/drawing/2014/main" id="{EB95BF1E-B676-498C-6F72-BC9113255B4E}"/>
                  </a:ext>
                </a:extLst>
              </p:cNvPr>
              <p:cNvSpPr/>
              <p:nvPr/>
            </p:nvSpPr>
            <p:spPr>
              <a:xfrm>
                <a:off x="8503098" y="3544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89" name="Freeform 43588">
                <a:extLst>
                  <a:ext uri="{FF2B5EF4-FFF2-40B4-BE49-F238E27FC236}">
                    <a16:creationId xmlns:a16="http://schemas.microsoft.com/office/drawing/2014/main" id="{CB69A763-9192-8412-735B-0DD839F09A30}"/>
                  </a:ext>
                </a:extLst>
              </p:cNvPr>
              <p:cNvSpPr/>
              <p:nvPr/>
            </p:nvSpPr>
            <p:spPr>
              <a:xfrm>
                <a:off x="8503595" y="34423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0" name="Freeform 43589">
                <a:extLst>
                  <a:ext uri="{FF2B5EF4-FFF2-40B4-BE49-F238E27FC236}">
                    <a16:creationId xmlns:a16="http://schemas.microsoft.com/office/drawing/2014/main" id="{512A70C8-D534-1367-11FC-B7AF2C8BFFB9}"/>
                  </a:ext>
                </a:extLst>
              </p:cNvPr>
              <p:cNvSpPr/>
              <p:nvPr/>
            </p:nvSpPr>
            <p:spPr>
              <a:xfrm>
                <a:off x="8504190" y="352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1" name="Freeform 43590">
                <a:extLst>
                  <a:ext uri="{FF2B5EF4-FFF2-40B4-BE49-F238E27FC236}">
                    <a16:creationId xmlns:a16="http://schemas.microsoft.com/office/drawing/2014/main" id="{A6753780-B207-9D36-6ACC-D6D654F3F05A}"/>
                  </a:ext>
                </a:extLst>
              </p:cNvPr>
              <p:cNvSpPr/>
              <p:nvPr/>
            </p:nvSpPr>
            <p:spPr>
              <a:xfrm>
                <a:off x="8504686" y="3535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2" name="Freeform 43591">
                <a:extLst>
                  <a:ext uri="{FF2B5EF4-FFF2-40B4-BE49-F238E27FC236}">
                    <a16:creationId xmlns:a16="http://schemas.microsoft.com/office/drawing/2014/main" id="{AF54D152-A22B-2F35-CF5A-CDA95F4497CC}"/>
                  </a:ext>
                </a:extLst>
              </p:cNvPr>
              <p:cNvSpPr/>
              <p:nvPr/>
            </p:nvSpPr>
            <p:spPr>
              <a:xfrm>
                <a:off x="8505182" y="3531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3" name="Freeform 43592">
                <a:extLst>
                  <a:ext uri="{FF2B5EF4-FFF2-40B4-BE49-F238E27FC236}">
                    <a16:creationId xmlns:a16="http://schemas.microsoft.com/office/drawing/2014/main" id="{DE7B368B-1863-86AE-2763-D64CA4226A90}"/>
                  </a:ext>
                </a:extLst>
              </p:cNvPr>
              <p:cNvSpPr/>
              <p:nvPr/>
            </p:nvSpPr>
            <p:spPr>
              <a:xfrm>
                <a:off x="8505777" y="3492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4" name="Freeform 43593">
                <a:extLst>
                  <a:ext uri="{FF2B5EF4-FFF2-40B4-BE49-F238E27FC236}">
                    <a16:creationId xmlns:a16="http://schemas.microsoft.com/office/drawing/2014/main" id="{C6ECAC64-27A8-2892-CEAC-D86122F8014D}"/>
                  </a:ext>
                </a:extLst>
              </p:cNvPr>
              <p:cNvSpPr/>
              <p:nvPr/>
            </p:nvSpPr>
            <p:spPr>
              <a:xfrm>
                <a:off x="8506273" y="3435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5" name="Freeform 43594">
                <a:extLst>
                  <a:ext uri="{FF2B5EF4-FFF2-40B4-BE49-F238E27FC236}">
                    <a16:creationId xmlns:a16="http://schemas.microsoft.com/office/drawing/2014/main" id="{26538A0F-FE9A-D9E6-BBBA-85719848D8AD}"/>
                  </a:ext>
                </a:extLst>
              </p:cNvPr>
              <p:cNvSpPr/>
              <p:nvPr/>
            </p:nvSpPr>
            <p:spPr>
              <a:xfrm>
                <a:off x="8506770" y="3376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6" name="Freeform 43595">
                <a:extLst>
                  <a:ext uri="{FF2B5EF4-FFF2-40B4-BE49-F238E27FC236}">
                    <a16:creationId xmlns:a16="http://schemas.microsoft.com/office/drawing/2014/main" id="{2652FE34-8406-4391-BE10-ED01432603BE}"/>
                  </a:ext>
                </a:extLst>
              </p:cNvPr>
              <p:cNvSpPr/>
              <p:nvPr/>
            </p:nvSpPr>
            <p:spPr>
              <a:xfrm>
                <a:off x="8507365" y="3335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7" name="Freeform 43596">
                <a:extLst>
                  <a:ext uri="{FF2B5EF4-FFF2-40B4-BE49-F238E27FC236}">
                    <a16:creationId xmlns:a16="http://schemas.microsoft.com/office/drawing/2014/main" id="{C0DE04AB-0805-173C-7E7E-D80AE50E95C2}"/>
                  </a:ext>
                </a:extLst>
              </p:cNvPr>
              <p:cNvSpPr/>
              <p:nvPr/>
            </p:nvSpPr>
            <p:spPr>
              <a:xfrm>
                <a:off x="8507861" y="33350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8" name="Freeform 43597">
                <a:extLst>
                  <a:ext uri="{FF2B5EF4-FFF2-40B4-BE49-F238E27FC236}">
                    <a16:creationId xmlns:a16="http://schemas.microsoft.com/office/drawing/2014/main" id="{EADDD950-B1BA-5FBC-5995-726D8706FC8D}"/>
                  </a:ext>
                </a:extLst>
              </p:cNvPr>
              <p:cNvSpPr/>
              <p:nvPr/>
            </p:nvSpPr>
            <p:spPr>
              <a:xfrm>
                <a:off x="8508357" y="3294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99" name="Freeform 43598">
                <a:extLst>
                  <a:ext uri="{FF2B5EF4-FFF2-40B4-BE49-F238E27FC236}">
                    <a16:creationId xmlns:a16="http://schemas.microsoft.com/office/drawing/2014/main" id="{2C2B3FB7-F4C8-347C-6FBA-D9ECC8E2F99D}"/>
                  </a:ext>
                </a:extLst>
              </p:cNvPr>
              <p:cNvSpPr/>
              <p:nvPr/>
            </p:nvSpPr>
            <p:spPr>
              <a:xfrm>
                <a:off x="8508853" y="32778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0" name="Freeform 43599">
                <a:extLst>
                  <a:ext uri="{FF2B5EF4-FFF2-40B4-BE49-F238E27FC236}">
                    <a16:creationId xmlns:a16="http://schemas.microsoft.com/office/drawing/2014/main" id="{F4D2B274-2077-27B1-54C5-31D1214B9480}"/>
                  </a:ext>
                </a:extLst>
              </p:cNvPr>
              <p:cNvSpPr/>
              <p:nvPr/>
            </p:nvSpPr>
            <p:spPr>
              <a:xfrm>
                <a:off x="8509448" y="32672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1" name="Freeform 43600">
                <a:extLst>
                  <a:ext uri="{FF2B5EF4-FFF2-40B4-BE49-F238E27FC236}">
                    <a16:creationId xmlns:a16="http://schemas.microsoft.com/office/drawing/2014/main" id="{6D3F8CF1-1D07-AECA-6140-8B8A516C8EA7}"/>
                  </a:ext>
                </a:extLst>
              </p:cNvPr>
              <p:cNvSpPr/>
              <p:nvPr/>
            </p:nvSpPr>
            <p:spPr>
              <a:xfrm>
                <a:off x="8509945" y="3292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2" name="Freeform 43601">
                <a:extLst>
                  <a:ext uri="{FF2B5EF4-FFF2-40B4-BE49-F238E27FC236}">
                    <a16:creationId xmlns:a16="http://schemas.microsoft.com/office/drawing/2014/main" id="{A9D9C9B1-D0C0-E2CB-20FE-3A6D3B123239}"/>
                  </a:ext>
                </a:extLst>
              </p:cNvPr>
              <p:cNvSpPr/>
              <p:nvPr/>
            </p:nvSpPr>
            <p:spPr>
              <a:xfrm>
                <a:off x="8510441" y="3335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3" name="Freeform 43602">
                <a:extLst>
                  <a:ext uri="{FF2B5EF4-FFF2-40B4-BE49-F238E27FC236}">
                    <a16:creationId xmlns:a16="http://schemas.microsoft.com/office/drawing/2014/main" id="{1370FBF3-62BD-B5F0-ED2A-5C744A6158B2}"/>
                  </a:ext>
                </a:extLst>
              </p:cNvPr>
              <p:cNvSpPr/>
              <p:nvPr/>
            </p:nvSpPr>
            <p:spPr>
              <a:xfrm>
                <a:off x="8511036" y="33354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4" name="Freeform 43603">
                <a:extLst>
                  <a:ext uri="{FF2B5EF4-FFF2-40B4-BE49-F238E27FC236}">
                    <a16:creationId xmlns:a16="http://schemas.microsoft.com/office/drawing/2014/main" id="{5E369C69-BC2C-8971-84F1-FDCC8C59B6EC}"/>
                  </a:ext>
                </a:extLst>
              </p:cNvPr>
              <p:cNvSpPr/>
              <p:nvPr/>
            </p:nvSpPr>
            <p:spPr>
              <a:xfrm>
                <a:off x="8511532" y="3720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5" name="Freeform 43604">
                <a:extLst>
                  <a:ext uri="{FF2B5EF4-FFF2-40B4-BE49-F238E27FC236}">
                    <a16:creationId xmlns:a16="http://schemas.microsoft.com/office/drawing/2014/main" id="{747A6019-64E7-90CA-5151-72F2DFD18206}"/>
                  </a:ext>
                </a:extLst>
              </p:cNvPr>
              <p:cNvSpPr/>
              <p:nvPr/>
            </p:nvSpPr>
            <p:spPr>
              <a:xfrm>
                <a:off x="8512028" y="386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6" name="Freeform 43605">
                <a:extLst>
                  <a:ext uri="{FF2B5EF4-FFF2-40B4-BE49-F238E27FC236}">
                    <a16:creationId xmlns:a16="http://schemas.microsoft.com/office/drawing/2014/main" id="{008A5CA4-486E-E575-FDDA-1518BF8EB9C3}"/>
                  </a:ext>
                </a:extLst>
              </p:cNvPr>
              <p:cNvSpPr/>
              <p:nvPr/>
            </p:nvSpPr>
            <p:spPr>
              <a:xfrm>
                <a:off x="8512623" y="3856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7" name="Freeform 43606">
                <a:extLst>
                  <a:ext uri="{FF2B5EF4-FFF2-40B4-BE49-F238E27FC236}">
                    <a16:creationId xmlns:a16="http://schemas.microsoft.com/office/drawing/2014/main" id="{EA4B802D-9C74-AE22-4BF0-C02766EA888A}"/>
                  </a:ext>
                </a:extLst>
              </p:cNvPr>
              <p:cNvSpPr/>
              <p:nvPr/>
            </p:nvSpPr>
            <p:spPr>
              <a:xfrm>
                <a:off x="8513120" y="38443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8" name="Freeform 43607">
                <a:extLst>
                  <a:ext uri="{FF2B5EF4-FFF2-40B4-BE49-F238E27FC236}">
                    <a16:creationId xmlns:a16="http://schemas.microsoft.com/office/drawing/2014/main" id="{D0B90859-17C9-8BDF-6370-0904554E9387}"/>
                  </a:ext>
                </a:extLst>
              </p:cNvPr>
              <p:cNvSpPr/>
              <p:nvPr/>
            </p:nvSpPr>
            <p:spPr>
              <a:xfrm>
                <a:off x="8513616" y="3841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09" name="Freeform 43608">
                <a:extLst>
                  <a:ext uri="{FF2B5EF4-FFF2-40B4-BE49-F238E27FC236}">
                    <a16:creationId xmlns:a16="http://schemas.microsoft.com/office/drawing/2014/main" id="{2BAE3EEC-C456-77A1-6B67-D7E24A7CE5D5}"/>
                  </a:ext>
                </a:extLst>
              </p:cNvPr>
              <p:cNvSpPr/>
              <p:nvPr/>
            </p:nvSpPr>
            <p:spPr>
              <a:xfrm>
                <a:off x="8514211" y="3849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0" name="Freeform 43609">
                <a:extLst>
                  <a:ext uri="{FF2B5EF4-FFF2-40B4-BE49-F238E27FC236}">
                    <a16:creationId xmlns:a16="http://schemas.microsoft.com/office/drawing/2014/main" id="{9C657B1B-F7FF-99B7-185D-F100B1681BC6}"/>
                  </a:ext>
                </a:extLst>
              </p:cNvPr>
              <p:cNvSpPr/>
              <p:nvPr/>
            </p:nvSpPr>
            <p:spPr>
              <a:xfrm>
                <a:off x="8514707" y="3863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1" name="Freeform 43610">
                <a:extLst>
                  <a:ext uri="{FF2B5EF4-FFF2-40B4-BE49-F238E27FC236}">
                    <a16:creationId xmlns:a16="http://schemas.microsoft.com/office/drawing/2014/main" id="{E085008D-1AEE-1CF1-59B2-A463993BB984}"/>
                  </a:ext>
                </a:extLst>
              </p:cNvPr>
              <p:cNvSpPr/>
              <p:nvPr/>
            </p:nvSpPr>
            <p:spPr>
              <a:xfrm>
                <a:off x="8515203" y="3845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2" name="Freeform 43611">
                <a:extLst>
                  <a:ext uri="{FF2B5EF4-FFF2-40B4-BE49-F238E27FC236}">
                    <a16:creationId xmlns:a16="http://schemas.microsoft.com/office/drawing/2014/main" id="{BFE78CC5-BA8A-AA9C-D82C-D545A2D7796F}"/>
                  </a:ext>
                </a:extLst>
              </p:cNvPr>
              <p:cNvSpPr/>
              <p:nvPr/>
            </p:nvSpPr>
            <p:spPr>
              <a:xfrm>
                <a:off x="8515798" y="3463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3" name="Freeform 43612">
                <a:extLst>
                  <a:ext uri="{FF2B5EF4-FFF2-40B4-BE49-F238E27FC236}">
                    <a16:creationId xmlns:a16="http://schemas.microsoft.com/office/drawing/2014/main" id="{5F1234BD-AC16-D5EA-649E-5B841B3658B8}"/>
                  </a:ext>
                </a:extLst>
              </p:cNvPr>
              <p:cNvSpPr/>
              <p:nvPr/>
            </p:nvSpPr>
            <p:spPr>
              <a:xfrm>
                <a:off x="8516295" y="3388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4" name="Freeform 43613">
                <a:extLst>
                  <a:ext uri="{FF2B5EF4-FFF2-40B4-BE49-F238E27FC236}">
                    <a16:creationId xmlns:a16="http://schemas.microsoft.com/office/drawing/2014/main" id="{8691C9C1-586E-DF28-DB6E-BA5D0260FBD5}"/>
                  </a:ext>
                </a:extLst>
              </p:cNvPr>
              <p:cNvSpPr/>
              <p:nvPr/>
            </p:nvSpPr>
            <p:spPr>
              <a:xfrm>
                <a:off x="8516791" y="3470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5" name="Freeform 43614">
                <a:extLst>
                  <a:ext uri="{FF2B5EF4-FFF2-40B4-BE49-F238E27FC236}">
                    <a16:creationId xmlns:a16="http://schemas.microsoft.com/office/drawing/2014/main" id="{8E1F04AD-235D-8148-0EF0-611D372D22C2}"/>
                  </a:ext>
                </a:extLst>
              </p:cNvPr>
              <p:cNvSpPr/>
              <p:nvPr/>
            </p:nvSpPr>
            <p:spPr>
              <a:xfrm>
                <a:off x="8517386" y="3493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6" name="Freeform 43615">
                <a:extLst>
                  <a:ext uri="{FF2B5EF4-FFF2-40B4-BE49-F238E27FC236}">
                    <a16:creationId xmlns:a16="http://schemas.microsoft.com/office/drawing/2014/main" id="{013B294E-9C0B-DCBB-E90A-A172A4B71EDD}"/>
                  </a:ext>
                </a:extLst>
              </p:cNvPr>
              <p:cNvSpPr/>
              <p:nvPr/>
            </p:nvSpPr>
            <p:spPr>
              <a:xfrm>
                <a:off x="8517882" y="3490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7" name="Freeform 43616">
                <a:extLst>
                  <a:ext uri="{FF2B5EF4-FFF2-40B4-BE49-F238E27FC236}">
                    <a16:creationId xmlns:a16="http://schemas.microsoft.com/office/drawing/2014/main" id="{72BFE59B-4A6B-411C-C265-10168E9B92DA}"/>
                  </a:ext>
                </a:extLst>
              </p:cNvPr>
              <p:cNvSpPr/>
              <p:nvPr/>
            </p:nvSpPr>
            <p:spPr>
              <a:xfrm>
                <a:off x="8518378" y="3494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8" name="Freeform 43617">
                <a:extLst>
                  <a:ext uri="{FF2B5EF4-FFF2-40B4-BE49-F238E27FC236}">
                    <a16:creationId xmlns:a16="http://schemas.microsoft.com/office/drawing/2014/main" id="{90661986-4171-ED6D-1956-7ECBDB1AD78C}"/>
                  </a:ext>
                </a:extLst>
              </p:cNvPr>
              <p:cNvSpPr/>
              <p:nvPr/>
            </p:nvSpPr>
            <p:spPr>
              <a:xfrm>
                <a:off x="8518973" y="3472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19" name="Freeform 43618">
                <a:extLst>
                  <a:ext uri="{FF2B5EF4-FFF2-40B4-BE49-F238E27FC236}">
                    <a16:creationId xmlns:a16="http://schemas.microsoft.com/office/drawing/2014/main" id="{BBA6F1AE-5946-BF61-A014-A8E0DD0DB26B}"/>
                  </a:ext>
                </a:extLst>
              </p:cNvPr>
              <p:cNvSpPr/>
              <p:nvPr/>
            </p:nvSpPr>
            <p:spPr>
              <a:xfrm>
                <a:off x="8519470" y="3426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0" name="Freeform 43619">
                <a:extLst>
                  <a:ext uri="{FF2B5EF4-FFF2-40B4-BE49-F238E27FC236}">
                    <a16:creationId xmlns:a16="http://schemas.microsoft.com/office/drawing/2014/main" id="{568C49F6-CF98-20BC-D414-80F0C8C64346}"/>
                  </a:ext>
                </a:extLst>
              </p:cNvPr>
              <p:cNvSpPr/>
              <p:nvPr/>
            </p:nvSpPr>
            <p:spPr>
              <a:xfrm>
                <a:off x="8519966" y="3365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1" name="Freeform 43620">
                <a:extLst>
                  <a:ext uri="{FF2B5EF4-FFF2-40B4-BE49-F238E27FC236}">
                    <a16:creationId xmlns:a16="http://schemas.microsoft.com/office/drawing/2014/main" id="{BE72DB46-9A8C-5B55-2001-D560A0C46A40}"/>
                  </a:ext>
                </a:extLst>
              </p:cNvPr>
              <p:cNvSpPr/>
              <p:nvPr/>
            </p:nvSpPr>
            <p:spPr>
              <a:xfrm>
                <a:off x="8520462" y="3322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2" name="Freeform 43621">
                <a:extLst>
                  <a:ext uri="{FF2B5EF4-FFF2-40B4-BE49-F238E27FC236}">
                    <a16:creationId xmlns:a16="http://schemas.microsoft.com/office/drawing/2014/main" id="{4CA9432F-1A9A-C6CC-ECE7-ADB9D20F7265}"/>
                  </a:ext>
                </a:extLst>
              </p:cNvPr>
              <p:cNvSpPr/>
              <p:nvPr/>
            </p:nvSpPr>
            <p:spPr>
              <a:xfrm>
                <a:off x="8521057" y="3297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3" name="Freeform 43622">
                <a:extLst>
                  <a:ext uri="{FF2B5EF4-FFF2-40B4-BE49-F238E27FC236}">
                    <a16:creationId xmlns:a16="http://schemas.microsoft.com/office/drawing/2014/main" id="{6B33BB60-B1A0-B45F-3B75-5CB984A7AC6A}"/>
                  </a:ext>
                </a:extLst>
              </p:cNvPr>
              <p:cNvSpPr/>
              <p:nvPr/>
            </p:nvSpPr>
            <p:spPr>
              <a:xfrm>
                <a:off x="8521553" y="3282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4" name="Freeform 43623">
                <a:extLst>
                  <a:ext uri="{FF2B5EF4-FFF2-40B4-BE49-F238E27FC236}">
                    <a16:creationId xmlns:a16="http://schemas.microsoft.com/office/drawing/2014/main" id="{3612E7B5-4326-DF73-5CAF-3C4BFA372DB8}"/>
                  </a:ext>
                </a:extLst>
              </p:cNvPr>
              <p:cNvSpPr/>
              <p:nvPr/>
            </p:nvSpPr>
            <p:spPr>
              <a:xfrm>
                <a:off x="8522049" y="3278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5" name="Freeform 43624">
                <a:extLst>
                  <a:ext uri="{FF2B5EF4-FFF2-40B4-BE49-F238E27FC236}">
                    <a16:creationId xmlns:a16="http://schemas.microsoft.com/office/drawing/2014/main" id="{F8281E77-F9F0-6BB3-F954-0C65A7D3FE9D}"/>
                  </a:ext>
                </a:extLst>
              </p:cNvPr>
              <p:cNvSpPr/>
              <p:nvPr/>
            </p:nvSpPr>
            <p:spPr>
              <a:xfrm>
                <a:off x="8522645" y="32872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6" name="Freeform 43625">
                <a:extLst>
                  <a:ext uri="{FF2B5EF4-FFF2-40B4-BE49-F238E27FC236}">
                    <a16:creationId xmlns:a16="http://schemas.microsoft.com/office/drawing/2014/main" id="{785BC005-3959-CDEA-2D8C-708B3E42A49B}"/>
                  </a:ext>
                </a:extLst>
              </p:cNvPr>
              <p:cNvSpPr/>
              <p:nvPr/>
            </p:nvSpPr>
            <p:spPr>
              <a:xfrm>
                <a:off x="8523141" y="3316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7" name="Freeform 43626">
                <a:extLst>
                  <a:ext uri="{FF2B5EF4-FFF2-40B4-BE49-F238E27FC236}">
                    <a16:creationId xmlns:a16="http://schemas.microsoft.com/office/drawing/2014/main" id="{E10755BE-5B22-FFCC-2E6B-BEBA54DF6F58}"/>
                  </a:ext>
                </a:extLst>
              </p:cNvPr>
              <p:cNvSpPr/>
              <p:nvPr/>
            </p:nvSpPr>
            <p:spPr>
              <a:xfrm>
                <a:off x="8523637" y="3347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8" name="Freeform 43627">
                <a:extLst>
                  <a:ext uri="{FF2B5EF4-FFF2-40B4-BE49-F238E27FC236}">
                    <a16:creationId xmlns:a16="http://schemas.microsoft.com/office/drawing/2014/main" id="{883799C4-67E6-015E-E9C3-72B17C1B598E}"/>
                  </a:ext>
                </a:extLst>
              </p:cNvPr>
              <p:cNvSpPr/>
              <p:nvPr/>
            </p:nvSpPr>
            <p:spPr>
              <a:xfrm>
                <a:off x="8524232" y="3674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29" name="Freeform 43628">
                <a:extLst>
                  <a:ext uri="{FF2B5EF4-FFF2-40B4-BE49-F238E27FC236}">
                    <a16:creationId xmlns:a16="http://schemas.microsoft.com/office/drawing/2014/main" id="{232FFFED-DBBD-6CDC-A290-7C312B533654}"/>
                  </a:ext>
                </a:extLst>
              </p:cNvPr>
              <p:cNvSpPr/>
              <p:nvPr/>
            </p:nvSpPr>
            <p:spPr>
              <a:xfrm>
                <a:off x="8524728" y="3838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0" name="Freeform 43629">
                <a:extLst>
                  <a:ext uri="{FF2B5EF4-FFF2-40B4-BE49-F238E27FC236}">
                    <a16:creationId xmlns:a16="http://schemas.microsoft.com/office/drawing/2014/main" id="{3426BB49-010D-7017-AE57-2354421C8A88}"/>
                  </a:ext>
                </a:extLst>
              </p:cNvPr>
              <p:cNvSpPr/>
              <p:nvPr/>
            </p:nvSpPr>
            <p:spPr>
              <a:xfrm>
                <a:off x="8525224" y="383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1" name="Freeform 43630">
                <a:extLst>
                  <a:ext uri="{FF2B5EF4-FFF2-40B4-BE49-F238E27FC236}">
                    <a16:creationId xmlns:a16="http://schemas.microsoft.com/office/drawing/2014/main" id="{D16E80BB-E4D1-30FB-1204-016293C48F56}"/>
                  </a:ext>
                </a:extLst>
              </p:cNvPr>
              <p:cNvSpPr/>
              <p:nvPr/>
            </p:nvSpPr>
            <p:spPr>
              <a:xfrm>
                <a:off x="8525820" y="3822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2" name="Freeform 43631">
                <a:extLst>
                  <a:ext uri="{FF2B5EF4-FFF2-40B4-BE49-F238E27FC236}">
                    <a16:creationId xmlns:a16="http://schemas.microsoft.com/office/drawing/2014/main" id="{607D05E9-DF08-C68E-42D7-B2CC2C2C06E1}"/>
                  </a:ext>
                </a:extLst>
              </p:cNvPr>
              <p:cNvSpPr/>
              <p:nvPr/>
            </p:nvSpPr>
            <p:spPr>
              <a:xfrm>
                <a:off x="8526316" y="3819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3" name="Freeform 43632">
                <a:extLst>
                  <a:ext uri="{FF2B5EF4-FFF2-40B4-BE49-F238E27FC236}">
                    <a16:creationId xmlns:a16="http://schemas.microsoft.com/office/drawing/2014/main" id="{49E76ADE-6446-6A02-B419-B3B31DA4BFBA}"/>
                  </a:ext>
                </a:extLst>
              </p:cNvPr>
              <p:cNvSpPr/>
              <p:nvPr/>
            </p:nvSpPr>
            <p:spPr>
              <a:xfrm>
                <a:off x="8526812" y="38190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4" name="Freeform 43633">
                <a:extLst>
                  <a:ext uri="{FF2B5EF4-FFF2-40B4-BE49-F238E27FC236}">
                    <a16:creationId xmlns:a16="http://schemas.microsoft.com/office/drawing/2014/main" id="{4B3C06DE-800A-FC18-97EE-C0DF2E560D11}"/>
                  </a:ext>
                </a:extLst>
              </p:cNvPr>
              <p:cNvSpPr/>
              <p:nvPr/>
            </p:nvSpPr>
            <p:spPr>
              <a:xfrm>
                <a:off x="8527407" y="3850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5" name="Freeform 43634">
                <a:extLst>
                  <a:ext uri="{FF2B5EF4-FFF2-40B4-BE49-F238E27FC236}">
                    <a16:creationId xmlns:a16="http://schemas.microsoft.com/office/drawing/2014/main" id="{B2795C56-02D6-C423-25C8-F3662963E123}"/>
                  </a:ext>
                </a:extLst>
              </p:cNvPr>
              <p:cNvSpPr/>
              <p:nvPr/>
            </p:nvSpPr>
            <p:spPr>
              <a:xfrm>
                <a:off x="8527903" y="3790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6" name="Freeform 43635">
                <a:extLst>
                  <a:ext uri="{FF2B5EF4-FFF2-40B4-BE49-F238E27FC236}">
                    <a16:creationId xmlns:a16="http://schemas.microsoft.com/office/drawing/2014/main" id="{45DA363B-C2A4-B30C-F32E-69E94FE74D4D}"/>
                  </a:ext>
                </a:extLst>
              </p:cNvPr>
              <p:cNvSpPr/>
              <p:nvPr/>
            </p:nvSpPr>
            <p:spPr>
              <a:xfrm>
                <a:off x="8528399" y="3426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7" name="Freeform 43636">
                <a:extLst>
                  <a:ext uri="{FF2B5EF4-FFF2-40B4-BE49-F238E27FC236}">
                    <a16:creationId xmlns:a16="http://schemas.microsoft.com/office/drawing/2014/main" id="{9C26F8DD-CC25-CFAE-7C7B-8843F3146A6A}"/>
                  </a:ext>
                </a:extLst>
              </p:cNvPr>
              <p:cNvSpPr/>
              <p:nvPr/>
            </p:nvSpPr>
            <p:spPr>
              <a:xfrm>
                <a:off x="8528995" y="3402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8" name="Freeform 43637">
                <a:extLst>
                  <a:ext uri="{FF2B5EF4-FFF2-40B4-BE49-F238E27FC236}">
                    <a16:creationId xmlns:a16="http://schemas.microsoft.com/office/drawing/2014/main" id="{4D0B2722-F0C0-7D88-2E19-7B826F4B3A9A}"/>
                  </a:ext>
                </a:extLst>
              </p:cNvPr>
              <p:cNvSpPr/>
              <p:nvPr/>
            </p:nvSpPr>
            <p:spPr>
              <a:xfrm>
                <a:off x="8529491" y="3497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39" name="Freeform 43638">
                <a:extLst>
                  <a:ext uri="{FF2B5EF4-FFF2-40B4-BE49-F238E27FC236}">
                    <a16:creationId xmlns:a16="http://schemas.microsoft.com/office/drawing/2014/main" id="{CB306BD4-BC2C-AF53-E63F-CE46103969B9}"/>
                  </a:ext>
                </a:extLst>
              </p:cNvPr>
              <p:cNvSpPr/>
              <p:nvPr/>
            </p:nvSpPr>
            <p:spPr>
              <a:xfrm>
                <a:off x="8529987" y="3496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0" name="Freeform 43639">
                <a:extLst>
                  <a:ext uri="{FF2B5EF4-FFF2-40B4-BE49-F238E27FC236}">
                    <a16:creationId xmlns:a16="http://schemas.microsoft.com/office/drawing/2014/main" id="{347A0C49-590D-EA5D-B4D5-ECF31FFFEECE}"/>
                  </a:ext>
                </a:extLst>
              </p:cNvPr>
              <p:cNvSpPr/>
              <p:nvPr/>
            </p:nvSpPr>
            <p:spPr>
              <a:xfrm>
                <a:off x="8530582" y="3496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1" name="Freeform 43640">
                <a:extLst>
                  <a:ext uri="{FF2B5EF4-FFF2-40B4-BE49-F238E27FC236}">
                    <a16:creationId xmlns:a16="http://schemas.microsoft.com/office/drawing/2014/main" id="{B7E4C116-DDC6-809C-A1E9-E2DEF7D303DD}"/>
                  </a:ext>
                </a:extLst>
              </p:cNvPr>
              <p:cNvSpPr/>
              <p:nvPr/>
            </p:nvSpPr>
            <p:spPr>
              <a:xfrm>
                <a:off x="8531078" y="3498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2" name="Freeform 43641">
                <a:extLst>
                  <a:ext uri="{FF2B5EF4-FFF2-40B4-BE49-F238E27FC236}">
                    <a16:creationId xmlns:a16="http://schemas.microsoft.com/office/drawing/2014/main" id="{8B20C6D5-91CB-8FF3-8469-267A82F908F9}"/>
                  </a:ext>
                </a:extLst>
              </p:cNvPr>
              <p:cNvSpPr/>
              <p:nvPr/>
            </p:nvSpPr>
            <p:spPr>
              <a:xfrm>
                <a:off x="8531574" y="3452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3" name="Freeform 43642">
                <a:extLst>
                  <a:ext uri="{FF2B5EF4-FFF2-40B4-BE49-F238E27FC236}">
                    <a16:creationId xmlns:a16="http://schemas.microsoft.com/office/drawing/2014/main" id="{6D063B5A-1A5C-3F23-5331-63285FE3C5ED}"/>
                  </a:ext>
                </a:extLst>
              </p:cNvPr>
              <p:cNvSpPr/>
              <p:nvPr/>
            </p:nvSpPr>
            <p:spPr>
              <a:xfrm>
                <a:off x="8532070" y="3435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4" name="Freeform 43643">
                <a:extLst>
                  <a:ext uri="{FF2B5EF4-FFF2-40B4-BE49-F238E27FC236}">
                    <a16:creationId xmlns:a16="http://schemas.microsoft.com/office/drawing/2014/main" id="{EC328444-220A-422B-06DD-820BEAAD1524}"/>
                  </a:ext>
                </a:extLst>
              </p:cNvPr>
              <p:cNvSpPr/>
              <p:nvPr/>
            </p:nvSpPr>
            <p:spPr>
              <a:xfrm>
                <a:off x="8532666" y="33889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5" name="Freeform 43644">
                <a:extLst>
                  <a:ext uri="{FF2B5EF4-FFF2-40B4-BE49-F238E27FC236}">
                    <a16:creationId xmlns:a16="http://schemas.microsoft.com/office/drawing/2014/main" id="{96BD6D1E-2933-7607-5BF9-F60086AA9CE7}"/>
                  </a:ext>
                </a:extLst>
              </p:cNvPr>
              <p:cNvSpPr/>
              <p:nvPr/>
            </p:nvSpPr>
            <p:spPr>
              <a:xfrm>
                <a:off x="8533162" y="3383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6" name="Freeform 43645">
                <a:extLst>
                  <a:ext uri="{FF2B5EF4-FFF2-40B4-BE49-F238E27FC236}">
                    <a16:creationId xmlns:a16="http://schemas.microsoft.com/office/drawing/2014/main" id="{E7D52FF1-8C5C-5184-EC28-52A42E0A37FD}"/>
                  </a:ext>
                </a:extLst>
              </p:cNvPr>
              <p:cNvSpPr/>
              <p:nvPr/>
            </p:nvSpPr>
            <p:spPr>
              <a:xfrm>
                <a:off x="8533658" y="3375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7" name="Freeform 43646">
                <a:extLst>
                  <a:ext uri="{FF2B5EF4-FFF2-40B4-BE49-F238E27FC236}">
                    <a16:creationId xmlns:a16="http://schemas.microsoft.com/office/drawing/2014/main" id="{1D4C05CC-F426-78A9-A2B0-30D97B5799F7}"/>
                  </a:ext>
                </a:extLst>
              </p:cNvPr>
              <p:cNvSpPr/>
              <p:nvPr/>
            </p:nvSpPr>
            <p:spPr>
              <a:xfrm>
                <a:off x="8534253" y="3359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8" name="Freeform 43647">
                <a:extLst>
                  <a:ext uri="{FF2B5EF4-FFF2-40B4-BE49-F238E27FC236}">
                    <a16:creationId xmlns:a16="http://schemas.microsoft.com/office/drawing/2014/main" id="{339B49BC-28C9-BEF4-EAB2-1ADFE57C92C2}"/>
                  </a:ext>
                </a:extLst>
              </p:cNvPr>
              <p:cNvSpPr/>
              <p:nvPr/>
            </p:nvSpPr>
            <p:spPr>
              <a:xfrm>
                <a:off x="8534749" y="3349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49" name="Freeform 43648">
                <a:extLst>
                  <a:ext uri="{FF2B5EF4-FFF2-40B4-BE49-F238E27FC236}">
                    <a16:creationId xmlns:a16="http://schemas.microsoft.com/office/drawing/2014/main" id="{DD6258FA-8D0E-26E8-2B54-8F779DF35A8E}"/>
                  </a:ext>
                </a:extLst>
              </p:cNvPr>
              <p:cNvSpPr/>
              <p:nvPr/>
            </p:nvSpPr>
            <p:spPr>
              <a:xfrm>
                <a:off x="8535245" y="3354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0" name="Freeform 43649">
                <a:extLst>
                  <a:ext uri="{FF2B5EF4-FFF2-40B4-BE49-F238E27FC236}">
                    <a16:creationId xmlns:a16="http://schemas.microsoft.com/office/drawing/2014/main" id="{7E8866A6-AF73-BE62-D560-9EAC5DF62270}"/>
                  </a:ext>
                </a:extLst>
              </p:cNvPr>
              <p:cNvSpPr/>
              <p:nvPr/>
            </p:nvSpPr>
            <p:spPr>
              <a:xfrm>
                <a:off x="8535841" y="33680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1" name="Freeform 43650">
                <a:extLst>
                  <a:ext uri="{FF2B5EF4-FFF2-40B4-BE49-F238E27FC236}">
                    <a16:creationId xmlns:a16="http://schemas.microsoft.com/office/drawing/2014/main" id="{67703D8D-4A96-4A54-9393-E137B819B393}"/>
                  </a:ext>
                </a:extLst>
              </p:cNvPr>
              <p:cNvSpPr/>
              <p:nvPr/>
            </p:nvSpPr>
            <p:spPr>
              <a:xfrm>
                <a:off x="8536337" y="3401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2" name="Freeform 43651">
                <a:extLst>
                  <a:ext uri="{FF2B5EF4-FFF2-40B4-BE49-F238E27FC236}">
                    <a16:creationId xmlns:a16="http://schemas.microsoft.com/office/drawing/2014/main" id="{2DBE87F0-0E8B-8530-D4A8-05581D9005F2}"/>
                  </a:ext>
                </a:extLst>
              </p:cNvPr>
              <p:cNvSpPr/>
              <p:nvPr/>
            </p:nvSpPr>
            <p:spPr>
              <a:xfrm>
                <a:off x="8536833" y="3677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3" name="Freeform 43652">
                <a:extLst>
                  <a:ext uri="{FF2B5EF4-FFF2-40B4-BE49-F238E27FC236}">
                    <a16:creationId xmlns:a16="http://schemas.microsoft.com/office/drawing/2014/main" id="{B6144322-A47E-65E8-7DE6-13C093B47E64}"/>
                  </a:ext>
                </a:extLst>
              </p:cNvPr>
              <p:cNvSpPr/>
              <p:nvPr/>
            </p:nvSpPr>
            <p:spPr>
              <a:xfrm>
                <a:off x="8537428" y="3793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4" name="Freeform 43653">
                <a:extLst>
                  <a:ext uri="{FF2B5EF4-FFF2-40B4-BE49-F238E27FC236}">
                    <a16:creationId xmlns:a16="http://schemas.microsoft.com/office/drawing/2014/main" id="{AD610E72-43BA-9B5A-E90D-FEA386AC64DD}"/>
                  </a:ext>
                </a:extLst>
              </p:cNvPr>
              <p:cNvSpPr/>
              <p:nvPr/>
            </p:nvSpPr>
            <p:spPr>
              <a:xfrm>
                <a:off x="8537924" y="3772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5" name="Freeform 43654">
                <a:extLst>
                  <a:ext uri="{FF2B5EF4-FFF2-40B4-BE49-F238E27FC236}">
                    <a16:creationId xmlns:a16="http://schemas.microsoft.com/office/drawing/2014/main" id="{7B865021-88EE-CF92-C248-5702920412E4}"/>
                  </a:ext>
                </a:extLst>
              </p:cNvPr>
              <p:cNvSpPr/>
              <p:nvPr/>
            </p:nvSpPr>
            <p:spPr>
              <a:xfrm>
                <a:off x="8538420" y="3760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6" name="Freeform 43655">
                <a:extLst>
                  <a:ext uri="{FF2B5EF4-FFF2-40B4-BE49-F238E27FC236}">
                    <a16:creationId xmlns:a16="http://schemas.microsoft.com/office/drawing/2014/main" id="{9EB5ED3B-2487-66C5-E080-10ED0201D506}"/>
                  </a:ext>
                </a:extLst>
              </p:cNvPr>
              <p:cNvSpPr/>
              <p:nvPr/>
            </p:nvSpPr>
            <p:spPr>
              <a:xfrm>
                <a:off x="8539016" y="3763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7" name="Freeform 43656">
                <a:extLst>
                  <a:ext uri="{FF2B5EF4-FFF2-40B4-BE49-F238E27FC236}">
                    <a16:creationId xmlns:a16="http://schemas.microsoft.com/office/drawing/2014/main" id="{09CCBD08-A775-F844-59E3-B0943D3BCDA0}"/>
                  </a:ext>
                </a:extLst>
              </p:cNvPr>
              <p:cNvSpPr/>
              <p:nvPr/>
            </p:nvSpPr>
            <p:spPr>
              <a:xfrm>
                <a:off x="8539512" y="3775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8" name="Freeform 43657">
                <a:extLst>
                  <a:ext uri="{FF2B5EF4-FFF2-40B4-BE49-F238E27FC236}">
                    <a16:creationId xmlns:a16="http://schemas.microsoft.com/office/drawing/2014/main" id="{9B8BF800-E886-4A9F-9286-D773510D46C1}"/>
                  </a:ext>
                </a:extLst>
              </p:cNvPr>
              <p:cNvSpPr/>
              <p:nvPr/>
            </p:nvSpPr>
            <p:spPr>
              <a:xfrm>
                <a:off x="8540008" y="3785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59" name="Freeform 43658">
                <a:extLst>
                  <a:ext uri="{FF2B5EF4-FFF2-40B4-BE49-F238E27FC236}">
                    <a16:creationId xmlns:a16="http://schemas.microsoft.com/office/drawing/2014/main" id="{2E31357D-767D-ABE0-9F39-F9919B0483E1}"/>
                  </a:ext>
                </a:extLst>
              </p:cNvPr>
              <p:cNvSpPr/>
              <p:nvPr/>
            </p:nvSpPr>
            <p:spPr>
              <a:xfrm>
                <a:off x="8540603" y="3686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0" name="Freeform 43659">
                <a:extLst>
                  <a:ext uri="{FF2B5EF4-FFF2-40B4-BE49-F238E27FC236}">
                    <a16:creationId xmlns:a16="http://schemas.microsoft.com/office/drawing/2014/main" id="{77E1D288-D89A-13ED-92F4-41CD208CC72A}"/>
                  </a:ext>
                </a:extLst>
              </p:cNvPr>
              <p:cNvSpPr/>
              <p:nvPr/>
            </p:nvSpPr>
            <p:spPr>
              <a:xfrm>
                <a:off x="8541099" y="3461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1" name="Freeform 43660">
                <a:extLst>
                  <a:ext uri="{FF2B5EF4-FFF2-40B4-BE49-F238E27FC236}">
                    <a16:creationId xmlns:a16="http://schemas.microsoft.com/office/drawing/2014/main" id="{B3BF55AB-12BA-2E0A-1A0B-F455B6E65EC1}"/>
                  </a:ext>
                </a:extLst>
              </p:cNvPr>
              <p:cNvSpPr/>
              <p:nvPr/>
            </p:nvSpPr>
            <p:spPr>
              <a:xfrm>
                <a:off x="8541595" y="34787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2" name="Freeform 43661">
                <a:extLst>
                  <a:ext uri="{FF2B5EF4-FFF2-40B4-BE49-F238E27FC236}">
                    <a16:creationId xmlns:a16="http://schemas.microsoft.com/office/drawing/2014/main" id="{B67BB79F-07C6-96FD-B3B7-EB20D9EA81A4}"/>
                  </a:ext>
                </a:extLst>
              </p:cNvPr>
              <p:cNvSpPr/>
              <p:nvPr/>
            </p:nvSpPr>
            <p:spPr>
              <a:xfrm>
                <a:off x="8542191" y="3537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3" name="Freeform 43662">
                <a:extLst>
                  <a:ext uri="{FF2B5EF4-FFF2-40B4-BE49-F238E27FC236}">
                    <a16:creationId xmlns:a16="http://schemas.microsoft.com/office/drawing/2014/main" id="{0FC1A28E-4D68-6630-F272-A0CDA92B2AEC}"/>
                  </a:ext>
                </a:extLst>
              </p:cNvPr>
              <p:cNvSpPr/>
              <p:nvPr/>
            </p:nvSpPr>
            <p:spPr>
              <a:xfrm>
                <a:off x="8542687" y="3557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4" name="Freeform 43663">
                <a:extLst>
                  <a:ext uri="{FF2B5EF4-FFF2-40B4-BE49-F238E27FC236}">
                    <a16:creationId xmlns:a16="http://schemas.microsoft.com/office/drawing/2014/main" id="{77764899-D67E-3C67-E6A7-998FE8956341}"/>
                  </a:ext>
                </a:extLst>
              </p:cNvPr>
              <p:cNvSpPr/>
              <p:nvPr/>
            </p:nvSpPr>
            <p:spPr>
              <a:xfrm>
                <a:off x="8543183" y="3523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5" name="Freeform 43664">
                <a:extLst>
                  <a:ext uri="{FF2B5EF4-FFF2-40B4-BE49-F238E27FC236}">
                    <a16:creationId xmlns:a16="http://schemas.microsoft.com/office/drawing/2014/main" id="{F3E1B090-BB06-A746-FC5A-8C67F4252309}"/>
                  </a:ext>
                </a:extLst>
              </p:cNvPr>
              <p:cNvSpPr/>
              <p:nvPr/>
            </p:nvSpPr>
            <p:spPr>
              <a:xfrm>
                <a:off x="8543778" y="3521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6" name="Freeform 43665">
                <a:extLst>
                  <a:ext uri="{FF2B5EF4-FFF2-40B4-BE49-F238E27FC236}">
                    <a16:creationId xmlns:a16="http://schemas.microsoft.com/office/drawing/2014/main" id="{8B616E53-87ED-478C-537D-D5382276D7B7}"/>
                  </a:ext>
                </a:extLst>
              </p:cNvPr>
              <p:cNvSpPr/>
              <p:nvPr/>
            </p:nvSpPr>
            <p:spPr>
              <a:xfrm>
                <a:off x="8544274" y="3499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7" name="Freeform 43666">
                <a:extLst>
                  <a:ext uri="{FF2B5EF4-FFF2-40B4-BE49-F238E27FC236}">
                    <a16:creationId xmlns:a16="http://schemas.microsoft.com/office/drawing/2014/main" id="{EFBC4B84-CA81-F6C6-435A-B87D2CFDB86F}"/>
                  </a:ext>
                </a:extLst>
              </p:cNvPr>
              <p:cNvSpPr/>
              <p:nvPr/>
            </p:nvSpPr>
            <p:spPr>
              <a:xfrm>
                <a:off x="8544770" y="3445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8" name="Freeform 43667">
                <a:extLst>
                  <a:ext uri="{FF2B5EF4-FFF2-40B4-BE49-F238E27FC236}">
                    <a16:creationId xmlns:a16="http://schemas.microsoft.com/office/drawing/2014/main" id="{CD7AE7D1-6E5B-CF25-9B0F-1D3F874D4F52}"/>
                  </a:ext>
                </a:extLst>
              </p:cNvPr>
              <p:cNvSpPr/>
              <p:nvPr/>
            </p:nvSpPr>
            <p:spPr>
              <a:xfrm>
                <a:off x="8545266" y="3427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69" name="Freeform 43668">
                <a:extLst>
                  <a:ext uri="{FF2B5EF4-FFF2-40B4-BE49-F238E27FC236}">
                    <a16:creationId xmlns:a16="http://schemas.microsoft.com/office/drawing/2014/main" id="{80E20886-55D3-23CD-C339-C51C5F10EB41}"/>
                  </a:ext>
                </a:extLst>
              </p:cNvPr>
              <p:cNvSpPr/>
              <p:nvPr/>
            </p:nvSpPr>
            <p:spPr>
              <a:xfrm>
                <a:off x="8545862" y="3422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0" name="Freeform 43669">
                <a:extLst>
                  <a:ext uri="{FF2B5EF4-FFF2-40B4-BE49-F238E27FC236}">
                    <a16:creationId xmlns:a16="http://schemas.microsoft.com/office/drawing/2014/main" id="{F699D21C-57E5-F813-3FF5-93479C79CE53}"/>
                  </a:ext>
                </a:extLst>
              </p:cNvPr>
              <p:cNvSpPr/>
              <p:nvPr/>
            </p:nvSpPr>
            <p:spPr>
              <a:xfrm>
                <a:off x="8546358" y="3407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1" name="Freeform 43670">
                <a:extLst>
                  <a:ext uri="{FF2B5EF4-FFF2-40B4-BE49-F238E27FC236}">
                    <a16:creationId xmlns:a16="http://schemas.microsoft.com/office/drawing/2014/main" id="{3574BD89-F7BA-CFFB-2178-2F92BDF40285}"/>
                  </a:ext>
                </a:extLst>
              </p:cNvPr>
              <p:cNvSpPr/>
              <p:nvPr/>
            </p:nvSpPr>
            <p:spPr>
              <a:xfrm>
                <a:off x="8546854" y="33966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2" name="Freeform 43671">
                <a:extLst>
                  <a:ext uri="{FF2B5EF4-FFF2-40B4-BE49-F238E27FC236}">
                    <a16:creationId xmlns:a16="http://schemas.microsoft.com/office/drawing/2014/main" id="{6068DCBE-C743-1F5C-C03B-CC2F7D8AB85A}"/>
                  </a:ext>
                </a:extLst>
              </p:cNvPr>
              <p:cNvSpPr/>
              <p:nvPr/>
            </p:nvSpPr>
            <p:spPr>
              <a:xfrm>
                <a:off x="8547449" y="3380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3" name="Freeform 43672">
                <a:extLst>
                  <a:ext uri="{FF2B5EF4-FFF2-40B4-BE49-F238E27FC236}">
                    <a16:creationId xmlns:a16="http://schemas.microsoft.com/office/drawing/2014/main" id="{E7CC464D-297A-732A-C841-E5556A33EAB7}"/>
                  </a:ext>
                </a:extLst>
              </p:cNvPr>
              <p:cNvSpPr/>
              <p:nvPr/>
            </p:nvSpPr>
            <p:spPr>
              <a:xfrm>
                <a:off x="8547945" y="3379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4" name="Freeform 43673">
                <a:extLst>
                  <a:ext uri="{FF2B5EF4-FFF2-40B4-BE49-F238E27FC236}">
                    <a16:creationId xmlns:a16="http://schemas.microsoft.com/office/drawing/2014/main" id="{E725EB6D-E206-E689-597F-E777AEC6059B}"/>
                  </a:ext>
                </a:extLst>
              </p:cNvPr>
              <p:cNvSpPr/>
              <p:nvPr/>
            </p:nvSpPr>
            <p:spPr>
              <a:xfrm>
                <a:off x="8548441" y="3394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5" name="Freeform 43674">
                <a:extLst>
                  <a:ext uri="{FF2B5EF4-FFF2-40B4-BE49-F238E27FC236}">
                    <a16:creationId xmlns:a16="http://schemas.microsoft.com/office/drawing/2014/main" id="{CE2A4046-1668-7D24-409C-50731A664D45}"/>
                  </a:ext>
                </a:extLst>
              </p:cNvPr>
              <p:cNvSpPr/>
              <p:nvPr/>
            </p:nvSpPr>
            <p:spPr>
              <a:xfrm>
                <a:off x="8549037" y="3383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6" name="Freeform 43675">
                <a:extLst>
                  <a:ext uri="{FF2B5EF4-FFF2-40B4-BE49-F238E27FC236}">
                    <a16:creationId xmlns:a16="http://schemas.microsoft.com/office/drawing/2014/main" id="{C4D664C8-8FF6-9492-D187-41540FCDE559}"/>
                  </a:ext>
                </a:extLst>
              </p:cNvPr>
              <p:cNvSpPr/>
              <p:nvPr/>
            </p:nvSpPr>
            <p:spPr>
              <a:xfrm>
                <a:off x="8549533" y="3568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7" name="Freeform 43676">
                <a:extLst>
                  <a:ext uri="{FF2B5EF4-FFF2-40B4-BE49-F238E27FC236}">
                    <a16:creationId xmlns:a16="http://schemas.microsoft.com/office/drawing/2014/main" id="{2862B53C-299D-5AC8-9827-59D740D7734A}"/>
                  </a:ext>
                </a:extLst>
              </p:cNvPr>
              <p:cNvSpPr/>
              <p:nvPr/>
            </p:nvSpPr>
            <p:spPr>
              <a:xfrm>
                <a:off x="8550029" y="38439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8" name="Freeform 43677">
                <a:extLst>
                  <a:ext uri="{FF2B5EF4-FFF2-40B4-BE49-F238E27FC236}">
                    <a16:creationId xmlns:a16="http://schemas.microsoft.com/office/drawing/2014/main" id="{796DF562-0121-F2D0-8751-CCAF7CCD8590}"/>
                  </a:ext>
                </a:extLst>
              </p:cNvPr>
              <p:cNvSpPr/>
              <p:nvPr/>
            </p:nvSpPr>
            <p:spPr>
              <a:xfrm>
                <a:off x="8550624" y="3866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79" name="Freeform 43678">
                <a:extLst>
                  <a:ext uri="{FF2B5EF4-FFF2-40B4-BE49-F238E27FC236}">
                    <a16:creationId xmlns:a16="http://schemas.microsoft.com/office/drawing/2014/main" id="{3DCBFB11-AED7-E096-46C3-05644E2DDACF}"/>
                  </a:ext>
                </a:extLst>
              </p:cNvPr>
              <p:cNvSpPr/>
              <p:nvPr/>
            </p:nvSpPr>
            <p:spPr>
              <a:xfrm>
                <a:off x="8551120" y="385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0" name="Freeform 43679">
                <a:extLst>
                  <a:ext uri="{FF2B5EF4-FFF2-40B4-BE49-F238E27FC236}">
                    <a16:creationId xmlns:a16="http://schemas.microsoft.com/office/drawing/2014/main" id="{074402F9-75CC-EFBB-FB31-2F4C7A7C27DF}"/>
                  </a:ext>
                </a:extLst>
              </p:cNvPr>
              <p:cNvSpPr/>
              <p:nvPr/>
            </p:nvSpPr>
            <p:spPr>
              <a:xfrm>
                <a:off x="8551616" y="385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1" name="Freeform 43680">
                <a:extLst>
                  <a:ext uri="{FF2B5EF4-FFF2-40B4-BE49-F238E27FC236}">
                    <a16:creationId xmlns:a16="http://schemas.microsoft.com/office/drawing/2014/main" id="{BC0BB600-B3C8-79BA-C1C9-BBB96594917B}"/>
                  </a:ext>
                </a:extLst>
              </p:cNvPr>
              <p:cNvSpPr/>
              <p:nvPr/>
            </p:nvSpPr>
            <p:spPr>
              <a:xfrm>
                <a:off x="8552212" y="3885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2" name="Freeform 43681">
                <a:extLst>
                  <a:ext uri="{FF2B5EF4-FFF2-40B4-BE49-F238E27FC236}">
                    <a16:creationId xmlns:a16="http://schemas.microsoft.com/office/drawing/2014/main" id="{E14CF412-1BCC-DFDC-4EAE-95FCA5A92D58}"/>
                  </a:ext>
                </a:extLst>
              </p:cNvPr>
              <p:cNvSpPr/>
              <p:nvPr/>
            </p:nvSpPr>
            <p:spPr>
              <a:xfrm>
                <a:off x="8552708" y="38904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3" name="Freeform 43682">
                <a:extLst>
                  <a:ext uri="{FF2B5EF4-FFF2-40B4-BE49-F238E27FC236}">
                    <a16:creationId xmlns:a16="http://schemas.microsoft.com/office/drawing/2014/main" id="{64BB8DF8-12AC-2C72-4177-4CC026A28567}"/>
                  </a:ext>
                </a:extLst>
              </p:cNvPr>
              <p:cNvSpPr/>
              <p:nvPr/>
            </p:nvSpPr>
            <p:spPr>
              <a:xfrm>
                <a:off x="8553204" y="3830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4" name="Freeform 43683">
                <a:extLst>
                  <a:ext uri="{FF2B5EF4-FFF2-40B4-BE49-F238E27FC236}">
                    <a16:creationId xmlns:a16="http://schemas.microsoft.com/office/drawing/2014/main" id="{A68DBDA5-6763-39A0-F544-B904E71CAA5C}"/>
                  </a:ext>
                </a:extLst>
              </p:cNvPr>
              <p:cNvSpPr/>
              <p:nvPr/>
            </p:nvSpPr>
            <p:spPr>
              <a:xfrm>
                <a:off x="8553799" y="3450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5" name="Freeform 43684">
                <a:extLst>
                  <a:ext uri="{FF2B5EF4-FFF2-40B4-BE49-F238E27FC236}">
                    <a16:creationId xmlns:a16="http://schemas.microsoft.com/office/drawing/2014/main" id="{1CCB2D94-E541-8D2F-813E-11443D02B726}"/>
                  </a:ext>
                </a:extLst>
              </p:cNvPr>
              <p:cNvSpPr/>
              <p:nvPr/>
            </p:nvSpPr>
            <p:spPr>
              <a:xfrm>
                <a:off x="8554295" y="3464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6" name="Freeform 43685">
                <a:extLst>
                  <a:ext uri="{FF2B5EF4-FFF2-40B4-BE49-F238E27FC236}">
                    <a16:creationId xmlns:a16="http://schemas.microsoft.com/office/drawing/2014/main" id="{8FCEFD44-F88F-595A-1F84-60621653A907}"/>
                  </a:ext>
                </a:extLst>
              </p:cNvPr>
              <p:cNvSpPr/>
              <p:nvPr/>
            </p:nvSpPr>
            <p:spPr>
              <a:xfrm>
                <a:off x="8554791" y="3520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7" name="Freeform 43686">
                <a:extLst>
                  <a:ext uri="{FF2B5EF4-FFF2-40B4-BE49-F238E27FC236}">
                    <a16:creationId xmlns:a16="http://schemas.microsoft.com/office/drawing/2014/main" id="{BDB1400D-6903-A33B-33B2-BAA4F1EFC6DF}"/>
                  </a:ext>
                </a:extLst>
              </p:cNvPr>
              <p:cNvSpPr/>
              <p:nvPr/>
            </p:nvSpPr>
            <p:spPr>
              <a:xfrm>
                <a:off x="8555387" y="3536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8" name="Freeform 43687">
                <a:extLst>
                  <a:ext uri="{FF2B5EF4-FFF2-40B4-BE49-F238E27FC236}">
                    <a16:creationId xmlns:a16="http://schemas.microsoft.com/office/drawing/2014/main" id="{68D4A329-E4C9-0CC6-B66A-DC3561D91925}"/>
                  </a:ext>
                </a:extLst>
              </p:cNvPr>
              <p:cNvSpPr/>
              <p:nvPr/>
            </p:nvSpPr>
            <p:spPr>
              <a:xfrm>
                <a:off x="8555883" y="3522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89" name="Freeform 43688">
                <a:extLst>
                  <a:ext uri="{FF2B5EF4-FFF2-40B4-BE49-F238E27FC236}">
                    <a16:creationId xmlns:a16="http://schemas.microsoft.com/office/drawing/2014/main" id="{2BFBE2E6-D24D-898C-FCCE-C680476E2957}"/>
                  </a:ext>
                </a:extLst>
              </p:cNvPr>
              <p:cNvSpPr/>
              <p:nvPr/>
            </p:nvSpPr>
            <p:spPr>
              <a:xfrm>
                <a:off x="8556379" y="3499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0" name="Freeform 43689">
                <a:extLst>
                  <a:ext uri="{FF2B5EF4-FFF2-40B4-BE49-F238E27FC236}">
                    <a16:creationId xmlns:a16="http://schemas.microsoft.com/office/drawing/2014/main" id="{3B19DF37-9854-970E-54A5-787168E0219D}"/>
                  </a:ext>
                </a:extLst>
              </p:cNvPr>
              <p:cNvSpPr/>
              <p:nvPr/>
            </p:nvSpPr>
            <p:spPr>
              <a:xfrm>
                <a:off x="8556875" y="3471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1" name="Freeform 43690">
                <a:extLst>
                  <a:ext uri="{FF2B5EF4-FFF2-40B4-BE49-F238E27FC236}">
                    <a16:creationId xmlns:a16="http://schemas.microsoft.com/office/drawing/2014/main" id="{E53BE25F-AC88-AE2A-303B-9C7D5E3954C0}"/>
                  </a:ext>
                </a:extLst>
              </p:cNvPr>
              <p:cNvSpPr/>
              <p:nvPr/>
            </p:nvSpPr>
            <p:spPr>
              <a:xfrm>
                <a:off x="8557470" y="34468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2" name="Freeform 43691">
                <a:extLst>
                  <a:ext uri="{FF2B5EF4-FFF2-40B4-BE49-F238E27FC236}">
                    <a16:creationId xmlns:a16="http://schemas.microsoft.com/office/drawing/2014/main" id="{5B86354D-7757-6043-12CE-A5F67A171001}"/>
                  </a:ext>
                </a:extLst>
              </p:cNvPr>
              <p:cNvSpPr/>
              <p:nvPr/>
            </p:nvSpPr>
            <p:spPr>
              <a:xfrm>
                <a:off x="8557966" y="3437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3" name="Freeform 43692">
                <a:extLst>
                  <a:ext uri="{FF2B5EF4-FFF2-40B4-BE49-F238E27FC236}">
                    <a16:creationId xmlns:a16="http://schemas.microsoft.com/office/drawing/2014/main" id="{1A9205B6-00C4-AD32-D30D-E6EB726044F6}"/>
                  </a:ext>
                </a:extLst>
              </p:cNvPr>
              <p:cNvSpPr/>
              <p:nvPr/>
            </p:nvSpPr>
            <p:spPr>
              <a:xfrm>
                <a:off x="8558463" y="3412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4" name="Freeform 43693">
                <a:extLst>
                  <a:ext uri="{FF2B5EF4-FFF2-40B4-BE49-F238E27FC236}">
                    <a16:creationId xmlns:a16="http://schemas.microsoft.com/office/drawing/2014/main" id="{E9FAC0C5-9AF5-082B-B98E-89940E3D1D3D}"/>
                  </a:ext>
                </a:extLst>
              </p:cNvPr>
              <p:cNvSpPr/>
              <p:nvPr/>
            </p:nvSpPr>
            <p:spPr>
              <a:xfrm>
                <a:off x="8559058" y="3440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5" name="Freeform 43694">
                <a:extLst>
                  <a:ext uri="{FF2B5EF4-FFF2-40B4-BE49-F238E27FC236}">
                    <a16:creationId xmlns:a16="http://schemas.microsoft.com/office/drawing/2014/main" id="{12E27273-5F13-84DE-3C02-BB4CECBB427E}"/>
                  </a:ext>
                </a:extLst>
              </p:cNvPr>
              <p:cNvSpPr/>
              <p:nvPr/>
            </p:nvSpPr>
            <p:spPr>
              <a:xfrm>
                <a:off x="8559554" y="3448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6" name="Freeform 43695">
                <a:extLst>
                  <a:ext uri="{FF2B5EF4-FFF2-40B4-BE49-F238E27FC236}">
                    <a16:creationId xmlns:a16="http://schemas.microsoft.com/office/drawing/2014/main" id="{0D305276-5B8B-05F1-D52E-AEFEC808B290}"/>
                  </a:ext>
                </a:extLst>
              </p:cNvPr>
              <p:cNvSpPr/>
              <p:nvPr/>
            </p:nvSpPr>
            <p:spPr>
              <a:xfrm>
                <a:off x="8560050" y="3431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7" name="Freeform 43696">
                <a:extLst>
                  <a:ext uri="{FF2B5EF4-FFF2-40B4-BE49-F238E27FC236}">
                    <a16:creationId xmlns:a16="http://schemas.microsoft.com/office/drawing/2014/main" id="{192098F2-5211-BBCE-18AD-914D5612CFBD}"/>
                  </a:ext>
                </a:extLst>
              </p:cNvPr>
              <p:cNvSpPr/>
              <p:nvPr/>
            </p:nvSpPr>
            <p:spPr>
              <a:xfrm>
                <a:off x="8560645" y="34211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8" name="Freeform 43697">
                <a:extLst>
                  <a:ext uri="{FF2B5EF4-FFF2-40B4-BE49-F238E27FC236}">
                    <a16:creationId xmlns:a16="http://schemas.microsoft.com/office/drawing/2014/main" id="{4DD9698A-ADA6-27E2-0713-7FAE08B382E5}"/>
                  </a:ext>
                </a:extLst>
              </p:cNvPr>
              <p:cNvSpPr/>
              <p:nvPr/>
            </p:nvSpPr>
            <p:spPr>
              <a:xfrm>
                <a:off x="8561141" y="3436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99" name="Freeform 43698">
                <a:extLst>
                  <a:ext uri="{FF2B5EF4-FFF2-40B4-BE49-F238E27FC236}">
                    <a16:creationId xmlns:a16="http://schemas.microsoft.com/office/drawing/2014/main" id="{7D630CBD-7721-A65F-BA5E-07ECC44976BB}"/>
                  </a:ext>
                </a:extLst>
              </p:cNvPr>
              <p:cNvSpPr/>
              <p:nvPr/>
            </p:nvSpPr>
            <p:spPr>
              <a:xfrm>
                <a:off x="8561638" y="3419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0" name="Freeform 43699">
                <a:extLst>
                  <a:ext uri="{FF2B5EF4-FFF2-40B4-BE49-F238E27FC236}">
                    <a16:creationId xmlns:a16="http://schemas.microsoft.com/office/drawing/2014/main" id="{16416872-DE47-6927-942C-87946FB504DB}"/>
                  </a:ext>
                </a:extLst>
              </p:cNvPr>
              <p:cNvSpPr/>
              <p:nvPr/>
            </p:nvSpPr>
            <p:spPr>
              <a:xfrm>
                <a:off x="8562233" y="3648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1" name="Freeform 43700">
                <a:extLst>
                  <a:ext uri="{FF2B5EF4-FFF2-40B4-BE49-F238E27FC236}">
                    <a16:creationId xmlns:a16="http://schemas.microsoft.com/office/drawing/2014/main" id="{7175E12D-5174-BB82-85E2-0D7C9B4506BE}"/>
                  </a:ext>
                </a:extLst>
              </p:cNvPr>
              <p:cNvSpPr/>
              <p:nvPr/>
            </p:nvSpPr>
            <p:spPr>
              <a:xfrm>
                <a:off x="8562729" y="3730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2" name="Freeform 43701">
                <a:extLst>
                  <a:ext uri="{FF2B5EF4-FFF2-40B4-BE49-F238E27FC236}">
                    <a16:creationId xmlns:a16="http://schemas.microsoft.com/office/drawing/2014/main" id="{F1698B4F-3E2D-79FC-7400-B47FB28C744E}"/>
                  </a:ext>
                </a:extLst>
              </p:cNvPr>
              <p:cNvSpPr/>
              <p:nvPr/>
            </p:nvSpPr>
            <p:spPr>
              <a:xfrm>
                <a:off x="8563225" y="3746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3" name="Freeform 43702">
                <a:extLst>
                  <a:ext uri="{FF2B5EF4-FFF2-40B4-BE49-F238E27FC236}">
                    <a16:creationId xmlns:a16="http://schemas.microsoft.com/office/drawing/2014/main" id="{3FC993D8-FCF2-F024-7BB7-115E6CB38A75}"/>
                  </a:ext>
                </a:extLst>
              </p:cNvPr>
              <p:cNvSpPr/>
              <p:nvPr/>
            </p:nvSpPr>
            <p:spPr>
              <a:xfrm>
                <a:off x="8563820" y="3721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4" name="Freeform 43703">
                <a:extLst>
                  <a:ext uri="{FF2B5EF4-FFF2-40B4-BE49-F238E27FC236}">
                    <a16:creationId xmlns:a16="http://schemas.microsoft.com/office/drawing/2014/main" id="{0E94152A-46D5-B963-412A-D8FF50406CA2}"/>
                  </a:ext>
                </a:extLst>
              </p:cNvPr>
              <p:cNvSpPr/>
              <p:nvPr/>
            </p:nvSpPr>
            <p:spPr>
              <a:xfrm>
                <a:off x="8564316" y="3695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5" name="Freeform 43704">
                <a:extLst>
                  <a:ext uri="{FF2B5EF4-FFF2-40B4-BE49-F238E27FC236}">
                    <a16:creationId xmlns:a16="http://schemas.microsoft.com/office/drawing/2014/main" id="{55103966-86D5-4E34-C8DD-D84CE5FE38B0}"/>
                  </a:ext>
                </a:extLst>
              </p:cNvPr>
              <p:cNvSpPr/>
              <p:nvPr/>
            </p:nvSpPr>
            <p:spPr>
              <a:xfrm>
                <a:off x="8564813" y="3678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6" name="Freeform 43705">
                <a:extLst>
                  <a:ext uri="{FF2B5EF4-FFF2-40B4-BE49-F238E27FC236}">
                    <a16:creationId xmlns:a16="http://schemas.microsoft.com/office/drawing/2014/main" id="{ABAA9052-8C43-3BB9-847C-84DC8E2CE2FF}"/>
                  </a:ext>
                </a:extLst>
              </p:cNvPr>
              <p:cNvSpPr/>
              <p:nvPr/>
            </p:nvSpPr>
            <p:spPr>
              <a:xfrm>
                <a:off x="8565408" y="3667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7" name="Freeform 43706">
                <a:extLst>
                  <a:ext uri="{FF2B5EF4-FFF2-40B4-BE49-F238E27FC236}">
                    <a16:creationId xmlns:a16="http://schemas.microsoft.com/office/drawing/2014/main" id="{3613D55B-E162-0FAA-8672-AFE20271930A}"/>
                  </a:ext>
                </a:extLst>
              </p:cNvPr>
              <p:cNvSpPr/>
              <p:nvPr/>
            </p:nvSpPr>
            <p:spPr>
              <a:xfrm>
                <a:off x="8565904" y="3627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8" name="Freeform 43707">
                <a:extLst>
                  <a:ext uri="{FF2B5EF4-FFF2-40B4-BE49-F238E27FC236}">
                    <a16:creationId xmlns:a16="http://schemas.microsoft.com/office/drawing/2014/main" id="{E688D140-9F4C-55A2-4EA9-3F1F4107BD9F}"/>
                  </a:ext>
                </a:extLst>
              </p:cNvPr>
              <p:cNvSpPr/>
              <p:nvPr/>
            </p:nvSpPr>
            <p:spPr>
              <a:xfrm>
                <a:off x="8566400" y="3552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09" name="Freeform 43708">
                <a:extLst>
                  <a:ext uri="{FF2B5EF4-FFF2-40B4-BE49-F238E27FC236}">
                    <a16:creationId xmlns:a16="http://schemas.microsoft.com/office/drawing/2014/main" id="{216124B1-CDD0-7015-6BB0-506C5575C5D5}"/>
                  </a:ext>
                </a:extLst>
              </p:cNvPr>
              <p:cNvSpPr/>
              <p:nvPr/>
            </p:nvSpPr>
            <p:spPr>
              <a:xfrm>
                <a:off x="8566995" y="3459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0" name="Freeform 43709">
                <a:extLst>
                  <a:ext uri="{FF2B5EF4-FFF2-40B4-BE49-F238E27FC236}">
                    <a16:creationId xmlns:a16="http://schemas.microsoft.com/office/drawing/2014/main" id="{36F8B598-A645-4385-2B95-BB4C3493D209}"/>
                  </a:ext>
                </a:extLst>
              </p:cNvPr>
              <p:cNvSpPr/>
              <p:nvPr/>
            </p:nvSpPr>
            <p:spPr>
              <a:xfrm>
                <a:off x="8567491" y="3535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1" name="Freeform 43710">
                <a:extLst>
                  <a:ext uri="{FF2B5EF4-FFF2-40B4-BE49-F238E27FC236}">
                    <a16:creationId xmlns:a16="http://schemas.microsoft.com/office/drawing/2014/main" id="{EFDE950B-D57F-6090-6D98-21A5C9F10B48}"/>
                  </a:ext>
                </a:extLst>
              </p:cNvPr>
              <p:cNvSpPr/>
              <p:nvPr/>
            </p:nvSpPr>
            <p:spPr>
              <a:xfrm>
                <a:off x="8567988" y="3536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2" name="Freeform 43711">
                <a:extLst>
                  <a:ext uri="{FF2B5EF4-FFF2-40B4-BE49-F238E27FC236}">
                    <a16:creationId xmlns:a16="http://schemas.microsoft.com/office/drawing/2014/main" id="{AEBCEC61-0032-482F-D986-2334838238BE}"/>
                  </a:ext>
                </a:extLst>
              </p:cNvPr>
              <p:cNvSpPr/>
              <p:nvPr/>
            </p:nvSpPr>
            <p:spPr>
              <a:xfrm>
                <a:off x="8568484" y="3528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3" name="Freeform 43712">
                <a:extLst>
                  <a:ext uri="{FF2B5EF4-FFF2-40B4-BE49-F238E27FC236}">
                    <a16:creationId xmlns:a16="http://schemas.microsoft.com/office/drawing/2014/main" id="{1D4EA768-BA25-022F-5C0C-AAA87591EFB7}"/>
                  </a:ext>
                </a:extLst>
              </p:cNvPr>
              <p:cNvSpPr/>
              <p:nvPr/>
            </p:nvSpPr>
            <p:spPr>
              <a:xfrm>
                <a:off x="8569079" y="3491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4" name="Freeform 43713">
                <a:extLst>
                  <a:ext uri="{FF2B5EF4-FFF2-40B4-BE49-F238E27FC236}">
                    <a16:creationId xmlns:a16="http://schemas.microsoft.com/office/drawing/2014/main" id="{BE4881C1-4483-D3FB-DD4A-BA47A8655D72}"/>
                  </a:ext>
                </a:extLst>
              </p:cNvPr>
              <p:cNvSpPr/>
              <p:nvPr/>
            </p:nvSpPr>
            <p:spPr>
              <a:xfrm>
                <a:off x="8569575" y="3416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5" name="Freeform 43714">
                <a:extLst>
                  <a:ext uri="{FF2B5EF4-FFF2-40B4-BE49-F238E27FC236}">
                    <a16:creationId xmlns:a16="http://schemas.microsoft.com/office/drawing/2014/main" id="{3826FF3D-B76D-8029-4FE5-B4A886FFEFB5}"/>
                  </a:ext>
                </a:extLst>
              </p:cNvPr>
              <p:cNvSpPr/>
              <p:nvPr/>
            </p:nvSpPr>
            <p:spPr>
              <a:xfrm>
                <a:off x="8570071" y="3401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6" name="Freeform 43715">
                <a:extLst>
                  <a:ext uri="{FF2B5EF4-FFF2-40B4-BE49-F238E27FC236}">
                    <a16:creationId xmlns:a16="http://schemas.microsoft.com/office/drawing/2014/main" id="{5AC5ECBA-078B-B5E0-4550-B4769EA2536D}"/>
                  </a:ext>
                </a:extLst>
              </p:cNvPr>
              <p:cNvSpPr/>
              <p:nvPr/>
            </p:nvSpPr>
            <p:spPr>
              <a:xfrm>
                <a:off x="8570666" y="3341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7" name="Freeform 43716">
                <a:extLst>
                  <a:ext uri="{FF2B5EF4-FFF2-40B4-BE49-F238E27FC236}">
                    <a16:creationId xmlns:a16="http://schemas.microsoft.com/office/drawing/2014/main" id="{32AEBBE5-9D13-B154-211D-ADA766FBC8C4}"/>
                  </a:ext>
                </a:extLst>
              </p:cNvPr>
              <p:cNvSpPr/>
              <p:nvPr/>
            </p:nvSpPr>
            <p:spPr>
              <a:xfrm>
                <a:off x="8571163" y="33166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8" name="Freeform 43717">
                <a:extLst>
                  <a:ext uri="{FF2B5EF4-FFF2-40B4-BE49-F238E27FC236}">
                    <a16:creationId xmlns:a16="http://schemas.microsoft.com/office/drawing/2014/main" id="{5A2A3273-0DF5-2457-316E-503D34423254}"/>
                  </a:ext>
                </a:extLst>
              </p:cNvPr>
              <p:cNvSpPr/>
              <p:nvPr/>
            </p:nvSpPr>
            <p:spPr>
              <a:xfrm>
                <a:off x="8571659" y="3293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19" name="Freeform 43718">
                <a:extLst>
                  <a:ext uri="{FF2B5EF4-FFF2-40B4-BE49-F238E27FC236}">
                    <a16:creationId xmlns:a16="http://schemas.microsoft.com/office/drawing/2014/main" id="{40A9E5C3-7884-3541-1897-749B175AFE57}"/>
                  </a:ext>
                </a:extLst>
              </p:cNvPr>
              <p:cNvSpPr/>
              <p:nvPr/>
            </p:nvSpPr>
            <p:spPr>
              <a:xfrm>
                <a:off x="8572254" y="3247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0" name="Freeform 43719">
                <a:extLst>
                  <a:ext uri="{FF2B5EF4-FFF2-40B4-BE49-F238E27FC236}">
                    <a16:creationId xmlns:a16="http://schemas.microsoft.com/office/drawing/2014/main" id="{D3FE9AF8-BEEB-2411-7008-202F5B96FE61}"/>
                  </a:ext>
                </a:extLst>
              </p:cNvPr>
              <p:cNvSpPr/>
              <p:nvPr/>
            </p:nvSpPr>
            <p:spPr>
              <a:xfrm>
                <a:off x="8572750" y="3231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1" name="Freeform 43720">
                <a:extLst>
                  <a:ext uri="{FF2B5EF4-FFF2-40B4-BE49-F238E27FC236}">
                    <a16:creationId xmlns:a16="http://schemas.microsoft.com/office/drawing/2014/main" id="{57A5A997-68E0-F5A8-54CD-6EAE800A9101}"/>
                  </a:ext>
                </a:extLst>
              </p:cNvPr>
              <p:cNvSpPr/>
              <p:nvPr/>
            </p:nvSpPr>
            <p:spPr>
              <a:xfrm>
                <a:off x="8573246" y="32342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2" name="Freeform 43721">
                <a:extLst>
                  <a:ext uri="{FF2B5EF4-FFF2-40B4-BE49-F238E27FC236}">
                    <a16:creationId xmlns:a16="http://schemas.microsoft.com/office/drawing/2014/main" id="{8FD893C1-92FD-20DB-816C-299BCF0BF795}"/>
                  </a:ext>
                </a:extLst>
              </p:cNvPr>
              <p:cNvSpPr/>
              <p:nvPr/>
            </p:nvSpPr>
            <p:spPr>
              <a:xfrm>
                <a:off x="8573841" y="32881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3" name="Freeform 43722">
                <a:extLst>
                  <a:ext uri="{FF2B5EF4-FFF2-40B4-BE49-F238E27FC236}">
                    <a16:creationId xmlns:a16="http://schemas.microsoft.com/office/drawing/2014/main" id="{65025F25-A284-81B9-64CC-240C2AB9CA04}"/>
                  </a:ext>
                </a:extLst>
              </p:cNvPr>
              <p:cNvSpPr/>
              <p:nvPr/>
            </p:nvSpPr>
            <p:spPr>
              <a:xfrm>
                <a:off x="8574338" y="33497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4" name="Freeform 43723">
                <a:extLst>
                  <a:ext uri="{FF2B5EF4-FFF2-40B4-BE49-F238E27FC236}">
                    <a16:creationId xmlns:a16="http://schemas.microsoft.com/office/drawing/2014/main" id="{03674C23-5799-8C3C-CB38-2CCA90F354D6}"/>
                  </a:ext>
                </a:extLst>
              </p:cNvPr>
              <p:cNvSpPr/>
              <p:nvPr/>
            </p:nvSpPr>
            <p:spPr>
              <a:xfrm>
                <a:off x="8574834" y="3732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5" name="Freeform 43724">
                <a:extLst>
                  <a:ext uri="{FF2B5EF4-FFF2-40B4-BE49-F238E27FC236}">
                    <a16:creationId xmlns:a16="http://schemas.microsoft.com/office/drawing/2014/main" id="{84E5AAA4-FBAF-1C0C-1BB1-F7013DB55319}"/>
                  </a:ext>
                </a:extLst>
              </p:cNvPr>
              <p:cNvSpPr/>
              <p:nvPr/>
            </p:nvSpPr>
            <p:spPr>
              <a:xfrm>
                <a:off x="8575429" y="3930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6" name="Freeform 43725">
                <a:extLst>
                  <a:ext uri="{FF2B5EF4-FFF2-40B4-BE49-F238E27FC236}">
                    <a16:creationId xmlns:a16="http://schemas.microsoft.com/office/drawing/2014/main" id="{160875BB-62F9-CCD1-8A8B-197EF0DBE94A}"/>
                  </a:ext>
                </a:extLst>
              </p:cNvPr>
              <p:cNvSpPr/>
              <p:nvPr/>
            </p:nvSpPr>
            <p:spPr>
              <a:xfrm>
                <a:off x="8575925" y="39476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7" name="Freeform 43726">
                <a:extLst>
                  <a:ext uri="{FF2B5EF4-FFF2-40B4-BE49-F238E27FC236}">
                    <a16:creationId xmlns:a16="http://schemas.microsoft.com/office/drawing/2014/main" id="{B66A4E5C-5691-BDF4-3C30-CE2DD0FE7B83}"/>
                  </a:ext>
                </a:extLst>
              </p:cNvPr>
              <p:cNvSpPr/>
              <p:nvPr/>
            </p:nvSpPr>
            <p:spPr>
              <a:xfrm>
                <a:off x="8576421" y="3940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8" name="Freeform 43727">
                <a:extLst>
                  <a:ext uri="{FF2B5EF4-FFF2-40B4-BE49-F238E27FC236}">
                    <a16:creationId xmlns:a16="http://schemas.microsoft.com/office/drawing/2014/main" id="{89F219D1-643A-18E2-3A61-792DFCCDA87E}"/>
                  </a:ext>
                </a:extLst>
              </p:cNvPr>
              <p:cNvSpPr/>
              <p:nvPr/>
            </p:nvSpPr>
            <p:spPr>
              <a:xfrm>
                <a:off x="8577016" y="3930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29" name="Freeform 43728">
                <a:extLst>
                  <a:ext uri="{FF2B5EF4-FFF2-40B4-BE49-F238E27FC236}">
                    <a16:creationId xmlns:a16="http://schemas.microsoft.com/office/drawing/2014/main" id="{D3EEF3EC-BA29-DB1A-F3F5-5EBC66460498}"/>
                  </a:ext>
                </a:extLst>
              </p:cNvPr>
              <p:cNvSpPr/>
              <p:nvPr/>
            </p:nvSpPr>
            <p:spPr>
              <a:xfrm>
                <a:off x="8577513" y="3930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0" name="Freeform 43729">
                <a:extLst>
                  <a:ext uri="{FF2B5EF4-FFF2-40B4-BE49-F238E27FC236}">
                    <a16:creationId xmlns:a16="http://schemas.microsoft.com/office/drawing/2014/main" id="{1DBCF6F0-B1CD-2D05-FF2F-E005E1FD0A5C}"/>
                  </a:ext>
                </a:extLst>
              </p:cNvPr>
              <p:cNvSpPr/>
              <p:nvPr/>
            </p:nvSpPr>
            <p:spPr>
              <a:xfrm>
                <a:off x="8578009" y="39410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1" name="Freeform 43730">
                <a:extLst>
                  <a:ext uri="{FF2B5EF4-FFF2-40B4-BE49-F238E27FC236}">
                    <a16:creationId xmlns:a16="http://schemas.microsoft.com/office/drawing/2014/main" id="{7CC42A22-9358-4BBE-202E-EA64B9706571}"/>
                  </a:ext>
                </a:extLst>
              </p:cNvPr>
              <p:cNvSpPr/>
              <p:nvPr/>
            </p:nvSpPr>
            <p:spPr>
              <a:xfrm>
                <a:off x="8578604" y="39227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2" name="Freeform 43731">
                <a:extLst>
                  <a:ext uri="{FF2B5EF4-FFF2-40B4-BE49-F238E27FC236}">
                    <a16:creationId xmlns:a16="http://schemas.microsoft.com/office/drawing/2014/main" id="{F8B5553D-A15B-28E3-DF81-FC428361A002}"/>
                  </a:ext>
                </a:extLst>
              </p:cNvPr>
              <p:cNvSpPr/>
              <p:nvPr/>
            </p:nvSpPr>
            <p:spPr>
              <a:xfrm>
                <a:off x="8579100" y="3513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3" name="Freeform 43732">
                <a:extLst>
                  <a:ext uri="{FF2B5EF4-FFF2-40B4-BE49-F238E27FC236}">
                    <a16:creationId xmlns:a16="http://schemas.microsoft.com/office/drawing/2014/main" id="{C0BE2902-129A-6C23-C898-D645FDFB515D}"/>
                  </a:ext>
                </a:extLst>
              </p:cNvPr>
              <p:cNvSpPr/>
              <p:nvPr/>
            </p:nvSpPr>
            <p:spPr>
              <a:xfrm>
                <a:off x="8579596" y="3398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4" name="Freeform 43733">
                <a:extLst>
                  <a:ext uri="{FF2B5EF4-FFF2-40B4-BE49-F238E27FC236}">
                    <a16:creationId xmlns:a16="http://schemas.microsoft.com/office/drawing/2014/main" id="{2C9E3836-C142-DD1E-E305-B47F055158CD}"/>
                  </a:ext>
                </a:extLst>
              </p:cNvPr>
              <p:cNvSpPr/>
              <p:nvPr/>
            </p:nvSpPr>
            <p:spPr>
              <a:xfrm>
                <a:off x="8580191" y="3424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5" name="Freeform 43734">
                <a:extLst>
                  <a:ext uri="{FF2B5EF4-FFF2-40B4-BE49-F238E27FC236}">
                    <a16:creationId xmlns:a16="http://schemas.microsoft.com/office/drawing/2014/main" id="{45219CB7-1D35-A806-C954-2B039B86FAE1}"/>
                  </a:ext>
                </a:extLst>
              </p:cNvPr>
              <p:cNvSpPr/>
              <p:nvPr/>
            </p:nvSpPr>
            <p:spPr>
              <a:xfrm>
                <a:off x="8580688" y="3431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6" name="Freeform 43735">
                <a:extLst>
                  <a:ext uri="{FF2B5EF4-FFF2-40B4-BE49-F238E27FC236}">
                    <a16:creationId xmlns:a16="http://schemas.microsoft.com/office/drawing/2014/main" id="{BAB7C943-E6AF-4F4F-4C68-DC93D4D7352E}"/>
                  </a:ext>
                </a:extLst>
              </p:cNvPr>
              <p:cNvSpPr/>
              <p:nvPr/>
            </p:nvSpPr>
            <p:spPr>
              <a:xfrm>
                <a:off x="8581184" y="3409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7" name="Freeform 43736">
                <a:extLst>
                  <a:ext uri="{FF2B5EF4-FFF2-40B4-BE49-F238E27FC236}">
                    <a16:creationId xmlns:a16="http://schemas.microsoft.com/office/drawing/2014/main" id="{7F04B3F3-9FC0-3127-DAD8-8765B750FF26}"/>
                  </a:ext>
                </a:extLst>
              </p:cNvPr>
              <p:cNvSpPr/>
              <p:nvPr/>
            </p:nvSpPr>
            <p:spPr>
              <a:xfrm>
                <a:off x="8581680" y="3385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8" name="Freeform 43737">
                <a:extLst>
                  <a:ext uri="{FF2B5EF4-FFF2-40B4-BE49-F238E27FC236}">
                    <a16:creationId xmlns:a16="http://schemas.microsoft.com/office/drawing/2014/main" id="{EFE0EF8C-8426-F5EC-F212-7092E32DF91A}"/>
                  </a:ext>
                </a:extLst>
              </p:cNvPr>
              <p:cNvSpPr/>
              <p:nvPr/>
            </p:nvSpPr>
            <p:spPr>
              <a:xfrm>
                <a:off x="8582275" y="3359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39" name="Freeform 43738">
                <a:extLst>
                  <a:ext uri="{FF2B5EF4-FFF2-40B4-BE49-F238E27FC236}">
                    <a16:creationId xmlns:a16="http://schemas.microsoft.com/office/drawing/2014/main" id="{F2CDE0E2-C187-D188-1BAE-EC4CAC4A2461}"/>
                  </a:ext>
                </a:extLst>
              </p:cNvPr>
              <p:cNvSpPr/>
              <p:nvPr/>
            </p:nvSpPr>
            <p:spPr>
              <a:xfrm>
                <a:off x="8582771" y="3330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0" name="Freeform 43739">
                <a:extLst>
                  <a:ext uri="{FF2B5EF4-FFF2-40B4-BE49-F238E27FC236}">
                    <a16:creationId xmlns:a16="http://schemas.microsoft.com/office/drawing/2014/main" id="{6959F544-C9A2-F1BB-401B-CB1BF2233F89}"/>
                  </a:ext>
                </a:extLst>
              </p:cNvPr>
              <p:cNvSpPr/>
              <p:nvPr/>
            </p:nvSpPr>
            <p:spPr>
              <a:xfrm>
                <a:off x="8583267" y="3317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1" name="Freeform 43740">
                <a:extLst>
                  <a:ext uri="{FF2B5EF4-FFF2-40B4-BE49-F238E27FC236}">
                    <a16:creationId xmlns:a16="http://schemas.microsoft.com/office/drawing/2014/main" id="{D8E7A23D-5BCB-F447-DB1E-86ED93F34E89}"/>
                  </a:ext>
                </a:extLst>
              </p:cNvPr>
              <p:cNvSpPr/>
              <p:nvPr/>
            </p:nvSpPr>
            <p:spPr>
              <a:xfrm>
                <a:off x="8583863" y="33027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2" name="Freeform 43741">
                <a:extLst>
                  <a:ext uri="{FF2B5EF4-FFF2-40B4-BE49-F238E27FC236}">
                    <a16:creationId xmlns:a16="http://schemas.microsoft.com/office/drawing/2014/main" id="{7B17FFD7-439D-FE60-464F-E3743734F248}"/>
                  </a:ext>
                </a:extLst>
              </p:cNvPr>
              <p:cNvSpPr/>
              <p:nvPr/>
            </p:nvSpPr>
            <p:spPr>
              <a:xfrm>
                <a:off x="8584359" y="32659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3" name="Freeform 43742">
                <a:extLst>
                  <a:ext uri="{FF2B5EF4-FFF2-40B4-BE49-F238E27FC236}">
                    <a16:creationId xmlns:a16="http://schemas.microsoft.com/office/drawing/2014/main" id="{E76704AD-FB5E-2B0A-05B8-BD7CBAADC495}"/>
                  </a:ext>
                </a:extLst>
              </p:cNvPr>
              <p:cNvSpPr/>
              <p:nvPr/>
            </p:nvSpPr>
            <p:spPr>
              <a:xfrm>
                <a:off x="8584855" y="32174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4" name="Freeform 43743">
                <a:extLst>
                  <a:ext uri="{FF2B5EF4-FFF2-40B4-BE49-F238E27FC236}">
                    <a16:creationId xmlns:a16="http://schemas.microsoft.com/office/drawing/2014/main" id="{845074B2-8FB9-1313-D871-6C299C24F66D}"/>
                  </a:ext>
                </a:extLst>
              </p:cNvPr>
              <p:cNvSpPr/>
              <p:nvPr/>
            </p:nvSpPr>
            <p:spPr>
              <a:xfrm>
                <a:off x="8585450" y="31962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5" name="Freeform 43744">
                <a:extLst>
                  <a:ext uri="{FF2B5EF4-FFF2-40B4-BE49-F238E27FC236}">
                    <a16:creationId xmlns:a16="http://schemas.microsoft.com/office/drawing/2014/main" id="{000CE13F-1B2E-5248-D9B1-30D0E61EDA5A}"/>
                  </a:ext>
                </a:extLst>
              </p:cNvPr>
              <p:cNvSpPr/>
              <p:nvPr/>
            </p:nvSpPr>
            <p:spPr>
              <a:xfrm>
                <a:off x="8585946" y="32031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6" name="Freeform 43745">
                <a:extLst>
                  <a:ext uri="{FF2B5EF4-FFF2-40B4-BE49-F238E27FC236}">
                    <a16:creationId xmlns:a16="http://schemas.microsoft.com/office/drawing/2014/main" id="{D378B4E0-A3C5-F367-7208-F90AE7EB8F98}"/>
                  </a:ext>
                </a:extLst>
              </p:cNvPr>
              <p:cNvSpPr/>
              <p:nvPr/>
            </p:nvSpPr>
            <p:spPr>
              <a:xfrm>
                <a:off x="8586442" y="32549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7" name="Freeform 43746">
                <a:extLst>
                  <a:ext uri="{FF2B5EF4-FFF2-40B4-BE49-F238E27FC236}">
                    <a16:creationId xmlns:a16="http://schemas.microsoft.com/office/drawing/2014/main" id="{AB5EBBD7-FB6A-9F1A-2BA1-28C0E2B0FA63}"/>
                  </a:ext>
                </a:extLst>
              </p:cNvPr>
              <p:cNvSpPr/>
              <p:nvPr/>
            </p:nvSpPr>
            <p:spPr>
              <a:xfrm>
                <a:off x="8587038" y="3329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8" name="Freeform 43747">
                <a:extLst>
                  <a:ext uri="{FF2B5EF4-FFF2-40B4-BE49-F238E27FC236}">
                    <a16:creationId xmlns:a16="http://schemas.microsoft.com/office/drawing/2014/main" id="{36F36A53-1B0A-886B-EC2B-DA5A8E648C3B}"/>
                  </a:ext>
                </a:extLst>
              </p:cNvPr>
              <p:cNvSpPr/>
              <p:nvPr/>
            </p:nvSpPr>
            <p:spPr>
              <a:xfrm>
                <a:off x="8587534" y="3427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49" name="Freeform 43748">
                <a:extLst>
                  <a:ext uri="{FF2B5EF4-FFF2-40B4-BE49-F238E27FC236}">
                    <a16:creationId xmlns:a16="http://schemas.microsoft.com/office/drawing/2014/main" id="{08C962E3-C8C9-0B1D-F960-859BFF96BB6A}"/>
                  </a:ext>
                </a:extLst>
              </p:cNvPr>
              <p:cNvSpPr/>
              <p:nvPr/>
            </p:nvSpPr>
            <p:spPr>
              <a:xfrm>
                <a:off x="8588030" y="3682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0" name="Freeform 43749">
                <a:extLst>
                  <a:ext uri="{FF2B5EF4-FFF2-40B4-BE49-F238E27FC236}">
                    <a16:creationId xmlns:a16="http://schemas.microsoft.com/office/drawing/2014/main" id="{187C67C3-F85E-66AD-83A0-7E98196AD94A}"/>
                  </a:ext>
                </a:extLst>
              </p:cNvPr>
              <p:cNvSpPr/>
              <p:nvPr/>
            </p:nvSpPr>
            <p:spPr>
              <a:xfrm>
                <a:off x="8588625" y="3742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1" name="Freeform 43750">
                <a:extLst>
                  <a:ext uri="{FF2B5EF4-FFF2-40B4-BE49-F238E27FC236}">
                    <a16:creationId xmlns:a16="http://schemas.microsoft.com/office/drawing/2014/main" id="{8BC2199F-EB01-7F4B-6821-F75B9790EB33}"/>
                  </a:ext>
                </a:extLst>
              </p:cNvPr>
              <p:cNvSpPr/>
              <p:nvPr/>
            </p:nvSpPr>
            <p:spPr>
              <a:xfrm>
                <a:off x="8589121" y="3753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2" name="Freeform 43751">
                <a:extLst>
                  <a:ext uri="{FF2B5EF4-FFF2-40B4-BE49-F238E27FC236}">
                    <a16:creationId xmlns:a16="http://schemas.microsoft.com/office/drawing/2014/main" id="{812E6882-D57D-0C64-514E-C446C36FA674}"/>
                  </a:ext>
                </a:extLst>
              </p:cNvPr>
              <p:cNvSpPr/>
              <p:nvPr/>
            </p:nvSpPr>
            <p:spPr>
              <a:xfrm>
                <a:off x="8589617" y="3702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3" name="Freeform 43752">
                <a:extLst>
                  <a:ext uri="{FF2B5EF4-FFF2-40B4-BE49-F238E27FC236}">
                    <a16:creationId xmlns:a16="http://schemas.microsoft.com/office/drawing/2014/main" id="{B4699F75-9C3E-925D-3D55-6221A3A4F0BA}"/>
                  </a:ext>
                </a:extLst>
              </p:cNvPr>
              <p:cNvSpPr/>
              <p:nvPr/>
            </p:nvSpPr>
            <p:spPr>
              <a:xfrm>
                <a:off x="8590213" y="3711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4" name="Freeform 43753">
                <a:extLst>
                  <a:ext uri="{FF2B5EF4-FFF2-40B4-BE49-F238E27FC236}">
                    <a16:creationId xmlns:a16="http://schemas.microsoft.com/office/drawing/2014/main" id="{1DBE8B5C-0D35-49EA-785A-5EAB5D9F9D17}"/>
                  </a:ext>
                </a:extLst>
              </p:cNvPr>
              <p:cNvSpPr/>
              <p:nvPr/>
            </p:nvSpPr>
            <p:spPr>
              <a:xfrm>
                <a:off x="8590709" y="3605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5" name="Freeform 43754">
                <a:extLst>
                  <a:ext uri="{FF2B5EF4-FFF2-40B4-BE49-F238E27FC236}">
                    <a16:creationId xmlns:a16="http://schemas.microsoft.com/office/drawing/2014/main" id="{C2DAFD49-29E7-0BD6-EE2D-DA935CBCF36A}"/>
                  </a:ext>
                </a:extLst>
              </p:cNvPr>
              <p:cNvSpPr/>
              <p:nvPr/>
            </p:nvSpPr>
            <p:spPr>
              <a:xfrm>
                <a:off x="8591205" y="33962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6" name="Freeform 43755">
                <a:extLst>
                  <a:ext uri="{FF2B5EF4-FFF2-40B4-BE49-F238E27FC236}">
                    <a16:creationId xmlns:a16="http://schemas.microsoft.com/office/drawing/2014/main" id="{380BC9DD-A64D-1B6A-FAF4-CA1B7FCE36CD}"/>
                  </a:ext>
                </a:extLst>
              </p:cNvPr>
              <p:cNvSpPr/>
              <p:nvPr/>
            </p:nvSpPr>
            <p:spPr>
              <a:xfrm>
                <a:off x="8591800" y="33746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7" name="Freeform 43756">
                <a:extLst>
                  <a:ext uri="{FF2B5EF4-FFF2-40B4-BE49-F238E27FC236}">
                    <a16:creationId xmlns:a16="http://schemas.microsoft.com/office/drawing/2014/main" id="{0F50E9EA-28C2-A845-F20B-CB8F5075FD81}"/>
                  </a:ext>
                </a:extLst>
              </p:cNvPr>
              <p:cNvSpPr/>
              <p:nvPr/>
            </p:nvSpPr>
            <p:spPr>
              <a:xfrm>
                <a:off x="8592296" y="3450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8" name="Freeform 43757">
                <a:extLst>
                  <a:ext uri="{FF2B5EF4-FFF2-40B4-BE49-F238E27FC236}">
                    <a16:creationId xmlns:a16="http://schemas.microsoft.com/office/drawing/2014/main" id="{24E57E03-C7DA-8F89-E34B-BFA5E0862741}"/>
                  </a:ext>
                </a:extLst>
              </p:cNvPr>
              <p:cNvSpPr/>
              <p:nvPr/>
            </p:nvSpPr>
            <p:spPr>
              <a:xfrm>
                <a:off x="8592792" y="3479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59" name="Freeform 43758">
                <a:extLst>
                  <a:ext uri="{FF2B5EF4-FFF2-40B4-BE49-F238E27FC236}">
                    <a16:creationId xmlns:a16="http://schemas.microsoft.com/office/drawing/2014/main" id="{29A9B9B2-EB0E-687F-120C-C02942068338}"/>
                  </a:ext>
                </a:extLst>
              </p:cNvPr>
              <p:cNvSpPr/>
              <p:nvPr/>
            </p:nvSpPr>
            <p:spPr>
              <a:xfrm>
                <a:off x="8593288" y="3504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0" name="Freeform 43759">
                <a:extLst>
                  <a:ext uri="{FF2B5EF4-FFF2-40B4-BE49-F238E27FC236}">
                    <a16:creationId xmlns:a16="http://schemas.microsoft.com/office/drawing/2014/main" id="{030D3040-380E-0AA5-FD90-DA2CDBFA0DC5}"/>
                  </a:ext>
                </a:extLst>
              </p:cNvPr>
              <p:cNvSpPr/>
              <p:nvPr/>
            </p:nvSpPr>
            <p:spPr>
              <a:xfrm>
                <a:off x="8593884" y="3473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1" name="Freeform 43760">
                <a:extLst>
                  <a:ext uri="{FF2B5EF4-FFF2-40B4-BE49-F238E27FC236}">
                    <a16:creationId xmlns:a16="http://schemas.microsoft.com/office/drawing/2014/main" id="{4617BE62-7A33-3481-30AB-2B175CFF4889}"/>
                  </a:ext>
                </a:extLst>
              </p:cNvPr>
              <p:cNvSpPr/>
              <p:nvPr/>
            </p:nvSpPr>
            <p:spPr>
              <a:xfrm>
                <a:off x="8594380" y="3492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2" name="Freeform 43761">
                <a:extLst>
                  <a:ext uri="{FF2B5EF4-FFF2-40B4-BE49-F238E27FC236}">
                    <a16:creationId xmlns:a16="http://schemas.microsoft.com/office/drawing/2014/main" id="{25E3BFE6-8AB2-EE2A-5065-4B5B0AE26661}"/>
                  </a:ext>
                </a:extLst>
              </p:cNvPr>
              <p:cNvSpPr/>
              <p:nvPr/>
            </p:nvSpPr>
            <p:spPr>
              <a:xfrm>
                <a:off x="8594876" y="3443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3" name="Freeform 43762">
                <a:extLst>
                  <a:ext uri="{FF2B5EF4-FFF2-40B4-BE49-F238E27FC236}">
                    <a16:creationId xmlns:a16="http://schemas.microsoft.com/office/drawing/2014/main" id="{65074502-7E3C-63D0-F03A-BCC5CDF93C55}"/>
                  </a:ext>
                </a:extLst>
              </p:cNvPr>
              <p:cNvSpPr/>
              <p:nvPr/>
            </p:nvSpPr>
            <p:spPr>
              <a:xfrm>
                <a:off x="8595471" y="3398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4" name="Freeform 43763">
                <a:extLst>
                  <a:ext uri="{FF2B5EF4-FFF2-40B4-BE49-F238E27FC236}">
                    <a16:creationId xmlns:a16="http://schemas.microsoft.com/office/drawing/2014/main" id="{253329AA-B017-E7C5-DF12-450790CC91F1}"/>
                  </a:ext>
                </a:extLst>
              </p:cNvPr>
              <p:cNvSpPr/>
              <p:nvPr/>
            </p:nvSpPr>
            <p:spPr>
              <a:xfrm>
                <a:off x="8595967" y="3330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5" name="Freeform 43764">
                <a:extLst>
                  <a:ext uri="{FF2B5EF4-FFF2-40B4-BE49-F238E27FC236}">
                    <a16:creationId xmlns:a16="http://schemas.microsoft.com/office/drawing/2014/main" id="{05B1915F-BF52-1FD5-6610-67D5EABE4CCD}"/>
                  </a:ext>
                </a:extLst>
              </p:cNvPr>
              <p:cNvSpPr/>
              <p:nvPr/>
            </p:nvSpPr>
            <p:spPr>
              <a:xfrm>
                <a:off x="8596463" y="32472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6" name="Freeform 43765">
                <a:extLst>
                  <a:ext uri="{FF2B5EF4-FFF2-40B4-BE49-F238E27FC236}">
                    <a16:creationId xmlns:a16="http://schemas.microsoft.com/office/drawing/2014/main" id="{BFA2516A-95AA-1529-9D22-BF2944D7DEF3}"/>
                  </a:ext>
                </a:extLst>
              </p:cNvPr>
              <p:cNvSpPr/>
              <p:nvPr/>
            </p:nvSpPr>
            <p:spPr>
              <a:xfrm>
                <a:off x="8597059" y="3236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7" name="Freeform 43766">
                <a:extLst>
                  <a:ext uri="{FF2B5EF4-FFF2-40B4-BE49-F238E27FC236}">
                    <a16:creationId xmlns:a16="http://schemas.microsoft.com/office/drawing/2014/main" id="{C04192F7-C8BA-8422-E910-47470723D09E}"/>
                  </a:ext>
                </a:extLst>
              </p:cNvPr>
              <p:cNvSpPr/>
              <p:nvPr/>
            </p:nvSpPr>
            <p:spPr>
              <a:xfrm>
                <a:off x="8597555" y="3224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8" name="Freeform 43767">
                <a:extLst>
                  <a:ext uri="{FF2B5EF4-FFF2-40B4-BE49-F238E27FC236}">
                    <a16:creationId xmlns:a16="http://schemas.microsoft.com/office/drawing/2014/main" id="{3B8EEAAE-36C1-B62B-FF5C-AF62839083D4}"/>
                  </a:ext>
                </a:extLst>
              </p:cNvPr>
              <p:cNvSpPr/>
              <p:nvPr/>
            </p:nvSpPr>
            <p:spPr>
              <a:xfrm>
                <a:off x="8598051" y="32244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69" name="Freeform 43768">
                <a:extLst>
                  <a:ext uri="{FF2B5EF4-FFF2-40B4-BE49-F238E27FC236}">
                    <a16:creationId xmlns:a16="http://schemas.microsoft.com/office/drawing/2014/main" id="{46E9AA23-B606-E439-B0BE-0AF8DDF63C56}"/>
                  </a:ext>
                </a:extLst>
              </p:cNvPr>
              <p:cNvSpPr/>
              <p:nvPr/>
            </p:nvSpPr>
            <p:spPr>
              <a:xfrm>
                <a:off x="8598646" y="32215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0" name="Freeform 43769">
                <a:extLst>
                  <a:ext uri="{FF2B5EF4-FFF2-40B4-BE49-F238E27FC236}">
                    <a16:creationId xmlns:a16="http://schemas.microsoft.com/office/drawing/2014/main" id="{E1E0C5BF-62AF-1785-A16E-4C17C2FAD4EF}"/>
                  </a:ext>
                </a:extLst>
              </p:cNvPr>
              <p:cNvSpPr/>
              <p:nvPr/>
            </p:nvSpPr>
            <p:spPr>
              <a:xfrm>
                <a:off x="8599142" y="32921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1" name="Freeform 43770">
                <a:extLst>
                  <a:ext uri="{FF2B5EF4-FFF2-40B4-BE49-F238E27FC236}">
                    <a16:creationId xmlns:a16="http://schemas.microsoft.com/office/drawing/2014/main" id="{13BE0930-C1CA-F4F5-76EF-EE6FC538C095}"/>
                  </a:ext>
                </a:extLst>
              </p:cNvPr>
              <p:cNvSpPr/>
              <p:nvPr/>
            </p:nvSpPr>
            <p:spPr>
              <a:xfrm>
                <a:off x="8599638" y="3317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2" name="Freeform 43771">
                <a:extLst>
                  <a:ext uri="{FF2B5EF4-FFF2-40B4-BE49-F238E27FC236}">
                    <a16:creationId xmlns:a16="http://schemas.microsoft.com/office/drawing/2014/main" id="{04A59124-C490-3EB2-7A17-6F0BAB587033}"/>
                  </a:ext>
                </a:extLst>
              </p:cNvPr>
              <p:cNvSpPr/>
              <p:nvPr/>
            </p:nvSpPr>
            <p:spPr>
              <a:xfrm>
                <a:off x="8600234" y="3474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3" name="Freeform 43772">
                <a:extLst>
                  <a:ext uri="{FF2B5EF4-FFF2-40B4-BE49-F238E27FC236}">
                    <a16:creationId xmlns:a16="http://schemas.microsoft.com/office/drawing/2014/main" id="{DAA02814-0924-79D3-BCF1-D23DD690154C}"/>
                  </a:ext>
                </a:extLst>
              </p:cNvPr>
              <p:cNvSpPr/>
              <p:nvPr/>
            </p:nvSpPr>
            <p:spPr>
              <a:xfrm>
                <a:off x="8600730" y="3723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4" name="Freeform 43773">
                <a:extLst>
                  <a:ext uri="{FF2B5EF4-FFF2-40B4-BE49-F238E27FC236}">
                    <a16:creationId xmlns:a16="http://schemas.microsoft.com/office/drawing/2014/main" id="{C17B2418-B46F-BA83-E337-910713EF8748}"/>
                  </a:ext>
                </a:extLst>
              </p:cNvPr>
              <p:cNvSpPr/>
              <p:nvPr/>
            </p:nvSpPr>
            <p:spPr>
              <a:xfrm>
                <a:off x="8601226" y="3738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5" name="Freeform 43774">
                <a:extLst>
                  <a:ext uri="{FF2B5EF4-FFF2-40B4-BE49-F238E27FC236}">
                    <a16:creationId xmlns:a16="http://schemas.microsoft.com/office/drawing/2014/main" id="{4F45AEE4-C678-9637-0A7F-10B8B89E0D2B}"/>
                  </a:ext>
                </a:extLst>
              </p:cNvPr>
              <p:cNvSpPr/>
              <p:nvPr/>
            </p:nvSpPr>
            <p:spPr>
              <a:xfrm>
                <a:off x="8601821" y="3732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6" name="Freeform 43775">
                <a:extLst>
                  <a:ext uri="{FF2B5EF4-FFF2-40B4-BE49-F238E27FC236}">
                    <a16:creationId xmlns:a16="http://schemas.microsoft.com/office/drawing/2014/main" id="{CE39C7BB-34B3-2890-A502-2AD299BB1571}"/>
                  </a:ext>
                </a:extLst>
              </p:cNvPr>
              <p:cNvSpPr/>
              <p:nvPr/>
            </p:nvSpPr>
            <p:spPr>
              <a:xfrm>
                <a:off x="8602317" y="3730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7" name="Freeform 43776">
                <a:extLst>
                  <a:ext uri="{FF2B5EF4-FFF2-40B4-BE49-F238E27FC236}">
                    <a16:creationId xmlns:a16="http://schemas.microsoft.com/office/drawing/2014/main" id="{0F2DCD58-C50C-3971-71AD-0CD6E6CEEAEA}"/>
                  </a:ext>
                </a:extLst>
              </p:cNvPr>
              <p:cNvSpPr/>
              <p:nvPr/>
            </p:nvSpPr>
            <p:spPr>
              <a:xfrm>
                <a:off x="8602813" y="3727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8" name="Freeform 43777">
                <a:extLst>
                  <a:ext uri="{FF2B5EF4-FFF2-40B4-BE49-F238E27FC236}">
                    <a16:creationId xmlns:a16="http://schemas.microsoft.com/office/drawing/2014/main" id="{BBD06395-1144-44CF-4CCB-9EE6E2E8360C}"/>
                  </a:ext>
                </a:extLst>
              </p:cNvPr>
              <p:cNvSpPr/>
              <p:nvPr/>
            </p:nvSpPr>
            <p:spPr>
              <a:xfrm>
                <a:off x="8603409" y="3739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79" name="Freeform 43778">
                <a:extLst>
                  <a:ext uri="{FF2B5EF4-FFF2-40B4-BE49-F238E27FC236}">
                    <a16:creationId xmlns:a16="http://schemas.microsoft.com/office/drawing/2014/main" id="{240BF677-DF68-C337-9B38-59248D7B5705}"/>
                  </a:ext>
                </a:extLst>
              </p:cNvPr>
              <p:cNvSpPr/>
              <p:nvPr/>
            </p:nvSpPr>
            <p:spPr>
              <a:xfrm>
                <a:off x="8603905" y="3750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0" name="Freeform 43779">
                <a:extLst>
                  <a:ext uri="{FF2B5EF4-FFF2-40B4-BE49-F238E27FC236}">
                    <a16:creationId xmlns:a16="http://schemas.microsoft.com/office/drawing/2014/main" id="{2E04F71B-1087-4423-FA01-25AFAC28F943}"/>
                  </a:ext>
                </a:extLst>
              </p:cNvPr>
              <p:cNvSpPr/>
              <p:nvPr/>
            </p:nvSpPr>
            <p:spPr>
              <a:xfrm>
                <a:off x="8604401" y="3497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1" name="Freeform 43780">
                <a:extLst>
                  <a:ext uri="{FF2B5EF4-FFF2-40B4-BE49-F238E27FC236}">
                    <a16:creationId xmlns:a16="http://schemas.microsoft.com/office/drawing/2014/main" id="{F64CA8C1-28C8-ABA3-AEBA-95182902B04B}"/>
                  </a:ext>
                </a:extLst>
              </p:cNvPr>
              <p:cNvSpPr/>
              <p:nvPr/>
            </p:nvSpPr>
            <p:spPr>
              <a:xfrm>
                <a:off x="8604897" y="3472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2" name="Freeform 43781">
                <a:extLst>
                  <a:ext uri="{FF2B5EF4-FFF2-40B4-BE49-F238E27FC236}">
                    <a16:creationId xmlns:a16="http://schemas.microsoft.com/office/drawing/2014/main" id="{1325E012-DE58-2BC8-CECA-35D80069EC60}"/>
                  </a:ext>
                </a:extLst>
              </p:cNvPr>
              <p:cNvSpPr/>
              <p:nvPr/>
            </p:nvSpPr>
            <p:spPr>
              <a:xfrm>
                <a:off x="8605492" y="3492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3" name="Freeform 43782">
                <a:extLst>
                  <a:ext uri="{FF2B5EF4-FFF2-40B4-BE49-F238E27FC236}">
                    <a16:creationId xmlns:a16="http://schemas.microsoft.com/office/drawing/2014/main" id="{5562622E-EFEA-6560-73A5-6396AA5B51B3}"/>
                  </a:ext>
                </a:extLst>
              </p:cNvPr>
              <p:cNvSpPr/>
              <p:nvPr/>
            </p:nvSpPr>
            <p:spPr>
              <a:xfrm>
                <a:off x="8605988" y="3485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4" name="Freeform 43783">
                <a:extLst>
                  <a:ext uri="{FF2B5EF4-FFF2-40B4-BE49-F238E27FC236}">
                    <a16:creationId xmlns:a16="http://schemas.microsoft.com/office/drawing/2014/main" id="{ED8B59C9-69EF-6F46-258D-F251D06D1489}"/>
                  </a:ext>
                </a:extLst>
              </p:cNvPr>
              <p:cNvSpPr/>
              <p:nvPr/>
            </p:nvSpPr>
            <p:spPr>
              <a:xfrm>
                <a:off x="8606484" y="3474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5" name="Freeform 43784">
                <a:extLst>
                  <a:ext uri="{FF2B5EF4-FFF2-40B4-BE49-F238E27FC236}">
                    <a16:creationId xmlns:a16="http://schemas.microsoft.com/office/drawing/2014/main" id="{53CDE067-872E-F0A3-C97D-FFEF0E510BC3}"/>
                  </a:ext>
                </a:extLst>
              </p:cNvPr>
              <p:cNvSpPr/>
              <p:nvPr/>
            </p:nvSpPr>
            <p:spPr>
              <a:xfrm>
                <a:off x="8607080" y="3467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6" name="Freeform 43785">
                <a:extLst>
                  <a:ext uri="{FF2B5EF4-FFF2-40B4-BE49-F238E27FC236}">
                    <a16:creationId xmlns:a16="http://schemas.microsoft.com/office/drawing/2014/main" id="{05BCB18E-1389-B374-6811-E7B4378A2123}"/>
                  </a:ext>
                </a:extLst>
              </p:cNvPr>
              <p:cNvSpPr/>
              <p:nvPr/>
            </p:nvSpPr>
            <p:spPr>
              <a:xfrm>
                <a:off x="8607576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7" name="Freeform 43786">
                <a:extLst>
                  <a:ext uri="{FF2B5EF4-FFF2-40B4-BE49-F238E27FC236}">
                    <a16:creationId xmlns:a16="http://schemas.microsoft.com/office/drawing/2014/main" id="{3A3BD5DE-7D94-41A1-49DF-AC99957AB703}"/>
                  </a:ext>
                </a:extLst>
              </p:cNvPr>
              <p:cNvSpPr/>
              <p:nvPr/>
            </p:nvSpPr>
            <p:spPr>
              <a:xfrm>
                <a:off x="8608072" y="3421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8" name="Freeform 43787">
                <a:extLst>
                  <a:ext uri="{FF2B5EF4-FFF2-40B4-BE49-F238E27FC236}">
                    <a16:creationId xmlns:a16="http://schemas.microsoft.com/office/drawing/2014/main" id="{685205F2-F17F-6759-17C4-A73D6CF92EF7}"/>
                  </a:ext>
                </a:extLst>
              </p:cNvPr>
              <p:cNvSpPr/>
              <p:nvPr/>
            </p:nvSpPr>
            <p:spPr>
              <a:xfrm>
                <a:off x="8608667" y="3349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89" name="Freeform 43788">
                <a:extLst>
                  <a:ext uri="{FF2B5EF4-FFF2-40B4-BE49-F238E27FC236}">
                    <a16:creationId xmlns:a16="http://schemas.microsoft.com/office/drawing/2014/main" id="{1A47B9FF-F574-EA0B-AC2C-71D5A0C28019}"/>
                  </a:ext>
                </a:extLst>
              </p:cNvPr>
              <p:cNvSpPr/>
              <p:nvPr/>
            </p:nvSpPr>
            <p:spPr>
              <a:xfrm>
                <a:off x="8609163" y="3328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0" name="Freeform 43789">
                <a:extLst>
                  <a:ext uri="{FF2B5EF4-FFF2-40B4-BE49-F238E27FC236}">
                    <a16:creationId xmlns:a16="http://schemas.microsoft.com/office/drawing/2014/main" id="{7D437E68-E611-6759-02DE-2256D354778D}"/>
                  </a:ext>
                </a:extLst>
              </p:cNvPr>
              <p:cNvSpPr/>
              <p:nvPr/>
            </p:nvSpPr>
            <p:spPr>
              <a:xfrm>
                <a:off x="8609659" y="3287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1" name="Freeform 43790">
                <a:extLst>
                  <a:ext uri="{FF2B5EF4-FFF2-40B4-BE49-F238E27FC236}">
                    <a16:creationId xmlns:a16="http://schemas.microsoft.com/office/drawing/2014/main" id="{B5A0C937-C742-3E63-4474-906DB0010C69}"/>
                  </a:ext>
                </a:extLst>
              </p:cNvPr>
              <p:cNvSpPr/>
              <p:nvPr/>
            </p:nvSpPr>
            <p:spPr>
              <a:xfrm>
                <a:off x="8610255" y="3265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2" name="Freeform 43791">
                <a:extLst>
                  <a:ext uri="{FF2B5EF4-FFF2-40B4-BE49-F238E27FC236}">
                    <a16:creationId xmlns:a16="http://schemas.microsoft.com/office/drawing/2014/main" id="{5CB5A4C6-90B5-C3CC-CD9A-775ACF34F87B}"/>
                  </a:ext>
                </a:extLst>
              </p:cNvPr>
              <p:cNvSpPr/>
              <p:nvPr/>
            </p:nvSpPr>
            <p:spPr>
              <a:xfrm>
                <a:off x="8610751" y="3246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3" name="Freeform 43792">
                <a:extLst>
                  <a:ext uri="{FF2B5EF4-FFF2-40B4-BE49-F238E27FC236}">
                    <a16:creationId xmlns:a16="http://schemas.microsoft.com/office/drawing/2014/main" id="{12867CD2-03BC-4672-486F-450B0843C49C}"/>
                  </a:ext>
                </a:extLst>
              </p:cNvPr>
              <p:cNvSpPr/>
              <p:nvPr/>
            </p:nvSpPr>
            <p:spPr>
              <a:xfrm>
                <a:off x="8611247" y="3270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4" name="Freeform 43793">
                <a:extLst>
                  <a:ext uri="{FF2B5EF4-FFF2-40B4-BE49-F238E27FC236}">
                    <a16:creationId xmlns:a16="http://schemas.microsoft.com/office/drawing/2014/main" id="{25080E4D-F957-254A-29B8-AD0172AFD66C}"/>
                  </a:ext>
                </a:extLst>
              </p:cNvPr>
              <p:cNvSpPr/>
              <p:nvPr/>
            </p:nvSpPr>
            <p:spPr>
              <a:xfrm>
                <a:off x="8611842" y="3280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5" name="Freeform 43794">
                <a:extLst>
                  <a:ext uri="{FF2B5EF4-FFF2-40B4-BE49-F238E27FC236}">
                    <a16:creationId xmlns:a16="http://schemas.microsoft.com/office/drawing/2014/main" id="{813A934F-62CE-6B75-1129-81B2E91C1A89}"/>
                  </a:ext>
                </a:extLst>
              </p:cNvPr>
              <p:cNvSpPr/>
              <p:nvPr/>
            </p:nvSpPr>
            <p:spPr>
              <a:xfrm>
                <a:off x="8612338" y="3341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6" name="Freeform 43795">
                <a:extLst>
                  <a:ext uri="{FF2B5EF4-FFF2-40B4-BE49-F238E27FC236}">
                    <a16:creationId xmlns:a16="http://schemas.microsoft.com/office/drawing/2014/main" id="{6EA23424-C884-E512-888D-9CE485B1FD16}"/>
                  </a:ext>
                </a:extLst>
              </p:cNvPr>
              <p:cNvSpPr/>
              <p:nvPr/>
            </p:nvSpPr>
            <p:spPr>
              <a:xfrm>
                <a:off x="8612834" y="3624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7" name="Freeform 43796">
                <a:extLst>
                  <a:ext uri="{FF2B5EF4-FFF2-40B4-BE49-F238E27FC236}">
                    <a16:creationId xmlns:a16="http://schemas.microsoft.com/office/drawing/2014/main" id="{1D6B434B-DD80-732B-7813-8ACD736BA86B}"/>
                  </a:ext>
                </a:extLst>
              </p:cNvPr>
              <p:cNvSpPr/>
              <p:nvPr/>
            </p:nvSpPr>
            <p:spPr>
              <a:xfrm>
                <a:off x="8613430" y="3822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8" name="Freeform 43797">
                <a:extLst>
                  <a:ext uri="{FF2B5EF4-FFF2-40B4-BE49-F238E27FC236}">
                    <a16:creationId xmlns:a16="http://schemas.microsoft.com/office/drawing/2014/main" id="{E62A28B3-FA0D-8B3F-E284-716372ABAEA0}"/>
                  </a:ext>
                </a:extLst>
              </p:cNvPr>
              <p:cNvSpPr/>
              <p:nvPr/>
            </p:nvSpPr>
            <p:spPr>
              <a:xfrm>
                <a:off x="8613926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99" name="Freeform 43798">
                <a:extLst>
                  <a:ext uri="{FF2B5EF4-FFF2-40B4-BE49-F238E27FC236}">
                    <a16:creationId xmlns:a16="http://schemas.microsoft.com/office/drawing/2014/main" id="{AA9517AA-EA5C-5736-FCA2-2A66363016D2}"/>
                  </a:ext>
                </a:extLst>
              </p:cNvPr>
              <p:cNvSpPr/>
              <p:nvPr/>
            </p:nvSpPr>
            <p:spPr>
              <a:xfrm>
                <a:off x="8614422" y="381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0" name="Freeform 43799">
                <a:extLst>
                  <a:ext uri="{FF2B5EF4-FFF2-40B4-BE49-F238E27FC236}">
                    <a16:creationId xmlns:a16="http://schemas.microsoft.com/office/drawing/2014/main" id="{98BCB0BC-1D03-98BD-EFBC-9A4CF10F6FF7}"/>
                  </a:ext>
                </a:extLst>
              </p:cNvPr>
              <p:cNvSpPr/>
              <p:nvPr/>
            </p:nvSpPr>
            <p:spPr>
              <a:xfrm>
                <a:off x="8615017" y="3815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1" name="Freeform 43800">
                <a:extLst>
                  <a:ext uri="{FF2B5EF4-FFF2-40B4-BE49-F238E27FC236}">
                    <a16:creationId xmlns:a16="http://schemas.microsoft.com/office/drawing/2014/main" id="{4F42A4F3-51A3-3370-3A2F-6E298E10E2A2}"/>
                  </a:ext>
                </a:extLst>
              </p:cNvPr>
              <p:cNvSpPr/>
              <p:nvPr/>
            </p:nvSpPr>
            <p:spPr>
              <a:xfrm>
                <a:off x="8615513" y="3808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2" name="Freeform 43801">
                <a:extLst>
                  <a:ext uri="{FF2B5EF4-FFF2-40B4-BE49-F238E27FC236}">
                    <a16:creationId xmlns:a16="http://schemas.microsoft.com/office/drawing/2014/main" id="{4390BD86-9ED2-5387-91A8-F9FFB85C4B43}"/>
                  </a:ext>
                </a:extLst>
              </p:cNvPr>
              <p:cNvSpPr/>
              <p:nvPr/>
            </p:nvSpPr>
            <p:spPr>
              <a:xfrm>
                <a:off x="8616009" y="3827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3" name="Freeform 43802">
                <a:extLst>
                  <a:ext uri="{FF2B5EF4-FFF2-40B4-BE49-F238E27FC236}">
                    <a16:creationId xmlns:a16="http://schemas.microsoft.com/office/drawing/2014/main" id="{4F8C38CA-DEBC-AF18-D08A-2E4070F44091}"/>
                  </a:ext>
                </a:extLst>
              </p:cNvPr>
              <p:cNvSpPr/>
              <p:nvPr/>
            </p:nvSpPr>
            <p:spPr>
              <a:xfrm>
                <a:off x="8616605" y="3822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4" name="Freeform 43803">
                <a:extLst>
                  <a:ext uri="{FF2B5EF4-FFF2-40B4-BE49-F238E27FC236}">
                    <a16:creationId xmlns:a16="http://schemas.microsoft.com/office/drawing/2014/main" id="{4D041548-3841-7EA0-2121-E1A05DD0D35C}"/>
                  </a:ext>
                </a:extLst>
              </p:cNvPr>
              <p:cNvSpPr/>
              <p:nvPr/>
            </p:nvSpPr>
            <p:spPr>
              <a:xfrm>
                <a:off x="8617101" y="3577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5" name="Freeform 43804">
                <a:extLst>
                  <a:ext uri="{FF2B5EF4-FFF2-40B4-BE49-F238E27FC236}">
                    <a16:creationId xmlns:a16="http://schemas.microsoft.com/office/drawing/2014/main" id="{233CF779-E6B7-DB6E-B7D3-FB32C3C5CA48}"/>
                  </a:ext>
                </a:extLst>
              </p:cNvPr>
              <p:cNvSpPr/>
              <p:nvPr/>
            </p:nvSpPr>
            <p:spPr>
              <a:xfrm>
                <a:off x="8617597" y="3437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6" name="Freeform 43805">
                <a:extLst>
                  <a:ext uri="{FF2B5EF4-FFF2-40B4-BE49-F238E27FC236}">
                    <a16:creationId xmlns:a16="http://schemas.microsoft.com/office/drawing/2014/main" id="{DFA712FF-67C9-5008-FE6E-679B1F608FDD}"/>
                  </a:ext>
                </a:extLst>
              </p:cNvPr>
              <p:cNvSpPr/>
              <p:nvPr/>
            </p:nvSpPr>
            <p:spPr>
              <a:xfrm>
                <a:off x="8618093" y="3480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7" name="Freeform 43806">
                <a:extLst>
                  <a:ext uri="{FF2B5EF4-FFF2-40B4-BE49-F238E27FC236}">
                    <a16:creationId xmlns:a16="http://schemas.microsoft.com/office/drawing/2014/main" id="{D640EECF-A074-1571-A7F7-7F57DD02C13D}"/>
                  </a:ext>
                </a:extLst>
              </p:cNvPr>
              <p:cNvSpPr/>
              <p:nvPr/>
            </p:nvSpPr>
            <p:spPr>
              <a:xfrm>
                <a:off x="8618688" y="3452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8" name="Freeform 43807">
                <a:extLst>
                  <a:ext uri="{FF2B5EF4-FFF2-40B4-BE49-F238E27FC236}">
                    <a16:creationId xmlns:a16="http://schemas.microsoft.com/office/drawing/2014/main" id="{433FB0D8-A58F-7E36-E920-E824E2EC8764}"/>
                  </a:ext>
                </a:extLst>
              </p:cNvPr>
              <p:cNvSpPr/>
              <p:nvPr/>
            </p:nvSpPr>
            <p:spPr>
              <a:xfrm>
                <a:off x="8619184" y="3475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09" name="Freeform 43808">
                <a:extLst>
                  <a:ext uri="{FF2B5EF4-FFF2-40B4-BE49-F238E27FC236}">
                    <a16:creationId xmlns:a16="http://schemas.microsoft.com/office/drawing/2014/main" id="{C4E6CE86-CDF4-3CA8-5DE2-7FBF50C521E6}"/>
                  </a:ext>
                </a:extLst>
              </p:cNvPr>
              <p:cNvSpPr/>
              <p:nvPr/>
            </p:nvSpPr>
            <p:spPr>
              <a:xfrm>
                <a:off x="8619680" y="3413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0" name="Freeform 43809">
                <a:extLst>
                  <a:ext uri="{FF2B5EF4-FFF2-40B4-BE49-F238E27FC236}">
                    <a16:creationId xmlns:a16="http://schemas.microsoft.com/office/drawing/2014/main" id="{AE1BDBE0-B317-E569-6B79-3E0E65B5B182}"/>
                  </a:ext>
                </a:extLst>
              </p:cNvPr>
              <p:cNvSpPr/>
              <p:nvPr/>
            </p:nvSpPr>
            <p:spPr>
              <a:xfrm>
                <a:off x="8620276" y="3355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1" name="Freeform 43810">
                <a:extLst>
                  <a:ext uri="{FF2B5EF4-FFF2-40B4-BE49-F238E27FC236}">
                    <a16:creationId xmlns:a16="http://schemas.microsoft.com/office/drawing/2014/main" id="{CAF15F78-67E9-1911-7A70-EE3CA4973AE7}"/>
                  </a:ext>
                </a:extLst>
              </p:cNvPr>
              <p:cNvSpPr/>
              <p:nvPr/>
            </p:nvSpPr>
            <p:spPr>
              <a:xfrm>
                <a:off x="8620772" y="3307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2" name="Freeform 43811">
                <a:extLst>
                  <a:ext uri="{FF2B5EF4-FFF2-40B4-BE49-F238E27FC236}">
                    <a16:creationId xmlns:a16="http://schemas.microsoft.com/office/drawing/2014/main" id="{1B293D3E-3247-9299-7E91-9271F1BBA4A1}"/>
                  </a:ext>
                </a:extLst>
              </p:cNvPr>
              <p:cNvSpPr/>
              <p:nvPr/>
            </p:nvSpPr>
            <p:spPr>
              <a:xfrm>
                <a:off x="8621268" y="3268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3" name="Freeform 43812">
                <a:extLst>
                  <a:ext uri="{FF2B5EF4-FFF2-40B4-BE49-F238E27FC236}">
                    <a16:creationId xmlns:a16="http://schemas.microsoft.com/office/drawing/2014/main" id="{D0B1032A-4ECF-EB34-CC21-3879B727F3D7}"/>
                  </a:ext>
                </a:extLst>
              </p:cNvPr>
              <p:cNvSpPr/>
              <p:nvPr/>
            </p:nvSpPr>
            <p:spPr>
              <a:xfrm>
                <a:off x="8621863" y="3245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4" name="Freeform 43813">
                <a:extLst>
                  <a:ext uri="{FF2B5EF4-FFF2-40B4-BE49-F238E27FC236}">
                    <a16:creationId xmlns:a16="http://schemas.microsoft.com/office/drawing/2014/main" id="{7620055D-9B9A-103D-DC49-57E2C0ED78D0}"/>
                  </a:ext>
                </a:extLst>
              </p:cNvPr>
              <p:cNvSpPr/>
              <p:nvPr/>
            </p:nvSpPr>
            <p:spPr>
              <a:xfrm>
                <a:off x="8622359" y="3214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5" name="Freeform 43814">
                <a:extLst>
                  <a:ext uri="{FF2B5EF4-FFF2-40B4-BE49-F238E27FC236}">
                    <a16:creationId xmlns:a16="http://schemas.microsoft.com/office/drawing/2014/main" id="{0B4069D8-8A32-6ED7-2C0A-91DF43BCD34F}"/>
                  </a:ext>
                </a:extLst>
              </p:cNvPr>
              <p:cNvSpPr/>
              <p:nvPr/>
            </p:nvSpPr>
            <p:spPr>
              <a:xfrm>
                <a:off x="8622855" y="3204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6" name="Freeform 43815">
                <a:extLst>
                  <a:ext uri="{FF2B5EF4-FFF2-40B4-BE49-F238E27FC236}">
                    <a16:creationId xmlns:a16="http://schemas.microsoft.com/office/drawing/2014/main" id="{F4866607-5AC6-7F1C-B34E-CEDBACA7187A}"/>
                  </a:ext>
                </a:extLst>
              </p:cNvPr>
              <p:cNvSpPr/>
              <p:nvPr/>
            </p:nvSpPr>
            <p:spPr>
              <a:xfrm>
                <a:off x="8623451" y="3182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7" name="Freeform 43816">
                <a:extLst>
                  <a:ext uri="{FF2B5EF4-FFF2-40B4-BE49-F238E27FC236}">
                    <a16:creationId xmlns:a16="http://schemas.microsoft.com/office/drawing/2014/main" id="{D1924846-2B65-742B-5223-7D7AD2D6E6C5}"/>
                  </a:ext>
                </a:extLst>
              </p:cNvPr>
              <p:cNvSpPr/>
              <p:nvPr/>
            </p:nvSpPr>
            <p:spPr>
              <a:xfrm>
                <a:off x="8623947" y="3200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8" name="Freeform 43817">
                <a:extLst>
                  <a:ext uri="{FF2B5EF4-FFF2-40B4-BE49-F238E27FC236}">
                    <a16:creationId xmlns:a16="http://schemas.microsoft.com/office/drawing/2014/main" id="{18FCA246-E5FE-9DB0-9750-1AEDD9C8BFD5}"/>
                  </a:ext>
                </a:extLst>
              </p:cNvPr>
              <p:cNvSpPr/>
              <p:nvPr/>
            </p:nvSpPr>
            <p:spPr>
              <a:xfrm>
                <a:off x="8624443" y="325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19" name="Freeform 43818">
                <a:extLst>
                  <a:ext uri="{FF2B5EF4-FFF2-40B4-BE49-F238E27FC236}">
                    <a16:creationId xmlns:a16="http://schemas.microsoft.com/office/drawing/2014/main" id="{ECAE5A3E-0BA8-EA07-75A9-96015B00E109}"/>
                  </a:ext>
                </a:extLst>
              </p:cNvPr>
              <p:cNvSpPr/>
              <p:nvPr/>
            </p:nvSpPr>
            <p:spPr>
              <a:xfrm>
                <a:off x="8625038" y="3296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0" name="Freeform 43819">
                <a:extLst>
                  <a:ext uri="{FF2B5EF4-FFF2-40B4-BE49-F238E27FC236}">
                    <a16:creationId xmlns:a16="http://schemas.microsoft.com/office/drawing/2014/main" id="{7E30B913-7F2D-5360-DFCA-8A534BE43120}"/>
                  </a:ext>
                </a:extLst>
              </p:cNvPr>
              <p:cNvSpPr/>
              <p:nvPr/>
            </p:nvSpPr>
            <p:spPr>
              <a:xfrm>
                <a:off x="8625534" y="3632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1" name="Freeform 43820">
                <a:extLst>
                  <a:ext uri="{FF2B5EF4-FFF2-40B4-BE49-F238E27FC236}">
                    <a16:creationId xmlns:a16="http://schemas.microsoft.com/office/drawing/2014/main" id="{C43280AA-ADFE-A24F-D1C5-2F6574142552}"/>
                  </a:ext>
                </a:extLst>
              </p:cNvPr>
              <p:cNvSpPr/>
              <p:nvPr/>
            </p:nvSpPr>
            <p:spPr>
              <a:xfrm>
                <a:off x="8626030" y="3763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2" name="Freeform 43821">
                <a:extLst>
                  <a:ext uri="{FF2B5EF4-FFF2-40B4-BE49-F238E27FC236}">
                    <a16:creationId xmlns:a16="http://schemas.microsoft.com/office/drawing/2014/main" id="{B84654D7-0B87-DBF3-BF30-9A28D7C5BB1C}"/>
                  </a:ext>
                </a:extLst>
              </p:cNvPr>
              <p:cNvSpPr/>
              <p:nvPr/>
            </p:nvSpPr>
            <p:spPr>
              <a:xfrm>
                <a:off x="8626626" y="3761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3" name="Freeform 43822">
                <a:extLst>
                  <a:ext uri="{FF2B5EF4-FFF2-40B4-BE49-F238E27FC236}">
                    <a16:creationId xmlns:a16="http://schemas.microsoft.com/office/drawing/2014/main" id="{E60F03A2-0276-D554-B108-318CF0C52F4F}"/>
                  </a:ext>
                </a:extLst>
              </p:cNvPr>
              <p:cNvSpPr/>
              <p:nvPr/>
            </p:nvSpPr>
            <p:spPr>
              <a:xfrm>
                <a:off x="8627122" y="3724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4" name="Freeform 43823">
                <a:extLst>
                  <a:ext uri="{FF2B5EF4-FFF2-40B4-BE49-F238E27FC236}">
                    <a16:creationId xmlns:a16="http://schemas.microsoft.com/office/drawing/2014/main" id="{BDC57001-B78D-A655-0B27-C028370DD884}"/>
                  </a:ext>
                </a:extLst>
              </p:cNvPr>
              <p:cNvSpPr/>
              <p:nvPr/>
            </p:nvSpPr>
            <p:spPr>
              <a:xfrm>
                <a:off x="8627618" y="3713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5" name="Freeform 43824">
                <a:extLst>
                  <a:ext uri="{FF2B5EF4-FFF2-40B4-BE49-F238E27FC236}">
                    <a16:creationId xmlns:a16="http://schemas.microsoft.com/office/drawing/2014/main" id="{2C797F21-FCCE-62FD-88BD-360DF51190DD}"/>
                  </a:ext>
                </a:extLst>
              </p:cNvPr>
              <p:cNvSpPr/>
              <p:nvPr/>
            </p:nvSpPr>
            <p:spPr>
              <a:xfrm>
                <a:off x="8628213" y="3723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6" name="Freeform 43825">
                <a:extLst>
                  <a:ext uri="{FF2B5EF4-FFF2-40B4-BE49-F238E27FC236}">
                    <a16:creationId xmlns:a16="http://schemas.microsoft.com/office/drawing/2014/main" id="{470B6B17-DAA5-DC1B-E020-E24AEB6956CD}"/>
                  </a:ext>
                </a:extLst>
              </p:cNvPr>
              <p:cNvSpPr/>
              <p:nvPr/>
            </p:nvSpPr>
            <p:spPr>
              <a:xfrm>
                <a:off x="8628709" y="3728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7" name="Freeform 43826">
                <a:extLst>
                  <a:ext uri="{FF2B5EF4-FFF2-40B4-BE49-F238E27FC236}">
                    <a16:creationId xmlns:a16="http://schemas.microsoft.com/office/drawing/2014/main" id="{0859E6A6-002D-8139-3F6D-C6D01451881B}"/>
                  </a:ext>
                </a:extLst>
              </p:cNvPr>
              <p:cNvSpPr/>
              <p:nvPr/>
            </p:nvSpPr>
            <p:spPr>
              <a:xfrm>
                <a:off x="8629205" y="3647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8" name="Freeform 43827">
                <a:extLst>
                  <a:ext uri="{FF2B5EF4-FFF2-40B4-BE49-F238E27FC236}">
                    <a16:creationId xmlns:a16="http://schemas.microsoft.com/office/drawing/2014/main" id="{ACE50442-39DA-F038-FDBA-F9EA72D150F7}"/>
                  </a:ext>
                </a:extLst>
              </p:cNvPr>
              <p:cNvSpPr/>
              <p:nvPr/>
            </p:nvSpPr>
            <p:spPr>
              <a:xfrm>
                <a:off x="8629702" y="3342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29" name="Freeform 43828">
                <a:extLst>
                  <a:ext uri="{FF2B5EF4-FFF2-40B4-BE49-F238E27FC236}">
                    <a16:creationId xmlns:a16="http://schemas.microsoft.com/office/drawing/2014/main" id="{4E0A1D2C-2AEC-3DB0-A975-6A523C228344}"/>
                  </a:ext>
                </a:extLst>
              </p:cNvPr>
              <p:cNvSpPr/>
              <p:nvPr/>
            </p:nvSpPr>
            <p:spPr>
              <a:xfrm>
                <a:off x="8630297" y="3388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0" name="Freeform 43829">
                <a:extLst>
                  <a:ext uri="{FF2B5EF4-FFF2-40B4-BE49-F238E27FC236}">
                    <a16:creationId xmlns:a16="http://schemas.microsoft.com/office/drawing/2014/main" id="{EB2DF9B7-9776-7300-3831-6521C867C9CF}"/>
                  </a:ext>
                </a:extLst>
              </p:cNvPr>
              <p:cNvSpPr/>
              <p:nvPr/>
            </p:nvSpPr>
            <p:spPr>
              <a:xfrm>
                <a:off x="8630793" y="344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1" name="Freeform 43830">
                <a:extLst>
                  <a:ext uri="{FF2B5EF4-FFF2-40B4-BE49-F238E27FC236}">
                    <a16:creationId xmlns:a16="http://schemas.microsoft.com/office/drawing/2014/main" id="{3EB9E8A1-00BA-C655-D14D-686F52AF0B52}"/>
                  </a:ext>
                </a:extLst>
              </p:cNvPr>
              <p:cNvSpPr/>
              <p:nvPr/>
            </p:nvSpPr>
            <p:spPr>
              <a:xfrm>
                <a:off x="8631289" y="3438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2" name="Freeform 43831">
                <a:extLst>
                  <a:ext uri="{FF2B5EF4-FFF2-40B4-BE49-F238E27FC236}">
                    <a16:creationId xmlns:a16="http://schemas.microsoft.com/office/drawing/2014/main" id="{4BDECF67-241B-B74E-46AA-ABC809CA8F1C}"/>
                  </a:ext>
                </a:extLst>
              </p:cNvPr>
              <p:cNvSpPr/>
              <p:nvPr/>
            </p:nvSpPr>
            <p:spPr>
              <a:xfrm>
                <a:off x="8631884" y="3450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3" name="Freeform 43832">
                <a:extLst>
                  <a:ext uri="{FF2B5EF4-FFF2-40B4-BE49-F238E27FC236}">
                    <a16:creationId xmlns:a16="http://schemas.microsoft.com/office/drawing/2014/main" id="{42AA0BCC-D3E4-3F38-C1BB-5A6987C017BC}"/>
                  </a:ext>
                </a:extLst>
              </p:cNvPr>
              <p:cNvSpPr/>
              <p:nvPr/>
            </p:nvSpPr>
            <p:spPr>
              <a:xfrm>
                <a:off x="8632380" y="3435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4" name="Freeform 43833">
                <a:extLst>
                  <a:ext uri="{FF2B5EF4-FFF2-40B4-BE49-F238E27FC236}">
                    <a16:creationId xmlns:a16="http://schemas.microsoft.com/office/drawing/2014/main" id="{38E07CC6-BBFE-3A6D-25F6-00771B372185}"/>
                  </a:ext>
                </a:extLst>
              </p:cNvPr>
              <p:cNvSpPr/>
              <p:nvPr/>
            </p:nvSpPr>
            <p:spPr>
              <a:xfrm>
                <a:off x="8632877" y="3451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5" name="Freeform 43834">
                <a:extLst>
                  <a:ext uri="{FF2B5EF4-FFF2-40B4-BE49-F238E27FC236}">
                    <a16:creationId xmlns:a16="http://schemas.microsoft.com/office/drawing/2014/main" id="{9334192A-9669-C3A7-A9F2-444D390E9118}"/>
                  </a:ext>
                </a:extLst>
              </p:cNvPr>
              <p:cNvSpPr/>
              <p:nvPr/>
            </p:nvSpPr>
            <p:spPr>
              <a:xfrm>
                <a:off x="8633472" y="34215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6" name="Freeform 43835">
                <a:extLst>
                  <a:ext uri="{FF2B5EF4-FFF2-40B4-BE49-F238E27FC236}">
                    <a16:creationId xmlns:a16="http://schemas.microsoft.com/office/drawing/2014/main" id="{7EA3BCFD-EB0A-9269-4077-57424DCBF7DC}"/>
                  </a:ext>
                </a:extLst>
              </p:cNvPr>
              <p:cNvSpPr/>
              <p:nvPr/>
            </p:nvSpPr>
            <p:spPr>
              <a:xfrm>
                <a:off x="8633968" y="33493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7" name="Freeform 43836">
                <a:extLst>
                  <a:ext uri="{FF2B5EF4-FFF2-40B4-BE49-F238E27FC236}">
                    <a16:creationId xmlns:a16="http://schemas.microsoft.com/office/drawing/2014/main" id="{DF6721B0-3B3A-5F72-E049-5C879E081440}"/>
                  </a:ext>
                </a:extLst>
              </p:cNvPr>
              <p:cNvSpPr/>
              <p:nvPr/>
            </p:nvSpPr>
            <p:spPr>
              <a:xfrm>
                <a:off x="8634464" y="3328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8" name="Freeform 43837">
                <a:extLst>
                  <a:ext uri="{FF2B5EF4-FFF2-40B4-BE49-F238E27FC236}">
                    <a16:creationId xmlns:a16="http://schemas.microsoft.com/office/drawing/2014/main" id="{D7CF18E7-2280-0248-2FE4-7EE7EF2086E8}"/>
                  </a:ext>
                </a:extLst>
              </p:cNvPr>
              <p:cNvSpPr/>
              <p:nvPr/>
            </p:nvSpPr>
            <p:spPr>
              <a:xfrm>
                <a:off x="8635059" y="32876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39" name="Freeform 43838">
                <a:extLst>
                  <a:ext uri="{FF2B5EF4-FFF2-40B4-BE49-F238E27FC236}">
                    <a16:creationId xmlns:a16="http://schemas.microsoft.com/office/drawing/2014/main" id="{A2AE4A59-2B8B-2173-F46D-78F8626BCEE3}"/>
                  </a:ext>
                </a:extLst>
              </p:cNvPr>
              <p:cNvSpPr/>
              <p:nvPr/>
            </p:nvSpPr>
            <p:spPr>
              <a:xfrm>
                <a:off x="8635555" y="3265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0" name="Freeform 43839">
                <a:extLst>
                  <a:ext uri="{FF2B5EF4-FFF2-40B4-BE49-F238E27FC236}">
                    <a16:creationId xmlns:a16="http://schemas.microsoft.com/office/drawing/2014/main" id="{32CAAF92-9596-6D8F-1D4D-22CA8377B8B3}"/>
                  </a:ext>
                </a:extLst>
              </p:cNvPr>
              <p:cNvSpPr/>
              <p:nvPr/>
            </p:nvSpPr>
            <p:spPr>
              <a:xfrm>
                <a:off x="8636052" y="32464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1" name="Freeform 43840">
                <a:extLst>
                  <a:ext uri="{FF2B5EF4-FFF2-40B4-BE49-F238E27FC236}">
                    <a16:creationId xmlns:a16="http://schemas.microsoft.com/office/drawing/2014/main" id="{123D5EC5-64E2-25C4-8C8C-D339A7519070}"/>
                  </a:ext>
                </a:extLst>
              </p:cNvPr>
              <p:cNvSpPr/>
              <p:nvPr/>
            </p:nvSpPr>
            <p:spPr>
              <a:xfrm>
                <a:off x="8636647" y="32705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2" name="Freeform 43841">
                <a:extLst>
                  <a:ext uri="{FF2B5EF4-FFF2-40B4-BE49-F238E27FC236}">
                    <a16:creationId xmlns:a16="http://schemas.microsoft.com/office/drawing/2014/main" id="{357129FB-505E-BABE-A3DB-CDEA062F32AC}"/>
                  </a:ext>
                </a:extLst>
              </p:cNvPr>
              <p:cNvSpPr/>
              <p:nvPr/>
            </p:nvSpPr>
            <p:spPr>
              <a:xfrm>
                <a:off x="8637143" y="3280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3" name="Freeform 43842">
                <a:extLst>
                  <a:ext uri="{FF2B5EF4-FFF2-40B4-BE49-F238E27FC236}">
                    <a16:creationId xmlns:a16="http://schemas.microsoft.com/office/drawing/2014/main" id="{57153F0D-6AD9-F629-91D5-3A4EC7C1D9AC}"/>
                  </a:ext>
                </a:extLst>
              </p:cNvPr>
              <p:cNvSpPr/>
              <p:nvPr/>
            </p:nvSpPr>
            <p:spPr>
              <a:xfrm>
                <a:off x="8637639" y="3341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4" name="Freeform 43843">
                <a:extLst>
                  <a:ext uri="{FF2B5EF4-FFF2-40B4-BE49-F238E27FC236}">
                    <a16:creationId xmlns:a16="http://schemas.microsoft.com/office/drawing/2014/main" id="{4E7B61F5-875F-5B35-92E6-50A37F4E04B6}"/>
                  </a:ext>
                </a:extLst>
              </p:cNvPr>
              <p:cNvSpPr/>
              <p:nvPr/>
            </p:nvSpPr>
            <p:spPr>
              <a:xfrm>
                <a:off x="8638234" y="3624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5" name="Freeform 43844">
                <a:extLst>
                  <a:ext uri="{FF2B5EF4-FFF2-40B4-BE49-F238E27FC236}">
                    <a16:creationId xmlns:a16="http://schemas.microsoft.com/office/drawing/2014/main" id="{B9A7C1C3-7137-EEDA-CCAC-2D8097FB389C}"/>
                  </a:ext>
                </a:extLst>
              </p:cNvPr>
              <p:cNvSpPr/>
              <p:nvPr/>
            </p:nvSpPr>
            <p:spPr>
              <a:xfrm>
                <a:off x="8638730" y="3822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6" name="Freeform 43845">
                <a:extLst>
                  <a:ext uri="{FF2B5EF4-FFF2-40B4-BE49-F238E27FC236}">
                    <a16:creationId xmlns:a16="http://schemas.microsoft.com/office/drawing/2014/main" id="{448D3D6A-DD9C-1CDD-974D-946DDCABF044}"/>
                  </a:ext>
                </a:extLst>
              </p:cNvPr>
              <p:cNvSpPr/>
              <p:nvPr/>
            </p:nvSpPr>
            <p:spPr>
              <a:xfrm>
                <a:off x="8639227" y="3851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7" name="Freeform 43846">
                <a:extLst>
                  <a:ext uri="{FF2B5EF4-FFF2-40B4-BE49-F238E27FC236}">
                    <a16:creationId xmlns:a16="http://schemas.microsoft.com/office/drawing/2014/main" id="{6C5CA735-1301-522A-4B69-A5C689F18EDB}"/>
                  </a:ext>
                </a:extLst>
              </p:cNvPr>
              <p:cNvSpPr/>
              <p:nvPr/>
            </p:nvSpPr>
            <p:spPr>
              <a:xfrm>
                <a:off x="8639822" y="3810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8" name="Freeform 43847">
                <a:extLst>
                  <a:ext uri="{FF2B5EF4-FFF2-40B4-BE49-F238E27FC236}">
                    <a16:creationId xmlns:a16="http://schemas.microsoft.com/office/drawing/2014/main" id="{AAFD048B-A11C-091A-1C3D-82FA796B88F2}"/>
                  </a:ext>
                </a:extLst>
              </p:cNvPr>
              <p:cNvSpPr/>
              <p:nvPr/>
            </p:nvSpPr>
            <p:spPr>
              <a:xfrm>
                <a:off x="8640318" y="38157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49" name="Freeform 43848">
                <a:extLst>
                  <a:ext uri="{FF2B5EF4-FFF2-40B4-BE49-F238E27FC236}">
                    <a16:creationId xmlns:a16="http://schemas.microsoft.com/office/drawing/2014/main" id="{168CB9E0-EB36-48A1-388A-3A1AA5B68AB0}"/>
                  </a:ext>
                </a:extLst>
              </p:cNvPr>
              <p:cNvSpPr/>
              <p:nvPr/>
            </p:nvSpPr>
            <p:spPr>
              <a:xfrm>
                <a:off x="8640814" y="38080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0" name="Freeform 43849">
                <a:extLst>
                  <a:ext uri="{FF2B5EF4-FFF2-40B4-BE49-F238E27FC236}">
                    <a16:creationId xmlns:a16="http://schemas.microsoft.com/office/drawing/2014/main" id="{EBBDD646-3762-7FDF-6FBE-8596D72F81A9}"/>
                  </a:ext>
                </a:extLst>
              </p:cNvPr>
              <p:cNvSpPr/>
              <p:nvPr/>
            </p:nvSpPr>
            <p:spPr>
              <a:xfrm>
                <a:off x="8641409" y="3827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1" name="Freeform 43850">
                <a:extLst>
                  <a:ext uri="{FF2B5EF4-FFF2-40B4-BE49-F238E27FC236}">
                    <a16:creationId xmlns:a16="http://schemas.microsoft.com/office/drawing/2014/main" id="{50600949-4311-8D42-EDBC-70CF235AA6E6}"/>
                  </a:ext>
                </a:extLst>
              </p:cNvPr>
              <p:cNvSpPr/>
              <p:nvPr/>
            </p:nvSpPr>
            <p:spPr>
              <a:xfrm>
                <a:off x="8641905" y="3822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2" name="Freeform 43851">
                <a:extLst>
                  <a:ext uri="{FF2B5EF4-FFF2-40B4-BE49-F238E27FC236}">
                    <a16:creationId xmlns:a16="http://schemas.microsoft.com/office/drawing/2014/main" id="{1F6F13C0-7A0E-69C2-CC81-804A34388567}"/>
                  </a:ext>
                </a:extLst>
              </p:cNvPr>
              <p:cNvSpPr/>
              <p:nvPr/>
            </p:nvSpPr>
            <p:spPr>
              <a:xfrm>
                <a:off x="8642402" y="3577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3" name="Freeform 43852">
                <a:extLst>
                  <a:ext uri="{FF2B5EF4-FFF2-40B4-BE49-F238E27FC236}">
                    <a16:creationId xmlns:a16="http://schemas.microsoft.com/office/drawing/2014/main" id="{5E367FBA-BEDE-F3CC-CC9D-0779D845B3A3}"/>
                  </a:ext>
                </a:extLst>
              </p:cNvPr>
              <p:cNvSpPr/>
              <p:nvPr/>
            </p:nvSpPr>
            <p:spPr>
              <a:xfrm>
                <a:off x="8642898" y="3437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4" name="Freeform 43853">
                <a:extLst>
                  <a:ext uri="{FF2B5EF4-FFF2-40B4-BE49-F238E27FC236}">
                    <a16:creationId xmlns:a16="http://schemas.microsoft.com/office/drawing/2014/main" id="{7DB549C1-CA47-3521-703D-B9DADE0D1CE7}"/>
                  </a:ext>
                </a:extLst>
              </p:cNvPr>
              <p:cNvSpPr/>
              <p:nvPr/>
            </p:nvSpPr>
            <p:spPr>
              <a:xfrm>
                <a:off x="8643493" y="3480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5" name="Freeform 43854">
                <a:extLst>
                  <a:ext uri="{FF2B5EF4-FFF2-40B4-BE49-F238E27FC236}">
                    <a16:creationId xmlns:a16="http://schemas.microsoft.com/office/drawing/2014/main" id="{DB87002C-3AAC-DA4D-D48E-0ECF28CF535C}"/>
                  </a:ext>
                </a:extLst>
              </p:cNvPr>
              <p:cNvSpPr/>
              <p:nvPr/>
            </p:nvSpPr>
            <p:spPr>
              <a:xfrm>
                <a:off x="8643989" y="3452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6" name="Freeform 43855">
                <a:extLst>
                  <a:ext uri="{FF2B5EF4-FFF2-40B4-BE49-F238E27FC236}">
                    <a16:creationId xmlns:a16="http://schemas.microsoft.com/office/drawing/2014/main" id="{A3574D69-10C8-BF76-27EB-C3CFC3D47D5D}"/>
                  </a:ext>
                </a:extLst>
              </p:cNvPr>
              <p:cNvSpPr/>
              <p:nvPr/>
            </p:nvSpPr>
            <p:spPr>
              <a:xfrm>
                <a:off x="8644485" y="3475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7" name="Freeform 43856">
                <a:extLst>
                  <a:ext uri="{FF2B5EF4-FFF2-40B4-BE49-F238E27FC236}">
                    <a16:creationId xmlns:a16="http://schemas.microsoft.com/office/drawing/2014/main" id="{C3DDAFED-8AF0-C737-1A16-D91FB877D45F}"/>
                  </a:ext>
                </a:extLst>
              </p:cNvPr>
              <p:cNvSpPr/>
              <p:nvPr/>
            </p:nvSpPr>
            <p:spPr>
              <a:xfrm>
                <a:off x="8645080" y="3413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8" name="Freeform 43857">
                <a:extLst>
                  <a:ext uri="{FF2B5EF4-FFF2-40B4-BE49-F238E27FC236}">
                    <a16:creationId xmlns:a16="http://schemas.microsoft.com/office/drawing/2014/main" id="{F5A5ACC3-4495-E593-0EF8-C47894FD4F9E}"/>
                  </a:ext>
                </a:extLst>
              </p:cNvPr>
              <p:cNvSpPr/>
              <p:nvPr/>
            </p:nvSpPr>
            <p:spPr>
              <a:xfrm>
                <a:off x="8645577" y="33557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59" name="Freeform 43858">
                <a:extLst>
                  <a:ext uri="{FF2B5EF4-FFF2-40B4-BE49-F238E27FC236}">
                    <a16:creationId xmlns:a16="http://schemas.microsoft.com/office/drawing/2014/main" id="{80505884-A15B-6A88-F1DB-6C933BA5834C}"/>
                  </a:ext>
                </a:extLst>
              </p:cNvPr>
              <p:cNvSpPr/>
              <p:nvPr/>
            </p:nvSpPr>
            <p:spPr>
              <a:xfrm>
                <a:off x="8646073" y="33076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0" name="Freeform 43859">
                <a:extLst>
                  <a:ext uri="{FF2B5EF4-FFF2-40B4-BE49-F238E27FC236}">
                    <a16:creationId xmlns:a16="http://schemas.microsoft.com/office/drawing/2014/main" id="{CD719250-75FD-CB93-F780-4CD36B7592F6}"/>
                  </a:ext>
                </a:extLst>
              </p:cNvPr>
              <p:cNvSpPr/>
              <p:nvPr/>
            </p:nvSpPr>
            <p:spPr>
              <a:xfrm>
                <a:off x="8646668" y="3268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1" name="Freeform 43860">
                <a:extLst>
                  <a:ext uri="{FF2B5EF4-FFF2-40B4-BE49-F238E27FC236}">
                    <a16:creationId xmlns:a16="http://schemas.microsoft.com/office/drawing/2014/main" id="{D280789E-E02D-352F-2631-F2EA46B0D2B0}"/>
                  </a:ext>
                </a:extLst>
              </p:cNvPr>
              <p:cNvSpPr/>
              <p:nvPr/>
            </p:nvSpPr>
            <p:spPr>
              <a:xfrm>
                <a:off x="8647164" y="32452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2" name="Freeform 43861">
                <a:extLst>
                  <a:ext uri="{FF2B5EF4-FFF2-40B4-BE49-F238E27FC236}">
                    <a16:creationId xmlns:a16="http://schemas.microsoft.com/office/drawing/2014/main" id="{0207D059-BB51-6F5C-7822-E843B5B4B0A4}"/>
                  </a:ext>
                </a:extLst>
              </p:cNvPr>
              <p:cNvSpPr/>
              <p:nvPr/>
            </p:nvSpPr>
            <p:spPr>
              <a:xfrm>
                <a:off x="8647660" y="32149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3" name="Freeform 43862">
                <a:extLst>
                  <a:ext uri="{FF2B5EF4-FFF2-40B4-BE49-F238E27FC236}">
                    <a16:creationId xmlns:a16="http://schemas.microsoft.com/office/drawing/2014/main" id="{985C1470-D3B6-2E8B-2085-84C5DE8CC78C}"/>
                  </a:ext>
                </a:extLst>
              </p:cNvPr>
              <p:cNvSpPr/>
              <p:nvPr/>
            </p:nvSpPr>
            <p:spPr>
              <a:xfrm>
                <a:off x="8648255" y="32047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4" name="Freeform 43863">
                <a:extLst>
                  <a:ext uri="{FF2B5EF4-FFF2-40B4-BE49-F238E27FC236}">
                    <a16:creationId xmlns:a16="http://schemas.microsoft.com/office/drawing/2014/main" id="{BCFE38B7-AAF6-7179-0A14-880EA7AE1783}"/>
                  </a:ext>
                </a:extLst>
              </p:cNvPr>
              <p:cNvSpPr/>
              <p:nvPr/>
            </p:nvSpPr>
            <p:spPr>
              <a:xfrm>
                <a:off x="8648752" y="31827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5" name="Freeform 43864">
                <a:extLst>
                  <a:ext uri="{FF2B5EF4-FFF2-40B4-BE49-F238E27FC236}">
                    <a16:creationId xmlns:a16="http://schemas.microsoft.com/office/drawing/2014/main" id="{C582BB1A-8734-B536-DE4F-893FAB5D81E8}"/>
                  </a:ext>
                </a:extLst>
              </p:cNvPr>
              <p:cNvSpPr/>
              <p:nvPr/>
            </p:nvSpPr>
            <p:spPr>
              <a:xfrm>
                <a:off x="8649248" y="32006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6" name="Freeform 43865">
                <a:extLst>
                  <a:ext uri="{FF2B5EF4-FFF2-40B4-BE49-F238E27FC236}">
                    <a16:creationId xmlns:a16="http://schemas.microsoft.com/office/drawing/2014/main" id="{3A90FF57-978B-C0C2-C3CA-BDD2033E3853}"/>
                  </a:ext>
                </a:extLst>
              </p:cNvPr>
              <p:cNvSpPr/>
              <p:nvPr/>
            </p:nvSpPr>
            <p:spPr>
              <a:xfrm>
                <a:off x="8649843" y="32574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7" name="Freeform 43866">
                <a:extLst>
                  <a:ext uri="{FF2B5EF4-FFF2-40B4-BE49-F238E27FC236}">
                    <a16:creationId xmlns:a16="http://schemas.microsoft.com/office/drawing/2014/main" id="{36452447-1F40-FC9F-87A4-8E52FA891B94}"/>
                  </a:ext>
                </a:extLst>
              </p:cNvPr>
              <p:cNvSpPr/>
              <p:nvPr/>
            </p:nvSpPr>
            <p:spPr>
              <a:xfrm>
                <a:off x="8650339" y="3296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8" name="Freeform 43867">
                <a:extLst>
                  <a:ext uri="{FF2B5EF4-FFF2-40B4-BE49-F238E27FC236}">
                    <a16:creationId xmlns:a16="http://schemas.microsoft.com/office/drawing/2014/main" id="{1509D868-1EE4-82D5-D3EB-A31AFC9C25E3}"/>
                  </a:ext>
                </a:extLst>
              </p:cNvPr>
              <p:cNvSpPr/>
              <p:nvPr/>
            </p:nvSpPr>
            <p:spPr>
              <a:xfrm>
                <a:off x="8650835" y="3632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69" name="Freeform 43868">
                <a:extLst>
                  <a:ext uri="{FF2B5EF4-FFF2-40B4-BE49-F238E27FC236}">
                    <a16:creationId xmlns:a16="http://schemas.microsoft.com/office/drawing/2014/main" id="{CBEA0FC0-FF91-DAFA-6437-19C886F83607}"/>
                  </a:ext>
                </a:extLst>
              </p:cNvPr>
              <p:cNvSpPr/>
              <p:nvPr/>
            </p:nvSpPr>
            <p:spPr>
              <a:xfrm>
                <a:off x="8651430" y="3763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0" name="Freeform 43869">
                <a:extLst>
                  <a:ext uri="{FF2B5EF4-FFF2-40B4-BE49-F238E27FC236}">
                    <a16:creationId xmlns:a16="http://schemas.microsoft.com/office/drawing/2014/main" id="{8B10D505-C8E6-0F53-3EFB-43F738598871}"/>
                  </a:ext>
                </a:extLst>
              </p:cNvPr>
              <p:cNvSpPr/>
              <p:nvPr/>
            </p:nvSpPr>
            <p:spPr>
              <a:xfrm>
                <a:off x="8651927" y="3761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1" name="Freeform 43870">
                <a:extLst>
                  <a:ext uri="{FF2B5EF4-FFF2-40B4-BE49-F238E27FC236}">
                    <a16:creationId xmlns:a16="http://schemas.microsoft.com/office/drawing/2014/main" id="{94B0AE21-3377-E2E7-9181-371631317BEF}"/>
                  </a:ext>
                </a:extLst>
              </p:cNvPr>
              <p:cNvSpPr/>
              <p:nvPr/>
            </p:nvSpPr>
            <p:spPr>
              <a:xfrm>
                <a:off x="8652423" y="3724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2" name="Freeform 43871">
                <a:extLst>
                  <a:ext uri="{FF2B5EF4-FFF2-40B4-BE49-F238E27FC236}">
                    <a16:creationId xmlns:a16="http://schemas.microsoft.com/office/drawing/2014/main" id="{7133AC08-B995-D3E4-3E8E-E552CCDAF0F0}"/>
                  </a:ext>
                </a:extLst>
              </p:cNvPr>
              <p:cNvSpPr/>
              <p:nvPr/>
            </p:nvSpPr>
            <p:spPr>
              <a:xfrm>
                <a:off x="8653018" y="3713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3" name="Freeform 43872">
                <a:extLst>
                  <a:ext uri="{FF2B5EF4-FFF2-40B4-BE49-F238E27FC236}">
                    <a16:creationId xmlns:a16="http://schemas.microsoft.com/office/drawing/2014/main" id="{7740C1D1-3F23-CDAF-930D-695FDD5F33DB}"/>
                  </a:ext>
                </a:extLst>
              </p:cNvPr>
              <p:cNvSpPr/>
              <p:nvPr/>
            </p:nvSpPr>
            <p:spPr>
              <a:xfrm>
                <a:off x="8653514" y="3723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4" name="Freeform 43873">
                <a:extLst>
                  <a:ext uri="{FF2B5EF4-FFF2-40B4-BE49-F238E27FC236}">
                    <a16:creationId xmlns:a16="http://schemas.microsoft.com/office/drawing/2014/main" id="{708E1448-658E-8A7A-15CD-7A1974361BFE}"/>
                  </a:ext>
                </a:extLst>
              </p:cNvPr>
              <p:cNvSpPr/>
              <p:nvPr/>
            </p:nvSpPr>
            <p:spPr>
              <a:xfrm>
                <a:off x="8654010" y="3728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5" name="Freeform 43874">
                <a:extLst>
                  <a:ext uri="{FF2B5EF4-FFF2-40B4-BE49-F238E27FC236}">
                    <a16:creationId xmlns:a16="http://schemas.microsoft.com/office/drawing/2014/main" id="{9F37E3FD-67FC-4FCD-BBA9-FB1FC5583DEF}"/>
                  </a:ext>
                </a:extLst>
              </p:cNvPr>
              <p:cNvSpPr/>
              <p:nvPr/>
            </p:nvSpPr>
            <p:spPr>
              <a:xfrm>
                <a:off x="8654506" y="3647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6" name="Freeform 43875">
                <a:extLst>
                  <a:ext uri="{FF2B5EF4-FFF2-40B4-BE49-F238E27FC236}">
                    <a16:creationId xmlns:a16="http://schemas.microsoft.com/office/drawing/2014/main" id="{48CC61DB-EBD1-9B6A-2C80-B340A0745996}"/>
                  </a:ext>
                </a:extLst>
              </p:cNvPr>
              <p:cNvSpPr/>
              <p:nvPr/>
            </p:nvSpPr>
            <p:spPr>
              <a:xfrm>
                <a:off x="8655102" y="3342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7" name="Freeform 43876">
                <a:extLst>
                  <a:ext uri="{FF2B5EF4-FFF2-40B4-BE49-F238E27FC236}">
                    <a16:creationId xmlns:a16="http://schemas.microsoft.com/office/drawing/2014/main" id="{B9E66A5B-C379-59C6-87FE-953AE176755B}"/>
                  </a:ext>
                </a:extLst>
              </p:cNvPr>
              <p:cNvSpPr/>
              <p:nvPr/>
            </p:nvSpPr>
            <p:spPr>
              <a:xfrm>
                <a:off x="8655598" y="33885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8" name="Freeform 43877">
                <a:extLst>
                  <a:ext uri="{FF2B5EF4-FFF2-40B4-BE49-F238E27FC236}">
                    <a16:creationId xmlns:a16="http://schemas.microsoft.com/office/drawing/2014/main" id="{7301ECD2-6387-C47A-AD4A-9B0D9FF6434A}"/>
                  </a:ext>
                </a:extLst>
              </p:cNvPr>
              <p:cNvSpPr/>
              <p:nvPr/>
            </p:nvSpPr>
            <p:spPr>
              <a:xfrm>
                <a:off x="8656094" y="3440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79" name="Freeform 43878">
                <a:extLst>
                  <a:ext uri="{FF2B5EF4-FFF2-40B4-BE49-F238E27FC236}">
                    <a16:creationId xmlns:a16="http://schemas.microsoft.com/office/drawing/2014/main" id="{8D042287-89BF-94BA-DE12-81FFDE48755B}"/>
                  </a:ext>
                </a:extLst>
              </p:cNvPr>
              <p:cNvSpPr/>
              <p:nvPr/>
            </p:nvSpPr>
            <p:spPr>
              <a:xfrm>
                <a:off x="8656689" y="3438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0" name="Freeform 43879">
                <a:extLst>
                  <a:ext uri="{FF2B5EF4-FFF2-40B4-BE49-F238E27FC236}">
                    <a16:creationId xmlns:a16="http://schemas.microsoft.com/office/drawing/2014/main" id="{80E9D129-8E56-D46D-15A6-7F6A0E3F9B40}"/>
                  </a:ext>
                </a:extLst>
              </p:cNvPr>
              <p:cNvSpPr/>
              <p:nvPr/>
            </p:nvSpPr>
            <p:spPr>
              <a:xfrm>
                <a:off x="8657185" y="34505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1" name="Freeform 43880">
                <a:extLst>
                  <a:ext uri="{FF2B5EF4-FFF2-40B4-BE49-F238E27FC236}">
                    <a16:creationId xmlns:a16="http://schemas.microsoft.com/office/drawing/2014/main" id="{CE10FDEC-E195-CC0A-854C-BD4472CF8D00}"/>
                  </a:ext>
                </a:extLst>
              </p:cNvPr>
              <p:cNvSpPr/>
              <p:nvPr/>
            </p:nvSpPr>
            <p:spPr>
              <a:xfrm>
                <a:off x="8657681" y="34354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2" name="Freeform 43881">
                <a:extLst>
                  <a:ext uri="{FF2B5EF4-FFF2-40B4-BE49-F238E27FC236}">
                    <a16:creationId xmlns:a16="http://schemas.microsoft.com/office/drawing/2014/main" id="{6E9154B9-8460-C3C3-F0C7-68227CB0B92B}"/>
                  </a:ext>
                </a:extLst>
              </p:cNvPr>
              <p:cNvSpPr/>
              <p:nvPr/>
            </p:nvSpPr>
            <p:spPr>
              <a:xfrm>
                <a:off x="8658277" y="3471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3" name="Freeform 43882">
                <a:extLst>
                  <a:ext uri="{FF2B5EF4-FFF2-40B4-BE49-F238E27FC236}">
                    <a16:creationId xmlns:a16="http://schemas.microsoft.com/office/drawing/2014/main" id="{8D449CE2-9113-7488-24C6-B2C91E5E8D16}"/>
                  </a:ext>
                </a:extLst>
              </p:cNvPr>
              <p:cNvSpPr/>
              <p:nvPr/>
            </p:nvSpPr>
            <p:spPr>
              <a:xfrm>
                <a:off x="8658773" y="34435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4" name="Freeform 43883">
                <a:extLst>
                  <a:ext uri="{FF2B5EF4-FFF2-40B4-BE49-F238E27FC236}">
                    <a16:creationId xmlns:a16="http://schemas.microsoft.com/office/drawing/2014/main" id="{8A995F1E-387B-6B59-58F5-CD877B6FCAD4}"/>
                  </a:ext>
                </a:extLst>
              </p:cNvPr>
              <p:cNvSpPr/>
              <p:nvPr/>
            </p:nvSpPr>
            <p:spPr>
              <a:xfrm>
                <a:off x="8659269" y="3403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5" name="Freeform 43884">
                <a:extLst>
                  <a:ext uri="{FF2B5EF4-FFF2-40B4-BE49-F238E27FC236}">
                    <a16:creationId xmlns:a16="http://schemas.microsoft.com/office/drawing/2014/main" id="{BD3420E4-FD40-4BE6-02F3-A05959C76734}"/>
                  </a:ext>
                </a:extLst>
              </p:cNvPr>
              <p:cNvSpPr/>
              <p:nvPr/>
            </p:nvSpPr>
            <p:spPr>
              <a:xfrm>
                <a:off x="4041430" y="3414811"/>
                <a:ext cx="4622402" cy="851892"/>
              </a:xfrm>
              <a:custGeom>
                <a:avLst/>
                <a:gdLst>
                  <a:gd name="connsiteX0" fmla="*/ 0 w 4622402"/>
                  <a:gd name="connsiteY0" fmla="*/ 175816 h 851892"/>
                  <a:gd name="connsiteX1" fmla="*/ 58539 w 4622402"/>
                  <a:gd name="connsiteY1" fmla="*/ 181273 h 851892"/>
                  <a:gd name="connsiteX2" fmla="*/ 117078 w 4622402"/>
                  <a:gd name="connsiteY2" fmla="*/ 187325 h 851892"/>
                  <a:gd name="connsiteX3" fmla="*/ 175518 w 4622402"/>
                  <a:gd name="connsiteY3" fmla="*/ 194766 h 851892"/>
                  <a:gd name="connsiteX4" fmla="*/ 234057 w 4622402"/>
                  <a:gd name="connsiteY4" fmla="*/ 204391 h 851892"/>
                  <a:gd name="connsiteX5" fmla="*/ 292596 w 4622402"/>
                  <a:gd name="connsiteY5" fmla="*/ 217388 h 851892"/>
                  <a:gd name="connsiteX6" fmla="*/ 351135 w 4622402"/>
                  <a:gd name="connsiteY6" fmla="*/ 235347 h 851892"/>
                  <a:gd name="connsiteX7" fmla="*/ 409575 w 4622402"/>
                  <a:gd name="connsiteY7" fmla="*/ 260152 h 851892"/>
                  <a:gd name="connsiteX8" fmla="*/ 468114 w 4622402"/>
                  <a:gd name="connsiteY8" fmla="*/ 293489 h 851892"/>
                  <a:gd name="connsiteX9" fmla="*/ 526653 w 4622402"/>
                  <a:gd name="connsiteY9" fmla="*/ 336947 h 851892"/>
                  <a:gd name="connsiteX10" fmla="*/ 585093 w 4622402"/>
                  <a:gd name="connsiteY10" fmla="*/ 390525 h 851892"/>
                  <a:gd name="connsiteX11" fmla="*/ 643632 w 4622402"/>
                  <a:gd name="connsiteY11" fmla="*/ 451247 h 851892"/>
                  <a:gd name="connsiteX12" fmla="*/ 702171 w 4622402"/>
                  <a:gd name="connsiteY12" fmla="*/ 515838 h 851892"/>
                  <a:gd name="connsiteX13" fmla="*/ 760710 w 4622402"/>
                  <a:gd name="connsiteY13" fmla="*/ 580826 h 851892"/>
                  <a:gd name="connsiteX14" fmla="*/ 819150 w 4622402"/>
                  <a:gd name="connsiteY14" fmla="*/ 643235 h 851892"/>
                  <a:gd name="connsiteX15" fmla="*/ 877689 w 4622402"/>
                  <a:gd name="connsiteY15" fmla="*/ 700088 h 851892"/>
                  <a:gd name="connsiteX16" fmla="*/ 936228 w 4622402"/>
                  <a:gd name="connsiteY16" fmla="*/ 748903 h 851892"/>
                  <a:gd name="connsiteX17" fmla="*/ 994767 w 4622402"/>
                  <a:gd name="connsiteY17" fmla="*/ 787102 h 851892"/>
                  <a:gd name="connsiteX18" fmla="*/ 1053207 w 4622402"/>
                  <a:gd name="connsiteY18" fmla="*/ 812106 h 851892"/>
                  <a:gd name="connsiteX19" fmla="*/ 1111746 w 4622402"/>
                  <a:gd name="connsiteY19" fmla="*/ 823714 h 851892"/>
                  <a:gd name="connsiteX20" fmla="*/ 1170285 w 4622402"/>
                  <a:gd name="connsiteY20" fmla="*/ 823813 h 851892"/>
                  <a:gd name="connsiteX21" fmla="*/ 1228725 w 4622402"/>
                  <a:gd name="connsiteY21" fmla="*/ 814884 h 851892"/>
                  <a:gd name="connsiteX22" fmla="*/ 1287264 w 4622402"/>
                  <a:gd name="connsiteY22" fmla="*/ 799009 h 851892"/>
                  <a:gd name="connsiteX23" fmla="*/ 1345803 w 4622402"/>
                  <a:gd name="connsiteY23" fmla="*/ 778768 h 851892"/>
                  <a:gd name="connsiteX24" fmla="*/ 1404342 w 4622402"/>
                  <a:gd name="connsiteY24" fmla="*/ 757039 h 851892"/>
                  <a:gd name="connsiteX25" fmla="*/ 1462782 w 4622402"/>
                  <a:gd name="connsiteY25" fmla="*/ 736699 h 851892"/>
                  <a:gd name="connsiteX26" fmla="*/ 1521321 w 4622402"/>
                  <a:gd name="connsiteY26" fmla="*/ 721023 h 851892"/>
                  <a:gd name="connsiteX27" fmla="*/ 1579860 w 4622402"/>
                  <a:gd name="connsiteY27" fmla="*/ 712490 h 851892"/>
                  <a:gd name="connsiteX28" fmla="*/ 1638300 w 4622402"/>
                  <a:gd name="connsiteY28" fmla="*/ 710902 h 851892"/>
                  <a:gd name="connsiteX29" fmla="*/ 1696839 w 4622402"/>
                  <a:gd name="connsiteY29" fmla="*/ 713978 h 851892"/>
                  <a:gd name="connsiteX30" fmla="*/ 1755378 w 4622402"/>
                  <a:gd name="connsiteY30" fmla="*/ 719237 h 851892"/>
                  <a:gd name="connsiteX31" fmla="*/ 1813917 w 4622402"/>
                  <a:gd name="connsiteY31" fmla="*/ 724396 h 851892"/>
                  <a:gd name="connsiteX32" fmla="*/ 1872357 w 4622402"/>
                  <a:gd name="connsiteY32" fmla="*/ 727273 h 851892"/>
                  <a:gd name="connsiteX33" fmla="*/ 1930896 w 4622402"/>
                  <a:gd name="connsiteY33" fmla="*/ 726281 h 851892"/>
                  <a:gd name="connsiteX34" fmla="*/ 1989435 w 4622402"/>
                  <a:gd name="connsiteY34" fmla="*/ 719733 h 851892"/>
                  <a:gd name="connsiteX35" fmla="*/ 2047974 w 4622402"/>
                  <a:gd name="connsiteY35" fmla="*/ 706041 h 851892"/>
                  <a:gd name="connsiteX36" fmla="*/ 2106414 w 4622402"/>
                  <a:gd name="connsiteY36" fmla="*/ 684014 h 851892"/>
                  <a:gd name="connsiteX37" fmla="*/ 2164953 w 4622402"/>
                  <a:gd name="connsiteY37" fmla="*/ 654050 h 851892"/>
                  <a:gd name="connsiteX38" fmla="*/ 2223492 w 4622402"/>
                  <a:gd name="connsiteY38" fmla="*/ 617537 h 851892"/>
                  <a:gd name="connsiteX39" fmla="*/ 2281932 w 4622402"/>
                  <a:gd name="connsiteY39" fmla="*/ 575469 h 851892"/>
                  <a:gd name="connsiteX40" fmla="*/ 2340471 w 4622402"/>
                  <a:gd name="connsiteY40" fmla="*/ 529133 h 851892"/>
                  <a:gd name="connsiteX41" fmla="*/ 2399010 w 4622402"/>
                  <a:gd name="connsiteY41" fmla="*/ 480219 h 851892"/>
                  <a:gd name="connsiteX42" fmla="*/ 2457549 w 4622402"/>
                  <a:gd name="connsiteY42" fmla="*/ 430609 h 851892"/>
                  <a:gd name="connsiteX43" fmla="*/ 2515989 w 4622402"/>
                  <a:gd name="connsiteY43" fmla="*/ 382191 h 851892"/>
                  <a:gd name="connsiteX44" fmla="*/ 2574528 w 4622402"/>
                  <a:gd name="connsiteY44" fmla="*/ 336947 h 851892"/>
                  <a:gd name="connsiteX45" fmla="*/ 2633067 w 4622402"/>
                  <a:gd name="connsiteY45" fmla="*/ 296267 h 851892"/>
                  <a:gd name="connsiteX46" fmla="*/ 2691507 w 4622402"/>
                  <a:gd name="connsiteY46" fmla="*/ 260251 h 851892"/>
                  <a:gd name="connsiteX47" fmla="*/ 2750046 w 4622402"/>
                  <a:gd name="connsiteY47" fmla="*/ 228600 h 851892"/>
                  <a:gd name="connsiteX48" fmla="*/ 2808585 w 4622402"/>
                  <a:gd name="connsiteY48" fmla="*/ 200918 h 851892"/>
                  <a:gd name="connsiteX49" fmla="*/ 2867124 w 4622402"/>
                  <a:gd name="connsiteY49" fmla="*/ 177006 h 851892"/>
                  <a:gd name="connsiteX50" fmla="*/ 2925564 w 4622402"/>
                  <a:gd name="connsiteY50" fmla="*/ 157162 h 851892"/>
                  <a:gd name="connsiteX51" fmla="*/ 2984103 w 4622402"/>
                  <a:gd name="connsiteY51" fmla="*/ 141684 h 851892"/>
                  <a:gd name="connsiteX52" fmla="*/ 3042642 w 4622402"/>
                  <a:gd name="connsiteY52" fmla="*/ 131167 h 851892"/>
                  <a:gd name="connsiteX53" fmla="*/ 3101181 w 4622402"/>
                  <a:gd name="connsiteY53" fmla="*/ 126008 h 851892"/>
                  <a:gd name="connsiteX54" fmla="*/ 3159621 w 4622402"/>
                  <a:gd name="connsiteY54" fmla="*/ 126206 h 851892"/>
                  <a:gd name="connsiteX55" fmla="*/ 3218160 w 4622402"/>
                  <a:gd name="connsiteY55" fmla="*/ 130770 h 851892"/>
                  <a:gd name="connsiteX56" fmla="*/ 3276699 w 4622402"/>
                  <a:gd name="connsiteY56" fmla="*/ 138807 h 851892"/>
                  <a:gd name="connsiteX57" fmla="*/ 3335139 w 4622402"/>
                  <a:gd name="connsiteY57" fmla="*/ 149324 h 851892"/>
                  <a:gd name="connsiteX58" fmla="*/ 3393678 w 4622402"/>
                  <a:gd name="connsiteY58" fmla="*/ 161429 h 851892"/>
                  <a:gd name="connsiteX59" fmla="*/ 3452217 w 4622402"/>
                  <a:gd name="connsiteY59" fmla="*/ 174724 h 851892"/>
                  <a:gd name="connsiteX60" fmla="*/ 3510756 w 4622402"/>
                  <a:gd name="connsiteY60" fmla="*/ 189012 h 851892"/>
                  <a:gd name="connsiteX61" fmla="*/ 3569196 w 4622402"/>
                  <a:gd name="connsiteY61" fmla="*/ 204093 h 851892"/>
                  <a:gd name="connsiteX62" fmla="*/ 3627735 w 4622402"/>
                  <a:gd name="connsiteY62" fmla="*/ 219670 h 851892"/>
                  <a:gd name="connsiteX63" fmla="*/ 3686274 w 4622402"/>
                  <a:gd name="connsiteY63" fmla="*/ 235148 h 851892"/>
                  <a:gd name="connsiteX64" fmla="*/ 3744813 w 4622402"/>
                  <a:gd name="connsiteY64" fmla="*/ 249634 h 851892"/>
                  <a:gd name="connsiteX65" fmla="*/ 3803253 w 4622402"/>
                  <a:gd name="connsiteY65" fmla="*/ 262037 h 851892"/>
                  <a:gd name="connsiteX66" fmla="*/ 3861792 w 4622402"/>
                  <a:gd name="connsiteY66" fmla="*/ 271264 h 851892"/>
                  <a:gd name="connsiteX67" fmla="*/ 3920331 w 4622402"/>
                  <a:gd name="connsiteY67" fmla="*/ 276721 h 851892"/>
                  <a:gd name="connsiteX68" fmla="*/ 3978771 w 4622402"/>
                  <a:gd name="connsiteY68" fmla="*/ 277912 h 851892"/>
                  <a:gd name="connsiteX69" fmla="*/ 4037310 w 4622402"/>
                  <a:gd name="connsiteY69" fmla="*/ 274439 h 851892"/>
                  <a:gd name="connsiteX70" fmla="*/ 4095849 w 4622402"/>
                  <a:gd name="connsiteY70" fmla="*/ 266402 h 851892"/>
                  <a:gd name="connsiteX71" fmla="*/ 4154388 w 4622402"/>
                  <a:gd name="connsiteY71" fmla="*/ 253305 h 851892"/>
                  <a:gd name="connsiteX72" fmla="*/ 4212828 w 4622402"/>
                  <a:gd name="connsiteY72" fmla="*/ 235446 h 851892"/>
                  <a:gd name="connsiteX73" fmla="*/ 4271368 w 4622402"/>
                  <a:gd name="connsiteY73" fmla="*/ 213221 h 851892"/>
                  <a:gd name="connsiteX74" fmla="*/ 4329907 w 4622402"/>
                  <a:gd name="connsiteY74" fmla="*/ 186630 h 851892"/>
                  <a:gd name="connsiteX75" fmla="*/ 4388346 w 4622402"/>
                  <a:gd name="connsiteY75" fmla="*/ 155773 h 851892"/>
                  <a:gd name="connsiteX76" fmla="*/ 4446885 w 4622402"/>
                  <a:gd name="connsiteY76" fmla="*/ 120848 h 851892"/>
                  <a:gd name="connsiteX77" fmla="*/ 4505425 w 4622402"/>
                  <a:gd name="connsiteY77" fmla="*/ 82451 h 851892"/>
                  <a:gd name="connsiteX78" fmla="*/ 4563963 w 4622402"/>
                  <a:gd name="connsiteY78" fmla="*/ 41870 h 851892"/>
                  <a:gd name="connsiteX79" fmla="*/ 4622403 w 4622402"/>
                  <a:gd name="connsiteY79" fmla="*/ 0 h 851892"/>
                  <a:gd name="connsiteX80" fmla="*/ 4622403 w 4622402"/>
                  <a:gd name="connsiteY80" fmla="*/ 54669 h 851892"/>
                  <a:gd name="connsiteX81" fmla="*/ 4563963 w 4622402"/>
                  <a:gd name="connsiteY81" fmla="*/ 86915 h 851892"/>
                  <a:gd name="connsiteX82" fmla="*/ 4505425 w 4622402"/>
                  <a:gd name="connsiteY82" fmla="*/ 119162 h 851892"/>
                  <a:gd name="connsiteX83" fmla="*/ 4446885 w 4622402"/>
                  <a:gd name="connsiteY83" fmla="*/ 151011 h 851892"/>
                  <a:gd name="connsiteX84" fmla="*/ 4388346 w 4622402"/>
                  <a:gd name="connsiteY84" fmla="*/ 182165 h 851892"/>
                  <a:gd name="connsiteX85" fmla="*/ 4329907 w 4622402"/>
                  <a:gd name="connsiteY85" fmla="*/ 212229 h 851892"/>
                  <a:gd name="connsiteX86" fmla="*/ 4271368 w 4622402"/>
                  <a:gd name="connsiteY86" fmla="*/ 239911 h 851892"/>
                  <a:gd name="connsiteX87" fmla="*/ 4212828 w 4622402"/>
                  <a:gd name="connsiteY87" fmla="*/ 263823 h 851892"/>
                  <a:gd name="connsiteX88" fmla="*/ 4154388 w 4622402"/>
                  <a:gd name="connsiteY88" fmla="*/ 282972 h 851892"/>
                  <a:gd name="connsiteX89" fmla="*/ 4095849 w 4622402"/>
                  <a:gd name="connsiteY89" fmla="*/ 296168 h 851892"/>
                  <a:gd name="connsiteX90" fmla="*/ 4037310 w 4622402"/>
                  <a:gd name="connsiteY90" fmla="*/ 303113 h 851892"/>
                  <a:gd name="connsiteX91" fmla="*/ 3978771 w 4622402"/>
                  <a:gd name="connsiteY91" fmla="*/ 304601 h 851892"/>
                  <a:gd name="connsiteX92" fmla="*/ 3920331 w 4622402"/>
                  <a:gd name="connsiteY92" fmla="*/ 301823 h 851892"/>
                  <a:gd name="connsiteX93" fmla="*/ 3861792 w 4622402"/>
                  <a:gd name="connsiteY93" fmla="*/ 295572 h 851892"/>
                  <a:gd name="connsiteX94" fmla="*/ 3803253 w 4622402"/>
                  <a:gd name="connsiteY94" fmla="*/ 286841 h 851892"/>
                  <a:gd name="connsiteX95" fmla="*/ 3744813 w 4622402"/>
                  <a:gd name="connsiteY95" fmla="*/ 276027 h 851892"/>
                  <a:gd name="connsiteX96" fmla="*/ 3686274 w 4622402"/>
                  <a:gd name="connsiteY96" fmla="*/ 263326 h 851892"/>
                  <a:gd name="connsiteX97" fmla="*/ 3627735 w 4622402"/>
                  <a:gd name="connsiteY97" fmla="*/ 249138 h 851892"/>
                  <a:gd name="connsiteX98" fmla="*/ 3569196 w 4622402"/>
                  <a:gd name="connsiteY98" fmla="*/ 233561 h 851892"/>
                  <a:gd name="connsiteX99" fmla="*/ 3510756 w 4622402"/>
                  <a:gd name="connsiteY99" fmla="*/ 217289 h 851892"/>
                  <a:gd name="connsiteX100" fmla="*/ 3452217 w 4622402"/>
                  <a:gd name="connsiteY100" fmla="*/ 201116 h 851892"/>
                  <a:gd name="connsiteX101" fmla="*/ 3393678 w 4622402"/>
                  <a:gd name="connsiteY101" fmla="*/ 186333 h 851892"/>
                  <a:gd name="connsiteX102" fmla="*/ 3335139 w 4622402"/>
                  <a:gd name="connsiteY102" fmla="*/ 173633 h 851892"/>
                  <a:gd name="connsiteX103" fmla="*/ 3276699 w 4622402"/>
                  <a:gd name="connsiteY103" fmla="*/ 163909 h 851892"/>
                  <a:gd name="connsiteX104" fmla="*/ 3218160 w 4622402"/>
                  <a:gd name="connsiteY104" fmla="*/ 157559 h 851892"/>
                  <a:gd name="connsiteX105" fmla="*/ 3159621 w 4622402"/>
                  <a:gd name="connsiteY105" fmla="*/ 154682 h 851892"/>
                  <a:gd name="connsiteX106" fmla="*/ 3101181 w 4622402"/>
                  <a:gd name="connsiteY106" fmla="*/ 155575 h 851892"/>
                  <a:gd name="connsiteX107" fmla="*/ 3042642 w 4622402"/>
                  <a:gd name="connsiteY107" fmla="*/ 160536 h 851892"/>
                  <a:gd name="connsiteX108" fmla="*/ 2984103 w 4622402"/>
                  <a:gd name="connsiteY108" fmla="*/ 169565 h 851892"/>
                  <a:gd name="connsiteX109" fmla="*/ 2925564 w 4622402"/>
                  <a:gd name="connsiteY109" fmla="*/ 183257 h 851892"/>
                  <a:gd name="connsiteX110" fmla="*/ 2867124 w 4622402"/>
                  <a:gd name="connsiteY110" fmla="*/ 201712 h 851892"/>
                  <a:gd name="connsiteX111" fmla="*/ 2808585 w 4622402"/>
                  <a:gd name="connsiteY111" fmla="*/ 225326 h 851892"/>
                  <a:gd name="connsiteX112" fmla="*/ 2750046 w 4622402"/>
                  <a:gd name="connsiteY112" fmla="*/ 254000 h 851892"/>
                  <a:gd name="connsiteX113" fmla="*/ 2691507 w 4622402"/>
                  <a:gd name="connsiteY113" fmla="*/ 287437 h 851892"/>
                  <a:gd name="connsiteX114" fmla="*/ 2633067 w 4622402"/>
                  <a:gd name="connsiteY114" fmla="*/ 325140 h 851892"/>
                  <a:gd name="connsiteX115" fmla="*/ 2574528 w 4622402"/>
                  <a:gd name="connsiteY115" fmla="*/ 366514 h 851892"/>
                  <a:gd name="connsiteX116" fmla="*/ 2515989 w 4622402"/>
                  <a:gd name="connsiteY116" fmla="*/ 411262 h 851892"/>
                  <a:gd name="connsiteX117" fmla="*/ 2457549 w 4622402"/>
                  <a:gd name="connsiteY117" fmla="*/ 458093 h 851892"/>
                  <a:gd name="connsiteX118" fmla="*/ 2399010 w 4622402"/>
                  <a:gd name="connsiteY118" fmla="*/ 506016 h 851892"/>
                  <a:gd name="connsiteX119" fmla="*/ 2340471 w 4622402"/>
                  <a:gd name="connsiteY119" fmla="*/ 553740 h 851892"/>
                  <a:gd name="connsiteX120" fmla="*/ 2281932 w 4622402"/>
                  <a:gd name="connsiteY120" fmla="*/ 599976 h 851892"/>
                  <a:gd name="connsiteX121" fmla="*/ 2223492 w 4622402"/>
                  <a:gd name="connsiteY121" fmla="*/ 643235 h 851892"/>
                  <a:gd name="connsiteX122" fmla="*/ 2164953 w 4622402"/>
                  <a:gd name="connsiteY122" fmla="*/ 681633 h 851892"/>
                  <a:gd name="connsiteX123" fmla="*/ 2106414 w 4622402"/>
                  <a:gd name="connsiteY123" fmla="*/ 713085 h 851892"/>
                  <a:gd name="connsiteX124" fmla="*/ 2047974 w 4622402"/>
                  <a:gd name="connsiteY124" fmla="*/ 735707 h 851892"/>
                  <a:gd name="connsiteX125" fmla="*/ 1989435 w 4622402"/>
                  <a:gd name="connsiteY125" fmla="*/ 748506 h 851892"/>
                  <a:gd name="connsiteX126" fmla="*/ 1930896 w 4622402"/>
                  <a:gd name="connsiteY126" fmla="*/ 753368 h 851892"/>
                  <a:gd name="connsiteX127" fmla="*/ 1872357 w 4622402"/>
                  <a:gd name="connsiteY127" fmla="*/ 752673 h 851892"/>
                  <a:gd name="connsiteX128" fmla="*/ 1813917 w 4622402"/>
                  <a:gd name="connsiteY128" fmla="*/ 748804 h 851892"/>
                  <a:gd name="connsiteX129" fmla="*/ 1755378 w 4622402"/>
                  <a:gd name="connsiteY129" fmla="*/ 743942 h 851892"/>
                  <a:gd name="connsiteX130" fmla="*/ 1696839 w 4622402"/>
                  <a:gd name="connsiteY130" fmla="*/ 740073 h 851892"/>
                  <a:gd name="connsiteX131" fmla="*/ 1638300 w 4622402"/>
                  <a:gd name="connsiteY131" fmla="*/ 738882 h 851892"/>
                  <a:gd name="connsiteX132" fmla="*/ 1579860 w 4622402"/>
                  <a:gd name="connsiteY132" fmla="*/ 741859 h 851892"/>
                  <a:gd name="connsiteX133" fmla="*/ 1521321 w 4622402"/>
                  <a:gd name="connsiteY133" fmla="*/ 750590 h 851892"/>
                  <a:gd name="connsiteX134" fmla="*/ 1462782 w 4622402"/>
                  <a:gd name="connsiteY134" fmla="*/ 765274 h 851892"/>
                  <a:gd name="connsiteX135" fmla="*/ 1404342 w 4622402"/>
                  <a:gd name="connsiteY135" fmla="*/ 783729 h 851892"/>
                  <a:gd name="connsiteX136" fmla="*/ 1345803 w 4622402"/>
                  <a:gd name="connsiteY136" fmla="*/ 803870 h 851892"/>
                  <a:gd name="connsiteX137" fmla="*/ 1287264 w 4622402"/>
                  <a:gd name="connsiteY137" fmla="*/ 823416 h 851892"/>
                  <a:gd name="connsiteX138" fmla="*/ 1228725 w 4622402"/>
                  <a:gd name="connsiteY138" fmla="*/ 839787 h 851892"/>
                  <a:gd name="connsiteX139" fmla="*/ 1170285 w 4622402"/>
                  <a:gd name="connsiteY139" fmla="*/ 850305 h 851892"/>
                  <a:gd name="connsiteX140" fmla="*/ 1111746 w 4622402"/>
                  <a:gd name="connsiteY140" fmla="*/ 851892 h 851892"/>
                  <a:gd name="connsiteX141" fmla="*/ 1053207 w 4622402"/>
                  <a:gd name="connsiteY141" fmla="*/ 841574 h 851892"/>
                  <a:gd name="connsiteX142" fmla="*/ 994767 w 4622402"/>
                  <a:gd name="connsiteY142" fmla="*/ 816471 h 851892"/>
                  <a:gd name="connsiteX143" fmla="*/ 936228 w 4622402"/>
                  <a:gd name="connsiteY143" fmla="*/ 776982 h 851892"/>
                  <a:gd name="connsiteX144" fmla="*/ 877689 w 4622402"/>
                  <a:gd name="connsiteY144" fmla="*/ 726380 h 851892"/>
                  <a:gd name="connsiteX145" fmla="*/ 819150 w 4622402"/>
                  <a:gd name="connsiteY145" fmla="*/ 667941 h 851892"/>
                  <a:gd name="connsiteX146" fmla="*/ 760710 w 4622402"/>
                  <a:gd name="connsiteY146" fmla="*/ 605135 h 851892"/>
                  <a:gd name="connsiteX147" fmla="*/ 702171 w 4622402"/>
                  <a:gd name="connsiteY147" fmla="*/ 540841 h 851892"/>
                  <a:gd name="connsiteX148" fmla="*/ 643632 w 4622402"/>
                  <a:gd name="connsiteY148" fmla="*/ 478036 h 851892"/>
                  <a:gd name="connsiteX149" fmla="*/ 585093 w 4622402"/>
                  <a:gd name="connsiteY149" fmla="*/ 419100 h 851892"/>
                  <a:gd name="connsiteX150" fmla="*/ 526653 w 4622402"/>
                  <a:gd name="connsiteY150" fmla="*/ 366712 h 851892"/>
                  <a:gd name="connsiteX151" fmla="*/ 468114 w 4622402"/>
                  <a:gd name="connsiteY151" fmla="*/ 323156 h 851892"/>
                  <a:gd name="connsiteX152" fmla="*/ 409575 w 4622402"/>
                  <a:gd name="connsiteY152" fmla="*/ 288528 h 851892"/>
                  <a:gd name="connsiteX153" fmla="*/ 351135 w 4622402"/>
                  <a:gd name="connsiteY153" fmla="*/ 262037 h 851892"/>
                  <a:gd name="connsiteX154" fmla="*/ 292596 w 4622402"/>
                  <a:gd name="connsiteY154" fmla="*/ 242987 h 851892"/>
                  <a:gd name="connsiteX155" fmla="*/ 234057 w 4622402"/>
                  <a:gd name="connsiteY155" fmla="*/ 230882 h 851892"/>
                  <a:gd name="connsiteX156" fmla="*/ 175518 w 4622402"/>
                  <a:gd name="connsiteY156" fmla="*/ 224929 h 851892"/>
                  <a:gd name="connsiteX157" fmla="*/ 117078 w 4622402"/>
                  <a:gd name="connsiteY157" fmla="*/ 223937 h 851892"/>
                  <a:gd name="connsiteX158" fmla="*/ 58539 w 4622402"/>
                  <a:gd name="connsiteY158" fmla="*/ 226318 h 851892"/>
                  <a:gd name="connsiteX159" fmla="*/ 0 w 4622402"/>
                  <a:gd name="connsiteY159" fmla="*/ 230485 h 851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</a:cxnLst>
                <a:rect l="l" t="t" r="r" b="b"/>
                <a:pathLst>
                  <a:path w="4622402" h="851892">
                    <a:moveTo>
                      <a:pt x="0" y="175816"/>
                    </a:moveTo>
                    <a:lnTo>
                      <a:pt x="58539" y="181273"/>
                    </a:lnTo>
                    <a:lnTo>
                      <a:pt x="117078" y="187325"/>
                    </a:lnTo>
                    <a:lnTo>
                      <a:pt x="175518" y="194766"/>
                    </a:lnTo>
                    <a:lnTo>
                      <a:pt x="234057" y="204391"/>
                    </a:lnTo>
                    <a:lnTo>
                      <a:pt x="292596" y="217388"/>
                    </a:lnTo>
                    <a:lnTo>
                      <a:pt x="351135" y="235347"/>
                    </a:lnTo>
                    <a:lnTo>
                      <a:pt x="409575" y="260152"/>
                    </a:lnTo>
                    <a:lnTo>
                      <a:pt x="468114" y="293489"/>
                    </a:lnTo>
                    <a:lnTo>
                      <a:pt x="526653" y="336947"/>
                    </a:lnTo>
                    <a:lnTo>
                      <a:pt x="585093" y="390525"/>
                    </a:lnTo>
                    <a:lnTo>
                      <a:pt x="643632" y="451247"/>
                    </a:lnTo>
                    <a:lnTo>
                      <a:pt x="702171" y="515838"/>
                    </a:lnTo>
                    <a:lnTo>
                      <a:pt x="760710" y="580826"/>
                    </a:lnTo>
                    <a:lnTo>
                      <a:pt x="819150" y="643235"/>
                    </a:lnTo>
                    <a:lnTo>
                      <a:pt x="877689" y="700088"/>
                    </a:lnTo>
                    <a:lnTo>
                      <a:pt x="936228" y="748903"/>
                    </a:lnTo>
                    <a:lnTo>
                      <a:pt x="994767" y="787102"/>
                    </a:lnTo>
                    <a:lnTo>
                      <a:pt x="1053207" y="812106"/>
                    </a:lnTo>
                    <a:lnTo>
                      <a:pt x="1111746" y="823714"/>
                    </a:lnTo>
                    <a:lnTo>
                      <a:pt x="1170285" y="823813"/>
                    </a:lnTo>
                    <a:lnTo>
                      <a:pt x="1228725" y="814884"/>
                    </a:lnTo>
                    <a:lnTo>
                      <a:pt x="1287264" y="799009"/>
                    </a:lnTo>
                    <a:lnTo>
                      <a:pt x="1345803" y="778768"/>
                    </a:lnTo>
                    <a:lnTo>
                      <a:pt x="1404342" y="757039"/>
                    </a:lnTo>
                    <a:lnTo>
                      <a:pt x="1462782" y="736699"/>
                    </a:lnTo>
                    <a:lnTo>
                      <a:pt x="1521321" y="721023"/>
                    </a:lnTo>
                    <a:lnTo>
                      <a:pt x="1579860" y="712490"/>
                    </a:lnTo>
                    <a:lnTo>
                      <a:pt x="1638300" y="710902"/>
                    </a:lnTo>
                    <a:lnTo>
                      <a:pt x="1696839" y="713978"/>
                    </a:lnTo>
                    <a:lnTo>
                      <a:pt x="1755378" y="719237"/>
                    </a:lnTo>
                    <a:lnTo>
                      <a:pt x="1813917" y="724396"/>
                    </a:lnTo>
                    <a:lnTo>
                      <a:pt x="1872357" y="727273"/>
                    </a:lnTo>
                    <a:lnTo>
                      <a:pt x="1930896" y="726281"/>
                    </a:lnTo>
                    <a:lnTo>
                      <a:pt x="1989435" y="719733"/>
                    </a:lnTo>
                    <a:lnTo>
                      <a:pt x="2047974" y="706041"/>
                    </a:lnTo>
                    <a:lnTo>
                      <a:pt x="2106414" y="684014"/>
                    </a:lnTo>
                    <a:lnTo>
                      <a:pt x="2164953" y="654050"/>
                    </a:lnTo>
                    <a:lnTo>
                      <a:pt x="2223492" y="617537"/>
                    </a:lnTo>
                    <a:lnTo>
                      <a:pt x="2281932" y="575469"/>
                    </a:lnTo>
                    <a:lnTo>
                      <a:pt x="2340471" y="529133"/>
                    </a:lnTo>
                    <a:lnTo>
                      <a:pt x="2399010" y="480219"/>
                    </a:lnTo>
                    <a:lnTo>
                      <a:pt x="2457549" y="430609"/>
                    </a:lnTo>
                    <a:lnTo>
                      <a:pt x="2515989" y="382191"/>
                    </a:lnTo>
                    <a:lnTo>
                      <a:pt x="2574528" y="336947"/>
                    </a:lnTo>
                    <a:lnTo>
                      <a:pt x="2633067" y="296267"/>
                    </a:lnTo>
                    <a:lnTo>
                      <a:pt x="2691507" y="260251"/>
                    </a:lnTo>
                    <a:lnTo>
                      <a:pt x="2750046" y="228600"/>
                    </a:lnTo>
                    <a:lnTo>
                      <a:pt x="2808585" y="200918"/>
                    </a:lnTo>
                    <a:lnTo>
                      <a:pt x="2867124" y="177006"/>
                    </a:lnTo>
                    <a:lnTo>
                      <a:pt x="2925564" y="157162"/>
                    </a:lnTo>
                    <a:lnTo>
                      <a:pt x="2984103" y="141684"/>
                    </a:lnTo>
                    <a:lnTo>
                      <a:pt x="3042642" y="131167"/>
                    </a:lnTo>
                    <a:lnTo>
                      <a:pt x="3101181" y="126008"/>
                    </a:lnTo>
                    <a:lnTo>
                      <a:pt x="3159621" y="126206"/>
                    </a:lnTo>
                    <a:lnTo>
                      <a:pt x="3218160" y="130770"/>
                    </a:lnTo>
                    <a:lnTo>
                      <a:pt x="3276699" y="138807"/>
                    </a:lnTo>
                    <a:lnTo>
                      <a:pt x="3335139" y="149324"/>
                    </a:lnTo>
                    <a:lnTo>
                      <a:pt x="3393678" y="161429"/>
                    </a:lnTo>
                    <a:lnTo>
                      <a:pt x="3452217" y="174724"/>
                    </a:lnTo>
                    <a:lnTo>
                      <a:pt x="3510756" y="189012"/>
                    </a:lnTo>
                    <a:lnTo>
                      <a:pt x="3569196" y="204093"/>
                    </a:lnTo>
                    <a:lnTo>
                      <a:pt x="3627735" y="219670"/>
                    </a:lnTo>
                    <a:lnTo>
                      <a:pt x="3686274" y="235148"/>
                    </a:lnTo>
                    <a:lnTo>
                      <a:pt x="3744813" y="249634"/>
                    </a:lnTo>
                    <a:lnTo>
                      <a:pt x="3803253" y="262037"/>
                    </a:lnTo>
                    <a:lnTo>
                      <a:pt x="3861792" y="271264"/>
                    </a:lnTo>
                    <a:lnTo>
                      <a:pt x="3920331" y="276721"/>
                    </a:lnTo>
                    <a:lnTo>
                      <a:pt x="3978771" y="277912"/>
                    </a:lnTo>
                    <a:lnTo>
                      <a:pt x="4037310" y="274439"/>
                    </a:lnTo>
                    <a:lnTo>
                      <a:pt x="4095849" y="266402"/>
                    </a:lnTo>
                    <a:lnTo>
                      <a:pt x="4154388" y="253305"/>
                    </a:lnTo>
                    <a:lnTo>
                      <a:pt x="4212828" y="235446"/>
                    </a:lnTo>
                    <a:lnTo>
                      <a:pt x="4271368" y="213221"/>
                    </a:lnTo>
                    <a:lnTo>
                      <a:pt x="4329907" y="186630"/>
                    </a:lnTo>
                    <a:lnTo>
                      <a:pt x="4388346" y="155773"/>
                    </a:lnTo>
                    <a:lnTo>
                      <a:pt x="4446885" y="120848"/>
                    </a:lnTo>
                    <a:lnTo>
                      <a:pt x="4505425" y="82451"/>
                    </a:lnTo>
                    <a:lnTo>
                      <a:pt x="4563963" y="41870"/>
                    </a:lnTo>
                    <a:lnTo>
                      <a:pt x="4622403" y="0"/>
                    </a:lnTo>
                    <a:lnTo>
                      <a:pt x="4622403" y="54669"/>
                    </a:lnTo>
                    <a:lnTo>
                      <a:pt x="4563963" y="86915"/>
                    </a:lnTo>
                    <a:lnTo>
                      <a:pt x="4505425" y="119162"/>
                    </a:lnTo>
                    <a:lnTo>
                      <a:pt x="4446885" y="151011"/>
                    </a:lnTo>
                    <a:lnTo>
                      <a:pt x="4388346" y="182165"/>
                    </a:lnTo>
                    <a:lnTo>
                      <a:pt x="4329907" y="212229"/>
                    </a:lnTo>
                    <a:lnTo>
                      <a:pt x="4271368" y="239911"/>
                    </a:lnTo>
                    <a:lnTo>
                      <a:pt x="4212828" y="263823"/>
                    </a:lnTo>
                    <a:lnTo>
                      <a:pt x="4154388" y="282972"/>
                    </a:lnTo>
                    <a:lnTo>
                      <a:pt x="4095849" y="296168"/>
                    </a:lnTo>
                    <a:lnTo>
                      <a:pt x="4037310" y="303113"/>
                    </a:lnTo>
                    <a:lnTo>
                      <a:pt x="3978771" y="304601"/>
                    </a:lnTo>
                    <a:lnTo>
                      <a:pt x="3920331" y="301823"/>
                    </a:lnTo>
                    <a:lnTo>
                      <a:pt x="3861792" y="295572"/>
                    </a:lnTo>
                    <a:lnTo>
                      <a:pt x="3803253" y="286841"/>
                    </a:lnTo>
                    <a:lnTo>
                      <a:pt x="3744813" y="276027"/>
                    </a:lnTo>
                    <a:lnTo>
                      <a:pt x="3686274" y="263326"/>
                    </a:lnTo>
                    <a:lnTo>
                      <a:pt x="3627735" y="249138"/>
                    </a:lnTo>
                    <a:lnTo>
                      <a:pt x="3569196" y="233561"/>
                    </a:lnTo>
                    <a:lnTo>
                      <a:pt x="3510756" y="217289"/>
                    </a:lnTo>
                    <a:lnTo>
                      <a:pt x="3452217" y="201116"/>
                    </a:lnTo>
                    <a:lnTo>
                      <a:pt x="3393678" y="186333"/>
                    </a:lnTo>
                    <a:lnTo>
                      <a:pt x="3335139" y="173633"/>
                    </a:lnTo>
                    <a:lnTo>
                      <a:pt x="3276699" y="163909"/>
                    </a:lnTo>
                    <a:lnTo>
                      <a:pt x="3218160" y="157559"/>
                    </a:lnTo>
                    <a:lnTo>
                      <a:pt x="3159621" y="154682"/>
                    </a:lnTo>
                    <a:lnTo>
                      <a:pt x="3101181" y="155575"/>
                    </a:lnTo>
                    <a:lnTo>
                      <a:pt x="3042642" y="160536"/>
                    </a:lnTo>
                    <a:lnTo>
                      <a:pt x="2984103" y="169565"/>
                    </a:lnTo>
                    <a:lnTo>
                      <a:pt x="2925564" y="183257"/>
                    </a:lnTo>
                    <a:lnTo>
                      <a:pt x="2867124" y="201712"/>
                    </a:lnTo>
                    <a:lnTo>
                      <a:pt x="2808585" y="225326"/>
                    </a:lnTo>
                    <a:lnTo>
                      <a:pt x="2750046" y="254000"/>
                    </a:lnTo>
                    <a:lnTo>
                      <a:pt x="2691507" y="287437"/>
                    </a:lnTo>
                    <a:lnTo>
                      <a:pt x="2633067" y="325140"/>
                    </a:lnTo>
                    <a:lnTo>
                      <a:pt x="2574528" y="366514"/>
                    </a:lnTo>
                    <a:lnTo>
                      <a:pt x="2515989" y="411262"/>
                    </a:lnTo>
                    <a:lnTo>
                      <a:pt x="2457549" y="458093"/>
                    </a:lnTo>
                    <a:lnTo>
                      <a:pt x="2399010" y="506016"/>
                    </a:lnTo>
                    <a:lnTo>
                      <a:pt x="2340471" y="553740"/>
                    </a:lnTo>
                    <a:lnTo>
                      <a:pt x="2281932" y="599976"/>
                    </a:lnTo>
                    <a:lnTo>
                      <a:pt x="2223492" y="643235"/>
                    </a:lnTo>
                    <a:lnTo>
                      <a:pt x="2164953" y="681633"/>
                    </a:lnTo>
                    <a:lnTo>
                      <a:pt x="2106414" y="713085"/>
                    </a:lnTo>
                    <a:lnTo>
                      <a:pt x="2047974" y="735707"/>
                    </a:lnTo>
                    <a:lnTo>
                      <a:pt x="1989435" y="748506"/>
                    </a:lnTo>
                    <a:lnTo>
                      <a:pt x="1930896" y="753368"/>
                    </a:lnTo>
                    <a:lnTo>
                      <a:pt x="1872357" y="752673"/>
                    </a:lnTo>
                    <a:lnTo>
                      <a:pt x="1813917" y="748804"/>
                    </a:lnTo>
                    <a:lnTo>
                      <a:pt x="1755378" y="743942"/>
                    </a:lnTo>
                    <a:lnTo>
                      <a:pt x="1696839" y="740073"/>
                    </a:lnTo>
                    <a:lnTo>
                      <a:pt x="1638300" y="738882"/>
                    </a:lnTo>
                    <a:lnTo>
                      <a:pt x="1579860" y="741859"/>
                    </a:lnTo>
                    <a:lnTo>
                      <a:pt x="1521321" y="750590"/>
                    </a:lnTo>
                    <a:lnTo>
                      <a:pt x="1462782" y="765274"/>
                    </a:lnTo>
                    <a:lnTo>
                      <a:pt x="1404342" y="783729"/>
                    </a:lnTo>
                    <a:lnTo>
                      <a:pt x="1345803" y="803870"/>
                    </a:lnTo>
                    <a:lnTo>
                      <a:pt x="1287264" y="823416"/>
                    </a:lnTo>
                    <a:lnTo>
                      <a:pt x="1228725" y="839787"/>
                    </a:lnTo>
                    <a:lnTo>
                      <a:pt x="1170285" y="850305"/>
                    </a:lnTo>
                    <a:lnTo>
                      <a:pt x="1111746" y="851892"/>
                    </a:lnTo>
                    <a:lnTo>
                      <a:pt x="1053207" y="841574"/>
                    </a:lnTo>
                    <a:lnTo>
                      <a:pt x="994767" y="816471"/>
                    </a:lnTo>
                    <a:lnTo>
                      <a:pt x="936228" y="776982"/>
                    </a:lnTo>
                    <a:lnTo>
                      <a:pt x="877689" y="726380"/>
                    </a:lnTo>
                    <a:lnTo>
                      <a:pt x="819150" y="667941"/>
                    </a:lnTo>
                    <a:lnTo>
                      <a:pt x="760710" y="605135"/>
                    </a:lnTo>
                    <a:lnTo>
                      <a:pt x="702171" y="540841"/>
                    </a:lnTo>
                    <a:lnTo>
                      <a:pt x="643632" y="478036"/>
                    </a:lnTo>
                    <a:lnTo>
                      <a:pt x="585093" y="419100"/>
                    </a:lnTo>
                    <a:lnTo>
                      <a:pt x="526653" y="366712"/>
                    </a:lnTo>
                    <a:lnTo>
                      <a:pt x="468114" y="323156"/>
                    </a:lnTo>
                    <a:lnTo>
                      <a:pt x="409575" y="288528"/>
                    </a:lnTo>
                    <a:lnTo>
                      <a:pt x="351135" y="262037"/>
                    </a:lnTo>
                    <a:lnTo>
                      <a:pt x="292596" y="242987"/>
                    </a:lnTo>
                    <a:lnTo>
                      <a:pt x="234057" y="230882"/>
                    </a:lnTo>
                    <a:lnTo>
                      <a:pt x="175518" y="224929"/>
                    </a:lnTo>
                    <a:lnTo>
                      <a:pt x="117078" y="223937"/>
                    </a:lnTo>
                    <a:lnTo>
                      <a:pt x="58539" y="226318"/>
                    </a:lnTo>
                    <a:lnTo>
                      <a:pt x="0" y="230485"/>
                    </a:lnTo>
                    <a:close/>
                  </a:path>
                </a:pathLst>
              </a:custGeom>
              <a:solidFill>
                <a:srgbClr val="999999">
                  <a:alpha val="40000"/>
                </a:srgbClr>
              </a:solidFill>
              <a:ln w="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6" name="Freeform 43885">
                <a:extLst>
                  <a:ext uri="{FF2B5EF4-FFF2-40B4-BE49-F238E27FC236}">
                    <a16:creationId xmlns:a16="http://schemas.microsoft.com/office/drawing/2014/main" id="{9039671E-2B25-FD4B-0ADD-FF5343C821F1}"/>
                  </a:ext>
                </a:extLst>
              </p:cNvPr>
              <p:cNvSpPr/>
              <p:nvPr/>
            </p:nvSpPr>
            <p:spPr>
              <a:xfrm>
                <a:off x="4041430" y="3414811"/>
                <a:ext cx="4622402" cy="823813"/>
              </a:xfrm>
              <a:custGeom>
                <a:avLst/>
                <a:gdLst>
                  <a:gd name="connsiteX0" fmla="*/ 0 w 4622402"/>
                  <a:gd name="connsiteY0" fmla="*/ 175816 h 823813"/>
                  <a:gd name="connsiteX1" fmla="*/ 58539 w 4622402"/>
                  <a:gd name="connsiteY1" fmla="*/ 181273 h 823813"/>
                  <a:gd name="connsiteX2" fmla="*/ 117078 w 4622402"/>
                  <a:gd name="connsiteY2" fmla="*/ 187325 h 823813"/>
                  <a:gd name="connsiteX3" fmla="*/ 175518 w 4622402"/>
                  <a:gd name="connsiteY3" fmla="*/ 194766 h 823813"/>
                  <a:gd name="connsiteX4" fmla="*/ 234057 w 4622402"/>
                  <a:gd name="connsiteY4" fmla="*/ 204391 h 823813"/>
                  <a:gd name="connsiteX5" fmla="*/ 292596 w 4622402"/>
                  <a:gd name="connsiteY5" fmla="*/ 217388 h 823813"/>
                  <a:gd name="connsiteX6" fmla="*/ 351135 w 4622402"/>
                  <a:gd name="connsiteY6" fmla="*/ 235347 h 823813"/>
                  <a:gd name="connsiteX7" fmla="*/ 409575 w 4622402"/>
                  <a:gd name="connsiteY7" fmla="*/ 260152 h 823813"/>
                  <a:gd name="connsiteX8" fmla="*/ 468114 w 4622402"/>
                  <a:gd name="connsiteY8" fmla="*/ 293489 h 823813"/>
                  <a:gd name="connsiteX9" fmla="*/ 526653 w 4622402"/>
                  <a:gd name="connsiteY9" fmla="*/ 336947 h 823813"/>
                  <a:gd name="connsiteX10" fmla="*/ 585093 w 4622402"/>
                  <a:gd name="connsiteY10" fmla="*/ 390525 h 823813"/>
                  <a:gd name="connsiteX11" fmla="*/ 643632 w 4622402"/>
                  <a:gd name="connsiteY11" fmla="*/ 451247 h 823813"/>
                  <a:gd name="connsiteX12" fmla="*/ 702171 w 4622402"/>
                  <a:gd name="connsiteY12" fmla="*/ 515838 h 823813"/>
                  <a:gd name="connsiteX13" fmla="*/ 760710 w 4622402"/>
                  <a:gd name="connsiteY13" fmla="*/ 580826 h 823813"/>
                  <a:gd name="connsiteX14" fmla="*/ 819150 w 4622402"/>
                  <a:gd name="connsiteY14" fmla="*/ 643235 h 823813"/>
                  <a:gd name="connsiteX15" fmla="*/ 877689 w 4622402"/>
                  <a:gd name="connsiteY15" fmla="*/ 700088 h 823813"/>
                  <a:gd name="connsiteX16" fmla="*/ 936228 w 4622402"/>
                  <a:gd name="connsiteY16" fmla="*/ 748903 h 823813"/>
                  <a:gd name="connsiteX17" fmla="*/ 994767 w 4622402"/>
                  <a:gd name="connsiteY17" fmla="*/ 787102 h 823813"/>
                  <a:gd name="connsiteX18" fmla="*/ 1053207 w 4622402"/>
                  <a:gd name="connsiteY18" fmla="*/ 812106 h 823813"/>
                  <a:gd name="connsiteX19" fmla="*/ 1111746 w 4622402"/>
                  <a:gd name="connsiteY19" fmla="*/ 823714 h 823813"/>
                  <a:gd name="connsiteX20" fmla="*/ 1170285 w 4622402"/>
                  <a:gd name="connsiteY20" fmla="*/ 823813 h 823813"/>
                  <a:gd name="connsiteX21" fmla="*/ 1228725 w 4622402"/>
                  <a:gd name="connsiteY21" fmla="*/ 814884 h 823813"/>
                  <a:gd name="connsiteX22" fmla="*/ 1287264 w 4622402"/>
                  <a:gd name="connsiteY22" fmla="*/ 799009 h 823813"/>
                  <a:gd name="connsiteX23" fmla="*/ 1345803 w 4622402"/>
                  <a:gd name="connsiteY23" fmla="*/ 778768 h 823813"/>
                  <a:gd name="connsiteX24" fmla="*/ 1404342 w 4622402"/>
                  <a:gd name="connsiteY24" fmla="*/ 757039 h 823813"/>
                  <a:gd name="connsiteX25" fmla="*/ 1462782 w 4622402"/>
                  <a:gd name="connsiteY25" fmla="*/ 736699 h 823813"/>
                  <a:gd name="connsiteX26" fmla="*/ 1521321 w 4622402"/>
                  <a:gd name="connsiteY26" fmla="*/ 721023 h 823813"/>
                  <a:gd name="connsiteX27" fmla="*/ 1579860 w 4622402"/>
                  <a:gd name="connsiteY27" fmla="*/ 712490 h 823813"/>
                  <a:gd name="connsiteX28" fmla="*/ 1638300 w 4622402"/>
                  <a:gd name="connsiteY28" fmla="*/ 710902 h 823813"/>
                  <a:gd name="connsiteX29" fmla="*/ 1696839 w 4622402"/>
                  <a:gd name="connsiteY29" fmla="*/ 713978 h 823813"/>
                  <a:gd name="connsiteX30" fmla="*/ 1755378 w 4622402"/>
                  <a:gd name="connsiteY30" fmla="*/ 719237 h 823813"/>
                  <a:gd name="connsiteX31" fmla="*/ 1813917 w 4622402"/>
                  <a:gd name="connsiteY31" fmla="*/ 724396 h 823813"/>
                  <a:gd name="connsiteX32" fmla="*/ 1872357 w 4622402"/>
                  <a:gd name="connsiteY32" fmla="*/ 727273 h 823813"/>
                  <a:gd name="connsiteX33" fmla="*/ 1930896 w 4622402"/>
                  <a:gd name="connsiteY33" fmla="*/ 726281 h 823813"/>
                  <a:gd name="connsiteX34" fmla="*/ 1989435 w 4622402"/>
                  <a:gd name="connsiteY34" fmla="*/ 719733 h 823813"/>
                  <a:gd name="connsiteX35" fmla="*/ 2047974 w 4622402"/>
                  <a:gd name="connsiteY35" fmla="*/ 706041 h 823813"/>
                  <a:gd name="connsiteX36" fmla="*/ 2106414 w 4622402"/>
                  <a:gd name="connsiteY36" fmla="*/ 684014 h 823813"/>
                  <a:gd name="connsiteX37" fmla="*/ 2164953 w 4622402"/>
                  <a:gd name="connsiteY37" fmla="*/ 654050 h 823813"/>
                  <a:gd name="connsiteX38" fmla="*/ 2223492 w 4622402"/>
                  <a:gd name="connsiteY38" fmla="*/ 617537 h 823813"/>
                  <a:gd name="connsiteX39" fmla="*/ 2281932 w 4622402"/>
                  <a:gd name="connsiteY39" fmla="*/ 575469 h 823813"/>
                  <a:gd name="connsiteX40" fmla="*/ 2340471 w 4622402"/>
                  <a:gd name="connsiteY40" fmla="*/ 529133 h 823813"/>
                  <a:gd name="connsiteX41" fmla="*/ 2399010 w 4622402"/>
                  <a:gd name="connsiteY41" fmla="*/ 480219 h 823813"/>
                  <a:gd name="connsiteX42" fmla="*/ 2457549 w 4622402"/>
                  <a:gd name="connsiteY42" fmla="*/ 430609 h 823813"/>
                  <a:gd name="connsiteX43" fmla="*/ 2515989 w 4622402"/>
                  <a:gd name="connsiteY43" fmla="*/ 382191 h 823813"/>
                  <a:gd name="connsiteX44" fmla="*/ 2574528 w 4622402"/>
                  <a:gd name="connsiteY44" fmla="*/ 336947 h 823813"/>
                  <a:gd name="connsiteX45" fmla="*/ 2633067 w 4622402"/>
                  <a:gd name="connsiteY45" fmla="*/ 296267 h 823813"/>
                  <a:gd name="connsiteX46" fmla="*/ 2691507 w 4622402"/>
                  <a:gd name="connsiteY46" fmla="*/ 260251 h 823813"/>
                  <a:gd name="connsiteX47" fmla="*/ 2750046 w 4622402"/>
                  <a:gd name="connsiteY47" fmla="*/ 228600 h 823813"/>
                  <a:gd name="connsiteX48" fmla="*/ 2808585 w 4622402"/>
                  <a:gd name="connsiteY48" fmla="*/ 200918 h 823813"/>
                  <a:gd name="connsiteX49" fmla="*/ 2867124 w 4622402"/>
                  <a:gd name="connsiteY49" fmla="*/ 177006 h 823813"/>
                  <a:gd name="connsiteX50" fmla="*/ 2925564 w 4622402"/>
                  <a:gd name="connsiteY50" fmla="*/ 157162 h 823813"/>
                  <a:gd name="connsiteX51" fmla="*/ 2984103 w 4622402"/>
                  <a:gd name="connsiteY51" fmla="*/ 141684 h 823813"/>
                  <a:gd name="connsiteX52" fmla="*/ 3042642 w 4622402"/>
                  <a:gd name="connsiteY52" fmla="*/ 131167 h 823813"/>
                  <a:gd name="connsiteX53" fmla="*/ 3101181 w 4622402"/>
                  <a:gd name="connsiteY53" fmla="*/ 126008 h 823813"/>
                  <a:gd name="connsiteX54" fmla="*/ 3159621 w 4622402"/>
                  <a:gd name="connsiteY54" fmla="*/ 126206 h 823813"/>
                  <a:gd name="connsiteX55" fmla="*/ 3218160 w 4622402"/>
                  <a:gd name="connsiteY55" fmla="*/ 130770 h 823813"/>
                  <a:gd name="connsiteX56" fmla="*/ 3276699 w 4622402"/>
                  <a:gd name="connsiteY56" fmla="*/ 138807 h 823813"/>
                  <a:gd name="connsiteX57" fmla="*/ 3335139 w 4622402"/>
                  <a:gd name="connsiteY57" fmla="*/ 149324 h 823813"/>
                  <a:gd name="connsiteX58" fmla="*/ 3393678 w 4622402"/>
                  <a:gd name="connsiteY58" fmla="*/ 161429 h 823813"/>
                  <a:gd name="connsiteX59" fmla="*/ 3452217 w 4622402"/>
                  <a:gd name="connsiteY59" fmla="*/ 174724 h 823813"/>
                  <a:gd name="connsiteX60" fmla="*/ 3510756 w 4622402"/>
                  <a:gd name="connsiteY60" fmla="*/ 189012 h 823813"/>
                  <a:gd name="connsiteX61" fmla="*/ 3569196 w 4622402"/>
                  <a:gd name="connsiteY61" fmla="*/ 204093 h 823813"/>
                  <a:gd name="connsiteX62" fmla="*/ 3627735 w 4622402"/>
                  <a:gd name="connsiteY62" fmla="*/ 219670 h 823813"/>
                  <a:gd name="connsiteX63" fmla="*/ 3686274 w 4622402"/>
                  <a:gd name="connsiteY63" fmla="*/ 235148 h 823813"/>
                  <a:gd name="connsiteX64" fmla="*/ 3744813 w 4622402"/>
                  <a:gd name="connsiteY64" fmla="*/ 249634 h 823813"/>
                  <a:gd name="connsiteX65" fmla="*/ 3803253 w 4622402"/>
                  <a:gd name="connsiteY65" fmla="*/ 262037 h 823813"/>
                  <a:gd name="connsiteX66" fmla="*/ 3861792 w 4622402"/>
                  <a:gd name="connsiteY66" fmla="*/ 271264 h 823813"/>
                  <a:gd name="connsiteX67" fmla="*/ 3920331 w 4622402"/>
                  <a:gd name="connsiteY67" fmla="*/ 276721 h 823813"/>
                  <a:gd name="connsiteX68" fmla="*/ 3978771 w 4622402"/>
                  <a:gd name="connsiteY68" fmla="*/ 277912 h 823813"/>
                  <a:gd name="connsiteX69" fmla="*/ 4037310 w 4622402"/>
                  <a:gd name="connsiteY69" fmla="*/ 274439 h 823813"/>
                  <a:gd name="connsiteX70" fmla="*/ 4095849 w 4622402"/>
                  <a:gd name="connsiteY70" fmla="*/ 266402 h 823813"/>
                  <a:gd name="connsiteX71" fmla="*/ 4154388 w 4622402"/>
                  <a:gd name="connsiteY71" fmla="*/ 253305 h 823813"/>
                  <a:gd name="connsiteX72" fmla="*/ 4212828 w 4622402"/>
                  <a:gd name="connsiteY72" fmla="*/ 235446 h 823813"/>
                  <a:gd name="connsiteX73" fmla="*/ 4271368 w 4622402"/>
                  <a:gd name="connsiteY73" fmla="*/ 213221 h 823813"/>
                  <a:gd name="connsiteX74" fmla="*/ 4329907 w 4622402"/>
                  <a:gd name="connsiteY74" fmla="*/ 186630 h 823813"/>
                  <a:gd name="connsiteX75" fmla="*/ 4388346 w 4622402"/>
                  <a:gd name="connsiteY75" fmla="*/ 155773 h 823813"/>
                  <a:gd name="connsiteX76" fmla="*/ 4446885 w 4622402"/>
                  <a:gd name="connsiteY76" fmla="*/ 120848 h 823813"/>
                  <a:gd name="connsiteX77" fmla="*/ 4505425 w 4622402"/>
                  <a:gd name="connsiteY77" fmla="*/ 82451 h 823813"/>
                  <a:gd name="connsiteX78" fmla="*/ 4563963 w 4622402"/>
                  <a:gd name="connsiteY78" fmla="*/ 41870 h 823813"/>
                  <a:gd name="connsiteX79" fmla="*/ 4622403 w 4622402"/>
                  <a:gd name="connsiteY79" fmla="*/ 0 h 823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823813">
                    <a:moveTo>
                      <a:pt x="0" y="175816"/>
                    </a:moveTo>
                    <a:lnTo>
                      <a:pt x="58539" y="181273"/>
                    </a:lnTo>
                    <a:lnTo>
                      <a:pt x="117078" y="187325"/>
                    </a:lnTo>
                    <a:lnTo>
                      <a:pt x="175518" y="194766"/>
                    </a:lnTo>
                    <a:lnTo>
                      <a:pt x="234057" y="204391"/>
                    </a:lnTo>
                    <a:lnTo>
                      <a:pt x="292596" y="217388"/>
                    </a:lnTo>
                    <a:lnTo>
                      <a:pt x="351135" y="235347"/>
                    </a:lnTo>
                    <a:lnTo>
                      <a:pt x="409575" y="260152"/>
                    </a:lnTo>
                    <a:lnTo>
                      <a:pt x="468114" y="293489"/>
                    </a:lnTo>
                    <a:lnTo>
                      <a:pt x="526653" y="336947"/>
                    </a:lnTo>
                    <a:lnTo>
                      <a:pt x="585093" y="390525"/>
                    </a:lnTo>
                    <a:lnTo>
                      <a:pt x="643632" y="451247"/>
                    </a:lnTo>
                    <a:lnTo>
                      <a:pt x="702171" y="515838"/>
                    </a:lnTo>
                    <a:lnTo>
                      <a:pt x="760710" y="580826"/>
                    </a:lnTo>
                    <a:lnTo>
                      <a:pt x="819150" y="643235"/>
                    </a:lnTo>
                    <a:lnTo>
                      <a:pt x="877689" y="700088"/>
                    </a:lnTo>
                    <a:lnTo>
                      <a:pt x="936228" y="748903"/>
                    </a:lnTo>
                    <a:lnTo>
                      <a:pt x="994767" y="787102"/>
                    </a:lnTo>
                    <a:lnTo>
                      <a:pt x="1053207" y="812106"/>
                    </a:lnTo>
                    <a:lnTo>
                      <a:pt x="1111746" y="823714"/>
                    </a:lnTo>
                    <a:lnTo>
                      <a:pt x="1170285" y="823813"/>
                    </a:lnTo>
                    <a:lnTo>
                      <a:pt x="1228725" y="814884"/>
                    </a:lnTo>
                    <a:lnTo>
                      <a:pt x="1287264" y="799009"/>
                    </a:lnTo>
                    <a:lnTo>
                      <a:pt x="1345803" y="778768"/>
                    </a:lnTo>
                    <a:lnTo>
                      <a:pt x="1404342" y="757039"/>
                    </a:lnTo>
                    <a:lnTo>
                      <a:pt x="1462782" y="736699"/>
                    </a:lnTo>
                    <a:lnTo>
                      <a:pt x="1521321" y="721023"/>
                    </a:lnTo>
                    <a:lnTo>
                      <a:pt x="1579860" y="712490"/>
                    </a:lnTo>
                    <a:lnTo>
                      <a:pt x="1638300" y="710902"/>
                    </a:lnTo>
                    <a:lnTo>
                      <a:pt x="1696839" y="713978"/>
                    </a:lnTo>
                    <a:lnTo>
                      <a:pt x="1755378" y="719237"/>
                    </a:lnTo>
                    <a:lnTo>
                      <a:pt x="1813917" y="724396"/>
                    </a:lnTo>
                    <a:lnTo>
                      <a:pt x="1872357" y="727273"/>
                    </a:lnTo>
                    <a:lnTo>
                      <a:pt x="1930896" y="726281"/>
                    </a:lnTo>
                    <a:lnTo>
                      <a:pt x="1989435" y="719733"/>
                    </a:lnTo>
                    <a:lnTo>
                      <a:pt x="2047974" y="706041"/>
                    </a:lnTo>
                    <a:lnTo>
                      <a:pt x="2106414" y="684014"/>
                    </a:lnTo>
                    <a:lnTo>
                      <a:pt x="2164953" y="654050"/>
                    </a:lnTo>
                    <a:lnTo>
                      <a:pt x="2223492" y="617537"/>
                    </a:lnTo>
                    <a:lnTo>
                      <a:pt x="2281932" y="575469"/>
                    </a:lnTo>
                    <a:lnTo>
                      <a:pt x="2340471" y="529133"/>
                    </a:lnTo>
                    <a:lnTo>
                      <a:pt x="2399010" y="480219"/>
                    </a:lnTo>
                    <a:lnTo>
                      <a:pt x="2457549" y="430609"/>
                    </a:lnTo>
                    <a:lnTo>
                      <a:pt x="2515989" y="382191"/>
                    </a:lnTo>
                    <a:lnTo>
                      <a:pt x="2574528" y="336947"/>
                    </a:lnTo>
                    <a:lnTo>
                      <a:pt x="2633067" y="296267"/>
                    </a:lnTo>
                    <a:lnTo>
                      <a:pt x="2691507" y="260251"/>
                    </a:lnTo>
                    <a:lnTo>
                      <a:pt x="2750046" y="228600"/>
                    </a:lnTo>
                    <a:lnTo>
                      <a:pt x="2808585" y="200918"/>
                    </a:lnTo>
                    <a:lnTo>
                      <a:pt x="2867124" y="177006"/>
                    </a:lnTo>
                    <a:lnTo>
                      <a:pt x="2925564" y="157162"/>
                    </a:lnTo>
                    <a:lnTo>
                      <a:pt x="2984103" y="141684"/>
                    </a:lnTo>
                    <a:lnTo>
                      <a:pt x="3042642" y="131167"/>
                    </a:lnTo>
                    <a:lnTo>
                      <a:pt x="3101181" y="126008"/>
                    </a:lnTo>
                    <a:lnTo>
                      <a:pt x="3159621" y="126206"/>
                    </a:lnTo>
                    <a:lnTo>
                      <a:pt x="3218160" y="130770"/>
                    </a:lnTo>
                    <a:lnTo>
                      <a:pt x="3276699" y="138807"/>
                    </a:lnTo>
                    <a:lnTo>
                      <a:pt x="3335139" y="149324"/>
                    </a:lnTo>
                    <a:lnTo>
                      <a:pt x="3393678" y="161429"/>
                    </a:lnTo>
                    <a:lnTo>
                      <a:pt x="3452217" y="174724"/>
                    </a:lnTo>
                    <a:lnTo>
                      <a:pt x="3510756" y="189012"/>
                    </a:lnTo>
                    <a:lnTo>
                      <a:pt x="3569196" y="204093"/>
                    </a:lnTo>
                    <a:lnTo>
                      <a:pt x="3627735" y="219670"/>
                    </a:lnTo>
                    <a:lnTo>
                      <a:pt x="3686274" y="235148"/>
                    </a:lnTo>
                    <a:lnTo>
                      <a:pt x="3744813" y="249634"/>
                    </a:lnTo>
                    <a:lnTo>
                      <a:pt x="3803253" y="262037"/>
                    </a:lnTo>
                    <a:lnTo>
                      <a:pt x="3861792" y="271264"/>
                    </a:lnTo>
                    <a:lnTo>
                      <a:pt x="3920331" y="276721"/>
                    </a:lnTo>
                    <a:lnTo>
                      <a:pt x="3978771" y="277912"/>
                    </a:lnTo>
                    <a:lnTo>
                      <a:pt x="4037310" y="274439"/>
                    </a:lnTo>
                    <a:lnTo>
                      <a:pt x="4095849" y="266402"/>
                    </a:lnTo>
                    <a:lnTo>
                      <a:pt x="4154388" y="253305"/>
                    </a:lnTo>
                    <a:lnTo>
                      <a:pt x="4212828" y="235446"/>
                    </a:lnTo>
                    <a:lnTo>
                      <a:pt x="4271368" y="213221"/>
                    </a:lnTo>
                    <a:lnTo>
                      <a:pt x="4329907" y="186630"/>
                    </a:lnTo>
                    <a:lnTo>
                      <a:pt x="4388346" y="155773"/>
                    </a:lnTo>
                    <a:lnTo>
                      <a:pt x="4446885" y="120848"/>
                    </a:lnTo>
                    <a:lnTo>
                      <a:pt x="4505425" y="82451"/>
                    </a:lnTo>
                    <a:lnTo>
                      <a:pt x="4563963" y="41870"/>
                    </a:lnTo>
                    <a:lnTo>
                      <a:pt x="4622403" y="0"/>
                    </a:lnTo>
                  </a:path>
                </a:pathLst>
              </a:custGeom>
              <a:noFill/>
              <a:ln w="16966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7" name="Freeform 43886">
                <a:extLst>
                  <a:ext uri="{FF2B5EF4-FFF2-40B4-BE49-F238E27FC236}">
                    <a16:creationId xmlns:a16="http://schemas.microsoft.com/office/drawing/2014/main" id="{67C27F51-46EB-11A0-37A4-135745BF9B23}"/>
                  </a:ext>
                </a:extLst>
              </p:cNvPr>
              <p:cNvSpPr/>
              <p:nvPr/>
            </p:nvSpPr>
            <p:spPr>
              <a:xfrm>
                <a:off x="4041430" y="3469481"/>
                <a:ext cx="4622402" cy="797222"/>
              </a:xfrm>
              <a:custGeom>
                <a:avLst/>
                <a:gdLst>
                  <a:gd name="connsiteX0" fmla="*/ 4622403 w 4622402"/>
                  <a:gd name="connsiteY0" fmla="*/ 0 h 797222"/>
                  <a:gd name="connsiteX1" fmla="*/ 4563963 w 4622402"/>
                  <a:gd name="connsiteY1" fmla="*/ 32246 h 797222"/>
                  <a:gd name="connsiteX2" fmla="*/ 4505425 w 4622402"/>
                  <a:gd name="connsiteY2" fmla="*/ 64492 h 797222"/>
                  <a:gd name="connsiteX3" fmla="*/ 4446885 w 4622402"/>
                  <a:gd name="connsiteY3" fmla="*/ 96342 h 797222"/>
                  <a:gd name="connsiteX4" fmla="*/ 4388346 w 4622402"/>
                  <a:gd name="connsiteY4" fmla="*/ 127496 h 797222"/>
                  <a:gd name="connsiteX5" fmla="*/ 4329907 w 4622402"/>
                  <a:gd name="connsiteY5" fmla="*/ 157559 h 797222"/>
                  <a:gd name="connsiteX6" fmla="*/ 4271368 w 4622402"/>
                  <a:gd name="connsiteY6" fmla="*/ 185242 h 797222"/>
                  <a:gd name="connsiteX7" fmla="*/ 4212828 w 4622402"/>
                  <a:gd name="connsiteY7" fmla="*/ 209153 h 797222"/>
                  <a:gd name="connsiteX8" fmla="*/ 4154388 w 4622402"/>
                  <a:gd name="connsiteY8" fmla="*/ 228302 h 797222"/>
                  <a:gd name="connsiteX9" fmla="*/ 4095849 w 4622402"/>
                  <a:gd name="connsiteY9" fmla="*/ 241499 h 797222"/>
                  <a:gd name="connsiteX10" fmla="*/ 4037310 w 4622402"/>
                  <a:gd name="connsiteY10" fmla="*/ 248444 h 797222"/>
                  <a:gd name="connsiteX11" fmla="*/ 3978771 w 4622402"/>
                  <a:gd name="connsiteY11" fmla="*/ 249932 h 797222"/>
                  <a:gd name="connsiteX12" fmla="*/ 3920331 w 4622402"/>
                  <a:gd name="connsiteY12" fmla="*/ 247154 h 797222"/>
                  <a:gd name="connsiteX13" fmla="*/ 3861792 w 4622402"/>
                  <a:gd name="connsiteY13" fmla="*/ 240903 h 797222"/>
                  <a:gd name="connsiteX14" fmla="*/ 3803253 w 4622402"/>
                  <a:gd name="connsiteY14" fmla="*/ 232172 h 797222"/>
                  <a:gd name="connsiteX15" fmla="*/ 3744813 w 4622402"/>
                  <a:gd name="connsiteY15" fmla="*/ 221357 h 797222"/>
                  <a:gd name="connsiteX16" fmla="*/ 3686274 w 4622402"/>
                  <a:gd name="connsiteY16" fmla="*/ 208657 h 797222"/>
                  <a:gd name="connsiteX17" fmla="*/ 3627735 w 4622402"/>
                  <a:gd name="connsiteY17" fmla="*/ 194469 h 797222"/>
                  <a:gd name="connsiteX18" fmla="*/ 3569196 w 4622402"/>
                  <a:gd name="connsiteY18" fmla="*/ 178891 h 797222"/>
                  <a:gd name="connsiteX19" fmla="*/ 3510756 w 4622402"/>
                  <a:gd name="connsiteY19" fmla="*/ 162620 h 797222"/>
                  <a:gd name="connsiteX20" fmla="*/ 3452217 w 4622402"/>
                  <a:gd name="connsiteY20" fmla="*/ 146447 h 797222"/>
                  <a:gd name="connsiteX21" fmla="*/ 3393678 w 4622402"/>
                  <a:gd name="connsiteY21" fmla="*/ 131663 h 797222"/>
                  <a:gd name="connsiteX22" fmla="*/ 3335139 w 4622402"/>
                  <a:gd name="connsiteY22" fmla="*/ 118963 h 797222"/>
                  <a:gd name="connsiteX23" fmla="*/ 3276699 w 4622402"/>
                  <a:gd name="connsiteY23" fmla="*/ 109240 h 797222"/>
                  <a:gd name="connsiteX24" fmla="*/ 3218160 w 4622402"/>
                  <a:gd name="connsiteY24" fmla="*/ 102890 h 797222"/>
                  <a:gd name="connsiteX25" fmla="*/ 3159621 w 4622402"/>
                  <a:gd name="connsiteY25" fmla="*/ 100013 h 797222"/>
                  <a:gd name="connsiteX26" fmla="*/ 3101181 w 4622402"/>
                  <a:gd name="connsiteY26" fmla="*/ 100906 h 797222"/>
                  <a:gd name="connsiteX27" fmla="*/ 3042642 w 4622402"/>
                  <a:gd name="connsiteY27" fmla="*/ 105867 h 797222"/>
                  <a:gd name="connsiteX28" fmla="*/ 2984103 w 4622402"/>
                  <a:gd name="connsiteY28" fmla="*/ 114895 h 797222"/>
                  <a:gd name="connsiteX29" fmla="*/ 2925564 w 4622402"/>
                  <a:gd name="connsiteY29" fmla="*/ 128588 h 797222"/>
                  <a:gd name="connsiteX30" fmla="*/ 2867124 w 4622402"/>
                  <a:gd name="connsiteY30" fmla="*/ 147042 h 797222"/>
                  <a:gd name="connsiteX31" fmla="*/ 2808585 w 4622402"/>
                  <a:gd name="connsiteY31" fmla="*/ 170656 h 797222"/>
                  <a:gd name="connsiteX32" fmla="*/ 2750046 w 4622402"/>
                  <a:gd name="connsiteY32" fmla="*/ 199331 h 797222"/>
                  <a:gd name="connsiteX33" fmla="*/ 2691507 w 4622402"/>
                  <a:gd name="connsiteY33" fmla="*/ 232767 h 797222"/>
                  <a:gd name="connsiteX34" fmla="*/ 2633067 w 4622402"/>
                  <a:gd name="connsiteY34" fmla="*/ 270470 h 797222"/>
                  <a:gd name="connsiteX35" fmla="*/ 2574528 w 4622402"/>
                  <a:gd name="connsiteY35" fmla="*/ 311845 h 797222"/>
                  <a:gd name="connsiteX36" fmla="*/ 2515989 w 4622402"/>
                  <a:gd name="connsiteY36" fmla="*/ 356592 h 797222"/>
                  <a:gd name="connsiteX37" fmla="*/ 2457549 w 4622402"/>
                  <a:gd name="connsiteY37" fmla="*/ 403423 h 797222"/>
                  <a:gd name="connsiteX38" fmla="*/ 2399010 w 4622402"/>
                  <a:gd name="connsiteY38" fmla="*/ 451346 h 797222"/>
                  <a:gd name="connsiteX39" fmla="*/ 2340471 w 4622402"/>
                  <a:gd name="connsiteY39" fmla="*/ 499071 h 797222"/>
                  <a:gd name="connsiteX40" fmla="*/ 2281932 w 4622402"/>
                  <a:gd name="connsiteY40" fmla="*/ 545306 h 797222"/>
                  <a:gd name="connsiteX41" fmla="*/ 2223492 w 4622402"/>
                  <a:gd name="connsiteY41" fmla="*/ 588566 h 797222"/>
                  <a:gd name="connsiteX42" fmla="*/ 2164953 w 4622402"/>
                  <a:gd name="connsiteY42" fmla="*/ 626963 h 797222"/>
                  <a:gd name="connsiteX43" fmla="*/ 2106414 w 4622402"/>
                  <a:gd name="connsiteY43" fmla="*/ 658416 h 797222"/>
                  <a:gd name="connsiteX44" fmla="*/ 2047974 w 4622402"/>
                  <a:gd name="connsiteY44" fmla="*/ 681038 h 797222"/>
                  <a:gd name="connsiteX45" fmla="*/ 1989435 w 4622402"/>
                  <a:gd name="connsiteY45" fmla="*/ 693837 h 797222"/>
                  <a:gd name="connsiteX46" fmla="*/ 1930896 w 4622402"/>
                  <a:gd name="connsiteY46" fmla="*/ 698699 h 797222"/>
                  <a:gd name="connsiteX47" fmla="*/ 1872357 w 4622402"/>
                  <a:gd name="connsiteY47" fmla="*/ 698004 h 797222"/>
                  <a:gd name="connsiteX48" fmla="*/ 1813917 w 4622402"/>
                  <a:gd name="connsiteY48" fmla="*/ 694135 h 797222"/>
                  <a:gd name="connsiteX49" fmla="*/ 1755378 w 4622402"/>
                  <a:gd name="connsiteY49" fmla="*/ 689273 h 797222"/>
                  <a:gd name="connsiteX50" fmla="*/ 1696839 w 4622402"/>
                  <a:gd name="connsiteY50" fmla="*/ 685403 h 797222"/>
                  <a:gd name="connsiteX51" fmla="*/ 1638300 w 4622402"/>
                  <a:gd name="connsiteY51" fmla="*/ 684213 h 797222"/>
                  <a:gd name="connsiteX52" fmla="*/ 1579860 w 4622402"/>
                  <a:gd name="connsiteY52" fmla="*/ 687189 h 797222"/>
                  <a:gd name="connsiteX53" fmla="*/ 1521321 w 4622402"/>
                  <a:gd name="connsiteY53" fmla="*/ 695920 h 797222"/>
                  <a:gd name="connsiteX54" fmla="*/ 1462782 w 4622402"/>
                  <a:gd name="connsiteY54" fmla="*/ 710605 h 797222"/>
                  <a:gd name="connsiteX55" fmla="*/ 1404342 w 4622402"/>
                  <a:gd name="connsiteY55" fmla="*/ 729060 h 797222"/>
                  <a:gd name="connsiteX56" fmla="*/ 1345803 w 4622402"/>
                  <a:gd name="connsiteY56" fmla="*/ 749201 h 797222"/>
                  <a:gd name="connsiteX57" fmla="*/ 1287264 w 4622402"/>
                  <a:gd name="connsiteY57" fmla="*/ 768747 h 797222"/>
                  <a:gd name="connsiteX58" fmla="*/ 1228725 w 4622402"/>
                  <a:gd name="connsiteY58" fmla="*/ 785118 h 797222"/>
                  <a:gd name="connsiteX59" fmla="*/ 1170285 w 4622402"/>
                  <a:gd name="connsiteY59" fmla="*/ 795635 h 797222"/>
                  <a:gd name="connsiteX60" fmla="*/ 1111746 w 4622402"/>
                  <a:gd name="connsiteY60" fmla="*/ 797223 h 797222"/>
                  <a:gd name="connsiteX61" fmla="*/ 1053207 w 4622402"/>
                  <a:gd name="connsiteY61" fmla="*/ 786904 h 797222"/>
                  <a:gd name="connsiteX62" fmla="*/ 994767 w 4622402"/>
                  <a:gd name="connsiteY62" fmla="*/ 761802 h 797222"/>
                  <a:gd name="connsiteX63" fmla="*/ 936228 w 4622402"/>
                  <a:gd name="connsiteY63" fmla="*/ 722313 h 797222"/>
                  <a:gd name="connsiteX64" fmla="*/ 877689 w 4622402"/>
                  <a:gd name="connsiteY64" fmla="*/ 671711 h 797222"/>
                  <a:gd name="connsiteX65" fmla="*/ 819150 w 4622402"/>
                  <a:gd name="connsiteY65" fmla="*/ 613271 h 797222"/>
                  <a:gd name="connsiteX66" fmla="*/ 760710 w 4622402"/>
                  <a:gd name="connsiteY66" fmla="*/ 550466 h 797222"/>
                  <a:gd name="connsiteX67" fmla="*/ 702171 w 4622402"/>
                  <a:gd name="connsiteY67" fmla="*/ 486172 h 797222"/>
                  <a:gd name="connsiteX68" fmla="*/ 643632 w 4622402"/>
                  <a:gd name="connsiteY68" fmla="*/ 423367 h 797222"/>
                  <a:gd name="connsiteX69" fmla="*/ 585093 w 4622402"/>
                  <a:gd name="connsiteY69" fmla="*/ 364431 h 797222"/>
                  <a:gd name="connsiteX70" fmla="*/ 526653 w 4622402"/>
                  <a:gd name="connsiteY70" fmla="*/ 312043 h 797222"/>
                  <a:gd name="connsiteX71" fmla="*/ 468114 w 4622402"/>
                  <a:gd name="connsiteY71" fmla="*/ 268486 h 797222"/>
                  <a:gd name="connsiteX72" fmla="*/ 409575 w 4622402"/>
                  <a:gd name="connsiteY72" fmla="*/ 233859 h 797222"/>
                  <a:gd name="connsiteX73" fmla="*/ 351135 w 4622402"/>
                  <a:gd name="connsiteY73" fmla="*/ 207367 h 797222"/>
                  <a:gd name="connsiteX74" fmla="*/ 292596 w 4622402"/>
                  <a:gd name="connsiteY74" fmla="*/ 188317 h 797222"/>
                  <a:gd name="connsiteX75" fmla="*/ 234057 w 4622402"/>
                  <a:gd name="connsiteY75" fmla="*/ 176213 h 797222"/>
                  <a:gd name="connsiteX76" fmla="*/ 175518 w 4622402"/>
                  <a:gd name="connsiteY76" fmla="*/ 170259 h 797222"/>
                  <a:gd name="connsiteX77" fmla="*/ 117078 w 4622402"/>
                  <a:gd name="connsiteY77" fmla="*/ 169267 h 797222"/>
                  <a:gd name="connsiteX78" fmla="*/ 58539 w 4622402"/>
                  <a:gd name="connsiteY78" fmla="*/ 171649 h 797222"/>
                  <a:gd name="connsiteX79" fmla="*/ 0 w 4622402"/>
                  <a:gd name="connsiteY79" fmla="*/ 175816 h 797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797222">
                    <a:moveTo>
                      <a:pt x="4622403" y="0"/>
                    </a:moveTo>
                    <a:lnTo>
                      <a:pt x="4563963" y="32246"/>
                    </a:lnTo>
                    <a:lnTo>
                      <a:pt x="4505425" y="64492"/>
                    </a:lnTo>
                    <a:lnTo>
                      <a:pt x="4446885" y="96342"/>
                    </a:lnTo>
                    <a:lnTo>
                      <a:pt x="4388346" y="127496"/>
                    </a:lnTo>
                    <a:lnTo>
                      <a:pt x="4329907" y="157559"/>
                    </a:lnTo>
                    <a:lnTo>
                      <a:pt x="4271368" y="185242"/>
                    </a:lnTo>
                    <a:lnTo>
                      <a:pt x="4212828" y="209153"/>
                    </a:lnTo>
                    <a:lnTo>
                      <a:pt x="4154388" y="228302"/>
                    </a:lnTo>
                    <a:lnTo>
                      <a:pt x="4095849" y="241499"/>
                    </a:lnTo>
                    <a:lnTo>
                      <a:pt x="4037310" y="248444"/>
                    </a:lnTo>
                    <a:lnTo>
                      <a:pt x="3978771" y="249932"/>
                    </a:lnTo>
                    <a:lnTo>
                      <a:pt x="3920331" y="247154"/>
                    </a:lnTo>
                    <a:lnTo>
                      <a:pt x="3861792" y="240903"/>
                    </a:lnTo>
                    <a:lnTo>
                      <a:pt x="3803253" y="232172"/>
                    </a:lnTo>
                    <a:lnTo>
                      <a:pt x="3744813" y="221357"/>
                    </a:lnTo>
                    <a:lnTo>
                      <a:pt x="3686274" y="208657"/>
                    </a:lnTo>
                    <a:lnTo>
                      <a:pt x="3627735" y="194469"/>
                    </a:lnTo>
                    <a:lnTo>
                      <a:pt x="3569196" y="178891"/>
                    </a:lnTo>
                    <a:lnTo>
                      <a:pt x="3510756" y="162620"/>
                    </a:lnTo>
                    <a:lnTo>
                      <a:pt x="3452217" y="146447"/>
                    </a:lnTo>
                    <a:lnTo>
                      <a:pt x="3393678" y="131663"/>
                    </a:lnTo>
                    <a:lnTo>
                      <a:pt x="3335139" y="118963"/>
                    </a:lnTo>
                    <a:lnTo>
                      <a:pt x="3276699" y="109240"/>
                    </a:lnTo>
                    <a:lnTo>
                      <a:pt x="3218160" y="102890"/>
                    </a:lnTo>
                    <a:lnTo>
                      <a:pt x="3159621" y="100013"/>
                    </a:lnTo>
                    <a:lnTo>
                      <a:pt x="3101181" y="100906"/>
                    </a:lnTo>
                    <a:lnTo>
                      <a:pt x="3042642" y="105867"/>
                    </a:lnTo>
                    <a:lnTo>
                      <a:pt x="2984103" y="114895"/>
                    </a:lnTo>
                    <a:lnTo>
                      <a:pt x="2925564" y="128588"/>
                    </a:lnTo>
                    <a:lnTo>
                      <a:pt x="2867124" y="147042"/>
                    </a:lnTo>
                    <a:lnTo>
                      <a:pt x="2808585" y="170656"/>
                    </a:lnTo>
                    <a:lnTo>
                      <a:pt x="2750046" y="199331"/>
                    </a:lnTo>
                    <a:lnTo>
                      <a:pt x="2691507" y="232767"/>
                    </a:lnTo>
                    <a:lnTo>
                      <a:pt x="2633067" y="270470"/>
                    </a:lnTo>
                    <a:lnTo>
                      <a:pt x="2574528" y="311845"/>
                    </a:lnTo>
                    <a:lnTo>
                      <a:pt x="2515989" y="356592"/>
                    </a:lnTo>
                    <a:lnTo>
                      <a:pt x="2457549" y="403423"/>
                    </a:lnTo>
                    <a:lnTo>
                      <a:pt x="2399010" y="451346"/>
                    </a:lnTo>
                    <a:lnTo>
                      <a:pt x="2340471" y="499071"/>
                    </a:lnTo>
                    <a:lnTo>
                      <a:pt x="2281932" y="545306"/>
                    </a:lnTo>
                    <a:lnTo>
                      <a:pt x="2223492" y="588566"/>
                    </a:lnTo>
                    <a:lnTo>
                      <a:pt x="2164953" y="626963"/>
                    </a:lnTo>
                    <a:lnTo>
                      <a:pt x="2106414" y="658416"/>
                    </a:lnTo>
                    <a:lnTo>
                      <a:pt x="2047974" y="681038"/>
                    </a:lnTo>
                    <a:lnTo>
                      <a:pt x="1989435" y="693837"/>
                    </a:lnTo>
                    <a:lnTo>
                      <a:pt x="1930896" y="698699"/>
                    </a:lnTo>
                    <a:lnTo>
                      <a:pt x="1872357" y="698004"/>
                    </a:lnTo>
                    <a:lnTo>
                      <a:pt x="1813917" y="694135"/>
                    </a:lnTo>
                    <a:lnTo>
                      <a:pt x="1755378" y="689273"/>
                    </a:lnTo>
                    <a:lnTo>
                      <a:pt x="1696839" y="685403"/>
                    </a:lnTo>
                    <a:lnTo>
                      <a:pt x="1638300" y="684213"/>
                    </a:lnTo>
                    <a:lnTo>
                      <a:pt x="1579860" y="687189"/>
                    </a:lnTo>
                    <a:lnTo>
                      <a:pt x="1521321" y="695920"/>
                    </a:lnTo>
                    <a:lnTo>
                      <a:pt x="1462782" y="710605"/>
                    </a:lnTo>
                    <a:lnTo>
                      <a:pt x="1404342" y="729060"/>
                    </a:lnTo>
                    <a:lnTo>
                      <a:pt x="1345803" y="749201"/>
                    </a:lnTo>
                    <a:lnTo>
                      <a:pt x="1287264" y="768747"/>
                    </a:lnTo>
                    <a:lnTo>
                      <a:pt x="1228725" y="785118"/>
                    </a:lnTo>
                    <a:lnTo>
                      <a:pt x="1170285" y="795635"/>
                    </a:lnTo>
                    <a:lnTo>
                      <a:pt x="1111746" y="797223"/>
                    </a:lnTo>
                    <a:lnTo>
                      <a:pt x="1053207" y="786904"/>
                    </a:lnTo>
                    <a:lnTo>
                      <a:pt x="994767" y="761802"/>
                    </a:lnTo>
                    <a:lnTo>
                      <a:pt x="936228" y="722313"/>
                    </a:lnTo>
                    <a:lnTo>
                      <a:pt x="877689" y="671711"/>
                    </a:lnTo>
                    <a:lnTo>
                      <a:pt x="819150" y="613271"/>
                    </a:lnTo>
                    <a:lnTo>
                      <a:pt x="760710" y="550466"/>
                    </a:lnTo>
                    <a:lnTo>
                      <a:pt x="702171" y="486172"/>
                    </a:lnTo>
                    <a:lnTo>
                      <a:pt x="643632" y="423367"/>
                    </a:lnTo>
                    <a:lnTo>
                      <a:pt x="585093" y="364431"/>
                    </a:lnTo>
                    <a:lnTo>
                      <a:pt x="526653" y="312043"/>
                    </a:lnTo>
                    <a:lnTo>
                      <a:pt x="468114" y="268486"/>
                    </a:lnTo>
                    <a:lnTo>
                      <a:pt x="409575" y="233859"/>
                    </a:lnTo>
                    <a:lnTo>
                      <a:pt x="351135" y="207367"/>
                    </a:lnTo>
                    <a:lnTo>
                      <a:pt x="292596" y="188317"/>
                    </a:lnTo>
                    <a:lnTo>
                      <a:pt x="234057" y="176213"/>
                    </a:lnTo>
                    <a:lnTo>
                      <a:pt x="175518" y="170259"/>
                    </a:lnTo>
                    <a:lnTo>
                      <a:pt x="117078" y="169267"/>
                    </a:lnTo>
                    <a:lnTo>
                      <a:pt x="58539" y="171649"/>
                    </a:lnTo>
                    <a:lnTo>
                      <a:pt x="0" y="175816"/>
                    </a:lnTo>
                  </a:path>
                </a:pathLst>
              </a:custGeom>
              <a:noFill/>
              <a:ln w="16966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88" name="Freeform 43887">
                <a:extLst>
                  <a:ext uri="{FF2B5EF4-FFF2-40B4-BE49-F238E27FC236}">
                    <a16:creationId xmlns:a16="http://schemas.microsoft.com/office/drawing/2014/main" id="{22D09CE9-FA95-D596-8EC8-983AD3BC5935}"/>
                  </a:ext>
                </a:extLst>
              </p:cNvPr>
              <p:cNvSpPr/>
              <p:nvPr/>
            </p:nvSpPr>
            <p:spPr>
              <a:xfrm>
                <a:off x="4041430" y="3442096"/>
                <a:ext cx="4622402" cy="810517"/>
              </a:xfrm>
              <a:custGeom>
                <a:avLst/>
                <a:gdLst>
                  <a:gd name="connsiteX0" fmla="*/ 0 w 4622402"/>
                  <a:gd name="connsiteY0" fmla="*/ 175816 h 810517"/>
                  <a:gd name="connsiteX1" fmla="*/ 58539 w 4622402"/>
                  <a:gd name="connsiteY1" fmla="*/ 176510 h 810517"/>
                  <a:gd name="connsiteX2" fmla="*/ 117078 w 4622402"/>
                  <a:gd name="connsiteY2" fmla="*/ 178296 h 810517"/>
                  <a:gd name="connsiteX3" fmla="*/ 175518 w 4622402"/>
                  <a:gd name="connsiteY3" fmla="*/ 182562 h 810517"/>
                  <a:gd name="connsiteX4" fmla="*/ 234057 w 4622402"/>
                  <a:gd name="connsiteY4" fmla="*/ 190301 h 810517"/>
                  <a:gd name="connsiteX5" fmla="*/ 292596 w 4622402"/>
                  <a:gd name="connsiteY5" fmla="*/ 202902 h 810517"/>
                  <a:gd name="connsiteX6" fmla="*/ 351135 w 4622402"/>
                  <a:gd name="connsiteY6" fmla="*/ 221357 h 810517"/>
                  <a:gd name="connsiteX7" fmla="*/ 409575 w 4622402"/>
                  <a:gd name="connsiteY7" fmla="*/ 247055 h 810517"/>
                  <a:gd name="connsiteX8" fmla="*/ 468114 w 4622402"/>
                  <a:gd name="connsiteY8" fmla="*/ 280988 h 810517"/>
                  <a:gd name="connsiteX9" fmla="*/ 526653 w 4622402"/>
                  <a:gd name="connsiteY9" fmla="*/ 324544 h 810517"/>
                  <a:gd name="connsiteX10" fmla="*/ 585093 w 4622402"/>
                  <a:gd name="connsiteY10" fmla="*/ 377527 h 810517"/>
                  <a:gd name="connsiteX11" fmla="*/ 643632 w 4622402"/>
                  <a:gd name="connsiteY11" fmla="*/ 437356 h 810517"/>
                  <a:gd name="connsiteX12" fmla="*/ 702171 w 4622402"/>
                  <a:gd name="connsiteY12" fmla="*/ 501055 h 810517"/>
                  <a:gd name="connsiteX13" fmla="*/ 760710 w 4622402"/>
                  <a:gd name="connsiteY13" fmla="*/ 565646 h 810517"/>
                  <a:gd name="connsiteX14" fmla="*/ 819150 w 4622402"/>
                  <a:gd name="connsiteY14" fmla="*/ 628352 h 810517"/>
                  <a:gd name="connsiteX15" fmla="*/ 877689 w 4622402"/>
                  <a:gd name="connsiteY15" fmla="*/ 685998 h 810517"/>
                  <a:gd name="connsiteX16" fmla="*/ 936228 w 4622402"/>
                  <a:gd name="connsiteY16" fmla="*/ 735707 h 810517"/>
                  <a:gd name="connsiteX17" fmla="*/ 994767 w 4622402"/>
                  <a:gd name="connsiteY17" fmla="*/ 774502 h 810517"/>
                  <a:gd name="connsiteX18" fmla="*/ 1053207 w 4622402"/>
                  <a:gd name="connsiteY18" fmla="*/ 799604 h 810517"/>
                  <a:gd name="connsiteX19" fmla="*/ 1111746 w 4622402"/>
                  <a:gd name="connsiteY19" fmla="*/ 810518 h 810517"/>
                  <a:gd name="connsiteX20" fmla="*/ 1170285 w 4622402"/>
                  <a:gd name="connsiteY20" fmla="*/ 809823 h 810517"/>
                  <a:gd name="connsiteX21" fmla="*/ 1228725 w 4622402"/>
                  <a:gd name="connsiteY21" fmla="*/ 800100 h 810517"/>
                  <a:gd name="connsiteX22" fmla="*/ 1287264 w 4622402"/>
                  <a:gd name="connsiteY22" fmla="*/ 783927 h 810517"/>
                  <a:gd name="connsiteX23" fmla="*/ 1345803 w 4622402"/>
                  <a:gd name="connsiteY23" fmla="*/ 764083 h 810517"/>
                  <a:gd name="connsiteX24" fmla="*/ 1404342 w 4622402"/>
                  <a:gd name="connsiteY24" fmla="*/ 743148 h 810517"/>
                  <a:gd name="connsiteX25" fmla="*/ 1462782 w 4622402"/>
                  <a:gd name="connsiteY25" fmla="*/ 723702 h 810517"/>
                  <a:gd name="connsiteX26" fmla="*/ 1521321 w 4622402"/>
                  <a:gd name="connsiteY26" fmla="*/ 708521 h 810517"/>
                  <a:gd name="connsiteX27" fmla="*/ 1579860 w 4622402"/>
                  <a:gd name="connsiteY27" fmla="*/ 699889 h 810517"/>
                  <a:gd name="connsiteX28" fmla="*/ 1638300 w 4622402"/>
                  <a:gd name="connsiteY28" fmla="*/ 697607 h 810517"/>
                  <a:gd name="connsiteX29" fmla="*/ 1696839 w 4622402"/>
                  <a:gd name="connsiteY29" fmla="*/ 699790 h 810517"/>
                  <a:gd name="connsiteX30" fmla="*/ 1755378 w 4622402"/>
                  <a:gd name="connsiteY30" fmla="*/ 704354 h 810517"/>
                  <a:gd name="connsiteX31" fmla="*/ 1813917 w 4622402"/>
                  <a:gd name="connsiteY31" fmla="*/ 709315 h 810517"/>
                  <a:gd name="connsiteX32" fmla="*/ 1872357 w 4622402"/>
                  <a:gd name="connsiteY32" fmla="*/ 712688 h 810517"/>
                  <a:gd name="connsiteX33" fmla="*/ 1930896 w 4622402"/>
                  <a:gd name="connsiteY33" fmla="*/ 712490 h 810517"/>
                  <a:gd name="connsiteX34" fmla="*/ 1989435 w 4622402"/>
                  <a:gd name="connsiteY34" fmla="*/ 706834 h 810517"/>
                  <a:gd name="connsiteX35" fmla="*/ 2047974 w 4622402"/>
                  <a:gd name="connsiteY35" fmla="*/ 693539 h 810517"/>
                  <a:gd name="connsiteX36" fmla="*/ 2106414 w 4622402"/>
                  <a:gd name="connsiteY36" fmla="*/ 671215 h 810517"/>
                  <a:gd name="connsiteX37" fmla="*/ 2164953 w 4622402"/>
                  <a:gd name="connsiteY37" fmla="*/ 640556 h 810517"/>
                  <a:gd name="connsiteX38" fmla="*/ 2223492 w 4622402"/>
                  <a:gd name="connsiteY38" fmla="*/ 603052 h 810517"/>
                  <a:gd name="connsiteX39" fmla="*/ 2281932 w 4622402"/>
                  <a:gd name="connsiteY39" fmla="*/ 560387 h 810517"/>
                  <a:gd name="connsiteX40" fmla="*/ 2340471 w 4622402"/>
                  <a:gd name="connsiteY40" fmla="*/ 514152 h 810517"/>
                  <a:gd name="connsiteX41" fmla="*/ 2399010 w 4622402"/>
                  <a:gd name="connsiteY41" fmla="*/ 465832 h 810517"/>
                  <a:gd name="connsiteX42" fmla="*/ 2457549 w 4622402"/>
                  <a:gd name="connsiteY42" fmla="*/ 417115 h 810517"/>
                  <a:gd name="connsiteX43" fmla="*/ 2515989 w 4622402"/>
                  <a:gd name="connsiteY43" fmla="*/ 369391 h 810517"/>
                  <a:gd name="connsiteX44" fmla="*/ 2574528 w 4622402"/>
                  <a:gd name="connsiteY44" fmla="*/ 324445 h 810517"/>
                  <a:gd name="connsiteX45" fmla="*/ 2633067 w 4622402"/>
                  <a:gd name="connsiteY45" fmla="*/ 283369 h 810517"/>
                  <a:gd name="connsiteX46" fmla="*/ 2691507 w 4622402"/>
                  <a:gd name="connsiteY46" fmla="*/ 246559 h 810517"/>
                  <a:gd name="connsiteX47" fmla="*/ 2750046 w 4622402"/>
                  <a:gd name="connsiteY47" fmla="*/ 214015 h 810517"/>
                  <a:gd name="connsiteX48" fmla="*/ 2808585 w 4622402"/>
                  <a:gd name="connsiteY48" fmla="*/ 185837 h 810517"/>
                  <a:gd name="connsiteX49" fmla="*/ 2867124 w 4622402"/>
                  <a:gd name="connsiteY49" fmla="*/ 162123 h 810517"/>
                  <a:gd name="connsiteX50" fmla="*/ 2925564 w 4622402"/>
                  <a:gd name="connsiteY50" fmla="*/ 142875 h 810517"/>
                  <a:gd name="connsiteX51" fmla="*/ 2984103 w 4622402"/>
                  <a:gd name="connsiteY51" fmla="*/ 128389 h 810517"/>
                  <a:gd name="connsiteX52" fmla="*/ 3042642 w 4622402"/>
                  <a:gd name="connsiteY52" fmla="*/ 118566 h 810517"/>
                  <a:gd name="connsiteX53" fmla="*/ 3101181 w 4622402"/>
                  <a:gd name="connsiteY53" fmla="*/ 113506 h 810517"/>
                  <a:gd name="connsiteX54" fmla="*/ 3159621 w 4622402"/>
                  <a:gd name="connsiteY54" fmla="*/ 113209 h 810517"/>
                  <a:gd name="connsiteX55" fmla="*/ 3218160 w 4622402"/>
                  <a:gd name="connsiteY55" fmla="*/ 116880 h 810517"/>
                  <a:gd name="connsiteX56" fmla="*/ 3276699 w 4622402"/>
                  <a:gd name="connsiteY56" fmla="*/ 124122 h 810517"/>
                  <a:gd name="connsiteX57" fmla="*/ 3335139 w 4622402"/>
                  <a:gd name="connsiteY57" fmla="*/ 134144 h 810517"/>
                  <a:gd name="connsiteX58" fmla="*/ 3393678 w 4622402"/>
                  <a:gd name="connsiteY58" fmla="*/ 146546 h 810517"/>
                  <a:gd name="connsiteX59" fmla="*/ 3452217 w 4622402"/>
                  <a:gd name="connsiteY59" fmla="*/ 160635 h 810517"/>
                  <a:gd name="connsiteX60" fmla="*/ 3510756 w 4622402"/>
                  <a:gd name="connsiteY60" fmla="*/ 175816 h 810517"/>
                  <a:gd name="connsiteX61" fmla="*/ 3569196 w 4622402"/>
                  <a:gd name="connsiteY61" fmla="*/ 191492 h 810517"/>
                  <a:gd name="connsiteX62" fmla="*/ 3627735 w 4622402"/>
                  <a:gd name="connsiteY62" fmla="*/ 207069 h 810517"/>
                  <a:gd name="connsiteX63" fmla="*/ 3686274 w 4622402"/>
                  <a:gd name="connsiteY63" fmla="*/ 221952 h 810517"/>
                  <a:gd name="connsiteX64" fmla="*/ 3744813 w 4622402"/>
                  <a:gd name="connsiteY64" fmla="*/ 235545 h 810517"/>
                  <a:gd name="connsiteX65" fmla="*/ 3803253 w 4622402"/>
                  <a:gd name="connsiteY65" fmla="*/ 247154 h 810517"/>
                  <a:gd name="connsiteX66" fmla="*/ 3861792 w 4622402"/>
                  <a:gd name="connsiteY66" fmla="*/ 256183 h 810517"/>
                  <a:gd name="connsiteX67" fmla="*/ 3920331 w 4622402"/>
                  <a:gd name="connsiteY67" fmla="*/ 261937 h 810517"/>
                  <a:gd name="connsiteX68" fmla="*/ 3978771 w 4622402"/>
                  <a:gd name="connsiteY68" fmla="*/ 263922 h 810517"/>
                  <a:gd name="connsiteX69" fmla="*/ 4037310 w 4622402"/>
                  <a:gd name="connsiteY69" fmla="*/ 261540 h 810517"/>
                  <a:gd name="connsiteX70" fmla="*/ 4095849 w 4622402"/>
                  <a:gd name="connsiteY70" fmla="*/ 254000 h 810517"/>
                  <a:gd name="connsiteX71" fmla="*/ 4154388 w 4622402"/>
                  <a:gd name="connsiteY71" fmla="*/ 240804 h 810517"/>
                  <a:gd name="connsiteX72" fmla="*/ 4212828 w 4622402"/>
                  <a:gd name="connsiteY72" fmla="*/ 222349 h 810517"/>
                  <a:gd name="connsiteX73" fmla="*/ 4271368 w 4622402"/>
                  <a:gd name="connsiteY73" fmla="*/ 199231 h 810517"/>
                  <a:gd name="connsiteX74" fmla="*/ 4329907 w 4622402"/>
                  <a:gd name="connsiteY74" fmla="*/ 172145 h 810517"/>
                  <a:gd name="connsiteX75" fmla="*/ 4388346 w 4622402"/>
                  <a:gd name="connsiteY75" fmla="*/ 141684 h 810517"/>
                  <a:gd name="connsiteX76" fmla="*/ 4446885 w 4622402"/>
                  <a:gd name="connsiteY76" fmla="*/ 108644 h 810517"/>
                  <a:gd name="connsiteX77" fmla="*/ 4505425 w 4622402"/>
                  <a:gd name="connsiteY77" fmla="*/ 73521 h 810517"/>
                  <a:gd name="connsiteX78" fmla="*/ 4563963 w 4622402"/>
                  <a:gd name="connsiteY78" fmla="*/ 37108 h 810517"/>
                  <a:gd name="connsiteX79" fmla="*/ 4622403 w 4622402"/>
                  <a:gd name="connsiteY79" fmla="*/ 0 h 81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810517">
                    <a:moveTo>
                      <a:pt x="0" y="175816"/>
                    </a:moveTo>
                    <a:lnTo>
                      <a:pt x="58539" y="176510"/>
                    </a:lnTo>
                    <a:lnTo>
                      <a:pt x="117078" y="178296"/>
                    </a:lnTo>
                    <a:lnTo>
                      <a:pt x="175518" y="182562"/>
                    </a:lnTo>
                    <a:lnTo>
                      <a:pt x="234057" y="190301"/>
                    </a:lnTo>
                    <a:lnTo>
                      <a:pt x="292596" y="202902"/>
                    </a:lnTo>
                    <a:lnTo>
                      <a:pt x="351135" y="221357"/>
                    </a:lnTo>
                    <a:lnTo>
                      <a:pt x="409575" y="247055"/>
                    </a:lnTo>
                    <a:lnTo>
                      <a:pt x="468114" y="280988"/>
                    </a:lnTo>
                    <a:lnTo>
                      <a:pt x="526653" y="324544"/>
                    </a:lnTo>
                    <a:lnTo>
                      <a:pt x="585093" y="377527"/>
                    </a:lnTo>
                    <a:lnTo>
                      <a:pt x="643632" y="437356"/>
                    </a:lnTo>
                    <a:lnTo>
                      <a:pt x="702171" y="501055"/>
                    </a:lnTo>
                    <a:lnTo>
                      <a:pt x="760710" y="565646"/>
                    </a:lnTo>
                    <a:lnTo>
                      <a:pt x="819150" y="628352"/>
                    </a:lnTo>
                    <a:lnTo>
                      <a:pt x="877689" y="685998"/>
                    </a:lnTo>
                    <a:lnTo>
                      <a:pt x="936228" y="735707"/>
                    </a:lnTo>
                    <a:lnTo>
                      <a:pt x="994767" y="774502"/>
                    </a:lnTo>
                    <a:lnTo>
                      <a:pt x="1053207" y="799604"/>
                    </a:lnTo>
                    <a:lnTo>
                      <a:pt x="1111746" y="810518"/>
                    </a:lnTo>
                    <a:lnTo>
                      <a:pt x="1170285" y="809823"/>
                    </a:lnTo>
                    <a:lnTo>
                      <a:pt x="1228725" y="800100"/>
                    </a:lnTo>
                    <a:lnTo>
                      <a:pt x="1287264" y="783927"/>
                    </a:lnTo>
                    <a:lnTo>
                      <a:pt x="1345803" y="764083"/>
                    </a:lnTo>
                    <a:lnTo>
                      <a:pt x="1404342" y="743148"/>
                    </a:lnTo>
                    <a:lnTo>
                      <a:pt x="1462782" y="723702"/>
                    </a:lnTo>
                    <a:lnTo>
                      <a:pt x="1521321" y="708521"/>
                    </a:lnTo>
                    <a:lnTo>
                      <a:pt x="1579860" y="699889"/>
                    </a:lnTo>
                    <a:lnTo>
                      <a:pt x="1638300" y="697607"/>
                    </a:lnTo>
                    <a:lnTo>
                      <a:pt x="1696839" y="699790"/>
                    </a:lnTo>
                    <a:lnTo>
                      <a:pt x="1755378" y="704354"/>
                    </a:lnTo>
                    <a:lnTo>
                      <a:pt x="1813917" y="709315"/>
                    </a:lnTo>
                    <a:lnTo>
                      <a:pt x="1872357" y="712688"/>
                    </a:lnTo>
                    <a:lnTo>
                      <a:pt x="1930896" y="712490"/>
                    </a:lnTo>
                    <a:lnTo>
                      <a:pt x="1989435" y="706834"/>
                    </a:lnTo>
                    <a:lnTo>
                      <a:pt x="2047974" y="693539"/>
                    </a:lnTo>
                    <a:lnTo>
                      <a:pt x="2106414" y="671215"/>
                    </a:lnTo>
                    <a:lnTo>
                      <a:pt x="2164953" y="640556"/>
                    </a:lnTo>
                    <a:lnTo>
                      <a:pt x="2223492" y="603052"/>
                    </a:lnTo>
                    <a:lnTo>
                      <a:pt x="2281932" y="560387"/>
                    </a:lnTo>
                    <a:lnTo>
                      <a:pt x="2340471" y="514152"/>
                    </a:lnTo>
                    <a:lnTo>
                      <a:pt x="2399010" y="465832"/>
                    </a:lnTo>
                    <a:lnTo>
                      <a:pt x="2457549" y="417115"/>
                    </a:lnTo>
                    <a:lnTo>
                      <a:pt x="2515989" y="369391"/>
                    </a:lnTo>
                    <a:lnTo>
                      <a:pt x="2574528" y="324445"/>
                    </a:lnTo>
                    <a:lnTo>
                      <a:pt x="2633067" y="283369"/>
                    </a:lnTo>
                    <a:lnTo>
                      <a:pt x="2691507" y="246559"/>
                    </a:lnTo>
                    <a:lnTo>
                      <a:pt x="2750046" y="214015"/>
                    </a:lnTo>
                    <a:lnTo>
                      <a:pt x="2808585" y="185837"/>
                    </a:lnTo>
                    <a:lnTo>
                      <a:pt x="2867124" y="162123"/>
                    </a:lnTo>
                    <a:lnTo>
                      <a:pt x="2925564" y="142875"/>
                    </a:lnTo>
                    <a:lnTo>
                      <a:pt x="2984103" y="128389"/>
                    </a:lnTo>
                    <a:lnTo>
                      <a:pt x="3042642" y="118566"/>
                    </a:lnTo>
                    <a:lnTo>
                      <a:pt x="3101181" y="113506"/>
                    </a:lnTo>
                    <a:lnTo>
                      <a:pt x="3159621" y="113209"/>
                    </a:lnTo>
                    <a:lnTo>
                      <a:pt x="3218160" y="116880"/>
                    </a:lnTo>
                    <a:lnTo>
                      <a:pt x="3276699" y="124122"/>
                    </a:lnTo>
                    <a:lnTo>
                      <a:pt x="3335139" y="134144"/>
                    </a:lnTo>
                    <a:lnTo>
                      <a:pt x="3393678" y="146546"/>
                    </a:lnTo>
                    <a:lnTo>
                      <a:pt x="3452217" y="160635"/>
                    </a:lnTo>
                    <a:lnTo>
                      <a:pt x="3510756" y="175816"/>
                    </a:lnTo>
                    <a:lnTo>
                      <a:pt x="3569196" y="191492"/>
                    </a:lnTo>
                    <a:lnTo>
                      <a:pt x="3627735" y="207069"/>
                    </a:lnTo>
                    <a:lnTo>
                      <a:pt x="3686274" y="221952"/>
                    </a:lnTo>
                    <a:lnTo>
                      <a:pt x="3744813" y="235545"/>
                    </a:lnTo>
                    <a:lnTo>
                      <a:pt x="3803253" y="247154"/>
                    </a:lnTo>
                    <a:lnTo>
                      <a:pt x="3861792" y="256183"/>
                    </a:lnTo>
                    <a:lnTo>
                      <a:pt x="3920331" y="261937"/>
                    </a:lnTo>
                    <a:lnTo>
                      <a:pt x="3978771" y="263922"/>
                    </a:lnTo>
                    <a:lnTo>
                      <a:pt x="4037310" y="261540"/>
                    </a:lnTo>
                    <a:lnTo>
                      <a:pt x="4095849" y="254000"/>
                    </a:lnTo>
                    <a:lnTo>
                      <a:pt x="4154388" y="240804"/>
                    </a:lnTo>
                    <a:lnTo>
                      <a:pt x="4212828" y="222349"/>
                    </a:lnTo>
                    <a:lnTo>
                      <a:pt x="4271368" y="199231"/>
                    </a:lnTo>
                    <a:lnTo>
                      <a:pt x="4329907" y="172145"/>
                    </a:lnTo>
                    <a:lnTo>
                      <a:pt x="4388346" y="141684"/>
                    </a:lnTo>
                    <a:lnTo>
                      <a:pt x="4446885" y="108644"/>
                    </a:lnTo>
                    <a:lnTo>
                      <a:pt x="4505425" y="73521"/>
                    </a:lnTo>
                    <a:lnTo>
                      <a:pt x="4563963" y="37108"/>
                    </a:lnTo>
                    <a:lnTo>
                      <a:pt x="4622403" y="0"/>
                    </a:lnTo>
                  </a:path>
                </a:pathLst>
              </a:custGeom>
              <a:noFill/>
              <a:ln w="16966" cap="flat">
                <a:solidFill>
                  <a:srgbClr val="7F7F7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3889" name="Graphic 26346">
              <a:extLst>
                <a:ext uri="{FF2B5EF4-FFF2-40B4-BE49-F238E27FC236}">
                  <a16:creationId xmlns:a16="http://schemas.microsoft.com/office/drawing/2014/main" id="{B93F5BE4-C25F-83BD-B589-3FD4CFBF06FA}"/>
                </a:ext>
              </a:extLst>
            </p:cNvPr>
            <p:cNvGrpSpPr/>
            <p:nvPr/>
          </p:nvGrpSpPr>
          <p:grpSpPr>
            <a:xfrm>
              <a:off x="3810349" y="4845149"/>
              <a:ext cx="5084663" cy="1237456"/>
              <a:chOff x="3810349" y="4845149"/>
              <a:chExt cx="5084663" cy="1237456"/>
            </a:xfrm>
          </p:grpSpPr>
          <p:sp>
            <p:nvSpPr>
              <p:cNvPr id="43890" name="Freeform 43889">
                <a:extLst>
                  <a:ext uri="{FF2B5EF4-FFF2-40B4-BE49-F238E27FC236}">
                    <a16:creationId xmlns:a16="http://schemas.microsoft.com/office/drawing/2014/main" id="{CAC4D280-69F4-A493-6C93-07FA5C15EC3B}"/>
                  </a:ext>
                </a:extLst>
              </p:cNvPr>
              <p:cNvSpPr/>
              <p:nvPr/>
            </p:nvSpPr>
            <p:spPr>
              <a:xfrm>
                <a:off x="3810349" y="6069607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1" name="Freeform 43890">
                <a:extLst>
                  <a:ext uri="{FF2B5EF4-FFF2-40B4-BE49-F238E27FC236}">
                    <a16:creationId xmlns:a16="http://schemas.microsoft.com/office/drawing/2014/main" id="{936D42B5-5254-846D-6606-C3F484D2E2BD}"/>
                  </a:ext>
                </a:extLst>
              </p:cNvPr>
              <p:cNvSpPr/>
              <p:nvPr/>
            </p:nvSpPr>
            <p:spPr>
              <a:xfrm>
                <a:off x="3810349" y="5661421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2" name="Freeform 43891">
                <a:extLst>
                  <a:ext uri="{FF2B5EF4-FFF2-40B4-BE49-F238E27FC236}">
                    <a16:creationId xmlns:a16="http://schemas.microsoft.com/office/drawing/2014/main" id="{B0DE1445-916C-DA88-F6C7-6673554A62EA}"/>
                  </a:ext>
                </a:extLst>
              </p:cNvPr>
              <p:cNvSpPr/>
              <p:nvPr/>
            </p:nvSpPr>
            <p:spPr>
              <a:xfrm>
                <a:off x="3810349" y="5253335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3" name="Freeform 43892">
                <a:extLst>
                  <a:ext uri="{FF2B5EF4-FFF2-40B4-BE49-F238E27FC236}">
                    <a16:creationId xmlns:a16="http://schemas.microsoft.com/office/drawing/2014/main" id="{0A6D5CFB-B451-7DD7-766C-A7FE515964A2}"/>
                  </a:ext>
                </a:extLst>
              </p:cNvPr>
              <p:cNvSpPr/>
              <p:nvPr/>
            </p:nvSpPr>
            <p:spPr>
              <a:xfrm>
                <a:off x="3810349" y="4845149"/>
                <a:ext cx="5084663" cy="9921"/>
              </a:xfrm>
              <a:custGeom>
                <a:avLst/>
                <a:gdLst>
                  <a:gd name="connsiteX0" fmla="*/ 0 w 5084663"/>
                  <a:gd name="connsiteY0" fmla="*/ 0 h 9921"/>
                  <a:gd name="connsiteX1" fmla="*/ 5084663 w 5084663"/>
                  <a:gd name="connsiteY1" fmla="*/ 0 h 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4663" h="9921">
                    <a:moveTo>
                      <a:pt x="0" y="0"/>
                    </a:moveTo>
                    <a:lnTo>
                      <a:pt x="5084663" y="0"/>
                    </a:lnTo>
                  </a:path>
                </a:pathLst>
              </a:custGeom>
              <a:noFill/>
              <a:ln w="5259" cap="flat">
                <a:solidFill>
                  <a:srgbClr val="CCCCC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4" name="Freeform 43893">
                <a:extLst>
                  <a:ext uri="{FF2B5EF4-FFF2-40B4-BE49-F238E27FC236}">
                    <a16:creationId xmlns:a16="http://schemas.microsoft.com/office/drawing/2014/main" id="{931321CC-ACEB-0B4E-D75D-C11DEA7AEB73}"/>
                  </a:ext>
                </a:extLst>
              </p:cNvPr>
              <p:cNvSpPr/>
              <p:nvPr/>
            </p:nvSpPr>
            <p:spPr>
              <a:xfrm>
                <a:off x="4036866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5" name="Freeform 43894">
                <a:extLst>
                  <a:ext uri="{FF2B5EF4-FFF2-40B4-BE49-F238E27FC236}">
                    <a16:creationId xmlns:a16="http://schemas.microsoft.com/office/drawing/2014/main" id="{3E46D097-B28E-9396-5F71-9AA8A1D1A76F}"/>
                  </a:ext>
                </a:extLst>
              </p:cNvPr>
              <p:cNvSpPr/>
              <p:nvPr/>
            </p:nvSpPr>
            <p:spPr>
              <a:xfrm>
                <a:off x="4037461" y="5772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6" name="Freeform 43895">
                <a:extLst>
                  <a:ext uri="{FF2B5EF4-FFF2-40B4-BE49-F238E27FC236}">
                    <a16:creationId xmlns:a16="http://schemas.microsoft.com/office/drawing/2014/main" id="{1EF37E4F-D92F-BBD4-8442-CD749DBB9752}"/>
                  </a:ext>
                </a:extLst>
              </p:cNvPr>
              <p:cNvSpPr/>
              <p:nvPr/>
            </p:nvSpPr>
            <p:spPr>
              <a:xfrm>
                <a:off x="4037957" y="5750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7" name="Freeform 43896">
                <a:extLst>
                  <a:ext uri="{FF2B5EF4-FFF2-40B4-BE49-F238E27FC236}">
                    <a16:creationId xmlns:a16="http://schemas.microsoft.com/office/drawing/2014/main" id="{523C3429-59DA-2F41-98E0-24C464E2EDD2}"/>
                  </a:ext>
                </a:extLst>
              </p:cNvPr>
              <p:cNvSpPr/>
              <p:nvPr/>
            </p:nvSpPr>
            <p:spPr>
              <a:xfrm>
                <a:off x="4038453" y="5727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8" name="Freeform 43897">
                <a:extLst>
                  <a:ext uri="{FF2B5EF4-FFF2-40B4-BE49-F238E27FC236}">
                    <a16:creationId xmlns:a16="http://schemas.microsoft.com/office/drawing/2014/main" id="{F2E4080A-5456-94B8-1C60-BE637DA0998C}"/>
                  </a:ext>
                </a:extLst>
              </p:cNvPr>
              <p:cNvSpPr/>
              <p:nvPr/>
            </p:nvSpPr>
            <p:spPr>
              <a:xfrm>
                <a:off x="4039048" y="5707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99" name="Freeform 43898">
                <a:extLst>
                  <a:ext uri="{FF2B5EF4-FFF2-40B4-BE49-F238E27FC236}">
                    <a16:creationId xmlns:a16="http://schemas.microsoft.com/office/drawing/2014/main" id="{99F2EF8B-041F-83FA-BB1E-60519C20E30E}"/>
                  </a:ext>
                </a:extLst>
              </p:cNvPr>
              <p:cNvSpPr/>
              <p:nvPr/>
            </p:nvSpPr>
            <p:spPr>
              <a:xfrm>
                <a:off x="4039545" y="569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0" name="Freeform 43899">
                <a:extLst>
                  <a:ext uri="{FF2B5EF4-FFF2-40B4-BE49-F238E27FC236}">
                    <a16:creationId xmlns:a16="http://schemas.microsoft.com/office/drawing/2014/main" id="{3079EBA9-9389-C9E0-22D7-9152EAC15166}"/>
                  </a:ext>
                </a:extLst>
              </p:cNvPr>
              <p:cNvSpPr/>
              <p:nvPr/>
            </p:nvSpPr>
            <p:spPr>
              <a:xfrm>
                <a:off x="4040041" y="5711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1" name="Freeform 43900">
                <a:extLst>
                  <a:ext uri="{FF2B5EF4-FFF2-40B4-BE49-F238E27FC236}">
                    <a16:creationId xmlns:a16="http://schemas.microsoft.com/office/drawing/2014/main" id="{F5E4C061-C874-C9FF-D0B4-38C8FFEE4EC4}"/>
                  </a:ext>
                </a:extLst>
              </p:cNvPr>
              <p:cNvSpPr/>
              <p:nvPr/>
            </p:nvSpPr>
            <p:spPr>
              <a:xfrm>
                <a:off x="4040537" y="5933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2" name="Freeform 43901">
                <a:extLst>
                  <a:ext uri="{FF2B5EF4-FFF2-40B4-BE49-F238E27FC236}">
                    <a16:creationId xmlns:a16="http://schemas.microsoft.com/office/drawing/2014/main" id="{8B87F119-9BD0-B91B-20EB-C86B95539494}"/>
                  </a:ext>
                </a:extLst>
              </p:cNvPr>
              <p:cNvSpPr/>
              <p:nvPr/>
            </p:nvSpPr>
            <p:spPr>
              <a:xfrm>
                <a:off x="4041132" y="5966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3" name="Freeform 43902">
                <a:extLst>
                  <a:ext uri="{FF2B5EF4-FFF2-40B4-BE49-F238E27FC236}">
                    <a16:creationId xmlns:a16="http://schemas.microsoft.com/office/drawing/2014/main" id="{40A4C377-FAB0-CD23-7545-69580732BAE0}"/>
                  </a:ext>
                </a:extLst>
              </p:cNvPr>
              <p:cNvSpPr/>
              <p:nvPr/>
            </p:nvSpPr>
            <p:spPr>
              <a:xfrm>
                <a:off x="4041628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4" name="Freeform 43903">
                <a:extLst>
                  <a:ext uri="{FF2B5EF4-FFF2-40B4-BE49-F238E27FC236}">
                    <a16:creationId xmlns:a16="http://schemas.microsoft.com/office/drawing/2014/main" id="{6DBD7ADE-34D6-0E55-7FD9-D27F7C54B3B8}"/>
                  </a:ext>
                </a:extLst>
              </p:cNvPr>
              <p:cNvSpPr/>
              <p:nvPr/>
            </p:nvSpPr>
            <p:spPr>
              <a:xfrm>
                <a:off x="4042124" y="5969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5" name="Freeform 43904">
                <a:extLst>
                  <a:ext uri="{FF2B5EF4-FFF2-40B4-BE49-F238E27FC236}">
                    <a16:creationId xmlns:a16="http://schemas.microsoft.com/office/drawing/2014/main" id="{08CDE6AD-9107-D4D4-7193-91E4E0FF53D8}"/>
                  </a:ext>
                </a:extLst>
              </p:cNvPr>
              <p:cNvSpPr/>
              <p:nvPr/>
            </p:nvSpPr>
            <p:spPr>
              <a:xfrm>
                <a:off x="4042720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6" name="Freeform 43905">
                <a:extLst>
                  <a:ext uri="{FF2B5EF4-FFF2-40B4-BE49-F238E27FC236}">
                    <a16:creationId xmlns:a16="http://schemas.microsoft.com/office/drawing/2014/main" id="{0A49725B-816F-40B2-BA2F-06B364759F8E}"/>
                  </a:ext>
                </a:extLst>
              </p:cNvPr>
              <p:cNvSpPr/>
              <p:nvPr/>
            </p:nvSpPr>
            <p:spPr>
              <a:xfrm>
                <a:off x="4043216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7" name="Freeform 43906">
                <a:extLst>
                  <a:ext uri="{FF2B5EF4-FFF2-40B4-BE49-F238E27FC236}">
                    <a16:creationId xmlns:a16="http://schemas.microsoft.com/office/drawing/2014/main" id="{DC26555F-0900-2596-E593-E4C9AE366963}"/>
                  </a:ext>
                </a:extLst>
              </p:cNvPr>
              <p:cNvSpPr/>
              <p:nvPr/>
            </p:nvSpPr>
            <p:spPr>
              <a:xfrm>
                <a:off x="4043712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8" name="Freeform 43907">
                <a:extLst>
                  <a:ext uri="{FF2B5EF4-FFF2-40B4-BE49-F238E27FC236}">
                    <a16:creationId xmlns:a16="http://schemas.microsoft.com/office/drawing/2014/main" id="{CE7C0378-A192-AC82-99FF-63C630BD34B6}"/>
                  </a:ext>
                </a:extLst>
              </p:cNvPr>
              <p:cNvSpPr/>
              <p:nvPr/>
            </p:nvSpPr>
            <p:spPr>
              <a:xfrm>
                <a:off x="4044307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09" name="Freeform 43908">
                <a:extLst>
                  <a:ext uri="{FF2B5EF4-FFF2-40B4-BE49-F238E27FC236}">
                    <a16:creationId xmlns:a16="http://schemas.microsoft.com/office/drawing/2014/main" id="{6ECA774E-2FE1-E26C-CEAF-315113DC4010}"/>
                  </a:ext>
                </a:extLst>
              </p:cNvPr>
              <p:cNvSpPr/>
              <p:nvPr/>
            </p:nvSpPr>
            <p:spPr>
              <a:xfrm>
                <a:off x="4044803" y="590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0" name="Freeform 43909">
                <a:extLst>
                  <a:ext uri="{FF2B5EF4-FFF2-40B4-BE49-F238E27FC236}">
                    <a16:creationId xmlns:a16="http://schemas.microsoft.com/office/drawing/2014/main" id="{65072A1F-D07E-7735-6D10-27F37650A50D}"/>
                  </a:ext>
                </a:extLst>
              </p:cNvPr>
              <p:cNvSpPr/>
              <p:nvPr/>
            </p:nvSpPr>
            <p:spPr>
              <a:xfrm>
                <a:off x="4045299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1" name="Freeform 43910">
                <a:extLst>
                  <a:ext uri="{FF2B5EF4-FFF2-40B4-BE49-F238E27FC236}">
                    <a16:creationId xmlns:a16="http://schemas.microsoft.com/office/drawing/2014/main" id="{D175F75D-28B7-C006-AB69-4CB4F589FC32}"/>
                  </a:ext>
                </a:extLst>
              </p:cNvPr>
              <p:cNvSpPr/>
              <p:nvPr/>
            </p:nvSpPr>
            <p:spPr>
              <a:xfrm>
                <a:off x="4045895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2" name="Freeform 43911">
                <a:extLst>
                  <a:ext uri="{FF2B5EF4-FFF2-40B4-BE49-F238E27FC236}">
                    <a16:creationId xmlns:a16="http://schemas.microsoft.com/office/drawing/2014/main" id="{30A69BE2-EB6D-8369-7A4C-564447E43C8A}"/>
                  </a:ext>
                </a:extLst>
              </p:cNvPr>
              <p:cNvSpPr/>
              <p:nvPr/>
            </p:nvSpPr>
            <p:spPr>
              <a:xfrm>
                <a:off x="4046391" y="587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3" name="Freeform 43912">
                <a:extLst>
                  <a:ext uri="{FF2B5EF4-FFF2-40B4-BE49-F238E27FC236}">
                    <a16:creationId xmlns:a16="http://schemas.microsoft.com/office/drawing/2014/main" id="{A3C84217-6BBF-F844-EFDA-C6E38C63A6A7}"/>
                  </a:ext>
                </a:extLst>
              </p:cNvPr>
              <p:cNvSpPr/>
              <p:nvPr/>
            </p:nvSpPr>
            <p:spPr>
              <a:xfrm>
                <a:off x="4046887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4" name="Freeform 43913">
                <a:extLst>
                  <a:ext uri="{FF2B5EF4-FFF2-40B4-BE49-F238E27FC236}">
                    <a16:creationId xmlns:a16="http://schemas.microsoft.com/office/drawing/2014/main" id="{FFEA751A-1DE1-E800-833B-D20274B2CB6A}"/>
                  </a:ext>
                </a:extLst>
              </p:cNvPr>
              <p:cNvSpPr/>
              <p:nvPr/>
            </p:nvSpPr>
            <p:spPr>
              <a:xfrm>
                <a:off x="4047482" y="5865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5" name="Freeform 43914">
                <a:extLst>
                  <a:ext uri="{FF2B5EF4-FFF2-40B4-BE49-F238E27FC236}">
                    <a16:creationId xmlns:a16="http://schemas.microsoft.com/office/drawing/2014/main" id="{E183B0CF-A5BF-0E2E-B1D7-A51CA725FEE3}"/>
                  </a:ext>
                </a:extLst>
              </p:cNvPr>
              <p:cNvSpPr/>
              <p:nvPr/>
            </p:nvSpPr>
            <p:spPr>
              <a:xfrm>
                <a:off x="4047978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6" name="Freeform 43915">
                <a:extLst>
                  <a:ext uri="{FF2B5EF4-FFF2-40B4-BE49-F238E27FC236}">
                    <a16:creationId xmlns:a16="http://schemas.microsoft.com/office/drawing/2014/main" id="{FF40048F-D2E1-D1D4-9E71-750BD4186484}"/>
                  </a:ext>
                </a:extLst>
              </p:cNvPr>
              <p:cNvSpPr/>
              <p:nvPr/>
            </p:nvSpPr>
            <p:spPr>
              <a:xfrm>
                <a:off x="4048474" y="5853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7" name="Freeform 43916">
                <a:extLst>
                  <a:ext uri="{FF2B5EF4-FFF2-40B4-BE49-F238E27FC236}">
                    <a16:creationId xmlns:a16="http://schemas.microsoft.com/office/drawing/2014/main" id="{B91DB877-4993-59BF-7E83-EC1270F98C21}"/>
                  </a:ext>
                </a:extLst>
              </p:cNvPr>
              <p:cNvSpPr/>
              <p:nvPr/>
            </p:nvSpPr>
            <p:spPr>
              <a:xfrm>
                <a:off x="4049070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8" name="Freeform 43917">
                <a:extLst>
                  <a:ext uri="{FF2B5EF4-FFF2-40B4-BE49-F238E27FC236}">
                    <a16:creationId xmlns:a16="http://schemas.microsoft.com/office/drawing/2014/main" id="{7A383AD3-6CCA-2A78-E526-87DFCFD31D9E}"/>
                  </a:ext>
                </a:extLst>
              </p:cNvPr>
              <p:cNvSpPr/>
              <p:nvPr/>
            </p:nvSpPr>
            <p:spPr>
              <a:xfrm>
                <a:off x="4049566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19" name="Freeform 43918">
                <a:extLst>
                  <a:ext uri="{FF2B5EF4-FFF2-40B4-BE49-F238E27FC236}">
                    <a16:creationId xmlns:a16="http://schemas.microsoft.com/office/drawing/2014/main" id="{893FFD13-40CF-387D-7629-37F4B31FA99C}"/>
                  </a:ext>
                </a:extLst>
              </p:cNvPr>
              <p:cNvSpPr/>
              <p:nvPr/>
            </p:nvSpPr>
            <p:spPr>
              <a:xfrm>
                <a:off x="4050062" y="580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0" name="Freeform 43919">
                <a:extLst>
                  <a:ext uri="{FF2B5EF4-FFF2-40B4-BE49-F238E27FC236}">
                    <a16:creationId xmlns:a16="http://schemas.microsoft.com/office/drawing/2014/main" id="{8EC30872-DCF5-4E98-4F03-347D3D6E07F3}"/>
                  </a:ext>
                </a:extLst>
              </p:cNvPr>
              <p:cNvSpPr/>
              <p:nvPr/>
            </p:nvSpPr>
            <p:spPr>
              <a:xfrm>
                <a:off x="4050657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1" name="Freeform 43920">
                <a:extLst>
                  <a:ext uri="{FF2B5EF4-FFF2-40B4-BE49-F238E27FC236}">
                    <a16:creationId xmlns:a16="http://schemas.microsoft.com/office/drawing/2014/main" id="{B643061E-7F79-BF3A-84E7-EE213D5B35A2}"/>
                  </a:ext>
                </a:extLst>
              </p:cNvPr>
              <p:cNvSpPr/>
              <p:nvPr/>
            </p:nvSpPr>
            <p:spPr>
              <a:xfrm>
                <a:off x="4051153" y="5836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2" name="Freeform 43921">
                <a:extLst>
                  <a:ext uri="{FF2B5EF4-FFF2-40B4-BE49-F238E27FC236}">
                    <a16:creationId xmlns:a16="http://schemas.microsoft.com/office/drawing/2014/main" id="{63AA15D7-651C-A1A0-2257-9D9445A4C3D4}"/>
                  </a:ext>
                </a:extLst>
              </p:cNvPr>
              <p:cNvSpPr/>
              <p:nvPr/>
            </p:nvSpPr>
            <p:spPr>
              <a:xfrm>
                <a:off x="4051649" y="5818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3" name="Freeform 43922">
                <a:extLst>
                  <a:ext uri="{FF2B5EF4-FFF2-40B4-BE49-F238E27FC236}">
                    <a16:creationId xmlns:a16="http://schemas.microsoft.com/office/drawing/2014/main" id="{E1F6A52D-7058-8727-6580-EAC45625BEC2}"/>
                  </a:ext>
                </a:extLst>
              </p:cNvPr>
              <p:cNvSpPr/>
              <p:nvPr/>
            </p:nvSpPr>
            <p:spPr>
              <a:xfrm>
                <a:off x="4052245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4" name="Freeform 43923">
                <a:extLst>
                  <a:ext uri="{FF2B5EF4-FFF2-40B4-BE49-F238E27FC236}">
                    <a16:creationId xmlns:a16="http://schemas.microsoft.com/office/drawing/2014/main" id="{F35F17E2-8FC0-50D9-AAD7-593050B19508}"/>
                  </a:ext>
                </a:extLst>
              </p:cNvPr>
              <p:cNvSpPr/>
              <p:nvPr/>
            </p:nvSpPr>
            <p:spPr>
              <a:xfrm>
                <a:off x="4052741" y="577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5" name="Freeform 43924">
                <a:extLst>
                  <a:ext uri="{FF2B5EF4-FFF2-40B4-BE49-F238E27FC236}">
                    <a16:creationId xmlns:a16="http://schemas.microsoft.com/office/drawing/2014/main" id="{3AE8F183-4262-CFCD-EBD0-7077E7799D0E}"/>
                  </a:ext>
                </a:extLst>
              </p:cNvPr>
              <p:cNvSpPr/>
              <p:nvPr/>
            </p:nvSpPr>
            <p:spPr>
              <a:xfrm>
                <a:off x="4053237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6" name="Freeform 43925">
                <a:extLst>
                  <a:ext uri="{FF2B5EF4-FFF2-40B4-BE49-F238E27FC236}">
                    <a16:creationId xmlns:a16="http://schemas.microsoft.com/office/drawing/2014/main" id="{18FD21B7-FE0C-A34A-B7BF-BB0C388621A2}"/>
                  </a:ext>
                </a:extLst>
              </p:cNvPr>
              <p:cNvSpPr/>
              <p:nvPr/>
            </p:nvSpPr>
            <p:spPr>
              <a:xfrm>
                <a:off x="4053733" y="597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7" name="Freeform 43926">
                <a:extLst>
                  <a:ext uri="{FF2B5EF4-FFF2-40B4-BE49-F238E27FC236}">
                    <a16:creationId xmlns:a16="http://schemas.microsoft.com/office/drawing/2014/main" id="{A23159D5-5DBC-985C-AE83-FDA1366E5615}"/>
                  </a:ext>
                </a:extLst>
              </p:cNvPr>
              <p:cNvSpPr/>
              <p:nvPr/>
            </p:nvSpPr>
            <p:spPr>
              <a:xfrm>
                <a:off x="4054328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8" name="Freeform 43927">
                <a:extLst>
                  <a:ext uri="{FF2B5EF4-FFF2-40B4-BE49-F238E27FC236}">
                    <a16:creationId xmlns:a16="http://schemas.microsoft.com/office/drawing/2014/main" id="{88B569E1-8AFD-D002-F24B-D9AE549B1764}"/>
                  </a:ext>
                </a:extLst>
              </p:cNvPr>
              <p:cNvSpPr/>
              <p:nvPr/>
            </p:nvSpPr>
            <p:spPr>
              <a:xfrm>
                <a:off x="4054824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29" name="Freeform 43928">
                <a:extLst>
                  <a:ext uri="{FF2B5EF4-FFF2-40B4-BE49-F238E27FC236}">
                    <a16:creationId xmlns:a16="http://schemas.microsoft.com/office/drawing/2014/main" id="{ABE9308F-177B-D7CF-7502-ECA7CF9A12EA}"/>
                  </a:ext>
                </a:extLst>
              </p:cNvPr>
              <p:cNvSpPr/>
              <p:nvPr/>
            </p:nvSpPr>
            <p:spPr>
              <a:xfrm>
                <a:off x="4055320" y="5968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0" name="Freeform 43929">
                <a:extLst>
                  <a:ext uri="{FF2B5EF4-FFF2-40B4-BE49-F238E27FC236}">
                    <a16:creationId xmlns:a16="http://schemas.microsoft.com/office/drawing/2014/main" id="{69DFFB1E-EE4A-FD9D-4CDF-439B112B0FB3}"/>
                  </a:ext>
                </a:extLst>
              </p:cNvPr>
              <p:cNvSpPr/>
              <p:nvPr/>
            </p:nvSpPr>
            <p:spPr>
              <a:xfrm>
                <a:off x="4055916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1" name="Freeform 43930">
                <a:extLst>
                  <a:ext uri="{FF2B5EF4-FFF2-40B4-BE49-F238E27FC236}">
                    <a16:creationId xmlns:a16="http://schemas.microsoft.com/office/drawing/2014/main" id="{C108FB6C-BD7F-4DE3-4A42-6C40ED8FD51C}"/>
                  </a:ext>
                </a:extLst>
              </p:cNvPr>
              <p:cNvSpPr/>
              <p:nvPr/>
            </p:nvSpPr>
            <p:spPr>
              <a:xfrm>
                <a:off x="4056412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2" name="Freeform 43931">
                <a:extLst>
                  <a:ext uri="{FF2B5EF4-FFF2-40B4-BE49-F238E27FC236}">
                    <a16:creationId xmlns:a16="http://schemas.microsoft.com/office/drawing/2014/main" id="{0DEB6FC0-1972-0462-0DE3-5FC5B0ADB7B0}"/>
                  </a:ext>
                </a:extLst>
              </p:cNvPr>
              <p:cNvSpPr/>
              <p:nvPr/>
            </p:nvSpPr>
            <p:spPr>
              <a:xfrm>
                <a:off x="4056908" y="5971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3" name="Freeform 43932">
                <a:extLst>
                  <a:ext uri="{FF2B5EF4-FFF2-40B4-BE49-F238E27FC236}">
                    <a16:creationId xmlns:a16="http://schemas.microsoft.com/office/drawing/2014/main" id="{78B35D3C-ADA3-E981-D529-1A30516CC23E}"/>
                  </a:ext>
                </a:extLst>
              </p:cNvPr>
              <p:cNvSpPr/>
              <p:nvPr/>
            </p:nvSpPr>
            <p:spPr>
              <a:xfrm>
                <a:off x="4057503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4" name="Freeform 43933">
                <a:extLst>
                  <a:ext uri="{FF2B5EF4-FFF2-40B4-BE49-F238E27FC236}">
                    <a16:creationId xmlns:a16="http://schemas.microsoft.com/office/drawing/2014/main" id="{189015AE-4079-0DBD-B0F8-4B6275AF5E0F}"/>
                  </a:ext>
                </a:extLst>
              </p:cNvPr>
              <p:cNvSpPr/>
              <p:nvPr/>
            </p:nvSpPr>
            <p:spPr>
              <a:xfrm>
                <a:off x="4057999" y="578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5" name="Freeform 43934">
                <a:extLst>
                  <a:ext uri="{FF2B5EF4-FFF2-40B4-BE49-F238E27FC236}">
                    <a16:creationId xmlns:a16="http://schemas.microsoft.com/office/drawing/2014/main" id="{A02CA6BE-07DA-D454-48A7-0DEAE5411455}"/>
                  </a:ext>
                </a:extLst>
              </p:cNvPr>
              <p:cNvSpPr/>
              <p:nvPr/>
            </p:nvSpPr>
            <p:spPr>
              <a:xfrm>
                <a:off x="4058495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6" name="Freeform 43935">
                <a:extLst>
                  <a:ext uri="{FF2B5EF4-FFF2-40B4-BE49-F238E27FC236}">
                    <a16:creationId xmlns:a16="http://schemas.microsoft.com/office/drawing/2014/main" id="{609CD10C-BE0B-9645-107F-86EE460DB40A}"/>
                  </a:ext>
                </a:extLst>
              </p:cNvPr>
              <p:cNvSpPr/>
              <p:nvPr/>
            </p:nvSpPr>
            <p:spPr>
              <a:xfrm>
                <a:off x="4059091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7" name="Freeform 43936">
                <a:extLst>
                  <a:ext uri="{FF2B5EF4-FFF2-40B4-BE49-F238E27FC236}">
                    <a16:creationId xmlns:a16="http://schemas.microsoft.com/office/drawing/2014/main" id="{C5A14FFA-A18D-263A-D4F9-BCD41B0E7170}"/>
                  </a:ext>
                </a:extLst>
              </p:cNvPr>
              <p:cNvSpPr/>
              <p:nvPr/>
            </p:nvSpPr>
            <p:spPr>
              <a:xfrm>
                <a:off x="4059587" y="5803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8" name="Freeform 43937">
                <a:extLst>
                  <a:ext uri="{FF2B5EF4-FFF2-40B4-BE49-F238E27FC236}">
                    <a16:creationId xmlns:a16="http://schemas.microsoft.com/office/drawing/2014/main" id="{49ABF001-D864-211A-ED58-2A47FC3CACAD}"/>
                  </a:ext>
                </a:extLst>
              </p:cNvPr>
              <p:cNvSpPr/>
              <p:nvPr/>
            </p:nvSpPr>
            <p:spPr>
              <a:xfrm>
                <a:off x="4060083" y="5792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39" name="Freeform 43938">
                <a:extLst>
                  <a:ext uri="{FF2B5EF4-FFF2-40B4-BE49-F238E27FC236}">
                    <a16:creationId xmlns:a16="http://schemas.microsoft.com/office/drawing/2014/main" id="{805204F0-7805-40A2-F2D8-70A58DCA3F8E}"/>
                  </a:ext>
                </a:extLst>
              </p:cNvPr>
              <p:cNvSpPr/>
              <p:nvPr/>
            </p:nvSpPr>
            <p:spPr>
              <a:xfrm>
                <a:off x="4060678" y="5789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0" name="Freeform 43939">
                <a:extLst>
                  <a:ext uri="{FF2B5EF4-FFF2-40B4-BE49-F238E27FC236}">
                    <a16:creationId xmlns:a16="http://schemas.microsoft.com/office/drawing/2014/main" id="{C48DD2AD-3050-F067-422B-42496A79026D}"/>
                  </a:ext>
                </a:extLst>
              </p:cNvPr>
              <p:cNvSpPr/>
              <p:nvPr/>
            </p:nvSpPr>
            <p:spPr>
              <a:xfrm>
                <a:off x="4061174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1" name="Freeform 43940">
                <a:extLst>
                  <a:ext uri="{FF2B5EF4-FFF2-40B4-BE49-F238E27FC236}">
                    <a16:creationId xmlns:a16="http://schemas.microsoft.com/office/drawing/2014/main" id="{6E72DBA5-B18B-FF25-0EB0-7F6A86B990E1}"/>
                  </a:ext>
                </a:extLst>
              </p:cNvPr>
              <p:cNvSpPr/>
              <p:nvPr/>
            </p:nvSpPr>
            <p:spPr>
              <a:xfrm>
                <a:off x="4061670" y="5770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2" name="Freeform 43941">
                <a:extLst>
                  <a:ext uri="{FF2B5EF4-FFF2-40B4-BE49-F238E27FC236}">
                    <a16:creationId xmlns:a16="http://schemas.microsoft.com/office/drawing/2014/main" id="{5E95FA84-3776-70D6-419C-B5F881CC35E9}"/>
                  </a:ext>
                </a:extLst>
              </p:cNvPr>
              <p:cNvSpPr/>
              <p:nvPr/>
            </p:nvSpPr>
            <p:spPr>
              <a:xfrm>
                <a:off x="4062266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3" name="Freeform 43942">
                <a:extLst>
                  <a:ext uri="{FF2B5EF4-FFF2-40B4-BE49-F238E27FC236}">
                    <a16:creationId xmlns:a16="http://schemas.microsoft.com/office/drawing/2014/main" id="{E3AEA672-AB25-1B62-505B-0517910470C5}"/>
                  </a:ext>
                </a:extLst>
              </p:cNvPr>
              <p:cNvSpPr/>
              <p:nvPr/>
            </p:nvSpPr>
            <p:spPr>
              <a:xfrm>
                <a:off x="4062762" y="571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4" name="Freeform 43943">
                <a:extLst>
                  <a:ext uri="{FF2B5EF4-FFF2-40B4-BE49-F238E27FC236}">
                    <a16:creationId xmlns:a16="http://schemas.microsoft.com/office/drawing/2014/main" id="{48138017-AD66-40D5-5D14-0C946897EAD7}"/>
                  </a:ext>
                </a:extLst>
              </p:cNvPr>
              <p:cNvSpPr/>
              <p:nvPr/>
            </p:nvSpPr>
            <p:spPr>
              <a:xfrm>
                <a:off x="4063258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5" name="Freeform 43944">
                <a:extLst>
                  <a:ext uri="{FF2B5EF4-FFF2-40B4-BE49-F238E27FC236}">
                    <a16:creationId xmlns:a16="http://schemas.microsoft.com/office/drawing/2014/main" id="{91C5DE52-A881-7FA0-2262-BDBC26EC4D18}"/>
                  </a:ext>
                </a:extLst>
              </p:cNvPr>
              <p:cNvSpPr/>
              <p:nvPr/>
            </p:nvSpPr>
            <p:spPr>
              <a:xfrm>
                <a:off x="4063853" y="5694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6" name="Freeform 43945">
                <a:extLst>
                  <a:ext uri="{FF2B5EF4-FFF2-40B4-BE49-F238E27FC236}">
                    <a16:creationId xmlns:a16="http://schemas.microsoft.com/office/drawing/2014/main" id="{33910E5F-B775-59AD-5560-E3A731DAB6ED}"/>
                  </a:ext>
                </a:extLst>
              </p:cNvPr>
              <p:cNvSpPr/>
              <p:nvPr/>
            </p:nvSpPr>
            <p:spPr>
              <a:xfrm>
                <a:off x="4064349" y="5694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7" name="Freeform 43946">
                <a:extLst>
                  <a:ext uri="{FF2B5EF4-FFF2-40B4-BE49-F238E27FC236}">
                    <a16:creationId xmlns:a16="http://schemas.microsoft.com/office/drawing/2014/main" id="{54F11FF9-EBF6-C5F0-01AE-608DCA3D5371}"/>
                  </a:ext>
                </a:extLst>
              </p:cNvPr>
              <p:cNvSpPr/>
              <p:nvPr/>
            </p:nvSpPr>
            <p:spPr>
              <a:xfrm>
                <a:off x="4064845" y="5717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8" name="Freeform 43947">
                <a:extLst>
                  <a:ext uri="{FF2B5EF4-FFF2-40B4-BE49-F238E27FC236}">
                    <a16:creationId xmlns:a16="http://schemas.microsoft.com/office/drawing/2014/main" id="{2102030C-E253-46AB-A1F8-03202C6E111A}"/>
                  </a:ext>
                </a:extLst>
              </p:cNvPr>
              <p:cNvSpPr/>
              <p:nvPr/>
            </p:nvSpPr>
            <p:spPr>
              <a:xfrm>
                <a:off x="4065341" y="5721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49" name="Freeform 43948">
                <a:extLst>
                  <a:ext uri="{FF2B5EF4-FFF2-40B4-BE49-F238E27FC236}">
                    <a16:creationId xmlns:a16="http://schemas.microsoft.com/office/drawing/2014/main" id="{2D9FF92E-A798-FDED-354A-6C8907109A27}"/>
                  </a:ext>
                </a:extLst>
              </p:cNvPr>
              <p:cNvSpPr/>
              <p:nvPr/>
            </p:nvSpPr>
            <p:spPr>
              <a:xfrm>
                <a:off x="4065937" y="588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0" name="Freeform 43949">
                <a:extLst>
                  <a:ext uri="{FF2B5EF4-FFF2-40B4-BE49-F238E27FC236}">
                    <a16:creationId xmlns:a16="http://schemas.microsoft.com/office/drawing/2014/main" id="{78849A9F-A6CD-132D-A60D-F951C13F4D76}"/>
                  </a:ext>
                </a:extLst>
              </p:cNvPr>
              <p:cNvSpPr/>
              <p:nvPr/>
            </p:nvSpPr>
            <p:spPr>
              <a:xfrm>
                <a:off x="4066433" y="5957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1" name="Freeform 43950">
                <a:extLst>
                  <a:ext uri="{FF2B5EF4-FFF2-40B4-BE49-F238E27FC236}">
                    <a16:creationId xmlns:a16="http://schemas.microsoft.com/office/drawing/2014/main" id="{11A8FBA7-D985-1581-4CAD-D5BAF75BA350}"/>
                  </a:ext>
                </a:extLst>
              </p:cNvPr>
              <p:cNvSpPr/>
              <p:nvPr/>
            </p:nvSpPr>
            <p:spPr>
              <a:xfrm>
                <a:off x="4066929" y="5966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2" name="Freeform 43951">
                <a:extLst>
                  <a:ext uri="{FF2B5EF4-FFF2-40B4-BE49-F238E27FC236}">
                    <a16:creationId xmlns:a16="http://schemas.microsoft.com/office/drawing/2014/main" id="{22754E4E-69F8-7010-0CAF-F8056CF51987}"/>
                  </a:ext>
                </a:extLst>
              </p:cNvPr>
              <p:cNvSpPr/>
              <p:nvPr/>
            </p:nvSpPr>
            <p:spPr>
              <a:xfrm>
                <a:off x="4067524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3" name="Freeform 43952">
                <a:extLst>
                  <a:ext uri="{FF2B5EF4-FFF2-40B4-BE49-F238E27FC236}">
                    <a16:creationId xmlns:a16="http://schemas.microsoft.com/office/drawing/2014/main" id="{CF81489E-40D7-8CE8-5B38-2B2D874BCC49}"/>
                  </a:ext>
                </a:extLst>
              </p:cNvPr>
              <p:cNvSpPr/>
              <p:nvPr/>
            </p:nvSpPr>
            <p:spPr>
              <a:xfrm>
                <a:off x="4068020" y="5963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4" name="Freeform 43953">
                <a:extLst>
                  <a:ext uri="{FF2B5EF4-FFF2-40B4-BE49-F238E27FC236}">
                    <a16:creationId xmlns:a16="http://schemas.microsoft.com/office/drawing/2014/main" id="{003B26C2-1CC2-4CF9-603D-F59FF5A440F2}"/>
                  </a:ext>
                </a:extLst>
              </p:cNvPr>
              <p:cNvSpPr/>
              <p:nvPr/>
            </p:nvSpPr>
            <p:spPr>
              <a:xfrm>
                <a:off x="4068516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5" name="Freeform 43954">
                <a:extLst>
                  <a:ext uri="{FF2B5EF4-FFF2-40B4-BE49-F238E27FC236}">
                    <a16:creationId xmlns:a16="http://schemas.microsoft.com/office/drawing/2014/main" id="{BEAA0C45-448D-5CAA-D548-B57821EAC1C3}"/>
                  </a:ext>
                </a:extLst>
              </p:cNvPr>
              <p:cNvSpPr/>
              <p:nvPr/>
            </p:nvSpPr>
            <p:spPr>
              <a:xfrm>
                <a:off x="4069112" y="5967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6" name="Freeform 43955">
                <a:extLst>
                  <a:ext uri="{FF2B5EF4-FFF2-40B4-BE49-F238E27FC236}">
                    <a16:creationId xmlns:a16="http://schemas.microsoft.com/office/drawing/2014/main" id="{FEEED51D-0FA7-8ADD-9D06-A7633AE9FF75}"/>
                  </a:ext>
                </a:extLst>
              </p:cNvPr>
              <p:cNvSpPr/>
              <p:nvPr/>
            </p:nvSpPr>
            <p:spPr>
              <a:xfrm>
                <a:off x="4069608" y="596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7" name="Freeform 43956">
                <a:extLst>
                  <a:ext uri="{FF2B5EF4-FFF2-40B4-BE49-F238E27FC236}">
                    <a16:creationId xmlns:a16="http://schemas.microsoft.com/office/drawing/2014/main" id="{961BF9BD-E5E6-5A67-B26F-B7E642764209}"/>
                  </a:ext>
                </a:extLst>
              </p:cNvPr>
              <p:cNvSpPr/>
              <p:nvPr/>
            </p:nvSpPr>
            <p:spPr>
              <a:xfrm>
                <a:off x="4070104" y="5865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8" name="Freeform 43957">
                <a:extLst>
                  <a:ext uri="{FF2B5EF4-FFF2-40B4-BE49-F238E27FC236}">
                    <a16:creationId xmlns:a16="http://schemas.microsoft.com/office/drawing/2014/main" id="{4F4A68FB-06DE-A2CF-02B9-24FAF618D008}"/>
                  </a:ext>
                </a:extLst>
              </p:cNvPr>
              <p:cNvSpPr/>
              <p:nvPr/>
            </p:nvSpPr>
            <p:spPr>
              <a:xfrm>
                <a:off x="4070699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59" name="Freeform 43958">
                <a:extLst>
                  <a:ext uri="{FF2B5EF4-FFF2-40B4-BE49-F238E27FC236}">
                    <a16:creationId xmlns:a16="http://schemas.microsoft.com/office/drawing/2014/main" id="{07ABB167-D1CF-1F11-B1C3-BF27E1C3C0AE}"/>
                  </a:ext>
                </a:extLst>
              </p:cNvPr>
              <p:cNvSpPr/>
              <p:nvPr/>
            </p:nvSpPr>
            <p:spPr>
              <a:xfrm>
                <a:off x="4071195" y="580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0" name="Freeform 43959">
                <a:extLst>
                  <a:ext uri="{FF2B5EF4-FFF2-40B4-BE49-F238E27FC236}">
                    <a16:creationId xmlns:a16="http://schemas.microsoft.com/office/drawing/2014/main" id="{87C193B7-B86B-C9DA-3A1A-0089A6902179}"/>
                  </a:ext>
                </a:extLst>
              </p:cNvPr>
              <p:cNvSpPr/>
              <p:nvPr/>
            </p:nvSpPr>
            <p:spPr>
              <a:xfrm>
                <a:off x="4071691" y="5814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1" name="Freeform 43960">
                <a:extLst>
                  <a:ext uri="{FF2B5EF4-FFF2-40B4-BE49-F238E27FC236}">
                    <a16:creationId xmlns:a16="http://schemas.microsoft.com/office/drawing/2014/main" id="{CDD54D6B-43FB-E748-84AC-024713C3E4D8}"/>
                  </a:ext>
                </a:extLst>
              </p:cNvPr>
              <p:cNvSpPr/>
              <p:nvPr/>
            </p:nvSpPr>
            <p:spPr>
              <a:xfrm>
                <a:off x="4072287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2" name="Freeform 43961">
                <a:extLst>
                  <a:ext uri="{FF2B5EF4-FFF2-40B4-BE49-F238E27FC236}">
                    <a16:creationId xmlns:a16="http://schemas.microsoft.com/office/drawing/2014/main" id="{6DD2D22D-E944-EA9B-5F15-E231AF4AB53A}"/>
                  </a:ext>
                </a:extLst>
              </p:cNvPr>
              <p:cNvSpPr/>
              <p:nvPr/>
            </p:nvSpPr>
            <p:spPr>
              <a:xfrm>
                <a:off x="4072783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3" name="Freeform 43962">
                <a:extLst>
                  <a:ext uri="{FF2B5EF4-FFF2-40B4-BE49-F238E27FC236}">
                    <a16:creationId xmlns:a16="http://schemas.microsoft.com/office/drawing/2014/main" id="{D5C96108-92E2-F20A-543E-7A819EC026BA}"/>
                  </a:ext>
                </a:extLst>
              </p:cNvPr>
              <p:cNvSpPr/>
              <p:nvPr/>
            </p:nvSpPr>
            <p:spPr>
              <a:xfrm>
                <a:off x="4073279" y="581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4" name="Freeform 43963">
                <a:extLst>
                  <a:ext uri="{FF2B5EF4-FFF2-40B4-BE49-F238E27FC236}">
                    <a16:creationId xmlns:a16="http://schemas.microsoft.com/office/drawing/2014/main" id="{C0E77A69-BAC2-9357-FF24-F2ADCD36436B}"/>
                  </a:ext>
                </a:extLst>
              </p:cNvPr>
              <p:cNvSpPr/>
              <p:nvPr/>
            </p:nvSpPr>
            <p:spPr>
              <a:xfrm>
                <a:off x="4073874" y="5797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5" name="Freeform 43964">
                <a:extLst>
                  <a:ext uri="{FF2B5EF4-FFF2-40B4-BE49-F238E27FC236}">
                    <a16:creationId xmlns:a16="http://schemas.microsoft.com/office/drawing/2014/main" id="{8A697B95-F6A2-1D37-2079-FA1EB5E7E50A}"/>
                  </a:ext>
                </a:extLst>
              </p:cNvPr>
              <p:cNvSpPr/>
              <p:nvPr/>
            </p:nvSpPr>
            <p:spPr>
              <a:xfrm>
                <a:off x="4074370" y="5778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6" name="Freeform 43965">
                <a:extLst>
                  <a:ext uri="{FF2B5EF4-FFF2-40B4-BE49-F238E27FC236}">
                    <a16:creationId xmlns:a16="http://schemas.microsoft.com/office/drawing/2014/main" id="{492E6D05-6087-B104-AAE2-D479C13B32C3}"/>
                  </a:ext>
                </a:extLst>
              </p:cNvPr>
              <p:cNvSpPr/>
              <p:nvPr/>
            </p:nvSpPr>
            <p:spPr>
              <a:xfrm>
                <a:off x="4074866" y="574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7" name="Freeform 43966">
                <a:extLst>
                  <a:ext uri="{FF2B5EF4-FFF2-40B4-BE49-F238E27FC236}">
                    <a16:creationId xmlns:a16="http://schemas.microsoft.com/office/drawing/2014/main" id="{674D3AB6-5131-C868-5499-83B8185046B4}"/>
                  </a:ext>
                </a:extLst>
              </p:cNvPr>
              <p:cNvSpPr/>
              <p:nvPr/>
            </p:nvSpPr>
            <p:spPr>
              <a:xfrm>
                <a:off x="4075462" y="5729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8" name="Freeform 43967">
                <a:extLst>
                  <a:ext uri="{FF2B5EF4-FFF2-40B4-BE49-F238E27FC236}">
                    <a16:creationId xmlns:a16="http://schemas.microsoft.com/office/drawing/2014/main" id="{EB9D5AA3-AD9A-9E4D-97E3-A2F3C0652E02}"/>
                  </a:ext>
                </a:extLst>
              </p:cNvPr>
              <p:cNvSpPr/>
              <p:nvPr/>
            </p:nvSpPr>
            <p:spPr>
              <a:xfrm>
                <a:off x="4075958" y="570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69" name="Freeform 43968">
                <a:extLst>
                  <a:ext uri="{FF2B5EF4-FFF2-40B4-BE49-F238E27FC236}">
                    <a16:creationId xmlns:a16="http://schemas.microsoft.com/office/drawing/2014/main" id="{962B233F-AC0D-2261-95B3-030961CE3BD6}"/>
                  </a:ext>
                </a:extLst>
              </p:cNvPr>
              <p:cNvSpPr/>
              <p:nvPr/>
            </p:nvSpPr>
            <p:spPr>
              <a:xfrm>
                <a:off x="4076454" y="5691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0" name="Freeform 43969">
                <a:extLst>
                  <a:ext uri="{FF2B5EF4-FFF2-40B4-BE49-F238E27FC236}">
                    <a16:creationId xmlns:a16="http://schemas.microsoft.com/office/drawing/2014/main" id="{B5FD1766-D2D7-B4CD-EFF9-4E63D94D29D0}"/>
                  </a:ext>
                </a:extLst>
              </p:cNvPr>
              <p:cNvSpPr/>
              <p:nvPr/>
            </p:nvSpPr>
            <p:spPr>
              <a:xfrm>
                <a:off x="4076950" y="5739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1" name="Freeform 43970">
                <a:extLst>
                  <a:ext uri="{FF2B5EF4-FFF2-40B4-BE49-F238E27FC236}">
                    <a16:creationId xmlns:a16="http://schemas.microsoft.com/office/drawing/2014/main" id="{FF24EDB4-AA45-BB12-8E50-901D0AC5F717}"/>
                  </a:ext>
                </a:extLst>
              </p:cNvPr>
              <p:cNvSpPr/>
              <p:nvPr/>
            </p:nvSpPr>
            <p:spPr>
              <a:xfrm>
                <a:off x="4077545" y="5740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2" name="Freeform 43971">
                <a:extLst>
                  <a:ext uri="{FF2B5EF4-FFF2-40B4-BE49-F238E27FC236}">
                    <a16:creationId xmlns:a16="http://schemas.microsoft.com/office/drawing/2014/main" id="{DD20421D-3F91-4E6A-46DB-CA166BB22F27}"/>
                  </a:ext>
                </a:extLst>
              </p:cNvPr>
              <p:cNvSpPr/>
              <p:nvPr/>
            </p:nvSpPr>
            <p:spPr>
              <a:xfrm>
                <a:off x="4078041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3" name="Freeform 43972">
                <a:extLst>
                  <a:ext uri="{FF2B5EF4-FFF2-40B4-BE49-F238E27FC236}">
                    <a16:creationId xmlns:a16="http://schemas.microsoft.com/office/drawing/2014/main" id="{CB1AF3F6-77DB-1D67-2AAB-6CF07406ECC5}"/>
                  </a:ext>
                </a:extLst>
              </p:cNvPr>
              <p:cNvSpPr/>
              <p:nvPr/>
            </p:nvSpPr>
            <p:spPr>
              <a:xfrm>
                <a:off x="4078538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4" name="Freeform 43973">
                <a:extLst>
                  <a:ext uri="{FF2B5EF4-FFF2-40B4-BE49-F238E27FC236}">
                    <a16:creationId xmlns:a16="http://schemas.microsoft.com/office/drawing/2014/main" id="{7C332E15-833D-0339-5F3E-8E9DC2F91B48}"/>
                  </a:ext>
                </a:extLst>
              </p:cNvPr>
              <p:cNvSpPr/>
              <p:nvPr/>
            </p:nvSpPr>
            <p:spPr>
              <a:xfrm>
                <a:off x="4079133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5" name="Freeform 43974">
                <a:extLst>
                  <a:ext uri="{FF2B5EF4-FFF2-40B4-BE49-F238E27FC236}">
                    <a16:creationId xmlns:a16="http://schemas.microsoft.com/office/drawing/2014/main" id="{DC3DF885-3327-13DB-390F-8863C73C8ADE}"/>
                  </a:ext>
                </a:extLst>
              </p:cNvPr>
              <p:cNvSpPr/>
              <p:nvPr/>
            </p:nvSpPr>
            <p:spPr>
              <a:xfrm>
                <a:off x="4079629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6" name="Freeform 43975">
                <a:extLst>
                  <a:ext uri="{FF2B5EF4-FFF2-40B4-BE49-F238E27FC236}">
                    <a16:creationId xmlns:a16="http://schemas.microsoft.com/office/drawing/2014/main" id="{E9BABD15-D007-6DFA-886B-35322995C62E}"/>
                  </a:ext>
                </a:extLst>
              </p:cNvPr>
              <p:cNvSpPr/>
              <p:nvPr/>
            </p:nvSpPr>
            <p:spPr>
              <a:xfrm>
                <a:off x="4080125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7" name="Freeform 43976">
                <a:extLst>
                  <a:ext uri="{FF2B5EF4-FFF2-40B4-BE49-F238E27FC236}">
                    <a16:creationId xmlns:a16="http://schemas.microsoft.com/office/drawing/2014/main" id="{73AC8831-8673-9D4A-D064-9C0B71C8BD3F}"/>
                  </a:ext>
                </a:extLst>
              </p:cNvPr>
              <p:cNvSpPr/>
              <p:nvPr/>
            </p:nvSpPr>
            <p:spPr>
              <a:xfrm>
                <a:off x="4080720" y="5967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8" name="Freeform 43977">
                <a:extLst>
                  <a:ext uri="{FF2B5EF4-FFF2-40B4-BE49-F238E27FC236}">
                    <a16:creationId xmlns:a16="http://schemas.microsoft.com/office/drawing/2014/main" id="{0026E8A7-BC8D-AA67-35D4-DE9660DBA7D9}"/>
                  </a:ext>
                </a:extLst>
              </p:cNvPr>
              <p:cNvSpPr/>
              <p:nvPr/>
            </p:nvSpPr>
            <p:spPr>
              <a:xfrm>
                <a:off x="4081216" y="5971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79" name="Freeform 43978">
                <a:extLst>
                  <a:ext uri="{FF2B5EF4-FFF2-40B4-BE49-F238E27FC236}">
                    <a16:creationId xmlns:a16="http://schemas.microsoft.com/office/drawing/2014/main" id="{2B65C0C2-2AC4-DB0B-2682-B771CF69BA6B}"/>
                  </a:ext>
                </a:extLst>
              </p:cNvPr>
              <p:cNvSpPr/>
              <p:nvPr/>
            </p:nvSpPr>
            <p:spPr>
              <a:xfrm>
                <a:off x="4081713" y="5975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0" name="Freeform 43979">
                <a:extLst>
                  <a:ext uri="{FF2B5EF4-FFF2-40B4-BE49-F238E27FC236}">
                    <a16:creationId xmlns:a16="http://schemas.microsoft.com/office/drawing/2014/main" id="{B0F40064-012B-5554-7CD2-6823B769114C}"/>
                  </a:ext>
                </a:extLst>
              </p:cNvPr>
              <p:cNvSpPr/>
              <p:nvPr/>
            </p:nvSpPr>
            <p:spPr>
              <a:xfrm>
                <a:off x="4082308" y="5972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1" name="Freeform 43980">
                <a:extLst>
                  <a:ext uri="{FF2B5EF4-FFF2-40B4-BE49-F238E27FC236}">
                    <a16:creationId xmlns:a16="http://schemas.microsoft.com/office/drawing/2014/main" id="{89050316-5BDE-3D69-B2CF-5D4759FB293D}"/>
                  </a:ext>
                </a:extLst>
              </p:cNvPr>
              <p:cNvSpPr/>
              <p:nvPr/>
            </p:nvSpPr>
            <p:spPr>
              <a:xfrm>
                <a:off x="4082804" y="5875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2" name="Freeform 43981">
                <a:extLst>
                  <a:ext uri="{FF2B5EF4-FFF2-40B4-BE49-F238E27FC236}">
                    <a16:creationId xmlns:a16="http://schemas.microsoft.com/office/drawing/2014/main" id="{8FAF0E9C-62B0-A6D0-7B51-48F8062C59B4}"/>
                  </a:ext>
                </a:extLst>
              </p:cNvPr>
              <p:cNvSpPr/>
              <p:nvPr/>
            </p:nvSpPr>
            <p:spPr>
              <a:xfrm>
                <a:off x="4083300" y="580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3" name="Freeform 43982">
                <a:extLst>
                  <a:ext uri="{FF2B5EF4-FFF2-40B4-BE49-F238E27FC236}">
                    <a16:creationId xmlns:a16="http://schemas.microsoft.com/office/drawing/2014/main" id="{6408D6CA-3691-828B-939E-37BFB046EF67}"/>
                  </a:ext>
                </a:extLst>
              </p:cNvPr>
              <p:cNvSpPr/>
              <p:nvPr/>
            </p:nvSpPr>
            <p:spPr>
              <a:xfrm>
                <a:off x="4083895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4" name="Freeform 43983">
                <a:extLst>
                  <a:ext uri="{FF2B5EF4-FFF2-40B4-BE49-F238E27FC236}">
                    <a16:creationId xmlns:a16="http://schemas.microsoft.com/office/drawing/2014/main" id="{E5094C11-612A-B2CD-0923-A130A57CF65E}"/>
                  </a:ext>
                </a:extLst>
              </p:cNvPr>
              <p:cNvSpPr/>
              <p:nvPr/>
            </p:nvSpPr>
            <p:spPr>
              <a:xfrm>
                <a:off x="4084391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5" name="Freeform 43984">
                <a:extLst>
                  <a:ext uri="{FF2B5EF4-FFF2-40B4-BE49-F238E27FC236}">
                    <a16:creationId xmlns:a16="http://schemas.microsoft.com/office/drawing/2014/main" id="{1B1500AB-DE01-7E45-7F59-75E673A76747}"/>
                  </a:ext>
                </a:extLst>
              </p:cNvPr>
              <p:cNvSpPr/>
              <p:nvPr/>
            </p:nvSpPr>
            <p:spPr>
              <a:xfrm>
                <a:off x="4084888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6" name="Freeform 43985">
                <a:extLst>
                  <a:ext uri="{FF2B5EF4-FFF2-40B4-BE49-F238E27FC236}">
                    <a16:creationId xmlns:a16="http://schemas.microsoft.com/office/drawing/2014/main" id="{347B06C6-1D71-D598-F590-F6554DF570FC}"/>
                  </a:ext>
                </a:extLst>
              </p:cNvPr>
              <p:cNvSpPr/>
              <p:nvPr/>
            </p:nvSpPr>
            <p:spPr>
              <a:xfrm>
                <a:off x="4085483" y="581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7" name="Freeform 43986">
                <a:extLst>
                  <a:ext uri="{FF2B5EF4-FFF2-40B4-BE49-F238E27FC236}">
                    <a16:creationId xmlns:a16="http://schemas.microsoft.com/office/drawing/2014/main" id="{2BACC1EE-7DC8-A9B4-AE6F-8997EFFDE388}"/>
                  </a:ext>
                </a:extLst>
              </p:cNvPr>
              <p:cNvSpPr/>
              <p:nvPr/>
            </p:nvSpPr>
            <p:spPr>
              <a:xfrm>
                <a:off x="4085979" y="579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8" name="Freeform 43987">
                <a:extLst>
                  <a:ext uri="{FF2B5EF4-FFF2-40B4-BE49-F238E27FC236}">
                    <a16:creationId xmlns:a16="http://schemas.microsoft.com/office/drawing/2014/main" id="{03643EBD-0E08-DF51-51C6-7CBCF1F8CB6D}"/>
                  </a:ext>
                </a:extLst>
              </p:cNvPr>
              <p:cNvSpPr/>
              <p:nvPr/>
            </p:nvSpPr>
            <p:spPr>
              <a:xfrm>
                <a:off x="4086475" y="5760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89" name="Freeform 43988">
                <a:extLst>
                  <a:ext uri="{FF2B5EF4-FFF2-40B4-BE49-F238E27FC236}">
                    <a16:creationId xmlns:a16="http://schemas.microsoft.com/office/drawing/2014/main" id="{EE440DBA-F677-EE86-D0A5-104B809888D8}"/>
                  </a:ext>
                </a:extLst>
              </p:cNvPr>
              <p:cNvSpPr/>
              <p:nvPr/>
            </p:nvSpPr>
            <p:spPr>
              <a:xfrm>
                <a:off x="4087070" y="5739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0" name="Freeform 43989">
                <a:extLst>
                  <a:ext uri="{FF2B5EF4-FFF2-40B4-BE49-F238E27FC236}">
                    <a16:creationId xmlns:a16="http://schemas.microsoft.com/office/drawing/2014/main" id="{7EE650E4-9EDE-C210-9344-5F7CE660979E}"/>
                  </a:ext>
                </a:extLst>
              </p:cNvPr>
              <p:cNvSpPr/>
              <p:nvPr/>
            </p:nvSpPr>
            <p:spPr>
              <a:xfrm>
                <a:off x="4087566" y="572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1" name="Freeform 43990">
                <a:extLst>
                  <a:ext uri="{FF2B5EF4-FFF2-40B4-BE49-F238E27FC236}">
                    <a16:creationId xmlns:a16="http://schemas.microsoft.com/office/drawing/2014/main" id="{6C07AE6C-A08D-C871-6921-A15D66BC9DAF}"/>
                  </a:ext>
                </a:extLst>
              </p:cNvPr>
              <p:cNvSpPr/>
              <p:nvPr/>
            </p:nvSpPr>
            <p:spPr>
              <a:xfrm>
                <a:off x="4088063" y="5688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2" name="Freeform 43991">
                <a:extLst>
                  <a:ext uri="{FF2B5EF4-FFF2-40B4-BE49-F238E27FC236}">
                    <a16:creationId xmlns:a16="http://schemas.microsoft.com/office/drawing/2014/main" id="{5640C708-1C09-D86C-5F82-FE5D29D1B0F1}"/>
                  </a:ext>
                </a:extLst>
              </p:cNvPr>
              <p:cNvSpPr/>
              <p:nvPr/>
            </p:nvSpPr>
            <p:spPr>
              <a:xfrm>
                <a:off x="4088658" y="5656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3" name="Freeform 43992">
                <a:extLst>
                  <a:ext uri="{FF2B5EF4-FFF2-40B4-BE49-F238E27FC236}">
                    <a16:creationId xmlns:a16="http://schemas.microsoft.com/office/drawing/2014/main" id="{F5AB8729-320D-929A-B417-0092FE15F0DD}"/>
                  </a:ext>
                </a:extLst>
              </p:cNvPr>
              <p:cNvSpPr/>
              <p:nvPr/>
            </p:nvSpPr>
            <p:spPr>
              <a:xfrm>
                <a:off x="4089154" y="5635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4" name="Freeform 43993">
                <a:extLst>
                  <a:ext uri="{FF2B5EF4-FFF2-40B4-BE49-F238E27FC236}">
                    <a16:creationId xmlns:a16="http://schemas.microsoft.com/office/drawing/2014/main" id="{40CB9172-C14B-E63A-DC9B-4FBA35C6BDED}"/>
                  </a:ext>
                </a:extLst>
              </p:cNvPr>
              <p:cNvSpPr/>
              <p:nvPr/>
            </p:nvSpPr>
            <p:spPr>
              <a:xfrm>
                <a:off x="4089650" y="5653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5" name="Freeform 43994">
                <a:extLst>
                  <a:ext uri="{FF2B5EF4-FFF2-40B4-BE49-F238E27FC236}">
                    <a16:creationId xmlns:a16="http://schemas.microsoft.com/office/drawing/2014/main" id="{C5106644-6935-EB90-EEE3-FF5ECFB02EA8}"/>
                  </a:ext>
                </a:extLst>
              </p:cNvPr>
              <p:cNvSpPr/>
              <p:nvPr/>
            </p:nvSpPr>
            <p:spPr>
              <a:xfrm>
                <a:off x="4090146" y="5661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6" name="Freeform 43995">
                <a:extLst>
                  <a:ext uri="{FF2B5EF4-FFF2-40B4-BE49-F238E27FC236}">
                    <a16:creationId xmlns:a16="http://schemas.microsoft.com/office/drawing/2014/main" id="{9DCE580E-9C14-FF90-1AA6-96BD73171554}"/>
                  </a:ext>
                </a:extLst>
              </p:cNvPr>
              <p:cNvSpPr/>
              <p:nvPr/>
            </p:nvSpPr>
            <p:spPr>
              <a:xfrm>
                <a:off x="4090741" y="5678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7" name="Freeform 43996">
                <a:extLst>
                  <a:ext uri="{FF2B5EF4-FFF2-40B4-BE49-F238E27FC236}">
                    <a16:creationId xmlns:a16="http://schemas.microsoft.com/office/drawing/2014/main" id="{A10FDED0-035D-82AF-96CC-A4E10AC19A8E}"/>
                  </a:ext>
                </a:extLst>
              </p:cNvPr>
              <p:cNvSpPr/>
              <p:nvPr/>
            </p:nvSpPr>
            <p:spPr>
              <a:xfrm>
                <a:off x="4091238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8" name="Freeform 43997">
                <a:extLst>
                  <a:ext uri="{FF2B5EF4-FFF2-40B4-BE49-F238E27FC236}">
                    <a16:creationId xmlns:a16="http://schemas.microsoft.com/office/drawing/2014/main" id="{E139CEBF-C6A9-09E9-7CFF-E757AEC62B76}"/>
                  </a:ext>
                </a:extLst>
              </p:cNvPr>
              <p:cNvSpPr/>
              <p:nvPr/>
            </p:nvSpPr>
            <p:spPr>
              <a:xfrm>
                <a:off x="4091734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99" name="Freeform 43998">
                <a:extLst>
                  <a:ext uri="{FF2B5EF4-FFF2-40B4-BE49-F238E27FC236}">
                    <a16:creationId xmlns:a16="http://schemas.microsoft.com/office/drawing/2014/main" id="{7E96B5F8-B777-BCA0-DD4E-8AEF141DD2B6}"/>
                  </a:ext>
                </a:extLst>
              </p:cNvPr>
              <p:cNvSpPr/>
              <p:nvPr/>
            </p:nvSpPr>
            <p:spPr>
              <a:xfrm>
                <a:off x="4092329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0" name="Freeform 43999">
                <a:extLst>
                  <a:ext uri="{FF2B5EF4-FFF2-40B4-BE49-F238E27FC236}">
                    <a16:creationId xmlns:a16="http://schemas.microsoft.com/office/drawing/2014/main" id="{FC5C829A-F250-8DE0-458B-0E4BFD218FA6}"/>
                  </a:ext>
                </a:extLst>
              </p:cNvPr>
              <p:cNvSpPr/>
              <p:nvPr/>
            </p:nvSpPr>
            <p:spPr>
              <a:xfrm>
                <a:off x="4092825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1" name="Freeform 44000">
                <a:extLst>
                  <a:ext uri="{FF2B5EF4-FFF2-40B4-BE49-F238E27FC236}">
                    <a16:creationId xmlns:a16="http://schemas.microsoft.com/office/drawing/2014/main" id="{CFD70A3C-CE03-18A3-7817-6046B4D86860}"/>
                  </a:ext>
                </a:extLst>
              </p:cNvPr>
              <p:cNvSpPr/>
              <p:nvPr/>
            </p:nvSpPr>
            <p:spPr>
              <a:xfrm>
                <a:off x="4093321" y="5957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2" name="Freeform 44001">
                <a:extLst>
                  <a:ext uri="{FF2B5EF4-FFF2-40B4-BE49-F238E27FC236}">
                    <a16:creationId xmlns:a16="http://schemas.microsoft.com/office/drawing/2014/main" id="{38B32A86-0788-4083-779D-5C109432257E}"/>
                  </a:ext>
                </a:extLst>
              </p:cNvPr>
              <p:cNvSpPr/>
              <p:nvPr/>
            </p:nvSpPr>
            <p:spPr>
              <a:xfrm>
                <a:off x="4093916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3" name="Freeform 44002">
                <a:extLst>
                  <a:ext uri="{FF2B5EF4-FFF2-40B4-BE49-F238E27FC236}">
                    <a16:creationId xmlns:a16="http://schemas.microsoft.com/office/drawing/2014/main" id="{41393E0F-0C52-0C78-9ABA-A38F7DAFC82F}"/>
                  </a:ext>
                </a:extLst>
              </p:cNvPr>
              <p:cNvSpPr/>
              <p:nvPr/>
            </p:nvSpPr>
            <p:spPr>
              <a:xfrm>
                <a:off x="4094413" y="596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4" name="Freeform 44003">
                <a:extLst>
                  <a:ext uri="{FF2B5EF4-FFF2-40B4-BE49-F238E27FC236}">
                    <a16:creationId xmlns:a16="http://schemas.microsoft.com/office/drawing/2014/main" id="{2436778D-8D21-F15B-0AC6-CAC9BAC90B3C}"/>
                  </a:ext>
                </a:extLst>
              </p:cNvPr>
              <p:cNvSpPr/>
              <p:nvPr/>
            </p:nvSpPr>
            <p:spPr>
              <a:xfrm>
                <a:off x="4094909" y="596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5" name="Freeform 44004">
                <a:extLst>
                  <a:ext uri="{FF2B5EF4-FFF2-40B4-BE49-F238E27FC236}">
                    <a16:creationId xmlns:a16="http://schemas.microsoft.com/office/drawing/2014/main" id="{8512E9D0-E683-2CAE-B9EB-BE8AF8A0A3F5}"/>
                  </a:ext>
                </a:extLst>
              </p:cNvPr>
              <p:cNvSpPr/>
              <p:nvPr/>
            </p:nvSpPr>
            <p:spPr>
              <a:xfrm>
                <a:off x="4095504" y="591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6" name="Freeform 44005">
                <a:extLst>
                  <a:ext uri="{FF2B5EF4-FFF2-40B4-BE49-F238E27FC236}">
                    <a16:creationId xmlns:a16="http://schemas.microsoft.com/office/drawing/2014/main" id="{102A2F1E-E7E2-50E2-EEDB-EB3CB14FBCC7}"/>
                  </a:ext>
                </a:extLst>
              </p:cNvPr>
              <p:cNvSpPr/>
              <p:nvPr/>
            </p:nvSpPr>
            <p:spPr>
              <a:xfrm>
                <a:off x="4096000" y="5785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7" name="Freeform 44006">
                <a:extLst>
                  <a:ext uri="{FF2B5EF4-FFF2-40B4-BE49-F238E27FC236}">
                    <a16:creationId xmlns:a16="http://schemas.microsoft.com/office/drawing/2014/main" id="{4EEE03D8-E376-CC22-9139-CF468127D1FC}"/>
                  </a:ext>
                </a:extLst>
              </p:cNvPr>
              <p:cNvSpPr/>
              <p:nvPr/>
            </p:nvSpPr>
            <p:spPr>
              <a:xfrm>
                <a:off x="4096496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8" name="Freeform 44007">
                <a:extLst>
                  <a:ext uri="{FF2B5EF4-FFF2-40B4-BE49-F238E27FC236}">
                    <a16:creationId xmlns:a16="http://schemas.microsoft.com/office/drawing/2014/main" id="{03A17521-1D21-EA83-43BC-9AEFE0BCC7B8}"/>
                  </a:ext>
                </a:extLst>
              </p:cNvPr>
              <p:cNvSpPr/>
              <p:nvPr/>
            </p:nvSpPr>
            <p:spPr>
              <a:xfrm>
                <a:off x="4097091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09" name="Freeform 44008">
                <a:extLst>
                  <a:ext uri="{FF2B5EF4-FFF2-40B4-BE49-F238E27FC236}">
                    <a16:creationId xmlns:a16="http://schemas.microsoft.com/office/drawing/2014/main" id="{1C87585E-4E32-B027-CD2C-0925D01819BD}"/>
                  </a:ext>
                </a:extLst>
              </p:cNvPr>
              <p:cNvSpPr/>
              <p:nvPr/>
            </p:nvSpPr>
            <p:spPr>
              <a:xfrm>
                <a:off x="4097588" y="5803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0" name="Freeform 44009">
                <a:extLst>
                  <a:ext uri="{FF2B5EF4-FFF2-40B4-BE49-F238E27FC236}">
                    <a16:creationId xmlns:a16="http://schemas.microsoft.com/office/drawing/2014/main" id="{E2284642-78AF-5B71-D963-5AE75F60644F}"/>
                  </a:ext>
                </a:extLst>
              </p:cNvPr>
              <p:cNvSpPr/>
              <p:nvPr/>
            </p:nvSpPr>
            <p:spPr>
              <a:xfrm>
                <a:off x="4098084" y="5795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1" name="Freeform 44010">
                <a:extLst>
                  <a:ext uri="{FF2B5EF4-FFF2-40B4-BE49-F238E27FC236}">
                    <a16:creationId xmlns:a16="http://schemas.microsoft.com/office/drawing/2014/main" id="{72B16857-C887-E5B9-23C7-1D2E4539B3B4}"/>
                  </a:ext>
                </a:extLst>
              </p:cNvPr>
              <p:cNvSpPr/>
              <p:nvPr/>
            </p:nvSpPr>
            <p:spPr>
              <a:xfrm>
                <a:off x="4098679" y="5823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2" name="Freeform 44011">
                <a:extLst>
                  <a:ext uri="{FF2B5EF4-FFF2-40B4-BE49-F238E27FC236}">
                    <a16:creationId xmlns:a16="http://schemas.microsoft.com/office/drawing/2014/main" id="{0BED993A-C677-0441-893F-162A339ABAA7}"/>
                  </a:ext>
                </a:extLst>
              </p:cNvPr>
              <p:cNvSpPr/>
              <p:nvPr/>
            </p:nvSpPr>
            <p:spPr>
              <a:xfrm>
                <a:off x="4099175" y="5816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3" name="Freeform 44012">
                <a:extLst>
                  <a:ext uri="{FF2B5EF4-FFF2-40B4-BE49-F238E27FC236}">
                    <a16:creationId xmlns:a16="http://schemas.microsoft.com/office/drawing/2014/main" id="{2B5DE88A-1512-BA7D-42BC-C19F202675C6}"/>
                  </a:ext>
                </a:extLst>
              </p:cNvPr>
              <p:cNvSpPr/>
              <p:nvPr/>
            </p:nvSpPr>
            <p:spPr>
              <a:xfrm>
                <a:off x="4099671" y="5773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4" name="Freeform 44013">
                <a:extLst>
                  <a:ext uri="{FF2B5EF4-FFF2-40B4-BE49-F238E27FC236}">
                    <a16:creationId xmlns:a16="http://schemas.microsoft.com/office/drawing/2014/main" id="{D69F4943-68B4-D71B-7D04-35CFA7B94AAF}"/>
                  </a:ext>
                </a:extLst>
              </p:cNvPr>
              <p:cNvSpPr/>
              <p:nvPr/>
            </p:nvSpPr>
            <p:spPr>
              <a:xfrm>
                <a:off x="4100266" y="575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5" name="Freeform 44014">
                <a:extLst>
                  <a:ext uri="{FF2B5EF4-FFF2-40B4-BE49-F238E27FC236}">
                    <a16:creationId xmlns:a16="http://schemas.microsoft.com/office/drawing/2014/main" id="{E886CC99-00D2-3A2B-9E39-E5BC41E1722C}"/>
                  </a:ext>
                </a:extLst>
              </p:cNvPr>
              <p:cNvSpPr/>
              <p:nvPr/>
            </p:nvSpPr>
            <p:spPr>
              <a:xfrm>
                <a:off x="4100763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6" name="Freeform 44015">
                <a:extLst>
                  <a:ext uri="{FF2B5EF4-FFF2-40B4-BE49-F238E27FC236}">
                    <a16:creationId xmlns:a16="http://schemas.microsoft.com/office/drawing/2014/main" id="{E4017B30-4013-2171-856D-3F2011811006}"/>
                  </a:ext>
                </a:extLst>
              </p:cNvPr>
              <p:cNvSpPr/>
              <p:nvPr/>
            </p:nvSpPr>
            <p:spPr>
              <a:xfrm>
                <a:off x="4101259" y="5716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7" name="Freeform 44016">
                <a:extLst>
                  <a:ext uri="{FF2B5EF4-FFF2-40B4-BE49-F238E27FC236}">
                    <a16:creationId xmlns:a16="http://schemas.microsoft.com/office/drawing/2014/main" id="{B0DFDA2B-1A02-ABC6-9077-B472B82EB441}"/>
                  </a:ext>
                </a:extLst>
              </p:cNvPr>
              <p:cNvSpPr/>
              <p:nvPr/>
            </p:nvSpPr>
            <p:spPr>
              <a:xfrm>
                <a:off x="4101755" y="5693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8" name="Freeform 44017">
                <a:extLst>
                  <a:ext uri="{FF2B5EF4-FFF2-40B4-BE49-F238E27FC236}">
                    <a16:creationId xmlns:a16="http://schemas.microsoft.com/office/drawing/2014/main" id="{A5E80E68-F57F-5F60-7E55-9FEA791A2309}"/>
                  </a:ext>
                </a:extLst>
              </p:cNvPr>
              <p:cNvSpPr/>
              <p:nvPr/>
            </p:nvSpPr>
            <p:spPr>
              <a:xfrm>
                <a:off x="4102350" y="5691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19" name="Freeform 44018">
                <a:extLst>
                  <a:ext uri="{FF2B5EF4-FFF2-40B4-BE49-F238E27FC236}">
                    <a16:creationId xmlns:a16="http://schemas.microsoft.com/office/drawing/2014/main" id="{0F8BA0A3-AC8A-E7B3-32CA-0EEAD0D0B165}"/>
                  </a:ext>
                </a:extLst>
              </p:cNvPr>
              <p:cNvSpPr/>
              <p:nvPr/>
            </p:nvSpPr>
            <p:spPr>
              <a:xfrm>
                <a:off x="4102846" y="5702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0" name="Freeform 44019">
                <a:extLst>
                  <a:ext uri="{FF2B5EF4-FFF2-40B4-BE49-F238E27FC236}">
                    <a16:creationId xmlns:a16="http://schemas.microsoft.com/office/drawing/2014/main" id="{F8CCAB17-D369-85BF-AD6D-69E76D550F77}"/>
                  </a:ext>
                </a:extLst>
              </p:cNvPr>
              <p:cNvSpPr/>
              <p:nvPr/>
            </p:nvSpPr>
            <p:spPr>
              <a:xfrm>
                <a:off x="4103342" y="5713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1" name="Freeform 44020">
                <a:extLst>
                  <a:ext uri="{FF2B5EF4-FFF2-40B4-BE49-F238E27FC236}">
                    <a16:creationId xmlns:a16="http://schemas.microsoft.com/office/drawing/2014/main" id="{A1361A77-5E29-6386-8D7B-4DD3AC698309}"/>
                  </a:ext>
                </a:extLst>
              </p:cNvPr>
              <p:cNvSpPr/>
              <p:nvPr/>
            </p:nvSpPr>
            <p:spPr>
              <a:xfrm>
                <a:off x="4103938" y="589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2" name="Freeform 44021">
                <a:extLst>
                  <a:ext uri="{FF2B5EF4-FFF2-40B4-BE49-F238E27FC236}">
                    <a16:creationId xmlns:a16="http://schemas.microsoft.com/office/drawing/2014/main" id="{AB0473E6-BD5C-B47F-E068-FE26C5E5F310}"/>
                  </a:ext>
                </a:extLst>
              </p:cNvPr>
              <p:cNvSpPr/>
              <p:nvPr/>
            </p:nvSpPr>
            <p:spPr>
              <a:xfrm>
                <a:off x="4104434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3" name="Freeform 44022">
                <a:extLst>
                  <a:ext uri="{FF2B5EF4-FFF2-40B4-BE49-F238E27FC236}">
                    <a16:creationId xmlns:a16="http://schemas.microsoft.com/office/drawing/2014/main" id="{082A6B74-F549-7DDA-91BD-180911E5CA7D}"/>
                  </a:ext>
                </a:extLst>
              </p:cNvPr>
              <p:cNvSpPr/>
              <p:nvPr/>
            </p:nvSpPr>
            <p:spPr>
              <a:xfrm>
                <a:off x="4104930" y="5951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4" name="Freeform 44023">
                <a:extLst>
                  <a:ext uri="{FF2B5EF4-FFF2-40B4-BE49-F238E27FC236}">
                    <a16:creationId xmlns:a16="http://schemas.microsoft.com/office/drawing/2014/main" id="{5ED1B350-76A9-8F05-8EB5-9EE457813CFA}"/>
                  </a:ext>
                </a:extLst>
              </p:cNvPr>
              <p:cNvSpPr/>
              <p:nvPr/>
            </p:nvSpPr>
            <p:spPr>
              <a:xfrm>
                <a:off x="4105525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5" name="Freeform 44024">
                <a:extLst>
                  <a:ext uri="{FF2B5EF4-FFF2-40B4-BE49-F238E27FC236}">
                    <a16:creationId xmlns:a16="http://schemas.microsoft.com/office/drawing/2014/main" id="{877A159D-C787-B8EF-8A56-A71E8EF25210}"/>
                  </a:ext>
                </a:extLst>
              </p:cNvPr>
              <p:cNvSpPr/>
              <p:nvPr/>
            </p:nvSpPr>
            <p:spPr>
              <a:xfrm>
                <a:off x="4106021" y="5949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6" name="Freeform 44025">
                <a:extLst>
                  <a:ext uri="{FF2B5EF4-FFF2-40B4-BE49-F238E27FC236}">
                    <a16:creationId xmlns:a16="http://schemas.microsoft.com/office/drawing/2014/main" id="{043F76B6-81A0-3E18-5CC4-F0CDB90154A7}"/>
                  </a:ext>
                </a:extLst>
              </p:cNvPr>
              <p:cNvSpPr/>
              <p:nvPr/>
            </p:nvSpPr>
            <p:spPr>
              <a:xfrm>
                <a:off x="4106517" y="595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7" name="Freeform 44026">
                <a:extLst>
                  <a:ext uri="{FF2B5EF4-FFF2-40B4-BE49-F238E27FC236}">
                    <a16:creationId xmlns:a16="http://schemas.microsoft.com/office/drawing/2014/main" id="{58D2655B-EDBC-3F66-388E-6F31197365CA}"/>
                  </a:ext>
                </a:extLst>
              </p:cNvPr>
              <p:cNvSpPr/>
              <p:nvPr/>
            </p:nvSpPr>
            <p:spPr>
              <a:xfrm>
                <a:off x="4107113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8" name="Freeform 44027">
                <a:extLst>
                  <a:ext uri="{FF2B5EF4-FFF2-40B4-BE49-F238E27FC236}">
                    <a16:creationId xmlns:a16="http://schemas.microsoft.com/office/drawing/2014/main" id="{FB5F2DF6-278D-69B4-57AF-BA2BAC9B01E8}"/>
                  </a:ext>
                </a:extLst>
              </p:cNvPr>
              <p:cNvSpPr/>
              <p:nvPr/>
            </p:nvSpPr>
            <p:spPr>
              <a:xfrm>
                <a:off x="4107609" y="597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29" name="Freeform 44028">
                <a:extLst>
                  <a:ext uri="{FF2B5EF4-FFF2-40B4-BE49-F238E27FC236}">
                    <a16:creationId xmlns:a16="http://schemas.microsoft.com/office/drawing/2014/main" id="{F556102D-F45A-36FF-5BD6-50D14C670466}"/>
                  </a:ext>
                </a:extLst>
              </p:cNvPr>
              <p:cNvSpPr/>
              <p:nvPr/>
            </p:nvSpPr>
            <p:spPr>
              <a:xfrm>
                <a:off x="4108105" y="5865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0" name="Freeform 44029">
                <a:extLst>
                  <a:ext uri="{FF2B5EF4-FFF2-40B4-BE49-F238E27FC236}">
                    <a16:creationId xmlns:a16="http://schemas.microsoft.com/office/drawing/2014/main" id="{9AC568C2-AD7E-65BB-A302-3ABD22D09E22}"/>
                  </a:ext>
                </a:extLst>
              </p:cNvPr>
              <p:cNvSpPr/>
              <p:nvPr/>
            </p:nvSpPr>
            <p:spPr>
              <a:xfrm>
                <a:off x="4108700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1" name="Freeform 44030">
                <a:extLst>
                  <a:ext uri="{FF2B5EF4-FFF2-40B4-BE49-F238E27FC236}">
                    <a16:creationId xmlns:a16="http://schemas.microsoft.com/office/drawing/2014/main" id="{B90DEFF7-53CB-40A0-50A0-FF25EDE67711}"/>
                  </a:ext>
                </a:extLst>
              </p:cNvPr>
              <p:cNvSpPr/>
              <p:nvPr/>
            </p:nvSpPr>
            <p:spPr>
              <a:xfrm>
                <a:off x="4109196" y="5817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2" name="Freeform 44031">
                <a:extLst>
                  <a:ext uri="{FF2B5EF4-FFF2-40B4-BE49-F238E27FC236}">
                    <a16:creationId xmlns:a16="http://schemas.microsoft.com/office/drawing/2014/main" id="{1D290069-08FB-1D57-3F53-ECBD40B89C27}"/>
                  </a:ext>
                </a:extLst>
              </p:cNvPr>
              <p:cNvSpPr/>
              <p:nvPr/>
            </p:nvSpPr>
            <p:spPr>
              <a:xfrm>
                <a:off x="4109692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3" name="Freeform 44032">
                <a:extLst>
                  <a:ext uri="{FF2B5EF4-FFF2-40B4-BE49-F238E27FC236}">
                    <a16:creationId xmlns:a16="http://schemas.microsoft.com/office/drawing/2014/main" id="{E6CFFCD9-9E13-9CEF-893C-30513C090614}"/>
                  </a:ext>
                </a:extLst>
              </p:cNvPr>
              <p:cNvSpPr/>
              <p:nvPr/>
            </p:nvSpPr>
            <p:spPr>
              <a:xfrm>
                <a:off x="4110288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4" name="Freeform 44033">
                <a:extLst>
                  <a:ext uri="{FF2B5EF4-FFF2-40B4-BE49-F238E27FC236}">
                    <a16:creationId xmlns:a16="http://schemas.microsoft.com/office/drawing/2014/main" id="{2D214032-161E-D1BC-12F1-09580A761BE8}"/>
                  </a:ext>
                </a:extLst>
              </p:cNvPr>
              <p:cNvSpPr/>
              <p:nvPr/>
            </p:nvSpPr>
            <p:spPr>
              <a:xfrm>
                <a:off x="4110784" y="5847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5" name="Freeform 44034">
                <a:extLst>
                  <a:ext uri="{FF2B5EF4-FFF2-40B4-BE49-F238E27FC236}">
                    <a16:creationId xmlns:a16="http://schemas.microsoft.com/office/drawing/2014/main" id="{41D506DE-6009-C6BF-1BFE-CF02488B407B}"/>
                  </a:ext>
                </a:extLst>
              </p:cNvPr>
              <p:cNvSpPr/>
              <p:nvPr/>
            </p:nvSpPr>
            <p:spPr>
              <a:xfrm>
                <a:off x="4111280" y="5835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6" name="Freeform 44035">
                <a:extLst>
                  <a:ext uri="{FF2B5EF4-FFF2-40B4-BE49-F238E27FC236}">
                    <a16:creationId xmlns:a16="http://schemas.microsoft.com/office/drawing/2014/main" id="{7105FA21-D2DD-B5DB-2DA7-F48C32C7DA55}"/>
                  </a:ext>
                </a:extLst>
              </p:cNvPr>
              <p:cNvSpPr/>
              <p:nvPr/>
            </p:nvSpPr>
            <p:spPr>
              <a:xfrm>
                <a:off x="4111875" y="5821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7" name="Freeform 44036">
                <a:extLst>
                  <a:ext uri="{FF2B5EF4-FFF2-40B4-BE49-F238E27FC236}">
                    <a16:creationId xmlns:a16="http://schemas.microsoft.com/office/drawing/2014/main" id="{07D0E938-480B-7D3E-662D-26D804B13834}"/>
                  </a:ext>
                </a:extLst>
              </p:cNvPr>
              <p:cNvSpPr/>
              <p:nvPr/>
            </p:nvSpPr>
            <p:spPr>
              <a:xfrm>
                <a:off x="4112371" y="5806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8" name="Freeform 44037">
                <a:extLst>
                  <a:ext uri="{FF2B5EF4-FFF2-40B4-BE49-F238E27FC236}">
                    <a16:creationId xmlns:a16="http://schemas.microsoft.com/office/drawing/2014/main" id="{5D62D33F-9F96-8314-2C30-65148C372C53}"/>
                  </a:ext>
                </a:extLst>
              </p:cNvPr>
              <p:cNvSpPr/>
              <p:nvPr/>
            </p:nvSpPr>
            <p:spPr>
              <a:xfrm>
                <a:off x="4112867" y="5800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39" name="Freeform 44038">
                <a:extLst>
                  <a:ext uri="{FF2B5EF4-FFF2-40B4-BE49-F238E27FC236}">
                    <a16:creationId xmlns:a16="http://schemas.microsoft.com/office/drawing/2014/main" id="{2CA94DE9-ED3E-8FFF-C77D-CB9BC95DE855}"/>
                  </a:ext>
                </a:extLst>
              </p:cNvPr>
              <p:cNvSpPr/>
              <p:nvPr/>
            </p:nvSpPr>
            <p:spPr>
              <a:xfrm>
                <a:off x="4113363" y="5764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0" name="Freeform 44039">
                <a:extLst>
                  <a:ext uri="{FF2B5EF4-FFF2-40B4-BE49-F238E27FC236}">
                    <a16:creationId xmlns:a16="http://schemas.microsoft.com/office/drawing/2014/main" id="{09503F33-E6D8-C359-FDA4-5B9D08CE5724}"/>
                  </a:ext>
                </a:extLst>
              </p:cNvPr>
              <p:cNvSpPr/>
              <p:nvPr/>
            </p:nvSpPr>
            <p:spPr>
              <a:xfrm>
                <a:off x="4113959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1" name="Freeform 44040">
                <a:extLst>
                  <a:ext uri="{FF2B5EF4-FFF2-40B4-BE49-F238E27FC236}">
                    <a16:creationId xmlns:a16="http://schemas.microsoft.com/office/drawing/2014/main" id="{37C8D8EF-61DC-4274-71E5-B4D8B35517D1}"/>
                  </a:ext>
                </a:extLst>
              </p:cNvPr>
              <p:cNvSpPr/>
              <p:nvPr/>
            </p:nvSpPr>
            <p:spPr>
              <a:xfrm>
                <a:off x="4114455" y="5747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2" name="Freeform 44041">
                <a:extLst>
                  <a:ext uri="{FF2B5EF4-FFF2-40B4-BE49-F238E27FC236}">
                    <a16:creationId xmlns:a16="http://schemas.microsoft.com/office/drawing/2014/main" id="{DC85F044-D048-0475-72E2-8DC0EA4BA81E}"/>
                  </a:ext>
                </a:extLst>
              </p:cNvPr>
              <p:cNvSpPr/>
              <p:nvPr/>
            </p:nvSpPr>
            <p:spPr>
              <a:xfrm>
                <a:off x="4114951" y="574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3" name="Freeform 44042">
                <a:extLst>
                  <a:ext uri="{FF2B5EF4-FFF2-40B4-BE49-F238E27FC236}">
                    <a16:creationId xmlns:a16="http://schemas.microsoft.com/office/drawing/2014/main" id="{A529B077-1D40-87A8-DE9E-CEA5C5B4CBD6}"/>
                  </a:ext>
                </a:extLst>
              </p:cNvPr>
              <p:cNvSpPr/>
              <p:nvPr/>
            </p:nvSpPr>
            <p:spPr>
              <a:xfrm>
                <a:off x="4115546" y="5739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4" name="Freeform 44043">
                <a:extLst>
                  <a:ext uri="{FF2B5EF4-FFF2-40B4-BE49-F238E27FC236}">
                    <a16:creationId xmlns:a16="http://schemas.microsoft.com/office/drawing/2014/main" id="{88136BD3-12D1-955F-E023-4878B8F7F287}"/>
                  </a:ext>
                </a:extLst>
              </p:cNvPr>
              <p:cNvSpPr/>
              <p:nvPr/>
            </p:nvSpPr>
            <p:spPr>
              <a:xfrm>
                <a:off x="4116042" y="5731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5" name="Freeform 44044">
                <a:extLst>
                  <a:ext uri="{FF2B5EF4-FFF2-40B4-BE49-F238E27FC236}">
                    <a16:creationId xmlns:a16="http://schemas.microsoft.com/office/drawing/2014/main" id="{DB8D53DD-DA7D-BE53-B96A-B9B8A4266A54}"/>
                  </a:ext>
                </a:extLst>
              </p:cNvPr>
              <p:cNvSpPr/>
              <p:nvPr/>
            </p:nvSpPr>
            <p:spPr>
              <a:xfrm>
                <a:off x="4116538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6" name="Freeform 44045">
                <a:extLst>
                  <a:ext uri="{FF2B5EF4-FFF2-40B4-BE49-F238E27FC236}">
                    <a16:creationId xmlns:a16="http://schemas.microsoft.com/office/drawing/2014/main" id="{F39418EC-F464-BFB0-D7B7-4D4D83D661B3}"/>
                  </a:ext>
                </a:extLst>
              </p:cNvPr>
              <p:cNvSpPr/>
              <p:nvPr/>
            </p:nvSpPr>
            <p:spPr>
              <a:xfrm>
                <a:off x="4117134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7" name="Freeform 44046">
                <a:extLst>
                  <a:ext uri="{FF2B5EF4-FFF2-40B4-BE49-F238E27FC236}">
                    <a16:creationId xmlns:a16="http://schemas.microsoft.com/office/drawing/2014/main" id="{5A35F306-F3FD-6B5C-71AE-A835FD5CFAFC}"/>
                  </a:ext>
                </a:extLst>
              </p:cNvPr>
              <p:cNvSpPr/>
              <p:nvPr/>
            </p:nvSpPr>
            <p:spPr>
              <a:xfrm>
                <a:off x="4117630" y="6012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8" name="Freeform 44047">
                <a:extLst>
                  <a:ext uri="{FF2B5EF4-FFF2-40B4-BE49-F238E27FC236}">
                    <a16:creationId xmlns:a16="http://schemas.microsoft.com/office/drawing/2014/main" id="{59C6E72E-8A08-38AA-4B8E-AF3BFB5640F7}"/>
                  </a:ext>
                </a:extLst>
              </p:cNvPr>
              <p:cNvSpPr/>
              <p:nvPr/>
            </p:nvSpPr>
            <p:spPr>
              <a:xfrm>
                <a:off x="4118126" y="6012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49" name="Freeform 44048">
                <a:extLst>
                  <a:ext uri="{FF2B5EF4-FFF2-40B4-BE49-F238E27FC236}">
                    <a16:creationId xmlns:a16="http://schemas.microsoft.com/office/drawing/2014/main" id="{C3E4FE45-9CD9-47CD-8F23-27EF011487C6}"/>
                  </a:ext>
                </a:extLst>
              </p:cNvPr>
              <p:cNvSpPr/>
              <p:nvPr/>
            </p:nvSpPr>
            <p:spPr>
              <a:xfrm>
                <a:off x="4118721" y="601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0" name="Freeform 44049">
                <a:extLst>
                  <a:ext uri="{FF2B5EF4-FFF2-40B4-BE49-F238E27FC236}">
                    <a16:creationId xmlns:a16="http://schemas.microsoft.com/office/drawing/2014/main" id="{4C02C250-63B5-A698-53F9-2C80E3327619}"/>
                  </a:ext>
                </a:extLst>
              </p:cNvPr>
              <p:cNvSpPr/>
              <p:nvPr/>
            </p:nvSpPr>
            <p:spPr>
              <a:xfrm>
                <a:off x="4119217" y="6011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1" name="Freeform 44050">
                <a:extLst>
                  <a:ext uri="{FF2B5EF4-FFF2-40B4-BE49-F238E27FC236}">
                    <a16:creationId xmlns:a16="http://schemas.microsoft.com/office/drawing/2014/main" id="{04A900B3-AF91-2ACF-94D2-1C989C77C143}"/>
                  </a:ext>
                </a:extLst>
              </p:cNvPr>
              <p:cNvSpPr/>
              <p:nvPr/>
            </p:nvSpPr>
            <p:spPr>
              <a:xfrm>
                <a:off x="4119713" y="6013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2" name="Freeform 44051">
                <a:extLst>
                  <a:ext uri="{FF2B5EF4-FFF2-40B4-BE49-F238E27FC236}">
                    <a16:creationId xmlns:a16="http://schemas.microsoft.com/office/drawing/2014/main" id="{93F90225-D2D8-F282-838E-8456F02B8BB1}"/>
                  </a:ext>
                </a:extLst>
              </p:cNvPr>
              <p:cNvSpPr/>
              <p:nvPr/>
            </p:nvSpPr>
            <p:spPr>
              <a:xfrm>
                <a:off x="4120309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3" name="Freeform 44052">
                <a:extLst>
                  <a:ext uri="{FF2B5EF4-FFF2-40B4-BE49-F238E27FC236}">
                    <a16:creationId xmlns:a16="http://schemas.microsoft.com/office/drawing/2014/main" id="{53F71485-5DD2-2B4F-3E03-9AA5D0FF1A3E}"/>
                  </a:ext>
                </a:extLst>
              </p:cNvPr>
              <p:cNvSpPr/>
              <p:nvPr/>
            </p:nvSpPr>
            <p:spPr>
              <a:xfrm>
                <a:off x="4120805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4" name="Freeform 44053">
                <a:extLst>
                  <a:ext uri="{FF2B5EF4-FFF2-40B4-BE49-F238E27FC236}">
                    <a16:creationId xmlns:a16="http://schemas.microsoft.com/office/drawing/2014/main" id="{00D705CA-B972-EF0A-5949-0F3CE33D871B}"/>
                  </a:ext>
                </a:extLst>
              </p:cNvPr>
              <p:cNvSpPr/>
              <p:nvPr/>
            </p:nvSpPr>
            <p:spPr>
              <a:xfrm>
                <a:off x="4121301" y="589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5" name="Freeform 44054">
                <a:extLst>
                  <a:ext uri="{FF2B5EF4-FFF2-40B4-BE49-F238E27FC236}">
                    <a16:creationId xmlns:a16="http://schemas.microsoft.com/office/drawing/2014/main" id="{A1C99A1E-C097-34A0-3949-0F00E96DA9E4}"/>
                  </a:ext>
                </a:extLst>
              </p:cNvPr>
              <p:cNvSpPr/>
              <p:nvPr/>
            </p:nvSpPr>
            <p:spPr>
              <a:xfrm>
                <a:off x="4121896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6" name="Freeform 44055">
                <a:extLst>
                  <a:ext uri="{FF2B5EF4-FFF2-40B4-BE49-F238E27FC236}">
                    <a16:creationId xmlns:a16="http://schemas.microsoft.com/office/drawing/2014/main" id="{0A05FE7C-1C37-7C36-02D9-0F3B0AE99C56}"/>
                  </a:ext>
                </a:extLst>
              </p:cNvPr>
              <p:cNvSpPr/>
              <p:nvPr/>
            </p:nvSpPr>
            <p:spPr>
              <a:xfrm>
                <a:off x="4122392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7" name="Freeform 44056">
                <a:extLst>
                  <a:ext uri="{FF2B5EF4-FFF2-40B4-BE49-F238E27FC236}">
                    <a16:creationId xmlns:a16="http://schemas.microsoft.com/office/drawing/2014/main" id="{355ACC69-E0C1-4102-9D89-E8DB97D7B592}"/>
                  </a:ext>
                </a:extLst>
              </p:cNvPr>
              <p:cNvSpPr/>
              <p:nvPr/>
            </p:nvSpPr>
            <p:spPr>
              <a:xfrm>
                <a:off x="4122888" y="5918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8" name="Freeform 44057">
                <a:extLst>
                  <a:ext uri="{FF2B5EF4-FFF2-40B4-BE49-F238E27FC236}">
                    <a16:creationId xmlns:a16="http://schemas.microsoft.com/office/drawing/2014/main" id="{3AE2D196-59E8-8204-6863-F91CDB44E21B}"/>
                  </a:ext>
                </a:extLst>
              </p:cNvPr>
              <p:cNvSpPr/>
              <p:nvPr/>
            </p:nvSpPr>
            <p:spPr>
              <a:xfrm>
                <a:off x="4123484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59" name="Freeform 44058">
                <a:extLst>
                  <a:ext uri="{FF2B5EF4-FFF2-40B4-BE49-F238E27FC236}">
                    <a16:creationId xmlns:a16="http://schemas.microsoft.com/office/drawing/2014/main" id="{12D1AD0D-6436-DBFB-5C49-0276AC6A18BF}"/>
                  </a:ext>
                </a:extLst>
              </p:cNvPr>
              <p:cNvSpPr/>
              <p:nvPr/>
            </p:nvSpPr>
            <p:spPr>
              <a:xfrm>
                <a:off x="4123980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0" name="Freeform 44059">
                <a:extLst>
                  <a:ext uri="{FF2B5EF4-FFF2-40B4-BE49-F238E27FC236}">
                    <a16:creationId xmlns:a16="http://schemas.microsoft.com/office/drawing/2014/main" id="{57D7D7B0-B621-4CCA-425D-89DF3AFD4E43}"/>
                  </a:ext>
                </a:extLst>
              </p:cNvPr>
              <p:cNvSpPr/>
              <p:nvPr/>
            </p:nvSpPr>
            <p:spPr>
              <a:xfrm>
                <a:off x="4124476" y="589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1" name="Freeform 44060">
                <a:extLst>
                  <a:ext uri="{FF2B5EF4-FFF2-40B4-BE49-F238E27FC236}">
                    <a16:creationId xmlns:a16="http://schemas.microsoft.com/office/drawing/2014/main" id="{3F046487-EC50-81DD-6BBE-2E518EADD171}"/>
                  </a:ext>
                </a:extLst>
              </p:cNvPr>
              <p:cNvSpPr/>
              <p:nvPr/>
            </p:nvSpPr>
            <p:spPr>
              <a:xfrm>
                <a:off x="4125071" y="588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2" name="Freeform 44061">
                <a:extLst>
                  <a:ext uri="{FF2B5EF4-FFF2-40B4-BE49-F238E27FC236}">
                    <a16:creationId xmlns:a16="http://schemas.microsoft.com/office/drawing/2014/main" id="{1632C390-76B6-9095-4963-035F96AA9554}"/>
                  </a:ext>
                </a:extLst>
              </p:cNvPr>
              <p:cNvSpPr/>
              <p:nvPr/>
            </p:nvSpPr>
            <p:spPr>
              <a:xfrm>
                <a:off x="4125567" y="5891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3" name="Freeform 44062">
                <a:extLst>
                  <a:ext uri="{FF2B5EF4-FFF2-40B4-BE49-F238E27FC236}">
                    <a16:creationId xmlns:a16="http://schemas.microsoft.com/office/drawing/2014/main" id="{5AD70DDE-491F-CC17-8EBF-DA1D91DB115C}"/>
                  </a:ext>
                </a:extLst>
              </p:cNvPr>
              <p:cNvSpPr/>
              <p:nvPr/>
            </p:nvSpPr>
            <p:spPr>
              <a:xfrm>
                <a:off x="4126063" y="5875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4" name="Freeform 44063">
                <a:extLst>
                  <a:ext uri="{FF2B5EF4-FFF2-40B4-BE49-F238E27FC236}">
                    <a16:creationId xmlns:a16="http://schemas.microsoft.com/office/drawing/2014/main" id="{36D2D531-7C3E-FF2E-BC2E-82C85F5CCC60}"/>
                  </a:ext>
                </a:extLst>
              </p:cNvPr>
              <p:cNvSpPr/>
              <p:nvPr/>
            </p:nvSpPr>
            <p:spPr>
              <a:xfrm>
                <a:off x="4126559" y="5869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5" name="Freeform 44064">
                <a:extLst>
                  <a:ext uri="{FF2B5EF4-FFF2-40B4-BE49-F238E27FC236}">
                    <a16:creationId xmlns:a16="http://schemas.microsoft.com/office/drawing/2014/main" id="{D67B1FAB-C282-87D2-AD8F-27D34813BE8D}"/>
                  </a:ext>
                </a:extLst>
              </p:cNvPr>
              <p:cNvSpPr/>
              <p:nvPr/>
            </p:nvSpPr>
            <p:spPr>
              <a:xfrm>
                <a:off x="4127155" y="5846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6" name="Freeform 44065">
                <a:extLst>
                  <a:ext uri="{FF2B5EF4-FFF2-40B4-BE49-F238E27FC236}">
                    <a16:creationId xmlns:a16="http://schemas.microsoft.com/office/drawing/2014/main" id="{01C7888A-7FF8-84DC-18D5-6E7FCF9C011B}"/>
                  </a:ext>
                </a:extLst>
              </p:cNvPr>
              <p:cNvSpPr/>
              <p:nvPr/>
            </p:nvSpPr>
            <p:spPr>
              <a:xfrm>
                <a:off x="4127651" y="5846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7" name="Freeform 44066">
                <a:extLst>
                  <a:ext uri="{FF2B5EF4-FFF2-40B4-BE49-F238E27FC236}">
                    <a16:creationId xmlns:a16="http://schemas.microsoft.com/office/drawing/2014/main" id="{5713DA35-1332-F8EF-E3CE-440AA910D770}"/>
                  </a:ext>
                </a:extLst>
              </p:cNvPr>
              <p:cNvSpPr/>
              <p:nvPr/>
            </p:nvSpPr>
            <p:spPr>
              <a:xfrm>
                <a:off x="4128147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8" name="Freeform 44067">
                <a:extLst>
                  <a:ext uri="{FF2B5EF4-FFF2-40B4-BE49-F238E27FC236}">
                    <a16:creationId xmlns:a16="http://schemas.microsoft.com/office/drawing/2014/main" id="{7EDA8E81-7FD4-0F68-C477-4A6DFBD4FCC2}"/>
                  </a:ext>
                </a:extLst>
              </p:cNvPr>
              <p:cNvSpPr/>
              <p:nvPr/>
            </p:nvSpPr>
            <p:spPr>
              <a:xfrm>
                <a:off x="4128742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69" name="Freeform 44068">
                <a:extLst>
                  <a:ext uri="{FF2B5EF4-FFF2-40B4-BE49-F238E27FC236}">
                    <a16:creationId xmlns:a16="http://schemas.microsoft.com/office/drawing/2014/main" id="{80F0EEA0-9C08-DF71-186F-DDE2D3943CFC}"/>
                  </a:ext>
                </a:extLst>
              </p:cNvPr>
              <p:cNvSpPr/>
              <p:nvPr/>
            </p:nvSpPr>
            <p:spPr>
              <a:xfrm>
                <a:off x="4129238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0" name="Freeform 44069">
                <a:extLst>
                  <a:ext uri="{FF2B5EF4-FFF2-40B4-BE49-F238E27FC236}">
                    <a16:creationId xmlns:a16="http://schemas.microsoft.com/office/drawing/2014/main" id="{E6D94DAE-4045-8145-B8C7-4E41B7E4B520}"/>
                  </a:ext>
                </a:extLst>
              </p:cNvPr>
              <p:cNvSpPr/>
              <p:nvPr/>
            </p:nvSpPr>
            <p:spPr>
              <a:xfrm>
                <a:off x="4129734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1" name="Freeform 44070">
                <a:extLst>
                  <a:ext uri="{FF2B5EF4-FFF2-40B4-BE49-F238E27FC236}">
                    <a16:creationId xmlns:a16="http://schemas.microsoft.com/office/drawing/2014/main" id="{677E7D75-378B-8E8E-EDD3-363C7F5D14A8}"/>
                  </a:ext>
                </a:extLst>
              </p:cNvPr>
              <p:cNvSpPr/>
              <p:nvPr/>
            </p:nvSpPr>
            <p:spPr>
              <a:xfrm>
                <a:off x="4130330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2" name="Freeform 44071">
                <a:extLst>
                  <a:ext uri="{FF2B5EF4-FFF2-40B4-BE49-F238E27FC236}">
                    <a16:creationId xmlns:a16="http://schemas.microsoft.com/office/drawing/2014/main" id="{EF7D17F7-FC15-FBBC-76C5-C3E39E45F150}"/>
                  </a:ext>
                </a:extLst>
              </p:cNvPr>
              <p:cNvSpPr/>
              <p:nvPr/>
            </p:nvSpPr>
            <p:spPr>
              <a:xfrm>
                <a:off x="4130826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3" name="Freeform 44072">
                <a:extLst>
                  <a:ext uri="{FF2B5EF4-FFF2-40B4-BE49-F238E27FC236}">
                    <a16:creationId xmlns:a16="http://schemas.microsoft.com/office/drawing/2014/main" id="{959FCABE-D9B8-B9AF-6D98-E607003D873B}"/>
                  </a:ext>
                </a:extLst>
              </p:cNvPr>
              <p:cNvSpPr/>
              <p:nvPr/>
            </p:nvSpPr>
            <p:spPr>
              <a:xfrm>
                <a:off x="4131322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4" name="Freeform 44073">
                <a:extLst>
                  <a:ext uri="{FF2B5EF4-FFF2-40B4-BE49-F238E27FC236}">
                    <a16:creationId xmlns:a16="http://schemas.microsoft.com/office/drawing/2014/main" id="{A573A0D3-320A-1160-DD72-E91E25702947}"/>
                  </a:ext>
                </a:extLst>
              </p:cNvPr>
              <p:cNvSpPr/>
              <p:nvPr/>
            </p:nvSpPr>
            <p:spPr>
              <a:xfrm>
                <a:off x="4131917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5" name="Freeform 44074">
                <a:extLst>
                  <a:ext uri="{FF2B5EF4-FFF2-40B4-BE49-F238E27FC236}">
                    <a16:creationId xmlns:a16="http://schemas.microsoft.com/office/drawing/2014/main" id="{4557FFEF-2AED-9142-7489-D34A7C16485A}"/>
                  </a:ext>
                </a:extLst>
              </p:cNvPr>
              <p:cNvSpPr/>
              <p:nvPr/>
            </p:nvSpPr>
            <p:spPr>
              <a:xfrm>
                <a:off x="4132413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6" name="Freeform 44075">
                <a:extLst>
                  <a:ext uri="{FF2B5EF4-FFF2-40B4-BE49-F238E27FC236}">
                    <a16:creationId xmlns:a16="http://schemas.microsoft.com/office/drawing/2014/main" id="{491BF2E8-444B-DEEA-1D5E-CC2D897D5850}"/>
                  </a:ext>
                </a:extLst>
              </p:cNvPr>
              <p:cNvSpPr/>
              <p:nvPr/>
            </p:nvSpPr>
            <p:spPr>
              <a:xfrm>
                <a:off x="4132909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7" name="Freeform 44076">
                <a:extLst>
                  <a:ext uri="{FF2B5EF4-FFF2-40B4-BE49-F238E27FC236}">
                    <a16:creationId xmlns:a16="http://schemas.microsoft.com/office/drawing/2014/main" id="{49714884-F7AF-CF13-63D4-A915B8698579}"/>
                  </a:ext>
                </a:extLst>
              </p:cNvPr>
              <p:cNvSpPr/>
              <p:nvPr/>
            </p:nvSpPr>
            <p:spPr>
              <a:xfrm>
                <a:off x="4133505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8" name="Freeform 44077">
                <a:extLst>
                  <a:ext uri="{FF2B5EF4-FFF2-40B4-BE49-F238E27FC236}">
                    <a16:creationId xmlns:a16="http://schemas.microsoft.com/office/drawing/2014/main" id="{CE12AF20-01C8-1B5F-9BAD-20D8D6B033A7}"/>
                  </a:ext>
                </a:extLst>
              </p:cNvPr>
              <p:cNvSpPr/>
              <p:nvPr/>
            </p:nvSpPr>
            <p:spPr>
              <a:xfrm>
                <a:off x="4134001" y="5818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79" name="Freeform 44078">
                <a:extLst>
                  <a:ext uri="{FF2B5EF4-FFF2-40B4-BE49-F238E27FC236}">
                    <a16:creationId xmlns:a16="http://schemas.microsoft.com/office/drawing/2014/main" id="{99839AB9-7542-3E09-4E35-FE57EBA1C72A}"/>
                  </a:ext>
                </a:extLst>
              </p:cNvPr>
              <p:cNvSpPr/>
              <p:nvPr/>
            </p:nvSpPr>
            <p:spPr>
              <a:xfrm>
                <a:off x="4134497" y="5831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0" name="Freeform 44079">
                <a:extLst>
                  <a:ext uri="{FF2B5EF4-FFF2-40B4-BE49-F238E27FC236}">
                    <a16:creationId xmlns:a16="http://schemas.microsoft.com/office/drawing/2014/main" id="{C348AD5A-7AF0-04DB-8CC5-98FB054E675A}"/>
                  </a:ext>
                </a:extLst>
              </p:cNvPr>
              <p:cNvSpPr/>
              <p:nvPr/>
            </p:nvSpPr>
            <p:spPr>
              <a:xfrm>
                <a:off x="4135092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1" name="Freeform 44080">
                <a:extLst>
                  <a:ext uri="{FF2B5EF4-FFF2-40B4-BE49-F238E27FC236}">
                    <a16:creationId xmlns:a16="http://schemas.microsoft.com/office/drawing/2014/main" id="{9FE5F81E-0661-35E3-3680-2D403E85C442}"/>
                  </a:ext>
                </a:extLst>
              </p:cNvPr>
              <p:cNvSpPr/>
              <p:nvPr/>
            </p:nvSpPr>
            <p:spPr>
              <a:xfrm>
                <a:off x="4135588" y="582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2" name="Freeform 44081">
                <a:extLst>
                  <a:ext uri="{FF2B5EF4-FFF2-40B4-BE49-F238E27FC236}">
                    <a16:creationId xmlns:a16="http://schemas.microsoft.com/office/drawing/2014/main" id="{16D5FC05-A9E0-5EBA-3082-0CB5BA2A1E86}"/>
                  </a:ext>
                </a:extLst>
              </p:cNvPr>
              <p:cNvSpPr/>
              <p:nvPr/>
            </p:nvSpPr>
            <p:spPr>
              <a:xfrm>
                <a:off x="4136084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3" name="Freeform 44082">
                <a:extLst>
                  <a:ext uri="{FF2B5EF4-FFF2-40B4-BE49-F238E27FC236}">
                    <a16:creationId xmlns:a16="http://schemas.microsoft.com/office/drawing/2014/main" id="{A7676175-DD95-47CA-15CE-01ADCC66172B}"/>
                  </a:ext>
                </a:extLst>
              </p:cNvPr>
              <p:cNvSpPr/>
              <p:nvPr/>
            </p:nvSpPr>
            <p:spPr>
              <a:xfrm>
                <a:off x="4136680" y="5804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4" name="Freeform 44083">
                <a:extLst>
                  <a:ext uri="{FF2B5EF4-FFF2-40B4-BE49-F238E27FC236}">
                    <a16:creationId xmlns:a16="http://schemas.microsoft.com/office/drawing/2014/main" id="{9FAC6D12-B02D-3971-C6CF-4ACAC350DDCF}"/>
                  </a:ext>
                </a:extLst>
              </p:cNvPr>
              <p:cNvSpPr/>
              <p:nvPr/>
            </p:nvSpPr>
            <p:spPr>
              <a:xfrm>
                <a:off x="4137176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5" name="Freeform 44084">
                <a:extLst>
                  <a:ext uri="{FF2B5EF4-FFF2-40B4-BE49-F238E27FC236}">
                    <a16:creationId xmlns:a16="http://schemas.microsoft.com/office/drawing/2014/main" id="{9B2AF112-C67B-063F-BC43-40F46142F8DB}"/>
                  </a:ext>
                </a:extLst>
              </p:cNvPr>
              <p:cNvSpPr/>
              <p:nvPr/>
            </p:nvSpPr>
            <p:spPr>
              <a:xfrm>
                <a:off x="4137672" y="581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6" name="Freeform 44085">
                <a:extLst>
                  <a:ext uri="{FF2B5EF4-FFF2-40B4-BE49-F238E27FC236}">
                    <a16:creationId xmlns:a16="http://schemas.microsoft.com/office/drawing/2014/main" id="{35CA9858-BD37-6E04-C6B0-0B3435206178}"/>
                  </a:ext>
                </a:extLst>
              </p:cNvPr>
              <p:cNvSpPr/>
              <p:nvPr/>
            </p:nvSpPr>
            <p:spPr>
              <a:xfrm>
                <a:off x="4138168" y="577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7" name="Freeform 44086">
                <a:extLst>
                  <a:ext uri="{FF2B5EF4-FFF2-40B4-BE49-F238E27FC236}">
                    <a16:creationId xmlns:a16="http://schemas.microsoft.com/office/drawing/2014/main" id="{94EE209B-9446-807B-85BE-EE7D18AEB30D}"/>
                  </a:ext>
                </a:extLst>
              </p:cNvPr>
              <p:cNvSpPr/>
              <p:nvPr/>
            </p:nvSpPr>
            <p:spPr>
              <a:xfrm>
                <a:off x="4138763" y="5751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8" name="Freeform 44087">
                <a:extLst>
                  <a:ext uri="{FF2B5EF4-FFF2-40B4-BE49-F238E27FC236}">
                    <a16:creationId xmlns:a16="http://schemas.microsoft.com/office/drawing/2014/main" id="{905AC4B7-C37F-5316-2FCE-38F3869065FD}"/>
                  </a:ext>
                </a:extLst>
              </p:cNvPr>
              <p:cNvSpPr/>
              <p:nvPr/>
            </p:nvSpPr>
            <p:spPr>
              <a:xfrm>
                <a:off x="4139259" y="5727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89" name="Freeform 44088">
                <a:extLst>
                  <a:ext uri="{FF2B5EF4-FFF2-40B4-BE49-F238E27FC236}">
                    <a16:creationId xmlns:a16="http://schemas.microsoft.com/office/drawing/2014/main" id="{E1639EB3-D863-51FE-B912-38C1EFAA246F}"/>
                  </a:ext>
                </a:extLst>
              </p:cNvPr>
              <p:cNvSpPr/>
              <p:nvPr/>
            </p:nvSpPr>
            <p:spPr>
              <a:xfrm>
                <a:off x="4139755" y="5714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0" name="Freeform 44089">
                <a:extLst>
                  <a:ext uri="{FF2B5EF4-FFF2-40B4-BE49-F238E27FC236}">
                    <a16:creationId xmlns:a16="http://schemas.microsoft.com/office/drawing/2014/main" id="{02FE1A6A-866A-916C-0F09-4C0C850C1AFE}"/>
                  </a:ext>
                </a:extLst>
              </p:cNvPr>
              <p:cNvSpPr/>
              <p:nvPr/>
            </p:nvSpPr>
            <p:spPr>
              <a:xfrm>
                <a:off x="4140351" y="5711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1" name="Freeform 44090">
                <a:extLst>
                  <a:ext uri="{FF2B5EF4-FFF2-40B4-BE49-F238E27FC236}">
                    <a16:creationId xmlns:a16="http://schemas.microsoft.com/office/drawing/2014/main" id="{641EB2DD-2A55-3267-921A-426CE667BEF5}"/>
                  </a:ext>
                </a:extLst>
              </p:cNvPr>
              <p:cNvSpPr/>
              <p:nvPr/>
            </p:nvSpPr>
            <p:spPr>
              <a:xfrm>
                <a:off x="4140847" y="5726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2" name="Freeform 44091">
                <a:extLst>
                  <a:ext uri="{FF2B5EF4-FFF2-40B4-BE49-F238E27FC236}">
                    <a16:creationId xmlns:a16="http://schemas.microsoft.com/office/drawing/2014/main" id="{BF903E87-6BCD-EFD0-2D22-4EAFDE81D6D2}"/>
                  </a:ext>
                </a:extLst>
              </p:cNvPr>
              <p:cNvSpPr/>
              <p:nvPr/>
            </p:nvSpPr>
            <p:spPr>
              <a:xfrm>
                <a:off x="4141343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3" name="Freeform 44092">
                <a:extLst>
                  <a:ext uri="{FF2B5EF4-FFF2-40B4-BE49-F238E27FC236}">
                    <a16:creationId xmlns:a16="http://schemas.microsoft.com/office/drawing/2014/main" id="{3B9C8810-980B-5072-C4E4-4A32BEAB74C1}"/>
                  </a:ext>
                </a:extLst>
              </p:cNvPr>
              <p:cNvSpPr/>
              <p:nvPr/>
            </p:nvSpPr>
            <p:spPr>
              <a:xfrm>
                <a:off x="4141938" y="5916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4" name="Freeform 44093">
                <a:extLst>
                  <a:ext uri="{FF2B5EF4-FFF2-40B4-BE49-F238E27FC236}">
                    <a16:creationId xmlns:a16="http://schemas.microsoft.com/office/drawing/2014/main" id="{22E9FD63-8E81-7340-10BC-E50AF2EA696E}"/>
                  </a:ext>
                </a:extLst>
              </p:cNvPr>
              <p:cNvSpPr/>
              <p:nvPr/>
            </p:nvSpPr>
            <p:spPr>
              <a:xfrm>
                <a:off x="4142434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5" name="Freeform 44094">
                <a:extLst>
                  <a:ext uri="{FF2B5EF4-FFF2-40B4-BE49-F238E27FC236}">
                    <a16:creationId xmlns:a16="http://schemas.microsoft.com/office/drawing/2014/main" id="{CDCB78A8-E1B6-547F-72FB-A702BB5EC151}"/>
                  </a:ext>
                </a:extLst>
              </p:cNvPr>
              <p:cNvSpPr/>
              <p:nvPr/>
            </p:nvSpPr>
            <p:spPr>
              <a:xfrm>
                <a:off x="4142930" y="5975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6" name="Freeform 44095">
                <a:extLst>
                  <a:ext uri="{FF2B5EF4-FFF2-40B4-BE49-F238E27FC236}">
                    <a16:creationId xmlns:a16="http://schemas.microsoft.com/office/drawing/2014/main" id="{62DC0CC6-AE8B-9317-9D31-3FF5DBE4DA3E}"/>
                  </a:ext>
                </a:extLst>
              </p:cNvPr>
              <p:cNvSpPr/>
              <p:nvPr/>
            </p:nvSpPr>
            <p:spPr>
              <a:xfrm>
                <a:off x="4143526" y="5971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7" name="Freeform 44096">
                <a:extLst>
                  <a:ext uri="{FF2B5EF4-FFF2-40B4-BE49-F238E27FC236}">
                    <a16:creationId xmlns:a16="http://schemas.microsoft.com/office/drawing/2014/main" id="{AF326831-5519-915E-DC3A-0CA888BDBFAC}"/>
                  </a:ext>
                </a:extLst>
              </p:cNvPr>
              <p:cNvSpPr/>
              <p:nvPr/>
            </p:nvSpPr>
            <p:spPr>
              <a:xfrm>
                <a:off x="4144022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8" name="Freeform 44097">
                <a:extLst>
                  <a:ext uri="{FF2B5EF4-FFF2-40B4-BE49-F238E27FC236}">
                    <a16:creationId xmlns:a16="http://schemas.microsoft.com/office/drawing/2014/main" id="{39FFC945-BC22-DE42-0105-BC2E5E625CAF}"/>
                  </a:ext>
                </a:extLst>
              </p:cNvPr>
              <p:cNvSpPr/>
              <p:nvPr/>
            </p:nvSpPr>
            <p:spPr>
              <a:xfrm>
                <a:off x="4144518" y="5974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99" name="Freeform 44098">
                <a:extLst>
                  <a:ext uri="{FF2B5EF4-FFF2-40B4-BE49-F238E27FC236}">
                    <a16:creationId xmlns:a16="http://schemas.microsoft.com/office/drawing/2014/main" id="{05431FF3-EA55-996F-1840-84159DB38FDC}"/>
                  </a:ext>
                </a:extLst>
              </p:cNvPr>
              <p:cNvSpPr/>
              <p:nvPr/>
            </p:nvSpPr>
            <p:spPr>
              <a:xfrm>
                <a:off x="4145113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0" name="Freeform 44099">
                <a:extLst>
                  <a:ext uri="{FF2B5EF4-FFF2-40B4-BE49-F238E27FC236}">
                    <a16:creationId xmlns:a16="http://schemas.microsoft.com/office/drawing/2014/main" id="{9082F627-2462-E9DB-6B86-520D05238CE9}"/>
                  </a:ext>
                </a:extLst>
              </p:cNvPr>
              <p:cNvSpPr/>
              <p:nvPr/>
            </p:nvSpPr>
            <p:spPr>
              <a:xfrm>
                <a:off x="4145609" y="5976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1" name="Freeform 44100">
                <a:extLst>
                  <a:ext uri="{FF2B5EF4-FFF2-40B4-BE49-F238E27FC236}">
                    <a16:creationId xmlns:a16="http://schemas.microsoft.com/office/drawing/2014/main" id="{F2AFEA64-C07B-41B8-963D-56C27306F13F}"/>
                  </a:ext>
                </a:extLst>
              </p:cNvPr>
              <p:cNvSpPr/>
              <p:nvPr/>
            </p:nvSpPr>
            <p:spPr>
              <a:xfrm>
                <a:off x="4146105" y="5876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2" name="Freeform 44101">
                <a:extLst>
                  <a:ext uri="{FF2B5EF4-FFF2-40B4-BE49-F238E27FC236}">
                    <a16:creationId xmlns:a16="http://schemas.microsoft.com/office/drawing/2014/main" id="{E15A5FD5-5114-0D49-8F4C-7162A0953D97}"/>
                  </a:ext>
                </a:extLst>
              </p:cNvPr>
              <p:cNvSpPr/>
              <p:nvPr/>
            </p:nvSpPr>
            <p:spPr>
              <a:xfrm>
                <a:off x="4146701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3" name="Freeform 44102">
                <a:extLst>
                  <a:ext uri="{FF2B5EF4-FFF2-40B4-BE49-F238E27FC236}">
                    <a16:creationId xmlns:a16="http://schemas.microsoft.com/office/drawing/2014/main" id="{0D9D4567-6B9D-4DE5-48F7-60651B7056ED}"/>
                  </a:ext>
                </a:extLst>
              </p:cNvPr>
              <p:cNvSpPr/>
              <p:nvPr/>
            </p:nvSpPr>
            <p:spPr>
              <a:xfrm>
                <a:off x="4147197" y="5787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4" name="Freeform 44103">
                <a:extLst>
                  <a:ext uri="{FF2B5EF4-FFF2-40B4-BE49-F238E27FC236}">
                    <a16:creationId xmlns:a16="http://schemas.microsoft.com/office/drawing/2014/main" id="{E73C28DE-90EA-BF4F-F150-A6F3D1BBD45B}"/>
                  </a:ext>
                </a:extLst>
              </p:cNvPr>
              <p:cNvSpPr/>
              <p:nvPr/>
            </p:nvSpPr>
            <p:spPr>
              <a:xfrm>
                <a:off x="4147693" y="5788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5" name="Freeform 44104">
                <a:extLst>
                  <a:ext uri="{FF2B5EF4-FFF2-40B4-BE49-F238E27FC236}">
                    <a16:creationId xmlns:a16="http://schemas.microsoft.com/office/drawing/2014/main" id="{B0D5C2BB-7309-3E7C-3C08-25C12530C8A2}"/>
                  </a:ext>
                </a:extLst>
              </p:cNvPr>
              <p:cNvSpPr/>
              <p:nvPr/>
            </p:nvSpPr>
            <p:spPr>
              <a:xfrm>
                <a:off x="4148288" y="5791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6" name="Freeform 44105">
                <a:extLst>
                  <a:ext uri="{FF2B5EF4-FFF2-40B4-BE49-F238E27FC236}">
                    <a16:creationId xmlns:a16="http://schemas.microsoft.com/office/drawing/2014/main" id="{8180D5A0-6133-44D0-26D9-579C64A3F3F8}"/>
                  </a:ext>
                </a:extLst>
              </p:cNvPr>
              <p:cNvSpPr/>
              <p:nvPr/>
            </p:nvSpPr>
            <p:spPr>
              <a:xfrm>
                <a:off x="4148784" y="577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7" name="Freeform 44106">
                <a:extLst>
                  <a:ext uri="{FF2B5EF4-FFF2-40B4-BE49-F238E27FC236}">
                    <a16:creationId xmlns:a16="http://schemas.microsoft.com/office/drawing/2014/main" id="{C72D111C-6D1B-04BD-3468-CF133D29F2CC}"/>
                  </a:ext>
                </a:extLst>
              </p:cNvPr>
              <p:cNvSpPr/>
              <p:nvPr/>
            </p:nvSpPr>
            <p:spPr>
              <a:xfrm>
                <a:off x="4149280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8" name="Freeform 44107">
                <a:extLst>
                  <a:ext uri="{FF2B5EF4-FFF2-40B4-BE49-F238E27FC236}">
                    <a16:creationId xmlns:a16="http://schemas.microsoft.com/office/drawing/2014/main" id="{7E02E762-5451-9ABD-ADFD-5EF5D689AE82}"/>
                  </a:ext>
                </a:extLst>
              </p:cNvPr>
              <p:cNvSpPr/>
              <p:nvPr/>
            </p:nvSpPr>
            <p:spPr>
              <a:xfrm>
                <a:off x="4149777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09" name="Freeform 44108">
                <a:extLst>
                  <a:ext uri="{FF2B5EF4-FFF2-40B4-BE49-F238E27FC236}">
                    <a16:creationId xmlns:a16="http://schemas.microsoft.com/office/drawing/2014/main" id="{41D8E342-0B76-387A-B0B0-8BFA21BE53A5}"/>
                  </a:ext>
                </a:extLst>
              </p:cNvPr>
              <p:cNvSpPr/>
              <p:nvPr/>
            </p:nvSpPr>
            <p:spPr>
              <a:xfrm>
                <a:off x="4150372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0" name="Freeform 44109">
                <a:extLst>
                  <a:ext uri="{FF2B5EF4-FFF2-40B4-BE49-F238E27FC236}">
                    <a16:creationId xmlns:a16="http://schemas.microsoft.com/office/drawing/2014/main" id="{73FA306D-2B4B-0C2A-D900-BC06FA1205F6}"/>
                  </a:ext>
                </a:extLst>
              </p:cNvPr>
              <p:cNvSpPr/>
              <p:nvPr/>
            </p:nvSpPr>
            <p:spPr>
              <a:xfrm>
                <a:off x="4150868" y="571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1" name="Freeform 44110">
                <a:extLst>
                  <a:ext uri="{FF2B5EF4-FFF2-40B4-BE49-F238E27FC236}">
                    <a16:creationId xmlns:a16="http://schemas.microsoft.com/office/drawing/2014/main" id="{2F085D22-548F-8982-2480-98214F7AEC6E}"/>
                  </a:ext>
                </a:extLst>
              </p:cNvPr>
              <p:cNvSpPr/>
              <p:nvPr/>
            </p:nvSpPr>
            <p:spPr>
              <a:xfrm>
                <a:off x="4151364" y="5665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2" name="Freeform 44111">
                <a:extLst>
                  <a:ext uri="{FF2B5EF4-FFF2-40B4-BE49-F238E27FC236}">
                    <a16:creationId xmlns:a16="http://schemas.microsoft.com/office/drawing/2014/main" id="{C92B286E-FE7A-8654-585F-998DC5879E5E}"/>
                  </a:ext>
                </a:extLst>
              </p:cNvPr>
              <p:cNvSpPr/>
              <p:nvPr/>
            </p:nvSpPr>
            <p:spPr>
              <a:xfrm>
                <a:off x="4151959" y="5656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3" name="Freeform 44112">
                <a:extLst>
                  <a:ext uri="{FF2B5EF4-FFF2-40B4-BE49-F238E27FC236}">
                    <a16:creationId xmlns:a16="http://schemas.microsoft.com/office/drawing/2014/main" id="{BBF64E4E-C701-B5E8-D060-FB98D41935B6}"/>
                  </a:ext>
                </a:extLst>
              </p:cNvPr>
              <p:cNvSpPr/>
              <p:nvPr/>
            </p:nvSpPr>
            <p:spPr>
              <a:xfrm>
                <a:off x="4152455" y="56369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4" name="Freeform 44113">
                <a:extLst>
                  <a:ext uri="{FF2B5EF4-FFF2-40B4-BE49-F238E27FC236}">
                    <a16:creationId xmlns:a16="http://schemas.microsoft.com/office/drawing/2014/main" id="{4F098DED-D5A7-C8C0-6CCC-598F436F3536}"/>
                  </a:ext>
                </a:extLst>
              </p:cNvPr>
              <p:cNvSpPr/>
              <p:nvPr/>
            </p:nvSpPr>
            <p:spPr>
              <a:xfrm>
                <a:off x="4152952" y="5655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5" name="Freeform 44114">
                <a:extLst>
                  <a:ext uri="{FF2B5EF4-FFF2-40B4-BE49-F238E27FC236}">
                    <a16:creationId xmlns:a16="http://schemas.microsoft.com/office/drawing/2014/main" id="{028183C2-3EC3-43A9-7A61-00DAFE6B76F3}"/>
                  </a:ext>
                </a:extLst>
              </p:cNvPr>
              <p:cNvSpPr/>
              <p:nvPr/>
            </p:nvSpPr>
            <p:spPr>
              <a:xfrm>
                <a:off x="4153547" y="56626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6" name="Freeform 44115">
                <a:extLst>
                  <a:ext uri="{FF2B5EF4-FFF2-40B4-BE49-F238E27FC236}">
                    <a16:creationId xmlns:a16="http://schemas.microsoft.com/office/drawing/2014/main" id="{DE27E94B-B0E8-3388-5860-3A8F99F240FD}"/>
                  </a:ext>
                </a:extLst>
              </p:cNvPr>
              <p:cNvSpPr/>
              <p:nvPr/>
            </p:nvSpPr>
            <p:spPr>
              <a:xfrm>
                <a:off x="4154043" y="568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7" name="Freeform 44116">
                <a:extLst>
                  <a:ext uri="{FF2B5EF4-FFF2-40B4-BE49-F238E27FC236}">
                    <a16:creationId xmlns:a16="http://schemas.microsoft.com/office/drawing/2014/main" id="{DE7EAB8E-F245-22D1-931C-75BD76847C0D}"/>
                  </a:ext>
                </a:extLst>
              </p:cNvPr>
              <p:cNvSpPr/>
              <p:nvPr/>
            </p:nvSpPr>
            <p:spPr>
              <a:xfrm>
                <a:off x="4154539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8" name="Freeform 44117">
                <a:extLst>
                  <a:ext uri="{FF2B5EF4-FFF2-40B4-BE49-F238E27FC236}">
                    <a16:creationId xmlns:a16="http://schemas.microsoft.com/office/drawing/2014/main" id="{D386F856-BD75-6081-FF71-763E944CA9C6}"/>
                  </a:ext>
                </a:extLst>
              </p:cNvPr>
              <p:cNvSpPr/>
              <p:nvPr/>
            </p:nvSpPr>
            <p:spPr>
              <a:xfrm>
                <a:off x="4155134" y="5940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19" name="Freeform 44118">
                <a:extLst>
                  <a:ext uri="{FF2B5EF4-FFF2-40B4-BE49-F238E27FC236}">
                    <a16:creationId xmlns:a16="http://schemas.microsoft.com/office/drawing/2014/main" id="{CBDAFA3D-DFAF-854A-EABD-AE4599F97156}"/>
                  </a:ext>
                </a:extLst>
              </p:cNvPr>
              <p:cNvSpPr/>
              <p:nvPr/>
            </p:nvSpPr>
            <p:spPr>
              <a:xfrm>
                <a:off x="4155630" y="5947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0" name="Freeform 44119">
                <a:extLst>
                  <a:ext uri="{FF2B5EF4-FFF2-40B4-BE49-F238E27FC236}">
                    <a16:creationId xmlns:a16="http://schemas.microsoft.com/office/drawing/2014/main" id="{3B7178A1-2925-6837-71D6-4E34803C7064}"/>
                  </a:ext>
                </a:extLst>
              </p:cNvPr>
              <p:cNvSpPr/>
              <p:nvPr/>
            </p:nvSpPr>
            <p:spPr>
              <a:xfrm>
                <a:off x="4156127" y="5938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1" name="Freeform 44120">
                <a:extLst>
                  <a:ext uri="{FF2B5EF4-FFF2-40B4-BE49-F238E27FC236}">
                    <a16:creationId xmlns:a16="http://schemas.microsoft.com/office/drawing/2014/main" id="{65A39A47-2263-C481-8ED0-3D7F4263617B}"/>
                  </a:ext>
                </a:extLst>
              </p:cNvPr>
              <p:cNvSpPr/>
              <p:nvPr/>
            </p:nvSpPr>
            <p:spPr>
              <a:xfrm>
                <a:off x="4156722" y="5938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2" name="Freeform 44121">
                <a:extLst>
                  <a:ext uri="{FF2B5EF4-FFF2-40B4-BE49-F238E27FC236}">
                    <a16:creationId xmlns:a16="http://schemas.microsoft.com/office/drawing/2014/main" id="{EB2F2E9A-6BAA-3D3A-6CF7-91FC04393409}"/>
                  </a:ext>
                </a:extLst>
              </p:cNvPr>
              <p:cNvSpPr/>
              <p:nvPr/>
            </p:nvSpPr>
            <p:spPr>
              <a:xfrm>
                <a:off x="4157218" y="59401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3" name="Freeform 44122">
                <a:extLst>
                  <a:ext uri="{FF2B5EF4-FFF2-40B4-BE49-F238E27FC236}">
                    <a16:creationId xmlns:a16="http://schemas.microsoft.com/office/drawing/2014/main" id="{7CEB26DA-DDC6-9CF0-E308-5E94EB5862CD}"/>
                  </a:ext>
                </a:extLst>
              </p:cNvPr>
              <p:cNvSpPr/>
              <p:nvPr/>
            </p:nvSpPr>
            <p:spPr>
              <a:xfrm>
                <a:off x="4157714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4" name="Freeform 44123">
                <a:extLst>
                  <a:ext uri="{FF2B5EF4-FFF2-40B4-BE49-F238E27FC236}">
                    <a16:creationId xmlns:a16="http://schemas.microsoft.com/office/drawing/2014/main" id="{501B1204-4761-1066-B0D0-B763D0F98BCD}"/>
                  </a:ext>
                </a:extLst>
              </p:cNvPr>
              <p:cNvSpPr/>
              <p:nvPr/>
            </p:nvSpPr>
            <p:spPr>
              <a:xfrm>
                <a:off x="4158309" y="595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5" name="Freeform 44124">
                <a:extLst>
                  <a:ext uri="{FF2B5EF4-FFF2-40B4-BE49-F238E27FC236}">
                    <a16:creationId xmlns:a16="http://schemas.microsoft.com/office/drawing/2014/main" id="{2FBD6613-267E-C37D-F081-C1868EBAB055}"/>
                  </a:ext>
                </a:extLst>
              </p:cNvPr>
              <p:cNvSpPr/>
              <p:nvPr/>
            </p:nvSpPr>
            <p:spPr>
              <a:xfrm>
                <a:off x="4158805" y="5840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6" name="Freeform 44125">
                <a:extLst>
                  <a:ext uri="{FF2B5EF4-FFF2-40B4-BE49-F238E27FC236}">
                    <a16:creationId xmlns:a16="http://schemas.microsoft.com/office/drawing/2014/main" id="{A3C38C02-FCF4-945D-0519-EF31DDD2C0A3}"/>
                  </a:ext>
                </a:extLst>
              </p:cNvPr>
              <p:cNvSpPr/>
              <p:nvPr/>
            </p:nvSpPr>
            <p:spPr>
              <a:xfrm>
                <a:off x="4159302" y="5767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7" name="Freeform 44126">
                <a:extLst>
                  <a:ext uri="{FF2B5EF4-FFF2-40B4-BE49-F238E27FC236}">
                    <a16:creationId xmlns:a16="http://schemas.microsoft.com/office/drawing/2014/main" id="{5F351572-7314-4F6E-22A1-033BC6372BBA}"/>
                  </a:ext>
                </a:extLst>
              </p:cNvPr>
              <p:cNvSpPr/>
              <p:nvPr/>
            </p:nvSpPr>
            <p:spPr>
              <a:xfrm>
                <a:off x="4159897" y="5792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8" name="Freeform 44127">
                <a:extLst>
                  <a:ext uri="{FF2B5EF4-FFF2-40B4-BE49-F238E27FC236}">
                    <a16:creationId xmlns:a16="http://schemas.microsoft.com/office/drawing/2014/main" id="{86801C81-874B-8A3F-3D54-F6AC8B35DC24}"/>
                  </a:ext>
                </a:extLst>
              </p:cNvPr>
              <p:cNvSpPr/>
              <p:nvPr/>
            </p:nvSpPr>
            <p:spPr>
              <a:xfrm>
                <a:off x="4160393" y="5798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29" name="Freeform 44128">
                <a:extLst>
                  <a:ext uri="{FF2B5EF4-FFF2-40B4-BE49-F238E27FC236}">
                    <a16:creationId xmlns:a16="http://schemas.microsoft.com/office/drawing/2014/main" id="{79EACF82-1120-F0B2-907C-5780B7CE3731}"/>
                  </a:ext>
                </a:extLst>
              </p:cNvPr>
              <p:cNvSpPr/>
              <p:nvPr/>
            </p:nvSpPr>
            <p:spPr>
              <a:xfrm>
                <a:off x="4160889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0" name="Freeform 44129">
                <a:extLst>
                  <a:ext uri="{FF2B5EF4-FFF2-40B4-BE49-F238E27FC236}">
                    <a16:creationId xmlns:a16="http://schemas.microsoft.com/office/drawing/2014/main" id="{ECB40411-A70E-A83B-9A77-CEA57B19FA3C}"/>
                  </a:ext>
                </a:extLst>
              </p:cNvPr>
              <p:cNvSpPr/>
              <p:nvPr/>
            </p:nvSpPr>
            <p:spPr>
              <a:xfrm>
                <a:off x="4161484" y="578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1" name="Freeform 44130">
                <a:extLst>
                  <a:ext uri="{FF2B5EF4-FFF2-40B4-BE49-F238E27FC236}">
                    <a16:creationId xmlns:a16="http://schemas.microsoft.com/office/drawing/2014/main" id="{E74892B7-E4F3-9426-E096-94D275819821}"/>
                  </a:ext>
                </a:extLst>
              </p:cNvPr>
              <p:cNvSpPr/>
              <p:nvPr/>
            </p:nvSpPr>
            <p:spPr>
              <a:xfrm>
                <a:off x="4161980" y="5734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2" name="Freeform 44131">
                <a:extLst>
                  <a:ext uri="{FF2B5EF4-FFF2-40B4-BE49-F238E27FC236}">
                    <a16:creationId xmlns:a16="http://schemas.microsoft.com/office/drawing/2014/main" id="{C0C1D154-0BCA-5B28-9B8B-65CCC7A94E11}"/>
                  </a:ext>
                </a:extLst>
              </p:cNvPr>
              <p:cNvSpPr/>
              <p:nvPr/>
            </p:nvSpPr>
            <p:spPr>
              <a:xfrm>
                <a:off x="4162477" y="571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3" name="Freeform 44132">
                <a:extLst>
                  <a:ext uri="{FF2B5EF4-FFF2-40B4-BE49-F238E27FC236}">
                    <a16:creationId xmlns:a16="http://schemas.microsoft.com/office/drawing/2014/main" id="{42F6C0DD-AE42-781E-7821-F45D664F058E}"/>
                  </a:ext>
                </a:extLst>
              </p:cNvPr>
              <p:cNvSpPr/>
              <p:nvPr/>
            </p:nvSpPr>
            <p:spPr>
              <a:xfrm>
                <a:off x="4162973" y="5669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4" name="Freeform 44133">
                <a:extLst>
                  <a:ext uri="{FF2B5EF4-FFF2-40B4-BE49-F238E27FC236}">
                    <a16:creationId xmlns:a16="http://schemas.microsoft.com/office/drawing/2014/main" id="{E6AF2621-C05F-5723-ACC7-3700C8EBDB78}"/>
                  </a:ext>
                </a:extLst>
              </p:cNvPr>
              <p:cNvSpPr/>
              <p:nvPr/>
            </p:nvSpPr>
            <p:spPr>
              <a:xfrm>
                <a:off x="4163568" y="563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5" name="Freeform 44134">
                <a:extLst>
                  <a:ext uri="{FF2B5EF4-FFF2-40B4-BE49-F238E27FC236}">
                    <a16:creationId xmlns:a16="http://schemas.microsoft.com/office/drawing/2014/main" id="{5692B2E5-4CA6-5DE5-62AE-DCD4EF8A9512}"/>
                  </a:ext>
                </a:extLst>
              </p:cNvPr>
              <p:cNvSpPr/>
              <p:nvPr/>
            </p:nvSpPr>
            <p:spPr>
              <a:xfrm>
                <a:off x="4164064" y="5591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6" name="Freeform 44135">
                <a:extLst>
                  <a:ext uri="{FF2B5EF4-FFF2-40B4-BE49-F238E27FC236}">
                    <a16:creationId xmlns:a16="http://schemas.microsoft.com/office/drawing/2014/main" id="{B5FED20B-CD0D-3A6D-8148-C9A36D226EBD}"/>
                  </a:ext>
                </a:extLst>
              </p:cNvPr>
              <p:cNvSpPr/>
              <p:nvPr/>
            </p:nvSpPr>
            <p:spPr>
              <a:xfrm>
                <a:off x="4164560" y="559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7" name="Freeform 44136">
                <a:extLst>
                  <a:ext uri="{FF2B5EF4-FFF2-40B4-BE49-F238E27FC236}">
                    <a16:creationId xmlns:a16="http://schemas.microsoft.com/office/drawing/2014/main" id="{53991F4E-733E-BC6F-2036-23ADE539039F}"/>
                  </a:ext>
                </a:extLst>
              </p:cNvPr>
              <p:cNvSpPr/>
              <p:nvPr/>
            </p:nvSpPr>
            <p:spPr>
              <a:xfrm>
                <a:off x="4165155" y="5610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8" name="Freeform 44137">
                <a:extLst>
                  <a:ext uri="{FF2B5EF4-FFF2-40B4-BE49-F238E27FC236}">
                    <a16:creationId xmlns:a16="http://schemas.microsoft.com/office/drawing/2014/main" id="{56B65DA2-E8F4-6641-0495-CCFEEAA231EC}"/>
                  </a:ext>
                </a:extLst>
              </p:cNvPr>
              <p:cNvSpPr/>
              <p:nvPr/>
            </p:nvSpPr>
            <p:spPr>
              <a:xfrm>
                <a:off x="4165652" y="56112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39" name="Freeform 44138">
                <a:extLst>
                  <a:ext uri="{FF2B5EF4-FFF2-40B4-BE49-F238E27FC236}">
                    <a16:creationId xmlns:a16="http://schemas.microsoft.com/office/drawing/2014/main" id="{BA2CBA02-F1D1-D8D8-6E1B-07FD0C4A1D0B}"/>
                  </a:ext>
                </a:extLst>
              </p:cNvPr>
              <p:cNvSpPr/>
              <p:nvPr/>
            </p:nvSpPr>
            <p:spPr>
              <a:xfrm>
                <a:off x="4166148" y="56307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0" name="Freeform 44139">
                <a:extLst>
                  <a:ext uri="{FF2B5EF4-FFF2-40B4-BE49-F238E27FC236}">
                    <a16:creationId xmlns:a16="http://schemas.microsoft.com/office/drawing/2014/main" id="{94274D40-7342-E7E0-421D-B9E4DBA196A5}"/>
                  </a:ext>
                </a:extLst>
              </p:cNvPr>
              <p:cNvSpPr/>
              <p:nvPr/>
            </p:nvSpPr>
            <p:spPr>
              <a:xfrm>
                <a:off x="4166743" y="5647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1" name="Freeform 44140">
                <a:extLst>
                  <a:ext uri="{FF2B5EF4-FFF2-40B4-BE49-F238E27FC236}">
                    <a16:creationId xmlns:a16="http://schemas.microsoft.com/office/drawing/2014/main" id="{5C378EAE-2769-CDFD-F7C9-77FFA98A54BB}"/>
                  </a:ext>
                </a:extLst>
              </p:cNvPr>
              <p:cNvSpPr/>
              <p:nvPr/>
            </p:nvSpPr>
            <p:spPr>
              <a:xfrm>
                <a:off x="4167239" y="5799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2" name="Freeform 44141">
                <a:extLst>
                  <a:ext uri="{FF2B5EF4-FFF2-40B4-BE49-F238E27FC236}">
                    <a16:creationId xmlns:a16="http://schemas.microsoft.com/office/drawing/2014/main" id="{6B44A596-E9C0-C3BD-A418-6AFAD85E69D6}"/>
                  </a:ext>
                </a:extLst>
              </p:cNvPr>
              <p:cNvSpPr/>
              <p:nvPr/>
            </p:nvSpPr>
            <p:spPr>
              <a:xfrm>
                <a:off x="4167735" y="5886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3" name="Freeform 44142">
                <a:extLst>
                  <a:ext uri="{FF2B5EF4-FFF2-40B4-BE49-F238E27FC236}">
                    <a16:creationId xmlns:a16="http://schemas.microsoft.com/office/drawing/2014/main" id="{682ABB78-6101-9D5A-1D21-8ED0D8DF2F7D}"/>
                  </a:ext>
                </a:extLst>
              </p:cNvPr>
              <p:cNvSpPr/>
              <p:nvPr/>
            </p:nvSpPr>
            <p:spPr>
              <a:xfrm>
                <a:off x="4168330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4" name="Freeform 44143">
                <a:extLst>
                  <a:ext uri="{FF2B5EF4-FFF2-40B4-BE49-F238E27FC236}">
                    <a16:creationId xmlns:a16="http://schemas.microsoft.com/office/drawing/2014/main" id="{7A83359C-CD6B-023E-1234-4FDC1168584E}"/>
                  </a:ext>
                </a:extLst>
              </p:cNvPr>
              <p:cNvSpPr/>
              <p:nvPr/>
            </p:nvSpPr>
            <p:spPr>
              <a:xfrm>
                <a:off x="4168827" y="5900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5" name="Freeform 44144">
                <a:extLst>
                  <a:ext uri="{FF2B5EF4-FFF2-40B4-BE49-F238E27FC236}">
                    <a16:creationId xmlns:a16="http://schemas.microsoft.com/office/drawing/2014/main" id="{A4B6229E-C5C2-8A6E-01D7-CC90C9CF223A}"/>
                  </a:ext>
                </a:extLst>
              </p:cNvPr>
              <p:cNvSpPr/>
              <p:nvPr/>
            </p:nvSpPr>
            <p:spPr>
              <a:xfrm>
                <a:off x="4169323" y="5891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6" name="Freeform 44145">
                <a:extLst>
                  <a:ext uri="{FF2B5EF4-FFF2-40B4-BE49-F238E27FC236}">
                    <a16:creationId xmlns:a16="http://schemas.microsoft.com/office/drawing/2014/main" id="{3E6E491C-551F-628C-49C7-16745261DC83}"/>
                  </a:ext>
                </a:extLst>
              </p:cNvPr>
              <p:cNvSpPr/>
              <p:nvPr/>
            </p:nvSpPr>
            <p:spPr>
              <a:xfrm>
                <a:off x="4169918" y="5896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7" name="Freeform 44146">
                <a:extLst>
                  <a:ext uri="{FF2B5EF4-FFF2-40B4-BE49-F238E27FC236}">
                    <a16:creationId xmlns:a16="http://schemas.microsoft.com/office/drawing/2014/main" id="{21FB77BF-32D9-88B8-84C2-F9AB9EB1E2FD}"/>
                  </a:ext>
                </a:extLst>
              </p:cNvPr>
              <p:cNvSpPr/>
              <p:nvPr/>
            </p:nvSpPr>
            <p:spPr>
              <a:xfrm>
                <a:off x="4170414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8" name="Freeform 44147">
                <a:extLst>
                  <a:ext uri="{FF2B5EF4-FFF2-40B4-BE49-F238E27FC236}">
                    <a16:creationId xmlns:a16="http://schemas.microsoft.com/office/drawing/2014/main" id="{79DCB611-CBB6-D109-27CE-1F5235319CDD}"/>
                  </a:ext>
                </a:extLst>
              </p:cNvPr>
              <p:cNvSpPr/>
              <p:nvPr/>
            </p:nvSpPr>
            <p:spPr>
              <a:xfrm>
                <a:off x="4170910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49" name="Freeform 44148">
                <a:extLst>
                  <a:ext uri="{FF2B5EF4-FFF2-40B4-BE49-F238E27FC236}">
                    <a16:creationId xmlns:a16="http://schemas.microsoft.com/office/drawing/2014/main" id="{99294756-9B77-5737-AAC9-EACF190D9B2B}"/>
                  </a:ext>
                </a:extLst>
              </p:cNvPr>
              <p:cNvSpPr/>
              <p:nvPr/>
            </p:nvSpPr>
            <p:spPr>
              <a:xfrm>
                <a:off x="4171505" y="5804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0" name="Freeform 44149">
                <a:extLst>
                  <a:ext uri="{FF2B5EF4-FFF2-40B4-BE49-F238E27FC236}">
                    <a16:creationId xmlns:a16="http://schemas.microsoft.com/office/drawing/2014/main" id="{4A8DF169-283F-1663-8E75-424023F4172A}"/>
                  </a:ext>
                </a:extLst>
              </p:cNvPr>
              <p:cNvSpPr/>
              <p:nvPr/>
            </p:nvSpPr>
            <p:spPr>
              <a:xfrm>
                <a:off x="4172002" y="5716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1" name="Freeform 44150">
                <a:extLst>
                  <a:ext uri="{FF2B5EF4-FFF2-40B4-BE49-F238E27FC236}">
                    <a16:creationId xmlns:a16="http://schemas.microsoft.com/office/drawing/2014/main" id="{AA154367-A21F-065B-AF71-A2F98280B623}"/>
                  </a:ext>
                </a:extLst>
              </p:cNvPr>
              <p:cNvSpPr/>
              <p:nvPr/>
            </p:nvSpPr>
            <p:spPr>
              <a:xfrm>
                <a:off x="4172498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2" name="Freeform 44151">
                <a:extLst>
                  <a:ext uri="{FF2B5EF4-FFF2-40B4-BE49-F238E27FC236}">
                    <a16:creationId xmlns:a16="http://schemas.microsoft.com/office/drawing/2014/main" id="{6034A91D-B2D5-5A14-C37D-73441226FFEA}"/>
                  </a:ext>
                </a:extLst>
              </p:cNvPr>
              <p:cNvSpPr/>
              <p:nvPr/>
            </p:nvSpPr>
            <p:spPr>
              <a:xfrm>
                <a:off x="4173093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3" name="Freeform 44152">
                <a:extLst>
                  <a:ext uri="{FF2B5EF4-FFF2-40B4-BE49-F238E27FC236}">
                    <a16:creationId xmlns:a16="http://schemas.microsoft.com/office/drawing/2014/main" id="{302A89D9-73A6-0A07-27A9-2C860018EBF1}"/>
                  </a:ext>
                </a:extLst>
              </p:cNvPr>
              <p:cNvSpPr/>
              <p:nvPr/>
            </p:nvSpPr>
            <p:spPr>
              <a:xfrm>
                <a:off x="4173589" y="577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4" name="Freeform 44153">
                <a:extLst>
                  <a:ext uri="{FF2B5EF4-FFF2-40B4-BE49-F238E27FC236}">
                    <a16:creationId xmlns:a16="http://schemas.microsoft.com/office/drawing/2014/main" id="{7F6D6EAA-37FC-C99D-21E0-15E6BBF44B84}"/>
                  </a:ext>
                </a:extLst>
              </p:cNvPr>
              <p:cNvSpPr/>
              <p:nvPr/>
            </p:nvSpPr>
            <p:spPr>
              <a:xfrm>
                <a:off x="4174085" y="5759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5" name="Freeform 44154">
                <a:extLst>
                  <a:ext uri="{FF2B5EF4-FFF2-40B4-BE49-F238E27FC236}">
                    <a16:creationId xmlns:a16="http://schemas.microsoft.com/office/drawing/2014/main" id="{B524E978-F7D6-3036-8CDD-72116650CC08}"/>
                  </a:ext>
                </a:extLst>
              </p:cNvPr>
              <p:cNvSpPr/>
              <p:nvPr/>
            </p:nvSpPr>
            <p:spPr>
              <a:xfrm>
                <a:off x="4174581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6" name="Freeform 44155">
                <a:extLst>
                  <a:ext uri="{FF2B5EF4-FFF2-40B4-BE49-F238E27FC236}">
                    <a16:creationId xmlns:a16="http://schemas.microsoft.com/office/drawing/2014/main" id="{2489FA16-BF0A-68FD-89A1-D757D90E7A9F}"/>
                  </a:ext>
                </a:extLst>
              </p:cNvPr>
              <p:cNvSpPr/>
              <p:nvPr/>
            </p:nvSpPr>
            <p:spPr>
              <a:xfrm>
                <a:off x="4175177" y="5717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7" name="Freeform 44156">
                <a:extLst>
                  <a:ext uri="{FF2B5EF4-FFF2-40B4-BE49-F238E27FC236}">
                    <a16:creationId xmlns:a16="http://schemas.microsoft.com/office/drawing/2014/main" id="{065E2537-BF32-B997-90B0-48D1DA7C7B42}"/>
                  </a:ext>
                </a:extLst>
              </p:cNvPr>
              <p:cNvSpPr/>
              <p:nvPr/>
            </p:nvSpPr>
            <p:spPr>
              <a:xfrm>
                <a:off x="4175673" y="5694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8" name="Freeform 44157">
                <a:extLst>
                  <a:ext uri="{FF2B5EF4-FFF2-40B4-BE49-F238E27FC236}">
                    <a16:creationId xmlns:a16="http://schemas.microsoft.com/office/drawing/2014/main" id="{DD75FF8A-42A6-B48C-3183-EC4F31C1CB20}"/>
                  </a:ext>
                </a:extLst>
              </p:cNvPr>
              <p:cNvSpPr/>
              <p:nvPr/>
            </p:nvSpPr>
            <p:spPr>
              <a:xfrm>
                <a:off x="4176169" y="5652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59" name="Freeform 44158">
                <a:extLst>
                  <a:ext uri="{FF2B5EF4-FFF2-40B4-BE49-F238E27FC236}">
                    <a16:creationId xmlns:a16="http://schemas.microsoft.com/office/drawing/2014/main" id="{7D826609-D345-0A56-CA47-68D7F045CBFF}"/>
                  </a:ext>
                </a:extLst>
              </p:cNvPr>
              <p:cNvSpPr/>
              <p:nvPr/>
            </p:nvSpPr>
            <p:spPr>
              <a:xfrm>
                <a:off x="4176764" y="56336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0" name="Freeform 44159">
                <a:extLst>
                  <a:ext uri="{FF2B5EF4-FFF2-40B4-BE49-F238E27FC236}">
                    <a16:creationId xmlns:a16="http://schemas.microsoft.com/office/drawing/2014/main" id="{9E00A59B-84A6-AA3F-F0A5-ACE7E9C85960}"/>
                  </a:ext>
                </a:extLst>
              </p:cNvPr>
              <p:cNvSpPr/>
              <p:nvPr/>
            </p:nvSpPr>
            <p:spPr>
              <a:xfrm>
                <a:off x="4177260" y="56087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1" name="Freeform 44160">
                <a:extLst>
                  <a:ext uri="{FF2B5EF4-FFF2-40B4-BE49-F238E27FC236}">
                    <a16:creationId xmlns:a16="http://schemas.microsoft.com/office/drawing/2014/main" id="{58BB99EC-6319-EDB2-C8A0-E8164DB90252}"/>
                  </a:ext>
                </a:extLst>
              </p:cNvPr>
              <p:cNvSpPr/>
              <p:nvPr/>
            </p:nvSpPr>
            <p:spPr>
              <a:xfrm>
                <a:off x="4177756" y="5623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2" name="Freeform 44161">
                <a:extLst>
                  <a:ext uri="{FF2B5EF4-FFF2-40B4-BE49-F238E27FC236}">
                    <a16:creationId xmlns:a16="http://schemas.microsoft.com/office/drawing/2014/main" id="{6F99680E-A80F-5572-5B18-6E4D0AFBC731}"/>
                  </a:ext>
                </a:extLst>
              </p:cNvPr>
              <p:cNvSpPr/>
              <p:nvPr/>
            </p:nvSpPr>
            <p:spPr>
              <a:xfrm>
                <a:off x="4178352" y="5619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3" name="Freeform 44162">
                <a:extLst>
                  <a:ext uri="{FF2B5EF4-FFF2-40B4-BE49-F238E27FC236}">
                    <a16:creationId xmlns:a16="http://schemas.microsoft.com/office/drawing/2014/main" id="{D68AC3E4-CBF9-5FC6-271F-1C545E96E409}"/>
                  </a:ext>
                </a:extLst>
              </p:cNvPr>
              <p:cNvSpPr/>
              <p:nvPr/>
            </p:nvSpPr>
            <p:spPr>
              <a:xfrm>
                <a:off x="4178848" y="5647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4" name="Freeform 44163">
                <a:extLst>
                  <a:ext uri="{FF2B5EF4-FFF2-40B4-BE49-F238E27FC236}">
                    <a16:creationId xmlns:a16="http://schemas.microsoft.com/office/drawing/2014/main" id="{5CEBAE84-72C9-4A40-F632-ADB58735F3E6}"/>
                  </a:ext>
                </a:extLst>
              </p:cNvPr>
              <p:cNvSpPr/>
              <p:nvPr/>
            </p:nvSpPr>
            <p:spPr>
              <a:xfrm>
                <a:off x="4179344" y="5649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5" name="Freeform 44164">
                <a:extLst>
                  <a:ext uri="{FF2B5EF4-FFF2-40B4-BE49-F238E27FC236}">
                    <a16:creationId xmlns:a16="http://schemas.microsoft.com/office/drawing/2014/main" id="{A5F1A5CA-25BB-55B0-46CD-662211DBBB34}"/>
                  </a:ext>
                </a:extLst>
              </p:cNvPr>
              <p:cNvSpPr/>
              <p:nvPr/>
            </p:nvSpPr>
            <p:spPr>
              <a:xfrm>
                <a:off x="4179939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6" name="Freeform 44165">
                <a:extLst>
                  <a:ext uri="{FF2B5EF4-FFF2-40B4-BE49-F238E27FC236}">
                    <a16:creationId xmlns:a16="http://schemas.microsoft.com/office/drawing/2014/main" id="{93BEF7DB-853F-8A4A-3EE4-8A70F49122D7}"/>
                  </a:ext>
                </a:extLst>
              </p:cNvPr>
              <p:cNvSpPr/>
              <p:nvPr/>
            </p:nvSpPr>
            <p:spPr>
              <a:xfrm>
                <a:off x="4180435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7" name="Freeform 44166">
                <a:extLst>
                  <a:ext uri="{FF2B5EF4-FFF2-40B4-BE49-F238E27FC236}">
                    <a16:creationId xmlns:a16="http://schemas.microsoft.com/office/drawing/2014/main" id="{4B4D5DEA-FC1E-7CC6-55A4-697015E4A37B}"/>
                  </a:ext>
                </a:extLst>
              </p:cNvPr>
              <p:cNvSpPr/>
              <p:nvPr/>
            </p:nvSpPr>
            <p:spPr>
              <a:xfrm>
                <a:off x="4180931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8" name="Freeform 44167">
                <a:extLst>
                  <a:ext uri="{FF2B5EF4-FFF2-40B4-BE49-F238E27FC236}">
                    <a16:creationId xmlns:a16="http://schemas.microsoft.com/office/drawing/2014/main" id="{EB6F419C-0FD8-3AEC-1733-C0AE8444D8E9}"/>
                  </a:ext>
                </a:extLst>
              </p:cNvPr>
              <p:cNvSpPr/>
              <p:nvPr/>
            </p:nvSpPr>
            <p:spPr>
              <a:xfrm>
                <a:off x="4181527" y="592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69" name="Freeform 44168">
                <a:extLst>
                  <a:ext uri="{FF2B5EF4-FFF2-40B4-BE49-F238E27FC236}">
                    <a16:creationId xmlns:a16="http://schemas.microsoft.com/office/drawing/2014/main" id="{E58C1C7C-0633-64A7-9E99-7A8AE4745567}"/>
                  </a:ext>
                </a:extLst>
              </p:cNvPr>
              <p:cNvSpPr/>
              <p:nvPr/>
            </p:nvSpPr>
            <p:spPr>
              <a:xfrm>
                <a:off x="4182023" y="591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0" name="Freeform 44169">
                <a:extLst>
                  <a:ext uri="{FF2B5EF4-FFF2-40B4-BE49-F238E27FC236}">
                    <a16:creationId xmlns:a16="http://schemas.microsoft.com/office/drawing/2014/main" id="{933D3D09-6C1B-EF68-9809-A64AB5152EB6}"/>
                  </a:ext>
                </a:extLst>
              </p:cNvPr>
              <p:cNvSpPr/>
              <p:nvPr/>
            </p:nvSpPr>
            <p:spPr>
              <a:xfrm>
                <a:off x="4182519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1" name="Freeform 44170">
                <a:extLst>
                  <a:ext uri="{FF2B5EF4-FFF2-40B4-BE49-F238E27FC236}">
                    <a16:creationId xmlns:a16="http://schemas.microsoft.com/office/drawing/2014/main" id="{2C598057-2F14-9B71-FD74-BE8D1C1EB234}"/>
                  </a:ext>
                </a:extLst>
              </p:cNvPr>
              <p:cNvSpPr/>
              <p:nvPr/>
            </p:nvSpPr>
            <p:spPr>
              <a:xfrm>
                <a:off x="4183114" y="5946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2" name="Freeform 44171">
                <a:extLst>
                  <a:ext uri="{FF2B5EF4-FFF2-40B4-BE49-F238E27FC236}">
                    <a16:creationId xmlns:a16="http://schemas.microsoft.com/office/drawing/2014/main" id="{DE6A7F3D-F837-7166-D106-BA094707D185}"/>
                  </a:ext>
                </a:extLst>
              </p:cNvPr>
              <p:cNvSpPr/>
              <p:nvPr/>
            </p:nvSpPr>
            <p:spPr>
              <a:xfrm>
                <a:off x="4183610" y="5943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3" name="Freeform 44172">
                <a:extLst>
                  <a:ext uri="{FF2B5EF4-FFF2-40B4-BE49-F238E27FC236}">
                    <a16:creationId xmlns:a16="http://schemas.microsoft.com/office/drawing/2014/main" id="{91F50A09-4409-5BF1-5B9C-0A6D1A8F930B}"/>
                  </a:ext>
                </a:extLst>
              </p:cNvPr>
              <p:cNvSpPr/>
              <p:nvPr/>
            </p:nvSpPr>
            <p:spPr>
              <a:xfrm>
                <a:off x="4184106" y="583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4" name="Freeform 44173">
                <a:extLst>
                  <a:ext uri="{FF2B5EF4-FFF2-40B4-BE49-F238E27FC236}">
                    <a16:creationId xmlns:a16="http://schemas.microsoft.com/office/drawing/2014/main" id="{0A4ED73E-1E08-4F3D-A19E-2A84FD182F74}"/>
                  </a:ext>
                </a:extLst>
              </p:cNvPr>
              <p:cNvSpPr/>
              <p:nvPr/>
            </p:nvSpPr>
            <p:spPr>
              <a:xfrm>
                <a:off x="4184702" y="5739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5" name="Freeform 44174">
                <a:extLst>
                  <a:ext uri="{FF2B5EF4-FFF2-40B4-BE49-F238E27FC236}">
                    <a16:creationId xmlns:a16="http://schemas.microsoft.com/office/drawing/2014/main" id="{1A09AC75-774D-6B39-E616-36739773B439}"/>
                  </a:ext>
                </a:extLst>
              </p:cNvPr>
              <p:cNvSpPr/>
              <p:nvPr/>
            </p:nvSpPr>
            <p:spPr>
              <a:xfrm>
                <a:off x="4185198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6" name="Freeform 44175">
                <a:extLst>
                  <a:ext uri="{FF2B5EF4-FFF2-40B4-BE49-F238E27FC236}">
                    <a16:creationId xmlns:a16="http://schemas.microsoft.com/office/drawing/2014/main" id="{6CC5DFE4-C274-A049-69CB-78A8D4BCAC5E}"/>
                  </a:ext>
                </a:extLst>
              </p:cNvPr>
              <p:cNvSpPr/>
              <p:nvPr/>
            </p:nvSpPr>
            <p:spPr>
              <a:xfrm>
                <a:off x="4185694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7" name="Freeform 44176">
                <a:extLst>
                  <a:ext uri="{FF2B5EF4-FFF2-40B4-BE49-F238E27FC236}">
                    <a16:creationId xmlns:a16="http://schemas.microsoft.com/office/drawing/2014/main" id="{C51E5F30-11DE-CF63-E5D6-63356A241EB3}"/>
                  </a:ext>
                </a:extLst>
              </p:cNvPr>
              <p:cNvSpPr/>
              <p:nvPr/>
            </p:nvSpPr>
            <p:spPr>
              <a:xfrm>
                <a:off x="4186289" y="5770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8" name="Freeform 44177">
                <a:extLst>
                  <a:ext uri="{FF2B5EF4-FFF2-40B4-BE49-F238E27FC236}">
                    <a16:creationId xmlns:a16="http://schemas.microsoft.com/office/drawing/2014/main" id="{5B022007-89AC-4026-CD1E-7ACA7A4590A7}"/>
                  </a:ext>
                </a:extLst>
              </p:cNvPr>
              <p:cNvSpPr/>
              <p:nvPr/>
            </p:nvSpPr>
            <p:spPr>
              <a:xfrm>
                <a:off x="4186785" y="5763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79" name="Freeform 44178">
                <a:extLst>
                  <a:ext uri="{FF2B5EF4-FFF2-40B4-BE49-F238E27FC236}">
                    <a16:creationId xmlns:a16="http://schemas.microsoft.com/office/drawing/2014/main" id="{6AB4BD2B-1522-5872-4E87-E26082DB9AF1}"/>
                  </a:ext>
                </a:extLst>
              </p:cNvPr>
              <p:cNvSpPr/>
              <p:nvPr/>
            </p:nvSpPr>
            <p:spPr>
              <a:xfrm>
                <a:off x="4187281" y="5757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0" name="Freeform 44179">
                <a:extLst>
                  <a:ext uri="{FF2B5EF4-FFF2-40B4-BE49-F238E27FC236}">
                    <a16:creationId xmlns:a16="http://schemas.microsoft.com/office/drawing/2014/main" id="{0C8FAA3F-A58B-354D-3DE8-D34016F848FE}"/>
                  </a:ext>
                </a:extLst>
              </p:cNvPr>
              <p:cNvSpPr/>
              <p:nvPr/>
            </p:nvSpPr>
            <p:spPr>
              <a:xfrm>
                <a:off x="4187777" y="5750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1" name="Freeform 44180">
                <a:extLst>
                  <a:ext uri="{FF2B5EF4-FFF2-40B4-BE49-F238E27FC236}">
                    <a16:creationId xmlns:a16="http://schemas.microsoft.com/office/drawing/2014/main" id="{9685D6E3-455F-F047-BB90-32F1AA769017}"/>
                  </a:ext>
                </a:extLst>
              </p:cNvPr>
              <p:cNvSpPr/>
              <p:nvPr/>
            </p:nvSpPr>
            <p:spPr>
              <a:xfrm>
                <a:off x="4188373" y="5712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2" name="Freeform 44181">
                <a:extLst>
                  <a:ext uri="{FF2B5EF4-FFF2-40B4-BE49-F238E27FC236}">
                    <a16:creationId xmlns:a16="http://schemas.microsoft.com/office/drawing/2014/main" id="{F2C82029-F4C1-5D6A-0DA4-E5D4FF4D6E13}"/>
                  </a:ext>
                </a:extLst>
              </p:cNvPr>
              <p:cNvSpPr/>
              <p:nvPr/>
            </p:nvSpPr>
            <p:spPr>
              <a:xfrm>
                <a:off x="4188869" y="56793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3" name="Freeform 44182">
                <a:extLst>
                  <a:ext uri="{FF2B5EF4-FFF2-40B4-BE49-F238E27FC236}">
                    <a16:creationId xmlns:a16="http://schemas.microsoft.com/office/drawing/2014/main" id="{41C8CBCE-A1BB-A7AA-D3B2-E2C8C0AD1459}"/>
                  </a:ext>
                </a:extLst>
              </p:cNvPr>
              <p:cNvSpPr/>
              <p:nvPr/>
            </p:nvSpPr>
            <p:spPr>
              <a:xfrm>
                <a:off x="4189365" y="563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4" name="Freeform 44183">
                <a:extLst>
                  <a:ext uri="{FF2B5EF4-FFF2-40B4-BE49-F238E27FC236}">
                    <a16:creationId xmlns:a16="http://schemas.microsoft.com/office/drawing/2014/main" id="{6C5E4893-F152-536C-2689-6E3B58A19441}"/>
                  </a:ext>
                </a:extLst>
              </p:cNvPr>
              <p:cNvSpPr/>
              <p:nvPr/>
            </p:nvSpPr>
            <p:spPr>
              <a:xfrm>
                <a:off x="4189960" y="5645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5 h 9128"/>
                  <a:gd name="connsiteX3" fmla="*/ 4564 w 9128"/>
                  <a:gd name="connsiteY3" fmla="*/ 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5"/>
                    </a:cubicBezTo>
                    <a:cubicBezTo>
                      <a:pt x="0" y="2044"/>
                      <a:pt x="2043" y="1"/>
                      <a:pt x="4564" y="1"/>
                    </a:cubicBezTo>
                    <a:cubicBezTo>
                      <a:pt x="7085" y="1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5" name="Freeform 44184">
                <a:extLst>
                  <a:ext uri="{FF2B5EF4-FFF2-40B4-BE49-F238E27FC236}">
                    <a16:creationId xmlns:a16="http://schemas.microsoft.com/office/drawing/2014/main" id="{7790141B-0C35-A8F8-0CE4-1A5DDB05D67D}"/>
                  </a:ext>
                </a:extLst>
              </p:cNvPr>
              <p:cNvSpPr/>
              <p:nvPr/>
            </p:nvSpPr>
            <p:spPr>
              <a:xfrm>
                <a:off x="4190456" y="5631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6" name="Freeform 44185">
                <a:extLst>
                  <a:ext uri="{FF2B5EF4-FFF2-40B4-BE49-F238E27FC236}">
                    <a16:creationId xmlns:a16="http://schemas.microsoft.com/office/drawing/2014/main" id="{E4B27A04-8557-CBB8-F1B8-9229226280F1}"/>
                  </a:ext>
                </a:extLst>
              </p:cNvPr>
              <p:cNvSpPr/>
              <p:nvPr/>
            </p:nvSpPr>
            <p:spPr>
              <a:xfrm>
                <a:off x="4190952" y="5634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7" name="Freeform 44186">
                <a:extLst>
                  <a:ext uri="{FF2B5EF4-FFF2-40B4-BE49-F238E27FC236}">
                    <a16:creationId xmlns:a16="http://schemas.microsoft.com/office/drawing/2014/main" id="{78EB38F7-8317-6022-F46D-2E1F9320C172}"/>
                  </a:ext>
                </a:extLst>
              </p:cNvPr>
              <p:cNvSpPr/>
              <p:nvPr/>
            </p:nvSpPr>
            <p:spPr>
              <a:xfrm>
                <a:off x="4191548" y="565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8" name="Freeform 44187">
                <a:extLst>
                  <a:ext uri="{FF2B5EF4-FFF2-40B4-BE49-F238E27FC236}">
                    <a16:creationId xmlns:a16="http://schemas.microsoft.com/office/drawing/2014/main" id="{EE7BE818-FE5D-EA99-B610-47D51DDB3612}"/>
                  </a:ext>
                </a:extLst>
              </p:cNvPr>
              <p:cNvSpPr/>
              <p:nvPr/>
            </p:nvSpPr>
            <p:spPr>
              <a:xfrm>
                <a:off x="4192044" y="569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89" name="Freeform 44188">
                <a:extLst>
                  <a:ext uri="{FF2B5EF4-FFF2-40B4-BE49-F238E27FC236}">
                    <a16:creationId xmlns:a16="http://schemas.microsoft.com/office/drawing/2014/main" id="{4C49AD8C-C703-E1EB-7EE6-0754EC255CCE}"/>
                  </a:ext>
                </a:extLst>
              </p:cNvPr>
              <p:cNvSpPr/>
              <p:nvPr/>
            </p:nvSpPr>
            <p:spPr>
              <a:xfrm>
                <a:off x="4192540" y="5885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0" name="Freeform 44189">
                <a:extLst>
                  <a:ext uri="{FF2B5EF4-FFF2-40B4-BE49-F238E27FC236}">
                    <a16:creationId xmlns:a16="http://schemas.microsoft.com/office/drawing/2014/main" id="{801BBDF9-9887-7970-6585-C91D5D296408}"/>
                  </a:ext>
                </a:extLst>
              </p:cNvPr>
              <p:cNvSpPr/>
              <p:nvPr/>
            </p:nvSpPr>
            <p:spPr>
              <a:xfrm>
                <a:off x="4193135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1" name="Freeform 44190">
                <a:extLst>
                  <a:ext uri="{FF2B5EF4-FFF2-40B4-BE49-F238E27FC236}">
                    <a16:creationId xmlns:a16="http://schemas.microsoft.com/office/drawing/2014/main" id="{89D9F07F-C41A-9203-9B36-8E40E9D1839E}"/>
                  </a:ext>
                </a:extLst>
              </p:cNvPr>
              <p:cNvSpPr/>
              <p:nvPr/>
            </p:nvSpPr>
            <p:spPr>
              <a:xfrm>
                <a:off x="4193631" y="5968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2" name="Freeform 44191">
                <a:extLst>
                  <a:ext uri="{FF2B5EF4-FFF2-40B4-BE49-F238E27FC236}">
                    <a16:creationId xmlns:a16="http://schemas.microsoft.com/office/drawing/2014/main" id="{70DBC60E-0FE9-A082-7189-AFA87171A334}"/>
                  </a:ext>
                </a:extLst>
              </p:cNvPr>
              <p:cNvSpPr/>
              <p:nvPr/>
            </p:nvSpPr>
            <p:spPr>
              <a:xfrm>
                <a:off x="4194127" y="5963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3" name="Freeform 44192">
                <a:extLst>
                  <a:ext uri="{FF2B5EF4-FFF2-40B4-BE49-F238E27FC236}">
                    <a16:creationId xmlns:a16="http://schemas.microsoft.com/office/drawing/2014/main" id="{2CE5AC37-5288-162D-1B36-40B08EB66DB4}"/>
                  </a:ext>
                </a:extLst>
              </p:cNvPr>
              <p:cNvSpPr/>
              <p:nvPr/>
            </p:nvSpPr>
            <p:spPr>
              <a:xfrm>
                <a:off x="4194723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4" name="Freeform 44193">
                <a:extLst>
                  <a:ext uri="{FF2B5EF4-FFF2-40B4-BE49-F238E27FC236}">
                    <a16:creationId xmlns:a16="http://schemas.microsoft.com/office/drawing/2014/main" id="{C563FEF2-34EA-1E0C-9DD6-483799C0D5B7}"/>
                  </a:ext>
                </a:extLst>
              </p:cNvPr>
              <p:cNvSpPr/>
              <p:nvPr/>
            </p:nvSpPr>
            <p:spPr>
              <a:xfrm>
                <a:off x="4195219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5" name="Freeform 44194">
                <a:extLst>
                  <a:ext uri="{FF2B5EF4-FFF2-40B4-BE49-F238E27FC236}">
                    <a16:creationId xmlns:a16="http://schemas.microsoft.com/office/drawing/2014/main" id="{13C9244B-68C8-77B0-B478-3AC1043763D9}"/>
                  </a:ext>
                </a:extLst>
              </p:cNvPr>
              <p:cNvSpPr/>
              <p:nvPr/>
            </p:nvSpPr>
            <p:spPr>
              <a:xfrm>
                <a:off x="4195715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6" name="Freeform 44195">
                <a:extLst>
                  <a:ext uri="{FF2B5EF4-FFF2-40B4-BE49-F238E27FC236}">
                    <a16:creationId xmlns:a16="http://schemas.microsoft.com/office/drawing/2014/main" id="{A4072B4E-0BE3-FBCF-4883-BDF09AFBF083}"/>
                  </a:ext>
                </a:extLst>
              </p:cNvPr>
              <p:cNvSpPr/>
              <p:nvPr/>
            </p:nvSpPr>
            <p:spPr>
              <a:xfrm>
                <a:off x="4196310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7" name="Freeform 44196">
                <a:extLst>
                  <a:ext uri="{FF2B5EF4-FFF2-40B4-BE49-F238E27FC236}">
                    <a16:creationId xmlns:a16="http://schemas.microsoft.com/office/drawing/2014/main" id="{18C15568-03AC-26EC-C07A-DB71718BC4C0}"/>
                  </a:ext>
                </a:extLst>
              </p:cNvPr>
              <p:cNvSpPr/>
              <p:nvPr/>
            </p:nvSpPr>
            <p:spPr>
              <a:xfrm>
                <a:off x="4196806" y="589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8" name="Freeform 44197">
                <a:extLst>
                  <a:ext uri="{FF2B5EF4-FFF2-40B4-BE49-F238E27FC236}">
                    <a16:creationId xmlns:a16="http://schemas.microsoft.com/office/drawing/2014/main" id="{D61ADD58-C2B7-3524-6671-4747307EA802}"/>
                  </a:ext>
                </a:extLst>
              </p:cNvPr>
              <p:cNvSpPr/>
              <p:nvPr/>
            </p:nvSpPr>
            <p:spPr>
              <a:xfrm>
                <a:off x="4197302" y="5777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99" name="Freeform 44198">
                <a:extLst>
                  <a:ext uri="{FF2B5EF4-FFF2-40B4-BE49-F238E27FC236}">
                    <a16:creationId xmlns:a16="http://schemas.microsoft.com/office/drawing/2014/main" id="{02C1E715-2F76-87CD-3AF6-0C01EEA33F93}"/>
                  </a:ext>
                </a:extLst>
              </p:cNvPr>
              <p:cNvSpPr/>
              <p:nvPr/>
            </p:nvSpPr>
            <p:spPr>
              <a:xfrm>
                <a:off x="4197898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0" name="Freeform 44199">
                <a:extLst>
                  <a:ext uri="{FF2B5EF4-FFF2-40B4-BE49-F238E27FC236}">
                    <a16:creationId xmlns:a16="http://schemas.microsoft.com/office/drawing/2014/main" id="{6113D564-97FD-D47C-8F57-B37C4EEA9388}"/>
                  </a:ext>
                </a:extLst>
              </p:cNvPr>
              <p:cNvSpPr/>
              <p:nvPr/>
            </p:nvSpPr>
            <p:spPr>
              <a:xfrm>
                <a:off x="4198394" y="5795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1" name="Freeform 44200">
                <a:extLst>
                  <a:ext uri="{FF2B5EF4-FFF2-40B4-BE49-F238E27FC236}">
                    <a16:creationId xmlns:a16="http://schemas.microsoft.com/office/drawing/2014/main" id="{12115745-9557-60AA-D7FC-29137BA69EB2}"/>
                  </a:ext>
                </a:extLst>
              </p:cNvPr>
              <p:cNvSpPr/>
              <p:nvPr/>
            </p:nvSpPr>
            <p:spPr>
              <a:xfrm>
                <a:off x="4198890" y="5804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2" name="Freeform 44201">
                <a:extLst>
                  <a:ext uri="{FF2B5EF4-FFF2-40B4-BE49-F238E27FC236}">
                    <a16:creationId xmlns:a16="http://schemas.microsoft.com/office/drawing/2014/main" id="{0ED8EC7A-2C8C-FED5-9F74-8E84A34144AA}"/>
                  </a:ext>
                </a:extLst>
              </p:cNvPr>
              <p:cNvSpPr/>
              <p:nvPr/>
            </p:nvSpPr>
            <p:spPr>
              <a:xfrm>
                <a:off x="4199386" y="5825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3" name="Freeform 44202">
                <a:extLst>
                  <a:ext uri="{FF2B5EF4-FFF2-40B4-BE49-F238E27FC236}">
                    <a16:creationId xmlns:a16="http://schemas.microsoft.com/office/drawing/2014/main" id="{E1F3096F-0FE0-ACC5-9C44-27EDDB347E98}"/>
                  </a:ext>
                </a:extLst>
              </p:cNvPr>
              <p:cNvSpPr/>
              <p:nvPr/>
            </p:nvSpPr>
            <p:spPr>
              <a:xfrm>
                <a:off x="4199981" y="580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4" name="Freeform 44203">
                <a:extLst>
                  <a:ext uri="{FF2B5EF4-FFF2-40B4-BE49-F238E27FC236}">
                    <a16:creationId xmlns:a16="http://schemas.microsoft.com/office/drawing/2014/main" id="{08D8F11F-C1B5-E7A5-2DCD-B827ECBE74BA}"/>
                  </a:ext>
                </a:extLst>
              </p:cNvPr>
              <p:cNvSpPr/>
              <p:nvPr/>
            </p:nvSpPr>
            <p:spPr>
              <a:xfrm>
                <a:off x="4200477" y="5813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5" name="Freeform 44204">
                <a:extLst>
                  <a:ext uri="{FF2B5EF4-FFF2-40B4-BE49-F238E27FC236}">
                    <a16:creationId xmlns:a16="http://schemas.microsoft.com/office/drawing/2014/main" id="{9A193948-F0B6-6331-ED60-F4D71C91DD97}"/>
                  </a:ext>
                </a:extLst>
              </p:cNvPr>
              <p:cNvSpPr/>
              <p:nvPr/>
            </p:nvSpPr>
            <p:spPr>
              <a:xfrm>
                <a:off x="4200973" y="5807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6" name="Freeform 44205">
                <a:extLst>
                  <a:ext uri="{FF2B5EF4-FFF2-40B4-BE49-F238E27FC236}">
                    <a16:creationId xmlns:a16="http://schemas.microsoft.com/office/drawing/2014/main" id="{D1F0D6B8-E4A0-72F8-2D70-CC21A73782FC}"/>
                  </a:ext>
                </a:extLst>
              </p:cNvPr>
              <p:cNvSpPr/>
              <p:nvPr/>
            </p:nvSpPr>
            <p:spPr>
              <a:xfrm>
                <a:off x="4201569" y="5789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7" name="Freeform 44206">
                <a:extLst>
                  <a:ext uri="{FF2B5EF4-FFF2-40B4-BE49-F238E27FC236}">
                    <a16:creationId xmlns:a16="http://schemas.microsoft.com/office/drawing/2014/main" id="{5D3B5DD2-9C95-F26D-C8F3-58ADDCA6A95B}"/>
                  </a:ext>
                </a:extLst>
              </p:cNvPr>
              <p:cNvSpPr/>
              <p:nvPr/>
            </p:nvSpPr>
            <p:spPr>
              <a:xfrm>
                <a:off x="4202065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8" name="Freeform 44207">
                <a:extLst>
                  <a:ext uri="{FF2B5EF4-FFF2-40B4-BE49-F238E27FC236}">
                    <a16:creationId xmlns:a16="http://schemas.microsoft.com/office/drawing/2014/main" id="{1D0C9F5F-AA43-4B1B-B667-52D1ED316417}"/>
                  </a:ext>
                </a:extLst>
              </p:cNvPr>
              <p:cNvSpPr/>
              <p:nvPr/>
            </p:nvSpPr>
            <p:spPr>
              <a:xfrm>
                <a:off x="4202561" y="5734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09" name="Freeform 44208">
                <a:extLst>
                  <a:ext uri="{FF2B5EF4-FFF2-40B4-BE49-F238E27FC236}">
                    <a16:creationId xmlns:a16="http://schemas.microsoft.com/office/drawing/2014/main" id="{9422899C-E594-91BA-3368-EAA5476EEE09}"/>
                  </a:ext>
                </a:extLst>
              </p:cNvPr>
              <p:cNvSpPr/>
              <p:nvPr/>
            </p:nvSpPr>
            <p:spPr>
              <a:xfrm>
                <a:off x="4203156" y="57103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0" name="Freeform 44209">
                <a:extLst>
                  <a:ext uri="{FF2B5EF4-FFF2-40B4-BE49-F238E27FC236}">
                    <a16:creationId xmlns:a16="http://schemas.microsoft.com/office/drawing/2014/main" id="{BE22233B-7D9A-21D4-1992-2B44699DBF0F}"/>
                  </a:ext>
                </a:extLst>
              </p:cNvPr>
              <p:cNvSpPr/>
              <p:nvPr/>
            </p:nvSpPr>
            <p:spPr>
              <a:xfrm>
                <a:off x="4203652" y="5709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1" name="Freeform 44210">
                <a:extLst>
                  <a:ext uri="{FF2B5EF4-FFF2-40B4-BE49-F238E27FC236}">
                    <a16:creationId xmlns:a16="http://schemas.microsoft.com/office/drawing/2014/main" id="{34824F44-4C13-DE40-F1E0-EE9F2FAB0DAC}"/>
                  </a:ext>
                </a:extLst>
              </p:cNvPr>
              <p:cNvSpPr/>
              <p:nvPr/>
            </p:nvSpPr>
            <p:spPr>
              <a:xfrm>
                <a:off x="4204148" y="574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2" name="Freeform 44211">
                <a:extLst>
                  <a:ext uri="{FF2B5EF4-FFF2-40B4-BE49-F238E27FC236}">
                    <a16:creationId xmlns:a16="http://schemas.microsoft.com/office/drawing/2014/main" id="{AD54868B-0EFE-8ABF-AC8E-C8CC13D580C3}"/>
                  </a:ext>
                </a:extLst>
              </p:cNvPr>
              <p:cNvSpPr/>
              <p:nvPr/>
            </p:nvSpPr>
            <p:spPr>
              <a:xfrm>
                <a:off x="4204744" y="5736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3" name="Freeform 44212">
                <a:extLst>
                  <a:ext uri="{FF2B5EF4-FFF2-40B4-BE49-F238E27FC236}">
                    <a16:creationId xmlns:a16="http://schemas.microsoft.com/office/drawing/2014/main" id="{7A85AD71-D179-6919-3C6D-EF64D950332D}"/>
                  </a:ext>
                </a:extLst>
              </p:cNvPr>
              <p:cNvSpPr/>
              <p:nvPr/>
            </p:nvSpPr>
            <p:spPr>
              <a:xfrm>
                <a:off x="4205240" y="5926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4" name="Freeform 44213">
                <a:extLst>
                  <a:ext uri="{FF2B5EF4-FFF2-40B4-BE49-F238E27FC236}">
                    <a16:creationId xmlns:a16="http://schemas.microsoft.com/office/drawing/2014/main" id="{E9094E60-8797-C6C6-EE64-931C151B38A7}"/>
                  </a:ext>
                </a:extLst>
              </p:cNvPr>
              <p:cNvSpPr/>
              <p:nvPr/>
            </p:nvSpPr>
            <p:spPr>
              <a:xfrm>
                <a:off x="4205736" y="5967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5" name="Freeform 44214">
                <a:extLst>
                  <a:ext uri="{FF2B5EF4-FFF2-40B4-BE49-F238E27FC236}">
                    <a16:creationId xmlns:a16="http://schemas.microsoft.com/office/drawing/2014/main" id="{E190ECE6-723D-A17F-41BD-A5AF84A63E83}"/>
                  </a:ext>
                </a:extLst>
              </p:cNvPr>
              <p:cNvSpPr/>
              <p:nvPr/>
            </p:nvSpPr>
            <p:spPr>
              <a:xfrm>
                <a:off x="4206331" y="5975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6" name="Freeform 44215">
                <a:extLst>
                  <a:ext uri="{FF2B5EF4-FFF2-40B4-BE49-F238E27FC236}">
                    <a16:creationId xmlns:a16="http://schemas.microsoft.com/office/drawing/2014/main" id="{C2007A30-3134-ADEA-C4F2-301BAB362D73}"/>
                  </a:ext>
                </a:extLst>
              </p:cNvPr>
              <p:cNvSpPr/>
              <p:nvPr/>
            </p:nvSpPr>
            <p:spPr>
              <a:xfrm>
                <a:off x="4206827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7" name="Freeform 44216">
                <a:extLst>
                  <a:ext uri="{FF2B5EF4-FFF2-40B4-BE49-F238E27FC236}">
                    <a16:creationId xmlns:a16="http://schemas.microsoft.com/office/drawing/2014/main" id="{E836AEE1-8071-58C2-AC27-3E2E557AEB3D}"/>
                  </a:ext>
                </a:extLst>
              </p:cNvPr>
              <p:cNvSpPr/>
              <p:nvPr/>
            </p:nvSpPr>
            <p:spPr>
              <a:xfrm>
                <a:off x="4207323" y="5974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8" name="Freeform 44217">
                <a:extLst>
                  <a:ext uri="{FF2B5EF4-FFF2-40B4-BE49-F238E27FC236}">
                    <a16:creationId xmlns:a16="http://schemas.microsoft.com/office/drawing/2014/main" id="{294FD264-22A8-5CC4-7EE1-6057BE1A4D90}"/>
                  </a:ext>
                </a:extLst>
              </p:cNvPr>
              <p:cNvSpPr/>
              <p:nvPr/>
            </p:nvSpPr>
            <p:spPr>
              <a:xfrm>
                <a:off x="4207919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19" name="Freeform 44218">
                <a:extLst>
                  <a:ext uri="{FF2B5EF4-FFF2-40B4-BE49-F238E27FC236}">
                    <a16:creationId xmlns:a16="http://schemas.microsoft.com/office/drawing/2014/main" id="{BE6E048A-D8B4-69FA-356D-2D416D18DF41}"/>
                  </a:ext>
                </a:extLst>
              </p:cNvPr>
              <p:cNvSpPr/>
              <p:nvPr/>
            </p:nvSpPr>
            <p:spPr>
              <a:xfrm>
                <a:off x="4208415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0" name="Freeform 44219">
                <a:extLst>
                  <a:ext uri="{FF2B5EF4-FFF2-40B4-BE49-F238E27FC236}">
                    <a16:creationId xmlns:a16="http://schemas.microsoft.com/office/drawing/2014/main" id="{F3AE42DF-C991-D74A-9DD4-24B69EE65371}"/>
                  </a:ext>
                </a:extLst>
              </p:cNvPr>
              <p:cNvSpPr/>
              <p:nvPr/>
            </p:nvSpPr>
            <p:spPr>
              <a:xfrm>
                <a:off x="4208911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1" name="Freeform 44220">
                <a:extLst>
                  <a:ext uri="{FF2B5EF4-FFF2-40B4-BE49-F238E27FC236}">
                    <a16:creationId xmlns:a16="http://schemas.microsoft.com/office/drawing/2014/main" id="{82AC9CB6-7D53-0E75-7B91-1C1C24064280}"/>
                  </a:ext>
                </a:extLst>
              </p:cNvPr>
              <p:cNvSpPr/>
              <p:nvPr/>
            </p:nvSpPr>
            <p:spPr>
              <a:xfrm>
                <a:off x="4209506" y="5846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2" name="Freeform 44221">
                <a:extLst>
                  <a:ext uri="{FF2B5EF4-FFF2-40B4-BE49-F238E27FC236}">
                    <a16:creationId xmlns:a16="http://schemas.microsoft.com/office/drawing/2014/main" id="{71BD1708-AA32-D905-5DE0-DF17F2887C3B}"/>
                  </a:ext>
                </a:extLst>
              </p:cNvPr>
              <p:cNvSpPr/>
              <p:nvPr/>
            </p:nvSpPr>
            <p:spPr>
              <a:xfrm>
                <a:off x="4210002" y="5806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3" name="Freeform 44222">
                <a:extLst>
                  <a:ext uri="{FF2B5EF4-FFF2-40B4-BE49-F238E27FC236}">
                    <a16:creationId xmlns:a16="http://schemas.microsoft.com/office/drawing/2014/main" id="{0A9D50CD-55A6-1397-8C59-6F7E03CAFFF5}"/>
                  </a:ext>
                </a:extLst>
              </p:cNvPr>
              <p:cNvSpPr/>
              <p:nvPr/>
            </p:nvSpPr>
            <p:spPr>
              <a:xfrm>
                <a:off x="4210498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4" name="Freeform 44223">
                <a:extLst>
                  <a:ext uri="{FF2B5EF4-FFF2-40B4-BE49-F238E27FC236}">
                    <a16:creationId xmlns:a16="http://schemas.microsoft.com/office/drawing/2014/main" id="{E8241F2B-93CC-399C-CA1D-16EE0F706A83}"/>
                  </a:ext>
                </a:extLst>
              </p:cNvPr>
              <p:cNvSpPr/>
              <p:nvPr/>
            </p:nvSpPr>
            <p:spPr>
              <a:xfrm>
                <a:off x="4210995" y="5839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5" name="Freeform 44224">
                <a:extLst>
                  <a:ext uri="{FF2B5EF4-FFF2-40B4-BE49-F238E27FC236}">
                    <a16:creationId xmlns:a16="http://schemas.microsoft.com/office/drawing/2014/main" id="{5BEA6680-36DB-162D-3832-C53FB9633649}"/>
                  </a:ext>
                </a:extLst>
              </p:cNvPr>
              <p:cNvSpPr/>
              <p:nvPr/>
            </p:nvSpPr>
            <p:spPr>
              <a:xfrm>
                <a:off x="4211590" y="5838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6" name="Freeform 44225">
                <a:extLst>
                  <a:ext uri="{FF2B5EF4-FFF2-40B4-BE49-F238E27FC236}">
                    <a16:creationId xmlns:a16="http://schemas.microsoft.com/office/drawing/2014/main" id="{9527080C-90B0-8F84-87F1-942D9898425E}"/>
                  </a:ext>
                </a:extLst>
              </p:cNvPr>
              <p:cNvSpPr/>
              <p:nvPr/>
            </p:nvSpPr>
            <p:spPr>
              <a:xfrm>
                <a:off x="4212086" y="5837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7" name="Freeform 44226">
                <a:extLst>
                  <a:ext uri="{FF2B5EF4-FFF2-40B4-BE49-F238E27FC236}">
                    <a16:creationId xmlns:a16="http://schemas.microsoft.com/office/drawing/2014/main" id="{7BFB3F55-C2D0-DFE3-833E-6ED175DC366B}"/>
                  </a:ext>
                </a:extLst>
              </p:cNvPr>
              <p:cNvSpPr/>
              <p:nvPr/>
            </p:nvSpPr>
            <p:spPr>
              <a:xfrm>
                <a:off x="4212582" y="5825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8" name="Freeform 44227">
                <a:extLst>
                  <a:ext uri="{FF2B5EF4-FFF2-40B4-BE49-F238E27FC236}">
                    <a16:creationId xmlns:a16="http://schemas.microsoft.com/office/drawing/2014/main" id="{A37B1429-FC8A-4923-9586-FE862B3EB15E}"/>
                  </a:ext>
                </a:extLst>
              </p:cNvPr>
              <p:cNvSpPr/>
              <p:nvPr/>
            </p:nvSpPr>
            <p:spPr>
              <a:xfrm>
                <a:off x="4213177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29" name="Freeform 44228">
                <a:extLst>
                  <a:ext uri="{FF2B5EF4-FFF2-40B4-BE49-F238E27FC236}">
                    <a16:creationId xmlns:a16="http://schemas.microsoft.com/office/drawing/2014/main" id="{0EAB9C60-94DD-88DE-93FD-33D06857E5C3}"/>
                  </a:ext>
                </a:extLst>
              </p:cNvPr>
              <p:cNvSpPr/>
              <p:nvPr/>
            </p:nvSpPr>
            <p:spPr>
              <a:xfrm>
                <a:off x="4213673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0" name="Freeform 44229">
                <a:extLst>
                  <a:ext uri="{FF2B5EF4-FFF2-40B4-BE49-F238E27FC236}">
                    <a16:creationId xmlns:a16="http://schemas.microsoft.com/office/drawing/2014/main" id="{7A7549D0-FEE9-4144-49C7-135C62B407BA}"/>
                  </a:ext>
                </a:extLst>
              </p:cNvPr>
              <p:cNvSpPr/>
              <p:nvPr/>
            </p:nvSpPr>
            <p:spPr>
              <a:xfrm>
                <a:off x="4214170" y="5792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1" name="Freeform 44230">
                <a:extLst>
                  <a:ext uri="{FF2B5EF4-FFF2-40B4-BE49-F238E27FC236}">
                    <a16:creationId xmlns:a16="http://schemas.microsoft.com/office/drawing/2014/main" id="{189D4C49-5C95-A5E9-0981-CDE8B5370690}"/>
                  </a:ext>
                </a:extLst>
              </p:cNvPr>
              <p:cNvSpPr/>
              <p:nvPr/>
            </p:nvSpPr>
            <p:spPr>
              <a:xfrm>
                <a:off x="4214765" y="5774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2" name="Freeform 44231">
                <a:extLst>
                  <a:ext uri="{FF2B5EF4-FFF2-40B4-BE49-F238E27FC236}">
                    <a16:creationId xmlns:a16="http://schemas.microsoft.com/office/drawing/2014/main" id="{E3245F37-BB66-8FCD-B125-32601CAB9BE5}"/>
                  </a:ext>
                </a:extLst>
              </p:cNvPr>
              <p:cNvSpPr/>
              <p:nvPr/>
            </p:nvSpPr>
            <p:spPr>
              <a:xfrm>
                <a:off x="4215261" y="575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3" name="Freeform 44232">
                <a:extLst>
                  <a:ext uri="{FF2B5EF4-FFF2-40B4-BE49-F238E27FC236}">
                    <a16:creationId xmlns:a16="http://schemas.microsoft.com/office/drawing/2014/main" id="{8A23FE11-4B70-303B-2096-2D696B565A6C}"/>
                  </a:ext>
                </a:extLst>
              </p:cNvPr>
              <p:cNvSpPr/>
              <p:nvPr/>
            </p:nvSpPr>
            <p:spPr>
              <a:xfrm>
                <a:off x="4215757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4" name="Freeform 44233">
                <a:extLst>
                  <a:ext uri="{FF2B5EF4-FFF2-40B4-BE49-F238E27FC236}">
                    <a16:creationId xmlns:a16="http://schemas.microsoft.com/office/drawing/2014/main" id="{944DE403-7020-28D5-6442-1DD9CC2E66A5}"/>
                  </a:ext>
                </a:extLst>
              </p:cNvPr>
              <p:cNvSpPr/>
              <p:nvPr/>
            </p:nvSpPr>
            <p:spPr>
              <a:xfrm>
                <a:off x="4216352" y="575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5" name="Freeform 44234">
                <a:extLst>
                  <a:ext uri="{FF2B5EF4-FFF2-40B4-BE49-F238E27FC236}">
                    <a16:creationId xmlns:a16="http://schemas.microsoft.com/office/drawing/2014/main" id="{F7B3C2CF-5626-5A39-335F-51190391DB1F}"/>
                  </a:ext>
                </a:extLst>
              </p:cNvPr>
              <p:cNvSpPr/>
              <p:nvPr/>
            </p:nvSpPr>
            <p:spPr>
              <a:xfrm>
                <a:off x="4216848" y="5752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6" name="Freeform 44235">
                <a:extLst>
                  <a:ext uri="{FF2B5EF4-FFF2-40B4-BE49-F238E27FC236}">
                    <a16:creationId xmlns:a16="http://schemas.microsoft.com/office/drawing/2014/main" id="{0D69A591-2082-2104-F7FE-B8DC9E2EDA09}"/>
                  </a:ext>
                </a:extLst>
              </p:cNvPr>
              <p:cNvSpPr/>
              <p:nvPr/>
            </p:nvSpPr>
            <p:spPr>
              <a:xfrm>
                <a:off x="4217345" y="5756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7" name="Freeform 44236">
                <a:extLst>
                  <a:ext uri="{FF2B5EF4-FFF2-40B4-BE49-F238E27FC236}">
                    <a16:creationId xmlns:a16="http://schemas.microsoft.com/office/drawing/2014/main" id="{F729DC05-855B-4CDD-53F6-68220B14593E}"/>
                  </a:ext>
                </a:extLst>
              </p:cNvPr>
              <p:cNvSpPr/>
              <p:nvPr/>
            </p:nvSpPr>
            <p:spPr>
              <a:xfrm>
                <a:off x="4217940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8" name="Freeform 44237">
                <a:extLst>
                  <a:ext uri="{FF2B5EF4-FFF2-40B4-BE49-F238E27FC236}">
                    <a16:creationId xmlns:a16="http://schemas.microsoft.com/office/drawing/2014/main" id="{66E89FDE-D1D1-AFD6-589D-5C6CA1CBF627}"/>
                  </a:ext>
                </a:extLst>
              </p:cNvPr>
              <p:cNvSpPr/>
              <p:nvPr/>
            </p:nvSpPr>
            <p:spPr>
              <a:xfrm>
                <a:off x="4218436" y="593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39" name="Freeform 44238">
                <a:extLst>
                  <a:ext uri="{FF2B5EF4-FFF2-40B4-BE49-F238E27FC236}">
                    <a16:creationId xmlns:a16="http://schemas.microsoft.com/office/drawing/2014/main" id="{E35F3CE9-152F-5BC8-8499-BA228EAA2B0F}"/>
                  </a:ext>
                </a:extLst>
              </p:cNvPr>
              <p:cNvSpPr/>
              <p:nvPr/>
            </p:nvSpPr>
            <p:spPr>
              <a:xfrm>
                <a:off x="4218932" y="5961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0" name="Freeform 44239">
                <a:extLst>
                  <a:ext uri="{FF2B5EF4-FFF2-40B4-BE49-F238E27FC236}">
                    <a16:creationId xmlns:a16="http://schemas.microsoft.com/office/drawing/2014/main" id="{87410322-521D-7110-0796-A0967144E89F}"/>
                  </a:ext>
                </a:extLst>
              </p:cNvPr>
              <p:cNvSpPr/>
              <p:nvPr/>
            </p:nvSpPr>
            <p:spPr>
              <a:xfrm>
                <a:off x="4219527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1" name="Freeform 44240">
                <a:extLst>
                  <a:ext uri="{FF2B5EF4-FFF2-40B4-BE49-F238E27FC236}">
                    <a16:creationId xmlns:a16="http://schemas.microsoft.com/office/drawing/2014/main" id="{487F22C3-3F1E-5433-79C0-F6316BC7A07D}"/>
                  </a:ext>
                </a:extLst>
              </p:cNvPr>
              <p:cNvSpPr/>
              <p:nvPr/>
            </p:nvSpPr>
            <p:spPr>
              <a:xfrm>
                <a:off x="4220023" y="5945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2" name="Freeform 44241">
                <a:extLst>
                  <a:ext uri="{FF2B5EF4-FFF2-40B4-BE49-F238E27FC236}">
                    <a16:creationId xmlns:a16="http://schemas.microsoft.com/office/drawing/2014/main" id="{00500BB1-7666-74F3-04EF-79106E86E3CC}"/>
                  </a:ext>
                </a:extLst>
              </p:cNvPr>
              <p:cNvSpPr/>
              <p:nvPr/>
            </p:nvSpPr>
            <p:spPr>
              <a:xfrm>
                <a:off x="4220520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3" name="Freeform 44242">
                <a:extLst>
                  <a:ext uri="{FF2B5EF4-FFF2-40B4-BE49-F238E27FC236}">
                    <a16:creationId xmlns:a16="http://schemas.microsoft.com/office/drawing/2014/main" id="{6827E7DD-DF75-465B-1868-99C51B7040EF}"/>
                  </a:ext>
                </a:extLst>
              </p:cNvPr>
              <p:cNvSpPr/>
              <p:nvPr/>
            </p:nvSpPr>
            <p:spPr>
              <a:xfrm>
                <a:off x="4221115" y="5945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4" name="Freeform 44243">
                <a:extLst>
                  <a:ext uri="{FF2B5EF4-FFF2-40B4-BE49-F238E27FC236}">
                    <a16:creationId xmlns:a16="http://schemas.microsoft.com/office/drawing/2014/main" id="{D9744A01-E282-F35D-E9BD-472BB08B49D9}"/>
                  </a:ext>
                </a:extLst>
              </p:cNvPr>
              <p:cNvSpPr/>
              <p:nvPr/>
            </p:nvSpPr>
            <p:spPr>
              <a:xfrm>
                <a:off x="4221611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5" name="Freeform 44244">
                <a:extLst>
                  <a:ext uri="{FF2B5EF4-FFF2-40B4-BE49-F238E27FC236}">
                    <a16:creationId xmlns:a16="http://schemas.microsoft.com/office/drawing/2014/main" id="{9C0169B9-4260-543E-15D9-F94BF3FC283F}"/>
                  </a:ext>
                </a:extLst>
              </p:cNvPr>
              <p:cNvSpPr/>
              <p:nvPr/>
            </p:nvSpPr>
            <p:spPr>
              <a:xfrm>
                <a:off x="4222107" y="5854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6" name="Freeform 44245">
                <a:extLst>
                  <a:ext uri="{FF2B5EF4-FFF2-40B4-BE49-F238E27FC236}">
                    <a16:creationId xmlns:a16="http://schemas.microsoft.com/office/drawing/2014/main" id="{355BB47F-5681-D8D1-BDF6-5722E6EB619B}"/>
                  </a:ext>
                </a:extLst>
              </p:cNvPr>
              <p:cNvSpPr/>
              <p:nvPr/>
            </p:nvSpPr>
            <p:spPr>
              <a:xfrm>
                <a:off x="4222702" y="5820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7" name="Freeform 44246">
                <a:extLst>
                  <a:ext uri="{FF2B5EF4-FFF2-40B4-BE49-F238E27FC236}">
                    <a16:creationId xmlns:a16="http://schemas.microsoft.com/office/drawing/2014/main" id="{07C919BF-4FD1-BB29-76A2-207CD905CBE0}"/>
                  </a:ext>
                </a:extLst>
              </p:cNvPr>
              <p:cNvSpPr/>
              <p:nvPr/>
            </p:nvSpPr>
            <p:spPr>
              <a:xfrm>
                <a:off x="4223198" y="583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8" name="Freeform 44247">
                <a:extLst>
                  <a:ext uri="{FF2B5EF4-FFF2-40B4-BE49-F238E27FC236}">
                    <a16:creationId xmlns:a16="http://schemas.microsoft.com/office/drawing/2014/main" id="{1ABA54AB-806D-EB49-492B-93537D3031CC}"/>
                  </a:ext>
                </a:extLst>
              </p:cNvPr>
              <p:cNvSpPr/>
              <p:nvPr/>
            </p:nvSpPr>
            <p:spPr>
              <a:xfrm>
                <a:off x="4223695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49" name="Freeform 44248">
                <a:extLst>
                  <a:ext uri="{FF2B5EF4-FFF2-40B4-BE49-F238E27FC236}">
                    <a16:creationId xmlns:a16="http://schemas.microsoft.com/office/drawing/2014/main" id="{3093D3D5-AE09-0CB1-9298-A88A11195558}"/>
                  </a:ext>
                </a:extLst>
              </p:cNvPr>
              <p:cNvSpPr/>
              <p:nvPr/>
            </p:nvSpPr>
            <p:spPr>
              <a:xfrm>
                <a:off x="4224191" y="5840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0" name="Freeform 44249">
                <a:extLst>
                  <a:ext uri="{FF2B5EF4-FFF2-40B4-BE49-F238E27FC236}">
                    <a16:creationId xmlns:a16="http://schemas.microsoft.com/office/drawing/2014/main" id="{6A4DD33F-3CA6-7287-773C-B04897AD15DF}"/>
                  </a:ext>
                </a:extLst>
              </p:cNvPr>
              <p:cNvSpPr/>
              <p:nvPr/>
            </p:nvSpPr>
            <p:spPr>
              <a:xfrm>
                <a:off x="4224786" y="5836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1" name="Freeform 44250">
                <a:extLst>
                  <a:ext uri="{FF2B5EF4-FFF2-40B4-BE49-F238E27FC236}">
                    <a16:creationId xmlns:a16="http://schemas.microsoft.com/office/drawing/2014/main" id="{9C731AB9-11C8-B5C3-E1EE-483AACFE8035}"/>
                  </a:ext>
                </a:extLst>
              </p:cNvPr>
              <p:cNvSpPr/>
              <p:nvPr/>
            </p:nvSpPr>
            <p:spPr>
              <a:xfrm>
                <a:off x="4225282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2" name="Freeform 44251">
                <a:extLst>
                  <a:ext uri="{FF2B5EF4-FFF2-40B4-BE49-F238E27FC236}">
                    <a16:creationId xmlns:a16="http://schemas.microsoft.com/office/drawing/2014/main" id="{6AFBDA2E-5393-7CFA-7345-D2E18F61BEBB}"/>
                  </a:ext>
                </a:extLst>
              </p:cNvPr>
              <p:cNvSpPr/>
              <p:nvPr/>
            </p:nvSpPr>
            <p:spPr>
              <a:xfrm>
                <a:off x="4225778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3" name="Freeform 44252">
                <a:extLst>
                  <a:ext uri="{FF2B5EF4-FFF2-40B4-BE49-F238E27FC236}">
                    <a16:creationId xmlns:a16="http://schemas.microsoft.com/office/drawing/2014/main" id="{1DDEB4CF-13DD-6672-5BD3-181B140DDE43}"/>
                  </a:ext>
                </a:extLst>
              </p:cNvPr>
              <p:cNvSpPr/>
              <p:nvPr/>
            </p:nvSpPr>
            <p:spPr>
              <a:xfrm>
                <a:off x="4226373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4" name="Freeform 44253">
                <a:extLst>
                  <a:ext uri="{FF2B5EF4-FFF2-40B4-BE49-F238E27FC236}">
                    <a16:creationId xmlns:a16="http://schemas.microsoft.com/office/drawing/2014/main" id="{03AEB83F-A16B-87BD-0196-08CAFAE57088}"/>
                  </a:ext>
                </a:extLst>
              </p:cNvPr>
              <p:cNvSpPr/>
              <p:nvPr/>
            </p:nvSpPr>
            <p:spPr>
              <a:xfrm>
                <a:off x="4226870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5" name="Freeform 44254">
                <a:extLst>
                  <a:ext uri="{FF2B5EF4-FFF2-40B4-BE49-F238E27FC236}">
                    <a16:creationId xmlns:a16="http://schemas.microsoft.com/office/drawing/2014/main" id="{ECC67061-5B89-0076-4080-6D53722FDC7D}"/>
                  </a:ext>
                </a:extLst>
              </p:cNvPr>
              <p:cNvSpPr/>
              <p:nvPr/>
            </p:nvSpPr>
            <p:spPr>
              <a:xfrm>
                <a:off x="4227366" y="577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6" name="Freeform 44255">
                <a:extLst>
                  <a:ext uri="{FF2B5EF4-FFF2-40B4-BE49-F238E27FC236}">
                    <a16:creationId xmlns:a16="http://schemas.microsoft.com/office/drawing/2014/main" id="{5C0324B9-97B8-8ED6-B31F-46DFAD4DB9B5}"/>
                  </a:ext>
                </a:extLst>
              </p:cNvPr>
              <p:cNvSpPr/>
              <p:nvPr/>
            </p:nvSpPr>
            <p:spPr>
              <a:xfrm>
                <a:off x="4227961" y="576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7" name="Freeform 44256">
                <a:extLst>
                  <a:ext uri="{FF2B5EF4-FFF2-40B4-BE49-F238E27FC236}">
                    <a16:creationId xmlns:a16="http://schemas.microsoft.com/office/drawing/2014/main" id="{AC6D683B-6D32-7F11-72EF-FA4AAA885340}"/>
                  </a:ext>
                </a:extLst>
              </p:cNvPr>
              <p:cNvSpPr/>
              <p:nvPr/>
            </p:nvSpPr>
            <p:spPr>
              <a:xfrm>
                <a:off x="4228457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8" name="Freeform 44257">
                <a:extLst>
                  <a:ext uri="{FF2B5EF4-FFF2-40B4-BE49-F238E27FC236}">
                    <a16:creationId xmlns:a16="http://schemas.microsoft.com/office/drawing/2014/main" id="{53A5FF97-D40F-B6A2-685F-1B2C86486D21}"/>
                  </a:ext>
                </a:extLst>
              </p:cNvPr>
              <p:cNvSpPr/>
              <p:nvPr/>
            </p:nvSpPr>
            <p:spPr>
              <a:xfrm>
                <a:off x="4228953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59" name="Freeform 44258">
                <a:extLst>
                  <a:ext uri="{FF2B5EF4-FFF2-40B4-BE49-F238E27FC236}">
                    <a16:creationId xmlns:a16="http://schemas.microsoft.com/office/drawing/2014/main" id="{7FE8D167-DA48-CC90-0E41-711BB7709586}"/>
                  </a:ext>
                </a:extLst>
              </p:cNvPr>
              <p:cNvSpPr/>
              <p:nvPr/>
            </p:nvSpPr>
            <p:spPr>
              <a:xfrm>
                <a:off x="4229548" y="5818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0" name="Freeform 44259">
                <a:extLst>
                  <a:ext uri="{FF2B5EF4-FFF2-40B4-BE49-F238E27FC236}">
                    <a16:creationId xmlns:a16="http://schemas.microsoft.com/office/drawing/2014/main" id="{99EC937C-4B7C-64F1-20F3-091004BF78C2}"/>
                  </a:ext>
                </a:extLst>
              </p:cNvPr>
              <p:cNvSpPr/>
              <p:nvPr/>
            </p:nvSpPr>
            <p:spPr>
              <a:xfrm>
                <a:off x="4230045" y="579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1" name="Freeform 44260">
                <a:extLst>
                  <a:ext uri="{FF2B5EF4-FFF2-40B4-BE49-F238E27FC236}">
                    <a16:creationId xmlns:a16="http://schemas.microsoft.com/office/drawing/2014/main" id="{93224528-4EB7-451A-FE44-F63C2E32E058}"/>
                  </a:ext>
                </a:extLst>
              </p:cNvPr>
              <p:cNvSpPr/>
              <p:nvPr/>
            </p:nvSpPr>
            <p:spPr>
              <a:xfrm>
                <a:off x="4230541" y="5924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2" name="Freeform 44261">
                <a:extLst>
                  <a:ext uri="{FF2B5EF4-FFF2-40B4-BE49-F238E27FC236}">
                    <a16:creationId xmlns:a16="http://schemas.microsoft.com/office/drawing/2014/main" id="{217ABCD1-3A10-C1B3-80E1-93E64326E081}"/>
                  </a:ext>
                </a:extLst>
              </p:cNvPr>
              <p:cNvSpPr/>
              <p:nvPr/>
            </p:nvSpPr>
            <p:spPr>
              <a:xfrm>
                <a:off x="4231136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3" name="Freeform 44262">
                <a:extLst>
                  <a:ext uri="{FF2B5EF4-FFF2-40B4-BE49-F238E27FC236}">
                    <a16:creationId xmlns:a16="http://schemas.microsoft.com/office/drawing/2014/main" id="{C9020AA4-6B19-4C58-591E-26533E9085CC}"/>
                  </a:ext>
                </a:extLst>
              </p:cNvPr>
              <p:cNvSpPr/>
              <p:nvPr/>
            </p:nvSpPr>
            <p:spPr>
              <a:xfrm>
                <a:off x="4231632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4" name="Freeform 44263">
                <a:extLst>
                  <a:ext uri="{FF2B5EF4-FFF2-40B4-BE49-F238E27FC236}">
                    <a16:creationId xmlns:a16="http://schemas.microsoft.com/office/drawing/2014/main" id="{F768A226-3D1F-87B1-9A7E-3EC43A01F616}"/>
                  </a:ext>
                </a:extLst>
              </p:cNvPr>
              <p:cNvSpPr/>
              <p:nvPr/>
            </p:nvSpPr>
            <p:spPr>
              <a:xfrm>
                <a:off x="4232128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5" name="Freeform 44264">
                <a:extLst>
                  <a:ext uri="{FF2B5EF4-FFF2-40B4-BE49-F238E27FC236}">
                    <a16:creationId xmlns:a16="http://schemas.microsoft.com/office/drawing/2014/main" id="{E79569AA-3D90-4C74-952C-E6FC2FD3485E}"/>
                  </a:ext>
                </a:extLst>
              </p:cNvPr>
              <p:cNvSpPr/>
              <p:nvPr/>
            </p:nvSpPr>
            <p:spPr>
              <a:xfrm>
                <a:off x="4232723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6" name="Freeform 44265">
                <a:extLst>
                  <a:ext uri="{FF2B5EF4-FFF2-40B4-BE49-F238E27FC236}">
                    <a16:creationId xmlns:a16="http://schemas.microsoft.com/office/drawing/2014/main" id="{37AEEC3D-F940-8DD0-26E1-10D44F8E6246}"/>
                  </a:ext>
                </a:extLst>
              </p:cNvPr>
              <p:cNvSpPr/>
              <p:nvPr/>
            </p:nvSpPr>
            <p:spPr>
              <a:xfrm>
                <a:off x="4233220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7" name="Freeform 44266">
                <a:extLst>
                  <a:ext uri="{FF2B5EF4-FFF2-40B4-BE49-F238E27FC236}">
                    <a16:creationId xmlns:a16="http://schemas.microsoft.com/office/drawing/2014/main" id="{079A631D-3DE5-B96F-62E5-DB5010DF4F03}"/>
                  </a:ext>
                </a:extLst>
              </p:cNvPr>
              <p:cNvSpPr/>
              <p:nvPr/>
            </p:nvSpPr>
            <p:spPr>
              <a:xfrm>
                <a:off x="4233716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8" name="Freeform 44267">
                <a:extLst>
                  <a:ext uri="{FF2B5EF4-FFF2-40B4-BE49-F238E27FC236}">
                    <a16:creationId xmlns:a16="http://schemas.microsoft.com/office/drawing/2014/main" id="{1E40F974-621F-65FC-8D84-5DD11F9631BD}"/>
                  </a:ext>
                </a:extLst>
              </p:cNvPr>
              <p:cNvSpPr/>
              <p:nvPr/>
            </p:nvSpPr>
            <p:spPr>
              <a:xfrm>
                <a:off x="4234311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69" name="Freeform 44268">
                <a:extLst>
                  <a:ext uri="{FF2B5EF4-FFF2-40B4-BE49-F238E27FC236}">
                    <a16:creationId xmlns:a16="http://schemas.microsoft.com/office/drawing/2014/main" id="{63AAF9FF-591F-4360-6138-10B93E4A8710}"/>
                  </a:ext>
                </a:extLst>
              </p:cNvPr>
              <p:cNvSpPr/>
              <p:nvPr/>
            </p:nvSpPr>
            <p:spPr>
              <a:xfrm>
                <a:off x="4234807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0" name="Freeform 44269">
                <a:extLst>
                  <a:ext uri="{FF2B5EF4-FFF2-40B4-BE49-F238E27FC236}">
                    <a16:creationId xmlns:a16="http://schemas.microsoft.com/office/drawing/2014/main" id="{E823B3D8-F1CD-EFE8-FC65-C90C87A68164}"/>
                  </a:ext>
                </a:extLst>
              </p:cNvPr>
              <p:cNvSpPr/>
              <p:nvPr/>
            </p:nvSpPr>
            <p:spPr>
              <a:xfrm>
                <a:off x="4235303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1" name="Freeform 44270">
                <a:extLst>
                  <a:ext uri="{FF2B5EF4-FFF2-40B4-BE49-F238E27FC236}">
                    <a16:creationId xmlns:a16="http://schemas.microsoft.com/office/drawing/2014/main" id="{FBEC667C-A941-B171-2786-5180E91A52DC}"/>
                  </a:ext>
                </a:extLst>
              </p:cNvPr>
              <p:cNvSpPr/>
              <p:nvPr/>
            </p:nvSpPr>
            <p:spPr>
              <a:xfrm>
                <a:off x="4235799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2" name="Freeform 44271">
                <a:extLst>
                  <a:ext uri="{FF2B5EF4-FFF2-40B4-BE49-F238E27FC236}">
                    <a16:creationId xmlns:a16="http://schemas.microsoft.com/office/drawing/2014/main" id="{DBB18606-3FD1-8A49-3F40-B1C6A7387CA4}"/>
                  </a:ext>
                </a:extLst>
              </p:cNvPr>
              <p:cNvSpPr/>
              <p:nvPr/>
            </p:nvSpPr>
            <p:spPr>
              <a:xfrm>
                <a:off x="4236395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3" name="Freeform 44272">
                <a:extLst>
                  <a:ext uri="{FF2B5EF4-FFF2-40B4-BE49-F238E27FC236}">
                    <a16:creationId xmlns:a16="http://schemas.microsoft.com/office/drawing/2014/main" id="{D671FC2C-8A6A-C1D0-DD64-91FE6762F7BE}"/>
                  </a:ext>
                </a:extLst>
              </p:cNvPr>
              <p:cNvSpPr/>
              <p:nvPr/>
            </p:nvSpPr>
            <p:spPr>
              <a:xfrm>
                <a:off x="4236891" y="5834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4" name="Freeform 44273">
                <a:extLst>
                  <a:ext uri="{FF2B5EF4-FFF2-40B4-BE49-F238E27FC236}">
                    <a16:creationId xmlns:a16="http://schemas.microsoft.com/office/drawing/2014/main" id="{97A3B84F-A3E3-79E2-B655-990B8EC47ED4}"/>
                  </a:ext>
                </a:extLst>
              </p:cNvPr>
              <p:cNvSpPr/>
              <p:nvPr/>
            </p:nvSpPr>
            <p:spPr>
              <a:xfrm>
                <a:off x="4237387" y="5834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5" name="Freeform 44274">
                <a:extLst>
                  <a:ext uri="{FF2B5EF4-FFF2-40B4-BE49-F238E27FC236}">
                    <a16:creationId xmlns:a16="http://schemas.microsoft.com/office/drawing/2014/main" id="{C0372058-F194-35F6-D4F4-19F6A7D1D769}"/>
                  </a:ext>
                </a:extLst>
              </p:cNvPr>
              <p:cNvSpPr/>
              <p:nvPr/>
            </p:nvSpPr>
            <p:spPr>
              <a:xfrm>
                <a:off x="4237982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6" name="Freeform 44275">
                <a:extLst>
                  <a:ext uri="{FF2B5EF4-FFF2-40B4-BE49-F238E27FC236}">
                    <a16:creationId xmlns:a16="http://schemas.microsoft.com/office/drawing/2014/main" id="{E34BFE12-B29C-0E94-9A7C-9DEDDECC9858}"/>
                  </a:ext>
                </a:extLst>
              </p:cNvPr>
              <p:cNvSpPr/>
              <p:nvPr/>
            </p:nvSpPr>
            <p:spPr>
              <a:xfrm>
                <a:off x="4238478" y="580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7" name="Freeform 44276">
                <a:extLst>
                  <a:ext uri="{FF2B5EF4-FFF2-40B4-BE49-F238E27FC236}">
                    <a16:creationId xmlns:a16="http://schemas.microsoft.com/office/drawing/2014/main" id="{B9268694-E283-052B-24BD-28B96DFD2D63}"/>
                  </a:ext>
                </a:extLst>
              </p:cNvPr>
              <p:cNvSpPr/>
              <p:nvPr/>
            </p:nvSpPr>
            <p:spPr>
              <a:xfrm>
                <a:off x="4238974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8" name="Freeform 44277">
                <a:extLst>
                  <a:ext uri="{FF2B5EF4-FFF2-40B4-BE49-F238E27FC236}">
                    <a16:creationId xmlns:a16="http://schemas.microsoft.com/office/drawing/2014/main" id="{0E487F98-1A09-0664-81A9-6A71FB34DFA0}"/>
                  </a:ext>
                </a:extLst>
              </p:cNvPr>
              <p:cNvSpPr/>
              <p:nvPr/>
            </p:nvSpPr>
            <p:spPr>
              <a:xfrm>
                <a:off x="4239570" y="5760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79" name="Freeform 44278">
                <a:extLst>
                  <a:ext uri="{FF2B5EF4-FFF2-40B4-BE49-F238E27FC236}">
                    <a16:creationId xmlns:a16="http://schemas.microsoft.com/office/drawing/2014/main" id="{7AB920CE-4DCB-0DF4-3324-E7C72050F501}"/>
                  </a:ext>
                </a:extLst>
              </p:cNvPr>
              <p:cNvSpPr/>
              <p:nvPr/>
            </p:nvSpPr>
            <p:spPr>
              <a:xfrm>
                <a:off x="4240066" y="5724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0" name="Freeform 44279">
                <a:extLst>
                  <a:ext uri="{FF2B5EF4-FFF2-40B4-BE49-F238E27FC236}">
                    <a16:creationId xmlns:a16="http://schemas.microsoft.com/office/drawing/2014/main" id="{D91D3980-1CBE-775B-8161-DA2B464438E2}"/>
                  </a:ext>
                </a:extLst>
              </p:cNvPr>
              <p:cNvSpPr/>
              <p:nvPr/>
            </p:nvSpPr>
            <p:spPr>
              <a:xfrm>
                <a:off x="4240562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1" name="Freeform 44280">
                <a:extLst>
                  <a:ext uri="{FF2B5EF4-FFF2-40B4-BE49-F238E27FC236}">
                    <a16:creationId xmlns:a16="http://schemas.microsoft.com/office/drawing/2014/main" id="{C1517628-A079-2F44-A918-0B99E62C7361}"/>
                  </a:ext>
                </a:extLst>
              </p:cNvPr>
              <p:cNvSpPr/>
              <p:nvPr/>
            </p:nvSpPr>
            <p:spPr>
              <a:xfrm>
                <a:off x="4241157" y="5711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2" name="Freeform 44281">
                <a:extLst>
                  <a:ext uri="{FF2B5EF4-FFF2-40B4-BE49-F238E27FC236}">
                    <a16:creationId xmlns:a16="http://schemas.microsoft.com/office/drawing/2014/main" id="{2EC80B70-A0AE-63C5-F4BE-0EF897697590}"/>
                  </a:ext>
                </a:extLst>
              </p:cNvPr>
              <p:cNvSpPr/>
              <p:nvPr/>
            </p:nvSpPr>
            <p:spPr>
              <a:xfrm>
                <a:off x="4241653" y="5711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3" name="Freeform 44282">
                <a:extLst>
                  <a:ext uri="{FF2B5EF4-FFF2-40B4-BE49-F238E27FC236}">
                    <a16:creationId xmlns:a16="http://schemas.microsoft.com/office/drawing/2014/main" id="{1FC1434F-7BB9-6858-589E-E22BB1EE96DA}"/>
                  </a:ext>
                </a:extLst>
              </p:cNvPr>
              <p:cNvSpPr/>
              <p:nvPr/>
            </p:nvSpPr>
            <p:spPr>
              <a:xfrm>
                <a:off x="4242149" y="5726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4" name="Freeform 44283">
                <a:extLst>
                  <a:ext uri="{FF2B5EF4-FFF2-40B4-BE49-F238E27FC236}">
                    <a16:creationId xmlns:a16="http://schemas.microsoft.com/office/drawing/2014/main" id="{41DF94C2-6082-6C64-8FDF-7694BB50F92E}"/>
                  </a:ext>
                </a:extLst>
              </p:cNvPr>
              <p:cNvSpPr/>
              <p:nvPr/>
            </p:nvSpPr>
            <p:spPr>
              <a:xfrm>
                <a:off x="4242745" y="5752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5" name="Freeform 44284">
                <a:extLst>
                  <a:ext uri="{FF2B5EF4-FFF2-40B4-BE49-F238E27FC236}">
                    <a16:creationId xmlns:a16="http://schemas.microsoft.com/office/drawing/2014/main" id="{BBF4E503-E28C-8D80-73C1-64982AB9CB8C}"/>
                  </a:ext>
                </a:extLst>
              </p:cNvPr>
              <p:cNvSpPr/>
              <p:nvPr/>
            </p:nvSpPr>
            <p:spPr>
              <a:xfrm>
                <a:off x="4243241" y="5936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6" name="Freeform 44285">
                <a:extLst>
                  <a:ext uri="{FF2B5EF4-FFF2-40B4-BE49-F238E27FC236}">
                    <a16:creationId xmlns:a16="http://schemas.microsoft.com/office/drawing/2014/main" id="{BFEBC118-2A83-1F5D-141D-99783CD3860D}"/>
                  </a:ext>
                </a:extLst>
              </p:cNvPr>
              <p:cNvSpPr/>
              <p:nvPr/>
            </p:nvSpPr>
            <p:spPr>
              <a:xfrm>
                <a:off x="4243737" y="5978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7" name="Freeform 44286">
                <a:extLst>
                  <a:ext uri="{FF2B5EF4-FFF2-40B4-BE49-F238E27FC236}">
                    <a16:creationId xmlns:a16="http://schemas.microsoft.com/office/drawing/2014/main" id="{E627003F-E6E3-372F-EA86-D3241846EA73}"/>
                  </a:ext>
                </a:extLst>
              </p:cNvPr>
              <p:cNvSpPr/>
              <p:nvPr/>
            </p:nvSpPr>
            <p:spPr>
              <a:xfrm>
                <a:off x="4244332" y="5982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8" name="Freeform 44287">
                <a:extLst>
                  <a:ext uri="{FF2B5EF4-FFF2-40B4-BE49-F238E27FC236}">
                    <a16:creationId xmlns:a16="http://schemas.microsoft.com/office/drawing/2014/main" id="{C94F10EE-D103-8DBA-D1E8-0BA861B32610}"/>
                  </a:ext>
                </a:extLst>
              </p:cNvPr>
              <p:cNvSpPr/>
              <p:nvPr/>
            </p:nvSpPr>
            <p:spPr>
              <a:xfrm>
                <a:off x="4244828" y="5982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89" name="Freeform 44288">
                <a:extLst>
                  <a:ext uri="{FF2B5EF4-FFF2-40B4-BE49-F238E27FC236}">
                    <a16:creationId xmlns:a16="http://schemas.microsoft.com/office/drawing/2014/main" id="{EE0FBB89-5702-589D-54A6-C6A1B537888C}"/>
                  </a:ext>
                </a:extLst>
              </p:cNvPr>
              <p:cNvSpPr/>
              <p:nvPr/>
            </p:nvSpPr>
            <p:spPr>
              <a:xfrm>
                <a:off x="4245324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0" name="Freeform 44289">
                <a:extLst>
                  <a:ext uri="{FF2B5EF4-FFF2-40B4-BE49-F238E27FC236}">
                    <a16:creationId xmlns:a16="http://schemas.microsoft.com/office/drawing/2014/main" id="{A1E6B2F8-1712-7F67-7376-EC9517EEBBC1}"/>
                  </a:ext>
                </a:extLst>
              </p:cNvPr>
              <p:cNvSpPr/>
              <p:nvPr/>
            </p:nvSpPr>
            <p:spPr>
              <a:xfrm>
                <a:off x="4245920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1" name="Freeform 44290">
                <a:extLst>
                  <a:ext uri="{FF2B5EF4-FFF2-40B4-BE49-F238E27FC236}">
                    <a16:creationId xmlns:a16="http://schemas.microsoft.com/office/drawing/2014/main" id="{6FBDCC50-E431-5DF2-126E-EE77F65437C6}"/>
                  </a:ext>
                </a:extLst>
              </p:cNvPr>
              <p:cNvSpPr/>
              <p:nvPr/>
            </p:nvSpPr>
            <p:spPr>
              <a:xfrm>
                <a:off x="4246416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2" name="Freeform 44291">
                <a:extLst>
                  <a:ext uri="{FF2B5EF4-FFF2-40B4-BE49-F238E27FC236}">
                    <a16:creationId xmlns:a16="http://schemas.microsoft.com/office/drawing/2014/main" id="{7D1A46D1-4005-9A59-C368-7F824E7E82CC}"/>
                  </a:ext>
                </a:extLst>
              </p:cNvPr>
              <p:cNvSpPr/>
              <p:nvPr/>
            </p:nvSpPr>
            <p:spPr>
              <a:xfrm>
                <a:off x="4246912" y="5979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3" name="Freeform 44292">
                <a:extLst>
                  <a:ext uri="{FF2B5EF4-FFF2-40B4-BE49-F238E27FC236}">
                    <a16:creationId xmlns:a16="http://schemas.microsoft.com/office/drawing/2014/main" id="{A1E88E9D-1F13-4AA8-CD1C-CD10BD2F83E4}"/>
                  </a:ext>
                </a:extLst>
              </p:cNvPr>
              <p:cNvSpPr/>
              <p:nvPr/>
            </p:nvSpPr>
            <p:spPr>
              <a:xfrm>
                <a:off x="4247408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4" name="Freeform 44293">
                <a:extLst>
                  <a:ext uri="{FF2B5EF4-FFF2-40B4-BE49-F238E27FC236}">
                    <a16:creationId xmlns:a16="http://schemas.microsoft.com/office/drawing/2014/main" id="{14384514-A693-C2B3-47F2-B7AB6F7F972A}"/>
                  </a:ext>
                </a:extLst>
              </p:cNvPr>
              <p:cNvSpPr/>
              <p:nvPr/>
            </p:nvSpPr>
            <p:spPr>
              <a:xfrm>
                <a:off x="4248003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5" name="Freeform 44294">
                <a:extLst>
                  <a:ext uri="{FF2B5EF4-FFF2-40B4-BE49-F238E27FC236}">
                    <a16:creationId xmlns:a16="http://schemas.microsoft.com/office/drawing/2014/main" id="{64E078EA-0D7F-4901-9C53-E389C1B371B7}"/>
                  </a:ext>
                </a:extLst>
              </p:cNvPr>
              <p:cNvSpPr/>
              <p:nvPr/>
            </p:nvSpPr>
            <p:spPr>
              <a:xfrm>
                <a:off x="4248499" y="5847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6" name="Freeform 44295">
                <a:extLst>
                  <a:ext uri="{FF2B5EF4-FFF2-40B4-BE49-F238E27FC236}">
                    <a16:creationId xmlns:a16="http://schemas.microsoft.com/office/drawing/2014/main" id="{C8088250-BB05-4EF0-E16E-65CCD19056BE}"/>
                  </a:ext>
                </a:extLst>
              </p:cNvPr>
              <p:cNvSpPr/>
              <p:nvPr/>
            </p:nvSpPr>
            <p:spPr>
              <a:xfrm>
                <a:off x="4248995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7" name="Freeform 44296">
                <a:extLst>
                  <a:ext uri="{FF2B5EF4-FFF2-40B4-BE49-F238E27FC236}">
                    <a16:creationId xmlns:a16="http://schemas.microsoft.com/office/drawing/2014/main" id="{94261E8A-15ED-78D7-5389-4F1589CE0095}"/>
                  </a:ext>
                </a:extLst>
              </p:cNvPr>
              <p:cNvSpPr/>
              <p:nvPr/>
            </p:nvSpPr>
            <p:spPr>
              <a:xfrm>
                <a:off x="4249591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8" name="Freeform 44297">
                <a:extLst>
                  <a:ext uri="{FF2B5EF4-FFF2-40B4-BE49-F238E27FC236}">
                    <a16:creationId xmlns:a16="http://schemas.microsoft.com/office/drawing/2014/main" id="{34B4A9DF-DD29-AB74-E31D-5617E4E58F2C}"/>
                  </a:ext>
                </a:extLst>
              </p:cNvPr>
              <p:cNvSpPr/>
              <p:nvPr/>
            </p:nvSpPr>
            <p:spPr>
              <a:xfrm>
                <a:off x="4250087" y="5853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99" name="Freeform 44298">
                <a:extLst>
                  <a:ext uri="{FF2B5EF4-FFF2-40B4-BE49-F238E27FC236}">
                    <a16:creationId xmlns:a16="http://schemas.microsoft.com/office/drawing/2014/main" id="{F656A4E2-7E6B-4E6F-4936-D7D5475123C4}"/>
                  </a:ext>
                </a:extLst>
              </p:cNvPr>
              <p:cNvSpPr/>
              <p:nvPr/>
            </p:nvSpPr>
            <p:spPr>
              <a:xfrm>
                <a:off x="4250583" y="5852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0" name="Freeform 44299">
                <a:extLst>
                  <a:ext uri="{FF2B5EF4-FFF2-40B4-BE49-F238E27FC236}">
                    <a16:creationId xmlns:a16="http://schemas.microsoft.com/office/drawing/2014/main" id="{F13CBE1F-E9DE-C29E-508F-A7727C155942}"/>
                  </a:ext>
                </a:extLst>
              </p:cNvPr>
              <p:cNvSpPr/>
              <p:nvPr/>
            </p:nvSpPr>
            <p:spPr>
              <a:xfrm>
                <a:off x="4251178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1" name="Freeform 44300">
                <a:extLst>
                  <a:ext uri="{FF2B5EF4-FFF2-40B4-BE49-F238E27FC236}">
                    <a16:creationId xmlns:a16="http://schemas.microsoft.com/office/drawing/2014/main" id="{D94B6836-0381-4F70-E23A-731A744546DD}"/>
                  </a:ext>
                </a:extLst>
              </p:cNvPr>
              <p:cNvSpPr/>
              <p:nvPr/>
            </p:nvSpPr>
            <p:spPr>
              <a:xfrm>
                <a:off x="4251674" y="5846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2" name="Freeform 44301">
                <a:extLst>
                  <a:ext uri="{FF2B5EF4-FFF2-40B4-BE49-F238E27FC236}">
                    <a16:creationId xmlns:a16="http://schemas.microsoft.com/office/drawing/2014/main" id="{6AF1C5F9-A49B-6650-7085-B576E106262B}"/>
                  </a:ext>
                </a:extLst>
              </p:cNvPr>
              <p:cNvSpPr/>
              <p:nvPr/>
            </p:nvSpPr>
            <p:spPr>
              <a:xfrm>
                <a:off x="4252170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3" name="Freeform 44302">
                <a:extLst>
                  <a:ext uri="{FF2B5EF4-FFF2-40B4-BE49-F238E27FC236}">
                    <a16:creationId xmlns:a16="http://schemas.microsoft.com/office/drawing/2014/main" id="{AD853827-016A-137C-638E-E6191B68417C}"/>
                  </a:ext>
                </a:extLst>
              </p:cNvPr>
              <p:cNvSpPr/>
              <p:nvPr/>
            </p:nvSpPr>
            <p:spPr>
              <a:xfrm>
                <a:off x="4252766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4" name="Freeform 44303">
                <a:extLst>
                  <a:ext uri="{FF2B5EF4-FFF2-40B4-BE49-F238E27FC236}">
                    <a16:creationId xmlns:a16="http://schemas.microsoft.com/office/drawing/2014/main" id="{C9F88B29-BED4-4037-826D-C0D323605A71}"/>
                  </a:ext>
                </a:extLst>
              </p:cNvPr>
              <p:cNvSpPr/>
              <p:nvPr/>
            </p:nvSpPr>
            <p:spPr>
              <a:xfrm>
                <a:off x="4253262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5" name="Freeform 44304">
                <a:extLst>
                  <a:ext uri="{FF2B5EF4-FFF2-40B4-BE49-F238E27FC236}">
                    <a16:creationId xmlns:a16="http://schemas.microsoft.com/office/drawing/2014/main" id="{E5356BB7-468E-35E3-01AF-DE4460C0F6E7}"/>
                  </a:ext>
                </a:extLst>
              </p:cNvPr>
              <p:cNvSpPr/>
              <p:nvPr/>
            </p:nvSpPr>
            <p:spPr>
              <a:xfrm>
                <a:off x="4253758" y="5767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6" name="Freeform 44305">
                <a:extLst>
                  <a:ext uri="{FF2B5EF4-FFF2-40B4-BE49-F238E27FC236}">
                    <a16:creationId xmlns:a16="http://schemas.microsoft.com/office/drawing/2014/main" id="{9CF92C6B-0B3D-CDF4-2910-CB2C95827AFA}"/>
                  </a:ext>
                </a:extLst>
              </p:cNvPr>
              <p:cNvSpPr/>
              <p:nvPr/>
            </p:nvSpPr>
            <p:spPr>
              <a:xfrm>
                <a:off x="4254353" y="576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7" name="Freeform 44306">
                <a:extLst>
                  <a:ext uri="{FF2B5EF4-FFF2-40B4-BE49-F238E27FC236}">
                    <a16:creationId xmlns:a16="http://schemas.microsoft.com/office/drawing/2014/main" id="{C5BE7DA1-BEA1-C7E3-6BC7-0596AA1D3103}"/>
                  </a:ext>
                </a:extLst>
              </p:cNvPr>
              <p:cNvSpPr/>
              <p:nvPr/>
            </p:nvSpPr>
            <p:spPr>
              <a:xfrm>
                <a:off x="4254849" y="5774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8" name="Freeform 44307">
                <a:extLst>
                  <a:ext uri="{FF2B5EF4-FFF2-40B4-BE49-F238E27FC236}">
                    <a16:creationId xmlns:a16="http://schemas.microsoft.com/office/drawing/2014/main" id="{83E1061E-F884-F946-D83C-895962EE5FBB}"/>
                  </a:ext>
                </a:extLst>
              </p:cNvPr>
              <p:cNvSpPr/>
              <p:nvPr/>
            </p:nvSpPr>
            <p:spPr>
              <a:xfrm>
                <a:off x="4255345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09" name="Freeform 44308">
                <a:extLst>
                  <a:ext uri="{FF2B5EF4-FFF2-40B4-BE49-F238E27FC236}">
                    <a16:creationId xmlns:a16="http://schemas.microsoft.com/office/drawing/2014/main" id="{BAF30592-A3D4-E00D-ECB6-15C50487E008}"/>
                  </a:ext>
                </a:extLst>
              </p:cNvPr>
              <p:cNvSpPr/>
              <p:nvPr/>
            </p:nvSpPr>
            <p:spPr>
              <a:xfrm>
                <a:off x="4255941" y="5920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0" name="Freeform 44309">
                <a:extLst>
                  <a:ext uri="{FF2B5EF4-FFF2-40B4-BE49-F238E27FC236}">
                    <a16:creationId xmlns:a16="http://schemas.microsoft.com/office/drawing/2014/main" id="{88ABC4F8-7B67-430B-4DA7-2A7D934E4047}"/>
                  </a:ext>
                </a:extLst>
              </p:cNvPr>
              <p:cNvSpPr/>
              <p:nvPr/>
            </p:nvSpPr>
            <p:spPr>
              <a:xfrm>
                <a:off x="4256437" y="5960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1" name="Freeform 44310">
                <a:extLst>
                  <a:ext uri="{FF2B5EF4-FFF2-40B4-BE49-F238E27FC236}">
                    <a16:creationId xmlns:a16="http://schemas.microsoft.com/office/drawing/2014/main" id="{C716A1EE-5E92-94C5-32D2-204A3CDA2F04}"/>
                  </a:ext>
                </a:extLst>
              </p:cNvPr>
              <p:cNvSpPr/>
              <p:nvPr/>
            </p:nvSpPr>
            <p:spPr>
              <a:xfrm>
                <a:off x="4256933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2" name="Freeform 44311">
                <a:extLst>
                  <a:ext uri="{FF2B5EF4-FFF2-40B4-BE49-F238E27FC236}">
                    <a16:creationId xmlns:a16="http://schemas.microsoft.com/office/drawing/2014/main" id="{117CF79F-1126-2E96-D9AB-8C9484C2A786}"/>
                  </a:ext>
                </a:extLst>
              </p:cNvPr>
              <p:cNvSpPr/>
              <p:nvPr/>
            </p:nvSpPr>
            <p:spPr>
              <a:xfrm>
                <a:off x="4257528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3" name="Freeform 44312">
                <a:extLst>
                  <a:ext uri="{FF2B5EF4-FFF2-40B4-BE49-F238E27FC236}">
                    <a16:creationId xmlns:a16="http://schemas.microsoft.com/office/drawing/2014/main" id="{CE5CACB2-962B-E0D5-3F72-E59E5DCC8E62}"/>
                  </a:ext>
                </a:extLst>
              </p:cNvPr>
              <p:cNvSpPr/>
              <p:nvPr/>
            </p:nvSpPr>
            <p:spPr>
              <a:xfrm>
                <a:off x="4258024" y="5971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4" name="Freeform 44313">
                <a:extLst>
                  <a:ext uri="{FF2B5EF4-FFF2-40B4-BE49-F238E27FC236}">
                    <a16:creationId xmlns:a16="http://schemas.microsoft.com/office/drawing/2014/main" id="{4EE27D89-843C-5A9A-E251-0EDB38D31EE9}"/>
                  </a:ext>
                </a:extLst>
              </p:cNvPr>
              <p:cNvSpPr/>
              <p:nvPr/>
            </p:nvSpPr>
            <p:spPr>
              <a:xfrm>
                <a:off x="4258520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5" name="Freeform 44314">
                <a:extLst>
                  <a:ext uri="{FF2B5EF4-FFF2-40B4-BE49-F238E27FC236}">
                    <a16:creationId xmlns:a16="http://schemas.microsoft.com/office/drawing/2014/main" id="{CB01F065-7F69-5250-C706-B812044AC061}"/>
                  </a:ext>
                </a:extLst>
              </p:cNvPr>
              <p:cNvSpPr/>
              <p:nvPr/>
            </p:nvSpPr>
            <p:spPr>
              <a:xfrm>
                <a:off x="4259116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6" name="Freeform 44315">
                <a:extLst>
                  <a:ext uri="{FF2B5EF4-FFF2-40B4-BE49-F238E27FC236}">
                    <a16:creationId xmlns:a16="http://schemas.microsoft.com/office/drawing/2014/main" id="{AEE0F3AD-7DA3-48D7-8753-1F4B69EF5F3F}"/>
                  </a:ext>
                </a:extLst>
              </p:cNvPr>
              <p:cNvSpPr/>
              <p:nvPr/>
            </p:nvSpPr>
            <p:spPr>
              <a:xfrm>
                <a:off x="4259612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7" name="Freeform 44316">
                <a:extLst>
                  <a:ext uri="{FF2B5EF4-FFF2-40B4-BE49-F238E27FC236}">
                    <a16:creationId xmlns:a16="http://schemas.microsoft.com/office/drawing/2014/main" id="{F742B138-BA28-44D3-94B7-63E5EE6FAB47}"/>
                  </a:ext>
                </a:extLst>
              </p:cNvPr>
              <p:cNvSpPr/>
              <p:nvPr/>
            </p:nvSpPr>
            <p:spPr>
              <a:xfrm>
                <a:off x="4260108" y="591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8" name="Freeform 44317">
                <a:extLst>
                  <a:ext uri="{FF2B5EF4-FFF2-40B4-BE49-F238E27FC236}">
                    <a16:creationId xmlns:a16="http://schemas.microsoft.com/office/drawing/2014/main" id="{06A2891D-9A3B-8A45-8CF2-888D904E3893}"/>
                  </a:ext>
                </a:extLst>
              </p:cNvPr>
              <p:cNvSpPr/>
              <p:nvPr/>
            </p:nvSpPr>
            <p:spPr>
              <a:xfrm>
                <a:off x="4260604" y="5834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19" name="Freeform 44318">
                <a:extLst>
                  <a:ext uri="{FF2B5EF4-FFF2-40B4-BE49-F238E27FC236}">
                    <a16:creationId xmlns:a16="http://schemas.microsoft.com/office/drawing/2014/main" id="{AF78DF43-DB9C-A6AA-2F33-9A67E40E0A4E}"/>
                  </a:ext>
                </a:extLst>
              </p:cNvPr>
              <p:cNvSpPr/>
              <p:nvPr/>
            </p:nvSpPr>
            <p:spPr>
              <a:xfrm>
                <a:off x="4261199" y="5846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0" name="Freeform 44319">
                <a:extLst>
                  <a:ext uri="{FF2B5EF4-FFF2-40B4-BE49-F238E27FC236}">
                    <a16:creationId xmlns:a16="http://schemas.microsoft.com/office/drawing/2014/main" id="{51CD4911-E439-2050-FB03-54D219025D8C}"/>
                  </a:ext>
                </a:extLst>
              </p:cNvPr>
              <p:cNvSpPr/>
              <p:nvPr/>
            </p:nvSpPr>
            <p:spPr>
              <a:xfrm>
                <a:off x="4261695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1" name="Freeform 44320">
                <a:extLst>
                  <a:ext uri="{FF2B5EF4-FFF2-40B4-BE49-F238E27FC236}">
                    <a16:creationId xmlns:a16="http://schemas.microsoft.com/office/drawing/2014/main" id="{69DA14C2-FAFF-F43E-C49D-791AA3C1039A}"/>
                  </a:ext>
                </a:extLst>
              </p:cNvPr>
              <p:cNvSpPr/>
              <p:nvPr/>
            </p:nvSpPr>
            <p:spPr>
              <a:xfrm>
                <a:off x="4262191" y="5857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2" name="Freeform 44321">
                <a:extLst>
                  <a:ext uri="{FF2B5EF4-FFF2-40B4-BE49-F238E27FC236}">
                    <a16:creationId xmlns:a16="http://schemas.microsoft.com/office/drawing/2014/main" id="{24CCD37D-2910-1FA5-8A39-994FC17A4AB1}"/>
                  </a:ext>
                </a:extLst>
              </p:cNvPr>
              <p:cNvSpPr/>
              <p:nvPr/>
            </p:nvSpPr>
            <p:spPr>
              <a:xfrm>
                <a:off x="4262787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3" name="Freeform 44322">
                <a:extLst>
                  <a:ext uri="{FF2B5EF4-FFF2-40B4-BE49-F238E27FC236}">
                    <a16:creationId xmlns:a16="http://schemas.microsoft.com/office/drawing/2014/main" id="{28A5CCFB-9687-38E9-263C-75B80B506BAE}"/>
                  </a:ext>
                </a:extLst>
              </p:cNvPr>
              <p:cNvSpPr/>
              <p:nvPr/>
            </p:nvSpPr>
            <p:spPr>
              <a:xfrm>
                <a:off x="4263283" y="5849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4" name="Freeform 44323">
                <a:extLst>
                  <a:ext uri="{FF2B5EF4-FFF2-40B4-BE49-F238E27FC236}">
                    <a16:creationId xmlns:a16="http://schemas.microsoft.com/office/drawing/2014/main" id="{CF23FEDA-B678-BF2B-58C7-3DA68AFC09DE}"/>
                  </a:ext>
                </a:extLst>
              </p:cNvPr>
              <p:cNvSpPr/>
              <p:nvPr/>
            </p:nvSpPr>
            <p:spPr>
              <a:xfrm>
                <a:off x="4263779" y="5851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5" name="Freeform 44324">
                <a:extLst>
                  <a:ext uri="{FF2B5EF4-FFF2-40B4-BE49-F238E27FC236}">
                    <a16:creationId xmlns:a16="http://schemas.microsoft.com/office/drawing/2014/main" id="{AC11591C-4FFF-6B29-913C-556BA9FCADEE}"/>
                  </a:ext>
                </a:extLst>
              </p:cNvPr>
              <p:cNvSpPr/>
              <p:nvPr/>
            </p:nvSpPr>
            <p:spPr>
              <a:xfrm>
                <a:off x="4264374" y="584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6" name="Freeform 44325">
                <a:extLst>
                  <a:ext uri="{FF2B5EF4-FFF2-40B4-BE49-F238E27FC236}">
                    <a16:creationId xmlns:a16="http://schemas.microsoft.com/office/drawing/2014/main" id="{633DF985-F3CC-1D99-DE6E-05D523715DEB}"/>
                  </a:ext>
                </a:extLst>
              </p:cNvPr>
              <p:cNvSpPr/>
              <p:nvPr/>
            </p:nvSpPr>
            <p:spPr>
              <a:xfrm>
                <a:off x="4264870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7" name="Freeform 44326">
                <a:extLst>
                  <a:ext uri="{FF2B5EF4-FFF2-40B4-BE49-F238E27FC236}">
                    <a16:creationId xmlns:a16="http://schemas.microsoft.com/office/drawing/2014/main" id="{70CDFACD-90E6-BB29-8F98-CE9744C7DAD2}"/>
                  </a:ext>
                </a:extLst>
              </p:cNvPr>
              <p:cNvSpPr/>
              <p:nvPr/>
            </p:nvSpPr>
            <p:spPr>
              <a:xfrm>
                <a:off x="4265366" y="5781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8" name="Freeform 44327">
                <a:extLst>
                  <a:ext uri="{FF2B5EF4-FFF2-40B4-BE49-F238E27FC236}">
                    <a16:creationId xmlns:a16="http://schemas.microsoft.com/office/drawing/2014/main" id="{40CBFB16-AC74-50F9-E710-0F05B57BE8AC}"/>
                  </a:ext>
                </a:extLst>
              </p:cNvPr>
              <p:cNvSpPr/>
              <p:nvPr/>
            </p:nvSpPr>
            <p:spPr>
              <a:xfrm>
                <a:off x="4265962" y="5763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29" name="Freeform 44328">
                <a:extLst>
                  <a:ext uri="{FF2B5EF4-FFF2-40B4-BE49-F238E27FC236}">
                    <a16:creationId xmlns:a16="http://schemas.microsoft.com/office/drawing/2014/main" id="{B4E17F91-F4D0-4450-43AD-1FAEF1898219}"/>
                  </a:ext>
                </a:extLst>
              </p:cNvPr>
              <p:cNvSpPr/>
              <p:nvPr/>
            </p:nvSpPr>
            <p:spPr>
              <a:xfrm>
                <a:off x="4266458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0" name="Freeform 44329">
                <a:extLst>
                  <a:ext uri="{FF2B5EF4-FFF2-40B4-BE49-F238E27FC236}">
                    <a16:creationId xmlns:a16="http://schemas.microsoft.com/office/drawing/2014/main" id="{B6526510-3F33-716A-A840-A60A1C475A02}"/>
                  </a:ext>
                </a:extLst>
              </p:cNvPr>
              <p:cNvSpPr/>
              <p:nvPr/>
            </p:nvSpPr>
            <p:spPr>
              <a:xfrm>
                <a:off x="4266954" y="5790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1" name="Freeform 44330">
                <a:extLst>
                  <a:ext uri="{FF2B5EF4-FFF2-40B4-BE49-F238E27FC236}">
                    <a16:creationId xmlns:a16="http://schemas.microsoft.com/office/drawing/2014/main" id="{F7CF08F2-5DF2-454E-5D91-03C3A0968578}"/>
                  </a:ext>
                </a:extLst>
              </p:cNvPr>
              <p:cNvSpPr/>
              <p:nvPr/>
            </p:nvSpPr>
            <p:spPr>
              <a:xfrm>
                <a:off x="4267549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2" name="Freeform 44331">
                <a:extLst>
                  <a:ext uri="{FF2B5EF4-FFF2-40B4-BE49-F238E27FC236}">
                    <a16:creationId xmlns:a16="http://schemas.microsoft.com/office/drawing/2014/main" id="{5F8AFD01-E3B3-228B-5665-99E3130BCE81}"/>
                  </a:ext>
                </a:extLst>
              </p:cNvPr>
              <p:cNvSpPr/>
              <p:nvPr/>
            </p:nvSpPr>
            <p:spPr>
              <a:xfrm>
                <a:off x="4268045" y="579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3" name="Freeform 44332">
                <a:extLst>
                  <a:ext uri="{FF2B5EF4-FFF2-40B4-BE49-F238E27FC236}">
                    <a16:creationId xmlns:a16="http://schemas.microsoft.com/office/drawing/2014/main" id="{6FFAFEDB-96DD-FEEA-0436-A2E7C0256BC8}"/>
                  </a:ext>
                </a:extLst>
              </p:cNvPr>
              <p:cNvSpPr/>
              <p:nvPr/>
            </p:nvSpPr>
            <p:spPr>
              <a:xfrm>
                <a:off x="4268541" y="596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4" name="Freeform 44333">
                <a:extLst>
                  <a:ext uri="{FF2B5EF4-FFF2-40B4-BE49-F238E27FC236}">
                    <a16:creationId xmlns:a16="http://schemas.microsoft.com/office/drawing/2014/main" id="{167CEC99-FF26-A2D2-F4BB-250A5EFECA09}"/>
                  </a:ext>
                </a:extLst>
              </p:cNvPr>
              <p:cNvSpPr/>
              <p:nvPr/>
            </p:nvSpPr>
            <p:spPr>
              <a:xfrm>
                <a:off x="4269137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5" name="Freeform 44334">
                <a:extLst>
                  <a:ext uri="{FF2B5EF4-FFF2-40B4-BE49-F238E27FC236}">
                    <a16:creationId xmlns:a16="http://schemas.microsoft.com/office/drawing/2014/main" id="{D0C471DA-AAFD-AAD6-5BF1-F8578CA756E0}"/>
                  </a:ext>
                </a:extLst>
              </p:cNvPr>
              <p:cNvSpPr/>
              <p:nvPr/>
            </p:nvSpPr>
            <p:spPr>
              <a:xfrm>
                <a:off x="4269633" y="5988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6" name="Freeform 44335">
                <a:extLst>
                  <a:ext uri="{FF2B5EF4-FFF2-40B4-BE49-F238E27FC236}">
                    <a16:creationId xmlns:a16="http://schemas.microsoft.com/office/drawing/2014/main" id="{594F992F-CAF2-0A00-5DA3-6B128D60792A}"/>
                  </a:ext>
                </a:extLst>
              </p:cNvPr>
              <p:cNvSpPr/>
              <p:nvPr/>
            </p:nvSpPr>
            <p:spPr>
              <a:xfrm>
                <a:off x="4270129" y="5989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7" name="Freeform 44336">
                <a:extLst>
                  <a:ext uri="{FF2B5EF4-FFF2-40B4-BE49-F238E27FC236}">
                    <a16:creationId xmlns:a16="http://schemas.microsoft.com/office/drawing/2014/main" id="{CF8966A5-35FE-6159-2C4F-E406A890CB3D}"/>
                  </a:ext>
                </a:extLst>
              </p:cNvPr>
              <p:cNvSpPr/>
              <p:nvPr/>
            </p:nvSpPr>
            <p:spPr>
              <a:xfrm>
                <a:off x="4270724" y="5989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8" name="Freeform 44337">
                <a:extLst>
                  <a:ext uri="{FF2B5EF4-FFF2-40B4-BE49-F238E27FC236}">
                    <a16:creationId xmlns:a16="http://schemas.microsoft.com/office/drawing/2014/main" id="{BB32DA18-A5E9-3133-2FAD-C048A8FE5280}"/>
                  </a:ext>
                </a:extLst>
              </p:cNvPr>
              <p:cNvSpPr/>
              <p:nvPr/>
            </p:nvSpPr>
            <p:spPr>
              <a:xfrm>
                <a:off x="4271220" y="5990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39" name="Freeform 44338">
                <a:extLst>
                  <a:ext uri="{FF2B5EF4-FFF2-40B4-BE49-F238E27FC236}">
                    <a16:creationId xmlns:a16="http://schemas.microsoft.com/office/drawing/2014/main" id="{99BC465B-35A9-F484-3027-E1C26EA74A2B}"/>
                  </a:ext>
                </a:extLst>
              </p:cNvPr>
              <p:cNvSpPr/>
              <p:nvPr/>
            </p:nvSpPr>
            <p:spPr>
              <a:xfrm>
                <a:off x="4271716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0" name="Freeform 44339">
                <a:extLst>
                  <a:ext uri="{FF2B5EF4-FFF2-40B4-BE49-F238E27FC236}">
                    <a16:creationId xmlns:a16="http://schemas.microsoft.com/office/drawing/2014/main" id="{4DA19D51-EBCD-67E7-35FE-1CB3DD150D47}"/>
                  </a:ext>
                </a:extLst>
              </p:cNvPr>
              <p:cNvSpPr/>
              <p:nvPr/>
            </p:nvSpPr>
            <p:spPr>
              <a:xfrm>
                <a:off x="4272213" y="5982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1" name="Freeform 44340">
                <a:extLst>
                  <a:ext uri="{FF2B5EF4-FFF2-40B4-BE49-F238E27FC236}">
                    <a16:creationId xmlns:a16="http://schemas.microsoft.com/office/drawing/2014/main" id="{8833DB34-B09A-A264-8B6D-2FDCCFAA1501}"/>
                  </a:ext>
                </a:extLst>
              </p:cNvPr>
              <p:cNvSpPr/>
              <p:nvPr/>
            </p:nvSpPr>
            <p:spPr>
              <a:xfrm>
                <a:off x="4272808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2" name="Freeform 44341">
                <a:extLst>
                  <a:ext uri="{FF2B5EF4-FFF2-40B4-BE49-F238E27FC236}">
                    <a16:creationId xmlns:a16="http://schemas.microsoft.com/office/drawing/2014/main" id="{03DBD23E-D53D-287E-FD22-623AC69E34B4}"/>
                  </a:ext>
                </a:extLst>
              </p:cNvPr>
              <p:cNvSpPr/>
              <p:nvPr/>
            </p:nvSpPr>
            <p:spPr>
              <a:xfrm>
                <a:off x="4273304" y="5874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3" name="Freeform 44342">
                <a:extLst>
                  <a:ext uri="{FF2B5EF4-FFF2-40B4-BE49-F238E27FC236}">
                    <a16:creationId xmlns:a16="http://schemas.microsoft.com/office/drawing/2014/main" id="{D2E8971E-AC53-2FB7-F341-6A59F6A29F35}"/>
                  </a:ext>
                </a:extLst>
              </p:cNvPr>
              <p:cNvSpPr/>
              <p:nvPr/>
            </p:nvSpPr>
            <p:spPr>
              <a:xfrm>
                <a:off x="4273800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4" name="Freeform 44343">
                <a:extLst>
                  <a:ext uri="{FF2B5EF4-FFF2-40B4-BE49-F238E27FC236}">
                    <a16:creationId xmlns:a16="http://schemas.microsoft.com/office/drawing/2014/main" id="{4844B0CC-C8E4-8B60-FDD6-B4688317E736}"/>
                  </a:ext>
                </a:extLst>
              </p:cNvPr>
              <p:cNvSpPr/>
              <p:nvPr/>
            </p:nvSpPr>
            <p:spPr>
              <a:xfrm>
                <a:off x="4274395" y="588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5" name="Freeform 44344">
                <a:extLst>
                  <a:ext uri="{FF2B5EF4-FFF2-40B4-BE49-F238E27FC236}">
                    <a16:creationId xmlns:a16="http://schemas.microsoft.com/office/drawing/2014/main" id="{A6F22A11-1642-9C5C-283E-2232225CF14A}"/>
                  </a:ext>
                </a:extLst>
              </p:cNvPr>
              <p:cNvSpPr/>
              <p:nvPr/>
            </p:nvSpPr>
            <p:spPr>
              <a:xfrm>
                <a:off x="4274891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6" name="Freeform 44345">
                <a:extLst>
                  <a:ext uri="{FF2B5EF4-FFF2-40B4-BE49-F238E27FC236}">
                    <a16:creationId xmlns:a16="http://schemas.microsoft.com/office/drawing/2014/main" id="{76490583-939C-F817-4917-4057F77F253C}"/>
                  </a:ext>
                </a:extLst>
              </p:cNvPr>
              <p:cNvSpPr/>
              <p:nvPr/>
            </p:nvSpPr>
            <p:spPr>
              <a:xfrm>
                <a:off x="4275388" y="587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7" name="Freeform 44346">
                <a:extLst>
                  <a:ext uri="{FF2B5EF4-FFF2-40B4-BE49-F238E27FC236}">
                    <a16:creationId xmlns:a16="http://schemas.microsoft.com/office/drawing/2014/main" id="{06AD6007-65BD-1044-8AEC-DBBB5599073B}"/>
                  </a:ext>
                </a:extLst>
              </p:cNvPr>
              <p:cNvSpPr/>
              <p:nvPr/>
            </p:nvSpPr>
            <p:spPr>
              <a:xfrm>
                <a:off x="4275983" y="5874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8" name="Freeform 44347">
                <a:extLst>
                  <a:ext uri="{FF2B5EF4-FFF2-40B4-BE49-F238E27FC236}">
                    <a16:creationId xmlns:a16="http://schemas.microsoft.com/office/drawing/2014/main" id="{88FD8C04-18F8-D32E-56A7-6B0B9F66F5B0}"/>
                  </a:ext>
                </a:extLst>
              </p:cNvPr>
              <p:cNvSpPr/>
              <p:nvPr/>
            </p:nvSpPr>
            <p:spPr>
              <a:xfrm>
                <a:off x="4276479" y="5871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49" name="Freeform 44348">
                <a:extLst>
                  <a:ext uri="{FF2B5EF4-FFF2-40B4-BE49-F238E27FC236}">
                    <a16:creationId xmlns:a16="http://schemas.microsoft.com/office/drawing/2014/main" id="{CAE26D9A-AE99-B1A6-12F0-8F49C3537BD3}"/>
                  </a:ext>
                </a:extLst>
              </p:cNvPr>
              <p:cNvSpPr/>
              <p:nvPr/>
            </p:nvSpPr>
            <p:spPr>
              <a:xfrm>
                <a:off x="4276975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0" name="Freeform 44349">
                <a:extLst>
                  <a:ext uri="{FF2B5EF4-FFF2-40B4-BE49-F238E27FC236}">
                    <a16:creationId xmlns:a16="http://schemas.microsoft.com/office/drawing/2014/main" id="{D6CFC910-C850-6B91-7950-2E6A70D7696F}"/>
                  </a:ext>
                </a:extLst>
              </p:cNvPr>
              <p:cNvSpPr/>
              <p:nvPr/>
            </p:nvSpPr>
            <p:spPr>
              <a:xfrm>
                <a:off x="4277570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1" name="Freeform 44350">
                <a:extLst>
                  <a:ext uri="{FF2B5EF4-FFF2-40B4-BE49-F238E27FC236}">
                    <a16:creationId xmlns:a16="http://schemas.microsoft.com/office/drawing/2014/main" id="{C7012F74-646C-F0B0-8200-44FE53A689D3}"/>
                  </a:ext>
                </a:extLst>
              </p:cNvPr>
              <p:cNvSpPr/>
              <p:nvPr/>
            </p:nvSpPr>
            <p:spPr>
              <a:xfrm>
                <a:off x="4278066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2" name="Freeform 44351">
                <a:extLst>
                  <a:ext uri="{FF2B5EF4-FFF2-40B4-BE49-F238E27FC236}">
                    <a16:creationId xmlns:a16="http://schemas.microsoft.com/office/drawing/2014/main" id="{FE310D69-3AB6-C0AD-F450-6BC0E8FBBAC4}"/>
                  </a:ext>
                </a:extLst>
              </p:cNvPr>
              <p:cNvSpPr/>
              <p:nvPr/>
            </p:nvSpPr>
            <p:spPr>
              <a:xfrm>
                <a:off x="4278563" y="5815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3" name="Freeform 44352">
                <a:extLst>
                  <a:ext uri="{FF2B5EF4-FFF2-40B4-BE49-F238E27FC236}">
                    <a16:creationId xmlns:a16="http://schemas.microsoft.com/office/drawing/2014/main" id="{2F09E1F6-8ABD-A5D1-0759-D06BA3EEBDF7}"/>
                  </a:ext>
                </a:extLst>
              </p:cNvPr>
              <p:cNvSpPr/>
              <p:nvPr/>
            </p:nvSpPr>
            <p:spPr>
              <a:xfrm>
                <a:off x="4279158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4" name="Freeform 44353">
                <a:extLst>
                  <a:ext uri="{FF2B5EF4-FFF2-40B4-BE49-F238E27FC236}">
                    <a16:creationId xmlns:a16="http://schemas.microsoft.com/office/drawing/2014/main" id="{221AD64A-3ECF-F5C8-0A7E-7F9737EC981B}"/>
                  </a:ext>
                </a:extLst>
              </p:cNvPr>
              <p:cNvSpPr/>
              <p:nvPr/>
            </p:nvSpPr>
            <p:spPr>
              <a:xfrm>
                <a:off x="4279654" y="5839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5" name="Freeform 44354">
                <a:extLst>
                  <a:ext uri="{FF2B5EF4-FFF2-40B4-BE49-F238E27FC236}">
                    <a16:creationId xmlns:a16="http://schemas.microsoft.com/office/drawing/2014/main" id="{0F7AC7DF-2FF3-2269-9516-3135DE688B69}"/>
                  </a:ext>
                </a:extLst>
              </p:cNvPr>
              <p:cNvSpPr/>
              <p:nvPr/>
            </p:nvSpPr>
            <p:spPr>
              <a:xfrm>
                <a:off x="4280150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6" name="Freeform 44355">
                <a:extLst>
                  <a:ext uri="{FF2B5EF4-FFF2-40B4-BE49-F238E27FC236}">
                    <a16:creationId xmlns:a16="http://schemas.microsoft.com/office/drawing/2014/main" id="{F0B585AE-459C-6E7F-D516-23EEF3486B4E}"/>
                  </a:ext>
                </a:extLst>
              </p:cNvPr>
              <p:cNvSpPr/>
              <p:nvPr/>
            </p:nvSpPr>
            <p:spPr>
              <a:xfrm>
                <a:off x="4280745" y="5840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7" name="Freeform 44356">
                <a:extLst>
                  <a:ext uri="{FF2B5EF4-FFF2-40B4-BE49-F238E27FC236}">
                    <a16:creationId xmlns:a16="http://schemas.microsoft.com/office/drawing/2014/main" id="{1B3B95E7-4508-B955-517E-6CC0E0F488FF}"/>
                  </a:ext>
                </a:extLst>
              </p:cNvPr>
              <p:cNvSpPr/>
              <p:nvPr/>
            </p:nvSpPr>
            <p:spPr>
              <a:xfrm>
                <a:off x="4281241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8" name="Freeform 44357">
                <a:extLst>
                  <a:ext uri="{FF2B5EF4-FFF2-40B4-BE49-F238E27FC236}">
                    <a16:creationId xmlns:a16="http://schemas.microsoft.com/office/drawing/2014/main" id="{C69FF631-1515-0928-FCDF-06239BC0F9C6}"/>
                  </a:ext>
                </a:extLst>
              </p:cNvPr>
              <p:cNvSpPr/>
              <p:nvPr/>
            </p:nvSpPr>
            <p:spPr>
              <a:xfrm>
                <a:off x="4281738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59" name="Freeform 44358">
                <a:extLst>
                  <a:ext uri="{FF2B5EF4-FFF2-40B4-BE49-F238E27FC236}">
                    <a16:creationId xmlns:a16="http://schemas.microsoft.com/office/drawing/2014/main" id="{AAEC4ACE-BFE3-826C-2510-689A248846C9}"/>
                  </a:ext>
                </a:extLst>
              </p:cNvPr>
              <p:cNvSpPr/>
              <p:nvPr/>
            </p:nvSpPr>
            <p:spPr>
              <a:xfrm>
                <a:off x="4282333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0" name="Freeform 44359">
                <a:extLst>
                  <a:ext uri="{FF2B5EF4-FFF2-40B4-BE49-F238E27FC236}">
                    <a16:creationId xmlns:a16="http://schemas.microsoft.com/office/drawing/2014/main" id="{6B64EFDD-9EEB-F575-D132-A615EF46B154}"/>
                  </a:ext>
                </a:extLst>
              </p:cNvPr>
              <p:cNvSpPr/>
              <p:nvPr/>
            </p:nvSpPr>
            <p:spPr>
              <a:xfrm>
                <a:off x="4282829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1" name="Freeform 44360">
                <a:extLst>
                  <a:ext uri="{FF2B5EF4-FFF2-40B4-BE49-F238E27FC236}">
                    <a16:creationId xmlns:a16="http://schemas.microsoft.com/office/drawing/2014/main" id="{8A06FCB8-8A3D-EEFD-740A-FAB32D464CB1}"/>
                  </a:ext>
                </a:extLst>
              </p:cNvPr>
              <p:cNvSpPr/>
              <p:nvPr/>
            </p:nvSpPr>
            <p:spPr>
              <a:xfrm>
                <a:off x="4283325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2" name="Freeform 44361">
                <a:extLst>
                  <a:ext uri="{FF2B5EF4-FFF2-40B4-BE49-F238E27FC236}">
                    <a16:creationId xmlns:a16="http://schemas.microsoft.com/office/drawing/2014/main" id="{2D9440C0-EAC9-293E-F53B-B05A678CF1F8}"/>
                  </a:ext>
                </a:extLst>
              </p:cNvPr>
              <p:cNvSpPr/>
              <p:nvPr/>
            </p:nvSpPr>
            <p:spPr>
              <a:xfrm>
                <a:off x="4283821" y="5978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3" name="Freeform 44362">
                <a:extLst>
                  <a:ext uri="{FF2B5EF4-FFF2-40B4-BE49-F238E27FC236}">
                    <a16:creationId xmlns:a16="http://schemas.microsoft.com/office/drawing/2014/main" id="{90256F2A-D653-D31A-ACBD-FBA7955DDCAD}"/>
                  </a:ext>
                </a:extLst>
              </p:cNvPr>
              <p:cNvSpPr/>
              <p:nvPr/>
            </p:nvSpPr>
            <p:spPr>
              <a:xfrm>
                <a:off x="4284416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4" name="Freeform 44363">
                <a:extLst>
                  <a:ext uri="{FF2B5EF4-FFF2-40B4-BE49-F238E27FC236}">
                    <a16:creationId xmlns:a16="http://schemas.microsoft.com/office/drawing/2014/main" id="{A7B04707-DF68-E6EB-59CD-9D9DE8E35D50}"/>
                  </a:ext>
                </a:extLst>
              </p:cNvPr>
              <p:cNvSpPr/>
              <p:nvPr/>
            </p:nvSpPr>
            <p:spPr>
              <a:xfrm>
                <a:off x="4284913" y="5974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5" name="Freeform 44364">
                <a:extLst>
                  <a:ext uri="{FF2B5EF4-FFF2-40B4-BE49-F238E27FC236}">
                    <a16:creationId xmlns:a16="http://schemas.microsoft.com/office/drawing/2014/main" id="{05A7653B-A86A-C91B-2824-19BD02FE8CDD}"/>
                  </a:ext>
                </a:extLst>
              </p:cNvPr>
              <p:cNvSpPr/>
              <p:nvPr/>
            </p:nvSpPr>
            <p:spPr>
              <a:xfrm>
                <a:off x="4285409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6" name="Freeform 44365">
                <a:extLst>
                  <a:ext uri="{FF2B5EF4-FFF2-40B4-BE49-F238E27FC236}">
                    <a16:creationId xmlns:a16="http://schemas.microsoft.com/office/drawing/2014/main" id="{0612AFF7-8274-5AB9-4DA2-7F19923C4DC3}"/>
                  </a:ext>
                </a:extLst>
              </p:cNvPr>
              <p:cNvSpPr/>
              <p:nvPr/>
            </p:nvSpPr>
            <p:spPr>
              <a:xfrm>
                <a:off x="4286004" y="5871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7" name="Freeform 44366">
                <a:extLst>
                  <a:ext uri="{FF2B5EF4-FFF2-40B4-BE49-F238E27FC236}">
                    <a16:creationId xmlns:a16="http://schemas.microsoft.com/office/drawing/2014/main" id="{2267459D-E397-A108-99ED-0C5F44AE8144}"/>
                  </a:ext>
                </a:extLst>
              </p:cNvPr>
              <p:cNvSpPr/>
              <p:nvPr/>
            </p:nvSpPr>
            <p:spPr>
              <a:xfrm>
                <a:off x="4286500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8" name="Freeform 44367">
                <a:extLst>
                  <a:ext uri="{FF2B5EF4-FFF2-40B4-BE49-F238E27FC236}">
                    <a16:creationId xmlns:a16="http://schemas.microsoft.com/office/drawing/2014/main" id="{A0EB3E24-CBC0-93A2-E20B-5EBA887D5912}"/>
                  </a:ext>
                </a:extLst>
              </p:cNvPr>
              <p:cNvSpPr/>
              <p:nvPr/>
            </p:nvSpPr>
            <p:spPr>
              <a:xfrm>
                <a:off x="4286996" y="5892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69" name="Freeform 44368">
                <a:extLst>
                  <a:ext uri="{FF2B5EF4-FFF2-40B4-BE49-F238E27FC236}">
                    <a16:creationId xmlns:a16="http://schemas.microsoft.com/office/drawing/2014/main" id="{59FD0CD9-7A86-FE0B-6A53-022BF683AB20}"/>
                  </a:ext>
                </a:extLst>
              </p:cNvPr>
              <p:cNvSpPr/>
              <p:nvPr/>
            </p:nvSpPr>
            <p:spPr>
              <a:xfrm>
                <a:off x="4287591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0" name="Freeform 44369">
                <a:extLst>
                  <a:ext uri="{FF2B5EF4-FFF2-40B4-BE49-F238E27FC236}">
                    <a16:creationId xmlns:a16="http://schemas.microsoft.com/office/drawing/2014/main" id="{7A324BCF-E6C3-0C4E-8329-C8CC7D3BAB07}"/>
                  </a:ext>
                </a:extLst>
              </p:cNvPr>
              <p:cNvSpPr/>
              <p:nvPr/>
            </p:nvSpPr>
            <p:spPr>
              <a:xfrm>
                <a:off x="4288088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1" name="Freeform 44370">
                <a:extLst>
                  <a:ext uri="{FF2B5EF4-FFF2-40B4-BE49-F238E27FC236}">
                    <a16:creationId xmlns:a16="http://schemas.microsoft.com/office/drawing/2014/main" id="{AAFCD3B6-2A4A-C1FD-4A3A-F5F878856800}"/>
                  </a:ext>
                </a:extLst>
              </p:cNvPr>
              <p:cNvSpPr/>
              <p:nvPr/>
            </p:nvSpPr>
            <p:spPr>
              <a:xfrm>
                <a:off x="4288584" y="587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2" name="Freeform 44371">
                <a:extLst>
                  <a:ext uri="{FF2B5EF4-FFF2-40B4-BE49-F238E27FC236}">
                    <a16:creationId xmlns:a16="http://schemas.microsoft.com/office/drawing/2014/main" id="{997D3900-AA12-9437-161D-73F20A093698}"/>
                  </a:ext>
                </a:extLst>
              </p:cNvPr>
              <p:cNvSpPr/>
              <p:nvPr/>
            </p:nvSpPr>
            <p:spPr>
              <a:xfrm>
                <a:off x="4289179" y="5861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3" name="Freeform 44372">
                <a:extLst>
                  <a:ext uri="{FF2B5EF4-FFF2-40B4-BE49-F238E27FC236}">
                    <a16:creationId xmlns:a16="http://schemas.microsoft.com/office/drawing/2014/main" id="{9AF79267-7E1F-C31A-8136-C9CDA74E3DF3}"/>
                  </a:ext>
                </a:extLst>
              </p:cNvPr>
              <p:cNvSpPr/>
              <p:nvPr/>
            </p:nvSpPr>
            <p:spPr>
              <a:xfrm>
                <a:off x="4289675" y="5846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4" name="Freeform 44373">
                <a:extLst>
                  <a:ext uri="{FF2B5EF4-FFF2-40B4-BE49-F238E27FC236}">
                    <a16:creationId xmlns:a16="http://schemas.microsoft.com/office/drawing/2014/main" id="{0321452F-8B7F-D8B4-F37B-71B6F2497C83}"/>
                  </a:ext>
                </a:extLst>
              </p:cNvPr>
              <p:cNvSpPr/>
              <p:nvPr/>
            </p:nvSpPr>
            <p:spPr>
              <a:xfrm>
                <a:off x="4290171" y="584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5" name="Freeform 44374">
                <a:extLst>
                  <a:ext uri="{FF2B5EF4-FFF2-40B4-BE49-F238E27FC236}">
                    <a16:creationId xmlns:a16="http://schemas.microsoft.com/office/drawing/2014/main" id="{BE378BC2-858A-BE51-ABFD-5A7599DE0AF5}"/>
                  </a:ext>
                </a:extLst>
              </p:cNvPr>
              <p:cNvSpPr/>
              <p:nvPr/>
            </p:nvSpPr>
            <p:spPr>
              <a:xfrm>
                <a:off x="4290766" y="5869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6" name="Freeform 44375">
                <a:extLst>
                  <a:ext uri="{FF2B5EF4-FFF2-40B4-BE49-F238E27FC236}">
                    <a16:creationId xmlns:a16="http://schemas.microsoft.com/office/drawing/2014/main" id="{F200EE1A-9992-A8D4-D5E2-733C27A512DD}"/>
                  </a:ext>
                </a:extLst>
              </p:cNvPr>
              <p:cNvSpPr/>
              <p:nvPr/>
            </p:nvSpPr>
            <p:spPr>
              <a:xfrm>
                <a:off x="4291263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7" name="Freeform 44376">
                <a:extLst>
                  <a:ext uri="{FF2B5EF4-FFF2-40B4-BE49-F238E27FC236}">
                    <a16:creationId xmlns:a16="http://schemas.microsoft.com/office/drawing/2014/main" id="{86C02359-68C3-D773-A8EA-0E8B26B42097}"/>
                  </a:ext>
                </a:extLst>
              </p:cNvPr>
              <p:cNvSpPr/>
              <p:nvPr/>
            </p:nvSpPr>
            <p:spPr>
              <a:xfrm>
                <a:off x="4291759" y="5891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8" name="Freeform 44377">
                <a:extLst>
                  <a:ext uri="{FF2B5EF4-FFF2-40B4-BE49-F238E27FC236}">
                    <a16:creationId xmlns:a16="http://schemas.microsoft.com/office/drawing/2014/main" id="{36BE1CAE-04F1-2B21-3107-1CE4E190C654}"/>
                  </a:ext>
                </a:extLst>
              </p:cNvPr>
              <p:cNvSpPr/>
              <p:nvPr/>
            </p:nvSpPr>
            <p:spPr>
              <a:xfrm>
                <a:off x="4292354" y="588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79" name="Freeform 44378">
                <a:extLst>
                  <a:ext uri="{FF2B5EF4-FFF2-40B4-BE49-F238E27FC236}">
                    <a16:creationId xmlns:a16="http://schemas.microsoft.com/office/drawing/2014/main" id="{B46FBA11-DA70-2FB9-F0B6-2502538249FA}"/>
                  </a:ext>
                </a:extLst>
              </p:cNvPr>
              <p:cNvSpPr/>
              <p:nvPr/>
            </p:nvSpPr>
            <p:spPr>
              <a:xfrm>
                <a:off x="4292850" y="5885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0" name="Freeform 44379">
                <a:extLst>
                  <a:ext uri="{FF2B5EF4-FFF2-40B4-BE49-F238E27FC236}">
                    <a16:creationId xmlns:a16="http://schemas.microsoft.com/office/drawing/2014/main" id="{47E6CC81-2093-A585-A556-A1AD6A21AE3D}"/>
                  </a:ext>
                </a:extLst>
              </p:cNvPr>
              <p:cNvSpPr/>
              <p:nvPr/>
            </p:nvSpPr>
            <p:spPr>
              <a:xfrm>
                <a:off x="4293346" y="5883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1" name="Freeform 44380">
                <a:extLst>
                  <a:ext uri="{FF2B5EF4-FFF2-40B4-BE49-F238E27FC236}">
                    <a16:creationId xmlns:a16="http://schemas.microsoft.com/office/drawing/2014/main" id="{AC27D9C3-591C-55D0-9784-43EEBA6462F2}"/>
                  </a:ext>
                </a:extLst>
              </p:cNvPr>
              <p:cNvSpPr/>
              <p:nvPr/>
            </p:nvSpPr>
            <p:spPr>
              <a:xfrm>
                <a:off x="4293941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2" name="Freeform 44381">
                <a:extLst>
                  <a:ext uri="{FF2B5EF4-FFF2-40B4-BE49-F238E27FC236}">
                    <a16:creationId xmlns:a16="http://schemas.microsoft.com/office/drawing/2014/main" id="{1B588C37-2251-9F02-90F2-CDF35E72231E}"/>
                  </a:ext>
                </a:extLst>
              </p:cNvPr>
              <p:cNvSpPr/>
              <p:nvPr/>
            </p:nvSpPr>
            <p:spPr>
              <a:xfrm>
                <a:off x="4294438" y="594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3" name="Freeform 44382">
                <a:extLst>
                  <a:ext uri="{FF2B5EF4-FFF2-40B4-BE49-F238E27FC236}">
                    <a16:creationId xmlns:a16="http://schemas.microsoft.com/office/drawing/2014/main" id="{8D4B933E-4498-0F08-512D-5B0F0FACF019}"/>
                  </a:ext>
                </a:extLst>
              </p:cNvPr>
              <p:cNvSpPr/>
              <p:nvPr/>
            </p:nvSpPr>
            <p:spPr>
              <a:xfrm>
                <a:off x="4294934" y="5960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4" name="Freeform 44383">
                <a:extLst>
                  <a:ext uri="{FF2B5EF4-FFF2-40B4-BE49-F238E27FC236}">
                    <a16:creationId xmlns:a16="http://schemas.microsoft.com/office/drawing/2014/main" id="{479057BE-4909-61FC-3CFD-7807DC02CD23}"/>
                  </a:ext>
                </a:extLst>
              </p:cNvPr>
              <p:cNvSpPr/>
              <p:nvPr/>
            </p:nvSpPr>
            <p:spPr>
              <a:xfrm>
                <a:off x="4295529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5" name="Freeform 44384">
                <a:extLst>
                  <a:ext uri="{FF2B5EF4-FFF2-40B4-BE49-F238E27FC236}">
                    <a16:creationId xmlns:a16="http://schemas.microsoft.com/office/drawing/2014/main" id="{C09D1950-BE56-88C2-6880-E39515DE9733}"/>
                  </a:ext>
                </a:extLst>
              </p:cNvPr>
              <p:cNvSpPr/>
              <p:nvPr/>
            </p:nvSpPr>
            <p:spPr>
              <a:xfrm>
                <a:off x="4296025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6" name="Freeform 44385">
                <a:extLst>
                  <a:ext uri="{FF2B5EF4-FFF2-40B4-BE49-F238E27FC236}">
                    <a16:creationId xmlns:a16="http://schemas.microsoft.com/office/drawing/2014/main" id="{FE7BF910-B366-D816-FB55-434647215381}"/>
                  </a:ext>
                </a:extLst>
              </p:cNvPr>
              <p:cNvSpPr/>
              <p:nvPr/>
            </p:nvSpPr>
            <p:spPr>
              <a:xfrm>
                <a:off x="4296521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7" name="Freeform 44386">
                <a:extLst>
                  <a:ext uri="{FF2B5EF4-FFF2-40B4-BE49-F238E27FC236}">
                    <a16:creationId xmlns:a16="http://schemas.microsoft.com/office/drawing/2014/main" id="{BDE5FC86-9362-DE0B-5E9F-8184B39C977A}"/>
                  </a:ext>
                </a:extLst>
              </p:cNvPr>
              <p:cNvSpPr/>
              <p:nvPr/>
            </p:nvSpPr>
            <p:spPr>
              <a:xfrm>
                <a:off x="4297017" y="5975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8" name="Freeform 44387">
                <a:extLst>
                  <a:ext uri="{FF2B5EF4-FFF2-40B4-BE49-F238E27FC236}">
                    <a16:creationId xmlns:a16="http://schemas.microsoft.com/office/drawing/2014/main" id="{437C07E7-61DE-BD8C-3BA0-C832D058F2E0}"/>
                  </a:ext>
                </a:extLst>
              </p:cNvPr>
              <p:cNvSpPr/>
              <p:nvPr/>
            </p:nvSpPr>
            <p:spPr>
              <a:xfrm>
                <a:off x="4297613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89" name="Freeform 44388">
                <a:extLst>
                  <a:ext uri="{FF2B5EF4-FFF2-40B4-BE49-F238E27FC236}">
                    <a16:creationId xmlns:a16="http://schemas.microsoft.com/office/drawing/2014/main" id="{398EE430-A439-6E91-79BC-6B149B817EF0}"/>
                  </a:ext>
                </a:extLst>
              </p:cNvPr>
              <p:cNvSpPr/>
              <p:nvPr/>
            </p:nvSpPr>
            <p:spPr>
              <a:xfrm>
                <a:off x="4298109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0" name="Freeform 44389">
                <a:extLst>
                  <a:ext uri="{FF2B5EF4-FFF2-40B4-BE49-F238E27FC236}">
                    <a16:creationId xmlns:a16="http://schemas.microsoft.com/office/drawing/2014/main" id="{EDC3F85F-4BCE-7673-EC84-20F1AF090771}"/>
                  </a:ext>
                </a:extLst>
              </p:cNvPr>
              <p:cNvSpPr/>
              <p:nvPr/>
            </p:nvSpPr>
            <p:spPr>
              <a:xfrm>
                <a:off x="4298605" y="5800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1" name="Freeform 44390">
                <a:extLst>
                  <a:ext uri="{FF2B5EF4-FFF2-40B4-BE49-F238E27FC236}">
                    <a16:creationId xmlns:a16="http://schemas.microsoft.com/office/drawing/2014/main" id="{8B709F19-5DB5-0AE4-E56D-3672A8D1DA5B}"/>
                  </a:ext>
                </a:extLst>
              </p:cNvPr>
              <p:cNvSpPr/>
              <p:nvPr/>
            </p:nvSpPr>
            <p:spPr>
              <a:xfrm>
                <a:off x="4299200" y="5828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2" name="Freeform 44391">
                <a:extLst>
                  <a:ext uri="{FF2B5EF4-FFF2-40B4-BE49-F238E27FC236}">
                    <a16:creationId xmlns:a16="http://schemas.microsoft.com/office/drawing/2014/main" id="{FBC07479-3D80-C34C-DF53-0D19EC655E97}"/>
                  </a:ext>
                </a:extLst>
              </p:cNvPr>
              <p:cNvSpPr/>
              <p:nvPr/>
            </p:nvSpPr>
            <p:spPr>
              <a:xfrm>
                <a:off x="4299696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3" name="Freeform 44392">
                <a:extLst>
                  <a:ext uri="{FF2B5EF4-FFF2-40B4-BE49-F238E27FC236}">
                    <a16:creationId xmlns:a16="http://schemas.microsoft.com/office/drawing/2014/main" id="{B5180E3C-9C81-D364-E7D1-B739DF1F6819}"/>
                  </a:ext>
                </a:extLst>
              </p:cNvPr>
              <p:cNvSpPr/>
              <p:nvPr/>
            </p:nvSpPr>
            <p:spPr>
              <a:xfrm>
                <a:off x="4300192" y="5833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4" name="Freeform 44393">
                <a:extLst>
                  <a:ext uri="{FF2B5EF4-FFF2-40B4-BE49-F238E27FC236}">
                    <a16:creationId xmlns:a16="http://schemas.microsoft.com/office/drawing/2014/main" id="{BCD3D952-B040-8230-9E6B-C2D4D1BFD728}"/>
                  </a:ext>
                </a:extLst>
              </p:cNvPr>
              <p:cNvSpPr/>
              <p:nvPr/>
            </p:nvSpPr>
            <p:spPr>
              <a:xfrm>
                <a:off x="4300788" y="581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5" name="Freeform 44394">
                <a:extLst>
                  <a:ext uri="{FF2B5EF4-FFF2-40B4-BE49-F238E27FC236}">
                    <a16:creationId xmlns:a16="http://schemas.microsoft.com/office/drawing/2014/main" id="{6F93DA7C-85F9-E77F-D291-21EB886A330D}"/>
                  </a:ext>
                </a:extLst>
              </p:cNvPr>
              <p:cNvSpPr/>
              <p:nvPr/>
            </p:nvSpPr>
            <p:spPr>
              <a:xfrm>
                <a:off x="4301284" y="5796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6" name="Freeform 44395">
                <a:extLst>
                  <a:ext uri="{FF2B5EF4-FFF2-40B4-BE49-F238E27FC236}">
                    <a16:creationId xmlns:a16="http://schemas.microsoft.com/office/drawing/2014/main" id="{385D02F3-4C96-85D5-F3E7-1F294E255C94}"/>
                  </a:ext>
                </a:extLst>
              </p:cNvPr>
              <p:cNvSpPr/>
              <p:nvPr/>
            </p:nvSpPr>
            <p:spPr>
              <a:xfrm>
                <a:off x="4301780" y="5788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7" name="Freeform 44396">
                <a:extLst>
                  <a:ext uri="{FF2B5EF4-FFF2-40B4-BE49-F238E27FC236}">
                    <a16:creationId xmlns:a16="http://schemas.microsoft.com/office/drawing/2014/main" id="{0974C1B8-ACFF-1D85-53BC-8F1F96F55FE2}"/>
                  </a:ext>
                </a:extLst>
              </p:cNvPr>
              <p:cNvSpPr/>
              <p:nvPr/>
            </p:nvSpPr>
            <p:spPr>
              <a:xfrm>
                <a:off x="4302375" y="578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8" name="Freeform 44397">
                <a:extLst>
                  <a:ext uri="{FF2B5EF4-FFF2-40B4-BE49-F238E27FC236}">
                    <a16:creationId xmlns:a16="http://schemas.microsoft.com/office/drawing/2014/main" id="{F4FBAF27-4BB0-E2DB-46D4-346C05A146BF}"/>
                  </a:ext>
                </a:extLst>
              </p:cNvPr>
              <p:cNvSpPr/>
              <p:nvPr/>
            </p:nvSpPr>
            <p:spPr>
              <a:xfrm>
                <a:off x="4302871" y="5774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99" name="Freeform 44398">
                <a:extLst>
                  <a:ext uri="{FF2B5EF4-FFF2-40B4-BE49-F238E27FC236}">
                    <a16:creationId xmlns:a16="http://schemas.microsoft.com/office/drawing/2014/main" id="{FCF17937-BCD4-87E9-2427-3095A3633903}"/>
                  </a:ext>
                </a:extLst>
              </p:cNvPr>
              <p:cNvSpPr/>
              <p:nvPr/>
            </p:nvSpPr>
            <p:spPr>
              <a:xfrm>
                <a:off x="4303367" y="5800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0" name="Freeform 44399">
                <a:extLst>
                  <a:ext uri="{FF2B5EF4-FFF2-40B4-BE49-F238E27FC236}">
                    <a16:creationId xmlns:a16="http://schemas.microsoft.com/office/drawing/2014/main" id="{CB335DCE-3982-01BE-E54C-334E5A07EE17}"/>
                  </a:ext>
                </a:extLst>
              </p:cNvPr>
              <p:cNvSpPr/>
              <p:nvPr/>
            </p:nvSpPr>
            <p:spPr>
              <a:xfrm>
                <a:off x="4303963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1" name="Freeform 44400">
                <a:extLst>
                  <a:ext uri="{FF2B5EF4-FFF2-40B4-BE49-F238E27FC236}">
                    <a16:creationId xmlns:a16="http://schemas.microsoft.com/office/drawing/2014/main" id="{65FF413E-0DC3-ED0D-4CC9-A2762C066179}"/>
                  </a:ext>
                </a:extLst>
              </p:cNvPr>
              <p:cNvSpPr/>
              <p:nvPr/>
            </p:nvSpPr>
            <p:spPr>
              <a:xfrm>
                <a:off x="4304459" y="577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2" name="Freeform 44401">
                <a:extLst>
                  <a:ext uri="{FF2B5EF4-FFF2-40B4-BE49-F238E27FC236}">
                    <a16:creationId xmlns:a16="http://schemas.microsoft.com/office/drawing/2014/main" id="{6A1FC1C5-34DF-B032-85CB-7FAE77685B70}"/>
                  </a:ext>
                </a:extLst>
              </p:cNvPr>
              <p:cNvSpPr/>
              <p:nvPr/>
            </p:nvSpPr>
            <p:spPr>
              <a:xfrm>
                <a:off x="4304955" y="575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3" name="Freeform 44402">
                <a:extLst>
                  <a:ext uri="{FF2B5EF4-FFF2-40B4-BE49-F238E27FC236}">
                    <a16:creationId xmlns:a16="http://schemas.microsoft.com/office/drawing/2014/main" id="{BD198BB6-AF84-5ACC-F8A6-C3133B945498}"/>
                  </a:ext>
                </a:extLst>
              </p:cNvPr>
              <p:cNvSpPr/>
              <p:nvPr/>
            </p:nvSpPr>
            <p:spPr>
              <a:xfrm>
                <a:off x="4305550" y="57491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4" name="Freeform 44403">
                <a:extLst>
                  <a:ext uri="{FF2B5EF4-FFF2-40B4-BE49-F238E27FC236}">
                    <a16:creationId xmlns:a16="http://schemas.microsoft.com/office/drawing/2014/main" id="{76AA1AE0-9108-EBE0-F9D5-F6BB52214ADD}"/>
                  </a:ext>
                </a:extLst>
              </p:cNvPr>
              <p:cNvSpPr/>
              <p:nvPr/>
            </p:nvSpPr>
            <p:spPr>
              <a:xfrm>
                <a:off x="4306046" y="5796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5" name="Freeform 44404">
                <a:extLst>
                  <a:ext uri="{FF2B5EF4-FFF2-40B4-BE49-F238E27FC236}">
                    <a16:creationId xmlns:a16="http://schemas.microsoft.com/office/drawing/2014/main" id="{2471E6A3-B67E-29E9-5624-4475BDEEE42C}"/>
                  </a:ext>
                </a:extLst>
              </p:cNvPr>
              <p:cNvSpPr/>
              <p:nvPr/>
            </p:nvSpPr>
            <p:spPr>
              <a:xfrm>
                <a:off x="4306542" y="589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6" name="Freeform 44405">
                <a:extLst>
                  <a:ext uri="{FF2B5EF4-FFF2-40B4-BE49-F238E27FC236}">
                    <a16:creationId xmlns:a16="http://schemas.microsoft.com/office/drawing/2014/main" id="{A8636FCF-83BF-DD31-467C-25C45B4D4B81}"/>
                  </a:ext>
                </a:extLst>
              </p:cNvPr>
              <p:cNvSpPr/>
              <p:nvPr/>
            </p:nvSpPr>
            <p:spPr>
              <a:xfrm>
                <a:off x="4307138" y="5928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7" name="Freeform 44406">
                <a:extLst>
                  <a:ext uri="{FF2B5EF4-FFF2-40B4-BE49-F238E27FC236}">
                    <a16:creationId xmlns:a16="http://schemas.microsoft.com/office/drawing/2014/main" id="{7FFB057B-6B3F-35F8-A92B-857661BFA18B}"/>
                  </a:ext>
                </a:extLst>
              </p:cNvPr>
              <p:cNvSpPr/>
              <p:nvPr/>
            </p:nvSpPr>
            <p:spPr>
              <a:xfrm>
                <a:off x="4307634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8" name="Freeform 44407">
                <a:extLst>
                  <a:ext uri="{FF2B5EF4-FFF2-40B4-BE49-F238E27FC236}">
                    <a16:creationId xmlns:a16="http://schemas.microsoft.com/office/drawing/2014/main" id="{1BDB6216-742F-8110-FC1B-DE328A0ABE15}"/>
                  </a:ext>
                </a:extLst>
              </p:cNvPr>
              <p:cNvSpPr/>
              <p:nvPr/>
            </p:nvSpPr>
            <p:spPr>
              <a:xfrm>
                <a:off x="4308130" y="5955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09" name="Freeform 44408">
                <a:extLst>
                  <a:ext uri="{FF2B5EF4-FFF2-40B4-BE49-F238E27FC236}">
                    <a16:creationId xmlns:a16="http://schemas.microsoft.com/office/drawing/2014/main" id="{A0D28F8F-144B-4287-2DBF-72B7555058E5}"/>
                  </a:ext>
                </a:extLst>
              </p:cNvPr>
              <p:cNvSpPr/>
              <p:nvPr/>
            </p:nvSpPr>
            <p:spPr>
              <a:xfrm>
                <a:off x="4308626" y="5947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0" name="Freeform 44409">
                <a:extLst>
                  <a:ext uri="{FF2B5EF4-FFF2-40B4-BE49-F238E27FC236}">
                    <a16:creationId xmlns:a16="http://schemas.microsoft.com/office/drawing/2014/main" id="{F3E44A97-3A32-8B66-AA7C-F6DBEC0DC0BC}"/>
                  </a:ext>
                </a:extLst>
              </p:cNvPr>
              <p:cNvSpPr/>
              <p:nvPr/>
            </p:nvSpPr>
            <p:spPr>
              <a:xfrm>
                <a:off x="4309221" y="594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1" name="Freeform 44410">
                <a:extLst>
                  <a:ext uri="{FF2B5EF4-FFF2-40B4-BE49-F238E27FC236}">
                    <a16:creationId xmlns:a16="http://schemas.microsoft.com/office/drawing/2014/main" id="{1B891451-335A-1606-3D12-BF24D78FD030}"/>
                  </a:ext>
                </a:extLst>
              </p:cNvPr>
              <p:cNvSpPr/>
              <p:nvPr/>
            </p:nvSpPr>
            <p:spPr>
              <a:xfrm>
                <a:off x="4309717" y="5939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2" name="Freeform 44411">
                <a:extLst>
                  <a:ext uri="{FF2B5EF4-FFF2-40B4-BE49-F238E27FC236}">
                    <a16:creationId xmlns:a16="http://schemas.microsoft.com/office/drawing/2014/main" id="{8741AB82-343B-9496-D1F0-1ABD67E14B5A}"/>
                  </a:ext>
                </a:extLst>
              </p:cNvPr>
              <p:cNvSpPr/>
              <p:nvPr/>
            </p:nvSpPr>
            <p:spPr>
              <a:xfrm>
                <a:off x="4310213" y="5944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3" name="Freeform 44412">
                <a:extLst>
                  <a:ext uri="{FF2B5EF4-FFF2-40B4-BE49-F238E27FC236}">
                    <a16:creationId xmlns:a16="http://schemas.microsoft.com/office/drawing/2014/main" id="{1CA3A71D-0DA1-D23D-77D6-1C7D122A4DFF}"/>
                  </a:ext>
                </a:extLst>
              </p:cNvPr>
              <p:cNvSpPr/>
              <p:nvPr/>
            </p:nvSpPr>
            <p:spPr>
              <a:xfrm>
                <a:off x="4310809" y="5903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4" name="Freeform 44413">
                <a:extLst>
                  <a:ext uri="{FF2B5EF4-FFF2-40B4-BE49-F238E27FC236}">
                    <a16:creationId xmlns:a16="http://schemas.microsoft.com/office/drawing/2014/main" id="{70B51135-AE74-F847-63F8-52BB195552CA}"/>
                  </a:ext>
                </a:extLst>
              </p:cNvPr>
              <p:cNvSpPr/>
              <p:nvPr/>
            </p:nvSpPr>
            <p:spPr>
              <a:xfrm>
                <a:off x="4311305" y="5788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5" name="Freeform 44414">
                <a:extLst>
                  <a:ext uri="{FF2B5EF4-FFF2-40B4-BE49-F238E27FC236}">
                    <a16:creationId xmlns:a16="http://schemas.microsoft.com/office/drawing/2014/main" id="{8B1D3CE0-E484-DB15-AFED-38DF64A7C672}"/>
                  </a:ext>
                </a:extLst>
              </p:cNvPr>
              <p:cNvSpPr/>
              <p:nvPr/>
            </p:nvSpPr>
            <p:spPr>
              <a:xfrm>
                <a:off x="4311801" y="5814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6" name="Freeform 44415">
                <a:extLst>
                  <a:ext uri="{FF2B5EF4-FFF2-40B4-BE49-F238E27FC236}">
                    <a16:creationId xmlns:a16="http://schemas.microsoft.com/office/drawing/2014/main" id="{561824C1-6372-3632-8B9D-37CC3D1AE15F}"/>
                  </a:ext>
                </a:extLst>
              </p:cNvPr>
              <p:cNvSpPr/>
              <p:nvPr/>
            </p:nvSpPr>
            <p:spPr>
              <a:xfrm>
                <a:off x="4312396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7" name="Freeform 44416">
                <a:extLst>
                  <a:ext uri="{FF2B5EF4-FFF2-40B4-BE49-F238E27FC236}">
                    <a16:creationId xmlns:a16="http://schemas.microsoft.com/office/drawing/2014/main" id="{977EF3B4-0DA5-71B4-3C40-526DF93AD75C}"/>
                  </a:ext>
                </a:extLst>
              </p:cNvPr>
              <p:cNvSpPr/>
              <p:nvPr/>
            </p:nvSpPr>
            <p:spPr>
              <a:xfrm>
                <a:off x="4312892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8" name="Freeform 44417">
                <a:extLst>
                  <a:ext uri="{FF2B5EF4-FFF2-40B4-BE49-F238E27FC236}">
                    <a16:creationId xmlns:a16="http://schemas.microsoft.com/office/drawing/2014/main" id="{E858337A-5D5C-812D-B35B-3597012064EE}"/>
                  </a:ext>
                </a:extLst>
              </p:cNvPr>
              <p:cNvSpPr/>
              <p:nvPr/>
            </p:nvSpPr>
            <p:spPr>
              <a:xfrm>
                <a:off x="4313388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19" name="Freeform 44418">
                <a:extLst>
                  <a:ext uri="{FF2B5EF4-FFF2-40B4-BE49-F238E27FC236}">
                    <a16:creationId xmlns:a16="http://schemas.microsoft.com/office/drawing/2014/main" id="{ED3FEA0B-BE6C-BC64-D010-32ED4F817055}"/>
                  </a:ext>
                </a:extLst>
              </p:cNvPr>
              <p:cNvSpPr/>
              <p:nvPr/>
            </p:nvSpPr>
            <p:spPr>
              <a:xfrm>
                <a:off x="4313984" y="5789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0" name="Freeform 44419">
                <a:extLst>
                  <a:ext uri="{FF2B5EF4-FFF2-40B4-BE49-F238E27FC236}">
                    <a16:creationId xmlns:a16="http://schemas.microsoft.com/office/drawing/2014/main" id="{06D08279-C070-7D69-B97E-60D5148183AD}"/>
                  </a:ext>
                </a:extLst>
              </p:cNvPr>
              <p:cNvSpPr/>
              <p:nvPr/>
            </p:nvSpPr>
            <p:spPr>
              <a:xfrm>
                <a:off x="4314480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1" name="Freeform 44420">
                <a:extLst>
                  <a:ext uri="{FF2B5EF4-FFF2-40B4-BE49-F238E27FC236}">
                    <a16:creationId xmlns:a16="http://schemas.microsoft.com/office/drawing/2014/main" id="{93E5B46D-72A2-11CF-8582-50E562DF95AC}"/>
                  </a:ext>
                </a:extLst>
              </p:cNvPr>
              <p:cNvSpPr/>
              <p:nvPr/>
            </p:nvSpPr>
            <p:spPr>
              <a:xfrm>
                <a:off x="4314976" y="5731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2" name="Freeform 44421">
                <a:extLst>
                  <a:ext uri="{FF2B5EF4-FFF2-40B4-BE49-F238E27FC236}">
                    <a16:creationId xmlns:a16="http://schemas.microsoft.com/office/drawing/2014/main" id="{5A484D57-16E7-C44C-1102-026EA21387CC}"/>
                  </a:ext>
                </a:extLst>
              </p:cNvPr>
              <p:cNvSpPr/>
              <p:nvPr/>
            </p:nvSpPr>
            <p:spPr>
              <a:xfrm>
                <a:off x="4315571" y="5705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3" name="Freeform 44422">
                <a:extLst>
                  <a:ext uri="{FF2B5EF4-FFF2-40B4-BE49-F238E27FC236}">
                    <a16:creationId xmlns:a16="http://schemas.microsoft.com/office/drawing/2014/main" id="{A158589C-3A27-A79A-4780-CF79B1B459B6}"/>
                  </a:ext>
                </a:extLst>
              </p:cNvPr>
              <p:cNvSpPr/>
              <p:nvPr/>
            </p:nvSpPr>
            <p:spPr>
              <a:xfrm>
                <a:off x="4316067" y="570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4" name="Freeform 44423">
                <a:extLst>
                  <a:ext uri="{FF2B5EF4-FFF2-40B4-BE49-F238E27FC236}">
                    <a16:creationId xmlns:a16="http://schemas.microsoft.com/office/drawing/2014/main" id="{B015B978-9E22-DAF4-673B-EE5A06C7C331}"/>
                  </a:ext>
                </a:extLst>
              </p:cNvPr>
              <p:cNvSpPr/>
              <p:nvPr/>
            </p:nvSpPr>
            <p:spPr>
              <a:xfrm>
                <a:off x="4316563" y="5720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5" name="Freeform 44424">
                <a:extLst>
                  <a:ext uri="{FF2B5EF4-FFF2-40B4-BE49-F238E27FC236}">
                    <a16:creationId xmlns:a16="http://schemas.microsoft.com/office/drawing/2014/main" id="{6CE0572E-F7DE-3AD7-780C-5792872450E7}"/>
                  </a:ext>
                </a:extLst>
              </p:cNvPr>
              <p:cNvSpPr/>
              <p:nvPr/>
            </p:nvSpPr>
            <p:spPr>
              <a:xfrm>
                <a:off x="4317159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6" name="Freeform 44425">
                <a:extLst>
                  <a:ext uri="{FF2B5EF4-FFF2-40B4-BE49-F238E27FC236}">
                    <a16:creationId xmlns:a16="http://schemas.microsoft.com/office/drawing/2014/main" id="{1F6E6112-C8CA-8627-3AC4-034A2489DC54}"/>
                  </a:ext>
                </a:extLst>
              </p:cNvPr>
              <p:cNvSpPr/>
              <p:nvPr/>
            </p:nvSpPr>
            <p:spPr>
              <a:xfrm>
                <a:off x="4317655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7" name="Freeform 44426">
                <a:extLst>
                  <a:ext uri="{FF2B5EF4-FFF2-40B4-BE49-F238E27FC236}">
                    <a16:creationId xmlns:a16="http://schemas.microsoft.com/office/drawing/2014/main" id="{B114D4D7-6951-4221-EC0B-72B344B9EE78}"/>
                  </a:ext>
                </a:extLst>
              </p:cNvPr>
              <p:cNvSpPr/>
              <p:nvPr/>
            </p:nvSpPr>
            <p:spPr>
              <a:xfrm>
                <a:off x="4318151" y="5737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8" name="Freeform 44427">
                <a:extLst>
                  <a:ext uri="{FF2B5EF4-FFF2-40B4-BE49-F238E27FC236}">
                    <a16:creationId xmlns:a16="http://schemas.microsoft.com/office/drawing/2014/main" id="{6A88F233-A582-7E53-190A-CD5C8242297E}"/>
                  </a:ext>
                </a:extLst>
              </p:cNvPr>
              <p:cNvSpPr/>
              <p:nvPr/>
            </p:nvSpPr>
            <p:spPr>
              <a:xfrm>
                <a:off x="4318746" y="572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29" name="Freeform 44428">
                <a:extLst>
                  <a:ext uri="{FF2B5EF4-FFF2-40B4-BE49-F238E27FC236}">
                    <a16:creationId xmlns:a16="http://schemas.microsoft.com/office/drawing/2014/main" id="{C3608E26-54E0-EE0B-502A-CF4658EAA0A9}"/>
                  </a:ext>
                </a:extLst>
              </p:cNvPr>
              <p:cNvSpPr/>
              <p:nvPr/>
            </p:nvSpPr>
            <p:spPr>
              <a:xfrm>
                <a:off x="4319242" y="5820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0" name="Freeform 44429">
                <a:extLst>
                  <a:ext uri="{FF2B5EF4-FFF2-40B4-BE49-F238E27FC236}">
                    <a16:creationId xmlns:a16="http://schemas.microsoft.com/office/drawing/2014/main" id="{B01C5F00-C2ED-7EE9-F64E-CDB5CAEEE92C}"/>
                  </a:ext>
                </a:extLst>
              </p:cNvPr>
              <p:cNvSpPr/>
              <p:nvPr/>
            </p:nvSpPr>
            <p:spPr>
              <a:xfrm>
                <a:off x="4319738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1" name="Freeform 44430">
                <a:extLst>
                  <a:ext uri="{FF2B5EF4-FFF2-40B4-BE49-F238E27FC236}">
                    <a16:creationId xmlns:a16="http://schemas.microsoft.com/office/drawing/2014/main" id="{272349D7-872D-1EDB-CE96-E97A4688A7CE}"/>
                  </a:ext>
                </a:extLst>
              </p:cNvPr>
              <p:cNvSpPr/>
              <p:nvPr/>
            </p:nvSpPr>
            <p:spPr>
              <a:xfrm>
                <a:off x="4320234" y="5933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2" name="Freeform 44431">
                <a:extLst>
                  <a:ext uri="{FF2B5EF4-FFF2-40B4-BE49-F238E27FC236}">
                    <a16:creationId xmlns:a16="http://schemas.microsoft.com/office/drawing/2014/main" id="{0D228290-AE97-0910-93E3-29DB28CBD7F5}"/>
                  </a:ext>
                </a:extLst>
              </p:cNvPr>
              <p:cNvSpPr/>
              <p:nvPr/>
            </p:nvSpPr>
            <p:spPr>
              <a:xfrm>
                <a:off x="4320830" y="592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3" name="Freeform 44432">
                <a:extLst>
                  <a:ext uri="{FF2B5EF4-FFF2-40B4-BE49-F238E27FC236}">
                    <a16:creationId xmlns:a16="http://schemas.microsoft.com/office/drawing/2014/main" id="{297692CB-4E4D-F817-E5B3-73BAB0B29A42}"/>
                  </a:ext>
                </a:extLst>
              </p:cNvPr>
              <p:cNvSpPr/>
              <p:nvPr/>
            </p:nvSpPr>
            <p:spPr>
              <a:xfrm>
                <a:off x="4321326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4" name="Freeform 44433">
                <a:extLst>
                  <a:ext uri="{FF2B5EF4-FFF2-40B4-BE49-F238E27FC236}">
                    <a16:creationId xmlns:a16="http://schemas.microsoft.com/office/drawing/2014/main" id="{490478F7-3FAC-F57A-535D-7003D98AF57A}"/>
                  </a:ext>
                </a:extLst>
              </p:cNvPr>
              <p:cNvSpPr/>
              <p:nvPr/>
            </p:nvSpPr>
            <p:spPr>
              <a:xfrm>
                <a:off x="4321822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5" name="Freeform 44434">
                <a:extLst>
                  <a:ext uri="{FF2B5EF4-FFF2-40B4-BE49-F238E27FC236}">
                    <a16:creationId xmlns:a16="http://schemas.microsoft.com/office/drawing/2014/main" id="{180DE58E-7893-DD25-8621-4166C6DB0006}"/>
                  </a:ext>
                </a:extLst>
              </p:cNvPr>
              <p:cNvSpPr/>
              <p:nvPr/>
            </p:nvSpPr>
            <p:spPr>
              <a:xfrm>
                <a:off x="4322417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6" name="Freeform 44435">
                <a:extLst>
                  <a:ext uri="{FF2B5EF4-FFF2-40B4-BE49-F238E27FC236}">
                    <a16:creationId xmlns:a16="http://schemas.microsoft.com/office/drawing/2014/main" id="{965C98A8-8FB8-C50D-D2E8-D40B3C4BDB7F}"/>
                  </a:ext>
                </a:extLst>
              </p:cNvPr>
              <p:cNvSpPr/>
              <p:nvPr/>
            </p:nvSpPr>
            <p:spPr>
              <a:xfrm>
                <a:off x="4322913" y="5935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7" name="Freeform 44436">
                <a:extLst>
                  <a:ext uri="{FF2B5EF4-FFF2-40B4-BE49-F238E27FC236}">
                    <a16:creationId xmlns:a16="http://schemas.microsoft.com/office/drawing/2014/main" id="{EAE2A10C-769F-4819-8DD9-41DA22E17BE0}"/>
                  </a:ext>
                </a:extLst>
              </p:cNvPr>
              <p:cNvSpPr/>
              <p:nvPr/>
            </p:nvSpPr>
            <p:spPr>
              <a:xfrm>
                <a:off x="4323409" y="5826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8" name="Freeform 44437">
                <a:extLst>
                  <a:ext uri="{FF2B5EF4-FFF2-40B4-BE49-F238E27FC236}">
                    <a16:creationId xmlns:a16="http://schemas.microsoft.com/office/drawing/2014/main" id="{9E83E7D2-C35E-C9DE-9FD0-8840D0D534AB}"/>
                  </a:ext>
                </a:extLst>
              </p:cNvPr>
              <p:cNvSpPr/>
              <p:nvPr/>
            </p:nvSpPr>
            <p:spPr>
              <a:xfrm>
                <a:off x="4324005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39" name="Freeform 44438">
                <a:extLst>
                  <a:ext uri="{FF2B5EF4-FFF2-40B4-BE49-F238E27FC236}">
                    <a16:creationId xmlns:a16="http://schemas.microsoft.com/office/drawing/2014/main" id="{7D0EEFCD-0BFD-E558-748C-756F9DDA368B}"/>
                  </a:ext>
                </a:extLst>
              </p:cNvPr>
              <p:cNvSpPr/>
              <p:nvPr/>
            </p:nvSpPr>
            <p:spPr>
              <a:xfrm>
                <a:off x="4324501" y="580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0" name="Freeform 44439">
                <a:extLst>
                  <a:ext uri="{FF2B5EF4-FFF2-40B4-BE49-F238E27FC236}">
                    <a16:creationId xmlns:a16="http://schemas.microsoft.com/office/drawing/2014/main" id="{46D993AE-4870-E1A6-500D-99325CEE6D38}"/>
                  </a:ext>
                </a:extLst>
              </p:cNvPr>
              <p:cNvSpPr/>
              <p:nvPr/>
            </p:nvSpPr>
            <p:spPr>
              <a:xfrm>
                <a:off x="4324997" y="5803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1" name="Freeform 44440">
                <a:extLst>
                  <a:ext uri="{FF2B5EF4-FFF2-40B4-BE49-F238E27FC236}">
                    <a16:creationId xmlns:a16="http://schemas.microsoft.com/office/drawing/2014/main" id="{6638B918-B5E3-C021-F0CB-83A4304503C9}"/>
                  </a:ext>
                </a:extLst>
              </p:cNvPr>
              <p:cNvSpPr/>
              <p:nvPr/>
            </p:nvSpPr>
            <p:spPr>
              <a:xfrm>
                <a:off x="4325592" y="5806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2" name="Freeform 44441">
                <a:extLst>
                  <a:ext uri="{FF2B5EF4-FFF2-40B4-BE49-F238E27FC236}">
                    <a16:creationId xmlns:a16="http://schemas.microsoft.com/office/drawing/2014/main" id="{4245B7EF-65B8-5CD2-304B-61531AFFFC3A}"/>
                  </a:ext>
                </a:extLst>
              </p:cNvPr>
              <p:cNvSpPr/>
              <p:nvPr/>
            </p:nvSpPr>
            <p:spPr>
              <a:xfrm>
                <a:off x="4326088" y="5799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3" name="Freeform 44442">
                <a:extLst>
                  <a:ext uri="{FF2B5EF4-FFF2-40B4-BE49-F238E27FC236}">
                    <a16:creationId xmlns:a16="http://schemas.microsoft.com/office/drawing/2014/main" id="{27563631-E907-BDED-86D9-D95884115990}"/>
                  </a:ext>
                </a:extLst>
              </p:cNvPr>
              <p:cNvSpPr/>
              <p:nvPr/>
            </p:nvSpPr>
            <p:spPr>
              <a:xfrm>
                <a:off x="4326584" y="5790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4" name="Freeform 44443">
                <a:extLst>
                  <a:ext uri="{FF2B5EF4-FFF2-40B4-BE49-F238E27FC236}">
                    <a16:creationId xmlns:a16="http://schemas.microsoft.com/office/drawing/2014/main" id="{764C2ECF-CCFB-4017-23C7-C2A4ADDFD3E8}"/>
                  </a:ext>
                </a:extLst>
              </p:cNvPr>
              <p:cNvSpPr/>
              <p:nvPr/>
            </p:nvSpPr>
            <p:spPr>
              <a:xfrm>
                <a:off x="4327180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5" name="Freeform 44444">
                <a:extLst>
                  <a:ext uri="{FF2B5EF4-FFF2-40B4-BE49-F238E27FC236}">
                    <a16:creationId xmlns:a16="http://schemas.microsoft.com/office/drawing/2014/main" id="{9E2151E3-452D-C06D-795A-5AB8A5285D7A}"/>
                  </a:ext>
                </a:extLst>
              </p:cNvPr>
              <p:cNvSpPr/>
              <p:nvPr/>
            </p:nvSpPr>
            <p:spPr>
              <a:xfrm>
                <a:off x="4327676" y="5741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6" name="Freeform 44445">
                <a:extLst>
                  <a:ext uri="{FF2B5EF4-FFF2-40B4-BE49-F238E27FC236}">
                    <a16:creationId xmlns:a16="http://schemas.microsoft.com/office/drawing/2014/main" id="{1BE0A655-F66E-4A25-C86D-D75D780F107F}"/>
                  </a:ext>
                </a:extLst>
              </p:cNvPr>
              <p:cNvSpPr/>
              <p:nvPr/>
            </p:nvSpPr>
            <p:spPr>
              <a:xfrm>
                <a:off x="4328172" y="5707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7" name="Freeform 44446">
                <a:extLst>
                  <a:ext uri="{FF2B5EF4-FFF2-40B4-BE49-F238E27FC236}">
                    <a16:creationId xmlns:a16="http://schemas.microsoft.com/office/drawing/2014/main" id="{895D5945-E149-5E24-C5E6-7CCA97B632AB}"/>
                  </a:ext>
                </a:extLst>
              </p:cNvPr>
              <p:cNvSpPr/>
              <p:nvPr/>
            </p:nvSpPr>
            <p:spPr>
              <a:xfrm>
                <a:off x="4328767" y="5694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8" name="Freeform 44447">
                <a:extLst>
                  <a:ext uri="{FF2B5EF4-FFF2-40B4-BE49-F238E27FC236}">
                    <a16:creationId xmlns:a16="http://schemas.microsoft.com/office/drawing/2014/main" id="{B7AD8225-204E-3EF1-9767-184F85E7BDB4}"/>
                  </a:ext>
                </a:extLst>
              </p:cNvPr>
              <p:cNvSpPr/>
              <p:nvPr/>
            </p:nvSpPr>
            <p:spPr>
              <a:xfrm>
                <a:off x="4329263" y="5688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49" name="Freeform 44448">
                <a:extLst>
                  <a:ext uri="{FF2B5EF4-FFF2-40B4-BE49-F238E27FC236}">
                    <a16:creationId xmlns:a16="http://schemas.microsoft.com/office/drawing/2014/main" id="{3EC3F29E-E3C1-6731-30E1-F26E11EACAC7}"/>
                  </a:ext>
                </a:extLst>
              </p:cNvPr>
              <p:cNvSpPr/>
              <p:nvPr/>
            </p:nvSpPr>
            <p:spPr>
              <a:xfrm>
                <a:off x="4329759" y="5724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0" name="Freeform 44449">
                <a:extLst>
                  <a:ext uri="{FF2B5EF4-FFF2-40B4-BE49-F238E27FC236}">
                    <a16:creationId xmlns:a16="http://schemas.microsoft.com/office/drawing/2014/main" id="{2D225BB4-8665-55D6-C2D6-ED475B968647}"/>
                  </a:ext>
                </a:extLst>
              </p:cNvPr>
              <p:cNvSpPr/>
              <p:nvPr/>
            </p:nvSpPr>
            <p:spPr>
              <a:xfrm>
                <a:off x="4330355" y="5795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1" name="Freeform 44450">
                <a:extLst>
                  <a:ext uri="{FF2B5EF4-FFF2-40B4-BE49-F238E27FC236}">
                    <a16:creationId xmlns:a16="http://schemas.microsoft.com/office/drawing/2014/main" id="{F7A03021-394B-F0A4-FF69-DA667E22116D}"/>
                  </a:ext>
                </a:extLst>
              </p:cNvPr>
              <p:cNvSpPr/>
              <p:nvPr/>
            </p:nvSpPr>
            <p:spPr>
              <a:xfrm>
                <a:off x="4330851" y="580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2" name="Freeform 44451">
                <a:extLst>
                  <a:ext uri="{FF2B5EF4-FFF2-40B4-BE49-F238E27FC236}">
                    <a16:creationId xmlns:a16="http://schemas.microsoft.com/office/drawing/2014/main" id="{C37FF14D-BA6C-FC72-C0A5-02B8EC1079AF}"/>
                  </a:ext>
                </a:extLst>
              </p:cNvPr>
              <p:cNvSpPr/>
              <p:nvPr/>
            </p:nvSpPr>
            <p:spPr>
              <a:xfrm>
                <a:off x="4331347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3" name="Freeform 44452">
                <a:extLst>
                  <a:ext uri="{FF2B5EF4-FFF2-40B4-BE49-F238E27FC236}">
                    <a16:creationId xmlns:a16="http://schemas.microsoft.com/office/drawing/2014/main" id="{FA8284AA-7271-880F-609B-C81A660C34AD}"/>
                  </a:ext>
                </a:extLst>
              </p:cNvPr>
              <p:cNvSpPr/>
              <p:nvPr/>
            </p:nvSpPr>
            <p:spPr>
              <a:xfrm>
                <a:off x="4331942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4" name="Freeform 44453">
                <a:extLst>
                  <a:ext uri="{FF2B5EF4-FFF2-40B4-BE49-F238E27FC236}">
                    <a16:creationId xmlns:a16="http://schemas.microsoft.com/office/drawing/2014/main" id="{78556D72-26A1-27E6-468A-53B308902253}"/>
                  </a:ext>
                </a:extLst>
              </p:cNvPr>
              <p:cNvSpPr/>
              <p:nvPr/>
            </p:nvSpPr>
            <p:spPr>
              <a:xfrm>
                <a:off x="4332438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5" name="Freeform 44454">
                <a:extLst>
                  <a:ext uri="{FF2B5EF4-FFF2-40B4-BE49-F238E27FC236}">
                    <a16:creationId xmlns:a16="http://schemas.microsoft.com/office/drawing/2014/main" id="{E083E34E-E467-7A6D-6516-878115EE088D}"/>
                  </a:ext>
                </a:extLst>
              </p:cNvPr>
              <p:cNvSpPr/>
              <p:nvPr/>
            </p:nvSpPr>
            <p:spPr>
              <a:xfrm>
                <a:off x="4332934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6" name="Freeform 44455">
                <a:extLst>
                  <a:ext uri="{FF2B5EF4-FFF2-40B4-BE49-F238E27FC236}">
                    <a16:creationId xmlns:a16="http://schemas.microsoft.com/office/drawing/2014/main" id="{37FB9E7B-6A32-1A85-6A86-A81CD02F622D}"/>
                  </a:ext>
                </a:extLst>
              </p:cNvPr>
              <p:cNvSpPr/>
              <p:nvPr/>
            </p:nvSpPr>
            <p:spPr>
              <a:xfrm>
                <a:off x="4333430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7" name="Freeform 44456">
                <a:extLst>
                  <a:ext uri="{FF2B5EF4-FFF2-40B4-BE49-F238E27FC236}">
                    <a16:creationId xmlns:a16="http://schemas.microsoft.com/office/drawing/2014/main" id="{2264843C-1FC4-0860-7A47-B571E4E7B915}"/>
                  </a:ext>
                </a:extLst>
              </p:cNvPr>
              <p:cNvSpPr/>
              <p:nvPr/>
            </p:nvSpPr>
            <p:spPr>
              <a:xfrm>
                <a:off x="4334026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8" name="Freeform 44457">
                <a:extLst>
                  <a:ext uri="{FF2B5EF4-FFF2-40B4-BE49-F238E27FC236}">
                    <a16:creationId xmlns:a16="http://schemas.microsoft.com/office/drawing/2014/main" id="{886D95EA-0BEE-1E9C-6E63-D6037A214701}"/>
                  </a:ext>
                </a:extLst>
              </p:cNvPr>
              <p:cNvSpPr/>
              <p:nvPr/>
            </p:nvSpPr>
            <p:spPr>
              <a:xfrm>
                <a:off x="4334522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59" name="Freeform 44458">
                <a:extLst>
                  <a:ext uri="{FF2B5EF4-FFF2-40B4-BE49-F238E27FC236}">
                    <a16:creationId xmlns:a16="http://schemas.microsoft.com/office/drawing/2014/main" id="{18B9BE4B-386F-B978-AF41-A4DB334959C0}"/>
                  </a:ext>
                </a:extLst>
              </p:cNvPr>
              <p:cNvSpPr/>
              <p:nvPr/>
            </p:nvSpPr>
            <p:spPr>
              <a:xfrm>
                <a:off x="4335018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0" name="Freeform 44459">
                <a:extLst>
                  <a:ext uri="{FF2B5EF4-FFF2-40B4-BE49-F238E27FC236}">
                    <a16:creationId xmlns:a16="http://schemas.microsoft.com/office/drawing/2014/main" id="{8E0FE8E4-9C5D-3993-BD1D-658EC3385A21}"/>
                  </a:ext>
                </a:extLst>
              </p:cNvPr>
              <p:cNvSpPr/>
              <p:nvPr/>
            </p:nvSpPr>
            <p:spPr>
              <a:xfrm>
                <a:off x="4335613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1" name="Freeform 44460">
                <a:extLst>
                  <a:ext uri="{FF2B5EF4-FFF2-40B4-BE49-F238E27FC236}">
                    <a16:creationId xmlns:a16="http://schemas.microsoft.com/office/drawing/2014/main" id="{B7121B9B-409A-6F3F-9DA5-288C6F9C5367}"/>
                  </a:ext>
                </a:extLst>
              </p:cNvPr>
              <p:cNvSpPr/>
              <p:nvPr/>
            </p:nvSpPr>
            <p:spPr>
              <a:xfrm>
                <a:off x="4336109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2" name="Freeform 44461">
                <a:extLst>
                  <a:ext uri="{FF2B5EF4-FFF2-40B4-BE49-F238E27FC236}">
                    <a16:creationId xmlns:a16="http://schemas.microsoft.com/office/drawing/2014/main" id="{D5C35568-9F74-61EE-836E-AA17273E1ABD}"/>
                  </a:ext>
                </a:extLst>
              </p:cNvPr>
              <p:cNvSpPr/>
              <p:nvPr/>
            </p:nvSpPr>
            <p:spPr>
              <a:xfrm>
                <a:off x="4336605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3" name="Freeform 44462">
                <a:extLst>
                  <a:ext uri="{FF2B5EF4-FFF2-40B4-BE49-F238E27FC236}">
                    <a16:creationId xmlns:a16="http://schemas.microsoft.com/office/drawing/2014/main" id="{D1065DFC-913F-83C9-E6A8-56DB7BCE1B5B}"/>
                  </a:ext>
                </a:extLst>
              </p:cNvPr>
              <p:cNvSpPr/>
              <p:nvPr/>
            </p:nvSpPr>
            <p:spPr>
              <a:xfrm>
                <a:off x="4337201" y="5927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4" name="Freeform 44463">
                <a:extLst>
                  <a:ext uri="{FF2B5EF4-FFF2-40B4-BE49-F238E27FC236}">
                    <a16:creationId xmlns:a16="http://schemas.microsoft.com/office/drawing/2014/main" id="{42DC9761-EA26-8ED8-5DBD-BFB05EC19BCE}"/>
                  </a:ext>
                </a:extLst>
              </p:cNvPr>
              <p:cNvSpPr/>
              <p:nvPr/>
            </p:nvSpPr>
            <p:spPr>
              <a:xfrm>
                <a:off x="4337697" y="5930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5" name="Freeform 44464">
                <a:extLst>
                  <a:ext uri="{FF2B5EF4-FFF2-40B4-BE49-F238E27FC236}">
                    <a16:creationId xmlns:a16="http://schemas.microsoft.com/office/drawing/2014/main" id="{5DC942A9-FB61-ACDB-1014-753BEB0A4D0A}"/>
                  </a:ext>
                </a:extLst>
              </p:cNvPr>
              <p:cNvSpPr/>
              <p:nvPr/>
            </p:nvSpPr>
            <p:spPr>
              <a:xfrm>
                <a:off x="4338193" y="592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6" name="Freeform 44465">
                <a:extLst>
                  <a:ext uri="{FF2B5EF4-FFF2-40B4-BE49-F238E27FC236}">
                    <a16:creationId xmlns:a16="http://schemas.microsoft.com/office/drawing/2014/main" id="{0E0E5931-B665-0175-D2AC-0E62ADB496E4}"/>
                  </a:ext>
                </a:extLst>
              </p:cNvPr>
              <p:cNvSpPr/>
              <p:nvPr/>
            </p:nvSpPr>
            <p:spPr>
              <a:xfrm>
                <a:off x="4338788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7" name="Freeform 44466">
                <a:extLst>
                  <a:ext uri="{FF2B5EF4-FFF2-40B4-BE49-F238E27FC236}">
                    <a16:creationId xmlns:a16="http://schemas.microsoft.com/office/drawing/2014/main" id="{18B56A1F-2729-C569-C456-C102B027B840}"/>
                  </a:ext>
                </a:extLst>
              </p:cNvPr>
              <p:cNvSpPr/>
              <p:nvPr/>
            </p:nvSpPr>
            <p:spPr>
              <a:xfrm>
                <a:off x="4339284" y="5915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8" name="Freeform 44467">
                <a:extLst>
                  <a:ext uri="{FF2B5EF4-FFF2-40B4-BE49-F238E27FC236}">
                    <a16:creationId xmlns:a16="http://schemas.microsoft.com/office/drawing/2014/main" id="{1CC77C4D-CDCB-EE4A-3C16-F0097BB25DCB}"/>
                  </a:ext>
                </a:extLst>
              </p:cNvPr>
              <p:cNvSpPr/>
              <p:nvPr/>
            </p:nvSpPr>
            <p:spPr>
              <a:xfrm>
                <a:off x="4339780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69" name="Freeform 44468">
                <a:extLst>
                  <a:ext uri="{FF2B5EF4-FFF2-40B4-BE49-F238E27FC236}">
                    <a16:creationId xmlns:a16="http://schemas.microsoft.com/office/drawing/2014/main" id="{DD806E23-B937-98D9-9C24-901CEE7EB3C6}"/>
                  </a:ext>
                </a:extLst>
              </p:cNvPr>
              <p:cNvSpPr/>
              <p:nvPr/>
            </p:nvSpPr>
            <p:spPr>
              <a:xfrm>
                <a:off x="4340376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0" name="Freeform 44469">
                <a:extLst>
                  <a:ext uri="{FF2B5EF4-FFF2-40B4-BE49-F238E27FC236}">
                    <a16:creationId xmlns:a16="http://schemas.microsoft.com/office/drawing/2014/main" id="{FAC45F6C-E943-2B8C-0DD0-8C47FB8F28DD}"/>
                  </a:ext>
                </a:extLst>
              </p:cNvPr>
              <p:cNvSpPr/>
              <p:nvPr/>
            </p:nvSpPr>
            <p:spPr>
              <a:xfrm>
                <a:off x="4340872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1" name="Freeform 44470">
                <a:extLst>
                  <a:ext uri="{FF2B5EF4-FFF2-40B4-BE49-F238E27FC236}">
                    <a16:creationId xmlns:a16="http://schemas.microsoft.com/office/drawing/2014/main" id="{6B2341EC-5629-7EB7-3B83-3E5BE478E6B0}"/>
                  </a:ext>
                </a:extLst>
              </p:cNvPr>
              <p:cNvSpPr/>
              <p:nvPr/>
            </p:nvSpPr>
            <p:spPr>
              <a:xfrm>
                <a:off x="4341368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2" name="Freeform 44471">
                <a:extLst>
                  <a:ext uri="{FF2B5EF4-FFF2-40B4-BE49-F238E27FC236}">
                    <a16:creationId xmlns:a16="http://schemas.microsoft.com/office/drawing/2014/main" id="{4A2C8F1F-C065-1AB9-5058-2E2BB94A3923}"/>
                  </a:ext>
                </a:extLst>
              </p:cNvPr>
              <p:cNvSpPr/>
              <p:nvPr/>
            </p:nvSpPr>
            <p:spPr>
              <a:xfrm>
                <a:off x="4341963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3" name="Freeform 44472">
                <a:extLst>
                  <a:ext uri="{FF2B5EF4-FFF2-40B4-BE49-F238E27FC236}">
                    <a16:creationId xmlns:a16="http://schemas.microsoft.com/office/drawing/2014/main" id="{51546CB4-0A9B-7F52-AB7D-3D7AF36692E7}"/>
                  </a:ext>
                </a:extLst>
              </p:cNvPr>
              <p:cNvSpPr/>
              <p:nvPr/>
            </p:nvSpPr>
            <p:spPr>
              <a:xfrm>
                <a:off x="4342459" y="5853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4" name="Freeform 44473">
                <a:extLst>
                  <a:ext uri="{FF2B5EF4-FFF2-40B4-BE49-F238E27FC236}">
                    <a16:creationId xmlns:a16="http://schemas.microsoft.com/office/drawing/2014/main" id="{D802F769-EFAB-BA84-DDC7-086A4115D5C6}"/>
                  </a:ext>
                </a:extLst>
              </p:cNvPr>
              <p:cNvSpPr/>
              <p:nvPr/>
            </p:nvSpPr>
            <p:spPr>
              <a:xfrm>
                <a:off x="4342955" y="5855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5" name="Freeform 44474">
                <a:extLst>
                  <a:ext uri="{FF2B5EF4-FFF2-40B4-BE49-F238E27FC236}">
                    <a16:creationId xmlns:a16="http://schemas.microsoft.com/office/drawing/2014/main" id="{9D86E9C1-870E-D3E3-1E25-2ADA93040CA3}"/>
                  </a:ext>
                </a:extLst>
              </p:cNvPr>
              <p:cNvSpPr/>
              <p:nvPr/>
            </p:nvSpPr>
            <p:spPr>
              <a:xfrm>
                <a:off x="4343551" y="586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6" name="Freeform 44475">
                <a:extLst>
                  <a:ext uri="{FF2B5EF4-FFF2-40B4-BE49-F238E27FC236}">
                    <a16:creationId xmlns:a16="http://schemas.microsoft.com/office/drawing/2014/main" id="{2860CD24-EE52-5569-5815-F8B6DAFFDA8D}"/>
                  </a:ext>
                </a:extLst>
              </p:cNvPr>
              <p:cNvSpPr/>
              <p:nvPr/>
            </p:nvSpPr>
            <p:spPr>
              <a:xfrm>
                <a:off x="4344047" y="5886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7" name="Freeform 44476">
                <a:extLst>
                  <a:ext uri="{FF2B5EF4-FFF2-40B4-BE49-F238E27FC236}">
                    <a16:creationId xmlns:a16="http://schemas.microsoft.com/office/drawing/2014/main" id="{0BD1CB1B-ACF8-C868-A109-1392AEF29B82}"/>
                  </a:ext>
                </a:extLst>
              </p:cNvPr>
              <p:cNvSpPr/>
              <p:nvPr/>
            </p:nvSpPr>
            <p:spPr>
              <a:xfrm>
                <a:off x="4344543" y="5969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8" name="Freeform 44477">
                <a:extLst>
                  <a:ext uri="{FF2B5EF4-FFF2-40B4-BE49-F238E27FC236}">
                    <a16:creationId xmlns:a16="http://schemas.microsoft.com/office/drawing/2014/main" id="{9BE0B5CA-2C40-8701-23BB-3CE550E85E16}"/>
                  </a:ext>
                </a:extLst>
              </p:cNvPr>
              <p:cNvSpPr/>
              <p:nvPr/>
            </p:nvSpPr>
            <p:spPr>
              <a:xfrm>
                <a:off x="4345039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79" name="Freeform 44478">
                <a:extLst>
                  <a:ext uri="{FF2B5EF4-FFF2-40B4-BE49-F238E27FC236}">
                    <a16:creationId xmlns:a16="http://schemas.microsoft.com/office/drawing/2014/main" id="{E80CC0C5-B39B-C44F-1450-B6231358ED3B}"/>
                  </a:ext>
                </a:extLst>
              </p:cNvPr>
              <p:cNvSpPr/>
              <p:nvPr/>
            </p:nvSpPr>
            <p:spPr>
              <a:xfrm>
                <a:off x="4345634" y="6007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0" name="Freeform 44479">
                <a:extLst>
                  <a:ext uri="{FF2B5EF4-FFF2-40B4-BE49-F238E27FC236}">
                    <a16:creationId xmlns:a16="http://schemas.microsoft.com/office/drawing/2014/main" id="{F5C5B573-9A87-C0B5-B2EE-62BB91F29F74}"/>
                  </a:ext>
                </a:extLst>
              </p:cNvPr>
              <p:cNvSpPr/>
              <p:nvPr/>
            </p:nvSpPr>
            <p:spPr>
              <a:xfrm>
                <a:off x="4346130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1" name="Freeform 44480">
                <a:extLst>
                  <a:ext uri="{FF2B5EF4-FFF2-40B4-BE49-F238E27FC236}">
                    <a16:creationId xmlns:a16="http://schemas.microsoft.com/office/drawing/2014/main" id="{A7DB5B06-4DA0-8495-6184-4C351994DCA6}"/>
                  </a:ext>
                </a:extLst>
              </p:cNvPr>
              <p:cNvSpPr/>
              <p:nvPr/>
            </p:nvSpPr>
            <p:spPr>
              <a:xfrm>
                <a:off x="4346627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2" name="Freeform 44481">
                <a:extLst>
                  <a:ext uri="{FF2B5EF4-FFF2-40B4-BE49-F238E27FC236}">
                    <a16:creationId xmlns:a16="http://schemas.microsoft.com/office/drawing/2014/main" id="{30D68E6A-8DB9-43D8-239E-6908B600E219}"/>
                  </a:ext>
                </a:extLst>
              </p:cNvPr>
              <p:cNvSpPr/>
              <p:nvPr/>
            </p:nvSpPr>
            <p:spPr>
              <a:xfrm>
                <a:off x="4347222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3" name="Freeform 44482">
                <a:extLst>
                  <a:ext uri="{FF2B5EF4-FFF2-40B4-BE49-F238E27FC236}">
                    <a16:creationId xmlns:a16="http://schemas.microsoft.com/office/drawing/2014/main" id="{E218C961-1B05-8418-6E47-276441697A4B}"/>
                  </a:ext>
                </a:extLst>
              </p:cNvPr>
              <p:cNvSpPr/>
              <p:nvPr/>
            </p:nvSpPr>
            <p:spPr>
              <a:xfrm>
                <a:off x="4347718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4" name="Freeform 44483">
                <a:extLst>
                  <a:ext uri="{FF2B5EF4-FFF2-40B4-BE49-F238E27FC236}">
                    <a16:creationId xmlns:a16="http://schemas.microsoft.com/office/drawing/2014/main" id="{770065D8-2C9C-9464-F4E4-8C155606ADF9}"/>
                  </a:ext>
                </a:extLst>
              </p:cNvPr>
              <p:cNvSpPr/>
              <p:nvPr/>
            </p:nvSpPr>
            <p:spPr>
              <a:xfrm>
                <a:off x="4348214" y="6007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5" name="Freeform 44484">
                <a:extLst>
                  <a:ext uri="{FF2B5EF4-FFF2-40B4-BE49-F238E27FC236}">
                    <a16:creationId xmlns:a16="http://schemas.microsoft.com/office/drawing/2014/main" id="{0A5592D5-B958-5AE9-7C1F-A1DC399D9551}"/>
                  </a:ext>
                </a:extLst>
              </p:cNvPr>
              <p:cNvSpPr/>
              <p:nvPr/>
            </p:nvSpPr>
            <p:spPr>
              <a:xfrm>
                <a:off x="4348809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6" name="Freeform 44485">
                <a:extLst>
                  <a:ext uri="{FF2B5EF4-FFF2-40B4-BE49-F238E27FC236}">
                    <a16:creationId xmlns:a16="http://schemas.microsoft.com/office/drawing/2014/main" id="{56AA7CC1-544E-2723-1A56-DB1300BB5E08}"/>
                  </a:ext>
                </a:extLst>
              </p:cNvPr>
              <p:cNvSpPr/>
              <p:nvPr/>
            </p:nvSpPr>
            <p:spPr>
              <a:xfrm>
                <a:off x="4349305" y="590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7" name="Freeform 44486">
                <a:extLst>
                  <a:ext uri="{FF2B5EF4-FFF2-40B4-BE49-F238E27FC236}">
                    <a16:creationId xmlns:a16="http://schemas.microsoft.com/office/drawing/2014/main" id="{EC1AB156-55C0-37E2-9337-ED51A87D8A5A}"/>
                  </a:ext>
                </a:extLst>
              </p:cNvPr>
              <p:cNvSpPr/>
              <p:nvPr/>
            </p:nvSpPr>
            <p:spPr>
              <a:xfrm>
                <a:off x="4349802" y="5914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8" name="Freeform 44487">
                <a:extLst>
                  <a:ext uri="{FF2B5EF4-FFF2-40B4-BE49-F238E27FC236}">
                    <a16:creationId xmlns:a16="http://schemas.microsoft.com/office/drawing/2014/main" id="{BD13500E-F3FA-2D3C-7E64-21B8277ADCF1}"/>
                  </a:ext>
                </a:extLst>
              </p:cNvPr>
              <p:cNvSpPr/>
              <p:nvPr/>
            </p:nvSpPr>
            <p:spPr>
              <a:xfrm>
                <a:off x="4350397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89" name="Freeform 44488">
                <a:extLst>
                  <a:ext uri="{FF2B5EF4-FFF2-40B4-BE49-F238E27FC236}">
                    <a16:creationId xmlns:a16="http://schemas.microsoft.com/office/drawing/2014/main" id="{380CB665-5940-756C-DEF9-38655FFEDD38}"/>
                  </a:ext>
                </a:extLst>
              </p:cNvPr>
              <p:cNvSpPr/>
              <p:nvPr/>
            </p:nvSpPr>
            <p:spPr>
              <a:xfrm>
                <a:off x="4350893" y="5920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0" name="Freeform 44489">
                <a:extLst>
                  <a:ext uri="{FF2B5EF4-FFF2-40B4-BE49-F238E27FC236}">
                    <a16:creationId xmlns:a16="http://schemas.microsoft.com/office/drawing/2014/main" id="{FA779EB1-FDA3-AC14-1B34-7073EC7B8F94}"/>
                  </a:ext>
                </a:extLst>
              </p:cNvPr>
              <p:cNvSpPr/>
              <p:nvPr/>
            </p:nvSpPr>
            <p:spPr>
              <a:xfrm>
                <a:off x="4351389" y="591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1" name="Freeform 44490">
                <a:extLst>
                  <a:ext uri="{FF2B5EF4-FFF2-40B4-BE49-F238E27FC236}">
                    <a16:creationId xmlns:a16="http://schemas.microsoft.com/office/drawing/2014/main" id="{B2BE3DE4-2031-F516-284E-F51E7FE2F5DC}"/>
                  </a:ext>
                </a:extLst>
              </p:cNvPr>
              <p:cNvSpPr/>
              <p:nvPr/>
            </p:nvSpPr>
            <p:spPr>
              <a:xfrm>
                <a:off x="4351984" y="5907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2" name="Freeform 44491">
                <a:extLst>
                  <a:ext uri="{FF2B5EF4-FFF2-40B4-BE49-F238E27FC236}">
                    <a16:creationId xmlns:a16="http://schemas.microsoft.com/office/drawing/2014/main" id="{21B1DD37-735A-08E2-387C-ED6F6D9E65CE}"/>
                  </a:ext>
                </a:extLst>
              </p:cNvPr>
              <p:cNvSpPr/>
              <p:nvPr/>
            </p:nvSpPr>
            <p:spPr>
              <a:xfrm>
                <a:off x="4352480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3" name="Freeform 44492">
                <a:extLst>
                  <a:ext uri="{FF2B5EF4-FFF2-40B4-BE49-F238E27FC236}">
                    <a16:creationId xmlns:a16="http://schemas.microsoft.com/office/drawing/2014/main" id="{D4286BAF-EE77-B71F-7456-A7BA877FB00B}"/>
                  </a:ext>
                </a:extLst>
              </p:cNvPr>
              <p:cNvSpPr/>
              <p:nvPr/>
            </p:nvSpPr>
            <p:spPr>
              <a:xfrm>
                <a:off x="4352977" y="5878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4" name="Freeform 44493">
                <a:extLst>
                  <a:ext uri="{FF2B5EF4-FFF2-40B4-BE49-F238E27FC236}">
                    <a16:creationId xmlns:a16="http://schemas.microsoft.com/office/drawing/2014/main" id="{F0AF5CCE-ECC8-42E6-6E9D-0EF747062A2D}"/>
                  </a:ext>
                </a:extLst>
              </p:cNvPr>
              <p:cNvSpPr/>
              <p:nvPr/>
            </p:nvSpPr>
            <p:spPr>
              <a:xfrm>
                <a:off x="4353572" y="5863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5" name="Freeform 44494">
                <a:extLst>
                  <a:ext uri="{FF2B5EF4-FFF2-40B4-BE49-F238E27FC236}">
                    <a16:creationId xmlns:a16="http://schemas.microsoft.com/office/drawing/2014/main" id="{60EDF44C-1437-F175-3709-33FAD7D1CB13}"/>
                  </a:ext>
                </a:extLst>
              </p:cNvPr>
              <p:cNvSpPr/>
              <p:nvPr/>
            </p:nvSpPr>
            <p:spPr>
              <a:xfrm>
                <a:off x="4354068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6" name="Freeform 44495">
                <a:extLst>
                  <a:ext uri="{FF2B5EF4-FFF2-40B4-BE49-F238E27FC236}">
                    <a16:creationId xmlns:a16="http://schemas.microsoft.com/office/drawing/2014/main" id="{66C5E215-FDA1-3431-B21A-6CD4C3491D0A}"/>
                  </a:ext>
                </a:extLst>
              </p:cNvPr>
              <p:cNvSpPr/>
              <p:nvPr/>
            </p:nvSpPr>
            <p:spPr>
              <a:xfrm>
                <a:off x="4354564" y="5843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7" name="Freeform 44496">
                <a:extLst>
                  <a:ext uri="{FF2B5EF4-FFF2-40B4-BE49-F238E27FC236}">
                    <a16:creationId xmlns:a16="http://schemas.microsoft.com/office/drawing/2014/main" id="{B3CC9962-2B5B-E128-CE22-4B9085172CF9}"/>
                  </a:ext>
                </a:extLst>
              </p:cNvPr>
              <p:cNvSpPr/>
              <p:nvPr/>
            </p:nvSpPr>
            <p:spPr>
              <a:xfrm>
                <a:off x="4355159" y="583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8" name="Freeform 44497">
                <a:extLst>
                  <a:ext uri="{FF2B5EF4-FFF2-40B4-BE49-F238E27FC236}">
                    <a16:creationId xmlns:a16="http://schemas.microsoft.com/office/drawing/2014/main" id="{F4D1B8BF-D5AF-2202-4F00-88A520DF82DB}"/>
                  </a:ext>
                </a:extLst>
              </p:cNvPr>
              <p:cNvSpPr/>
              <p:nvPr/>
            </p:nvSpPr>
            <p:spPr>
              <a:xfrm>
                <a:off x="4355655" y="5838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99" name="Freeform 44498">
                <a:extLst>
                  <a:ext uri="{FF2B5EF4-FFF2-40B4-BE49-F238E27FC236}">
                    <a16:creationId xmlns:a16="http://schemas.microsoft.com/office/drawing/2014/main" id="{1D1FDDCE-33EF-B0CB-E18C-15D644C605E7}"/>
                  </a:ext>
                </a:extLst>
              </p:cNvPr>
              <p:cNvSpPr/>
              <p:nvPr/>
            </p:nvSpPr>
            <p:spPr>
              <a:xfrm>
                <a:off x="4356152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0" name="Freeform 44499">
                <a:extLst>
                  <a:ext uri="{FF2B5EF4-FFF2-40B4-BE49-F238E27FC236}">
                    <a16:creationId xmlns:a16="http://schemas.microsoft.com/office/drawing/2014/main" id="{F33A9190-BDF0-5EF6-B660-703F9AD4F960}"/>
                  </a:ext>
                </a:extLst>
              </p:cNvPr>
              <p:cNvSpPr/>
              <p:nvPr/>
            </p:nvSpPr>
            <p:spPr>
              <a:xfrm>
                <a:off x="4356648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1" name="Freeform 44500">
                <a:extLst>
                  <a:ext uri="{FF2B5EF4-FFF2-40B4-BE49-F238E27FC236}">
                    <a16:creationId xmlns:a16="http://schemas.microsoft.com/office/drawing/2014/main" id="{CEAFBCBF-7C5C-3BF7-961B-B29B5012AFF7}"/>
                  </a:ext>
                </a:extLst>
              </p:cNvPr>
              <p:cNvSpPr/>
              <p:nvPr/>
            </p:nvSpPr>
            <p:spPr>
              <a:xfrm>
                <a:off x="4357243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2" name="Freeform 44501">
                <a:extLst>
                  <a:ext uri="{FF2B5EF4-FFF2-40B4-BE49-F238E27FC236}">
                    <a16:creationId xmlns:a16="http://schemas.microsoft.com/office/drawing/2014/main" id="{65896C7E-B428-60D4-0CCA-E32B6F7010C4}"/>
                  </a:ext>
                </a:extLst>
              </p:cNvPr>
              <p:cNvSpPr/>
              <p:nvPr/>
            </p:nvSpPr>
            <p:spPr>
              <a:xfrm>
                <a:off x="4357739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3" name="Freeform 44502">
                <a:extLst>
                  <a:ext uri="{FF2B5EF4-FFF2-40B4-BE49-F238E27FC236}">
                    <a16:creationId xmlns:a16="http://schemas.microsoft.com/office/drawing/2014/main" id="{588BFA40-9626-2246-8C01-3EADB1910E1B}"/>
                  </a:ext>
                </a:extLst>
              </p:cNvPr>
              <p:cNvSpPr/>
              <p:nvPr/>
            </p:nvSpPr>
            <p:spPr>
              <a:xfrm>
                <a:off x="4358235" y="6002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4" name="Freeform 44503">
                <a:extLst>
                  <a:ext uri="{FF2B5EF4-FFF2-40B4-BE49-F238E27FC236}">
                    <a16:creationId xmlns:a16="http://schemas.microsoft.com/office/drawing/2014/main" id="{32E50005-275C-CE00-E4AA-7E4326653EC4}"/>
                  </a:ext>
                </a:extLst>
              </p:cNvPr>
              <p:cNvSpPr/>
              <p:nvPr/>
            </p:nvSpPr>
            <p:spPr>
              <a:xfrm>
                <a:off x="4358830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5" name="Freeform 44504">
                <a:extLst>
                  <a:ext uri="{FF2B5EF4-FFF2-40B4-BE49-F238E27FC236}">
                    <a16:creationId xmlns:a16="http://schemas.microsoft.com/office/drawing/2014/main" id="{648BE583-4D2E-CE3D-D8C6-9E4EA691787F}"/>
                  </a:ext>
                </a:extLst>
              </p:cNvPr>
              <p:cNvSpPr/>
              <p:nvPr/>
            </p:nvSpPr>
            <p:spPr>
              <a:xfrm>
                <a:off x="4359327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6" name="Freeform 44505">
                <a:extLst>
                  <a:ext uri="{FF2B5EF4-FFF2-40B4-BE49-F238E27FC236}">
                    <a16:creationId xmlns:a16="http://schemas.microsoft.com/office/drawing/2014/main" id="{B6C340C2-D6D2-7DFD-C10B-04E509CA9AD7}"/>
                  </a:ext>
                </a:extLst>
              </p:cNvPr>
              <p:cNvSpPr/>
              <p:nvPr/>
            </p:nvSpPr>
            <p:spPr>
              <a:xfrm>
                <a:off x="4359823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7" name="Freeform 44506">
                <a:extLst>
                  <a:ext uri="{FF2B5EF4-FFF2-40B4-BE49-F238E27FC236}">
                    <a16:creationId xmlns:a16="http://schemas.microsoft.com/office/drawing/2014/main" id="{0AFBED38-F6AB-9CA5-8896-EBCD9FD10FD4}"/>
                  </a:ext>
                </a:extLst>
              </p:cNvPr>
              <p:cNvSpPr/>
              <p:nvPr/>
            </p:nvSpPr>
            <p:spPr>
              <a:xfrm>
                <a:off x="4360418" y="6005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8" name="Freeform 44507">
                <a:extLst>
                  <a:ext uri="{FF2B5EF4-FFF2-40B4-BE49-F238E27FC236}">
                    <a16:creationId xmlns:a16="http://schemas.microsoft.com/office/drawing/2014/main" id="{B07E5023-37B8-006A-B221-557612EF0794}"/>
                  </a:ext>
                </a:extLst>
              </p:cNvPr>
              <p:cNvSpPr/>
              <p:nvPr/>
            </p:nvSpPr>
            <p:spPr>
              <a:xfrm>
                <a:off x="4360914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09" name="Freeform 44508">
                <a:extLst>
                  <a:ext uri="{FF2B5EF4-FFF2-40B4-BE49-F238E27FC236}">
                    <a16:creationId xmlns:a16="http://schemas.microsoft.com/office/drawing/2014/main" id="{EC92D7BF-B6C7-0137-FCF5-1B2CC1CA452F}"/>
                  </a:ext>
                </a:extLst>
              </p:cNvPr>
              <p:cNvSpPr/>
              <p:nvPr/>
            </p:nvSpPr>
            <p:spPr>
              <a:xfrm>
                <a:off x="4361410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0" name="Freeform 44509">
                <a:extLst>
                  <a:ext uri="{FF2B5EF4-FFF2-40B4-BE49-F238E27FC236}">
                    <a16:creationId xmlns:a16="http://schemas.microsoft.com/office/drawing/2014/main" id="{32710D56-0ADE-7F9C-DBF3-C20D5484F1E0}"/>
                  </a:ext>
                </a:extLst>
              </p:cNvPr>
              <p:cNvSpPr/>
              <p:nvPr/>
            </p:nvSpPr>
            <p:spPr>
              <a:xfrm>
                <a:off x="4362005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1" name="Freeform 44510">
                <a:extLst>
                  <a:ext uri="{FF2B5EF4-FFF2-40B4-BE49-F238E27FC236}">
                    <a16:creationId xmlns:a16="http://schemas.microsoft.com/office/drawing/2014/main" id="{A7854CC0-0614-D8FE-FE54-BB405CE067CB}"/>
                  </a:ext>
                </a:extLst>
              </p:cNvPr>
              <p:cNvSpPr/>
              <p:nvPr/>
            </p:nvSpPr>
            <p:spPr>
              <a:xfrm>
                <a:off x="4362502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2" name="Freeform 44511">
                <a:extLst>
                  <a:ext uri="{FF2B5EF4-FFF2-40B4-BE49-F238E27FC236}">
                    <a16:creationId xmlns:a16="http://schemas.microsoft.com/office/drawing/2014/main" id="{94DDBD89-8D39-6CAE-C35F-4ECE8D4665AC}"/>
                  </a:ext>
                </a:extLst>
              </p:cNvPr>
              <p:cNvSpPr/>
              <p:nvPr/>
            </p:nvSpPr>
            <p:spPr>
              <a:xfrm>
                <a:off x="4362998" y="5902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3" name="Freeform 44512">
                <a:extLst>
                  <a:ext uri="{FF2B5EF4-FFF2-40B4-BE49-F238E27FC236}">
                    <a16:creationId xmlns:a16="http://schemas.microsoft.com/office/drawing/2014/main" id="{565767EE-C3EE-A17C-A486-1927A1DDC9C3}"/>
                  </a:ext>
                </a:extLst>
              </p:cNvPr>
              <p:cNvSpPr/>
              <p:nvPr/>
            </p:nvSpPr>
            <p:spPr>
              <a:xfrm>
                <a:off x="4363593" y="590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4" name="Freeform 44513">
                <a:extLst>
                  <a:ext uri="{FF2B5EF4-FFF2-40B4-BE49-F238E27FC236}">
                    <a16:creationId xmlns:a16="http://schemas.microsoft.com/office/drawing/2014/main" id="{4C86714A-09C6-BD43-795C-55141CE71C9B}"/>
                  </a:ext>
                </a:extLst>
              </p:cNvPr>
              <p:cNvSpPr/>
              <p:nvPr/>
            </p:nvSpPr>
            <p:spPr>
              <a:xfrm>
                <a:off x="4364089" y="589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5" name="Freeform 44514">
                <a:extLst>
                  <a:ext uri="{FF2B5EF4-FFF2-40B4-BE49-F238E27FC236}">
                    <a16:creationId xmlns:a16="http://schemas.microsoft.com/office/drawing/2014/main" id="{C052D84D-C1C9-AF08-9A44-4CE5C77DF55D}"/>
                  </a:ext>
                </a:extLst>
              </p:cNvPr>
              <p:cNvSpPr/>
              <p:nvPr/>
            </p:nvSpPr>
            <p:spPr>
              <a:xfrm>
                <a:off x="4364585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6" name="Freeform 44515">
                <a:extLst>
                  <a:ext uri="{FF2B5EF4-FFF2-40B4-BE49-F238E27FC236}">
                    <a16:creationId xmlns:a16="http://schemas.microsoft.com/office/drawing/2014/main" id="{D1FC3FAD-95F8-B2CE-A99F-D0575EA39B65}"/>
                  </a:ext>
                </a:extLst>
              </p:cNvPr>
              <p:cNvSpPr/>
              <p:nvPr/>
            </p:nvSpPr>
            <p:spPr>
              <a:xfrm>
                <a:off x="4365180" y="5897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7" name="Freeform 44516">
                <a:extLst>
                  <a:ext uri="{FF2B5EF4-FFF2-40B4-BE49-F238E27FC236}">
                    <a16:creationId xmlns:a16="http://schemas.microsoft.com/office/drawing/2014/main" id="{18B91849-15BD-5644-2DE1-CAD42A3468F4}"/>
                  </a:ext>
                </a:extLst>
              </p:cNvPr>
              <p:cNvSpPr/>
              <p:nvPr/>
            </p:nvSpPr>
            <p:spPr>
              <a:xfrm>
                <a:off x="4365677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8" name="Freeform 44517">
                <a:extLst>
                  <a:ext uri="{FF2B5EF4-FFF2-40B4-BE49-F238E27FC236}">
                    <a16:creationId xmlns:a16="http://schemas.microsoft.com/office/drawing/2014/main" id="{B33344A9-1571-07B4-19F5-3C547A2E1651}"/>
                  </a:ext>
                </a:extLst>
              </p:cNvPr>
              <p:cNvSpPr/>
              <p:nvPr/>
            </p:nvSpPr>
            <p:spPr>
              <a:xfrm>
                <a:off x="4366173" y="5868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19" name="Freeform 44518">
                <a:extLst>
                  <a:ext uri="{FF2B5EF4-FFF2-40B4-BE49-F238E27FC236}">
                    <a16:creationId xmlns:a16="http://schemas.microsoft.com/office/drawing/2014/main" id="{A84FF977-EA23-1088-99CA-9EF90D51C93F}"/>
                  </a:ext>
                </a:extLst>
              </p:cNvPr>
              <p:cNvSpPr/>
              <p:nvPr/>
            </p:nvSpPr>
            <p:spPr>
              <a:xfrm>
                <a:off x="4366768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0" name="Freeform 44519">
                <a:extLst>
                  <a:ext uri="{FF2B5EF4-FFF2-40B4-BE49-F238E27FC236}">
                    <a16:creationId xmlns:a16="http://schemas.microsoft.com/office/drawing/2014/main" id="{63C82E5E-2116-41FC-4582-03B962E70E1E}"/>
                  </a:ext>
                </a:extLst>
              </p:cNvPr>
              <p:cNvSpPr/>
              <p:nvPr/>
            </p:nvSpPr>
            <p:spPr>
              <a:xfrm>
                <a:off x="4367264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1" name="Freeform 44520">
                <a:extLst>
                  <a:ext uri="{FF2B5EF4-FFF2-40B4-BE49-F238E27FC236}">
                    <a16:creationId xmlns:a16="http://schemas.microsoft.com/office/drawing/2014/main" id="{581B6B2D-C755-FBD2-3FDB-0F1A9FAC229C}"/>
                  </a:ext>
                </a:extLst>
              </p:cNvPr>
              <p:cNvSpPr/>
              <p:nvPr/>
            </p:nvSpPr>
            <p:spPr>
              <a:xfrm>
                <a:off x="4367760" y="5844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2" name="Freeform 44521">
                <a:extLst>
                  <a:ext uri="{FF2B5EF4-FFF2-40B4-BE49-F238E27FC236}">
                    <a16:creationId xmlns:a16="http://schemas.microsoft.com/office/drawing/2014/main" id="{992A450D-5891-A9EC-54B8-35114F0DB07B}"/>
                  </a:ext>
                </a:extLst>
              </p:cNvPr>
              <p:cNvSpPr/>
              <p:nvPr/>
            </p:nvSpPr>
            <p:spPr>
              <a:xfrm>
                <a:off x="4368355" y="5851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3" name="Freeform 44522">
                <a:extLst>
                  <a:ext uri="{FF2B5EF4-FFF2-40B4-BE49-F238E27FC236}">
                    <a16:creationId xmlns:a16="http://schemas.microsoft.com/office/drawing/2014/main" id="{60D26F86-141C-E291-ADEB-A9C01F990F2C}"/>
                  </a:ext>
                </a:extLst>
              </p:cNvPr>
              <p:cNvSpPr/>
              <p:nvPr/>
            </p:nvSpPr>
            <p:spPr>
              <a:xfrm>
                <a:off x="4368852" y="5851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4" name="Freeform 44523">
                <a:extLst>
                  <a:ext uri="{FF2B5EF4-FFF2-40B4-BE49-F238E27FC236}">
                    <a16:creationId xmlns:a16="http://schemas.microsoft.com/office/drawing/2014/main" id="{E8D78D15-7A48-CEF1-F3BD-994548B08F10}"/>
                  </a:ext>
                </a:extLst>
              </p:cNvPr>
              <p:cNvSpPr/>
              <p:nvPr/>
            </p:nvSpPr>
            <p:spPr>
              <a:xfrm>
                <a:off x="4369348" y="5874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5" name="Freeform 44524">
                <a:extLst>
                  <a:ext uri="{FF2B5EF4-FFF2-40B4-BE49-F238E27FC236}">
                    <a16:creationId xmlns:a16="http://schemas.microsoft.com/office/drawing/2014/main" id="{8B002F4F-E1CA-9CC7-8431-9B4578D8A05D}"/>
                  </a:ext>
                </a:extLst>
              </p:cNvPr>
              <p:cNvSpPr/>
              <p:nvPr/>
            </p:nvSpPr>
            <p:spPr>
              <a:xfrm>
                <a:off x="4369844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6" name="Freeform 44525">
                <a:extLst>
                  <a:ext uri="{FF2B5EF4-FFF2-40B4-BE49-F238E27FC236}">
                    <a16:creationId xmlns:a16="http://schemas.microsoft.com/office/drawing/2014/main" id="{98F5A6C5-421C-5882-1229-6CC3405D59CF}"/>
                  </a:ext>
                </a:extLst>
              </p:cNvPr>
              <p:cNvSpPr/>
              <p:nvPr/>
            </p:nvSpPr>
            <p:spPr>
              <a:xfrm>
                <a:off x="4370439" y="6003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7" name="Freeform 44526">
                <a:extLst>
                  <a:ext uri="{FF2B5EF4-FFF2-40B4-BE49-F238E27FC236}">
                    <a16:creationId xmlns:a16="http://schemas.microsoft.com/office/drawing/2014/main" id="{806DB814-3876-BB01-F65B-3FCAB4512E6B}"/>
                  </a:ext>
                </a:extLst>
              </p:cNvPr>
              <p:cNvSpPr/>
              <p:nvPr/>
            </p:nvSpPr>
            <p:spPr>
              <a:xfrm>
                <a:off x="4370935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8" name="Freeform 44527">
                <a:extLst>
                  <a:ext uri="{FF2B5EF4-FFF2-40B4-BE49-F238E27FC236}">
                    <a16:creationId xmlns:a16="http://schemas.microsoft.com/office/drawing/2014/main" id="{A0033AE7-D13C-5909-A65B-8571C4109966}"/>
                  </a:ext>
                </a:extLst>
              </p:cNvPr>
              <p:cNvSpPr/>
              <p:nvPr/>
            </p:nvSpPr>
            <p:spPr>
              <a:xfrm>
                <a:off x="4371431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29" name="Freeform 44528">
                <a:extLst>
                  <a:ext uri="{FF2B5EF4-FFF2-40B4-BE49-F238E27FC236}">
                    <a16:creationId xmlns:a16="http://schemas.microsoft.com/office/drawing/2014/main" id="{3E665AD8-F8C9-7CB0-5AA7-E3C5F67BF97F}"/>
                  </a:ext>
                </a:extLst>
              </p:cNvPr>
              <p:cNvSpPr/>
              <p:nvPr/>
            </p:nvSpPr>
            <p:spPr>
              <a:xfrm>
                <a:off x="4372027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0" name="Freeform 44529">
                <a:extLst>
                  <a:ext uri="{FF2B5EF4-FFF2-40B4-BE49-F238E27FC236}">
                    <a16:creationId xmlns:a16="http://schemas.microsoft.com/office/drawing/2014/main" id="{98F4F430-750D-0468-667A-2E2400A993EC}"/>
                  </a:ext>
                </a:extLst>
              </p:cNvPr>
              <p:cNvSpPr/>
              <p:nvPr/>
            </p:nvSpPr>
            <p:spPr>
              <a:xfrm>
                <a:off x="4372523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1" name="Freeform 44530">
                <a:extLst>
                  <a:ext uri="{FF2B5EF4-FFF2-40B4-BE49-F238E27FC236}">
                    <a16:creationId xmlns:a16="http://schemas.microsoft.com/office/drawing/2014/main" id="{CA14AC2F-92EA-D9F6-0A3E-7525ADE11D98}"/>
                  </a:ext>
                </a:extLst>
              </p:cNvPr>
              <p:cNvSpPr/>
              <p:nvPr/>
            </p:nvSpPr>
            <p:spPr>
              <a:xfrm>
                <a:off x="4373019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2" name="Freeform 44531">
                <a:extLst>
                  <a:ext uri="{FF2B5EF4-FFF2-40B4-BE49-F238E27FC236}">
                    <a16:creationId xmlns:a16="http://schemas.microsoft.com/office/drawing/2014/main" id="{341F1D01-EBD4-E665-A91E-4208CED69977}"/>
                  </a:ext>
                </a:extLst>
              </p:cNvPr>
              <p:cNvSpPr/>
              <p:nvPr/>
            </p:nvSpPr>
            <p:spPr>
              <a:xfrm>
                <a:off x="4373614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3" name="Freeform 44532">
                <a:extLst>
                  <a:ext uri="{FF2B5EF4-FFF2-40B4-BE49-F238E27FC236}">
                    <a16:creationId xmlns:a16="http://schemas.microsoft.com/office/drawing/2014/main" id="{A4A6F561-F91F-41EC-D8DA-6CF829F294FC}"/>
                  </a:ext>
                </a:extLst>
              </p:cNvPr>
              <p:cNvSpPr/>
              <p:nvPr/>
            </p:nvSpPr>
            <p:spPr>
              <a:xfrm>
                <a:off x="4374110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4" name="Freeform 44533">
                <a:extLst>
                  <a:ext uri="{FF2B5EF4-FFF2-40B4-BE49-F238E27FC236}">
                    <a16:creationId xmlns:a16="http://schemas.microsoft.com/office/drawing/2014/main" id="{0B39AC7A-0F02-27A0-3281-99F1A3109530}"/>
                  </a:ext>
                </a:extLst>
              </p:cNvPr>
              <p:cNvSpPr/>
              <p:nvPr/>
            </p:nvSpPr>
            <p:spPr>
              <a:xfrm>
                <a:off x="4374606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5" name="Freeform 44534">
                <a:extLst>
                  <a:ext uri="{FF2B5EF4-FFF2-40B4-BE49-F238E27FC236}">
                    <a16:creationId xmlns:a16="http://schemas.microsoft.com/office/drawing/2014/main" id="{A48DC768-D51F-354F-4A8C-6C0F3B91DBD7}"/>
                  </a:ext>
                </a:extLst>
              </p:cNvPr>
              <p:cNvSpPr/>
              <p:nvPr/>
            </p:nvSpPr>
            <p:spPr>
              <a:xfrm>
                <a:off x="4375202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6" name="Freeform 44535">
                <a:extLst>
                  <a:ext uri="{FF2B5EF4-FFF2-40B4-BE49-F238E27FC236}">
                    <a16:creationId xmlns:a16="http://schemas.microsoft.com/office/drawing/2014/main" id="{2913B5AC-7014-DD1A-9132-6BCE5DE36E1D}"/>
                  </a:ext>
                </a:extLst>
              </p:cNvPr>
              <p:cNvSpPr/>
              <p:nvPr/>
            </p:nvSpPr>
            <p:spPr>
              <a:xfrm>
                <a:off x="4375698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7" name="Freeform 44536">
                <a:extLst>
                  <a:ext uri="{FF2B5EF4-FFF2-40B4-BE49-F238E27FC236}">
                    <a16:creationId xmlns:a16="http://schemas.microsoft.com/office/drawing/2014/main" id="{BCBED224-034A-9C71-4859-E1A54531601D}"/>
                  </a:ext>
                </a:extLst>
              </p:cNvPr>
              <p:cNvSpPr/>
              <p:nvPr/>
            </p:nvSpPr>
            <p:spPr>
              <a:xfrm>
                <a:off x="4376194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8" name="Freeform 44537">
                <a:extLst>
                  <a:ext uri="{FF2B5EF4-FFF2-40B4-BE49-F238E27FC236}">
                    <a16:creationId xmlns:a16="http://schemas.microsoft.com/office/drawing/2014/main" id="{102858E3-B9FF-9A37-8847-4F8EB6DD63E6}"/>
                  </a:ext>
                </a:extLst>
              </p:cNvPr>
              <p:cNvSpPr/>
              <p:nvPr/>
            </p:nvSpPr>
            <p:spPr>
              <a:xfrm>
                <a:off x="4376789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39" name="Freeform 44538">
                <a:extLst>
                  <a:ext uri="{FF2B5EF4-FFF2-40B4-BE49-F238E27FC236}">
                    <a16:creationId xmlns:a16="http://schemas.microsoft.com/office/drawing/2014/main" id="{4BDB0373-BFA2-5A57-850F-81F194298D70}"/>
                  </a:ext>
                </a:extLst>
              </p:cNvPr>
              <p:cNvSpPr/>
              <p:nvPr/>
            </p:nvSpPr>
            <p:spPr>
              <a:xfrm>
                <a:off x="4377285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0" name="Freeform 44539">
                <a:extLst>
                  <a:ext uri="{FF2B5EF4-FFF2-40B4-BE49-F238E27FC236}">
                    <a16:creationId xmlns:a16="http://schemas.microsoft.com/office/drawing/2014/main" id="{A84A570F-E448-FAC9-B1B2-FA7EC5BCCCFF}"/>
                  </a:ext>
                </a:extLst>
              </p:cNvPr>
              <p:cNvSpPr/>
              <p:nvPr/>
            </p:nvSpPr>
            <p:spPr>
              <a:xfrm>
                <a:off x="4377781" y="590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1" name="Freeform 44540">
                <a:extLst>
                  <a:ext uri="{FF2B5EF4-FFF2-40B4-BE49-F238E27FC236}">
                    <a16:creationId xmlns:a16="http://schemas.microsoft.com/office/drawing/2014/main" id="{672656AA-EC51-D6F4-4113-CFF5B44A93D2}"/>
                  </a:ext>
                </a:extLst>
              </p:cNvPr>
              <p:cNvSpPr/>
              <p:nvPr/>
            </p:nvSpPr>
            <p:spPr>
              <a:xfrm>
                <a:off x="4378377" y="589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2" name="Freeform 44541">
                <a:extLst>
                  <a:ext uri="{FF2B5EF4-FFF2-40B4-BE49-F238E27FC236}">
                    <a16:creationId xmlns:a16="http://schemas.microsoft.com/office/drawing/2014/main" id="{29D6E0BF-F859-AB55-BDA8-6F2828C9A3DF}"/>
                  </a:ext>
                </a:extLst>
              </p:cNvPr>
              <p:cNvSpPr/>
              <p:nvPr/>
            </p:nvSpPr>
            <p:spPr>
              <a:xfrm>
                <a:off x="4378873" y="5886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3" name="Freeform 44542">
                <a:extLst>
                  <a:ext uri="{FF2B5EF4-FFF2-40B4-BE49-F238E27FC236}">
                    <a16:creationId xmlns:a16="http://schemas.microsoft.com/office/drawing/2014/main" id="{975EA57E-8880-9E54-7A3A-6DFCB6E1147E}"/>
                  </a:ext>
                </a:extLst>
              </p:cNvPr>
              <p:cNvSpPr/>
              <p:nvPr/>
            </p:nvSpPr>
            <p:spPr>
              <a:xfrm>
                <a:off x="4379369" y="5867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4" name="Freeform 44543">
                <a:extLst>
                  <a:ext uri="{FF2B5EF4-FFF2-40B4-BE49-F238E27FC236}">
                    <a16:creationId xmlns:a16="http://schemas.microsoft.com/office/drawing/2014/main" id="{5A7C2B9C-1952-A918-5F09-38646177B264}"/>
                  </a:ext>
                </a:extLst>
              </p:cNvPr>
              <p:cNvSpPr/>
              <p:nvPr/>
            </p:nvSpPr>
            <p:spPr>
              <a:xfrm>
                <a:off x="4379964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5" name="Freeform 44544">
                <a:extLst>
                  <a:ext uri="{FF2B5EF4-FFF2-40B4-BE49-F238E27FC236}">
                    <a16:creationId xmlns:a16="http://schemas.microsoft.com/office/drawing/2014/main" id="{3F25FBD5-CDA5-3DD4-35DF-46FB9C191C16}"/>
                  </a:ext>
                </a:extLst>
              </p:cNvPr>
              <p:cNvSpPr/>
              <p:nvPr/>
            </p:nvSpPr>
            <p:spPr>
              <a:xfrm>
                <a:off x="4380460" y="5849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6" name="Freeform 44545">
                <a:extLst>
                  <a:ext uri="{FF2B5EF4-FFF2-40B4-BE49-F238E27FC236}">
                    <a16:creationId xmlns:a16="http://schemas.microsoft.com/office/drawing/2014/main" id="{0821AA56-6B3D-6E5E-0258-921805DAEF2F}"/>
                  </a:ext>
                </a:extLst>
              </p:cNvPr>
              <p:cNvSpPr/>
              <p:nvPr/>
            </p:nvSpPr>
            <p:spPr>
              <a:xfrm>
                <a:off x="4380956" y="584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7" name="Freeform 44546">
                <a:extLst>
                  <a:ext uri="{FF2B5EF4-FFF2-40B4-BE49-F238E27FC236}">
                    <a16:creationId xmlns:a16="http://schemas.microsoft.com/office/drawing/2014/main" id="{549C1351-D549-6A4D-5926-BB57F71EEEF9}"/>
                  </a:ext>
                </a:extLst>
              </p:cNvPr>
              <p:cNvSpPr/>
              <p:nvPr/>
            </p:nvSpPr>
            <p:spPr>
              <a:xfrm>
                <a:off x="4381452" y="5834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8" name="Freeform 44547">
                <a:extLst>
                  <a:ext uri="{FF2B5EF4-FFF2-40B4-BE49-F238E27FC236}">
                    <a16:creationId xmlns:a16="http://schemas.microsoft.com/office/drawing/2014/main" id="{1C10CED8-04BA-14C4-B0F8-3E2B1E6F668C}"/>
                  </a:ext>
                </a:extLst>
              </p:cNvPr>
              <p:cNvSpPr/>
              <p:nvPr/>
            </p:nvSpPr>
            <p:spPr>
              <a:xfrm>
                <a:off x="4382048" y="5858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49" name="Freeform 44548">
                <a:extLst>
                  <a:ext uri="{FF2B5EF4-FFF2-40B4-BE49-F238E27FC236}">
                    <a16:creationId xmlns:a16="http://schemas.microsoft.com/office/drawing/2014/main" id="{1EBE9A22-53E7-C1F3-D743-C785414B10B1}"/>
                  </a:ext>
                </a:extLst>
              </p:cNvPr>
              <p:cNvSpPr/>
              <p:nvPr/>
            </p:nvSpPr>
            <p:spPr>
              <a:xfrm>
                <a:off x="4382544" y="5986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0" name="Freeform 44549">
                <a:extLst>
                  <a:ext uri="{FF2B5EF4-FFF2-40B4-BE49-F238E27FC236}">
                    <a16:creationId xmlns:a16="http://schemas.microsoft.com/office/drawing/2014/main" id="{3DC33CB5-7899-3B13-B6D3-3271F2132DC4}"/>
                  </a:ext>
                </a:extLst>
              </p:cNvPr>
              <p:cNvSpPr/>
              <p:nvPr/>
            </p:nvSpPr>
            <p:spPr>
              <a:xfrm>
                <a:off x="4383040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1" name="Freeform 44550">
                <a:extLst>
                  <a:ext uri="{FF2B5EF4-FFF2-40B4-BE49-F238E27FC236}">
                    <a16:creationId xmlns:a16="http://schemas.microsoft.com/office/drawing/2014/main" id="{D831ABFC-512A-CADE-372C-A5E1C71685D4}"/>
                  </a:ext>
                </a:extLst>
              </p:cNvPr>
              <p:cNvSpPr/>
              <p:nvPr/>
            </p:nvSpPr>
            <p:spPr>
              <a:xfrm>
                <a:off x="4383635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2" name="Freeform 44551">
                <a:extLst>
                  <a:ext uri="{FF2B5EF4-FFF2-40B4-BE49-F238E27FC236}">
                    <a16:creationId xmlns:a16="http://schemas.microsoft.com/office/drawing/2014/main" id="{9F7D273C-C52D-80F2-87B7-3D1A29B30F65}"/>
                  </a:ext>
                </a:extLst>
              </p:cNvPr>
              <p:cNvSpPr/>
              <p:nvPr/>
            </p:nvSpPr>
            <p:spPr>
              <a:xfrm>
                <a:off x="4384131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3" name="Freeform 44552">
                <a:extLst>
                  <a:ext uri="{FF2B5EF4-FFF2-40B4-BE49-F238E27FC236}">
                    <a16:creationId xmlns:a16="http://schemas.microsoft.com/office/drawing/2014/main" id="{9E8F158A-E118-A4D9-FF6F-904A346920AE}"/>
                  </a:ext>
                </a:extLst>
              </p:cNvPr>
              <p:cNvSpPr/>
              <p:nvPr/>
            </p:nvSpPr>
            <p:spPr>
              <a:xfrm>
                <a:off x="4384627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4" name="Freeform 44553">
                <a:extLst>
                  <a:ext uri="{FF2B5EF4-FFF2-40B4-BE49-F238E27FC236}">
                    <a16:creationId xmlns:a16="http://schemas.microsoft.com/office/drawing/2014/main" id="{DEEB432B-BF05-244A-A206-C0468C6BD344}"/>
                  </a:ext>
                </a:extLst>
              </p:cNvPr>
              <p:cNvSpPr/>
              <p:nvPr/>
            </p:nvSpPr>
            <p:spPr>
              <a:xfrm>
                <a:off x="4385223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5" name="Freeform 44554">
                <a:extLst>
                  <a:ext uri="{FF2B5EF4-FFF2-40B4-BE49-F238E27FC236}">
                    <a16:creationId xmlns:a16="http://schemas.microsoft.com/office/drawing/2014/main" id="{6328C65A-D861-826C-7816-E0D0C8D8689F}"/>
                  </a:ext>
                </a:extLst>
              </p:cNvPr>
              <p:cNvSpPr/>
              <p:nvPr/>
            </p:nvSpPr>
            <p:spPr>
              <a:xfrm>
                <a:off x="4385719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6" name="Freeform 44555">
                <a:extLst>
                  <a:ext uri="{FF2B5EF4-FFF2-40B4-BE49-F238E27FC236}">
                    <a16:creationId xmlns:a16="http://schemas.microsoft.com/office/drawing/2014/main" id="{5958A062-CA54-0A23-6F38-14BAB9A238FC}"/>
                  </a:ext>
                </a:extLst>
              </p:cNvPr>
              <p:cNvSpPr/>
              <p:nvPr/>
            </p:nvSpPr>
            <p:spPr>
              <a:xfrm>
                <a:off x="4386215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7" name="Freeform 44556">
                <a:extLst>
                  <a:ext uri="{FF2B5EF4-FFF2-40B4-BE49-F238E27FC236}">
                    <a16:creationId xmlns:a16="http://schemas.microsoft.com/office/drawing/2014/main" id="{98B53191-2FB5-8F32-C417-4B3D7B1D2AA1}"/>
                  </a:ext>
                </a:extLst>
              </p:cNvPr>
              <p:cNvSpPr/>
              <p:nvPr/>
            </p:nvSpPr>
            <p:spPr>
              <a:xfrm>
                <a:off x="4386810" y="5988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8" name="Freeform 44557">
                <a:extLst>
                  <a:ext uri="{FF2B5EF4-FFF2-40B4-BE49-F238E27FC236}">
                    <a16:creationId xmlns:a16="http://schemas.microsoft.com/office/drawing/2014/main" id="{6561AB11-1B3E-6290-D767-9AF3EB9F2696}"/>
                  </a:ext>
                </a:extLst>
              </p:cNvPr>
              <p:cNvSpPr/>
              <p:nvPr/>
            </p:nvSpPr>
            <p:spPr>
              <a:xfrm>
                <a:off x="4387306" y="589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59" name="Freeform 44558">
                <a:extLst>
                  <a:ext uri="{FF2B5EF4-FFF2-40B4-BE49-F238E27FC236}">
                    <a16:creationId xmlns:a16="http://schemas.microsoft.com/office/drawing/2014/main" id="{3CB10365-1D88-083A-15CF-E88166747891}"/>
                  </a:ext>
                </a:extLst>
              </p:cNvPr>
              <p:cNvSpPr/>
              <p:nvPr/>
            </p:nvSpPr>
            <p:spPr>
              <a:xfrm>
                <a:off x="4387802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0" name="Freeform 44559">
                <a:extLst>
                  <a:ext uri="{FF2B5EF4-FFF2-40B4-BE49-F238E27FC236}">
                    <a16:creationId xmlns:a16="http://schemas.microsoft.com/office/drawing/2014/main" id="{4C5B0CAB-D6DF-1E1F-FD1F-8C5741D6B942}"/>
                  </a:ext>
                </a:extLst>
              </p:cNvPr>
              <p:cNvSpPr/>
              <p:nvPr/>
            </p:nvSpPr>
            <p:spPr>
              <a:xfrm>
                <a:off x="4388398" y="5914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1" name="Freeform 44560">
                <a:extLst>
                  <a:ext uri="{FF2B5EF4-FFF2-40B4-BE49-F238E27FC236}">
                    <a16:creationId xmlns:a16="http://schemas.microsoft.com/office/drawing/2014/main" id="{B4331713-5F98-9217-9381-684731E8AE76}"/>
                  </a:ext>
                </a:extLst>
              </p:cNvPr>
              <p:cNvSpPr/>
              <p:nvPr/>
            </p:nvSpPr>
            <p:spPr>
              <a:xfrm>
                <a:off x="4388894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2" name="Freeform 44561">
                <a:extLst>
                  <a:ext uri="{FF2B5EF4-FFF2-40B4-BE49-F238E27FC236}">
                    <a16:creationId xmlns:a16="http://schemas.microsoft.com/office/drawing/2014/main" id="{CFE07E31-3B14-2FDE-DD7D-9D6C5F438B24}"/>
                  </a:ext>
                </a:extLst>
              </p:cNvPr>
              <p:cNvSpPr/>
              <p:nvPr/>
            </p:nvSpPr>
            <p:spPr>
              <a:xfrm>
                <a:off x="4389390" y="5911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3" name="Freeform 44562">
                <a:extLst>
                  <a:ext uri="{FF2B5EF4-FFF2-40B4-BE49-F238E27FC236}">
                    <a16:creationId xmlns:a16="http://schemas.microsoft.com/office/drawing/2014/main" id="{DC6F0DDA-02E3-56D3-6898-145B4A26D29D}"/>
                  </a:ext>
                </a:extLst>
              </p:cNvPr>
              <p:cNvSpPr/>
              <p:nvPr/>
            </p:nvSpPr>
            <p:spPr>
              <a:xfrm>
                <a:off x="4389985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4" name="Freeform 44563">
                <a:extLst>
                  <a:ext uri="{FF2B5EF4-FFF2-40B4-BE49-F238E27FC236}">
                    <a16:creationId xmlns:a16="http://schemas.microsoft.com/office/drawing/2014/main" id="{E7D66A07-CD00-0526-497B-49E9EC4AC2FA}"/>
                  </a:ext>
                </a:extLst>
              </p:cNvPr>
              <p:cNvSpPr/>
              <p:nvPr/>
            </p:nvSpPr>
            <p:spPr>
              <a:xfrm>
                <a:off x="4390481" y="5893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5" name="Freeform 44564">
                <a:extLst>
                  <a:ext uri="{FF2B5EF4-FFF2-40B4-BE49-F238E27FC236}">
                    <a16:creationId xmlns:a16="http://schemas.microsoft.com/office/drawing/2014/main" id="{05B94907-5784-1A8D-E6E0-390CFE9570F8}"/>
                  </a:ext>
                </a:extLst>
              </p:cNvPr>
              <p:cNvSpPr/>
              <p:nvPr/>
            </p:nvSpPr>
            <p:spPr>
              <a:xfrm>
                <a:off x="4390977" y="5885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6" name="Freeform 44565">
                <a:extLst>
                  <a:ext uri="{FF2B5EF4-FFF2-40B4-BE49-F238E27FC236}">
                    <a16:creationId xmlns:a16="http://schemas.microsoft.com/office/drawing/2014/main" id="{3F540B90-80E5-6338-355D-92515E54B00E}"/>
                  </a:ext>
                </a:extLst>
              </p:cNvPr>
              <p:cNvSpPr/>
              <p:nvPr/>
            </p:nvSpPr>
            <p:spPr>
              <a:xfrm>
                <a:off x="4391573" y="5874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7" name="Freeform 44566">
                <a:extLst>
                  <a:ext uri="{FF2B5EF4-FFF2-40B4-BE49-F238E27FC236}">
                    <a16:creationId xmlns:a16="http://schemas.microsoft.com/office/drawing/2014/main" id="{85494520-EC75-2180-C797-BAAC6EE540E6}"/>
                  </a:ext>
                </a:extLst>
              </p:cNvPr>
              <p:cNvSpPr/>
              <p:nvPr/>
            </p:nvSpPr>
            <p:spPr>
              <a:xfrm>
                <a:off x="4392069" y="5851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8" name="Freeform 44567">
                <a:extLst>
                  <a:ext uri="{FF2B5EF4-FFF2-40B4-BE49-F238E27FC236}">
                    <a16:creationId xmlns:a16="http://schemas.microsoft.com/office/drawing/2014/main" id="{E3F67C81-2DC4-4D20-FD6B-C1591B298098}"/>
                  </a:ext>
                </a:extLst>
              </p:cNvPr>
              <p:cNvSpPr/>
              <p:nvPr/>
            </p:nvSpPr>
            <p:spPr>
              <a:xfrm>
                <a:off x="4392565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69" name="Freeform 44568">
                <a:extLst>
                  <a:ext uri="{FF2B5EF4-FFF2-40B4-BE49-F238E27FC236}">
                    <a16:creationId xmlns:a16="http://schemas.microsoft.com/office/drawing/2014/main" id="{940DCD2A-DF1B-2E0A-6FC4-517DBEF9ADC4}"/>
                  </a:ext>
                </a:extLst>
              </p:cNvPr>
              <p:cNvSpPr/>
              <p:nvPr/>
            </p:nvSpPr>
            <p:spPr>
              <a:xfrm>
                <a:off x="4393160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0" name="Freeform 44569">
                <a:extLst>
                  <a:ext uri="{FF2B5EF4-FFF2-40B4-BE49-F238E27FC236}">
                    <a16:creationId xmlns:a16="http://schemas.microsoft.com/office/drawing/2014/main" id="{67D39FC7-5288-82F0-1BF9-A8A6B3C0BFCC}"/>
                  </a:ext>
                </a:extLst>
              </p:cNvPr>
              <p:cNvSpPr/>
              <p:nvPr/>
            </p:nvSpPr>
            <p:spPr>
              <a:xfrm>
                <a:off x="4393656" y="5834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1" name="Freeform 44570">
                <a:extLst>
                  <a:ext uri="{FF2B5EF4-FFF2-40B4-BE49-F238E27FC236}">
                    <a16:creationId xmlns:a16="http://schemas.microsoft.com/office/drawing/2014/main" id="{0D359C4A-4ECC-A0EB-B712-67D22DB604DD}"/>
                  </a:ext>
                </a:extLst>
              </p:cNvPr>
              <p:cNvSpPr/>
              <p:nvPr/>
            </p:nvSpPr>
            <p:spPr>
              <a:xfrm>
                <a:off x="4394152" y="5833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2" name="Freeform 44571">
                <a:extLst>
                  <a:ext uri="{FF2B5EF4-FFF2-40B4-BE49-F238E27FC236}">
                    <a16:creationId xmlns:a16="http://schemas.microsoft.com/office/drawing/2014/main" id="{D155F8E9-B771-8E32-CBF5-F2B63B183F6F}"/>
                  </a:ext>
                </a:extLst>
              </p:cNvPr>
              <p:cNvSpPr/>
              <p:nvPr/>
            </p:nvSpPr>
            <p:spPr>
              <a:xfrm>
                <a:off x="4394648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3" name="Freeform 44572">
                <a:extLst>
                  <a:ext uri="{FF2B5EF4-FFF2-40B4-BE49-F238E27FC236}">
                    <a16:creationId xmlns:a16="http://schemas.microsoft.com/office/drawing/2014/main" id="{0A87FE1A-0284-5421-453C-F872CE33A9AB}"/>
                  </a:ext>
                </a:extLst>
              </p:cNvPr>
              <p:cNvSpPr/>
              <p:nvPr/>
            </p:nvSpPr>
            <p:spPr>
              <a:xfrm>
                <a:off x="4395244" y="5953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4" name="Freeform 44573">
                <a:extLst>
                  <a:ext uri="{FF2B5EF4-FFF2-40B4-BE49-F238E27FC236}">
                    <a16:creationId xmlns:a16="http://schemas.microsoft.com/office/drawing/2014/main" id="{8F7A3F73-A7EA-9FB0-AF39-F5E4B6E566D7}"/>
                  </a:ext>
                </a:extLst>
              </p:cNvPr>
              <p:cNvSpPr/>
              <p:nvPr/>
            </p:nvSpPr>
            <p:spPr>
              <a:xfrm>
                <a:off x="4395740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5" name="Freeform 44574">
                <a:extLst>
                  <a:ext uri="{FF2B5EF4-FFF2-40B4-BE49-F238E27FC236}">
                    <a16:creationId xmlns:a16="http://schemas.microsoft.com/office/drawing/2014/main" id="{89BE8193-0B25-33F8-6D86-A51A92934A41}"/>
                  </a:ext>
                </a:extLst>
              </p:cNvPr>
              <p:cNvSpPr/>
              <p:nvPr/>
            </p:nvSpPr>
            <p:spPr>
              <a:xfrm>
                <a:off x="4396236" y="6002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6" name="Freeform 44575">
                <a:extLst>
                  <a:ext uri="{FF2B5EF4-FFF2-40B4-BE49-F238E27FC236}">
                    <a16:creationId xmlns:a16="http://schemas.microsoft.com/office/drawing/2014/main" id="{70D24468-B535-C0D7-0A99-2AEDC6C1FE23}"/>
                  </a:ext>
                </a:extLst>
              </p:cNvPr>
              <p:cNvSpPr/>
              <p:nvPr/>
            </p:nvSpPr>
            <p:spPr>
              <a:xfrm>
                <a:off x="4396831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7" name="Freeform 44576">
                <a:extLst>
                  <a:ext uri="{FF2B5EF4-FFF2-40B4-BE49-F238E27FC236}">
                    <a16:creationId xmlns:a16="http://schemas.microsoft.com/office/drawing/2014/main" id="{6ABF8EAF-F57C-7F14-4692-8630544ACDB4}"/>
                  </a:ext>
                </a:extLst>
              </p:cNvPr>
              <p:cNvSpPr/>
              <p:nvPr/>
            </p:nvSpPr>
            <p:spPr>
              <a:xfrm>
                <a:off x="4397327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8" name="Freeform 44577">
                <a:extLst>
                  <a:ext uri="{FF2B5EF4-FFF2-40B4-BE49-F238E27FC236}">
                    <a16:creationId xmlns:a16="http://schemas.microsoft.com/office/drawing/2014/main" id="{F07BD92E-FC20-DE0B-BC0C-9FA994C1DFEB}"/>
                  </a:ext>
                </a:extLst>
              </p:cNvPr>
              <p:cNvSpPr/>
              <p:nvPr/>
            </p:nvSpPr>
            <p:spPr>
              <a:xfrm>
                <a:off x="4397823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79" name="Freeform 44578">
                <a:extLst>
                  <a:ext uri="{FF2B5EF4-FFF2-40B4-BE49-F238E27FC236}">
                    <a16:creationId xmlns:a16="http://schemas.microsoft.com/office/drawing/2014/main" id="{04E7F11E-349E-6B2B-BDAF-B72DE3DE9BEB}"/>
                  </a:ext>
                </a:extLst>
              </p:cNvPr>
              <p:cNvSpPr/>
              <p:nvPr/>
            </p:nvSpPr>
            <p:spPr>
              <a:xfrm>
                <a:off x="4398419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0" name="Freeform 44579">
                <a:extLst>
                  <a:ext uri="{FF2B5EF4-FFF2-40B4-BE49-F238E27FC236}">
                    <a16:creationId xmlns:a16="http://schemas.microsoft.com/office/drawing/2014/main" id="{C488C367-247C-9865-61F1-9004AFC362D7}"/>
                  </a:ext>
                </a:extLst>
              </p:cNvPr>
              <p:cNvSpPr/>
              <p:nvPr/>
            </p:nvSpPr>
            <p:spPr>
              <a:xfrm>
                <a:off x="4398915" y="599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1" name="Freeform 44580">
                <a:extLst>
                  <a:ext uri="{FF2B5EF4-FFF2-40B4-BE49-F238E27FC236}">
                    <a16:creationId xmlns:a16="http://schemas.microsoft.com/office/drawing/2014/main" id="{D0B0284A-BD19-54C2-9878-819E8474EDBE}"/>
                  </a:ext>
                </a:extLst>
              </p:cNvPr>
              <p:cNvSpPr/>
              <p:nvPr/>
            </p:nvSpPr>
            <p:spPr>
              <a:xfrm>
                <a:off x="4399411" y="595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2" name="Freeform 44581">
                <a:extLst>
                  <a:ext uri="{FF2B5EF4-FFF2-40B4-BE49-F238E27FC236}">
                    <a16:creationId xmlns:a16="http://schemas.microsoft.com/office/drawing/2014/main" id="{9525F93E-D995-1E21-F852-2487EF4770B8}"/>
                  </a:ext>
                </a:extLst>
              </p:cNvPr>
              <p:cNvSpPr/>
              <p:nvPr/>
            </p:nvSpPr>
            <p:spPr>
              <a:xfrm>
                <a:off x="4400006" y="5825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3" name="Freeform 44582">
                <a:extLst>
                  <a:ext uri="{FF2B5EF4-FFF2-40B4-BE49-F238E27FC236}">
                    <a16:creationId xmlns:a16="http://schemas.microsoft.com/office/drawing/2014/main" id="{F3DBBDB0-BD34-00BE-7793-F63D1A509647}"/>
                  </a:ext>
                </a:extLst>
              </p:cNvPr>
              <p:cNvSpPr/>
              <p:nvPr/>
            </p:nvSpPr>
            <p:spPr>
              <a:xfrm>
                <a:off x="4400502" y="5829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4" name="Freeform 44583">
                <a:extLst>
                  <a:ext uri="{FF2B5EF4-FFF2-40B4-BE49-F238E27FC236}">
                    <a16:creationId xmlns:a16="http://schemas.microsoft.com/office/drawing/2014/main" id="{E35FF3E1-6A89-9CB8-9601-28371E66AF66}"/>
                  </a:ext>
                </a:extLst>
              </p:cNvPr>
              <p:cNvSpPr/>
              <p:nvPr/>
            </p:nvSpPr>
            <p:spPr>
              <a:xfrm>
                <a:off x="4400998" y="5838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5" name="Freeform 44584">
                <a:extLst>
                  <a:ext uri="{FF2B5EF4-FFF2-40B4-BE49-F238E27FC236}">
                    <a16:creationId xmlns:a16="http://schemas.microsoft.com/office/drawing/2014/main" id="{8ACBAB48-2C54-989F-C49B-6B5125E3B8C6}"/>
                  </a:ext>
                </a:extLst>
              </p:cNvPr>
              <p:cNvSpPr/>
              <p:nvPr/>
            </p:nvSpPr>
            <p:spPr>
              <a:xfrm>
                <a:off x="4401594" y="583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6" name="Freeform 44585">
                <a:extLst>
                  <a:ext uri="{FF2B5EF4-FFF2-40B4-BE49-F238E27FC236}">
                    <a16:creationId xmlns:a16="http://schemas.microsoft.com/office/drawing/2014/main" id="{DE537CBE-D5EC-585C-DAE7-B1EEBAB9AC2F}"/>
                  </a:ext>
                </a:extLst>
              </p:cNvPr>
              <p:cNvSpPr/>
              <p:nvPr/>
            </p:nvSpPr>
            <p:spPr>
              <a:xfrm>
                <a:off x="4402090" y="5834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7" name="Freeform 44586">
                <a:extLst>
                  <a:ext uri="{FF2B5EF4-FFF2-40B4-BE49-F238E27FC236}">
                    <a16:creationId xmlns:a16="http://schemas.microsoft.com/office/drawing/2014/main" id="{6F82734C-67CF-7FB0-9ED6-978B9D33293D}"/>
                  </a:ext>
                </a:extLst>
              </p:cNvPr>
              <p:cNvSpPr/>
              <p:nvPr/>
            </p:nvSpPr>
            <p:spPr>
              <a:xfrm>
                <a:off x="4402586" y="5829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8" name="Freeform 44587">
                <a:extLst>
                  <a:ext uri="{FF2B5EF4-FFF2-40B4-BE49-F238E27FC236}">
                    <a16:creationId xmlns:a16="http://schemas.microsoft.com/office/drawing/2014/main" id="{3E80FE88-B611-DC2C-5435-F5DEDBAD4C2D}"/>
                  </a:ext>
                </a:extLst>
              </p:cNvPr>
              <p:cNvSpPr/>
              <p:nvPr/>
            </p:nvSpPr>
            <p:spPr>
              <a:xfrm>
                <a:off x="4403181" y="581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89" name="Freeform 44588">
                <a:extLst>
                  <a:ext uri="{FF2B5EF4-FFF2-40B4-BE49-F238E27FC236}">
                    <a16:creationId xmlns:a16="http://schemas.microsoft.com/office/drawing/2014/main" id="{FF8C4022-DE5D-8546-4915-2A1DBD60B160}"/>
                  </a:ext>
                </a:extLst>
              </p:cNvPr>
              <p:cNvSpPr/>
              <p:nvPr/>
            </p:nvSpPr>
            <p:spPr>
              <a:xfrm>
                <a:off x="4403677" y="5805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0" name="Freeform 44589">
                <a:extLst>
                  <a:ext uri="{FF2B5EF4-FFF2-40B4-BE49-F238E27FC236}">
                    <a16:creationId xmlns:a16="http://schemas.microsoft.com/office/drawing/2014/main" id="{65C15BC9-D9A2-54E2-175A-D39F8EEEB94C}"/>
                  </a:ext>
                </a:extLst>
              </p:cNvPr>
              <p:cNvSpPr/>
              <p:nvPr/>
            </p:nvSpPr>
            <p:spPr>
              <a:xfrm>
                <a:off x="4404173" y="5771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1" name="Freeform 44590">
                <a:extLst>
                  <a:ext uri="{FF2B5EF4-FFF2-40B4-BE49-F238E27FC236}">
                    <a16:creationId xmlns:a16="http://schemas.microsoft.com/office/drawing/2014/main" id="{2857C5C0-2836-A4DE-FBC4-105FB841918B}"/>
                  </a:ext>
                </a:extLst>
              </p:cNvPr>
              <p:cNvSpPr/>
              <p:nvPr/>
            </p:nvSpPr>
            <p:spPr>
              <a:xfrm>
                <a:off x="4404769" y="574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2" name="Freeform 44591">
                <a:extLst>
                  <a:ext uri="{FF2B5EF4-FFF2-40B4-BE49-F238E27FC236}">
                    <a16:creationId xmlns:a16="http://schemas.microsoft.com/office/drawing/2014/main" id="{879313BE-2AE2-CD78-3B3A-674FBF919B9D}"/>
                  </a:ext>
                </a:extLst>
              </p:cNvPr>
              <p:cNvSpPr/>
              <p:nvPr/>
            </p:nvSpPr>
            <p:spPr>
              <a:xfrm>
                <a:off x="4405265" y="5725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3" name="Freeform 44592">
                <a:extLst>
                  <a:ext uri="{FF2B5EF4-FFF2-40B4-BE49-F238E27FC236}">
                    <a16:creationId xmlns:a16="http://schemas.microsoft.com/office/drawing/2014/main" id="{3255CF56-FCEE-5E80-F3B0-71510129C6BD}"/>
                  </a:ext>
                </a:extLst>
              </p:cNvPr>
              <p:cNvSpPr/>
              <p:nvPr/>
            </p:nvSpPr>
            <p:spPr>
              <a:xfrm>
                <a:off x="4405761" y="5704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4" name="Freeform 44593">
                <a:extLst>
                  <a:ext uri="{FF2B5EF4-FFF2-40B4-BE49-F238E27FC236}">
                    <a16:creationId xmlns:a16="http://schemas.microsoft.com/office/drawing/2014/main" id="{0E32FD3F-E3BF-5F32-0086-A1F680E6ED1A}"/>
                  </a:ext>
                </a:extLst>
              </p:cNvPr>
              <p:cNvSpPr/>
              <p:nvPr/>
            </p:nvSpPr>
            <p:spPr>
              <a:xfrm>
                <a:off x="4406257" y="571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5" name="Freeform 44594">
                <a:extLst>
                  <a:ext uri="{FF2B5EF4-FFF2-40B4-BE49-F238E27FC236}">
                    <a16:creationId xmlns:a16="http://schemas.microsoft.com/office/drawing/2014/main" id="{B3D32B38-D155-8EB9-5D9F-9E7B4D078FA8}"/>
                  </a:ext>
                </a:extLst>
              </p:cNvPr>
              <p:cNvSpPr/>
              <p:nvPr/>
            </p:nvSpPr>
            <p:spPr>
              <a:xfrm>
                <a:off x="4406852" y="5724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6" name="Freeform 44595">
                <a:extLst>
                  <a:ext uri="{FF2B5EF4-FFF2-40B4-BE49-F238E27FC236}">
                    <a16:creationId xmlns:a16="http://schemas.microsoft.com/office/drawing/2014/main" id="{82B8F33F-6E26-6B14-FA8A-663D795DEEA5}"/>
                  </a:ext>
                </a:extLst>
              </p:cNvPr>
              <p:cNvSpPr/>
              <p:nvPr/>
            </p:nvSpPr>
            <p:spPr>
              <a:xfrm>
                <a:off x="4407348" y="5767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7" name="Freeform 44596">
                <a:extLst>
                  <a:ext uri="{FF2B5EF4-FFF2-40B4-BE49-F238E27FC236}">
                    <a16:creationId xmlns:a16="http://schemas.microsoft.com/office/drawing/2014/main" id="{95BEDACC-9B43-5E76-1C55-8E624EFAAD30}"/>
                  </a:ext>
                </a:extLst>
              </p:cNvPr>
              <p:cNvSpPr/>
              <p:nvPr/>
            </p:nvSpPr>
            <p:spPr>
              <a:xfrm>
                <a:off x="4407845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8" name="Freeform 44597">
                <a:extLst>
                  <a:ext uri="{FF2B5EF4-FFF2-40B4-BE49-F238E27FC236}">
                    <a16:creationId xmlns:a16="http://schemas.microsoft.com/office/drawing/2014/main" id="{0082F3C7-7F2F-0784-20FA-2826AC7DA22F}"/>
                  </a:ext>
                </a:extLst>
              </p:cNvPr>
              <p:cNvSpPr/>
              <p:nvPr/>
            </p:nvSpPr>
            <p:spPr>
              <a:xfrm>
                <a:off x="4408440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99" name="Freeform 44598">
                <a:extLst>
                  <a:ext uri="{FF2B5EF4-FFF2-40B4-BE49-F238E27FC236}">
                    <a16:creationId xmlns:a16="http://schemas.microsoft.com/office/drawing/2014/main" id="{F0910070-0EEB-284E-F993-8B6B81BA0DBD}"/>
                  </a:ext>
                </a:extLst>
              </p:cNvPr>
              <p:cNvSpPr/>
              <p:nvPr/>
            </p:nvSpPr>
            <p:spPr>
              <a:xfrm>
                <a:off x="4408936" y="5979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0" name="Freeform 44599">
                <a:extLst>
                  <a:ext uri="{FF2B5EF4-FFF2-40B4-BE49-F238E27FC236}">
                    <a16:creationId xmlns:a16="http://schemas.microsoft.com/office/drawing/2014/main" id="{9DB192A1-3336-7EDF-2C45-48FCA59181B7}"/>
                  </a:ext>
                </a:extLst>
              </p:cNvPr>
              <p:cNvSpPr/>
              <p:nvPr/>
            </p:nvSpPr>
            <p:spPr>
              <a:xfrm>
                <a:off x="4409432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1" name="Freeform 44600">
                <a:extLst>
                  <a:ext uri="{FF2B5EF4-FFF2-40B4-BE49-F238E27FC236}">
                    <a16:creationId xmlns:a16="http://schemas.microsoft.com/office/drawing/2014/main" id="{0EA4423E-78C7-B173-620F-982E3CAD046F}"/>
                  </a:ext>
                </a:extLst>
              </p:cNvPr>
              <p:cNvSpPr/>
              <p:nvPr/>
            </p:nvSpPr>
            <p:spPr>
              <a:xfrm>
                <a:off x="4410027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2" name="Freeform 44601">
                <a:extLst>
                  <a:ext uri="{FF2B5EF4-FFF2-40B4-BE49-F238E27FC236}">
                    <a16:creationId xmlns:a16="http://schemas.microsoft.com/office/drawing/2014/main" id="{5ECD7872-CBF5-687E-00ED-840AC8D208EE}"/>
                  </a:ext>
                </a:extLst>
              </p:cNvPr>
              <p:cNvSpPr/>
              <p:nvPr/>
            </p:nvSpPr>
            <p:spPr>
              <a:xfrm>
                <a:off x="4410523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3" name="Freeform 44602">
                <a:extLst>
                  <a:ext uri="{FF2B5EF4-FFF2-40B4-BE49-F238E27FC236}">
                    <a16:creationId xmlns:a16="http://schemas.microsoft.com/office/drawing/2014/main" id="{0C95B068-1075-823C-81F0-9C1EE9A51AB2}"/>
                  </a:ext>
                </a:extLst>
              </p:cNvPr>
              <p:cNvSpPr/>
              <p:nvPr/>
            </p:nvSpPr>
            <p:spPr>
              <a:xfrm>
                <a:off x="4411020" y="5976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4" name="Freeform 44603">
                <a:extLst>
                  <a:ext uri="{FF2B5EF4-FFF2-40B4-BE49-F238E27FC236}">
                    <a16:creationId xmlns:a16="http://schemas.microsoft.com/office/drawing/2014/main" id="{E37F0B7D-8909-9548-0F74-3907A5277EBC}"/>
                  </a:ext>
                </a:extLst>
              </p:cNvPr>
              <p:cNvSpPr/>
              <p:nvPr/>
            </p:nvSpPr>
            <p:spPr>
              <a:xfrm>
                <a:off x="4411615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5" name="Freeform 44604">
                <a:extLst>
                  <a:ext uri="{FF2B5EF4-FFF2-40B4-BE49-F238E27FC236}">
                    <a16:creationId xmlns:a16="http://schemas.microsoft.com/office/drawing/2014/main" id="{8053CDB5-801E-AAA4-47C1-E89CE6B2E4FD}"/>
                  </a:ext>
                </a:extLst>
              </p:cNvPr>
              <p:cNvSpPr/>
              <p:nvPr/>
            </p:nvSpPr>
            <p:spPr>
              <a:xfrm>
                <a:off x="4412111" y="5869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6" name="Freeform 44605">
                <a:extLst>
                  <a:ext uri="{FF2B5EF4-FFF2-40B4-BE49-F238E27FC236}">
                    <a16:creationId xmlns:a16="http://schemas.microsoft.com/office/drawing/2014/main" id="{E5CA490C-24B0-3DB9-BC17-1EA9698F395E}"/>
                  </a:ext>
                </a:extLst>
              </p:cNvPr>
              <p:cNvSpPr/>
              <p:nvPr/>
            </p:nvSpPr>
            <p:spPr>
              <a:xfrm>
                <a:off x="4412607" y="5781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7" name="Freeform 44606">
                <a:extLst>
                  <a:ext uri="{FF2B5EF4-FFF2-40B4-BE49-F238E27FC236}">
                    <a16:creationId xmlns:a16="http://schemas.microsoft.com/office/drawing/2014/main" id="{8782380A-EF48-326E-68A8-624E752E2478}"/>
                  </a:ext>
                </a:extLst>
              </p:cNvPr>
              <p:cNvSpPr/>
              <p:nvPr/>
            </p:nvSpPr>
            <p:spPr>
              <a:xfrm>
                <a:off x="4413202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8" name="Freeform 44607">
                <a:extLst>
                  <a:ext uri="{FF2B5EF4-FFF2-40B4-BE49-F238E27FC236}">
                    <a16:creationId xmlns:a16="http://schemas.microsoft.com/office/drawing/2014/main" id="{03E7BF5E-BAB0-2D3A-08A5-F9C03F1CAE0B}"/>
                  </a:ext>
                </a:extLst>
              </p:cNvPr>
              <p:cNvSpPr/>
              <p:nvPr/>
            </p:nvSpPr>
            <p:spPr>
              <a:xfrm>
                <a:off x="4413698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09" name="Freeform 44608">
                <a:extLst>
                  <a:ext uri="{FF2B5EF4-FFF2-40B4-BE49-F238E27FC236}">
                    <a16:creationId xmlns:a16="http://schemas.microsoft.com/office/drawing/2014/main" id="{963F6035-9A65-36A8-4AFC-0ECFAA7F538F}"/>
                  </a:ext>
                </a:extLst>
              </p:cNvPr>
              <p:cNvSpPr/>
              <p:nvPr/>
            </p:nvSpPr>
            <p:spPr>
              <a:xfrm>
                <a:off x="4414195" y="581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0" name="Freeform 44609">
                <a:extLst>
                  <a:ext uri="{FF2B5EF4-FFF2-40B4-BE49-F238E27FC236}">
                    <a16:creationId xmlns:a16="http://schemas.microsoft.com/office/drawing/2014/main" id="{528DB43C-22A4-CE83-A2C7-12B0DADD8A5B}"/>
                  </a:ext>
                </a:extLst>
              </p:cNvPr>
              <p:cNvSpPr/>
              <p:nvPr/>
            </p:nvSpPr>
            <p:spPr>
              <a:xfrm>
                <a:off x="4414790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1" name="Freeform 44610">
                <a:extLst>
                  <a:ext uri="{FF2B5EF4-FFF2-40B4-BE49-F238E27FC236}">
                    <a16:creationId xmlns:a16="http://schemas.microsoft.com/office/drawing/2014/main" id="{ED27D4C1-2D21-CCCF-DE21-77ADD762942C}"/>
                  </a:ext>
                </a:extLst>
              </p:cNvPr>
              <p:cNvSpPr/>
              <p:nvPr/>
            </p:nvSpPr>
            <p:spPr>
              <a:xfrm>
                <a:off x="4415286" y="5764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2" name="Freeform 44611">
                <a:extLst>
                  <a:ext uri="{FF2B5EF4-FFF2-40B4-BE49-F238E27FC236}">
                    <a16:creationId xmlns:a16="http://schemas.microsoft.com/office/drawing/2014/main" id="{5E33B546-E67F-94DE-2765-AD2143023092}"/>
                  </a:ext>
                </a:extLst>
              </p:cNvPr>
              <p:cNvSpPr/>
              <p:nvPr/>
            </p:nvSpPr>
            <p:spPr>
              <a:xfrm>
                <a:off x="4415782" y="5747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3" name="Freeform 44612">
                <a:extLst>
                  <a:ext uri="{FF2B5EF4-FFF2-40B4-BE49-F238E27FC236}">
                    <a16:creationId xmlns:a16="http://schemas.microsoft.com/office/drawing/2014/main" id="{6A378668-022B-DD82-B6F2-20DF39B504AC}"/>
                  </a:ext>
                </a:extLst>
              </p:cNvPr>
              <p:cNvSpPr/>
              <p:nvPr/>
            </p:nvSpPr>
            <p:spPr>
              <a:xfrm>
                <a:off x="4416377" y="5720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4" name="Freeform 44613">
                <a:extLst>
                  <a:ext uri="{FF2B5EF4-FFF2-40B4-BE49-F238E27FC236}">
                    <a16:creationId xmlns:a16="http://schemas.microsoft.com/office/drawing/2014/main" id="{534D46F3-705F-6978-3F16-F90EEDC26869}"/>
                  </a:ext>
                </a:extLst>
              </p:cNvPr>
              <p:cNvSpPr/>
              <p:nvPr/>
            </p:nvSpPr>
            <p:spPr>
              <a:xfrm>
                <a:off x="4416873" y="5687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5" name="Freeform 44614">
                <a:extLst>
                  <a:ext uri="{FF2B5EF4-FFF2-40B4-BE49-F238E27FC236}">
                    <a16:creationId xmlns:a16="http://schemas.microsoft.com/office/drawing/2014/main" id="{59FC91F5-B9EA-6B02-E701-CFF4B4BB1A28}"/>
                  </a:ext>
                </a:extLst>
              </p:cNvPr>
              <p:cNvSpPr/>
              <p:nvPr/>
            </p:nvSpPr>
            <p:spPr>
              <a:xfrm>
                <a:off x="4417370" y="5642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6" name="Freeform 44615">
                <a:extLst>
                  <a:ext uri="{FF2B5EF4-FFF2-40B4-BE49-F238E27FC236}">
                    <a16:creationId xmlns:a16="http://schemas.microsoft.com/office/drawing/2014/main" id="{E4AB8D23-DB42-AFCC-7B40-CCA05817B615}"/>
                  </a:ext>
                </a:extLst>
              </p:cNvPr>
              <p:cNvSpPr/>
              <p:nvPr/>
            </p:nvSpPr>
            <p:spPr>
              <a:xfrm>
                <a:off x="4417866" y="5615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7" name="Freeform 44616">
                <a:extLst>
                  <a:ext uri="{FF2B5EF4-FFF2-40B4-BE49-F238E27FC236}">
                    <a16:creationId xmlns:a16="http://schemas.microsoft.com/office/drawing/2014/main" id="{60FF6FF3-179E-9E94-8396-DC13CC4F187C}"/>
                  </a:ext>
                </a:extLst>
              </p:cNvPr>
              <p:cNvSpPr/>
              <p:nvPr/>
            </p:nvSpPr>
            <p:spPr>
              <a:xfrm>
                <a:off x="4418461" y="55977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8" name="Freeform 44617">
                <a:extLst>
                  <a:ext uri="{FF2B5EF4-FFF2-40B4-BE49-F238E27FC236}">
                    <a16:creationId xmlns:a16="http://schemas.microsoft.com/office/drawing/2014/main" id="{3AB218B7-0611-1FFD-00CB-424C131835CC}"/>
                  </a:ext>
                </a:extLst>
              </p:cNvPr>
              <p:cNvSpPr/>
              <p:nvPr/>
            </p:nvSpPr>
            <p:spPr>
              <a:xfrm>
                <a:off x="4418957" y="5578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19" name="Freeform 44618">
                <a:extLst>
                  <a:ext uri="{FF2B5EF4-FFF2-40B4-BE49-F238E27FC236}">
                    <a16:creationId xmlns:a16="http://schemas.microsoft.com/office/drawing/2014/main" id="{E28F3495-2A7F-19F1-F464-BF6EBE8AAAFE}"/>
                  </a:ext>
                </a:extLst>
              </p:cNvPr>
              <p:cNvSpPr/>
              <p:nvPr/>
            </p:nvSpPr>
            <p:spPr>
              <a:xfrm>
                <a:off x="4419453" y="5608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0" name="Freeform 44619">
                <a:extLst>
                  <a:ext uri="{FF2B5EF4-FFF2-40B4-BE49-F238E27FC236}">
                    <a16:creationId xmlns:a16="http://schemas.microsoft.com/office/drawing/2014/main" id="{46F523B5-462B-2687-33DE-4C891855A059}"/>
                  </a:ext>
                </a:extLst>
              </p:cNvPr>
              <p:cNvSpPr/>
              <p:nvPr/>
            </p:nvSpPr>
            <p:spPr>
              <a:xfrm>
                <a:off x="4420048" y="5671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1" name="Freeform 44620">
                <a:extLst>
                  <a:ext uri="{FF2B5EF4-FFF2-40B4-BE49-F238E27FC236}">
                    <a16:creationId xmlns:a16="http://schemas.microsoft.com/office/drawing/2014/main" id="{EA2BA40B-7599-90DE-7F23-72DF9CA67387}"/>
                  </a:ext>
                </a:extLst>
              </p:cNvPr>
              <p:cNvSpPr/>
              <p:nvPr/>
            </p:nvSpPr>
            <p:spPr>
              <a:xfrm>
                <a:off x="4420545" y="5885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2" name="Freeform 44621">
                <a:extLst>
                  <a:ext uri="{FF2B5EF4-FFF2-40B4-BE49-F238E27FC236}">
                    <a16:creationId xmlns:a16="http://schemas.microsoft.com/office/drawing/2014/main" id="{D8CC35FC-1669-3EFB-8718-3F1354B132B6}"/>
                  </a:ext>
                </a:extLst>
              </p:cNvPr>
              <p:cNvSpPr/>
              <p:nvPr/>
            </p:nvSpPr>
            <p:spPr>
              <a:xfrm>
                <a:off x="4421041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3" name="Freeform 44622">
                <a:extLst>
                  <a:ext uri="{FF2B5EF4-FFF2-40B4-BE49-F238E27FC236}">
                    <a16:creationId xmlns:a16="http://schemas.microsoft.com/office/drawing/2014/main" id="{E5D8F111-0B35-266F-0FF5-34DB7E1EA37B}"/>
                  </a:ext>
                </a:extLst>
              </p:cNvPr>
              <p:cNvSpPr/>
              <p:nvPr/>
            </p:nvSpPr>
            <p:spPr>
              <a:xfrm>
                <a:off x="4421636" y="5965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4" name="Freeform 44623">
                <a:extLst>
                  <a:ext uri="{FF2B5EF4-FFF2-40B4-BE49-F238E27FC236}">
                    <a16:creationId xmlns:a16="http://schemas.microsoft.com/office/drawing/2014/main" id="{EAC0ED21-54C3-A5E9-9A69-2BB56D809C01}"/>
                  </a:ext>
                </a:extLst>
              </p:cNvPr>
              <p:cNvSpPr/>
              <p:nvPr/>
            </p:nvSpPr>
            <p:spPr>
              <a:xfrm>
                <a:off x="4422132" y="5960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5" name="Freeform 44624">
                <a:extLst>
                  <a:ext uri="{FF2B5EF4-FFF2-40B4-BE49-F238E27FC236}">
                    <a16:creationId xmlns:a16="http://schemas.microsoft.com/office/drawing/2014/main" id="{DD6FC8C6-4795-27C6-2311-DE2282390A16}"/>
                  </a:ext>
                </a:extLst>
              </p:cNvPr>
              <p:cNvSpPr/>
              <p:nvPr/>
            </p:nvSpPr>
            <p:spPr>
              <a:xfrm>
                <a:off x="4422628" y="5955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6" name="Freeform 44625">
                <a:extLst>
                  <a:ext uri="{FF2B5EF4-FFF2-40B4-BE49-F238E27FC236}">
                    <a16:creationId xmlns:a16="http://schemas.microsoft.com/office/drawing/2014/main" id="{3E084950-A554-15B3-354B-7A0BE549CCBB}"/>
                  </a:ext>
                </a:extLst>
              </p:cNvPr>
              <p:cNvSpPr/>
              <p:nvPr/>
            </p:nvSpPr>
            <p:spPr>
              <a:xfrm>
                <a:off x="4423223" y="595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7" name="Freeform 44626">
                <a:extLst>
                  <a:ext uri="{FF2B5EF4-FFF2-40B4-BE49-F238E27FC236}">
                    <a16:creationId xmlns:a16="http://schemas.microsoft.com/office/drawing/2014/main" id="{EA4DCE30-57F5-42BA-4069-EBB1B73D342E}"/>
                  </a:ext>
                </a:extLst>
              </p:cNvPr>
              <p:cNvSpPr/>
              <p:nvPr/>
            </p:nvSpPr>
            <p:spPr>
              <a:xfrm>
                <a:off x="4423720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8" name="Freeform 44627">
                <a:extLst>
                  <a:ext uri="{FF2B5EF4-FFF2-40B4-BE49-F238E27FC236}">
                    <a16:creationId xmlns:a16="http://schemas.microsoft.com/office/drawing/2014/main" id="{847954BC-61FA-F8BA-E4B5-F8591ED2C619}"/>
                  </a:ext>
                </a:extLst>
              </p:cNvPr>
              <p:cNvSpPr/>
              <p:nvPr/>
            </p:nvSpPr>
            <p:spPr>
              <a:xfrm>
                <a:off x="4424216" y="5946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29" name="Freeform 44628">
                <a:extLst>
                  <a:ext uri="{FF2B5EF4-FFF2-40B4-BE49-F238E27FC236}">
                    <a16:creationId xmlns:a16="http://schemas.microsoft.com/office/drawing/2014/main" id="{19CD2669-6FEF-73EF-DB37-0DC2C4F1B8BA}"/>
                  </a:ext>
                </a:extLst>
              </p:cNvPr>
              <p:cNvSpPr/>
              <p:nvPr/>
            </p:nvSpPr>
            <p:spPr>
              <a:xfrm>
                <a:off x="4424811" y="587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0" name="Freeform 44629">
                <a:extLst>
                  <a:ext uri="{FF2B5EF4-FFF2-40B4-BE49-F238E27FC236}">
                    <a16:creationId xmlns:a16="http://schemas.microsoft.com/office/drawing/2014/main" id="{8106747E-5F87-1FC6-BC92-611F2F151731}"/>
                  </a:ext>
                </a:extLst>
              </p:cNvPr>
              <p:cNvSpPr/>
              <p:nvPr/>
            </p:nvSpPr>
            <p:spPr>
              <a:xfrm>
                <a:off x="4425307" y="578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1" name="Freeform 44630">
                <a:extLst>
                  <a:ext uri="{FF2B5EF4-FFF2-40B4-BE49-F238E27FC236}">
                    <a16:creationId xmlns:a16="http://schemas.microsoft.com/office/drawing/2014/main" id="{0D495A3F-66F4-35AE-59EF-991B89E6166A}"/>
                  </a:ext>
                </a:extLst>
              </p:cNvPr>
              <p:cNvSpPr/>
              <p:nvPr/>
            </p:nvSpPr>
            <p:spPr>
              <a:xfrm>
                <a:off x="4425803" y="5804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2" name="Freeform 44631">
                <a:extLst>
                  <a:ext uri="{FF2B5EF4-FFF2-40B4-BE49-F238E27FC236}">
                    <a16:creationId xmlns:a16="http://schemas.microsoft.com/office/drawing/2014/main" id="{0952DFB5-4CC0-3BFD-2D36-04236BCFB34B}"/>
                  </a:ext>
                </a:extLst>
              </p:cNvPr>
              <p:cNvSpPr/>
              <p:nvPr/>
            </p:nvSpPr>
            <p:spPr>
              <a:xfrm>
                <a:off x="4426398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3" name="Freeform 44632">
                <a:extLst>
                  <a:ext uri="{FF2B5EF4-FFF2-40B4-BE49-F238E27FC236}">
                    <a16:creationId xmlns:a16="http://schemas.microsoft.com/office/drawing/2014/main" id="{28B93C1F-2372-285F-4AD1-B9C5F088E3D9}"/>
                  </a:ext>
                </a:extLst>
              </p:cNvPr>
              <p:cNvSpPr/>
              <p:nvPr/>
            </p:nvSpPr>
            <p:spPr>
              <a:xfrm>
                <a:off x="4426895" y="581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4" name="Freeform 44633">
                <a:extLst>
                  <a:ext uri="{FF2B5EF4-FFF2-40B4-BE49-F238E27FC236}">
                    <a16:creationId xmlns:a16="http://schemas.microsoft.com/office/drawing/2014/main" id="{437923B2-A32A-9CC2-004F-CDE396FABEE5}"/>
                  </a:ext>
                </a:extLst>
              </p:cNvPr>
              <p:cNvSpPr/>
              <p:nvPr/>
            </p:nvSpPr>
            <p:spPr>
              <a:xfrm>
                <a:off x="4427391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5" name="Freeform 44634">
                <a:extLst>
                  <a:ext uri="{FF2B5EF4-FFF2-40B4-BE49-F238E27FC236}">
                    <a16:creationId xmlns:a16="http://schemas.microsoft.com/office/drawing/2014/main" id="{B30B5C1F-D53C-0894-FEFC-87A5B9976F0C}"/>
                  </a:ext>
                </a:extLst>
              </p:cNvPr>
              <p:cNvSpPr/>
              <p:nvPr/>
            </p:nvSpPr>
            <p:spPr>
              <a:xfrm>
                <a:off x="4427986" y="5821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6" name="Freeform 44635">
                <a:extLst>
                  <a:ext uri="{FF2B5EF4-FFF2-40B4-BE49-F238E27FC236}">
                    <a16:creationId xmlns:a16="http://schemas.microsoft.com/office/drawing/2014/main" id="{19606FA3-4B93-DB4E-BD57-CDFFAB4C4021}"/>
                  </a:ext>
                </a:extLst>
              </p:cNvPr>
              <p:cNvSpPr/>
              <p:nvPr/>
            </p:nvSpPr>
            <p:spPr>
              <a:xfrm>
                <a:off x="4428482" y="5803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7" name="Freeform 44636">
                <a:extLst>
                  <a:ext uri="{FF2B5EF4-FFF2-40B4-BE49-F238E27FC236}">
                    <a16:creationId xmlns:a16="http://schemas.microsoft.com/office/drawing/2014/main" id="{27E69B26-EC04-AE2B-9DC3-300F9984922C}"/>
                  </a:ext>
                </a:extLst>
              </p:cNvPr>
              <p:cNvSpPr/>
              <p:nvPr/>
            </p:nvSpPr>
            <p:spPr>
              <a:xfrm>
                <a:off x="4428978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8" name="Freeform 44637">
                <a:extLst>
                  <a:ext uri="{FF2B5EF4-FFF2-40B4-BE49-F238E27FC236}">
                    <a16:creationId xmlns:a16="http://schemas.microsoft.com/office/drawing/2014/main" id="{A21680DD-BAB8-4CCC-7371-A187DA719C8C}"/>
                  </a:ext>
                </a:extLst>
              </p:cNvPr>
              <p:cNvSpPr/>
              <p:nvPr/>
            </p:nvSpPr>
            <p:spPr>
              <a:xfrm>
                <a:off x="4429573" y="5732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39" name="Freeform 44638">
                <a:extLst>
                  <a:ext uri="{FF2B5EF4-FFF2-40B4-BE49-F238E27FC236}">
                    <a16:creationId xmlns:a16="http://schemas.microsoft.com/office/drawing/2014/main" id="{3045880B-6BD4-6C1A-1ACE-3CC9098A6312}"/>
                  </a:ext>
                </a:extLst>
              </p:cNvPr>
              <p:cNvSpPr/>
              <p:nvPr/>
            </p:nvSpPr>
            <p:spPr>
              <a:xfrm>
                <a:off x="4430070" y="572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0" name="Freeform 44639">
                <a:extLst>
                  <a:ext uri="{FF2B5EF4-FFF2-40B4-BE49-F238E27FC236}">
                    <a16:creationId xmlns:a16="http://schemas.microsoft.com/office/drawing/2014/main" id="{AEF52F34-0954-FAC6-3744-1B2F6C6A2715}"/>
                  </a:ext>
                </a:extLst>
              </p:cNvPr>
              <p:cNvSpPr/>
              <p:nvPr/>
            </p:nvSpPr>
            <p:spPr>
              <a:xfrm>
                <a:off x="4430566" y="5737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1" name="Freeform 44640">
                <a:extLst>
                  <a:ext uri="{FF2B5EF4-FFF2-40B4-BE49-F238E27FC236}">
                    <a16:creationId xmlns:a16="http://schemas.microsoft.com/office/drawing/2014/main" id="{706DB9E6-BDF2-B1A9-4A1C-D8909D31583D}"/>
                  </a:ext>
                </a:extLst>
              </p:cNvPr>
              <p:cNvSpPr/>
              <p:nvPr/>
            </p:nvSpPr>
            <p:spPr>
              <a:xfrm>
                <a:off x="4431062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2" name="Freeform 44641">
                <a:extLst>
                  <a:ext uri="{FF2B5EF4-FFF2-40B4-BE49-F238E27FC236}">
                    <a16:creationId xmlns:a16="http://schemas.microsoft.com/office/drawing/2014/main" id="{D5CDB2AE-06C6-3CC6-08FE-5AC1656FF717}"/>
                  </a:ext>
                </a:extLst>
              </p:cNvPr>
              <p:cNvSpPr/>
              <p:nvPr/>
            </p:nvSpPr>
            <p:spPr>
              <a:xfrm>
                <a:off x="4431657" y="5755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3" name="Freeform 44642">
                <a:extLst>
                  <a:ext uri="{FF2B5EF4-FFF2-40B4-BE49-F238E27FC236}">
                    <a16:creationId xmlns:a16="http://schemas.microsoft.com/office/drawing/2014/main" id="{090D2E9B-ED50-91BA-5336-4D76E0EC0DF0}"/>
                  </a:ext>
                </a:extLst>
              </p:cNvPr>
              <p:cNvSpPr/>
              <p:nvPr/>
            </p:nvSpPr>
            <p:spPr>
              <a:xfrm>
                <a:off x="4432153" y="5752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4" name="Freeform 44643">
                <a:extLst>
                  <a:ext uri="{FF2B5EF4-FFF2-40B4-BE49-F238E27FC236}">
                    <a16:creationId xmlns:a16="http://schemas.microsoft.com/office/drawing/2014/main" id="{DE09EBD4-7D83-64B1-9C0D-567AF3FCAC03}"/>
                  </a:ext>
                </a:extLst>
              </p:cNvPr>
              <p:cNvSpPr/>
              <p:nvPr/>
            </p:nvSpPr>
            <p:spPr>
              <a:xfrm>
                <a:off x="4432649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5" name="Freeform 44644">
                <a:extLst>
                  <a:ext uri="{FF2B5EF4-FFF2-40B4-BE49-F238E27FC236}">
                    <a16:creationId xmlns:a16="http://schemas.microsoft.com/office/drawing/2014/main" id="{6E95E753-1BD3-2A4A-D8B4-D0FC563382F3}"/>
                  </a:ext>
                </a:extLst>
              </p:cNvPr>
              <p:cNvSpPr/>
              <p:nvPr/>
            </p:nvSpPr>
            <p:spPr>
              <a:xfrm>
                <a:off x="4433245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6" name="Freeform 44645">
                <a:extLst>
                  <a:ext uri="{FF2B5EF4-FFF2-40B4-BE49-F238E27FC236}">
                    <a16:creationId xmlns:a16="http://schemas.microsoft.com/office/drawing/2014/main" id="{ABA69D40-C831-021E-E0D1-D1BEDEA5617D}"/>
                  </a:ext>
                </a:extLst>
              </p:cNvPr>
              <p:cNvSpPr/>
              <p:nvPr/>
            </p:nvSpPr>
            <p:spPr>
              <a:xfrm>
                <a:off x="4433741" y="5997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7" name="Freeform 44646">
                <a:extLst>
                  <a:ext uri="{FF2B5EF4-FFF2-40B4-BE49-F238E27FC236}">
                    <a16:creationId xmlns:a16="http://schemas.microsoft.com/office/drawing/2014/main" id="{7BFA5D9B-298E-BB38-0638-2D803554D952}"/>
                  </a:ext>
                </a:extLst>
              </p:cNvPr>
              <p:cNvSpPr/>
              <p:nvPr/>
            </p:nvSpPr>
            <p:spPr>
              <a:xfrm>
                <a:off x="4434237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8" name="Freeform 44647">
                <a:extLst>
                  <a:ext uri="{FF2B5EF4-FFF2-40B4-BE49-F238E27FC236}">
                    <a16:creationId xmlns:a16="http://schemas.microsoft.com/office/drawing/2014/main" id="{39D36AC8-D65D-4C58-2EBC-22CC35BEAABD}"/>
                  </a:ext>
                </a:extLst>
              </p:cNvPr>
              <p:cNvSpPr/>
              <p:nvPr/>
            </p:nvSpPr>
            <p:spPr>
              <a:xfrm>
                <a:off x="4434832" y="599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49" name="Freeform 44648">
                <a:extLst>
                  <a:ext uri="{FF2B5EF4-FFF2-40B4-BE49-F238E27FC236}">
                    <a16:creationId xmlns:a16="http://schemas.microsoft.com/office/drawing/2014/main" id="{E2872B79-315F-2D72-F856-C4356E79CAC2}"/>
                  </a:ext>
                </a:extLst>
              </p:cNvPr>
              <p:cNvSpPr/>
              <p:nvPr/>
            </p:nvSpPr>
            <p:spPr>
              <a:xfrm>
                <a:off x="4435328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0" name="Freeform 44649">
                <a:extLst>
                  <a:ext uri="{FF2B5EF4-FFF2-40B4-BE49-F238E27FC236}">
                    <a16:creationId xmlns:a16="http://schemas.microsoft.com/office/drawing/2014/main" id="{CB057E25-FA28-9D6F-D602-C0837BF39852}"/>
                  </a:ext>
                </a:extLst>
              </p:cNvPr>
              <p:cNvSpPr/>
              <p:nvPr/>
            </p:nvSpPr>
            <p:spPr>
              <a:xfrm>
                <a:off x="4435824" y="599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1" name="Freeform 44650">
                <a:extLst>
                  <a:ext uri="{FF2B5EF4-FFF2-40B4-BE49-F238E27FC236}">
                    <a16:creationId xmlns:a16="http://schemas.microsoft.com/office/drawing/2014/main" id="{11AA32CD-F796-0F44-7241-8284EB2D308D}"/>
                  </a:ext>
                </a:extLst>
              </p:cNvPr>
              <p:cNvSpPr/>
              <p:nvPr/>
            </p:nvSpPr>
            <p:spPr>
              <a:xfrm>
                <a:off x="4436420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2" name="Freeform 44651">
                <a:extLst>
                  <a:ext uri="{FF2B5EF4-FFF2-40B4-BE49-F238E27FC236}">
                    <a16:creationId xmlns:a16="http://schemas.microsoft.com/office/drawing/2014/main" id="{26DA67BE-E0DA-B502-5622-98A308E1BA27}"/>
                  </a:ext>
                </a:extLst>
              </p:cNvPr>
              <p:cNvSpPr/>
              <p:nvPr/>
            </p:nvSpPr>
            <p:spPr>
              <a:xfrm>
                <a:off x="4436916" y="599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3" name="Freeform 44652">
                <a:extLst>
                  <a:ext uri="{FF2B5EF4-FFF2-40B4-BE49-F238E27FC236}">
                    <a16:creationId xmlns:a16="http://schemas.microsoft.com/office/drawing/2014/main" id="{C65AA714-651C-BD21-C380-3EC3F111AB8F}"/>
                  </a:ext>
                </a:extLst>
              </p:cNvPr>
              <p:cNvSpPr/>
              <p:nvPr/>
            </p:nvSpPr>
            <p:spPr>
              <a:xfrm>
                <a:off x="4437412" y="5986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4" name="Freeform 44653">
                <a:extLst>
                  <a:ext uri="{FF2B5EF4-FFF2-40B4-BE49-F238E27FC236}">
                    <a16:creationId xmlns:a16="http://schemas.microsoft.com/office/drawing/2014/main" id="{8E50C3FA-8BEE-9E93-84B7-6CBE620A4357}"/>
                  </a:ext>
                </a:extLst>
              </p:cNvPr>
              <p:cNvSpPr/>
              <p:nvPr/>
            </p:nvSpPr>
            <p:spPr>
              <a:xfrm>
                <a:off x="4438007" y="5901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5" name="Freeform 44654">
                <a:extLst>
                  <a:ext uri="{FF2B5EF4-FFF2-40B4-BE49-F238E27FC236}">
                    <a16:creationId xmlns:a16="http://schemas.microsoft.com/office/drawing/2014/main" id="{3BF9B05B-A2BD-4536-0CDC-ECC7322CC849}"/>
                  </a:ext>
                </a:extLst>
              </p:cNvPr>
              <p:cNvSpPr/>
              <p:nvPr/>
            </p:nvSpPr>
            <p:spPr>
              <a:xfrm>
                <a:off x="4438503" y="592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6" name="Freeform 44655">
                <a:extLst>
                  <a:ext uri="{FF2B5EF4-FFF2-40B4-BE49-F238E27FC236}">
                    <a16:creationId xmlns:a16="http://schemas.microsoft.com/office/drawing/2014/main" id="{86601868-2C40-0345-D923-0B9E0E16A89C}"/>
                  </a:ext>
                </a:extLst>
              </p:cNvPr>
              <p:cNvSpPr/>
              <p:nvPr/>
            </p:nvSpPr>
            <p:spPr>
              <a:xfrm>
                <a:off x="4438999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7" name="Freeform 44656">
                <a:extLst>
                  <a:ext uri="{FF2B5EF4-FFF2-40B4-BE49-F238E27FC236}">
                    <a16:creationId xmlns:a16="http://schemas.microsoft.com/office/drawing/2014/main" id="{7E125E5D-BD46-0D51-94EE-7FD3FACB020C}"/>
                  </a:ext>
                </a:extLst>
              </p:cNvPr>
              <p:cNvSpPr/>
              <p:nvPr/>
            </p:nvSpPr>
            <p:spPr>
              <a:xfrm>
                <a:off x="4439595" y="5917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8" name="Freeform 44657">
                <a:extLst>
                  <a:ext uri="{FF2B5EF4-FFF2-40B4-BE49-F238E27FC236}">
                    <a16:creationId xmlns:a16="http://schemas.microsoft.com/office/drawing/2014/main" id="{FD7B7B8F-F5A8-E34B-F44D-92FBACDA77AD}"/>
                  </a:ext>
                </a:extLst>
              </p:cNvPr>
              <p:cNvSpPr/>
              <p:nvPr/>
            </p:nvSpPr>
            <p:spPr>
              <a:xfrm>
                <a:off x="4440091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59" name="Freeform 44658">
                <a:extLst>
                  <a:ext uri="{FF2B5EF4-FFF2-40B4-BE49-F238E27FC236}">
                    <a16:creationId xmlns:a16="http://schemas.microsoft.com/office/drawing/2014/main" id="{E6C54C4C-BFEE-6A24-40A4-8A7AC08350C3}"/>
                  </a:ext>
                </a:extLst>
              </p:cNvPr>
              <p:cNvSpPr/>
              <p:nvPr/>
            </p:nvSpPr>
            <p:spPr>
              <a:xfrm>
                <a:off x="4440587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0" name="Freeform 44659">
                <a:extLst>
                  <a:ext uri="{FF2B5EF4-FFF2-40B4-BE49-F238E27FC236}">
                    <a16:creationId xmlns:a16="http://schemas.microsoft.com/office/drawing/2014/main" id="{3B7D6EFF-537C-6F61-5AB2-89FAAD9A38CD}"/>
                  </a:ext>
                </a:extLst>
              </p:cNvPr>
              <p:cNvSpPr/>
              <p:nvPr/>
            </p:nvSpPr>
            <p:spPr>
              <a:xfrm>
                <a:off x="4441182" y="5885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1" name="Freeform 44660">
                <a:extLst>
                  <a:ext uri="{FF2B5EF4-FFF2-40B4-BE49-F238E27FC236}">
                    <a16:creationId xmlns:a16="http://schemas.microsoft.com/office/drawing/2014/main" id="{B7B5F291-06AE-13D8-1F12-70463596F6B8}"/>
                  </a:ext>
                </a:extLst>
              </p:cNvPr>
              <p:cNvSpPr/>
              <p:nvPr/>
            </p:nvSpPr>
            <p:spPr>
              <a:xfrm>
                <a:off x="4441678" y="5867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2" name="Freeform 44661">
                <a:extLst>
                  <a:ext uri="{FF2B5EF4-FFF2-40B4-BE49-F238E27FC236}">
                    <a16:creationId xmlns:a16="http://schemas.microsoft.com/office/drawing/2014/main" id="{D8083089-CD7C-CA3C-02CB-F70CE2A5201B}"/>
                  </a:ext>
                </a:extLst>
              </p:cNvPr>
              <p:cNvSpPr/>
              <p:nvPr/>
            </p:nvSpPr>
            <p:spPr>
              <a:xfrm>
                <a:off x="4442174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3" name="Freeform 44662">
                <a:extLst>
                  <a:ext uri="{FF2B5EF4-FFF2-40B4-BE49-F238E27FC236}">
                    <a16:creationId xmlns:a16="http://schemas.microsoft.com/office/drawing/2014/main" id="{F8D6E80C-FD75-8BB3-7978-803FBDCA7F77}"/>
                  </a:ext>
                </a:extLst>
              </p:cNvPr>
              <p:cNvSpPr/>
              <p:nvPr/>
            </p:nvSpPr>
            <p:spPr>
              <a:xfrm>
                <a:off x="4442670" y="581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4" name="Freeform 44663">
                <a:extLst>
                  <a:ext uri="{FF2B5EF4-FFF2-40B4-BE49-F238E27FC236}">
                    <a16:creationId xmlns:a16="http://schemas.microsoft.com/office/drawing/2014/main" id="{497D90E9-37D1-AEAF-850B-6EE5403E0BB5}"/>
                  </a:ext>
                </a:extLst>
              </p:cNvPr>
              <p:cNvSpPr/>
              <p:nvPr/>
            </p:nvSpPr>
            <p:spPr>
              <a:xfrm>
                <a:off x="4443266" y="5797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5" name="Freeform 44664">
                <a:extLst>
                  <a:ext uri="{FF2B5EF4-FFF2-40B4-BE49-F238E27FC236}">
                    <a16:creationId xmlns:a16="http://schemas.microsoft.com/office/drawing/2014/main" id="{DEAAE710-8AD8-00F9-3532-ACB6A5A45517}"/>
                  </a:ext>
                </a:extLst>
              </p:cNvPr>
              <p:cNvSpPr/>
              <p:nvPr/>
            </p:nvSpPr>
            <p:spPr>
              <a:xfrm>
                <a:off x="4443762" y="5789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6" name="Freeform 44665">
                <a:extLst>
                  <a:ext uri="{FF2B5EF4-FFF2-40B4-BE49-F238E27FC236}">
                    <a16:creationId xmlns:a16="http://schemas.microsoft.com/office/drawing/2014/main" id="{01D9E3CA-6E1C-D6A2-C232-C20DAEB96159}"/>
                  </a:ext>
                </a:extLst>
              </p:cNvPr>
              <p:cNvSpPr/>
              <p:nvPr/>
            </p:nvSpPr>
            <p:spPr>
              <a:xfrm>
                <a:off x="4444258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7" name="Freeform 44666">
                <a:extLst>
                  <a:ext uri="{FF2B5EF4-FFF2-40B4-BE49-F238E27FC236}">
                    <a16:creationId xmlns:a16="http://schemas.microsoft.com/office/drawing/2014/main" id="{08A91F6B-B23D-A910-B6A3-5DED06088D77}"/>
                  </a:ext>
                </a:extLst>
              </p:cNvPr>
              <p:cNvSpPr/>
              <p:nvPr/>
            </p:nvSpPr>
            <p:spPr>
              <a:xfrm>
                <a:off x="4444853" y="5797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8" name="Freeform 44667">
                <a:extLst>
                  <a:ext uri="{FF2B5EF4-FFF2-40B4-BE49-F238E27FC236}">
                    <a16:creationId xmlns:a16="http://schemas.microsoft.com/office/drawing/2014/main" id="{6F652E2E-BAC6-5CA2-AB77-7A5B45010281}"/>
                  </a:ext>
                </a:extLst>
              </p:cNvPr>
              <p:cNvSpPr/>
              <p:nvPr/>
            </p:nvSpPr>
            <p:spPr>
              <a:xfrm>
                <a:off x="4445349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69" name="Freeform 44668">
                <a:extLst>
                  <a:ext uri="{FF2B5EF4-FFF2-40B4-BE49-F238E27FC236}">
                    <a16:creationId xmlns:a16="http://schemas.microsoft.com/office/drawing/2014/main" id="{A9822596-E3CE-4076-4A3B-7FC2BF8911C1}"/>
                  </a:ext>
                </a:extLst>
              </p:cNvPr>
              <p:cNvSpPr/>
              <p:nvPr/>
            </p:nvSpPr>
            <p:spPr>
              <a:xfrm>
                <a:off x="4445845" y="5986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0" name="Freeform 44669">
                <a:extLst>
                  <a:ext uri="{FF2B5EF4-FFF2-40B4-BE49-F238E27FC236}">
                    <a16:creationId xmlns:a16="http://schemas.microsoft.com/office/drawing/2014/main" id="{2AA783C5-F690-19A4-FE31-5605F4E75DE4}"/>
                  </a:ext>
                </a:extLst>
              </p:cNvPr>
              <p:cNvSpPr/>
              <p:nvPr/>
            </p:nvSpPr>
            <p:spPr>
              <a:xfrm>
                <a:off x="4446441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1" name="Freeform 44670">
                <a:extLst>
                  <a:ext uri="{FF2B5EF4-FFF2-40B4-BE49-F238E27FC236}">
                    <a16:creationId xmlns:a16="http://schemas.microsoft.com/office/drawing/2014/main" id="{756D0670-5AC2-C69D-6DEB-9D5D95DF0555}"/>
                  </a:ext>
                </a:extLst>
              </p:cNvPr>
              <p:cNvSpPr/>
              <p:nvPr/>
            </p:nvSpPr>
            <p:spPr>
              <a:xfrm>
                <a:off x="4446937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2" name="Freeform 44671">
                <a:extLst>
                  <a:ext uri="{FF2B5EF4-FFF2-40B4-BE49-F238E27FC236}">
                    <a16:creationId xmlns:a16="http://schemas.microsoft.com/office/drawing/2014/main" id="{E72FD7A7-2504-AB74-BF7D-A7A62FB3490A}"/>
                  </a:ext>
                </a:extLst>
              </p:cNvPr>
              <p:cNvSpPr/>
              <p:nvPr/>
            </p:nvSpPr>
            <p:spPr>
              <a:xfrm>
                <a:off x="4447433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3" name="Freeform 44672">
                <a:extLst>
                  <a:ext uri="{FF2B5EF4-FFF2-40B4-BE49-F238E27FC236}">
                    <a16:creationId xmlns:a16="http://schemas.microsoft.com/office/drawing/2014/main" id="{B568198D-5905-173C-6DCC-24AEE2538329}"/>
                  </a:ext>
                </a:extLst>
              </p:cNvPr>
              <p:cNvSpPr/>
              <p:nvPr/>
            </p:nvSpPr>
            <p:spPr>
              <a:xfrm>
                <a:off x="4448028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4" name="Freeform 44673">
                <a:extLst>
                  <a:ext uri="{FF2B5EF4-FFF2-40B4-BE49-F238E27FC236}">
                    <a16:creationId xmlns:a16="http://schemas.microsoft.com/office/drawing/2014/main" id="{18A261CE-63FC-990C-8643-5612DFBC1944}"/>
                  </a:ext>
                </a:extLst>
              </p:cNvPr>
              <p:cNvSpPr/>
              <p:nvPr/>
            </p:nvSpPr>
            <p:spPr>
              <a:xfrm>
                <a:off x="4448524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5" name="Freeform 44674">
                <a:extLst>
                  <a:ext uri="{FF2B5EF4-FFF2-40B4-BE49-F238E27FC236}">
                    <a16:creationId xmlns:a16="http://schemas.microsoft.com/office/drawing/2014/main" id="{7A94C919-CCD2-0C44-FC8F-0D4A9EA7EC8D}"/>
                  </a:ext>
                </a:extLst>
              </p:cNvPr>
              <p:cNvSpPr/>
              <p:nvPr/>
            </p:nvSpPr>
            <p:spPr>
              <a:xfrm>
                <a:off x="4449020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6" name="Freeform 44675">
                <a:extLst>
                  <a:ext uri="{FF2B5EF4-FFF2-40B4-BE49-F238E27FC236}">
                    <a16:creationId xmlns:a16="http://schemas.microsoft.com/office/drawing/2014/main" id="{B8E8AF28-B4D8-3F3C-9BE0-940C3B3D04A5}"/>
                  </a:ext>
                </a:extLst>
              </p:cNvPr>
              <p:cNvSpPr/>
              <p:nvPr/>
            </p:nvSpPr>
            <p:spPr>
              <a:xfrm>
                <a:off x="4449616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7" name="Freeform 44676">
                <a:extLst>
                  <a:ext uri="{FF2B5EF4-FFF2-40B4-BE49-F238E27FC236}">
                    <a16:creationId xmlns:a16="http://schemas.microsoft.com/office/drawing/2014/main" id="{8886B542-1545-4A80-1B30-EC9B45F48A52}"/>
                  </a:ext>
                </a:extLst>
              </p:cNvPr>
              <p:cNvSpPr/>
              <p:nvPr/>
            </p:nvSpPr>
            <p:spPr>
              <a:xfrm>
                <a:off x="4450112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8" name="Freeform 44677">
                <a:extLst>
                  <a:ext uri="{FF2B5EF4-FFF2-40B4-BE49-F238E27FC236}">
                    <a16:creationId xmlns:a16="http://schemas.microsoft.com/office/drawing/2014/main" id="{C1961223-2702-7A66-E112-11F16B27E581}"/>
                  </a:ext>
                </a:extLst>
              </p:cNvPr>
              <p:cNvSpPr/>
              <p:nvPr/>
            </p:nvSpPr>
            <p:spPr>
              <a:xfrm>
                <a:off x="4450608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79" name="Freeform 44678">
                <a:extLst>
                  <a:ext uri="{FF2B5EF4-FFF2-40B4-BE49-F238E27FC236}">
                    <a16:creationId xmlns:a16="http://schemas.microsoft.com/office/drawing/2014/main" id="{74D21C23-DAD3-5FAD-13B3-C8FB4E50DC68}"/>
                  </a:ext>
                </a:extLst>
              </p:cNvPr>
              <p:cNvSpPr/>
              <p:nvPr/>
            </p:nvSpPr>
            <p:spPr>
              <a:xfrm>
                <a:off x="4451203" y="5921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0" name="Freeform 44679">
                <a:extLst>
                  <a:ext uri="{FF2B5EF4-FFF2-40B4-BE49-F238E27FC236}">
                    <a16:creationId xmlns:a16="http://schemas.microsoft.com/office/drawing/2014/main" id="{814F1D23-F6CB-172C-6F75-B23BBE4EF253}"/>
                  </a:ext>
                </a:extLst>
              </p:cNvPr>
              <p:cNvSpPr/>
              <p:nvPr/>
            </p:nvSpPr>
            <p:spPr>
              <a:xfrm>
                <a:off x="4451699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1" name="Freeform 44680">
                <a:extLst>
                  <a:ext uri="{FF2B5EF4-FFF2-40B4-BE49-F238E27FC236}">
                    <a16:creationId xmlns:a16="http://schemas.microsoft.com/office/drawing/2014/main" id="{DB1B80B6-71A6-9367-5E1B-0908D28A6239}"/>
                  </a:ext>
                </a:extLst>
              </p:cNvPr>
              <p:cNvSpPr/>
              <p:nvPr/>
            </p:nvSpPr>
            <p:spPr>
              <a:xfrm>
                <a:off x="4452195" y="592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2" name="Freeform 44681">
                <a:extLst>
                  <a:ext uri="{FF2B5EF4-FFF2-40B4-BE49-F238E27FC236}">
                    <a16:creationId xmlns:a16="http://schemas.microsoft.com/office/drawing/2014/main" id="{0ED978B0-9016-48C3-4A1E-065BC2AC044A}"/>
                  </a:ext>
                </a:extLst>
              </p:cNvPr>
              <p:cNvSpPr/>
              <p:nvPr/>
            </p:nvSpPr>
            <p:spPr>
              <a:xfrm>
                <a:off x="4452791" y="5918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3" name="Freeform 44682">
                <a:extLst>
                  <a:ext uri="{FF2B5EF4-FFF2-40B4-BE49-F238E27FC236}">
                    <a16:creationId xmlns:a16="http://schemas.microsoft.com/office/drawing/2014/main" id="{DA0429E3-C0A5-AE37-039B-95866117C785}"/>
                  </a:ext>
                </a:extLst>
              </p:cNvPr>
              <p:cNvSpPr/>
              <p:nvPr/>
            </p:nvSpPr>
            <p:spPr>
              <a:xfrm>
                <a:off x="4453287" y="592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4" name="Freeform 44683">
                <a:extLst>
                  <a:ext uri="{FF2B5EF4-FFF2-40B4-BE49-F238E27FC236}">
                    <a16:creationId xmlns:a16="http://schemas.microsoft.com/office/drawing/2014/main" id="{8146A980-EBA2-9760-039E-08D2812FDBAE}"/>
                  </a:ext>
                </a:extLst>
              </p:cNvPr>
              <p:cNvSpPr/>
              <p:nvPr/>
            </p:nvSpPr>
            <p:spPr>
              <a:xfrm>
                <a:off x="4453783" y="5906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5" name="Freeform 44684">
                <a:extLst>
                  <a:ext uri="{FF2B5EF4-FFF2-40B4-BE49-F238E27FC236}">
                    <a16:creationId xmlns:a16="http://schemas.microsoft.com/office/drawing/2014/main" id="{68B3FE61-CF72-3295-11EE-B7349705ABFB}"/>
                  </a:ext>
                </a:extLst>
              </p:cNvPr>
              <p:cNvSpPr/>
              <p:nvPr/>
            </p:nvSpPr>
            <p:spPr>
              <a:xfrm>
                <a:off x="4454279" y="589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6" name="Freeform 44685">
                <a:extLst>
                  <a:ext uri="{FF2B5EF4-FFF2-40B4-BE49-F238E27FC236}">
                    <a16:creationId xmlns:a16="http://schemas.microsoft.com/office/drawing/2014/main" id="{3D8D3059-AC22-9577-FFD8-9C35B47F6E43}"/>
                  </a:ext>
                </a:extLst>
              </p:cNvPr>
              <p:cNvSpPr/>
              <p:nvPr/>
            </p:nvSpPr>
            <p:spPr>
              <a:xfrm>
                <a:off x="4454874" y="5875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7" name="Freeform 44686">
                <a:extLst>
                  <a:ext uri="{FF2B5EF4-FFF2-40B4-BE49-F238E27FC236}">
                    <a16:creationId xmlns:a16="http://schemas.microsoft.com/office/drawing/2014/main" id="{FB346640-9859-040C-1A4B-F7D0F76D119F}"/>
                  </a:ext>
                </a:extLst>
              </p:cNvPr>
              <p:cNvSpPr/>
              <p:nvPr/>
            </p:nvSpPr>
            <p:spPr>
              <a:xfrm>
                <a:off x="4455370" y="586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8" name="Freeform 44687">
                <a:extLst>
                  <a:ext uri="{FF2B5EF4-FFF2-40B4-BE49-F238E27FC236}">
                    <a16:creationId xmlns:a16="http://schemas.microsoft.com/office/drawing/2014/main" id="{278F0CE1-F2FC-F13D-8DF9-97890BFD20E7}"/>
                  </a:ext>
                </a:extLst>
              </p:cNvPr>
              <p:cNvSpPr/>
              <p:nvPr/>
            </p:nvSpPr>
            <p:spPr>
              <a:xfrm>
                <a:off x="4455866" y="5852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89" name="Freeform 44688">
                <a:extLst>
                  <a:ext uri="{FF2B5EF4-FFF2-40B4-BE49-F238E27FC236}">
                    <a16:creationId xmlns:a16="http://schemas.microsoft.com/office/drawing/2014/main" id="{DBF8034B-AA89-DC00-7015-52C7FE06FC02}"/>
                  </a:ext>
                </a:extLst>
              </p:cNvPr>
              <p:cNvSpPr/>
              <p:nvPr/>
            </p:nvSpPr>
            <p:spPr>
              <a:xfrm>
                <a:off x="4456462" y="5839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0" name="Freeform 44689">
                <a:extLst>
                  <a:ext uri="{FF2B5EF4-FFF2-40B4-BE49-F238E27FC236}">
                    <a16:creationId xmlns:a16="http://schemas.microsoft.com/office/drawing/2014/main" id="{42492346-8E2F-E4D5-3FB9-2A88B53A600B}"/>
                  </a:ext>
                </a:extLst>
              </p:cNvPr>
              <p:cNvSpPr/>
              <p:nvPr/>
            </p:nvSpPr>
            <p:spPr>
              <a:xfrm>
                <a:off x="4456958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1" name="Freeform 44690">
                <a:extLst>
                  <a:ext uri="{FF2B5EF4-FFF2-40B4-BE49-F238E27FC236}">
                    <a16:creationId xmlns:a16="http://schemas.microsoft.com/office/drawing/2014/main" id="{CC37AC23-7CEA-0B56-092E-43A474FE086E}"/>
                  </a:ext>
                </a:extLst>
              </p:cNvPr>
              <p:cNvSpPr/>
              <p:nvPr/>
            </p:nvSpPr>
            <p:spPr>
              <a:xfrm>
                <a:off x="4457454" y="5842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2" name="Freeform 44691">
                <a:extLst>
                  <a:ext uri="{FF2B5EF4-FFF2-40B4-BE49-F238E27FC236}">
                    <a16:creationId xmlns:a16="http://schemas.microsoft.com/office/drawing/2014/main" id="{021FC7C0-6C58-C1FD-0E58-612160404C75}"/>
                  </a:ext>
                </a:extLst>
              </p:cNvPr>
              <p:cNvSpPr/>
              <p:nvPr/>
            </p:nvSpPr>
            <p:spPr>
              <a:xfrm>
                <a:off x="4458049" y="5875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3" name="Freeform 44692">
                <a:extLst>
                  <a:ext uri="{FF2B5EF4-FFF2-40B4-BE49-F238E27FC236}">
                    <a16:creationId xmlns:a16="http://schemas.microsoft.com/office/drawing/2014/main" id="{B8371644-00B5-F080-9187-06B009B882AF}"/>
                  </a:ext>
                </a:extLst>
              </p:cNvPr>
              <p:cNvSpPr/>
              <p:nvPr/>
            </p:nvSpPr>
            <p:spPr>
              <a:xfrm>
                <a:off x="4458545" y="5990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4" name="Freeform 44693">
                <a:extLst>
                  <a:ext uri="{FF2B5EF4-FFF2-40B4-BE49-F238E27FC236}">
                    <a16:creationId xmlns:a16="http://schemas.microsoft.com/office/drawing/2014/main" id="{4E17EAB9-79DB-2786-C142-DF960935DBE1}"/>
                  </a:ext>
                </a:extLst>
              </p:cNvPr>
              <p:cNvSpPr/>
              <p:nvPr/>
            </p:nvSpPr>
            <p:spPr>
              <a:xfrm>
                <a:off x="4459041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5" name="Freeform 44694">
                <a:extLst>
                  <a:ext uri="{FF2B5EF4-FFF2-40B4-BE49-F238E27FC236}">
                    <a16:creationId xmlns:a16="http://schemas.microsoft.com/office/drawing/2014/main" id="{30BA93EB-680D-EAAF-EA01-631C78132B3B}"/>
                  </a:ext>
                </a:extLst>
              </p:cNvPr>
              <p:cNvSpPr/>
              <p:nvPr/>
            </p:nvSpPr>
            <p:spPr>
              <a:xfrm>
                <a:off x="4459637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6" name="Freeform 44695">
                <a:extLst>
                  <a:ext uri="{FF2B5EF4-FFF2-40B4-BE49-F238E27FC236}">
                    <a16:creationId xmlns:a16="http://schemas.microsoft.com/office/drawing/2014/main" id="{0334B085-DFC4-17C8-A371-143A3B8566D2}"/>
                  </a:ext>
                </a:extLst>
              </p:cNvPr>
              <p:cNvSpPr/>
              <p:nvPr/>
            </p:nvSpPr>
            <p:spPr>
              <a:xfrm>
                <a:off x="4460133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7" name="Freeform 44696">
                <a:extLst>
                  <a:ext uri="{FF2B5EF4-FFF2-40B4-BE49-F238E27FC236}">
                    <a16:creationId xmlns:a16="http://schemas.microsoft.com/office/drawing/2014/main" id="{D24E224F-EFCF-31BD-E31F-9EBB71ED1C19}"/>
                  </a:ext>
                </a:extLst>
              </p:cNvPr>
              <p:cNvSpPr/>
              <p:nvPr/>
            </p:nvSpPr>
            <p:spPr>
              <a:xfrm>
                <a:off x="4460629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8" name="Freeform 44697">
                <a:extLst>
                  <a:ext uri="{FF2B5EF4-FFF2-40B4-BE49-F238E27FC236}">
                    <a16:creationId xmlns:a16="http://schemas.microsoft.com/office/drawing/2014/main" id="{A6EF82BA-DA51-CFF8-0AA2-7F4E585887A6}"/>
                  </a:ext>
                </a:extLst>
              </p:cNvPr>
              <p:cNvSpPr/>
              <p:nvPr/>
            </p:nvSpPr>
            <p:spPr>
              <a:xfrm>
                <a:off x="4461224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99" name="Freeform 44698">
                <a:extLst>
                  <a:ext uri="{FF2B5EF4-FFF2-40B4-BE49-F238E27FC236}">
                    <a16:creationId xmlns:a16="http://schemas.microsoft.com/office/drawing/2014/main" id="{766C7A2E-ED5C-542D-E395-7B3FB53D1B04}"/>
                  </a:ext>
                </a:extLst>
              </p:cNvPr>
              <p:cNvSpPr/>
              <p:nvPr/>
            </p:nvSpPr>
            <p:spPr>
              <a:xfrm>
                <a:off x="4461720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0" name="Freeform 44699">
                <a:extLst>
                  <a:ext uri="{FF2B5EF4-FFF2-40B4-BE49-F238E27FC236}">
                    <a16:creationId xmlns:a16="http://schemas.microsoft.com/office/drawing/2014/main" id="{8929A8F7-3DF8-C5B6-BDF8-5FDCDDCC1E8C}"/>
                  </a:ext>
                </a:extLst>
              </p:cNvPr>
              <p:cNvSpPr/>
              <p:nvPr/>
            </p:nvSpPr>
            <p:spPr>
              <a:xfrm>
                <a:off x="4462216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1" name="Freeform 44700">
                <a:extLst>
                  <a:ext uri="{FF2B5EF4-FFF2-40B4-BE49-F238E27FC236}">
                    <a16:creationId xmlns:a16="http://schemas.microsoft.com/office/drawing/2014/main" id="{48FB9109-34BA-AD5D-DF06-FCC050CBAE8B}"/>
                  </a:ext>
                </a:extLst>
              </p:cNvPr>
              <p:cNvSpPr/>
              <p:nvPr/>
            </p:nvSpPr>
            <p:spPr>
              <a:xfrm>
                <a:off x="4462812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2" name="Freeform 44701">
                <a:extLst>
                  <a:ext uri="{FF2B5EF4-FFF2-40B4-BE49-F238E27FC236}">
                    <a16:creationId xmlns:a16="http://schemas.microsoft.com/office/drawing/2014/main" id="{4A9638C9-6948-184F-FF83-EFE6B07A670D}"/>
                  </a:ext>
                </a:extLst>
              </p:cNvPr>
              <p:cNvSpPr/>
              <p:nvPr/>
            </p:nvSpPr>
            <p:spPr>
              <a:xfrm>
                <a:off x="4463308" y="5900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3" name="Freeform 44702">
                <a:extLst>
                  <a:ext uri="{FF2B5EF4-FFF2-40B4-BE49-F238E27FC236}">
                    <a16:creationId xmlns:a16="http://schemas.microsoft.com/office/drawing/2014/main" id="{A84CD4FF-EFD9-A055-8553-8F63852B0853}"/>
                  </a:ext>
                </a:extLst>
              </p:cNvPr>
              <p:cNvSpPr/>
              <p:nvPr/>
            </p:nvSpPr>
            <p:spPr>
              <a:xfrm>
                <a:off x="4463804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4" name="Freeform 44703">
                <a:extLst>
                  <a:ext uri="{FF2B5EF4-FFF2-40B4-BE49-F238E27FC236}">
                    <a16:creationId xmlns:a16="http://schemas.microsoft.com/office/drawing/2014/main" id="{62BDE037-524C-3342-87FA-88C097FFB76C}"/>
                  </a:ext>
                </a:extLst>
              </p:cNvPr>
              <p:cNvSpPr/>
              <p:nvPr/>
            </p:nvSpPr>
            <p:spPr>
              <a:xfrm>
                <a:off x="4464399" y="5921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5" name="Freeform 44704">
                <a:extLst>
                  <a:ext uri="{FF2B5EF4-FFF2-40B4-BE49-F238E27FC236}">
                    <a16:creationId xmlns:a16="http://schemas.microsoft.com/office/drawing/2014/main" id="{D989EE9B-6856-3722-E1A4-614835FFCE77}"/>
                  </a:ext>
                </a:extLst>
              </p:cNvPr>
              <p:cNvSpPr/>
              <p:nvPr/>
            </p:nvSpPr>
            <p:spPr>
              <a:xfrm>
                <a:off x="4464895" y="5918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6" name="Freeform 44705">
                <a:extLst>
                  <a:ext uri="{FF2B5EF4-FFF2-40B4-BE49-F238E27FC236}">
                    <a16:creationId xmlns:a16="http://schemas.microsoft.com/office/drawing/2014/main" id="{C361A0C3-2434-3A80-850D-54BB1060061B}"/>
                  </a:ext>
                </a:extLst>
              </p:cNvPr>
              <p:cNvSpPr/>
              <p:nvPr/>
            </p:nvSpPr>
            <p:spPr>
              <a:xfrm>
                <a:off x="4465391" y="591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7" name="Freeform 44706">
                <a:extLst>
                  <a:ext uri="{FF2B5EF4-FFF2-40B4-BE49-F238E27FC236}">
                    <a16:creationId xmlns:a16="http://schemas.microsoft.com/office/drawing/2014/main" id="{AB0D7F92-4F2E-2024-5ED6-78CFE1B9728A}"/>
                  </a:ext>
                </a:extLst>
              </p:cNvPr>
              <p:cNvSpPr/>
              <p:nvPr/>
            </p:nvSpPr>
            <p:spPr>
              <a:xfrm>
                <a:off x="4465987" y="590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8" name="Freeform 44707">
                <a:extLst>
                  <a:ext uri="{FF2B5EF4-FFF2-40B4-BE49-F238E27FC236}">
                    <a16:creationId xmlns:a16="http://schemas.microsoft.com/office/drawing/2014/main" id="{5A98897A-D520-6ED0-8259-96DCCFDA69D3}"/>
                  </a:ext>
                </a:extLst>
              </p:cNvPr>
              <p:cNvSpPr/>
              <p:nvPr/>
            </p:nvSpPr>
            <p:spPr>
              <a:xfrm>
                <a:off x="4466483" y="5901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09" name="Freeform 44708">
                <a:extLst>
                  <a:ext uri="{FF2B5EF4-FFF2-40B4-BE49-F238E27FC236}">
                    <a16:creationId xmlns:a16="http://schemas.microsoft.com/office/drawing/2014/main" id="{533147BA-18B5-F308-B5FA-5D6A6C158022}"/>
                  </a:ext>
                </a:extLst>
              </p:cNvPr>
              <p:cNvSpPr/>
              <p:nvPr/>
            </p:nvSpPr>
            <p:spPr>
              <a:xfrm>
                <a:off x="4466979" y="5891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0" name="Freeform 44709">
                <a:extLst>
                  <a:ext uri="{FF2B5EF4-FFF2-40B4-BE49-F238E27FC236}">
                    <a16:creationId xmlns:a16="http://schemas.microsoft.com/office/drawing/2014/main" id="{565A61D3-8EDF-D341-F62E-7B987CB94462}"/>
                  </a:ext>
                </a:extLst>
              </p:cNvPr>
              <p:cNvSpPr/>
              <p:nvPr/>
            </p:nvSpPr>
            <p:spPr>
              <a:xfrm>
                <a:off x="4467475" y="5874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1" name="Freeform 44710">
                <a:extLst>
                  <a:ext uri="{FF2B5EF4-FFF2-40B4-BE49-F238E27FC236}">
                    <a16:creationId xmlns:a16="http://schemas.microsoft.com/office/drawing/2014/main" id="{1CF01C34-1E84-A41F-B849-7F5F5E974E91}"/>
                  </a:ext>
                </a:extLst>
              </p:cNvPr>
              <p:cNvSpPr/>
              <p:nvPr/>
            </p:nvSpPr>
            <p:spPr>
              <a:xfrm>
                <a:off x="4468070" y="5853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2" name="Freeform 44711">
                <a:extLst>
                  <a:ext uri="{FF2B5EF4-FFF2-40B4-BE49-F238E27FC236}">
                    <a16:creationId xmlns:a16="http://schemas.microsoft.com/office/drawing/2014/main" id="{6424131A-34CB-C674-5451-D3C4FC444D15}"/>
                  </a:ext>
                </a:extLst>
              </p:cNvPr>
              <p:cNvSpPr/>
              <p:nvPr/>
            </p:nvSpPr>
            <p:spPr>
              <a:xfrm>
                <a:off x="4468566" y="5844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3" name="Freeform 44712">
                <a:extLst>
                  <a:ext uri="{FF2B5EF4-FFF2-40B4-BE49-F238E27FC236}">
                    <a16:creationId xmlns:a16="http://schemas.microsoft.com/office/drawing/2014/main" id="{564757FD-3B9A-C192-7867-682A9CF20B49}"/>
                  </a:ext>
                </a:extLst>
              </p:cNvPr>
              <p:cNvSpPr/>
              <p:nvPr/>
            </p:nvSpPr>
            <p:spPr>
              <a:xfrm>
                <a:off x="4469063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4" name="Freeform 44713">
                <a:extLst>
                  <a:ext uri="{FF2B5EF4-FFF2-40B4-BE49-F238E27FC236}">
                    <a16:creationId xmlns:a16="http://schemas.microsoft.com/office/drawing/2014/main" id="{04F26D00-9D5B-5A1F-EB4D-72238021A10C}"/>
                  </a:ext>
                </a:extLst>
              </p:cNvPr>
              <p:cNvSpPr/>
              <p:nvPr/>
            </p:nvSpPr>
            <p:spPr>
              <a:xfrm>
                <a:off x="4469658" y="5815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5" name="Freeform 44714">
                <a:extLst>
                  <a:ext uri="{FF2B5EF4-FFF2-40B4-BE49-F238E27FC236}">
                    <a16:creationId xmlns:a16="http://schemas.microsoft.com/office/drawing/2014/main" id="{EF0B8564-7B7C-20D8-B672-92131CEA4833}"/>
                  </a:ext>
                </a:extLst>
              </p:cNvPr>
              <p:cNvSpPr/>
              <p:nvPr/>
            </p:nvSpPr>
            <p:spPr>
              <a:xfrm>
                <a:off x="4470154" y="5819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6" name="Freeform 44715">
                <a:extLst>
                  <a:ext uri="{FF2B5EF4-FFF2-40B4-BE49-F238E27FC236}">
                    <a16:creationId xmlns:a16="http://schemas.microsoft.com/office/drawing/2014/main" id="{E94E4A00-A1F5-9779-5220-8D5A5D9F58AD}"/>
                  </a:ext>
                </a:extLst>
              </p:cNvPr>
              <p:cNvSpPr/>
              <p:nvPr/>
            </p:nvSpPr>
            <p:spPr>
              <a:xfrm>
                <a:off x="4470650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7" name="Freeform 44716">
                <a:extLst>
                  <a:ext uri="{FF2B5EF4-FFF2-40B4-BE49-F238E27FC236}">
                    <a16:creationId xmlns:a16="http://schemas.microsoft.com/office/drawing/2014/main" id="{A9B54495-9EF4-7FC0-BA67-4731EDDE03C4}"/>
                  </a:ext>
                </a:extLst>
              </p:cNvPr>
              <p:cNvSpPr/>
              <p:nvPr/>
            </p:nvSpPr>
            <p:spPr>
              <a:xfrm>
                <a:off x="4471245" y="601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8" name="Freeform 44717">
                <a:extLst>
                  <a:ext uri="{FF2B5EF4-FFF2-40B4-BE49-F238E27FC236}">
                    <a16:creationId xmlns:a16="http://schemas.microsoft.com/office/drawing/2014/main" id="{79A468EE-7535-AB8C-33B9-92E7D1AB86A5}"/>
                  </a:ext>
                </a:extLst>
              </p:cNvPr>
              <p:cNvSpPr/>
              <p:nvPr/>
            </p:nvSpPr>
            <p:spPr>
              <a:xfrm>
                <a:off x="4471741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19" name="Freeform 44718">
                <a:extLst>
                  <a:ext uri="{FF2B5EF4-FFF2-40B4-BE49-F238E27FC236}">
                    <a16:creationId xmlns:a16="http://schemas.microsoft.com/office/drawing/2014/main" id="{8DCC8FBD-A0A8-1A74-F102-8554E37BA829}"/>
                  </a:ext>
                </a:extLst>
              </p:cNvPr>
              <p:cNvSpPr/>
              <p:nvPr/>
            </p:nvSpPr>
            <p:spPr>
              <a:xfrm>
                <a:off x="4472238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0" name="Freeform 44719">
                <a:extLst>
                  <a:ext uri="{FF2B5EF4-FFF2-40B4-BE49-F238E27FC236}">
                    <a16:creationId xmlns:a16="http://schemas.microsoft.com/office/drawing/2014/main" id="{AA0D79F4-1766-F9CA-744B-7DE9A26E04AC}"/>
                  </a:ext>
                </a:extLst>
              </p:cNvPr>
              <p:cNvSpPr/>
              <p:nvPr/>
            </p:nvSpPr>
            <p:spPr>
              <a:xfrm>
                <a:off x="4472833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1" name="Freeform 44720">
                <a:extLst>
                  <a:ext uri="{FF2B5EF4-FFF2-40B4-BE49-F238E27FC236}">
                    <a16:creationId xmlns:a16="http://schemas.microsoft.com/office/drawing/2014/main" id="{B8F654F0-CEC1-760B-E08B-D2416CF4C474}"/>
                  </a:ext>
                </a:extLst>
              </p:cNvPr>
              <p:cNvSpPr/>
              <p:nvPr/>
            </p:nvSpPr>
            <p:spPr>
              <a:xfrm>
                <a:off x="4473329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2" name="Freeform 44721">
                <a:extLst>
                  <a:ext uri="{FF2B5EF4-FFF2-40B4-BE49-F238E27FC236}">
                    <a16:creationId xmlns:a16="http://schemas.microsoft.com/office/drawing/2014/main" id="{936A9AF6-D4BD-34C8-2B02-4E2F93939478}"/>
                  </a:ext>
                </a:extLst>
              </p:cNvPr>
              <p:cNvSpPr/>
              <p:nvPr/>
            </p:nvSpPr>
            <p:spPr>
              <a:xfrm>
                <a:off x="4473825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3" name="Freeform 44722">
                <a:extLst>
                  <a:ext uri="{FF2B5EF4-FFF2-40B4-BE49-F238E27FC236}">
                    <a16:creationId xmlns:a16="http://schemas.microsoft.com/office/drawing/2014/main" id="{CBD83250-7028-5076-E4B5-59FA74674BCF}"/>
                  </a:ext>
                </a:extLst>
              </p:cNvPr>
              <p:cNvSpPr/>
              <p:nvPr/>
            </p:nvSpPr>
            <p:spPr>
              <a:xfrm>
                <a:off x="4474420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4" name="Freeform 44723">
                <a:extLst>
                  <a:ext uri="{FF2B5EF4-FFF2-40B4-BE49-F238E27FC236}">
                    <a16:creationId xmlns:a16="http://schemas.microsoft.com/office/drawing/2014/main" id="{2BF8BDA3-2594-01B2-7F6B-0EF5849DBF01}"/>
                  </a:ext>
                </a:extLst>
              </p:cNvPr>
              <p:cNvSpPr/>
              <p:nvPr/>
            </p:nvSpPr>
            <p:spPr>
              <a:xfrm>
                <a:off x="4474916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5" name="Freeform 44724">
                <a:extLst>
                  <a:ext uri="{FF2B5EF4-FFF2-40B4-BE49-F238E27FC236}">
                    <a16:creationId xmlns:a16="http://schemas.microsoft.com/office/drawing/2014/main" id="{4D4622E1-87C8-2E98-C186-20458EFE6C43}"/>
                  </a:ext>
                </a:extLst>
              </p:cNvPr>
              <p:cNvSpPr/>
              <p:nvPr/>
            </p:nvSpPr>
            <p:spPr>
              <a:xfrm>
                <a:off x="4475413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6" name="Freeform 44725">
                <a:extLst>
                  <a:ext uri="{FF2B5EF4-FFF2-40B4-BE49-F238E27FC236}">
                    <a16:creationId xmlns:a16="http://schemas.microsoft.com/office/drawing/2014/main" id="{48C039D4-B25C-CFB5-7C4F-713A9311BCF6}"/>
                  </a:ext>
                </a:extLst>
              </p:cNvPr>
              <p:cNvSpPr/>
              <p:nvPr/>
            </p:nvSpPr>
            <p:spPr>
              <a:xfrm>
                <a:off x="4476008" y="5896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7" name="Freeform 44726">
                <a:extLst>
                  <a:ext uri="{FF2B5EF4-FFF2-40B4-BE49-F238E27FC236}">
                    <a16:creationId xmlns:a16="http://schemas.microsoft.com/office/drawing/2014/main" id="{C912B5B8-4A62-FD67-32DB-F804DF5C3B8B}"/>
                  </a:ext>
                </a:extLst>
              </p:cNvPr>
              <p:cNvSpPr/>
              <p:nvPr/>
            </p:nvSpPr>
            <p:spPr>
              <a:xfrm>
                <a:off x="4476504" y="5907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8" name="Freeform 44727">
                <a:extLst>
                  <a:ext uri="{FF2B5EF4-FFF2-40B4-BE49-F238E27FC236}">
                    <a16:creationId xmlns:a16="http://schemas.microsoft.com/office/drawing/2014/main" id="{158701C5-6B07-AAA9-97D6-AAB4F316BA90}"/>
                  </a:ext>
                </a:extLst>
              </p:cNvPr>
              <p:cNvSpPr/>
              <p:nvPr/>
            </p:nvSpPr>
            <p:spPr>
              <a:xfrm>
                <a:off x="4477000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29" name="Freeform 44728">
                <a:extLst>
                  <a:ext uri="{FF2B5EF4-FFF2-40B4-BE49-F238E27FC236}">
                    <a16:creationId xmlns:a16="http://schemas.microsoft.com/office/drawing/2014/main" id="{4585AB8D-F769-40B6-55C5-FE8748E992BF}"/>
                  </a:ext>
                </a:extLst>
              </p:cNvPr>
              <p:cNvSpPr/>
              <p:nvPr/>
            </p:nvSpPr>
            <p:spPr>
              <a:xfrm>
                <a:off x="4477595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0" name="Freeform 44729">
                <a:extLst>
                  <a:ext uri="{FF2B5EF4-FFF2-40B4-BE49-F238E27FC236}">
                    <a16:creationId xmlns:a16="http://schemas.microsoft.com/office/drawing/2014/main" id="{8510C482-BA66-91B6-C77A-B04A19087290}"/>
                  </a:ext>
                </a:extLst>
              </p:cNvPr>
              <p:cNvSpPr/>
              <p:nvPr/>
            </p:nvSpPr>
            <p:spPr>
              <a:xfrm>
                <a:off x="4478091" y="5918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1" name="Freeform 44730">
                <a:extLst>
                  <a:ext uri="{FF2B5EF4-FFF2-40B4-BE49-F238E27FC236}">
                    <a16:creationId xmlns:a16="http://schemas.microsoft.com/office/drawing/2014/main" id="{EA469406-339E-44D7-DFA8-0C5AC372B98D}"/>
                  </a:ext>
                </a:extLst>
              </p:cNvPr>
              <p:cNvSpPr/>
              <p:nvPr/>
            </p:nvSpPr>
            <p:spPr>
              <a:xfrm>
                <a:off x="4478588" y="5918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2" name="Freeform 44731">
                <a:extLst>
                  <a:ext uri="{FF2B5EF4-FFF2-40B4-BE49-F238E27FC236}">
                    <a16:creationId xmlns:a16="http://schemas.microsoft.com/office/drawing/2014/main" id="{59BEFD62-690C-FBDD-179B-6DA2C9C2B23D}"/>
                  </a:ext>
                </a:extLst>
              </p:cNvPr>
              <p:cNvSpPr/>
              <p:nvPr/>
            </p:nvSpPr>
            <p:spPr>
              <a:xfrm>
                <a:off x="4479084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3" name="Freeform 44732">
                <a:extLst>
                  <a:ext uri="{FF2B5EF4-FFF2-40B4-BE49-F238E27FC236}">
                    <a16:creationId xmlns:a16="http://schemas.microsoft.com/office/drawing/2014/main" id="{AF559E44-74D7-462E-C0BE-0925C845574A}"/>
                  </a:ext>
                </a:extLst>
              </p:cNvPr>
              <p:cNvSpPr/>
              <p:nvPr/>
            </p:nvSpPr>
            <p:spPr>
              <a:xfrm>
                <a:off x="4479679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4" name="Freeform 44733">
                <a:extLst>
                  <a:ext uri="{FF2B5EF4-FFF2-40B4-BE49-F238E27FC236}">
                    <a16:creationId xmlns:a16="http://schemas.microsoft.com/office/drawing/2014/main" id="{1D2A7BCD-4FBC-05A6-D4D7-569062D2F8CF}"/>
                  </a:ext>
                </a:extLst>
              </p:cNvPr>
              <p:cNvSpPr/>
              <p:nvPr/>
            </p:nvSpPr>
            <p:spPr>
              <a:xfrm>
                <a:off x="4480175" y="589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5" name="Freeform 44734">
                <a:extLst>
                  <a:ext uri="{FF2B5EF4-FFF2-40B4-BE49-F238E27FC236}">
                    <a16:creationId xmlns:a16="http://schemas.microsoft.com/office/drawing/2014/main" id="{7774B50F-5115-550B-3462-8691697C40AE}"/>
                  </a:ext>
                </a:extLst>
              </p:cNvPr>
              <p:cNvSpPr/>
              <p:nvPr/>
            </p:nvSpPr>
            <p:spPr>
              <a:xfrm>
                <a:off x="4480671" y="5879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6" name="Freeform 44735">
                <a:extLst>
                  <a:ext uri="{FF2B5EF4-FFF2-40B4-BE49-F238E27FC236}">
                    <a16:creationId xmlns:a16="http://schemas.microsoft.com/office/drawing/2014/main" id="{F0F344BB-8944-015B-76D4-D00AA34DDC57}"/>
                  </a:ext>
                </a:extLst>
              </p:cNvPr>
              <p:cNvSpPr/>
              <p:nvPr/>
            </p:nvSpPr>
            <p:spPr>
              <a:xfrm>
                <a:off x="4481266" y="5859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7" name="Freeform 44736">
                <a:extLst>
                  <a:ext uri="{FF2B5EF4-FFF2-40B4-BE49-F238E27FC236}">
                    <a16:creationId xmlns:a16="http://schemas.microsoft.com/office/drawing/2014/main" id="{FC4E01DD-8B1E-3D94-6BA9-8B9B924086BA}"/>
                  </a:ext>
                </a:extLst>
              </p:cNvPr>
              <p:cNvSpPr/>
              <p:nvPr/>
            </p:nvSpPr>
            <p:spPr>
              <a:xfrm>
                <a:off x="4481763" y="5847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8" name="Freeform 44737">
                <a:extLst>
                  <a:ext uri="{FF2B5EF4-FFF2-40B4-BE49-F238E27FC236}">
                    <a16:creationId xmlns:a16="http://schemas.microsoft.com/office/drawing/2014/main" id="{0EBB6DC8-EBE5-55A9-F19D-DE7D6DB45520}"/>
                  </a:ext>
                </a:extLst>
              </p:cNvPr>
              <p:cNvSpPr/>
              <p:nvPr/>
            </p:nvSpPr>
            <p:spPr>
              <a:xfrm>
                <a:off x="4482259" y="5836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39" name="Freeform 44738">
                <a:extLst>
                  <a:ext uri="{FF2B5EF4-FFF2-40B4-BE49-F238E27FC236}">
                    <a16:creationId xmlns:a16="http://schemas.microsoft.com/office/drawing/2014/main" id="{4D722B8C-B975-857B-989A-48A1B21B9F12}"/>
                  </a:ext>
                </a:extLst>
              </p:cNvPr>
              <p:cNvSpPr/>
              <p:nvPr/>
            </p:nvSpPr>
            <p:spPr>
              <a:xfrm>
                <a:off x="4482854" y="5825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0" name="Freeform 44739">
                <a:extLst>
                  <a:ext uri="{FF2B5EF4-FFF2-40B4-BE49-F238E27FC236}">
                    <a16:creationId xmlns:a16="http://schemas.microsoft.com/office/drawing/2014/main" id="{C6C43CD8-9C5C-D870-1761-B5C9B9607DCC}"/>
                  </a:ext>
                </a:extLst>
              </p:cNvPr>
              <p:cNvSpPr/>
              <p:nvPr/>
            </p:nvSpPr>
            <p:spPr>
              <a:xfrm>
                <a:off x="4483350" y="5863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1" name="Freeform 44740">
                <a:extLst>
                  <a:ext uri="{FF2B5EF4-FFF2-40B4-BE49-F238E27FC236}">
                    <a16:creationId xmlns:a16="http://schemas.microsoft.com/office/drawing/2014/main" id="{0B2C129E-7C46-2A92-B487-BB82FD593305}"/>
                  </a:ext>
                </a:extLst>
              </p:cNvPr>
              <p:cNvSpPr/>
              <p:nvPr/>
            </p:nvSpPr>
            <p:spPr>
              <a:xfrm>
                <a:off x="4483846" y="5992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2" name="Freeform 44741">
                <a:extLst>
                  <a:ext uri="{FF2B5EF4-FFF2-40B4-BE49-F238E27FC236}">
                    <a16:creationId xmlns:a16="http://schemas.microsoft.com/office/drawing/2014/main" id="{290C625F-87D8-EB4B-5A2A-654A90D82E51}"/>
                  </a:ext>
                </a:extLst>
              </p:cNvPr>
              <p:cNvSpPr/>
              <p:nvPr/>
            </p:nvSpPr>
            <p:spPr>
              <a:xfrm>
                <a:off x="4484441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3" name="Freeform 44742">
                <a:extLst>
                  <a:ext uri="{FF2B5EF4-FFF2-40B4-BE49-F238E27FC236}">
                    <a16:creationId xmlns:a16="http://schemas.microsoft.com/office/drawing/2014/main" id="{F46C9C02-3E3E-ECC8-0085-2871DB7C2927}"/>
                  </a:ext>
                </a:extLst>
              </p:cNvPr>
              <p:cNvSpPr/>
              <p:nvPr/>
            </p:nvSpPr>
            <p:spPr>
              <a:xfrm>
                <a:off x="4484938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4" name="Freeform 44743">
                <a:extLst>
                  <a:ext uri="{FF2B5EF4-FFF2-40B4-BE49-F238E27FC236}">
                    <a16:creationId xmlns:a16="http://schemas.microsoft.com/office/drawing/2014/main" id="{F833B038-CDF7-FF5D-7196-7325C2D77B96}"/>
                  </a:ext>
                </a:extLst>
              </p:cNvPr>
              <p:cNvSpPr/>
              <p:nvPr/>
            </p:nvSpPr>
            <p:spPr>
              <a:xfrm>
                <a:off x="4485434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5" name="Freeform 44744">
                <a:extLst>
                  <a:ext uri="{FF2B5EF4-FFF2-40B4-BE49-F238E27FC236}">
                    <a16:creationId xmlns:a16="http://schemas.microsoft.com/office/drawing/2014/main" id="{9BDD4DCE-D6E9-FA20-C3CD-66A0C40DF729}"/>
                  </a:ext>
                </a:extLst>
              </p:cNvPr>
              <p:cNvSpPr/>
              <p:nvPr/>
            </p:nvSpPr>
            <p:spPr>
              <a:xfrm>
                <a:off x="4486029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6" name="Freeform 44745">
                <a:extLst>
                  <a:ext uri="{FF2B5EF4-FFF2-40B4-BE49-F238E27FC236}">
                    <a16:creationId xmlns:a16="http://schemas.microsoft.com/office/drawing/2014/main" id="{B17B5657-F341-B74B-7140-D8255B934DBF}"/>
                  </a:ext>
                </a:extLst>
              </p:cNvPr>
              <p:cNvSpPr/>
              <p:nvPr/>
            </p:nvSpPr>
            <p:spPr>
              <a:xfrm>
                <a:off x="4486525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7" name="Freeform 44746">
                <a:extLst>
                  <a:ext uri="{FF2B5EF4-FFF2-40B4-BE49-F238E27FC236}">
                    <a16:creationId xmlns:a16="http://schemas.microsoft.com/office/drawing/2014/main" id="{3762876B-65E2-614A-D481-95E4186994AA}"/>
                  </a:ext>
                </a:extLst>
              </p:cNvPr>
              <p:cNvSpPr/>
              <p:nvPr/>
            </p:nvSpPr>
            <p:spPr>
              <a:xfrm>
                <a:off x="4487021" y="6013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8" name="Freeform 44747">
                <a:extLst>
                  <a:ext uri="{FF2B5EF4-FFF2-40B4-BE49-F238E27FC236}">
                    <a16:creationId xmlns:a16="http://schemas.microsoft.com/office/drawing/2014/main" id="{53B91D34-5213-2558-C11B-4D7CB98E0D0B}"/>
                  </a:ext>
                </a:extLst>
              </p:cNvPr>
              <p:cNvSpPr/>
              <p:nvPr/>
            </p:nvSpPr>
            <p:spPr>
              <a:xfrm>
                <a:off x="4487616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49" name="Freeform 44748">
                <a:extLst>
                  <a:ext uri="{FF2B5EF4-FFF2-40B4-BE49-F238E27FC236}">
                    <a16:creationId xmlns:a16="http://schemas.microsoft.com/office/drawing/2014/main" id="{0F3DA10F-D654-2F35-ED0F-378B9255A0A2}"/>
                  </a:ext>
                </a:extLst>
              </p:cNvPr>
              <p:cNvSpPr/>
              <p:nvPr/>
            </p:nvSpPr>
            <p:spPr>
              <a:xfrm>
                <a:off x="4488113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0" name="Freeform 44749">
                <a:extLst>
                  <a:ext uri="{FF2B5EF4-FFF2-40B4-BE49-F238E27FC236}">
                    <a16:creationId xmlns:a16="http://schemas.microsoft.com/office/drawing/2014/main" id="{6D4206EF-7AE0-462A-28FE-7DBADEFFFCE8}"/>
                  </a:ext>
                </a:extLst>
              </p:cNvPr>
              <p:cNvSpPr/>
              <p:nvPr/>
            </p:nvSpPr>
            <p:spPr>
              <a:xfrm>
                <a:off x="4488609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1" name="Freeform 44750">
                <a:extLst>
                  <a:ext uri="{FF2B5EF4-FFF2-40B4-BE49-F238E27FC236}">
                    <a16:creationId xmlns:a16="http://schemas.microsoft.com/office/drawing/2014/main" id="{15EAA5CB-1895-02E2-6329-8AD6FF38E320}"/>
                  </a:ext>
                </a:extLst>
              </p:cNvPr>
              <p:cNvSpPr/>
              <p:nvPr/>
            </p:nvSpPr>
            <p:spPr>
              <a:xfrm>
                <a:off x="4489204" y="585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2" name="Freeform 44751">
                <a:extLst>
                  <a:ext uri="{FF2B5EF4-FFF2-40B4-BE49-F238E27FC236}">
                    <a16:creationId xmlns:a16="http://schemas.microsoft.com/office/drawing/2014/main" id="{AC4CA6E7-6096-6FD4-097C-1981218217B2}"/>
                  </a:ext>
                </a:extLst>
              </p:cNvPr>
              <p:cNvSpPr/>
              <p:nvPr/>
            </p:nvSpPr>
            <p:spPr>
              <a:xfrm>
                <a:off x="4489700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3" name="Freeform 44752">
                <a:extLst>
                  <a:ext uri="{FF2B5EF4-FFF2-40B4-BE49-F238E27FC236}">
                    <a16:creationId xmlns:a16="http://schemas.microsoft.com/office/drawing/2014/main" id="{B0B935A5-381E-B6AD-5898-A11C3D4D9208}"/>
                  </a:ext>
                </a:extLst>
              </p:cNvPr>
              <p:cNvSpPr/>
              <p:nvPr/>
            </p:nvSpPr>
            <p:spPr>
              <a:xfrm>
                <a:off x="4490196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4" name="Freeform 44753">
                <a:extLst>
                  <a:ext uri="{FF2B5EF4-FFF2-40B4-BE49-F238E27FC236}">
                    <a16:creationId xmlns:a16="http://schemas.microsoft.com/office/drawing/2014/main" id="{51E1BEB6-16EE-9080-E287-143DFD39EBF6}"/>
                  </a:ext>
                </a:extLst>
              </p:cNvPr>
              <p:cNvSpPr/>
              <p:nvPr/>
            </p:nvSpPr>
            <p:spPr>
              <a:xfrm>
                <a:off x="4490692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5" name="Freeform 44754">
                <a:extLst>
                  <a:ext uri="{FF2B5EF4-FFF2-40B4-BE49-F238E27FC236}">
                    <a16:creationId xmlns:a16="http://schemas.microsoft.com/office/drawing/2014/main" id="{EA9372F0-C3CB-94D7-2A92-2685CD56BB5B}"/>
                  </a:ext>
                </a:extLst>
              </p:cNvPr>
              <p:cNvSpPr/>
              <p:nvPr/>
            </p:nvSpPr>
            <p:spPr>
              <a:xfrm>
                <a:off x="4491288" y="5852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6" name="Freeform 44755">
                <a:extLst>
                  <a:ext uri="{FF2B5EF4-FFF2-40B4-BE49-F238E27FC236}">
                    <a16:creationId xmlns:a16="http://schemas.microsoft.com/office/drawing/2014/main" id="{6837CAD9-8386-88C8-23DA-9EB940EB6086}"/>
                  </a:ext>
                </a:extLst>
              </p:cNvPr>
              <p:cNvSpPr/>
              <p:nvPr/>
            </p:nvSpPr>
            <p:spPr>
              <a:xfrm>
                <a:off x="4491784" y="584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7" name="Freeform 44756">
                <a:extLst>
                  <a:ext uri="{FF2B5EF4-FFF2-40B4-BE49-F238E27FC236}">
                    <a16:creationId xmlns:a16="http://schemas.microsoft.com/office/drawing/2014/main" id="{8E991907-9466-56B6-9B54-531976C0B899}"/>
                  </a:ext>
                </a:extLst>
              </p:cNvPr>
              <p:cNvSpPr/>
              <p:nvPr/>
            </p:nvSpPr>
            <p:spPr>
              <a:xfrm>
                <a:off x="4492280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8" name="Freeform 44757">
                <a:extLst>
                  <a:ext uri="{FF2B5EF4-FFF2-40B4-BE49-F238E27FC236}">
                    <a16:creationId xmlns:a16="http://schemas.microsoft.com/office/drawing/2014/main" id="{E249D35B-1D5C-0341-55E2-798274D226C1}"/>
                  </a:ext>
                </a:extLst>
              </p:cNvPr>
              <p:cNvSpPr/>
              <p:nvPr/>
            </p:nvSpPr>
            <p:spPr>
              <a:xfrm>
                <a:off x="4492875" y="577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59" name="Freeform 44758">
                <a:extLst>
                  <a:ext uri="{FF2B5EF4-FFF2-40B4-BE49-F238E27FC236}">
                    <a16:creationId xmlns:a16="http://schemas.microsoft.com/office/drawing/2014/main" id="{C80D518F-C8FE-7E56-AEB1-5A7C4C1BE8C5}"/>
                  </a:ext>
                </a:extLst>
              </p:cNvPr>
              <p:cNvSpPr/>
              <p:nvPr/>
            </p:nvSpPr>
            <p:spPr>
              <a:xfrm>
                <a:off x="4493371" y="575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0" name="Freeform 44759">
                <a:extLst>
                  <a:ext uri="{FF2B5EF4-FFF2-40B4-BE49-F238E27FC236}">
                    <a16:creationId xmlns:a16="http://schemas.microsoft.com/office/drawing/2014/main" id="{68C744FB-C290-9CDF-3550-0011C2D686B9}"/>
                  </a:ext>
                </a:extLst>
              </p:cNvPr>
              <p:cNvSpPr/>
              <p:nvPr/>
            </p:nvSpPr>
            <p:spPr>
              <a:xfrm>
                <a:off x="4493867" y="5735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1" name="Freeform 44760">
                <a:extLst>
                  <a:ext uri="{FF2B5EF4-FFF2-40B4-BE49-F238E27FC236}">
                    <a16:creationId xmlns:a16="http://schemas.microsoft.com/office/drawing/2014/main" id="{27A59090-BD28-E259-9CB4-A33146AB9C98}"/>
                  </a:ext>
                </a:extLst>
              </p:cNvPr>
              <p:cNvSpPr/>
              <p:nvPr/>
            </p:nvSpPr>
            <p:spPr>
              <a:xfrm>
                <a:off x="4494463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2" name="Freeform 44761">
                <a:extLst>
                  <a:ext uri="{FF2B5EF4-FFF2-40B4-BE49-F238E27FC236}">
                    <a16:creationId xmlns:a16="http://schemas.microsoft.com/office/drawing/2014/main" id="{C98751C3-BCE2-5353-E864-F6BED764CB06}"/>
                  </a:ext>
                </a:extLst>
              </p:cNvPr>
              <p:cNvSpPr/>
              <p:nvPr/>
            </p:nvSpPr>
            <p:spPr>
              <a:xfrm>
                <a:off x="4494959" y="5743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3" name="Freeform 44762">
                <a:extLst>
                  <a:ext uri="{FF2B5EF4-FFF2-40B4-BE49-F238E27FC236}">
                    <a16:creationId xmlns:a16="http://schemas.microsoft.com/office/drawing/2014/main" id="{BBDCE4E6-8D7F-C1B2-52D6-9D49663830FD}"/>
                  </a:ext>
                </a:extLst>
              </p:cNvPr>
              <p:cNvSpPr/>
              <p:nvPr/>
            </p:nvSpPr>
            <p:spPr>
              <a:xfrm>
                <a:off x="4495455" y="574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4" name="Freeform 44763">
                <a:extLst>
                  <a:ext uri="{FF2B5EF4-FFF2-40B4-BE49-F238E27FC236}">
                    <a16:creationId xmlns:a16="http://schemas.microsoft.com/office/drawing/2014/main" id="{26961ED2-1E6B-B725-4F14-1C075D958A4D}"/>
                  </a:ext>
                </a:extLst>
              </p:cNvPr>
              <p:cNvSpPr/>
              <p:nvPr/>
            </p:nvSpPr>
            <p:spPr>
              <a:xfrm>
                <a:off x="4496050" y="577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5" name="Freeform 44764">
                <a:extLst>
                  <a:ext uri="{FF2B5EF4-FFF2-40B4-BE49-F238E27FC236}">
                    <a16:creationId xmlns:a16="http://schemas.microsoft.com/office/drawing/2014/main" id="{B4F2CCC1-5841-1324-81ED-D9A988E83838}"/>
                  </a:ext>
                </a:extLst>
              </p:cNvPr>
              <p:cNvSpPr/>
              <p:nvPr/>
            </p:nvSpPr>
            <p:spPr>
              <a:xfrm>
                <a:off x="4496546" y="593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6" name="Freeform 44765">
                <a:extLst>
                  <a:ext uri="{FF2B5EF4-FFF2-40B4-BE49-F238E27FC236}">
                    <a16:creationId xmlns:a16="http://schemas.microsoft.com/office/drawing/2014/main" id="{96755589-C84D-2E5F-33C8-24A3F37307CD}"/>
                  </a:ext>
                </a:extLst>
              </p:cNvPr>
              <p:cNvSpPr/>
              <p:nvPr/>
            </p:nvSpPr>
            <p:spPr>
              <a:xfrm>
                <a:off x="4497042" y="596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7" name="Freeform 44766">
                <a:extLst>
                  <a:ext uri="{FF2B5EF4-FFF2-40B4-BE49-F238E27FC236}">
                    <a16:creationId xmlns:a16="http://schemas.microsoft.com/office/drawing/2014/main" id="{0B5418CF-D86B-52BF-A9FF-A56323496BD1}"/>
                  </a:ext>
                </a:extLst>
              </p:cNvPr>
              <p:cNvSpPr/>
              <p:nvPr/>
            </p:nvSpPr>
            <p:spPr>
              <a:xfrm>
                <a:off x="4497638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8" name="Freeform 44767">
                <a:extLst>
                  <a:ext uri="{FF2B5EF4-FFF2-40B4-BE49-F238E27FC236}">
                    <a16:creationId xmlns:a16="http://schemas.microsoft.com/office/drawing/2014/main" id="{7BD7B4F5-8F5D-C6A5-EB37-DC90C75A193F}"/>
                  </a:ext>
                </a:extLst>
              </p:cNvPr>
              <p:cNvSpPr/>
              <p:nvPr/>
            </p:nvSpPr>
            <p:spPr>
              <a:xfrm>
                <a:off x="4498134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69" name="Freeform 44768">
                <a:extLst>
                  <a:ext uri="{FF2B5EF4-FFF2-40B4-BE49-F238E27FC236}">
                    <a16:creationId xmlns:a16="http://schemas.microsoft.com/office/drawing/2014/main" id="{B95368BB-BBAC-5139-B11D-67BFCE078ACD}"/>
                  </a:ext>
                </a:extLst>
              </p:cNvPr>
              <p:cNvSpPr/>
              <p:nvPr/>
            </p:nvSpPr>
            <p:spPr>
              <a:xfrm>
                <a:off x="4498630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0" name="Freeform 44769">
                <a:extLst>
                  <a:ext uri="{FF2B5EF4-FFF2-40B4-BE49-F238E27FC236}">
                    <a16:creationId xmlns:a16="http://schemas.microsoft.com/office/drawing/2014/main" id="{469EC251-B126-0EBA-6005-4CBBDCBE506E}"/>
                  </a:ext>
                </a:extLst>
              </p:cNvPr>
              <p:cNvSpPr/>
              <p:nvPr/>
            </p:nvSpPr>
            <p:spPr>
              <a:xfrm>
                <a:off x="4499225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1" name="Freeform 44770">
                <a:extLst>
                  <a:ext uri="{FF2B5EF4-FFF2-40B4-BE49-F238E27FC236}">
                    <a16:creationId xmlns:a16="http://schemas.microsoft.com/office/drawing/2014/main" id="{CF480BD4-60E0-3C83-94A2-F97464587186}"/>
                  </a:ext>
                </a:extLst>
              </p:cNvPr>
              <p:cNvSpPr/>
              <p:nvPr/>
            </p:nvSpPr>
            <p:spPr>
              <a:xfrm>
                <a:off x="4499721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2" name="Freeform 44771">
                <a:extLst>
                  <a:ext uri="{FF2B5EF4-FFF2-40B4-BE49-F238E27FC236}">
                    <a16:creationId xmlns:a16="http://schemas.microsoft.com/office/drawing/2014/main" id="{7D4AF222-35D3-393D-A817-F3FCCBCB4AA4}"/>
                  </a:ext>
                </a:extLst>
              </p:cNvPr>
              <p:cNvSpPr/>
              <p:nvPr/>
            </p:nvSpPr>
            <p:spPr>
              <a:xfrm>
                <a:off x="4500217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3" name="Freeform 44772">
                <a:extLst>
                  <a:ext uri="{FF2B5EF4-FFF2-40B4-BE49-F238E27FC236}">
                    <a16:creationId xmlns:a16="http://schemas.microsoft.com/office/drawing/2014/main" id="{1DA3EA7E-1897-7BC4-3B9C-FC527AF3B1B3}"/>
                  </a:ext>
                </a:extLst>
              </p:cNvPr>
              <p:cNvSpPr/>
              <p:nvPr/>
            </p:nvSpPr>
            <p:spPr>
              <a:xfrm>
                <a:off x="4500813" y="5946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4" name="Freeform 44773">
                <a:extLst>
                  <a:ext uri="{FF2B5EF4-FFF2-40B4-BE49-F238E27FC236}">
                    <a16:creationId xmlns:a16="http://schemas.microsoft.com/office/drawing/2014/main" id="{9E557240-59E9-6F21-07F3-DAA66FB3AE54}"/>
                  </a:ext>
                </a:extLst>
              </p:cNvPr>
              <p:cNvSpPr/>
              <p:nvPr/>
            </p:nvSpPr>
            <p:spPr>
              <a:xfrm>
                <a:off x="4501309" y="5804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5" name="Freeform 44774">
                <a:extLst>
                  <a:ext uri="{FF2B5EF4-FFF2-40B4-BE49-F238E27FC236}">
                    <a16:creationId xmlns:a16="http://schemas.microsoft.com/office/drawing/2014/main" id="{337EC190-EC6D-4F83-DAFE-0FFB62827035}"/>
                  </a:ext>
                </a:extLst>
              </p:cNvPr>
              <p:cNvSpPr/>
              <p:nvPr/>
            </p:nvSpPr>
            <p:spPr>
              <a:xfrm>
                <a:off x="4501805" y="5831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6" name="Freeform 44775">
                <a:extLst>
                  <a:ext uri="{FF2B5EF4-FFF2-40B4-BE49-F238E27FC236}">
                    <a16:creationId xmlns:a16="http://schemas.microsoft.com/office/drawing/2014/main" id="{5B0C2710-BC21-21A0-8F12-F3F86F3ECEE0}"/>
                  </a:ext>
                </a:extLst>
              </p:cNvPr>
              <p:cNvSpPr/>
              <p:nvPr/>
            </p:nvSpPr>
            <p:spPr>
              <a:xfrm>
                <a:off x="4502400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7" name="Freeform 44776">
                <a:extLst>
                  <a:ext uri="{FF2B5EF4-FFF2-40B4-BE49-F238E27FC236}">
                    <a16:creationId xmlns:a16="http://schemas.microsoft.com/office/drawing/2014/main" id="{705AB449-4C3B-DDA1-F393-01FB7F91400F}"/>
                  </a:ext>
                </a:extLst>
              </p:cNvPr>
              <p:cNvSpPr/>
              <p:nvPr/>
            </p:nvSpPr>
            <p:spPr>
              <a:xfrm>
                <a:off x="4502896" y="5851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8" name="Freeform 44777">
                <a:extLst>
                  <a:ext uri="{FF2B5EF4-FFF2-40B4-BE49-F238E27FC236}">
                    <a16:creationId xmlns:a16="http://schemas.microsoft.com/office/drawing/2014/main" id="{2650BE23-F4A5-3FD4-BFBE-9833C7C0088F}"/>
                  </a:ext>
                </a:extLst>
              </p:cNvPr>
              <p:cNvSpPr/>
              <p:nvPr/>
            </p:nvSpPr>
            <p:spPr>
              <a:xfrm>
                <a:off x="4503392" y="584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79" name="Freeform 44778">
                <a:extLst>
                  <a:ext uri="{FF2B5EF4-FFF2-40B4-BE49-F238E27FC236}">
                    <a16:creationId xmlns:a16="http://schemas.microsoft.com/office/drawing/2014/main" id="{5BCB1A1E-9579-4819-C437-182DC34E47C5}"/>
                  </a:ext>
                </a:extLst>
              </p:cNvPr>
              <p:cNvSpPr/>
              <p:nvPr/>
            </p:nvSpPr>
            <p:spPr>
              <a:xfrm>
                <a:off x="4503888" y="5829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0" name="Freeform 44779">
                <a:extLst>
                  <a:ext uri="{FF2B5EF4-FFF2-40B4-BE49-F238E27FC236}">
                    <a16:creationId xmlns:a16="http://schemas.microsoft.com/office/drawing/2014/main" id="{5E8DD592-EC03-58A0-3B85-75DEB0772CED}"/>
                  </a:ext>
                </a:extLst>
              </p:cNvPr>
              <p:cNvSpPr/>
              <p:nvPr/>
            </p:nvSpPr>
            <p:spPr>
              <a:xfrm>
                <a:off x="4504484" y="5791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1" name="Freeform 44780">
                <a:extLst>
                  <a:ext uri="{FF2B5EF4-FFF2-40B4-BE49-F238E27FC236}">
                    <a16:creationId xmlns:a16="http://schemas.microsoft.com/office/drawing/2014/main" id="{DC747791-DC78-70EB-0E67-B928509F4953}"/>
                  </a:ext>
                </a:extLst>
              </p:cNvPr>
              <p:cNvSpPr/>
              <p:nvPr/>
            </p:nvSpPr>
            <p:spPr>
              <a:xfrm>
                <a:off x="4504980" y="575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2" name="Freeform 44781">
                <a:extLst>
                  <a:ext uri="{FF2B5EF4-FFF2-40B4-BE49-F238E27FC236}">
                    <a16:creationId xmlns:a16="http://schemas.microsoft.com/office/drawing/2014/main" id="{9EEB4B48-1B58-25B8-C7FA-BA52C69D5826}"/>
                  </a:ext>
                </a:extLst>
              </p:cNvPr>
              <p:cNvSpPr/>
              <p:nvPr/>
            </p:nvSpPr>
            <p:spPr>
              <a:xfrm>
                <a:off x="4505476" y="572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3" name="Freeform 44782">
                <a:extLst>
                  <a:ext uri="{FF2B5EF4-FFF2-40B4-BE49-F238E27FC236}">
                    <a16:creationId xmlns:a16="http://schemas.microsoft.com/office/drawing/2014/main" id="{9225F2DD-4A26-7436-43C3-C1A52C97D0DD}"/>
                  </a:ext>
                </a:extLst>
              </p:cNvPr>
              <p:cNvSpPr/>
              <p:nvPr/>
            </p:nvSpPr>
            <p:spPr>
              <a:xfrm>
                <a:off x="4506071" y="5732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4" name="Freeform 44783">
                <a:extLst>
                  <a:ext uri="{FF2B5EF4-FFF2-40B4-BE49-F238E27FC236}">
                    <a16:creationId xmlns:a16="http://schemas.microsoft.com/office/drawing/2014/main" id="{0371D83B-01C5-29CB-C348-E2A00210BD68}"/>
                  </a:ext>
                </a:extLst>
              </p:cNvPr>
              <p:cNvSpPr/>
              <p:nvPr/>
            </p:nvSpPr>
            <p:spPr>
              <a:xfrm>
                <a:off x="4506567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5" name="Freeform 44784">
                <a:extLst>
                  <a:ext uri="{FF2B5EF4-FFF2-40B4-BE49-F238E27FC236}">
                    <a16:creationId xmlns:a16="http://schemas.microsoft.com/office/drawing/2014/main" id="{EEE045A9-945F-8307-620A-1E9EB0FA73E7}"/>
                  </a:ext>
                </a:extLst>
              </p:cNvPr>
              <p:cNvSpPr/>
              <p:nvPr/>
            </p:nvSpPr>
            <p:spPr>
              <a:xfrm>
                <a:off x="4507063" y="5736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6" name="Freeform 44785">
                <a:extLst>
                  <a:ext uri="{FF2B5EF4-FFF2-40B4-BE49-F238E27FC236}">
                    <a16:creationId xmlns:a16="http://schemas.microsoft.com/office/drawing/2014/main" id="{89372E39-B7B0-2FA5-1F57-4ECB4EF268C9}"/>
                  </a:ext>
                </a:extLst>
              </p:cNvPr>
              <p:cNvSpPr/>
              <p:nvPr/>
            </p:nvSpPr>
            <p:spPr>
              <a:xfrm>
                <a:off x="4507659" y="5745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7" name="Freeform 44786">
                <a:extLst>
                  <a:ext uri="{FF2B5EF4-FFF2-40B4-BE49-F238E27FC236}">
                    <a16:creationId xmlns:a16="http://schemas.microsoft.com/office/drawing/2014/main" id="{7F9BD149-0F73-40DC-E651-21FE9F12B622}"/>
                  </a:ext>
                </a:extLst>
              </p:cNvPr>
              <p:cNvSpPr/>
              <p:nvPr/>
            </p:nvSpPr>
            <p:spPr>
              <a:xfrm>
                <a:off x="4508155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8" name="Freeform 44787">
                <a:extLst>
                  <a:ext uri="{FF2B5EF4-FFF2-40B4-BE49-F238E27FC236}">
                    <a16:creationId xmlns:a16="http://schemas.microsoft.com/office/drawing/2014/main" id="{7B00C319-E60A-E681-177F-B55EBE546D6C}"/>
                  </a:ext>
                </a:extLst>
              </p:cNvPr>
              <p:cNvSpPr/>
              <p:nvPr/>
            </p:nvSpPr>
            <p:spPr>
              <a:xfrm>
                <a:off x="4508651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89" name="Freeform 44788">
                <a:extLst>
                  <a:ext uri="{FF2B5EF4-FFF2-40B4-BE49-F238E27FC236}">
                    <a16:creationId xmlns:a16="http://schemas.microsoft.com/office/drawing/2014/main" id="{FFBD6B24-6E75-8159-E891-BBE50903EB51}"/>
                  </a:ext>
                </a:extLst>
              </p:cNvPr>
              <p:cNvSpPr/>
              <p:nvPr/>
            </p:nvSpPr>
            <p:spPr>
              <a:xfrm>
                <a:off x="4509246" y="584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0" name="Freeform 44789">
                <a:extLst>
                  <a:ext uri="{FF2B5EF4-FFF2-40B4-BE49-F238E27FC236}">
                    <a16:creationId xmlns:a16="http://schemas.microsoft.com/office/drawing/2014/main" id="{82A4DBF5-360E-E92F-968C-D4A141ED6D7E}"/>
                  </a:ext>
                </a:extLst>
              </p:cNvPr>
              <p:cNvSpPr/>
              <p:nvPr/>
            </p:nvSpPr>
            <p:spPr>
              <a:xfrm>
                <a:off x="4509742" y="587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1" name="Freeform 44790">
                <a:extLst>
                  <a:ext uri="{FF2B5EF4-FFF2-40B4-BE49-F238E27FC236}">
                    <a16:creationId xmlns:a16="http://schemas.microsoft.com/office/drawing/2014/main" id="{965A61DF-C2BF-54AA-29AD-AE59F56E5004}"/>
                  </a:ext>
                </a:extLst>
              </p:cNvPr>
              <p:cNvSpPr/>
              <p:nvPr/>
            </p:nvSpPr>
            <p:spPr>
              <a:xfrm>
                <a:off x="4510238" y="5887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2" name="Freeform 44791">
                <a:extLst>
                  <a:ext uri="{FF2B5EF4-FFF2-40B4-BE49-F238E27FC236}">
                    <a16:creationId xmlns:a16="http://schemas.microsoft.com/office/drawing/2014/main" id="{5293E512-4EA6-6B73-BC35-0654E87E4AEE}"/>
                  </a:ext>
                </a:extLst>
              </p:cNvPr>
              <p:cNvSpPr/>
              <p:nvPr/>
            </p:nvSpPr>
            <p:spPr>
              <a:xfrm>
                <a:off x="4510834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3" name="Freeform 44792">
                <a:extLst>
                  <a:ext uri="{FF2B5EF4-FFF2-40B4-BE49-F238E27FC236}">
                    <a16:creationId xmlns:a16="http://schemas.microsoft.com/office/drawing/2014/main" id="{7C398AC0-1C09-1090-3E50-489E692C4EEA}"/>
                  </a:ext>
                </a:extLst>
              </p:cNvPr>
              <p:cNvSpPr/>
              <p:nvPr/>
            </p:nvSpPr>
            <p:spPr>
              <a:xfrm>
                <a:off x="4511330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4" name="Freeform 44793">
                <a:extLst>
                  <a:ext uri="{FF2B5EF4-FFF2-40B4-BE49-F238E27FC236}">
                    <a16:creationId xmlns:a16="http://schemas.microsoft.com/office/drawing/2014/main" id="{5FB7E08A-D2B6-875F-60BA-0B2A68D47AF2}"/>
                  </a:ext>
                </a:extLst>
              </p:cNvPr>
              <p:cNvSpPr/>
              <p:nvPr/>
            </p:nvSpPr>
            <p:spPr>
              <a:xfrm>
                <a:off x="4511826" y="5892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5" name="Freeform 44794">
                <a:extLst>
                  <a:ext uri="{FF2B5EF4-FFF2-40B4-BE49-F238E27FC236}">
                    <a16:creationId xmlns:a16="http://schemas.microsoft.com/office/drawing/2014/main" id="{0B811884-E165-FA05-A6C2-9C8FBC16A751}"/>
                  </a:ext>
                </a:extLst>
              </p:cNvPr>
              <p:cNvSpPr/>
              <p:nvPr/>
            </p:nvSpPr>
            <p:spPr>
              <a:xfrm>
                <a:off x="4512421" y="5875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6" name="Freeform 44795">
                <a:extLst>
                  <a:ext uri="{FF2B5EF4-FFF2-40B4-BE49-F238E27FC236}">
                    <a16:creationId xmlns:a16="http://schemas.microsoft.com/office/drawing/2014/main" id="{45E43EC5-4E4C-3F52-624D-802F0BCB8931}"/>
                  </a:ext>
                </a:extLst>
              </p:cNvPr>
              <p:cNvSpPr/>
              <p:nvPr/>
            </p:nvSpPr>
            <p:spPr>
              <a:xfrm>
                <a:off x="4512917" y="5845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7" name="Freeform 44796">
                <a:extLst>
                  <a:ext uri="{FF2B5EF4-FFF2-40B4-BE49-F238E27FC236}">
                    <a16:creationId xmlns:a16="http://schemas.microsoft.com/office/drawing/2014/main" id="{7C7C57B3-9F89-DCA4-611F-56C3BEF8A00F}"/>
                  </a:ext>
                </a:extLst>
              </p:cNvPr>
              <p:cNvSpPr/>
              <p:nvPr/>
            </p:nvSpPr>
            <p:spPr>
              <a:xfrm>
                <a:off x="4513413" y="5787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8" name="Freeform 44797">
                <a:extLst>
                  <a:ext uri="{FF2B5EF4-FFF2-40B4-BE49-F238E27FC236}">
                    <a16:creationId xmlns:a16="http://schemas.microsoft.com/office/drawing/2014/main" id="{8DA41FF6-15E5-2152-4C84-2CA2EDC0E28C}"/>
                  </a:ext>
                </a:extLst>
              </p:cNvPr>
              <p:cNvSpPr/>
              <p:nvPr/>
            </p:nvSpPr>
            <p:spPr>
              <a:xfrm>
                <a:off x="4514009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99" name="Freeform 44798">
                <a:extLst>
                  <a:ext uri="{FF2B5EF4-FFF2-40B4-BE49-F238E27FC236}">
                    <a16:creationId xmlns:a16="http://schemas.microsoft.com/office/drawing/2014/main" id="{5C15465E-8B69-7860-B050-3514648F7E05}"/>
                  </a:ext>
                </a:extLst>
              </p:cNvPr>
              <p:cNvSpPr/>
              <p:nvPr/>
            </p:nvSpPr>
            <p:spPr>
              <a:xfrm>
                <a:off x="4514505" y="5842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0" name="Freeform 44799">
                <a:extLst>
                  <a:ext uri="{FF2B5EF4-FFF2-40B4-BE49-F238E27FC236}">
                    <a16:creationId xmlns:a16="http://schemas.microsoft.com/office/drawing/2014/main" id="{DD172F11-1913-51EC-9DB5-61CCE0F5175B}"/>
                  </a:ext>
                </a:extLst>
              </p:cNvPr>
              <p:cNvSpPr/>
              <p:nvPr/>
            </p:nvSpPr>
            <p:spPr>
              <a:xfrm>
                <a:off x="4515001" y="5852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1" name="Freeform 44800">
                <a:extLst>
                  <a:ext uri="{FF2B5EF4-FFF2-40B4-BE49-F238E27FC236}">
                    <a16:creationId xmlns:a16="http://schemas.microsoft.com/office/drawing/2014/main" id="{C04D939F-5669-6426-DF03-85D080D555A3}"/>
                  </a:ext>
                </a:extLst>
              </p:cNvPr>
              <p:cNvSpPr/>
              <p:nvPr/>
            </p:nvSpPr>
            <p:spPr>
              <a:xfrm>
                <a:off x="4515497" y="5847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2" name="Freeform 44801">
                <a:extLst>
                  <a:ext uri="{FF2B5EF4-FFF2-40B4-BE49-F238E27FC236}">
                    <a16:creationId xmlns:a16="http://schemas.microsoft.com/office/drawing/2014/main" id="{E192FE79-6541-70A0-0E90-34D5D03CBC6A}"/>
                  </a:ext>
                </a:extLst>
              </p:cNvPr>
              <p:cNvSpPr/>
              <p:nvPr/>
            </p:nvSpPr>
            <p:spPr>
              <a:xfrm>
                <a:off x="4516092" y="583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3" name="Freeform 44802">
                <a:extLst>
                  <a:ext uri="{FF2B5EF4-FFF2-40B4-BE49-F238E27FC236}">
                    <a16:creationId xmlns:a16="http://schemas.microsoft.com/office/drawing/2014/main" id="{7283BE9D-1CE9-81F6-3F25-C0DE76425536}"/>
                  </a:ext>
                </a:extLst>
              </p:cNvPr>
              <p:cNvSpPr/>
              <p:nvPr/>
            </p:nvSpPr>
            <p:spPr>
              <a:xfrm>
                <a:off x="4516588" y="5813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4" name="Freeform 44803">
                <a:extLst>
                  <a:ext uri="{FF2B5EF4-FFF2-40B4-BE49-F238E27FC236}">
                    <a16:creationId xmlns:a16="http://schemas.microsoft.com/office/drawing/2014/main" id="{1F459647-BB7F-1930-BDF0-415F969393D1}"/>
                  </a:ext>
                </a:extLst>
              </p:cNvPr>
              <p:cNvSpPr/>
              <p:nvPr/>
            </p:nvSpPr>
            <p:spPr>
              <a:xfrm>
                <a:off x="4517084" y="5790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5" name="Freeform 44804">
                <a:extLst>
                  <a:ext uri="{FF2B5EF4-FFF2-40B4-BE49-F238E27FC236}">
                    <a16:creationId xmlns:a16="http://schemas.microsoft.com/office/drawing/2014/main" id="{E16D2D04-9C1C-5FDE-2B20-00FED95DA020}"/>
                  </a:ext>
                </a:extLst>
              </p:cNvPr>
              <p:cNvSpPr/>
              <p:nvPr/>
            </p:nvSpPr>
            <p:spPr>
              <a:xfrm>
                <a:off x="4517680" y="5759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6" name="Freeform 44805">
                <a:extLst>
                  <a:ext uri="{FF2B5EF4-FFF2-40B4-BE49-F238E27FC236}">
                    <a16:creationId xmlns:a16="http://schemas.microsoft.com/office/drawing/2014/main" id="{51CCEFDC-81B1-2B03-6A95-C72CCFE7314E}"/>
                  </a:ext>
                </a:extLst>
              </p:cNvPr>
              <p:cNvSpPr/>
              <p:nvPr/>
            </p:nvSpPr>
            <p:spPr>
              <a:xfrm>
                <a:off x="4518176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7" name="Freeform 44806">
                <a:extLst>
                  <a:ext uri="{FF2B5EF4-FFF2-40B4-BE49-F238E27FC236}">
                    <a16:creationId xmlns:a16="http://schemas.microsoft.com/office/drawing/2014/main" id="{913AB400-4668-4B91-BDF2-28B5AA1C5B19}"/>
                  </a:ext>
                </a:extLst>
              </p:cNvPr>
              <p:cNvSpPr/>
              <p:nvPr/>
            </p:nvSpPr>
            <p:spPr>
              <a:xfrm>
                <a:off x="4518672" y="5686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8" name="Freeform 44807">
                <a:extLst>
                  <a:ext uri="{FF2B5EF4-FFF2-40B4-BE49-F238E27FC236}">
                    <a16:creationId xmlns:a16="http://schemas.microsoft.com/office/drawing/2014/main" id="{9DD35044-0607-0E41-761B-0A64C315D58C}"/>
                  </a:ext>
                </a:extLst>
              </p:cNvPr>
              <p:cNvSpPr/>
              <p:nvPr/>
            </p:nvSpPr>
            <p:spPr>
              <a:xfrm>
                <a:off x="4519267" y="5691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09" name="Freeform 44808">
                <a:extLst>
                  <a:ext uri="{FF2B5EF4-FFF2-40B4-BE49-F238E27FC236}">
                    <a16:creationId xmlns:a16="http://schemas.microsoft.com/office/drawing/2014/main" id="{2D4A1E02-AA7B-35D9-00F2-5FE8A337C704}"/>
                  </a:ext>
                </a:extLst>
              </p:cNvPr>
              <p:cNvSpPr/>
              <p:nvPr/>
            </p:nvSpPr>
            <p:spPr>
              <a:xfrm>
                <a:off x="4519763" y="5683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0" name="Freeform 44809">
                <a:extLst>
                  <a:ext uri="{FF2B5EF4-FFF2-40B4-BE49-F238E27FC236}">
                    <a16:creationId xmlns:a16="http://schemas.microsoft.com/office/drawing/2014/main" id="{D6317B82-310A-DA80-3870-5DDFB18F066C}"/>
                  </a:ext>
                </a:extLst>
              </p:cNvPr>
              <p:cNvSpPr/>
              <p:nvPr/>
            </p:nvSpPr>
            <p:spPr>
              <a:xfrm>
                <a:off x="4520259" y="5691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1" name="Freeform 44810">
                <a:extLst>
                  <a:ext uri="{FF2B5EF4-FFF2-40B4-BE49-F238E27FC236}">
                    <a16:creationId xmlns:a16="http://schemas.microsoft.com/office/drawing/2014/main" id="{5468EDDE-C44F-8161-8AA1-E210247ED283}"/>
                  </a:ext>
                </a:extLst>
              </p:cNvPr>
              <p:cNvSpPr/>
              <p:nvPr/>
            </p:nvSpPr>
            <p:spPr>
              <a:xfrm>
                <a:off x="4520855" y="5696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2" name="Freeform 44811">
                <a:extLst>
                  <a:ext uri="{FF2B5EF4-FFF2-40B4-BE49-F238E27FC236}">
                    <a16:creationId xmlns:a16="http://schemas.microsoft.com/office/drawing/2014/main" id="{29E3080B-6E3F-5DA7-D579-98FD6E73E026}"/>
                  </a:ext>
                </a:extLst>
              </p:cNvPr>
              <p:cNvSpPr/>
              <p:nvPr/>
            </p:nvSpPr>
            <p:spPr>
              <a:xfrm>
                <a:off x="4521351" y="5727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3" name="Freeform 44812">
                <a:extLst>
                  <a:ext uri="{FF2B5EF4-FFF2-40B4-BE49-F238E27FC236}">
                    <a16:creationId xmlns:a16="http://schemas.microsoft.com/office/drawing/2014/main" id="{20E645BC-FA00-5844-5589-339EB00CACF7}"/>
                  </a:ext>
                </a:extLst>
              </p:cNvPr>
              <p:cNvSpPr/>
              <p:nvPr/>
            </p:nvSpPr>
            <p:spPr>
              <a:xfrm>
                <a:off x="4521847" y="5951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4" name="Freeform 44813">
                <a:extLst>
                  <a:ext uri="{FF2B5EF4-FFF2-40B4-BE49-F238E27FC236}">
                    <a16:creationId xmlns:a16="http://schemas.microsoft.com/office/drawing/2014/main" id="{337D2D92-A6B1-D1CE-BF7D-6FE02344E56F}"/>
                  </a:ext>
                </a:extLst>
              </p:cNvPr>
              <p:cNvSpPr/>
              <p:nvPr/>
            </p:nvSpPr>
            <p:spPr>
              <a:xfrm>
                <a:off x="4522442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5" name="Freeform 44814">
                <a:extLst>
                  <a:ext uri="{FF2B5EF4-FFF2-40B4-BE49-F238E27FC236}">
                    <a16:creationId xmlns:a16="http://schemas.microsoft.com/office/drawing/2014/main" id="{E4424A41-2D7A-4A44-7C1C-ABA53BF733E5}"/>
                  </a:ext>
                </a:extLst>
              </p:cNvPr>
              <p:cNvSpPr/>
              <p:nvPr/>
            </p:nvSpPr>
            <p:spPr>
              <a:xfrm>
                <a:off x="4522938" y="5974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6" name="Freeform 44815">
                <a:extLst>
                  <a:ext uri="{FF2B5EF4-FFF2-40B4-BE49-F238E27FC236}">
                    <a16:creationId xmlns:a16="http://schemas.microsoft.com/office/drawing/2014/main" id="{E8EE0ADB-320E-E055-3362-B71D6CE2EEC9}"/>
                  </a:ext>
                </a:extLst>
              </p:cNvPr>
              <p:cNvSpPr/>
              <p:nvPr/>
            </p:nvSpPr>
            <p:spPr>
              <a:xfrm>
                <a:off x="4523434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7" name="Freeform 44816">
                <a:extLst>
                  <a:ext uri="{FF2B5EF4-FFF2-40B4-BE49-F238E27FC236}">
                    <a16:creationId xmlns:a16="http://schemas.microsoft.com/office/drawing/2014/main" id="{BDC8504D-7983-010E-0B1B-5F572FA3BEAE}"/>
                  </a:ext>
                </a:extLst>
              </p:cNvPr>
              <p:cNvSpPr/>
              <p:nvPr/>
            </p:nvSpPr>
            <p:spPr>
              <a:xfrm>
                <a:off x="4524030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8" name="Freeform 44817">
                <a:extLst>
                  <a:ext uri="{FF2B5EF4-FFF2-40B4-BE49-F238E27FC236}">
                    <a16:creationId xmlns:a16="http://schemas.microsoft.com/office/drawing/2014/main" id="{24FDA4DE-4E9D-B6A4-5F7C-AA2D5EF29590}"/>
                  </a:ext>
                </a:extLst>
              </p:cNvPr>
              <p:cNvSpPr/>
              <p:nvPr/>
            </p:nvSpPr>
            <p:spPr>
              <a:xfrm>
                <a:off x="4524526" y="5986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19" name="Freeform 44818">
                <a:extLst>
                  <a:ext uri="{FF2B5EF4-FFF2-40B4-BE49-F238E27FC236}">
                    <a16:creationId xmlns:a16="http://schemas.microsoft.com/office/drawing/2014/main" id="{855F0E32-935D-1C5A-9CB8-5F461C5C01F8}"/>
                  </a:ext>
                </a:extLst>
              </p:cNvPr>
              <p:cNvSpPr/>
              <p:nvPr/>
            </p:nvSpPr>
            <p:spPr>
              <a:xfrm>
                <a:off x="4525022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0" name="Freeform 44819">
                <a:extLst>
                  <a:ext uri="{FF2B5EF4-FFF2-40B4-BE49-F238E27FC236}">
                    <a16:creationId xmlns:a16="http://schemas.microsoft.com/office/drawing/2014/main" id="{714D5C1F-B986-4A8A-C3A3-5987ED5EECA2}"/>
                  </a:ext>
                </a:extLst>
              </p:cNvPr>
              <p:cNvSpPr/>
              <p:nvPr/>
            </p:nvSpPr>
            <p:spPr>
              <a:xfrm>
                <a:off x="4525617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1" name="Freeform 44820">
                <a:extLst>
                  <a:ext uri="{FF2B5EF4-FFF2-40B4-BE49-F238E27FC236}">
                    <a16:creationId xmlns:a16="http://schemas.microsoft.com/office/drawing/2014/main" id="{948785CC-AF04-D094-DCD4-0A513B3C45FA}"/>
                  </a:ext>
                </a:extLst>
              </p:cNvPr>
              <p:cNvSpPr/>
              <p:nvPr/>
            </p:nvSpPr>
            <p:spPr>
              <a:xfrm>
                <a:off x="4526113" y="5976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2" name="Freeform 44821">
                <a:extLst>
                  <a:ext uri="{FF2B5EF4-FFF2-40B4-BE49-F238E27FC236}">
                    <a16:creationId xmlns:a16="http://schemas.microsoft.com/office/drawing/2014/main" id="{8191CF58-1971-41DC-E529-E2CAA3AC2D71}"/>
                  </a:ext>
                </a:extLst>
              </p:cNvPr>
              <p:cNvSpPr/>
              <p:nvPr/>
            </p:nvSpPr>
            <p:spPr>
              <a:xfrm>
                <a:off x="4526609" y="5858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3" name="Freeform 44822">
                <a:extLst>
                  <a:ext uri="{FF2B5EF4-FFF2-40B4-BE49-F238E27FC236}">
                    <a16:creationId xmlns:a16="http://schemas.microsoft.com/office/drawing/2014/main" id="{D4A4F996-0EA2-8E3E-A09F-5BFC04CB3562}"/>
                  </a:ext>
                </a:extLst>
              </p:cNvPr>
              <p:cNvSpPr/>
              <p:nvPr/>
            </p:nvSpPr>
            <p:spPr>
              <a:xfrm>
                <a:off x="4527105" y="5875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4" name="Freeform 44823">
                <a:extLst>
                  <a:ext uri="{FF2B5EF4-FFF2-40B4-BE49-F238E27FC236}">
                    <a16:creationId xmlns:a16="http://schemas.microsoft.com/office/drawing/2014/main" id="{36092726-6C98-F360-8E30-CD3780D104F5}"/>
                  </a:ext>
                </a:extLst>
              </p:cNvPr>
              <p:cNvSpPr/>
              <p:nvPr/>
            </p:nvSpPr>
            <p:spPr>
              <a:xfrm>
                <a:off x="4527701" y="5855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5" name="Freeform 44824">
                <a:extLst>
                  <a:ext uri="{FF2B5EF4-FFF2-40B4-BE49-F238E27FC236}">
                    <a16:creationId xmlns:a16="http://schemas.microsoft.com/office/drawing/2014/main" id="{EB9D4EA2-A180-F09C-78C6-71CA8D5759DC}"/>
                  </a:ext>
                </a:extLst>
              </p:cNvPr>
              <p:cNvSpPr/>
              <p:nvPr/>
            </p:nvSpPr>
            <p:spPr>
              <a:xfrm>
                <a:off x="4528197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6" name="Freeform 44825">
                <a:extLst>
                  <a:ext uri="{FF2B5EF4-FFF2-40B4-BE49-F238E27FC236}">
                    <a16:creationId xmlns:a16="http://schemas.microsoft.com/office/drawing/2014/main" id="{65C97E1B-11D0-1F2E-096B-E93A648525F8}"/>
                  </a:ext>
                </a:extLst>
              </p:cNvPr>
              <p:cNvSpPr/>
              <p:nvPr/>
            </p:nvSpPr>
            <p:spPr>
              <a:xfrm>
                <a:off x="4528693" y="5870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7" name="Freeform 44826">
                <a:extLst>
                  <a:ext uri="{FF2B5EF4-FFF2-40B4-BE49-F238E27FC236}">
                    <a16:creationId xmlns:a16="http://schemas.microsoft.com/office/drawing/2014/main" id="{7209781E-FB9C-D312-F4A2-F47A23219D8A}"/>
                  </a:ext>
                </a:extLst>
              </p:cNvPr>
              <p:cNvSpPr/>
              <p:nvPr/>
            </p:nvSpPr>
            <p:spPr>
              <a:xfrm>
                <a:off x="4529288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8" name="Freeform 44827">
                <a:extLst>
                  <a:ext uri="{FF2B5EF4-FFF2-40B4-BE49-F238E27FC236}">
                    <a16:creationId xmlns:a16="http://schemas.microsoft.com/office/drawing/2014/main" id="{29741200-1C77-1542-910B-BB07A02A8904}"/>
                  </a:ext>
                </a:extLst>
              </p:cNvPr>
              <p:cNvSpPr/>
              <p:nvPr/>
            </p:nvSpPr>
            <p:spPr>
              <a:xfrm>
                <a:off x="4529784" y="5852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29" name="Freeform 44828">
                <a:extLst>
                  <a:ext uri="{FF2B5EF4-FFF2-40B4-BE49-F238E27FC236}">
                    <a16:creationId xmlns:a16="http://schemas.microsoft.com/office/drawing/2014/main" id="{DAAB52B1-B590-05EF-B37E-37C4A20C5378}"/>
                  </a:ext>
                </a:extLst>
              </p:cNvPr>
              <p:cNvSpPr/>
              <p:nvPr/>
            </p:nvSpPr>
            <p:spPr>
              <a:xfrm>
                <a:off x="4530280" y="5825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0" name="Freeform 44829">
                <a:extLst>
                  <a:ext uri="{FF2B5EF4-FFF2-40B4-BE49-F238E27FC236}">
                    <a16:creationId xmlns:a16="http://schemas.microsoft.com/office/drawing/2014/main" id="{AD3584B7-6AA1-37A2-5AA8-179C44B4F19C}"/>
                  </a:ext>
                </a:extLst>
              </p:cNvPr>
              <p:cNvSpPr/>
              <p:nvPr/>
            </p:nvSpPr>
            <p:spPr>
              <a:xfrm>
                <a:off x="4530876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1" name="Freeform 44830">
                <a:extLst>
                  <a:ext uri="{FF2B5EF4-FFF2-40B4-BE49-F238E27FC236}">
                    <a16:creationId xmlns:a16="http://schemas.microsoft.com/office/drawing/2014/main" id="{0C85EA43-45A7-7D27-D56C-48A77BE5F0A1}"/>
                  </a:ext>
                </a:extLst>
              </p:cNvPr>
              <p:cNvSpPr/>
              <p:nvPr/>
            </p:nvSpPr>
            <p:spPr>
              <a:xfrm>
                <a:off x="4531372" y="5763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2" name="Freeform 44831">
                <a:extLst>
                  <a:ext uri="{FF2B5EF4-FFF2-40B4-BE49-F238E27FC236}">
                    <a16:creationId xmlns:a16="http://schemas.microsoft.com/office/drawing/2014/main" id="{527C8C54-CEB0-E432-1CFF-5280F83B62F0}"/>
                  </a:ext>
                </a:extLst>
              </p:cNvPr>
              <p:cNvSpPr/>
              <p:nvPr/>
            </p:nvSpPr>
            <p:spPr>
              <a:xfrm>
                <a:off x="4531868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3" name="Freeform 44832">
                <a:extLst>
                  <a:ext uri="{FF2B5EF4-FFF2-40B4-BE49-F238E27FC236}">
                    <a16:creationId xmlns:a16="http://schemas.microsoft.com/office/drawing/2014/main" id="{C5D43448-FDF6-9B55-BD31-B5C4603CADF2}"/>
                  </a:ext>
                </a:extLst>
              </p:cNvPr>
              <p:cNvSpPr/>
              <p:nvPr/>
            </p:nvSpPr>
            <p:spPr>
              <a:xfrm>
                <a:off x="4532463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4" name="Freeform 44833">
                <a:extLst>
                  <a:ext uri="{FF2B5EF4-FFF2-40B4-BE49-F238E27FC236}">
                    <a16:creationId xmlns:a16="http://schemas.microsoft.com/office/drawing/2014/main" id="{51A1508F-3F53-CFCC-58BA-405545A7AE4C}"/>
                  </a:ext>
                </a:extLst>
              </p:cNvPr>
              <p:cNvSpPr/>
              <p:nvPr/>
            </p:nvSpPr>
            <p:spPr>
              <a:xfrm>
                <a:off x="4532959" y="5734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5" name="Freeform 44834">
                <a:extLst>
                  <a:ext uri="{FF2B5EF4-FFF2-40B4-BE49-F238E27FC236}">
                    <a16:creationId xmlns:a16="http://schemas.microsoft.com/office/drawing/2014/main" id="{3C85803D-6774-E779-1C33-A0372F0B4F89}"/>
                  </a:ext>
                </a:extLst>
              </p:cNvPr>
              <p:cNvSpPr/>
              <p:nvPr/>
            </p:nvSpPr>
            <p:spPr>
              <a:xfrm>
                <a:off x="4533455" y="575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6" name="Freeform 44835">
                <a:extLst>
                  <a:ext uri="{FF2B5EF4-FFF2-40B4-BE49-F238E27FC236}">
                    <a16:creationId xmlns:a16="http://schemas.microsoft.com/office/drawing/2014/main" id="{95A8C3D2-CBEA-020D-948E-C908A33BDBF8}"/>
                  </a:ext>
                </a:extLst>
              </p:cNvPr>
              <p:cNvSpPr/>
              <p:nvPr/>
            </p:nvSpPr>
            <p:spPr>
              <a:xfrm>
                <a:off x="4534051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7" name="Freeform 44836">
                <a:extLst>
                  <a:ext uri="{FF2B5EF4-FFF2-40B4-BE49-F238E27FC236}">
                    <a16:creationId xmlns:a16="http://schemas.microsoft.com/office/drawing/2014/main" id="{9683A61A-FEBD-2D95-4215-3062956F0070}"/>
                  </a:ext>
                </a:extLst>
              </p:cNvPr>
              <p:cNvSpPr/>
              <p:nvPr/>
            </p:nvSpPr>
            <p:spPr>
              <a:xfrm>
                <a:off x="4534547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8" name="Freeform 44837">
                <a:extLst>
                  <a:ext uri="{FF2B5EF4-FFF2-40B4-BE49-F238E27FC236}">
                    <a16:creationId xmlns:a16="http://schemas.microsoft.com/office/drawing/2014/main" id="{9D6D0F6A-14A1-71DC-A76D-96ABD00CC255}"/>
                  </a:ext>
                </a:extLst>
              </p:cNvPr>
              <p:cNvSpPr/>
              <p:nvPr/>
            </p:nvSpPr>
            <p:spPr>
              <a:xfrm>
                <a:off x="4535043" y="6012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39" name="Freeform 44838">
                <a:extLst>
                  <a:ext uri="{FF2B5EF4-FFF2-40B4-BE49-F238E27FC236}">
                    <a16:creationId xmlns:a16="http://schemas.microsoft.com/office/drawing/2014/main" id="{9028C799-C3AD-EC55-E588-21E1844917D9}"/>
                  </a:ext>
                </a:extLst>
              </p:cNvPr>
              <p:cNvSpPr/>
              <p:nvPr/>
            </p:nvSpPr>
            <p:spPr>
              <a:xfrm>
                <a:off x="4535638" y="6012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0" name="Freeform 44839">
                <a:extLst>
                  <a:ext uri="{FF2B5EF4-FFF2-40B4-BE49-F238E27FC236}">
                    <a16:creationId xmlns:a16="http://schemas.microsoft.com/office/drawing/2014/main" id="{6FA51E47-550C-526D-32E6-FA4FC2FA9E88}"/>
                  </a:ext>
                </a:extLst>
              </p:cNvPr>
              <p:cNvSpPr/>
              <p:nvPr/>
            </p:nvSpPr>
            <p:spPr>
              <a:xfrm>
                <a:off x="4536134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1" name="Freeform 44840">
                <a:extLst>
                  <a:ext uri="{FF2B5EF4-FFF2-40B4-BE49-F238E27FC236}">
                    <a16:creationId xmlns:a16="http://schemas.microsoft.com/office/drawing/2014/main" id="{AD9F86A4-BC55-DC6C-970C-07B22A5A2D6B}"/>
                  </a:ext>
                </a:extLst>
              </p:cNvPr>
              <p:cNvSpPr/>
              <p:nvPr/>
            </p:nvSpPr>
            <p:spPr>
              <a:xfrm>
                <a:off x="4536630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2" name="Freeform 44841">
                <a:extLst>
                  <a:ext uri="{FF2B5EF4-FFF2-40B4-BE49-F238E27FC236}">
                    <a16:creationId xmlns:a16="http://schemas.microsoft.com/office/drawing/2014/main" id="{FE668A37-126F-8B79-CE06-0F1E9366D473}"/>
                  </a:ext>
                </a:extLst>
              </p:cNvPr>
              <p:cNvSpPr/>
              <p:nvPr/>
            </p:nvSpPr>
            <p:spPr>
              <a:xfrm>
                <a:off x="4537226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3" name="Freeform 44842">
                <a:extLst>
                  <a:ext uri="{FF2B5EF4-FFF2-40B4-BE49-F238E27FC236}">
                    <a16:creationId xmlns:a16="http://schemas.microsoft.com/office/drawing/2014/main" id="{44EC3836-EA22-D51B-6EF7-9361D9BD144B}"/>
                  </a:ext>
                </a:extLst>
              </p:cNvPr>
              <p:cNvSpPr/>
              <p:nvPr/>
            </p:nvSpPr>
            <p:spPr>
              <a:xfrm>
                <a:off x="4537722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4" name="Freeform 44843">
                <a:extLst>
                  <a:ext uri="{FF2B5EF4-FFF2-40B4-BE49-F238E27FC236}">
                    <a16:creationId xmlns:a16="http://schemas.microsoft.com/office/drawing/2014/main" id="{946ED4E2-0120-BAED-6028-E8799A98BC80}"/>
                  </a:ext>
                </a:extLst>
              </p:cNvPr>
              <p:cNvSpPr/>
              <p:nvPr/>
            </p:nvSpPr>
            <p:spPr>
              <a:xfrm>
                <a:off x="4538218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5" name="Freeform 44844">
                <a:extLst>
                  <a:ext uri="{FF2B5EF4-FFF2-40B4-BE49-F238E27FC236}">
                    <a16:creationId xmlns:a16="http://schemas.microsoft.com/office/drawing/2014/main" id="{33373F85-8555-97F8-D559-3C25116A3D67}"/>
                  </a:ext>
                </a:extLst>
              </p:cNvPr>
              <p:cNvSpPr/>
              <p:nvPr/>
            </p:nvSpPr>
            <p:spPr>
              <a:xfrm>
                <a:off x="4538813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6" name="Freeform 44845">
                <a:extLst>
                  <a:ext uri="{FF2B5EF4-FFF2-40B4-BE49-F238E27FC236}">
                    <a16:creationId xmlns:a16="http://schemas.microsoft.com/office/drawing/2014/main" id="{11FC1680-1317-C98C-1DAD-F4221682195E}"/>
                  </a:ext>
                </a:extLst>
              </p:cNvPr>
              <p:cNvSpPr/>
              <p:nvPr/>
            </p:nvSpPr>
            <p:spPr>
              <a:xfrm>
                <a:off x="4539309" y="588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7" name="Freeform 44846">
                <a:extLst>
                  <a:ext uri="{FF2B5EF4-FFF2-40B4-BE49-F238E27FC236}">
                    <a16:creationId xmlns:a16="http://schemas.microsoft.com/office/drawing/2014/main" id="{616565EF-928F-9BE2-FD5F-3659313B2E77}"/>
                  </a:ext>
                </a:extLst>
              </p:cNvPr>
              <p:cNvSpPr/>
              <p:nvPr/>
            </p:nvSpPr>
            <p:spPr>
              <a:xfrm>
                <a:off x="4539805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8" name="Freeform 44847">
                <a:extLst>
                  <a:ext uri="{FF2B5EF4-FFF2-40B4-BE49-F238E27FC236}">
                    <a16:creationId xmlns:a16="http://schemas.microsoft.com/office/drawing/2014/main" id="{01FED959-BDDF-332F-5DB2-B0AAD77D8CA8}"/>
                  </a:ext>
                </a:extLst>
              </p:cNvPr>
              <p:cNvSpPr/>
              <p:nvPr/>
            </p:nvSpPr>
            <p:spPr>
              <a:xfrm>
                <a:off x="4540302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49" name="Freeform 44848">
                <a:extLst>
                  <a:ext uri="{FF2B5EF4-FFF2-40B4-BE49-F238E27FC236}">
                    <a16:creationId xmlns:a16="http://schemas.microsoft.com/office/drawing/2014/main" id="{E6174DC6-7BA1-4579-B959-D2323095D1DB}"/>
                  </a:ext>
                </a:extLst>
              </p:cNvPr>
              <p:cNvSpPr/>
              <p:nvPr/>
            </p:nvSpPr>
            <p:spPr>
              <a:xfrm>
                <a:off x="4540897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0" name="Freeform 44849">
                <a:extLst>
                  <a:ext uri="{FF2B5EF4-FFF2-40B4-BE49-F238E27FC236}">
                    <a16:creationId xmlns:a16="http://schemas.microsoft.com/office/drawing/2014/main" id="{F7A52567-29FD-8642-26B0-350A42E62C0A}"/>
                  </a:ext>
                </a:extLst>
              </p:cNvPr>
              <p:cNvSpPr/>
              <p:nvPr/>
            </p:nvSpPr>
            <p:spPr>
              <a:xfrm>
                <a:off x="4541393" y="5894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1" name="Freeform 44850">
                <a:extLst>
                  <a:ext uri="{FF2B5EF4-FFF2-40B4-BE49-F238E27FC236}">
                    <a16:creationId xmlns:a16="http://schemas.microsoft.com/office/drawing/2014/main" id="{5B4BFDF1-A885-967C-114A-4CF4C2DD0D4A}"/>
                  </a:ext>
                </a:extLst>
              </p:cNvPr>
              <p:cNvSpPr/>
              <p:nvPr/>
            </p:nvSpPr>
            <p:spPr>
              <a:xfrm>
                <a:off x="4541889" y="589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2" name="Freeform 44851">
                <a:extLst>
                  <a:ext uri="{FF2B5EF4-FFF2-40B4-BE49-F238E27FC236}">
                    <a16:creationId xmlns:a16="http://schemas.microsoft.com/office/drawing/2014/main" id="{9C98BD4B-79B7-8BED-10D5-F7C242417E61}"/>
                  </a:ext>
                </a:extLst>
              </p:cNvPr>
              <p:cNvSpPr/>
              <p:nvPr/>
            </p:nvSpPr>
            <p:spPr>
              <a:xfrm>
                <a:off x="4542484" y="587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3" name="Freeform 44852">
                <a:extLst>
                  <a:ext uri="{FF2B5EF4-FFF2-40B4-BE49-F238E27FC236}">
                    <a16:creationId xmlns:a16="http://schemas.microsoft.com/office/drawing/2014/main" id="{0501662A-E359-A490-CDC7-130B82A12ECB}"/>
                  </a:ext>
                </a:extLst>
              </p:cNvPr>
              <p:cNvSpPr/>
              <p:nvPr/>
            </p:nvSpPr>
            <p:spPr>
              <a:xfrm>
                <a:off x="4542980" y="5862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4" name="Freeform 44853">
                <a:extLst>
                  <a:ext uri="{FF2B5EF4-FFF2-40B4-BE49-F238E27FC236}">
                    <a16:creationId xmlns:a16="http://schemas.microsoft.com/office/drawing/2014/main" id="{51FB98F3-C5EC-EF7C-7565-7E3A531322BB}"/>
                  </a:ext>
                </a:extLst>
              </p:cNvPr>
              <p:cNvSpPr/>
              <p:nvPr/>
            </p:nvSpPr>
            <p:spPr>
              <a:xfrm>
                <a:off x="4543477" y="5824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5" name="Freeform 44854">
                <a:extLst>
                  <a:ext uri="{FF2B5EF4-FFF2-40B4-BE49-F238E27FC236}">
                    <a16:creationId xmlns:a16="http://schemas.microsoft.com/office/drawing/2014/main" id="{40734FE6-DF5B-4282-52B4-5DDE24078832}"/>
                  </a:ext>
                </a:extLst>
              </p:cNvPr>
              <p:cNvSpPr/>
              <p:nvPr/>
            </p:nvSpPr>
            <p:spPr>
              <a:xfrm>
                <a:off x="4544072" y="5784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6" name="Freeform 44855">
                <a:extLst>
                  <a:ext uri="{FF2B5EF4-FFF2-40B4-BE49-F238E27FC236}">
                    <a16:creationId xmlns:a16="http://schemas.microsoft.com/office/drawing/2014/main" id="{8C5EF058-A369-71A3-0198-776850EDD4C2}"/>
                  </a:ext>
                </a:extLst>
              </p:cNvPr>
              <p:cNvSpPr/>
              <p:nvPr/>
            </p:nvSpPr>
            <p:spPr>
              <a:xfrm>
                <a:off x="4544568" y="5778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7" name="Freeform 44856">
                <a:extLst>
                  <a:ext uri="{FF2B5EF4-FFF2-40B4-BE49-F238E27FC236}">
                    <a16:creationId xmlns:a16="http://schemas.microsoft.com/office/drawing/2014/main" id="{56D3C217-9F68-BC5D-0137-E16E1EC2DC34}"/>
                  </a:ext>
                </a:extLst>
              </p:cNvPr>
              <p:cNvSpPr/>
              <p:nvPr/>
            </p:nvSpPr>
            <p:spPr>
              <a:xfrm>
                <a:off x="4545064" y="577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8" name="Freeform 44857">
                <a:extLst>
                  <a:ext uri="{FF2B5EF4-FFF2-40B4-BE49-F238E27FC236}">
                    <a16:creationId xmlns:a16="http://schemas.microsoft.com/office/drawing/2014/main" id="{97AD3149-A74D-4DC1-C202-DD707AA9CD45}"/>
                  </a:ext>
                </a:extLst>
              </p:cNvPr>
              <p:cNvSpPr/>
              <p:nvPr/>
            </p:nvSpPr>
            <p:spPr>
              <a:xfrm>
                <a:off x="4545659" y="576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59" name="Freeform 44858">
                <a:extLst>
                  <a:ext uri="{FF2B5EF4-FFF2-40B4-BE49-F238E27FC236}">
                    <a16:creationId xmlns:a16="http://schemas.microsoft.com/office/drawing/2014/main" id="{399D4D7A-6C42-B208-E5AC-E166ECE1A4C3}"/>
                  </a:ext>
                </a:extLst>
              </p:cNvPr>
              <p:cNvSpPr/>
              <p:nvPr/>
            </p:nvSpPr>
            <p:spPr>
              <a:xfrm>
                <a:off x="4546155" y="577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0" name="Freeform 44859">
                <a:extLst>
                  <a:ext uri="{FF2B5EF4-FFF2-40B4-BE49-F238E27FC236}">
                    <a16:creationId xmlns:a16="http://schemas.microsoft.com/office/drawing/2014/main" id="{769CBF73-A408-A954-30A8-8F13711C00C5}"/>
                  </a:ext>
                </a:extLst>
              </p:cNvPr>
              <p:cNvSpPr/>
              <p:nvPr/>
            </p:nvSpPr>
            <p:spPr>
              <a:xfrm>
                <a:off x="4546652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1" name="Freeform 44860">
                <a:extLst>
                  <a:ext uri="{FF2B5EF4-FFF2-40B4-BE49-F238E27FC236}">
                    <a16:creationId xmlns:a16="http://schemas.microsoft.com/office/drawing/2014/main" id="{E0462D24-2249-29DC-9967-2DCD2E1489B5}"/>
                  </a:ext>
                </a:extLst>
              </p:cNvPr>
              <p:cNvSpPr/>
              <p:nvPr/>
            </p:nvSpPr>
            <p:spPr>
              <a:xfrm>
                <a:off x="4547247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2" name="Freeform 44861">
                <a:extLst>
                  <a:ext uri="{FF2B5EF4-FFF2-40B4-BE49-F238E27FC236}">
                    <a16:creationId xmlns:a16="http://schemas.microsoft.com/office/drawing/2014/main" id="{C0D15727-603C-4B4A-7600-BD1FE79DB260}"/>
                  </a:ext>
                </a:extLst>
              </p:cNvPr>
              <p:cNvSpPr/>
              <p:nvPr/>
            </p:nvSpPr>
            <p:spPr>
              <a:xfrm>
                <a:off x="4547743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3" name="Freeform 44862">
                <a:extLst>
                  <a:ext uri="{FF2B5EF4-FFF2-40B4-BE49-F238E27FC236}">
                    <a16:creationId xmlns:a16="http://schemas.microsoft.com/office/drawing/2014/main" id="{4008E405-B061-DBD0-3817-B47406929390}"/>
                  </a:ext>
                </a:extLst>
              </p:cNvPr>
              <p:cNvSpPr/>
              <p:nvPr/>
            </p:nvSpPr>
            <p:spPr>
              <a:xfrm>
                <a:off x="4548239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4" name="Freeform 44863">
                <a:extLst>
                  <a:ext uri="{FF2B5EF4-FFF2-40B4-BE49-F238E27FC236}">
                    <a16:creationId xmlns:a16="http://schemas.microsoft.com/office/drawing/2014/main" id="{10658E62-BEA3-917B-B042-E9412631BA1E}"/>
                  </a:ext>
                </a:extLst>
              </p:cNvPr>
              <p:cNvSpPr/>
              <p:nvPr/>
            </p:nvSpPr>
            <p:spPr>
              <a:xfrm>
                <a:off x="4548834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5" name="Freeform 44864">
                <a:extLst>
                  <a:ext uri="{FF2B5EF4-FFF2-40B4-BE49-F238E27FC236}">
                    <a16:creationId xmlns:a16="http://schemas.microsoft.com/office/drawing/2014/main" id="{4FBABC04-B01B-97BE-1C6C-B84D67BD18F4}"/>
                  </a:ext>
                </a:extLst>
              </p:cNvPr>
              <p:cNvSpPr/>
              <p:nvPr/>
            </p:nvSpPr>
            <p:spPr>
              <a:xfrm>
                <a:off x="4549330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6" name="Freeform 44865">
                <a:extLst>
                  <a:ext uri="{FF2B5EF4-FFF2-40B4-BE49-F238E27FC236}">
                    <a16:creationId xmlns:a16="http://schemas.microsoft.com/office/drawing/2014/main" id="{4713DD55-ACFD-EA88-894B-FD7F3EC2C9E5}"/>
                  </a:ext>
                </a:extLst>
              </p:cNvPr>
              <p:cNvSpPr/>
              <p:nvPr/>
            </p:nvSpPr>
            <p:spPr>
              <a:xfrm>
                <a:off x="4549827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7" name="Freeform 44866">
                <a:extLst>
                  <a:ext uri="{FF2B5EF4-FFF2-40B4-BE49-F238E27FC236}">
                    <a16:creationId xmlns:a16="http://schemas.microsoft.com/office/drawing/2014/main" id="{A1E35DE7-FD18-2210-6BC1-4B9D025CA22C}"/>
                  </a:ext>
                </a:extLst>
              </p:cNvPr>
              <p:cNvSpPr/>
              <p:nvPr/>
            </p:nvSpPr>
            <p:spPr>
              <a:xfrm>
                <a:off x="4550422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8" name="Freeform 44867">
                <a:extLst>
                  <a:ext uri="{FF2B5EF4-FFF2-40B4-BE49-F238E27FC236}">
                    <a16:creationId xmlns:a16="http://schemas.microsoft.com/office/drawing/2014/main" id="{BDB97BD8-1046-403C-2D16-564050CAEACD}"/>
                  </a:ext>
                </a:extLst>
              </p:cNvPr>
              <p:cNvSpPr/>
              <p:nvPr/>
            </p:nvSpPr>
            <p:spPr>
              <a:xfrm>
                <a:off x="4550918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69" name="Freeform 44868">
                <a:extLst>
                  <a:ext uri="{FF2B5EF4-FFF2-40B4-BE49-F238E27FC236}">
                    <a16:creationId xmlns:a16="http://schemas.microsoft.com/office/drawing/2014/main" id="{02E32E4D-691A-F6CE-C776-074F12F66530}"/>
                  </a:ext>
                </a:extLst>
              </p:cNvPr>
              <p:cNvSpPr/>
              <p:nvPr/>
            </p:nvSpPr>
            <p:spPr>
              <a:xfrm>
                <a:off x="4551414" y="595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0" name="Freeform 44869">
                <a:extLst>
                  <a:ext uri="{FF2B5EF4-FFF2-40B4-BE49-F238E27FC236}">
                    <a16:creationId xmlns:a16="http://schemas.microsoft.com/office/drawing/2014/main" id="{CC1BE4B2-563A-BA4D-231A-A9668BB29B93}"/>
                  </a:ext>
                </a:extLst>
              </p:cNvPr>
              <p:cNvSpPr/>
              <p:nvPr/>
            </p:nvSpPr>
            <p:spPr>
              <a:xfrm>
                <a:off x="4551910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1" name="Freeform 44870">
                <a:extLst>
                  <a:ext uri="{FF2B5EF4-FFF2-40B4-BE49-F238E27FC236}">
                    <a16:creationId xmlns:a16="http://schemas.microsoft.com/office/drawing/2014/main" id="{C88CA589-3976-845F-945D-3AF84E7B0A7A}"/>
                  </a:ext>
                </a:extLst>
              </p:cNvPr>
              <p:cNvSpPr/>
              <p:nvPr/>
            </p:nvSpPr>
            <p:spPr>
              <a:xfrm>
                <a:off x="4552505" y="5882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2" name="Freeform 44871">
                <a:extLst>
                  <a:ext uri="{FF2B5EF4-FFF2-40B4-BE49-F238E27FC236}">
                    <a16:creationId xmlns:a16="http://schemas.microsoft.com/office/drawing/2014/main" id="{FFB9798A-91B9-21BC-67D4-FF907AF815BC}"/>
                  </a:ext>
                </a:extLst>
              </p:cNvPr>
              <p:cNvSpPr/>
              <p:nvPr/>
            </p:nvSpPr>
            <p:spPr>
              <a:xfrm>
                <a:off x="4553002" y="5887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3" name="Freeform 44872">
                <a:extLst>
                  <a:ext uri="{FF2B5EF4-FFF2-40B4-BE49-F238E27FC236}">
                    <a16:creationId xmlns:a16="http://schemas.microsoft.com/office/drawing/2014/main" id="{0BCC422A-E63C-FD65-A9E1-2F816F5CB7B7}"/>
                  </a:ext>
                </a:extLst>
              </p:cNvPr>
              <p:cNvSpPr/>
              <p:nvPr/>
            </p:nvSpPr>
            <p:spPr>
              <a:xfrm>
                <a:off x="4553498" y="5896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4" name="Freeform 44873">
                <a:extLst>
                  <a:ext uri="{FF2B5EF4-FFF2-40B4-BE49-F238E27FC236}">
                    <a16:creationId xmlns:a16="http://schemas.microsoft.com/office/drawing/2014/main" id="{4EA613A4-F6E3-A79D-801B-1400C45813EF}"/>
                  </a:ext>
                </a:extLst>
              </p:cNvPr>
              <p:cNvSpPr/>
              <p:nvPr/>
            </p:nvSpPr>
            <p:spPr>
              <a:xfrm>
                <a:off x="4554093" y="5890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5" name="Freeform 44874">
                <a:extLst>
                  <a:ext uri="{FF2B5EF4-FFF2-40B4-BE49-F238E27FC236}">
                    <a16:creationId xmlns:a16="http://schemas.microsoft.com/office/drawing/2014/main" id="{AAD21EDB-3504-EA18-DDFB-A2D5F25D7A56}"/>
                  </a:ext>
                </a:extLst>
              </p:cNvPr>
              <p:cNvSpPr/>
              <p:nvPr/>
            </p:nvSpPr>
            <p:spPr>
              <a:xfrm>
                <a:off x="4554589" y="5882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6" name="Freeform 44875">
                <a:extLst>
                  <a:ext uri="{FF2B5EF4-FFF2-40B4-BE49-F238E27FC236}">
                    <a16:creationId xmlns:a16="http://schemas.microsoft.com/office/drawing/2014/main" id="{FEEB76A9-24F3-8B8F-9889-B68CF985C1BF}"/>
                  </a:ext>
                </a:extLst>
              </p:cNvPr>
              <p:cNvSpPr/>
              <p:nvPr/>
            </p:nvSpPr>
            <p:spPr>
              <a:xfrm>
                <a:off x="4555085" y="5878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7" name="Freeform 44876">
                <a:extLst>
                  <a:ext uri="{FF2B5EF4-FFF2-40B4-BE49-F238E27FC236}">
                    <a16:creationId xmlns:a16="http://schemas.microsoft.com/office/drawing/2014/main" id="{7BDCB719-FA97-B0A4-091B-785C87A29293}"/>
                  </a:ext>
                </a:extLst>
              </p:cNvPr>
              <p:cNvSpPr/>
              <p:nvPr/>
            </p:nvSpPr>
            <p:spPr>
              <a:xfrm>
                <a:off x="4555680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8" name="Freeform 44877">
                <a:extLst>
                  <a:ext uri="{FF2B5EF4-FFF2-40B4-BE49-F238E27FC236}">
                    <a16:creationId xmlns:a16="http://schemas.microsoft.com/office/drawing/2014/main" id="{BA1DE4AC-ABF2-02DA-343E-31352124CA9C}"/>
                  </a:ext>
                </a:extLst>
              </p:cNvPr>
              <p:cNvSpPr/>
              <p:nvPr/>
            </p:nvSpPr>
            <p:spPr>
              <a:xfrm>
                <a:off x="4556177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79" name="Freeform 44878">
                <a:extLst>
                  <a:ext uri="{FF2B5EF4-FFF2-40B4-BE49-F238E27FC236}">
                    <a16:creationId xmlns:a16="http://schemas.microsoft.com/office/drawing/2014/main" id="{3BEC8AF1-AF4A-F21D-BA7F-939547AF6F49}"/>
                  </a:ext>
                </a:extLst>
              </p:cNvPr>
              <p:cNvSpPr/>
              <p:nvPr/>
            </p:nvSpPr>
            <p:spPr>
              <a:xfrm>
                <a:off x="4556673" y="578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0" name="Freeform 44879">
                <a:extLst>
                  <a:ext uri="{FF2B5EF4-FFF2-40B4-BE49-F238E27FC236}">
                    <a16:creationId xmlns:a16="http://schemas.microsoft.com/office/drawing/2014/main" id="{3FDCA0D2-976C-4792-9373-14454145C8DF}"/>
                  </a:ext>
                </a:extLst>
              </p:cNvPr>
              <p:cNvSpPr/>
              <p:nvPr/>
            </p:nvSpPr>
            <p:spPr>
              <a:xfrm>
                <a:off x="4557268" y="5763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1" name="Freeform 44880">
                <a:extLst>
                  <a:ext uri="{FF2B5EF4-FFF2-40B4-BE49-F238E27FC236}">
                    <a16:creationId xmlns:a16="http://schemas.microsoft.com/office/drawing/2014/main" id="{49CC25F6-3EBD-D9EE-841A-530512D497C2}"/>
                  </a:ext>
                </a:extLst>
              </p:cNvPr>
              <p:cNvSpPr/>
              <p:nvPr/>
            </p:nvSpPr>
            <p:spPr>
              <a:xfrm>
                <a:off x="4557764" y="574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2" name="Freeform 44881">
                <a:extLst>
                  <a:ext uri="{FF2B5EF4-FFF2-40B4-BE49-F238E27FC236}">
                    <a16:creationId xmlns:a16="http://schemas.microsoft.com/office/drawing/2014/main" id="{F668E20C-990E-7199-4843-5789CC088DEF}"/>
                  </a:ext>
                </a:extLst>
              </p:cNvPr>
              <p:cNvSpPr/>
              <p:nvPr/>
            </p:nvSpPr>
            <p:spPr>
              <a:xfrm>
                <a:off x="4558260" y="574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3" name="Freeform 44882">
                <a:extLst>
                  <a:ext uri="{FF2B5EF4-FFF2-40B4-BE49-F238E27FC236}">
                    <a16:creationId xmlns:a16="http://schemas.microsoft.com/office/drawing/2014/main" id="{52BCAA23-E173-85EC-E514-A2231135D24F}"/>
                  </a:ext>
                </a:extLst>
              </p:cNvPr>
              <p:cNvSpPr/>
              <p:nvPr/>
            </p:nvSpPr>
            <p:spPr>
              <a:xfrm>
                <a:off x="4558855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4" name="Freeform 44883">
                <a:extLst>
                  <a:ext uri="{FF2B5EF4-FFF2-40B4-BE49-F238E27FC236}">
                    <a16:creationId xmlns:a16="http://schemas.microsoft.com/office/drawing/2014/main" id="{B57A0661-E07C-B835-BF40-0217C8FC7EC1}"/>
                  </a:ext>
                </a:extLst>
              </p:cNvPr>
              <p:cNvSpPr/>
              <p:nvPr/>
            </p:nvSpPr>
            <p:spPr>
              <a:xfrm>
                <a:off x="4559352" y="5848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5" name="Freeform 44884">
                <a:extLst>
                  <a:ext uri="{FF2B5EF4-FFF2-40B4-BE49-F238E27FC236}">
                    <a16:creationId xmlns:a16="http://schemas.microsoft.com/office/drawing/2014/main" id="{2F4DE0AB-0839-AF7E-29EB-DF4C82BD75BE}"/>
                  </a:ext>
                </a:extLst>
              </p:cNvPr>
              <p:cNvSpPr/>
              <p:nvPr/>
            </p:nvSpPr>
            <p:spPr>
              <a:xfrm>
                <a:off x="4559848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6" name="Freeform 44885">
                <a:extLst>
                  <a:ext uri="{FF2B5EF4-FFF2-40B4-BE49-F238E27FC236}">
                    <a16:creationId xmlns:a16="http://schemas.microsoft.com/office/drawing/2014/main" id="{3C7A3BAD-F091-7525-8EFC-8AA05E5FC469}"/>
                  </a:ext>
                </a:extLst>
              </p:cNvPr>
              <p:cNvSpPr/>
              <p:nvPr/>
            </p:nvSpPr>
            <p:spPr>
              <a:xfrm>
                <a:off x="4560443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7" name="Freeform 44886">
                <a:extLst>
                  <a:ext uri="{FF2B5EF4-FFF2-40B4-BE49-F238E27FC236}">
                    <a16:creationId xmlns:a16="http://schemas.microsoft.com/office/drawing/2014/main" id="{40B82F4E-953E-604C-9AA4-61A94F34CDCF}"/>
                  </a:ext>
                </a:extLst>
              </p:cNvPr>
              <p:cNvSpPr/>
              <p:nvPr/>
            </p:nvSpPr>
            <p:spPr>
              <a:xfrm>
                <a:off x="4560939" y="5992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8" name="Freeform 44887">
                <a:extLst>
                  <a:ext uri="{FF2B5EF4-FFF2-40B4-BE49-F238E27FC236}">
                    <a16:creationId xmlns:a16="http://schemas.microsoft.com/office/drawing/2014/main" id="{225771A1-A93E-2B44-3982-B2F1EFF53A9A}"/>
                  </a:ext>
                </a:extLst>
              </p:cNvPr>
              <p:cNvSpPr/>
              <p:nvPr/>
            </p:nvSpPr>
            <p:spPr>
              <a:xfrm>
                <a:off x="4561435" y="5993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89" name="Freeform 44888">
                <a:extLst>
                  <a:ext uri="{FF2B5EF4-FFF2-40B4-BE49-F238E27FC236}">
                    <a16:creationId xmlns:a16="http://schemas.microsoft.com/office/drawing/2014/main" id="{D2C8F705-BDB4-074A-144B-7777F63A515D}"/>
                  </a:ext>
                </a:extLst>
              </p:cNvPr>
              <p:cNvSpPr/>
              <p:nvPr/>
            </p:nvSpPr>
            <p:spPr>
              <a:xfrm>
                <a:off x="4562030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0" name="Freeform 44889">
                <a:extLst>
                  <a:ext uri="{FF2B5EF4-FFF2-40B4-BE49-F238E27FC236}">
                    <a16:creationId xmlns:a16="http://schemas.microsoft.com/office/drawing/2014/main" id="{54B907D1-4648-74F6-E6B9-EAA193BBA03E}"/>
                  </a:ext>
                </a:extLst>
              </p:cNvPr>
              <p:cNvSpPr/>
              <p:nvPr/>
            </p:nvSpPr>
            <p:spPr>
              <a:xfrm>
                <a:off x="4562527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1" name="Freeform 44890">
                <a:extLst>
                  <a:ext uri="{FF2B5EF4-FFF2-40B4-BE49-F238E27FC236}">
                    <a16:creationId xmlns:a16="http://schemas.microsoft.com/office/drawing/2014/main" id="{3EA699AD-A212-809D-25DA-3BFC65C57B12}"/>
                  </a:ext>
                </a:extLst>
              </p:cNvPr>
              <p:cNvSpPr/>
              <p:nvPr/>
            </p:nvSpPr>
            <p:spPr>
              <a:xfrm>
                <a:off x="4563023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2" name="Freeform 44891">
                <a:extLst>
                  <a:ext uri="{FF2B5EF4-FFF2-40B4-BE49-F238E27FC236}">
                    <a16:creationId xmlns:a16="http://schemas.microsoft.com/office/drawing/2014/main" id="{C3C98B3A-18F6-F673-E918-7B8A1C54E515}"/>
                  </a:ext>
                </a:extLst>
              </p:cNvPr>
              <p:cNvSpPr/>
              <p:nvPr/>
            </p:nvSpPr>
            <p:spPr>
              <a:xfrm>
                <a:off x="4563618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3" name="Freeform 44892">
                <a:extLst>
                  <a:ext uri="{FF2B5EF4-FFF2-40B4-BE49-F238E27FC236}">
                    <a16:creationId xmlns:a16="http://schemas.microsoft.com/office/drawing/2014/main" id="{7275508F-D61A-DBFA-E038-453430AC0C1D}"/>
                  </a:ext>
                </a:extLst>
              </p:cNvPr>
              <p:cNvSpPr/>
              <p:nvPr/>
            </p:nvSpPr>
            <p:spPr>
              <a:xfrm>
                <a:off x="4564114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4" name="Freeform 44893">
                <a:extLst>
                  <a:ext uri="{FF2B5EF4-FFF2-40B4-BE49-F238E27FC236}">
                    <a16:creationId xmlns:a16="http://schemas.microsoft.com/office/drawing/2014/main" id="{C23AFE18-0C0C-1888-75DE-369C4FE1EC9B}"/>
                  </a:ext>
                </a:extLst>
              </p:cNvPr>
              <p:cNvSpPr/>
              <p:nvPr/>
            </p:nvSpPr>
            <p:spPr>
              <a:xfrm>
                <a:off x="4564610" y="5903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5" name="Freeform 44894">
                <a:extLst>
                  <a:ext uri="{FF2B5EF4-FFF2-40B4-BE49-F238E27FC236}">
                    <a16:creationId xmlns:a16="http://schemas.microsoft.com/office/drawing/2014/main" id="{35CE660D-DC67-066D-A8E3-CADAE5A353B8}"/>
                  </a:ext>
                </a:extLst>
              </p:cNvPr>
              <p:cNvSpPr/>
              <p:nvPr/>
            </p:nvSpPr>
            <p:spPr>
              <a:xfrm>
                <a:off x="4565106" y="5903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6" name="Freeform 44895">
                <a:extLst>
                  <a:ext uri="{FF2B5EF4-FFF2-40B4-BE49-F238E27FC236}">
                    <a16:creationId xmlns:a16="http://schemas.microsoft.com/office/drawing/2014/main" id="{5C73D867-80C5-E1F6-2B70-36AC94D68CDA}"/>
                  </a:ext>
                </a:extLst>
              </p:cNvPr>
              <p:cNvSpPr/>
              <p:nvPr/>
            </p:nvSpPr>
            <p:spPr>
              <a:xfrm>
                <a:off x="4565702" y="5910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7" name="Freeform 44896">
                <a:extLst>
                  <a:ext uri="{FF2B5EF4-FFF2-40B4-BE49-F238E27FC236}">
                    <a16:creationId xmlns:a16="http://schemas.microsoft.com/office/drawing/2014/main" id="{AAFD9799-250B-4EB0-12A1-B565D47A8F0D}"/>
                  </a:ext>
                </a:extLst>
              </p:cNvPr>
              <p:cNvSpPr/>
              <p:nvPr/>
            </p:nvSpPr>
            <p:spPr>
              <a:xfrm>
                <a:off x="4566198" y="5909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8" name="Freeform 44897">
                <a:extLst>
                  <a:ext uri="{FF2B5EF4-FFF2-40B4-BE49-F238E27FC236}">
                    <a16:creationId xmlns:a16="http://schemas.microsoft.com/office/drawing/2014/main" id="{835D60F1-A81A-88EF-70B9-5B14A34358E8}"/>
                  </a:ext>
                </a:extLst>
              </p:cNvPr>
              <p:cNvSpPr/>
              <p:nvPr/>
            </p:nvSpPr>
            <p:spPr>
              <a:xfrm>
                <a:off x="4566694" y="5907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99" name="Freeform 44898">
                <a:extLst>
                  <a:ext uri="{FF2B5EF4-FFF2-40B4-BE49-F238E27FC236}">
                    <a16:creationId xmlns:a16="http://schemas.microsoft.com/office/drawing/2014/main" id="{3FF34709-6FA2-47DE-A0F1-39F3195A99A2}"/>
                  </a:ext>
                </a:extLst>
              </p:cNvPr>
              <p:cNvSpPr/>
              <p:nvPr/>
            </p:nvSpPr>
            <p:spPr>
              <a:xfrm>
                <a:off x="4567289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0" name="Freeform 44899">
                <a:extLst>
                  <a:ext uri="{FF2B5EF4-FFF2-40B4-BE49-F238E27FC236}">
                    <a16:creationId xmlns:a16="http://schemas.microsoft.com/office/drawing/2014/main" id="{95E83AFA-F437-8D2C-17C0-DCAF5573F7AF}"/>
                  </a:ext>
                </a:extLst>
              </p:cNvPr>
              <p:cNvSpPr/>
              <p:nvPr/>
            </p:nvSpPr>
            <p:spPr>
              <a:xfrm>
                <a:off x="4567785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1" name="Freeform 44900">
                <a:extLst>
                  <a:ext uri="{FF2B5EF4-FFF2-40B4-BE49-F238E27FC236}">
                    <a16:creationId xmlns:a16="http://schemas.microsoft.com/office/drawing/2014/main" id="{F0046E88-15B6-5767-4355-2930A2BFDCD5}"/>
                  </a:ext>
                </a:extLst>
              </p:cNvPr>
              <p:cNvSpPr/>
              <p:nvPr/>
            </p:nvSpPr>
            <p:spPr>
              <a:xfrm>
                <a:off x="4568281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2" name="Freeform 44901">
                <a:extLst>
                  <a:ext uri="{FF2B5EF4-FFF2-40B4-BE49-F238E27FC236}">
                    <a16:creationId xmlns:a16="http://schemas.microsoft.com/office/drawing/2014/main" id="{8A52BC6F-E362-CD41-3F10-17E1EE925728}"/>
                  </a:ext>
                </a:extLst>
              </p:cNvPr>
              <p:cNvSpPr/>
              <p:nvPr/>
            </p:nvSpPr>
            <p:spPr>
              <a:xfrm>
                <a:off x="4568877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3" name="Freeform 44902">
                <a:extLst>
                  <a:ext uri="{FF2B5EF4-FFF2-40B4-BE49-F238E27FC236}">
                    <a16:creationId xmlns:a16="http://schemas.microsoft.com/office/drawing/2014/main" id="{2F9F10EB-CE4F-705F-8B35-FDE423C2B2EA}"/>
                  </a:ext>
                </a:extLst>
              </p:cNvPr>
              <p:cNvSpPr/>
              <p:nvPr/>
            </p:nvSpPr>
            <p:spPr>
              <a:xfrm>
                <a:off x="4569373" y="5873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4" name="Freeform 44903">
                <a:extLst>
                  <a:ext uri="{FF2B5EF4-FFF2-40B4-BE49-F238E27FC236}">
                    <a16:creationId xmlns:a16="http://schemas.microsoft.com/office/drawing/2014/main" id="{5EDD4173-2044-FBF1-5CED-1CD3B97F3E75}"/>
                  </a:ext>
                </a:extLst>
              </p:cNvPr>
              <p:cNvSpPr/>
              <p:nvPr/>
            </p:nvSpPr>
            <p:spPr>
              <a:xfrm>
                <a:off x="4569869" y="5854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5" name="Freeform 44904">
                <a:extLst>
                  <a:ext uri="{FF2B5EF4-FFF2-40B4-BE49-F238E27FC236}">
                    <a16:creationId xmlns:a16="http://schemas.microsoft.com/office/drawing/2014/main" id="{7B4E3CEE-FC3C-462E-4BAB-9579CED094A3}"/>
                  </a:ext>
                </a:extLst>
              </p:cNvPr>
              <p:cNvSpPr/>
              <p:nvPr/>
            </p:nvSpPr>
            <p:spPr>
              <a:xfrm>
                <a:off x="4570464" y="5838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6" name="Freeform 44905">
                <a:extLst>
                  <a:ext uri="{FF2B5EF4-FFF2-40B4-BE49-F238E27FC236}">
                    <a16:creationId xmlns:a16="http://schemas.microsoft.com/office/drawing/2014/main" id="{9B942405-D33F-06E3-76A1-6CEED5FE400F}"/>
                  </a:ext>
                </a:extLst>
              </p:cNvPr>
              <p:cNvSpPr/>
              <p:nvPr/>
            </p:nvSpPr>
            <p:spPr>
              <a:xfrm>
                <a:off x="4570960" y="5823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7" name="Freeform 44906">
                <a:extLst>
                  <a:ext uri="{FF2B5EF4-FFF2-40B4-BE49-F238E27FC236}">
                    <a16:creationId xmlns:a16="http://schemas.microsoft.com/office/drawing/2014/main" id="{842A21B2-97CA-29C9-C605-A1289A031966}"/>
                  </a:ext>
                </a:extLst>
              </p:cNvPr>
              <p:cNvSpPr/>
              <p:nvPr/>
            </p:nvSpPr>
            <p:spPr>
              <a:xfrm>
                <a:off x="4571456" y="5829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8" name="Freeform 44907">
                <a:extLst>
                  <a:ext uri="{FF2B5EF4-FFF2-40B4-BE49-F238E27FC236}">
                    <a16:creationId xmlns:a16="http://schemas.microsoft.com/office/drawing/2014/main" id="{CD94923F-D432-114E-5B41-E4D42C1F6DED}"/>
                  </a:ext>
                </a:extLst>
              </p:cNvPr>
              <p:cNvSpPr/>
              <p:nvPr/>
            </p:nvSpPr>
            <p:spPr>
              <a:xfrm>
                <a:off x="4572052" y="587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09" name="Freeform 44908">
                <a:extLst>
                  <a:ext uri="{FF2B5EF4-FFF2-40B4-BE49-F238E27FC236}">
                    <a16:creationId xmlns:a16="http://schemas.microsoft.com/office/drawing/2014/main" id="{13E72B50-6CC7-6010-98AF-3330103B8B32}"/>
                  </a:ext>
                </a:extLst>
              </p:cNvPr>
              <p:cNvSpPr/>
              <p:nvPr/>
            </p:nvSpPr>
            <p:spPr>
              <a:xfrm>
                <a:off x="4572548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0" name="Freeform 44909">
                <a:extLst>
                  <a:ext uri="{FF2B5EF4-FFF2-40B4-BE49-F238E27FC236}">
                    <a16:creationId xmlns:a16="http://schemas.microsoft.com/office/drawing/2014/main" id="{824C8CC4-50A2-3131-FDC0-AB7EDC8A2D62}"/>
                  </a:ext>
                </a:extLst>
              </p:cNvPr>
              <p:cNvSpPr/>
              <p:nvPr/>
            </p:nvSpPr>
            <p:spPr>
              <a:xfrm>
                <a:off x="4573044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1" name="Freeform 44910">
                <a:extLst>
                  <a:ext uri="{FF2B5EF4-FFF2-40B4-BE49-F238E27FC236}">
                    <a16:creationId xmlns:a16="http://schemas.microsoft.com/office/drawing/2014/main" id="{F3B9B555-B29B-3B84-E23C-96C8E0A32F54}"/>
                  </a:ext>
                </a:extLst>
              </p:cNvPr>
              <p:cNvSpPr/>
              <p:nvPr/>
            </p:nvSpPr>
            <p:spPr>
              <a:xfrm>
                <a:off x="4573639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2" name="Freeform 44911">
                <a:extLst>
                  <a:ext uri="{FF2B5EF4-FFF2-40B4-BE49-F238E27FC236}">
                    <a16:creationId xmlns:a16="http://schemas.microsoft.com/office/drawing/2014/main" id="{B9DCD124-9501-3AF1-1B56-8F0CF3CF0886}"/>
                  </a:ext>
                </a:extLst>
              </p:cNvPr>
              <p:cNvSpPr/>
              <p:nvPr/>
            </p:nvSpPr>
            <p:spPr>
              <a:xfrm>
                <a:off x="4574135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3" name="Freeform 44912">
                <a:extLst>
                  <a:ext uri="{FF2B5EF4-FFF2-40B4-BE49-F238E27FC236}">
                    <a16:creationId xmlns:a16="http://schemas.microsoft.com/office/drawing/2014/main" id="{355F52E3-ADBD-D819-1DB4-D51C344B1D76}"/>
                  </a:ext>
                </a:extLst>
              </p:cNvPr>
              <p:cNvSpPr/>
              <p:nvPr/>
            </p:nvSpPr>
            <p:spPr>
              <a:xfrm>
                <a:off x="4574631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4" name="Freeform 44913">
                <a:extLst>
                  <a:ext uri="{FF2B5EF4-FFF2-40B4-BE49-F238E27FC236}">
                    <a16:creationId xmlns:a16="http://schemas.microsoft.com/office/drawing/2014/main" id="{9EAEF96E-9C00-212F-AF04-033B8289E956}"/>
                  </a:ext>
                </a:extLst>
              </p:cNvPr>
              <p:cNvSpPr/>
              <p:nvPr/>
            </p:nvSpPr>
            <p:spPr>
              <a:xfrm>
                <a:off x="4575227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5" name="Freeform 44914">
                <a:extLst>
                  <a:ext uri="{FF2B5EF4-FFF2-40B4-BE49-F238E27FC236}">
                    <a16:creationId xmlns:a16="http://schemas.microsoft.com/office/drawing/2014/main" id="{236E05F2-0E34-7792-327C-0EBAA1DD0F61}"/>
                  </a:ext>
                </a:extLst>
              </p:cNvPr>
              <p:cNvSpPr/>
              <p:nvPr/>
            </p:nvSpPr>
            <p:spPr>
              <a:xfrm>
                <a:off x="4575723" y="599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6" name="Freeform 44915">
                <a:extLst>
                  <a:ext uri="{FF2B5EF4-FFF2-40B4-BE49-F238E27FC236}">
                    <a16:creationId xmlns:a16="http://schemas.microsoft.com/office/drawing/2014/main" id="{6444B300-0753-9190-F528-E741D5433D65}"/>
                  </a:ext>
                </a:extLst>
              </p:cNvPr>
              <p:cNvSpPr/>
              <p:nvPr/>
            </p:nvSpPr>
            <p:spPr>
              <a:xfrm>
                <a:off x="4576219" y="5992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7" name="Freeform 44916">
                <a:extLst>
                  <a:ext uri="{FF2B5EF4-FFF2-40B4-BE49-F238E27FC236}">
                    <a16:creationId xmlns:a16="http://schemas.microsoft.com/office/drawing/2014/main" id="{D4A1E854-06D6-CC06-BE71-43BBFAB45AB2}"/>
                  </a:ext>
                </a:extLst>
              </p:cNvPr>
              <p:cNvSpPr/>
              <p:nvPr/>
            </p:nvSpPr>
            <p:spPr>
              <a:xfrm>
                <a:off x="4576715" y="5976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8" name="Freeform 44917">
                <a:extLst>
                  <a:ext uri="{FF2B5EF4-FFF2-40B4-BE49-F238E27FC236}">
                    <a16:creationId xmlns:a16="http://schemas.microsoft.com/office/drawing/2014/main" id="{9711565B-E9C0-6AE5-93ED-C4E5C09160E6}"/>
                  </a:ext>
                </a:extLst>
              </p:cNvPr>
              <p:cNvSpPr/>
              <p:nvPr/>
            </p:nvSpPr>
            <p:spPr>
              <a:xfrm>
                <a:off x="4577310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19" name="Freeform 44918">
                <a:extLst>
                  <a:ext uri="{FF2B5EF4-FFF2-40B4-BE49-F238E27FC236}">
                    <a16:creationId xmlns:a16="http://schemas.microsoft.com/office/drawing/2014/main" id="{3AA53E1A-2742-1B5C-9CD0-4FD691DBC79A}"/>
                  </a:ext>
                </a:extLst>
              </p:cNvPr>
              <p:cNvSpPr/>
              <p:nvPr/>
            </p:nvSpPr>
            <p:spPr>
              <a:xfrm>
                <a:off x="4577806" y="5915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0" name="Freeform 44919">
                <a:extLst>
                  <a:ext uri="{FF2B5EF4-FFF2-40B4-BE49-F238E27FC236}">
                    <a16:creationId xmlns:a16="http://schemas.microsoft.com/office/drawing/2014/main" id="{6241E9C2-2A09-82E0-A5CE-0FAE51810C7F}"/>
                  </a:ext>
                </a:extLst>
              </p:cNvPr>
              <p:cNvSpPr/>
              <p:nvPr/>
            </p:nvSpPr>
            <p:spPr>
              <a:xfrm>
                <a:off x="4578302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1" name="Freeform 44920">
                <a:extLst>
                  <a:ext uri="{FF2B5EF4-FFF2-40B4-BE49-F238E27FC236}">
                    <a16:creationId xmlns:a16="http://schemas.microsoft.com/office/drawing/2014/main" id="{4C124E82-FC2E-524B-DC3B-98A4159704BD}"/>
                  </a:ext>
                </a:extLst>
              </p:cNvPr>
              <p:cNvSpPr/>
              <p:nvPr/>
            </p:nvSpPr>
            <p:spPr>
              <a:xfrm>
                <a:off x="4578898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2" name="Freeform 44921">
                <a:extLst>
                  <a:ext uri="{FF2B5EF4-FFF2-40B4-BE49-F238E27FC236}">
                    <a16:creationId xmlns:a16="http://schemas.microsoft.com/office/drawing/2014/main" id="{45543BBC-86F4-8A1B-3E9F-26B233CF584C}"/>
                  </a:ext>
                </a:extLst>
              </p:cNvPr>
              <p:cNvSpPr/>
              <p:nvPr/>
            </p:nvSpPr>
            <p:spPr>
              <a:xfrm>
                <a:off x="4579394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3" name="Freeform 44922">
                <a:extLst>
                  <a:ext uri="{FF2B5EF4-FFF2-40B4-BE49-F238E27FC236}">
                    <a16:creationId xmlns:a16="http://schemas.microsoft.com/office/drawing/2014/main" id="{DD90BB12-9437-910F-9AD5-7D5CC5228005}"/>
                  </a:ext>
                </a:extLst>
              </p:cNvPr>
              <p:cNvSpPr/>
              <p:nvPr/>
            </p:nvSpPr>
            <p:spPr>
              <a:xfrm>
                <a:off x="4579890" y="591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4" name="Freeform 44923">
                <a:extLst>
                  <a:ext uri="{FF2B5EF4-FFF2-40B4-BE49-F238E27FC236}">
                    <a16:creationId xmlns:a16="http://schemas.microsoft.com/office/drawing/2014/main" id="{7B3402CB-6077-11A8-D27C-D8A32EF38C46}"/>
                  </a:ext>
                </a:extLst>
              </p:cNvPr>
              <p:cNvSpPr/>
              <p:nvPr/>
            </p:nvSpPr>
            <p:spPr>
              <a:xfrm>
                <a:off x="4580485" y="5896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5" name="Freeform 44924">
                <a:extLst>
                  <a:ext uri="{FF2B5EF4-FFF2-40B4-BE49-F238E27FC236}">
                    <a16:creationId xmlns:a16="http://schemas.microsoft.com/office/drawing/2014/main" id="{FC1F5CD4-3507-6021-9A8F-14B2004C020C}"/>
                  </a:ext>
                </a:extLst>
              </p:cNvPr>
              <p:cNvSpPr/>
              <p:nvPr/>
            </p:nvSpPr>
            <p:spPr>
              <a:xfrm>
                <a:off x="4580981" y="5880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6" name="Freeform 44925">
                <a:extLst>
                  <a:ext uri="{FF2B5EF4-FFF2-40B4-BE49-F238E27FC236}">
                    <a16:creationId xmlns:a16="http://schemas.microsoft.com/office/drawing/2014/main" id="{DAEA5554-801C-809C-E789-6F542037E68B}"/>
                  </a:ext>
                </a:extLst>
              </p:cNvPr>
              <p:cNvSpPr/>
              <p:nvPr/>
            </p:nvSpPr>
            <p:spPr>
              <a:xfrm>
                <a:off x="4581477" y="5859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7" name="Freeform 44926">
                <a:extLst>
                  <a:ext uri="{FF2B5EF4-FFF2-40B4-BE49-F238E27FC236}">
                    <a16:creationId xmlns:a16="http://schemas.microsoft.com/office/drawing/2014/main" id="{3DBC07C2-4DF6-89A5-6591-D99E2C894EC2}"/>
                  </a:ext>
                </a:extLst>
              </p:cNvPr>
              <p:cNvSpPr/>
              <p:nvPr/>
            </p:nvSpPr>
            <p:spPr>
              <a:xfrm>
                <a:off x="4582073" y="5840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8" name="Freeform 44927">
                <a:extLst>
                  <a:ext uri="{FF2B5EF4-FFF2-40B4-BE49-F238E27FC236}">
                    <a16:creationId xmlns:a16="http://schemas.microsoft.com/office/drawing/2014/main" id="{CBDC863A-A8FD-8260-6B36-EB41D3EF3A04}"/>
                  </a:ext>
                </a:extLst>
              </p:cNvPr>
              <p:cNvSpPr/>
              <p:nvPr/>
            </p:nvSpPr>
            <p:spPr>
              <a:xfrm>
                <a:off x="4582569" y="5834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29" name="Freeform 44928">
                <a:extLst>
                  <a:ext uri="{FF2B5EF4-FFF2-40B4-BE49-F238E27FC236}">
                    <a16:creationId xmlns:a16="http://schemas.microsoft.com/office/drawing/2014/main" id="{5728B025-3E27-F7B6-E487-E4D540B241B8}"/>
                  </a:ext>
                </a:extLst>
              </p:cNvPr>
              <p:cNvSpPr/>
              <p:nvPr/>
            </p:nvSpPr>
            <p:spPr>
              <a:xfrm>
                <a:off x="4583065" y="582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0" name="Freeform 44929">
                <a:extLst>
                  <a:ext uri="{FF2B5EF4-FFF2-40B4-BE49-F238E27FC236}">
                    <a16:creationId xmlns:a16="http://schemas.microsoft.com/office/drawing/2014/main" id="{2B60E545-6E56-351E-4327-7051F421FC8C}"/>
                  </a:ext>
                </a:extLst>
              </p:cNvPr>
              <p:cNvSpPr/>
              <p:nvPr/>
            </p:nvSpPr>
            <p:spPr>
              <a:xfrm>
                <a:off x="4583660" y="5826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1" name="Freeform 44930">
                <a:extLst>
                  <a:ext uri="{FF2B5EF4-FFF2-40B4-BE49-F238E27FC236}">
                    <a16:creationId xmlns:a16="http://schemas.microsoft.com/office/drawing/2014/main" id="{205FA233-2DAD-4BDD-6D0B-EFC172BF2F6B}"/>
                  </a:ext>
                </a:extLst>
              </p:cNvPr>
              <p:cNvSpPr/>
              <p:nvPr/>
            </p:nvSpPr>
            <p:spPr>
              <a:xfrm>
                <a:off x="4584156" y="5836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2" name="Freeform 44931">
                <a:extLst>
                  <a:ext uri="{FF2B5EF4-FFF2-40B4-BE49-F238E27FC236}">
                    <a16:creationId xmlns:a16="http://schemas.microsoft.com/office/drawing/2014/main" id="{4974D349-45BC-14CC-B5E5-5B26EFC492EF}"/>
                  </a:ext>
                </a:extLst>
              </p:cNvPr>
              <p:cNvSpPr/>
              <p:nvPr/>
            </p:nvSpPr>
            <p:spPr>
              <a:xfrm>
                <a:off x="4584652" y="5872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3" name="Freeform 44932">
                <a:extLst>
                  <a:ext uri="{FF2B5EF4-FFF2-40B4-BE49-F238E27FC236}">
                    <a16:creationId xmlns:a16="http://schemas.microsoft.com/office/drawing/2014/main" id="{19749A65-96DF-7E92-5691-A262DA5AA46E}"/>
                  </a:ext>
                </a:extLst>
              </p:cNvPr>
              <p:cNvSpPr/>
              <p:nvPr/>
            </p:nvSpPr>
            <p:spPr>
              <a:xfrm>
                <a:off x="4585248" y="5975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4" name="Freeform 44933">
                <a:extLst>
                  <a:ext uri="{FF2B5EF4-FFF2-40B4-BE49-F238E27FC236}">
                    <a16:creationId xmlns:a16="http://schemas.microsoft.com/office/drawing/2014/main" id="{04C43FB9-A7C7-2CE3-2E45-BC28066D77E7}"/>
                  </a:ext>
                </a:extLst>
              </p:cNvPr>
              <p:cNvSpPr/>
              <p:nvPr/>
            </p:nvSpPr>
            <p:spPr>
              <a:xfrm>
                <a:off x="4585744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5" name="Freeform 44934">
                <a:extLst>
                  <a:ext uri="{FF2B5EF4-FFF2-40B4-BE49-F238E27FC236}">
                    <a16:creationId xmlns:a16="http://schemas.microsoft.com/office/drawing/2014/main" id="{913CEDCD-6C3A-B75F-AD6F-E8DDD1B15B4C}"/>
                  </a:ext>
                </a:extLst>
              </p:cNvPr>
              <p:cNvSpPr/>
              <p:nvPr/>
            </p:nvSpPr>
            <p:spPr>
              <a:xfrm>
                <a:off x="4586240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6" name="Freeform 44935">
                <a:extLst>
                  <a:ext uri="{FF2B5EF4-FFF2-40B4-BE49-F238E27FC236}">
                    <a16:creationId xmlns:a16="http://schemas.microsoft.com/office/drawing/2014/main" id="{3BAB737B-3DC7-6841-833B-1C20E3F265EB}"/>
                  </a:ext>
                </a:extLst>
              </p:cNvPr>
              <p:cNvSpPr/>
              <p:nvPr/>
            </p:nvSpPr>
            <p:spPr>
              <a:xfrm>
                <a:off x="4586835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7" name="Freeform 44936">
                <a:extLst>
                  <a:ext uri="{FF2B5EF4-FFF2-40B4-BE49-F238E27FC236}">
                    <a16:creationId xmlns:a16="http://schemas.microsoft.com/office/drawing/2014/main" id="{CBD7239B-0E79-4835-4932-82FCDE8D2B73}"/>
                  </a:ext>
                </a:extLst>
              </p:cNvPr>
              <p:cNvSpPr/>
              <p:nvPr/>
            </p:nvSpPr>
            <p:spPr>
              <a:xfrm>
                <a:off x="4587331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8" name="Freeform 44937">
                <a:extLst>
                  <a:ext uri="{FF2B5EF4-FFF2-40B4-BE49-F238E27FC236}">
                    <a16:creationId xmlns:a16="http://schemas.microsoft.com/office/drawing/2014/main" id="{A03BC36D-79CE-8CE4-BC10-30DDFF56BCC3}"/>
                  </a:ext>
                </a:extLst>
              </p:cNvPr>
              <p:cNvSpPr/>
              <p:nvPr/>
            </p:nvSpPr>
            <p:spPr>
              <a:xfrm>
                <a:off x="4587827" y="599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39" name="Freeform 44938">
                <a:extLst>
                  <a:ext uri="{FF2B5EF4-FFF2-40B4-BE49-F238E27FC236}">
                    <a16:creationId xmlns:a16="http://schemas.microsoft.com/office/drawing/2014/main" id="{BC269D11-1BB5-FA6F-F725-38C3AA9FDD63}"/>
                  </a:ext>
                </a:extLst>
              </p:cNvPr>
              <p:cNvSpPr/>
              <p:nvPr/>
            </p:nvSpPr>
            <p:spPr>
              <a:xfrm>
                <a:off x="4588323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0" name="Freeform 44939">
                <a:extLst>
                  <a:ext uri="{FF2B5EF4-FFF2-40B4-BE49-F238E27FC236}">
                    <a16:creationId xmlns:a16="http://schemas.microsoft.com/office/drawing/2014/main" id="{9B653852-74F0-7C93-FD87-E9DFC4220655}"/>
                  </a:ext>
                </a:extLst>
              </p:cNvPr>
              <p:cNvSpPr/>
              <p:nvPr/>
            </p:nvSpPr>
            <p:spPr>
              <a:xfrm>
                <a:off x="4588919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1" name="Freeform 44940">
                <a:extLst>
                  <a:ext uri="{FF2B5EF4-FFF2-40B4-BE49-F238E27FC236}">
                    <a16:creationId xmlns:a16="http://schemas.microsoft.com/office/drawing/2014/main" id="{DAF6C099-B872-C43F-66EE-0F4EDBF688A1}"/>
                  </a:ext>
                </a:extLst>
              </p:cNvPr>
              <p:cNvSpPr/>
              <p:nvPr/>
            </p:nvSpPr>
            <p:spPr>
              <a:xfrm>
                <a:off x="4589415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2" name="Freeform 44941">
                <a:extLst>
                  <a:ext uri="{FF2B5EF4-FFF2-40B4-BE49-F238E27FC236}">
                    <a16:creationId xmlns:a16="http://schemas.microsoft.com/office/drawing/2014/main" id="{7709E750-7D31-BE68-168E-CBD7C99880B2}"/>
                  </a:ext>
                </a:extLst>
              </p:cNvPr>
              <p:cNvSpPr/>
              <p:nvPr/>
            </p:nvSpPr>
            <p:spPr>
              <a:xfrm>
                <a:off x="4589911" y="590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3" name="Freeform 44942">
                <a:extLst>
                  <a:ext uri="{FF2B5EF4-FFF2-40B4-BE49-F238E27FC236}">
                    <a16:creationId xmlns:a16="http://schemas.microsoft.com/office/drawing/2014/main" id="{BE294347-2FDB-1E00-2284-22F13B0B67DD}"/>
                  </a:ext>
                </a:extLst>
              </p:cNvPr>
              <p:cNvSpPr/>
              <p:nvPr/>
            </p:nvSpPr>
            <p:spPr>
              <a:xfrm>
                <a:off x="4590506" y="5910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4" name="Freeform 44943">
                <a:extLst>
                  <a:ext uri="{FF2B5EF4-FFF2-40B4-BE49-F238E27FC236}">
                    <a16:creationId xmlns:a16="http://schemas.microsoft.com/office/drawing/2014/main" id="{C0433BEC-74C5-13C5-AC48-8D087CECED43}"/>
                  </a:ext>
                </a:extLst>
              </p:cNvPr>
              <p:cNvSpPr/>
              <p:nvPr/>
            </p:nvSpPr>
            <p:spPr>
              <a:xfrm>
                <a:off x="4591002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5" name="Freeform 44944">
                <a:extLst>
                  <a:ext uri="{FF2B5EF4-FFF2-40B4-BE49-F238E27FC236}">
                    <a16:creationId xmlns:a16="http://schemas.microsoft.com/office/drawing/2014/main" id="{E5187501-97D4-93CB-1BA9-FA70E8776E66}"/>
                  </a:ext>
                </a:extLst>
              </p:cNvPr>
              <p:cNvSpPr/>
              <p:nvPr/>
            </p:nvSpPr>
            <p:spPr>
              <a:xfrm>
                <a:off x="4591498" y="5919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6" name="Freeform 44945">
                <a:extLst>
                  <a:ext uri="{FF2B5EF4-FFF2-40B4-BE49-F238E27FC236}">
                    <a16:creationId xmlns:a16="http://schemas.microsoft.com/office/drawing/2014/main" id="{ABB44CED-B2B2-7029-7213-8B657153DB50}"/>
                  </a:ext>
                </a:extLst>
              </p:cNvPr>
              <p:cNvSpPr/>
              <p:nvPr/>
            </p:nvSpPr>
            <p:spPr>
              <a:xfrm>
                <a:off x="4592094" y="5912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7" name="Freeform 44946">
                <a:extLst>
                  <a:ext uri="{FF2B5EF4-FFF2-40B4-BE49-F238E27FC236}">
                    <a16:creationId xmlns:a16="http://schemas.microsoft.com/office/drawing/2014/main" id="{FFD9C7DC-080A-C515-3005-0F5FEF799BB4}"/>
                  </a:ext>
                </a:extLst>
              </p:cNvPr>
              <p:cNvSpPr/>
              <p:nvPr/>
            </p:nvSpPr>
            <p:spPr>
              <a:xfrm>
                <a:off x="4592590" y="5907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8" name="Freeform 44947">
                <a:extLst>
                  <a:ext uri="{FF2B5EF4-FFF2-40B4-BE49-F238E27FC236}">
                    <a16:creationId xmlns:a16="http://schemas.microsoft.com/office/drawing/2014/main" id="{66BCC9D7-2041-224C-5D88-8C76E3D06ACD}"/>
                  </a:ext>
                </a:extLst>
              </p:cNvPr>
              <p:cNvSpPr/>
              <p:nvPr/>
            </p:nvSpPr>
            <p:spPr>
              <a:xfrm>
                <a:off x="4593086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49" name="Freeform 44948">
                <a:extLst>
                  <a:ext uri="{FF2B5EF4-FFF2-40B4-BE49-F238E27FC236}">
                    <a16:creationId xmlns:a16="http://schemas.microsoft.com/office/drawing/2014/main" id="{9E31BE6F-0160-8729-A1F4-E0D0B060E8F2}"/>
                  </a:ext>
                </a:extLst>
              </p:cNvPr>
              <p:cNvSpPr/>
              <p:nvPr/>
            </p:nvSpPr>
            <p:spPr>
              <a:xfrm>
                <a:off x="4593681" y="587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0" name="Freeform 44949">
                <a:extLst>
                  <a:ext uri="{FF2B5EF4-FFF2-40B4-BE49-F238E27FC236}">
                    <a16:creationId xmlns:a16="http://schemas.microsoft.com/office/drawing/2014/main" id="{264BCDB5-D357-6E12-AF0F-B58D97B01461}"/>
                  </a:ext>
                </a:extLst>
              </p:cNvPr>
              <p:cNvSpPr/>
              <p:nvPr/>
            </p:nvSpPr>
            <p:spPr>
              <a:xfrm>
                <a:off x="4594177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1" name="Freeform 44950">
                <a:extLst>
                  <a:ext uri="{FF2B5EF4-FFF2-40B4-BE49-F238E27FC236}">
                    <a16:creationId xmlns:a16="http://schemas.microsoft.com/office/drawing/2014/main" id="{CF25156B-9365-677E-2DF0-DE4159F145CA}"/>
                  </a:ext>
                </a:extLst>
              </p:cNvPr>
              <p:cNvSpPr/>
              <p:nvPr/>
            </p:nvSpPr>
            <p:spPr>
              <a:xfrm>
                <a:off x="4594673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2" name="Freeform 44951">
                <a:extLst>
                  <a:ext uri="{FF2B5EF4-FFF2-40B4-BE49-F238E27FC236}">
                    <a16:creationId xmlns:a16="http://schemas.microsoft.com/office/drawing/2014/main" id="{938325F0-5176-E184-2150-F3D4FA0AA53C}"/>
                  </a:ext>
                </a:extLst>
              </p:cNvPr>
              <p:cNvSpPr/>
              <p:nvPr/>
            </p:nvSpPr>
            <p:spPr>
              <a:xfrm>
                <a:off x="4595269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3" name="Freeform 44952">
                <a:extLst>
                  <a:ext uri="{FF2B5EF4-FFF2-40B4-BE49-F238E27FC236}">
                    <a16:creationId xmlns:a16="http://schemas.microsoft.com/office/drawing/2014/main" id="{7EB6A196-4FE5-DC5A-AEF5-D1CB536451F1}"/>
                  </a:ext>
                </a:extLst>
              </p:cNvPr>
              <p:cNvSpPr/>
              <p:nvPr/>
            </p:nvSpPr>
            <p:spPr>
              <a:xfrm>
                <a:off x="4595765" y="5821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4" name="Freeform 44953">
                <a:extLst>
                  <a:ext uri="{FF2B5EF4-FFF2-40B4-BE49-F238E27FC236}">
                    <a16:creationId xmlns:a16="http://schemas.microsoft.com/office/drawing/2014/main" id="{825E77EA-EAB0-58DF-5F59-85701D164317}"/>
                  </a:ext>
                </a:extLst>
              </p:cNvPr>
              <p:cNvSpPr/>
              <p:nvPr/>
            </p:nvSpPr>
            <p:spPr>
              <a:xfrm>
                <a:off x="4596261" y="5818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5" name="Freeform 44954">
                <a:extLst>
                  <a:ext uri="{FF2B5EF4-FFF2-40B4-BE49-F238E27FC236}">
                    <a16:creationId xmlns:a16="http://schemas.microsoft.com/office/drawing/2014/main" id="{6BD3C37A-465B-AABC-C513-FD4A6CF1ED13}"/>
                  </a:ext>
                </a:extLst>
              </p:cNvPr>
              <p:cNvSpPr/>
              <p:nvPr/>
            </p:nvSpPr>
            <p:spPr>
              <a:xfrm>
                <a:off x="4596856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6" name="Freeform 44955">
                <a:extLst>
                  <a:ext uri="{FF2B5EF4-FFF2-40B4-BE49-F238E27FC236}">
                    <a16:creationId xmlns:a16="http://schemas.microsoft.com/office/drawing/2014/main" id="{481E235E-76E1-01AC-9E8B-BB187C23E90D}"/>
                  </a:ext>
                </a:extLst>
              </p:cNvPr>
              <p:cNvSpPr/>
              <p:nvPr/>
            </p:nvSpPr>
            <p:spPr>
              <a:xfrm>
                <a:off x="4597352" y="5853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7" name="Freeform 44956">
                <a:extLst>
                  <a:ext uri="{FF2B5EF4-FFF2-40B4-BE49-F238E27FC236}">
                    <a16:creationId xmlns:a16="http://schemas.microsoft.com/office/drawing/2014/main" id="{75289915-2D6A-27FD-0401-BBE50A0C302D}"/>
                  </a:ext>
                </a:extLst>
              </p:cNvPr>
              <p:cNvSpPr/>
              <p:nvPr/>
            </p:nvSpPr>
            <p:spPr>
              <a:xfrm>
                <a:off x="4597848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8" name="Freeform 44957">
                <a:extLst>
                  <a:ext uri="{FF2B5EF4-FFF2-40B4-BE49-F238E27FC236}">
                    <a16:creationId xmlns:a16="http://schemas.microsoft.com/office/drawing/2014/main" id="{982E8377-7FAE-EB95-E760-A511005895CC}"/>
                  </a:ext>
                </a:extLst>
              </p:cNvPr>
              <p:cNvSpPr/>
              <p:nvPr/>
            </p:nvSpPr>
            <p:spPr>
              <a:xfrm>
                <a:off x="4598444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59" name="Freeform 44958">
                <a:extLst>
                  <a:ext uri="{FF2B5EF4-FFF2-40B4-BE49-F238E27FC236}">
                    <a16:creationId xmlns:a16="http://schemas.microsoft.com/office/drawing/2014/main" id="{41BE5924-4165-B25E-2E63-D8EDB77F76A5}"/>
                  </a:ext>
                </a:extLst>
              </p:cNvPr>
              <p:cNvSpPr/>
              <p:nvPr/>
            </p:nvSpPr>
            <p:spPr>
              <a:xfrm>
                <a:off x="4598940" y="6001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0" name="Freeform 44959">
                <a:extLst>
                  <a:ext uri="{FF2B5EF4-FFF2-40B4-BE49-F238E27FC236}">
                    <a16:creationId xmlns:a16="http://schemas.microsoft.com/office/drawing/2014/main" id="{6E67D555-64F4-3E0F-E1FC-7BD55C417A03}"/>
                  </a:ext>
                </a:extLst>
              </p:cNvPr>
              <p:cNvSpPr/>
              <p:nvPr/>
            </p:nvSpPr>
            <p:spPr>
              <a:xfrm>
                <a:off x="4599436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1" name="Freeform 44960">
                <a:extLst>
                  <a:ext uri="{FF2B5EF4-FFF2-40B4-BE49-F238E27FC236}">
                    <a16:creationId xmlns:a16="http://schemas.microsoft.com/office/drawing/2014/main" id="{702FEE46-5DF6-D9C4-189B-0CF2B5865299}"/>
                  </a:ext>
                </a:extLst>
              </p:cNvPr>
              <p:cNvSpPr/>
              <p:nvPr/>
            </p:nvSpPr>
            <p:spPr>
              <a:xfrm>
                <a:off x="4600031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2" name="Freeform 44961">
                <a:extLst>
                  <a:ext uri="{FF2B5EF4-FFF2-40B4-BE49-F238E27FC236}">
                    <a16:creationId xmlns:a16="http://schemas.microsoft.com/office/drawing/2014/main" id="{E19CDE1D-7F9D-1FC3-14F9-89B8989EC002}"/>
                  </a:ext>
                </a:extLst>
              </p:cNvPr>
              <p:cNvSpPr/>
              <p:nvPr/>
            </p:nvSpPr>
            <p:spPr>
              <a:xfrm>
                <a:off x="4600527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3" name="Freeform 44962">
                <a:extLst>
                  <a:ext uri="{FF2B5EF4-FFF2-40B4-BE49-F238E27FC236}">
                    <a16:creationId xmlns:a16="http://schemas.microsoft.com/office/drawing/2014/main" id="{B76C2512-E538-5E13-2D39-C4A6F13660FB}"/>
                  </a:ext>
                </a:extLst>
              </p:cNvPr>
              <p:cNvSpPr/>
              <p:nvPr/>
            </p:nvSpPr>
            <p:spPr>
              <a:xfrm>
                <a:off x="4601023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4" name="Freeform 44963">
                <a:extLst>
                  <a:ext uri="{FF2B5EF4-FFF2-40B4-BE49-F238E27FC236}">
                    <a16:creationId xmlns:a16="http://schemas.microsoft.com/office/drawing/2014/main" id="{9568525B-4A76-6549-2C24-034F2B49350E}"/>
                  </a:ext>
                </a:extLst>
              </p:cNvPr>
              <p:cNvSpPr/>
              <p:nvPr/>
            </p:nvSpPr>
            <p:spPr>
              <a:xfrm>
                <a:off x="4601520" y="5997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5" name="Freeform 44964">
                <a:extLst>
                  <a:ext uri="{FF2B5EF4-FFF2-40B4-BE49-F238E27FC236}">
                    <a16:creationId xmlns:a16="http://schemas.microsoft.com/office/drawing/2014/main" id="{76C6F13E-7B39-4204-BBC5-EA8D18A197E1}"/>
                  </a:ext>
                </a:extLst>
              </p:cNvPr>
              <p:cNvSpPr/>
              <p:nvPr/>
            </p:nvSpPr>
            <p:spPr>
              <a:xfrm>
                <a:off x="4602115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6" name="Freeform 44965">
                <a:extLst>
                  <a:ext uri="{FF2B5EF4-FFF2-40B4-BE49-F238E27FC236}">
                    <a16:creationId xmlns:a16="http://schemas.microsoft.com/office/drawing/2014/main" id="{A83F65F3-E35A-0B5B-0DE8-D429AD15F4D2}"/>
                  </a:ext>
                </a:extLst>
              </p:cNvPr>
              <p:cNvSpPr/>
              <p:nvPr/>
            </p:nvSpPr>
            <p:spPr>
              <a:xfrm>
                <a:off x="4602611" y="5869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7" name="Freeform 44966">
                <a:extLst>
                  <a:ext uri="{FF2B5EF4-FFF2-40B4-BE49-F238E27FC236}">
                    <a16:creationId xmlns:a16="http://schemas.microsoft.com/office/drawing/2014/main" id="{B54DEA34-FF73-9986-7D70-53C163628717}"/>
                  </a:ext>
                </a:extLst>
              </p:cNvPr>
              <p:cNvSpPr/>
              <p:nvPr/>
            </p:nvSpPr>
            <p:spPr>
              <a:xfrm>
                <a:off x="4603107" y="5876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8" name="Freeform 44967">
                <a:extLst>
                  <a:ext uri="{FF2B5EF4-FFF2-40B4-BE49-F238E27FC236}">
                    <a16:creationId xmlns:a16="http://schemas.microsoft.com/office/drawing/2014/main" id="{929ECF2F-C0A9-3866-44C0-47A65F58D178}"/>
                  </a:ext>
                </a:extLst>
              </p:cNvPr>
              <p:cNvSpPr/>
              <p:nvPr/>
            </p:nvSpPr>
            <p:spPr>
              <a:xfrm>
                <a:off x="4603702" y="5891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69" name="Freeform 44968">
                <a:extLst>
                  <a:ext uri="{FF2B5EF4-FFF2-40B4-BE49-F238E27FC236}">
                    <a16:creationId xmlns:a16="http://schemas.microsoft.com/office/drawing/2014/main" id="{13B01E39-339D-7BF9-07A7-2D3A12761C12}"/>
                  </a:ext>
                </a:extLst>
              </p:cNvPr>
              <p:cNvSpPr/>
              <p:nvPr/>
            </p:nvSpPr>
            <p:spPr>
              <a:xfrm>
                <a:off x="4604198" y="589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0" name="Freeform 44969">
                <a:extLst>
                  <a:ext uri="{FF2B5EF4-FFF2-40B4-BE49-F238E27FC236}">
                    <a16:creationId xmlns:a16="http://schemas.microsoft.com/office/drawing/2014/main" id="{1C1720DA-2E87-8C40-769D-E71B3DB84675}"/>
                  </a:ext>
                </a:extLst>
              </p:cNvPr>
              <p:cNvSpPr/>
              <p:nvPr/>
            </p:nvSpPr>
            <p:spPr>
              <a:xfrm>
                <a:off x="4604695" y="5885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1" name="Freeform 44970">
                <a:extLst>
                  <a:ext uri="{FF2B5EF4-FFF2-40B4-BE49-F238E27FC236}">
                    <a16:creationId xmlns:a16="http://schemas.microsoft.com/office/drawing/2014/main" id="{5554BE01-154B-EC8E-1A23-EB364ACEAE20}"/>
                  </a:ext>
                </a:extLst>
              </p:cNvPr>
              <p:cNvSpPr/>
              <p:nvPr/>
            </p:nvSpPr>
            <p:spPr>
              <a:xfrm>
                <a:off x="4605290" y="58789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2" name="Freeform 44971">
                <a:extLst>
                  <a:ext uri="{FF2B5EF4-FFF2-40B4-BE49-F238E27FC236}">
                    <a16:creationId xmlns:a16="http://schemas.microsoft.com/office/drawing/2014/main" id="{24DC75E3-EFE5-BC27-F0DB-49EDD8881A84}"/>
                  </a:ext>
                </a:extLst>
              </p:cNvPr>
              <p:cNvSpPr/>
              <p:nvPr/>
            </p:nvSpPr>
            <p:spPr>
              <a:xfrm>
                <a:off x="4605786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3" name="Freeform 44972">
                <a:extLst>
                  <a:ext uri="{FF2B5EF4-FFF2-40B4-BE49-F238E27FC236}">
                    <a16:creationId xmlns:a16="http://schemas.microsoft.com/office/drawing/2014/main" id="{AF032F23-B985-4A39-1ACB-3C26C0A7E363}"/>
                  </a:ext>
                </a:extLst>
              </p:cNvPr>
              <p:cNvSpPr/>
              <p:nvPr/>
            </p:nvSpPr>
            <p:spPr>
              <a:xfrm>
                <a:off x="4606282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4" name="Freeform 44973">
                <a:extLst>
                  <a:ext uri="{FF2B5EF4-FFF2-40B4-BE49-F238E27FC236}">
                    <a16:creationId xmlns:a16="http://schemas.microsoft.com/office/drawing/2014/main" id="{42D429B1-B536-6C3A-A317-6BBADD001ECC}"/>
                  </a:ext>
                </a:extLst>
              </p:cNvPr>
              <p:cNvSpPr/>
              <p:nvPr/>
            </p:nvSpPr>
            <p:spPr>
              <a:xfrm>
                <a:off x="4606877" y="5804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5" name="Freeform 44974">
                <a:extLst>
                  <a:ext uri="{FF2B5EF4-FFF2-40B4-BE49-F238E27FC236}">
                    <a16:creationId xmlns:a16="http://schemas.microsoft.com/office/drawing/2014/main" id="{0301520E-A1B9-D5B5-49BD-3C34459D0426}"/>
                  </a:ext>
                </a:extLst>
              </p:cNvPr>
              <p:cNvSpPr/>
              <p:nvPr/>
            </p:nvSpPr>
            <p:spPr>
              <a:xfrm>
                <a:off x="4607373" y="5791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6" name="Freeform 44975">
                <a:extLst>
                  <a:ext uri="{FF2B5EF4-FFF2-40B4-BE49-F238E27FC236}">
                    <a16:creationId xmlns:a16="http://schemas.microsoft.com/office/drawing/2014/main" id="{A1895218-6513-F599-F5C4-51F53A171093}"/>
                  </a:ext>
                </a:extLst>
              </p:cNvPr>
              <p:cNvSpPr/>
              <p:nvPr/>
            </p:nvSpPr>
            <p:spPr>
              <a:xfrm>
                <a:off x="4607870" y="5789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7" name="Freeform 44976">
                <a:extLst>
                  <a:ext uri="{FF2B5EF4-FFF2-40B4-BE49-F238E27FC236}">
                    <a16:creationId xmlns:a16="http://schemas.microsoft.com/office/drawing/2014/main" id="{C84EEFAE-6DDC-EB5D-3926-DE021B5488CA}"/>
                  </a:ext>
                </a:extLst>
              </p:cNvPr>
              <p:cNvSpPr/>
              <p:nvPr/>
            </p:nvSpPr>
            <p:spPr>
              <a:xfrm>
                <a:off x="4608465" y="5783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8" name="Freeform 44977">
                <a:extLst>
                  <a:ext uri="{FF2B5EF4-FFF2-40B4-BE49-F238E27FC236}">
                    <a16:creationId xmlns:a16="http://schemas.microsoft.com/office/drawing/2014/main" id="{F859E6FD-5CF4-C90D-A8BF-F3C762CE7F8F}"/>
                  </a:ext>
                </a:extLst>
              </p:cNvPr>
              <p:cNvSpPr/>
              <p:nvPr/>
            </p:nvSpPr>
            <p:spPr>
              <a:xfrm>
                <a:off x="4608961" y="57887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79" name="Freeform 44978">
                <a:extLst>
                  <a:ext uri="{FF2B5EF4-FFF2-40B4-BE49-F238E27FC236}">
                    <a16:creationId xmlns:a16="http://schemas.microsoft.com/office/drawing/2014/main" id="{36235BEE-81F4-60E2-A6BE-AAA2D1EE85FC}"/>
                  </a:ext>
                </a:extLst>
              </p:cNvPr>
              <p:cNvSpPr/>
              <p:nvPr/>
            </p:nvSpPr>
            <p:spPr>
              <a:xfrm>
                <a:off x="4609457" y="5807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0" name="Freeform 44979">
                <a:extLst>
                  <a:ext uri="{FF2B5EF4-FFF2-40B4-BE49-F238E27FC236}">
                    <a16:creationId xmlns:a16="http://schemas.microsoft.com/office/drawing/2014/main" id="{EE2290AF-E22F-5000-9CAE-7DB45C7FA848}"/>
                  </a:ext>
                </a:extLst>
              </p:cNvPr>
              <p:cNvSpPr/>
              <p:nvPr/>
            </p:nvSpPr>
            <p:spPr>
              <a:xfrm>
                <a:off x="4610052" y="586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1" name="Freeform 44980">
                <a:extLst>
                  <a:ext uri="{FF2B5EF4-FFF2-40B4-BE49-F238E27FC236}">
                    <a16:creationId xmlns:a16="http://schemas.microsoft.com/office/drawing/2014/main" id="{1927816C-AFC3-BCB0-B989-6304BD441D1E}"/>
                  </a:ext>
                </a:extLst>
              </p:cNvPr>
              <p:cNvSpPr/>
              <p:nvPr/>
            </p:nvSpPr>
            <p:spPr>
              <a:xfrm>
                <a:off x="4610548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2" name="Freeform 44981">
                <a:extLst>
                  <a:ext uri="{FF2B5EF4-FFF2-40B4-BE49-F238E27FC236}">
                    <a16:creationId xmlns:a16="http://schemas.microsoft.com/office/drawing/2014/main" id="{F912A781-404B-5E2B-1E26-72D55C9094DC}"/>
                  </a:ext>
                </a:extLst>
              </p:cNvPr>
              <p:cNvSpPr/>
              <p:nvPr/>
            </p:nvSpPr>
            <p:spPr>
              <a:xfrm>
                <a:off x="4611045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3" name="Freeform 44982">
                <a:extLst>
                  <a:ext uri="{FF2B5EF4-FFF2-40B4-BE49-F238E27FC236}">
                    <a16:creationId xmlns:a16="http://schemas.microsoft.com/office/drawing/2014/main" id="{9B526518-BA38-C0C1-E588-1CEFA905916B}"/>
                  </a:ext>
                </a:extLst>
              </p:cNvPr>
              <p:cNvSpPr/>
              <p:nvPr/>
            </p:nvSpPr>
            <p:spPr>
              <a:xfrm>
                <a:off x="4611640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4" name="Freeform 44983">
                <a:extLst>
                  <a:ext uri="{FF2B5EF4-FFF2-40B4-BE49-F238E27FC236}">
                    <a16:creationId xmlns:a16="http://schemas.microsoft.com/office/drawing/2014/main" id="{ABE517F7-6B71-AE0A-95F4-F1724B9FE504}"/>
                  </a:ext>
                </a:extLst>
              </p:cNvPr>
              <p:cNvSpPr/>
              <p:nvPr/>
            </p:nvSpPr>
            <p:spPr>
              <a:xfrm>
                <a:off x="4612136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5" name="Freeform 44984">
                <a:extLst>
                  <a:ext uri="{FF2B5EF4-FFF2-40B4-BE49-F238E27FC236}">
                    <a16:creationId xmlns:a16="http://schemas.microsoft.com/office/drawing/2014/main" id="{527375E5-120C-7A15-B7AE-23F560BA8E32}"/>
                  </a:ext>
                </a:extLst>
              </p:cNvPr>
              <p:cNvSpPr/>
              <p:nvPr/>
            </p:nvSpPr>
            <p:spPr>
              <a:xfrm>
                <a:off x="4612632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6" name="Freeform 44985">
                <a:extLst>
                  <a:ext uri="{FF2B5EF4-FFF2-40B4-BE49-F238E27FC236}">
                    <a16:creationId xmlns:a16="http://schemas.microsoft.com/office/drawing/2014/main" id="{273F6B18-EC1D-8B95-63E6-F285BB31B7F8}"/>
                  </a:ext>
                </a:extLst>
              </p:cNvPr>
              <p:cNvSpPr/>
              <p:nvPr/>
            </p:nvSpPr>
            <p:spPr>
              <a:xfrm>
                <a:off x="4613128" y="5976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7" name="Freeform 44986">
                <a:extLst>
                  <a:ext uri="{FF2B5EF4-FFF2-40B4-BE49-F238E27FC236}">
                    <a16:creationId xmlns:a16="http://schemas.microsoft.com/office/drawing/2014/main" id="{32EFEB8D-0868-E664-AD39-72A99484E227}"/>
                  </a:ext>
                </a:extLst>
              </p:cNvPr>
              <p:cNvSpPr/>
              <p:nvPr/>
            </p:nvSpPr>
            <p:spPr>
              <a:xfrm>
                <a:off x="4613723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8" name="Freeform 44987">
                <a:extLst>
                  <a:ext uri="{FF2B5EF4-FFF2-40B4-BE49-F238E27FC236}">
                    <a16:creationId xmlns:a16="http://schemas.microsoft.com/office/drawing/2014/main" id="{CE4735DF-002C-CE1F-350F-E092CD390200}"/>
                  </a:ext>
                </a:extLst>
              </p:cNvPr>
              <p:cNvSpPr/>
              <p:nvPr/>
            </p:nvSpPr>
            <p:spPr>
              <a:xfrm>
                <a:off x="4614220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89" name="Freeform 44988">
                <a:extLst>
                  <a:ext uri="{FF2B5EF4-FFF2-40B4-BE49-F238E27FC236}">
                    <a16:creationId xmlns:a16="http://schemas.microsoft.com/office/drawing/2014/main" id="{51F4D4EE-98F4-F020-1D30-EDC53C79F601}"/>
                  </a:ext>
                </a:extLst>
              </p:cNvPr>
              <p:cNvSpPr/>
              <p:nvPr/>
            </p:nvSpPr>
            <p:spPr>
              <a:xfrm>
                <a:off x="4614716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0" name="Freeform 44989">
                <a:extLst>
                  <a:ext uri="{FF2B5EF4-FFF2-40B4-BE49-F238E27FC236}">
                    <a16:creationId xmlns:a16="http://schemas.microsoft.com/office/drawing/2014/main" id="{0D54D08F-A521-A847-823B-E29A3C53FD3D}"/>
                  </a:ext>
                </a:extLst>
              </p:cNvPr>
              <p:cNvSpPr/>
              <p:nvPr/>
            </p:nvSpPr>
            <p:spPr>
              <a:xfrm>
                <a:off x="4615311" y="5831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1" name="Freeform 44990">
                <a:extLst>
                  <a:ext uri="{FF2B5EF4-FFF2-40B4-BE49-F238E27FC236}">
                    <a16:creationId xmlns:a16="http://schemas.microsoft.com/office/drawing/2014/main" id="{9D3E1998-0EA8-F798-F5A1-EFD7EFFB438A}"/>
                  </a:ext>
                </a:extLst>
              </p:cNvPr>
              <p:cNvSpPr/>
              <p:nvPr/>
            </p:nvSpPr>
            <p:spPr>
              <a:xfrm>
                <a:off x="4615807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2" name="Freeform 44991">
                <a:extLst>
                  <a:ext uri="{FF2B5EF4-FFF2-40B4-BE49-F238E27FC236}">
                    <a16:creationId xmlns:a16="http://schemas.microsoft.com/office/drawing/2014/main" id="{C770C518-7F6A-0DE6-35D1-28301C8B7B59}"/>
                  </a:ext>
                </a:extLst>
              </p:cNvPr>
              <p:cNvSpPr/>
              <p:nvPr/>
            </p:nvSpPr>
            <p:spPr>
              <a:xfrm>
                <a:off x="4616303" y="5831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3" name="Freeform 44992">
                <a:extLst>
                  <a:ext uri="{FF2B5EF4-FFF2-40B4-BE49-F238E27FC236}">
                    <a16:creationId xmlns:a16="http://schemas.microsoft.com/office/drawing/2014/main" id="{3503044B-DD37-B106-D0E9-07928BEE38F4}"/>
                  </a:ext>
                </a:extLst>
              </p:cNvPr>
              <p:cNvSpPr/>
              <p:nvPr/>
            </p:nvSpPr>
            <p:spPr>
              <a:xfrm>
                <a:off x="4616898" y="5827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4" name="Freeform 44993">
                <a:extLst>
                  <a:ext uri="{FF2B5EF4-FFF2-40B4-BE49-F238E27FC236}">
                    <a16:creationId xmlns:a16="http://schemas.microsoft.com/office/drawing/2014/main" id="{6491E87F-AEC9-9A64-DF69-27391FBAD7CB}"/>
                  </a:ext>
                </a:extLst>
              </p:cNvPr>
              <p:cNvSpPr/>
              <p:nvPr/>
            </p:nvSpPr>
            <p:spPr>
              <a:xfrm>
                <a:off x="4617395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5" name="Freeform 44994">
                <a:extLst>
                  <a:ext uri="{FF2B5EF4-FFF2-40B4-BE49-F238E27FC236}">
                    <a16:creationId xmlns:a16="http://schemas.microsoft.com/office/drawing/2014/main" id="{11DD731D-B6C6-1107-B935-D3DF8790E550}"/>
                  </a:ext>
                </a:extLst>
              </p:cNvPr>
              <p:cNvSpPr/>
              <p:nvPr/>
            </p:nvSpPr>
            <p:spPr>
              <a:xfrm>
                <a:off x="4617891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6" name="Freeform 44995">
                <a:extLst>
                  <a:ext uri="{FF2B5EF4-FFF2-40B4-BE49-F238E27FC236}">
                    <a16:creationId xmlns:a16="http://schemas.microsoft.com/office/drawing/2014/main" id="{1D83D6A7-C987-429A-F57A-6C90BF1BD2DC}"/>
                  </a:ext>
                </a:extLst>
              </p:cNvPr>
              <p:cNvSpPr/>
              <p:nvPr/>
            </p:nvSpPr>
            <p:spPr>
              <a:xfrm>
                <a:off x="4618486" y="5831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7" name="Freeform 44996">
                <a:extLst>
                  <a:ext uri="{FF2B5EF4-FFF2-40B4-BE49-F238E27FC236}">
                    <a16:creationId xmlns:a16="http://schemas.microsoft.com/office/drawing/2014/main" id="{61114699-5B62-79B5-CAF9-9CFEB0EA9C37}"/>
                  </a:ext>
                </a:extLst>
              </p:cNvPr>
              <p:cNvSpPr/>
              <p:nvPr/>
            </p:nvSpPr>
            <p:spPr>
              <a:xfrm>
                <a:off x="4618982" y="5831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8" name="Freeform 44997">
                <a:extLst>
                  <a:ext uri="{FF2B5EF4-FFF2-40B4-BE49-F238E27FC236}">
                    <a16:creationId xmlns:a16="http://schemas.microsoft.com/office/drawing/2014/main" id="{819A3EA2-7E69-9A6D-5797-E64E3A95E742}"/>
                  </a:ext>
                </a:extLst>
              </p:cNvPr>
              <p:cNvSpPr/>
              <p:nvPr/>
            </p:nvSpPr>
            <p:spPr>
              <a:xfrm>
                <a:off x="4619478" y="5785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99" name="Freeform 44998">
                <a:extLst>
                  <a:ext uri="{FF2B5EF4-FFF2-40B4-BE49-F238E27FC236}">
                    <a16:creationId xmlns:a16="http://schemas.microsoft.com/office/drawing/2014/main" id="{9B26E077-B25D-BBFE-7737-ACEDD2E3509C}"/>
                  </a:ext>
                </a:extLst>
              </p:cNvPr>
              <p:cNvSpPr/>
              <p:nvPr/>
            </p:nvSpPr>
            <p:spPr>
              <a:xfrm>
                <a:off x="4620073" y="5755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0" name="Freeform 44999">
                <a:extLst>
                  <a:ext uri="{FF2B5EF4-FFF2-40B4-BE49-F238E27FC236}">
                    <a16:creationId xmlns:a16="http://schemas.microsoft.com/office/drawing/2014/main" id="{21AC8C06-B2D0-DF84-52DB-9D619A5CC616}"/>
                  </a:ext>
                </a:extLst>
              </p:cNvPr>
              <p:cNvSpPr/>
              <p:nvPr/>
            </p:nvSpPr>
            <p:spPr>
              <a:xfrm>
                <a:off x="4620570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1" name="Freeform 45000">
                <a:extLst>
                  <a:ext uri="{FF2B5EF4-FFF2-40B4-BE49-F238E27FC236}">
                    <a16:creationId xmlns:a16="http://schemas.microsoft.com/office/drawing/2014/main" id="{7A1491FF-E38E-2607-2EC2-A2A84F5D23FE}"/>
                  </a:ext>
                </a:extLst>
              </p:cNvPr>
              <p:cNvSpPr/>
              <p:nvPr/>
            </p:nvSpPr>
            <p:spPr>
              <a:xfrm>
                <a:off x="4621066" y="5803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2" name="Freeform 45001">
                <a:extLst>
                  <a:ext uri="{FF2B5EF4-FFF2-40B4-BE49-F238E27FC236}">
                    <a16:creationId xmlns:a16="http://schemas.microsoft.com/office/drawing/2014/main" id="{640AA110-A882-1E8A-E62B-E699EDB423D3}"/>
                  </a:ext>
                </a:extLst>
              </p:cNvPr>
              <p:cNvSpPr/>
              <p:nvPr/>
            </p:nvSpPr>
            <p:spPr>
              <a:xfrm>
                <a:off x="4621661" y="5822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3" name="Freeform 45002">
                <a:extLst>
                  <a:ext uri="{FF2B5EF4-FFF2-40B4-BE49-F238E27FC236}">
                    <a16:creationId xmlns:a16="http://schemas.microsoft.com/office/drawing/2014/main" id="{E001E1E3-FCA3-16AB-0D44-B8548A3C3993}"/>
                  </a:ext>
                </a:extLst>
              </p:cNvPr>
              <p:cNvSpPr/>
              <p:nvPr/>
            </p:nvSpPr>
            <p:spPr>
              <a:xfrm>
                <a:off x="4622157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4" name="Freeform 45003">
                <a:extLst>
                  <a:ext uri="{FF2B5EF4-FFF2-40B4-BE49-F238E27FC236}">
                    <a16:creationId xmlns:a16="http://schemas.microsoft.com/office/drawing/2014/main" id="{8FB00D43-6716-4318-9E46-F96FFF735365}"/>
                  </a:ext>
                </a:extLst>
              </p:cNvPr>
              <p:cNvSpPr/>
              <p:nvPr/>
            </p:nvSpPr>
            <p:spPr>
              <a:xfrm>
                <a:off x="4622653" y="5869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5" name="Freeform 45004">
                <a:extLst>
                  <a:ext uri="{FF2B5EF4-FFF2-40B4-BE49-F238E27FC236}">
                    <a16:creationId xmlns:a16="http://schemas.microsoft.com/office/drawing/2014/main" id="{E9973058-3527-7751-6B3E-C873CC139D47}"/>
                  </a:ext>
                </a:extLst>
              </p:cNvPr>
              <p:cNvSpPr/>
              <p:nvPr/>
            </p:nvSpPr>
            <p:spPr>
              <a:xfrm>
                <a:off x="4623248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6" name="Freeform 45005">
                <a:extLst>
                  <a:ext uri="{FF2B5EF4-FFF2-40B4-BE49-F238E27FC236}">
                    <a16:creationId xmlns:a16="http://schemas.microsoft.com/office/drawing/2014/main" id="{A09E5C81-6552-898E-A73C-15813B11DDB0}"/>
                  </a:ext>
                </a:extLst>
              </p:cNvPr>
              <p:cNvSpPr/>
              <p:nvPr/>
            </p:nvSpPr>
            <p:spPr>
              <a:xfrm>
                <a:off x="4623745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7" name="Freeform 45006">
                <a:extLst>
                  <a:ext uri="{FF2B5EF4-FFF2-40B4-BE49-F238E27FC236}">
                    <a16:creationId xmlns:a16="http://schemas.microsoft.com/office/drawing/2014/main" id="{97FCB219-6557-20A8-A081-9C70CA8EB24A}"/>
                  </a:ext>
                </a:extLst>
              </p:cNvPr>
              <p:cNvSpPr/>
              <p:nvPr/>
            </p:nvSpPr>
            <p:spPr>
              <a:xfrm>
                <a:off x="4624241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8" name="Freeform 45007">
                <a:extLst>
                  <a:ext uri="{FF2B5EF4-FFF2-40B4-BE49-F238E27FC236}">
                    <a16:creationId xmlns:a16="http://schemas.microsoft.com/office/drawing/2014/main" id="{8E67CEEB-1FD2-2381-1E65-414282CB69D3}"/>
                  </a:ext>
                </a:extLst>
              </p:cNvPr>
              <p:cNvSpPr/>
              <p:nvPr/>
            </p:nvSpPr>
            <p:spPr>
              <a:xfrm>
                <a:off x="4624737" y="601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09" name="Freeform 45008">
                <a:extLst>
                  <a:ext uri="{FF2B5EF4-FFF2-40B4-BE49-F238E27FC236}">
                    <a16:creationId xmlns:a16="http://schemas.microsoft.com/office/drawing/2014/main" id="{5F26B872-D4B0-C5A1-A9FE-D30C15A30230}"/>
                  </a:ext>
                </a:extLst>
              </p:cNvPr>
              <p:cNvSpPr/>
              <p:nvPr/>
            </p:nvSpPr>
            <p:spPr>
              <a:xfrm>
                <a:off x="4625332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0" name="Freeform 45009">
                <a:extLst>
                  <a:ext uri="{FF2B5EF4-FFF2-40B4-BE49-F238E27FC236}">
                    <a16:creationId xmlns:a16="http://schemas.microsoft.com/office/drawing/2014/main" id="{9C196F43-5E84-CB8F-7F19-B6BDED62F524}"/>
                  </a:ext>
                </a:extLst>
              </p:cNvPr>
              <p:cNvSpPr/>
              <p:nvPr/>
            </p:nvSpPr>
            <p:spPr>
              <a:xfrm>
                <a:off x="4625828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1" name="Freeform 45010">
                <a:extLst>
                  <a:ext uri="{FF2B5EF4-FFF2-40B4-BE49-F238E27FC236}">
                    <a16:creationId xmlns:a16="http://schemas.microsoft.com/office/drawing/2014/main" id="{D3A98975-E663-B263-C675-B592F57FEC12}"/>
                  </a:ext>
                </a:extLst>
              </p:cNvPr>
              <p:cNvSpPr/>
              <p:nvPr/>
            </p:nvSpPr>
            <p:spPr>
              <a:xfrm>
                <a:off x="4626324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2" name="Freeform 45011">
                <a:extLst>
                  <a:ext uri="{FF2B5EF4-FFF2-40B4-BE49-F238E27FC236}">
                    <a16:creationId xmlns:a16="http://schemas.microsoft.com/office/drawing/2014/main" id="{EAD7B2FB-8A85-7994-8D08-3FA32E9DDDD6}"/>
                  </a:ext>
                </a:extLst>
              </p:cNvPr>
              <p:cNvSpPr/>
              <p:nvPr/>
            </p:nvSpPr>
            <p:spPr>
              <a:xfrm>
                <a:off x="4626920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3" name="Freeform 45012">
                <a:extLst>
                  <a:ext uri="{FF2B5EF4-FFF2-40B4-BE49-F238E27FC236}">
                    <a16:creationId xmlns:a16="http://schemas.microsoft.com/office/drawing/2014/main" id="{638EA484-277B-4D04-C87A-DA122B0AE2B4}"/>
                  </a:ext>
                </a:extLst>
              </p:cNvPr>
              <p:cNvSpPr/>
              <p:nvPr/>
            </p:nvSpPr>
            <p:spPr>
              <a:xfrm>
                <a:off x="4627416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4" name="Freeform 45013">
                <a:extLst>
                  <a:ext uri="{FF2B5EF4-FFF2-40B4-BE49-F238E27FC236}">
                    <a16:creationId xmlns:a16="http://schemas.microsoft.com/office/drawing/2014/main" id="{58531C82-2DB0-97C2-D074-5DDD5BA2BADB}"/>
                  </a:ext>
                </a:extLst>
              </p:cNvPr>
              <p:cNvSpPr/>
              <p:nvPr/>
            </p:nvSpPr>
            <p:spPr>
              <a:xfrm>
                <a:off x="4627912" y="5944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5" name="Freeform 45014">
                <a:extLst>
                  <a:ext uri="{FF2B5EF4-FFF2-40B4-BE49-F238E27FC236}">
                    <a16:creationId xmlns:a16="http://schemas.microsoft.com/office/drawing/2014/main" id="{4B6787AB-0004-A233-2EF4-E1B5806AD1FC}"/>
                  </a:ext>
                </a:extLst>
              </p:cNvPr>
              <p:cNvSpPr/>
              <p:nvPr/>
            </p:nvSpPr>
            <p:spPr>
              <a:xfrm>
                <a:off x="4628507" y="5943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6" name="Freeform 45015">
                <a:extLst>
                  <a:ext uri="{FF2B5EF4-FFF2-40B4-BE49-F238E27FC236}">
                    <a16:creationId xmlns:a16="http://schemas.microsoft.com/office/drawing/2014/main" id="{688AE1D6-8AB1-20C3-A539-3D6C06AF99C9}"/>
                  </a:ext>
                </a:extLst>
              </p:cNvPr>
              <p:cNvSpPr/>
              <p:nvPr/>
            </p:nvSpPr>
            <p:spPr>
              <a:xfrm>
                <a:off x="4629003" y="5937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7" name="Freeform 45016">
                <a:extLst>
                  <a:ext uri="{FF2B5EF4-FFF2-40B4-BE49-F238E27FC236}">
                    <a16:creationId xmlns:a16="http://schemas.microsoft.com/office/drawing/2014/main" id="{3174E00B-569D-5DE3-4BF8-8D1D3807ECA3}"/>
                  </a:ext>
                </a:extLst>
              </p:cNvPr>
              <p:cNvSpPr/>
              <p:nvPr/>
            </p:nvSpPr>
            <p:spPr>
              <a:xfrm>
                <a:off x="4629499" y="593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8" name="Freeform 45017">
                <a:extLst>
                  <a:ext uri="{FF2B5EF4-FFF2-40B4-BE49-F238E27FC236}">
                    <a16:creationId xmlns:a16="http://schemas.microsoft.com/office/drawing/2014/main" id="{A13A158E-E0A3-5006-6E71-12348CE1FF4A}"/>
                  </a:ext>
                </a:extLst>
              </p:cNvPr>
              <p:cNvSpPr/>
              <p:nvPr/>
            </p:nvSpPr>
            <p:spPr>
              <a:xfrm>
                <a:off x="4630095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19" name="Freeform 45018">
                <a:extLst>
                  <a:ext uri="{FF2B5EF4-FFF2-40B4-BE49-F238E27FC236}">
                    <a16:creationId xmlns:a16="http://schemas.microsoft.com/office/drawing/2014/main" id="{A3D2E42D-28BC-5DE7-E877-FFD741777899}"/>
                  </a:ext>
                </a:extLst>
              </p:cNvPr>
              <p:cNvSpPr/>
              <p:nvPr/>
            </p:nvSpPr>
            <p:spPr>
              <a:xfrm>
                <a:off x="4630591" y="5927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0" name="Freeform 45019">
                <a:extLst>
                  <a:ext uri="{FF2B5EF4-FFF2-40B4-BE49-F238E27FC236}">
                    <a16:creationId xmlns:a16="http://schemas.microsoft.com/office/drawing/2014/main" id="{382BDFA1-1A39-2BE8-68A2-51A961A1B92C}"/>
                  </a:ext>
                </a:extLst>
              </p:cNvPr>
              <p:cNvSpPr/>
              <p:nvPr/>
            </p:nvSpPr>
            <p:spPr>
              <a:xfrm>
                <a:off x="4631087" y="5921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1" name="Freeform 45020">
                <a:extLst>
                  <a:ext uri="{FF2B5EF4-FFF2-40B4-BE49-F238E27FC236}">
                    <a16:creationId xmlns:a16="http://schemas.microsoft.com/office/drawing/2014/main" id="{242A7BF0-F77E-F68B-7059-91942E552F26}"/>
                  </a:ext>
                </a:extLst>
              </p:cNvPr>
              <p:cNvSpPr/>
              <p:nvPr/>
            </p:nvSpPr>
            <p:spPr>
              <a:xfrm>
                <a:off x="4631682" y="591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2" name="Freeform 45021">
                <a:extLst>
                  <a:ext uri="{FF2B5EF4-FFF2-40B4-BE49-F238E27FC236}">
                    <a16:creationId xmlns:a16="http://schemas.microsoft.com/office/drawing/2014/main" id="{3F0B967A-D088-439D-F330-31DAF22A9565}"/>
                  </a:ext>
                </a:extLst>
              </p:cNvPr>
              <p:cNvSpPr/>
              <p:nvPr/>
            </p:nvSpPr>
            <p:spPr>
              <a:xfrm>
                <a:off x="4632178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3" name="Freeform 45022">
                <a:extLst>
                  <a:ext uri="{FF2B5EF4-FFF2-40B4-BE49-F238E27FC236}">
                    <a16:creationId xmlns:a16="http://schemas.microsoft.com/office/drawing/2014/main" id="{F17247FF-6694-0D7F-4BAD-8772D37815E1}"/>
                  </a:ext>
                </a:extLst>
              </p:cNvPr>
              <p:cNvSpPr/>
              <p:nvPr/>
            </p:nvSpPr>
            <p:spPr>
              <a:xfrm>
                <a:off x="4632674" y="5885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4" name="Freeform 45023">
                <a:extLst>
                  <a:ext uri="{FF2B5EF4-FFF2-40B4-BE49-F238E27FC236}">
                    <a16:creationId xmlns:a16="http://schemas.microsoft.com/office/drawing/2014/main" id="{0B52C817-B27A-DD3A-364D-5F953A356F32}"/>
                  </a:ext>
                </a:extLst>
              </p:cNvPr>
              <p:cNvSpPr/>
              <p:nvPr/>
            </p:nvSpPr>
            <p:spPr>
              <a:xfrm>
                <a:off x="4633270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5" name="Freeform 45024">
                <a:extLst>
                  <a:ext uri="{FF2B5EF4-FFF2-40B4-BE49-F238E27FC236}">
                    <a16:creationId xmlns:a16="http://schemas.microsoft.com/office/drawing/2014/main" id="{0E95E593-E02A-085F-01F3-55D63DA1C3DF}"/>
                  </a:ext>
                </a:extLst>
              </p:cNvPr>
              <p:cNvSpPr/>
              <p:nvPr/>
            </p:nvSpPr>
            <p:spPr>
              <a:xfrm>
                <a:off x="4633766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6" name="Freeform 45025">
                <a:extLst>
                  <a:ext uri="{FF2B5EF4-FFF2-40B4-BE49-F238E27FC236}">
                    <a16:creationId xmlns:a16="http://schemas.microsoft.com/office/drawing/2014/main" id="{9B20D684-0A8A-DC7B-44E0-E2A34C8C4670}"/>
                  </a:ext>
                </a:extLst>
              </p:cNvPr>
              <p:cNvSpPr/>
              <p:nvPr/>
            </p:nvSpPr>
            <p:spPr>
              <a:xfrm>
                <a:off x="4634262" y="5871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7" name="Freeform 45026">
                <a:extLst>
                  <a:ext uri="{FF2B5EF4-FFF2-40B4-BE49-F238E27FC236}">
                    <a16:creationId xmlns:a16="http://schemas.microsoft.com/office/drawing/2014/main" id="{4E9D6ED2-8465-7886-6940-1354FD7F7DE9}"/>
                  </a:ext>
                </a:extLst>
              </p:cNvPr>
              <p:cNvSpPr/>
              <p:nvPr/>
            </p:nvSpPr>
            <p:spPr>
              <a:xfrm>
                <a:off x="4634857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8" name="Freeform 45027">
                <a:extLst>
                  <a:ext uri="{FF2B5EF4-FFF2-40B4-BE49-F238E27FC236}">
                    <a16:creationId xmlns:a16="http://schemas.microsoft.com/office/drawing/2014/main" id="{2DC9FE6A-45C1-50A1-B16B-A4B7F69B62BE}"/>
                  </a:ext>
                </a:extLst>
              </p:cNvPr>
              <p:cNvSpPr/>
              <p:nvPr/>
            </p:nvSpPr>
            <p:spPr>
              <a:xfrm>
                <a:off x="4635353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29" name="Freeform 45028">
                <a:extLst>
                  <a:ext uri="{FF2B5EF4-FFF2-40B4-BE49-F238E27FC236}">
                    <a16:creationId xmlns:a16="http://schemas.microsoft.com/office/drawing/2014/main" id="{A6B4BD30-6E4E-AC6D-D32C-AB3327202378}"/>
                  </a:ext>
                </a:extLst>
              </p:cNvPr>
              <p:cNvSpPr/>
              <p:nvPr/>
            </p:nvSpPr>
            <p:spPr>
              <a:xfrm>
                <a:off x="4635849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0" name="Freeform 45029">
                <a:extLst>
                  <a:ext uri="{FF2B5EF4-FFF2-40B4-BE49-F238E27FC236}">
                    <a16:creationId xmlns:a16="http://schemas.microsoft.com/office/drawing/2014/main" id="{389613BB-8DE6-9538-8B4C-F927E21B3E53}"/>
                  </a:ext>
                </a:extLst>
              </p:cNvPr>
              <p:cNvSpPr/>
              <p:nvPr/>
            </p:nvSpPr>
            <p:spPr>
              <a:xfrm>
                <a:off x="4636445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1" name="Freeform 45030">
                <a:extLst>
                  <a:ext uri="{FF2B5EF4-FFF2-40B4-BE49-F238E27FC236}">
                    <a16:creationId xmlns:a16="http://schemas.microsoft.com/office/drawing/2014/main" id="{01945273-6D20-940C-DDC4-3AF3FC6CF700}"/>
                  </a:ext>
                </a:extLst>
              </p:cNvPr>
              <p:cNvSpPr/>
              <p:nvPr/>
            </p:nvSpPr>
            <p:spPr>
              <a:xfrm>
                <a:off x="4636941" y="601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2" name="Freeform 45031">
                <a:extLst>
                  <a:ext uri="{FF2B5EF4-FFF2-40B4-BE49-F238E27FC236}">
                    <a16:creationId xmlns:a16="http://schemas.microsoft.com/office/drawing/2014/main" id="{3A06ECAD-2374-15CC-F8E5-E6A2FE94101D}"/>
                  </a:ext>
                </a:extLst>
              </p:cNvPr>
              <p:cNvSpPr/>
              <p:nvPr/>
            </p:nvSpPr>
            <p:spPr>
              <a:xfrm>
                <a:off x="4637437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3" name="Freeform 45032">
                <a:extLst>
                  <a:ext uri="{FF2B5EF4-FFF2-40B4-BE49-F238E27FC236}">
                    <a16:creationId xmlns:a16="http://schemas.microsoft.com/office/drawing/2014/main" id="{1BC80857-61A4-F118-7C1B-B7909911615D}"/>
                  </a:ext>
                </a:extLst>
              </p:cNvPr>
              <p:cNvSpPr/>
              <p:nvPr/>
            </p:nvSpPr>
            <p:spPr>
              <a:xfrm>
                <a:off x="4637933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4" name="Freeform 45033">
                <a:extLst>
                  <a:ext uri="{FF2B5EF4-FFF2-40B4-BE49-F238E27FC236}">
                    <a16:creationId xmlns:a16="http://schemas.microsoft.com/office/drawing/2014/main" id="{8941A7FE-0563-9609-7B8D-C2C1E32F3CD7}"/>
                  </a:ext>
                </a:extLst>
              </p:cNvPr>
              <p:cNvSpPr/>
              <p:nvPr/>
            </p:nvSpPr>
            <p:spPr>
              <a:xfrm>
                <a:off x="4638528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5" name="Freeform 45034">
                <a:extLst>
                  <a:ext uri="{FF2B5EF4-FFF2-40B4-BE49-F238E27FC236}">
                    <a16:creationId xmlns:a16="http://schemas.microsoft.com/office/drawing/2014/main" id="{A4B8E7A7-1C5B-5BF4-CBBB-15587E9B08A4}"/>
                  </a:ext>
                </a:extLst>
              </p:cNvPr>
              <p:cNvSpPr/>
              <p:nvPr/>
            </p:nvSpPr>
            <p:spPr>
              <a:xfrm>
                <a:off x="4639024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6" name="Freeform 45035">
                <a:extLst>
                  <a:ext uri="{FF2B5EF4-FFF2-40B4-BE49-F238E27FC236}">
                    <a16:creationId xmlns:a16="http://schemas.microsoft.com/office/drawing/2014/main" id="{1626968C-EB94-96F4-28A4-B9E9E74FF33A}"/>
                  </a:ext>
                </a:extLst>
              </p:cNvPr>
              <p:cNvSpPr/>
              <p:nvPr/>
            </p:nvSpPr>
            <p:spPr>
              <a:xfrm>
                <a:off x="4639520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7" name="Freeform 45036">
                <a:extLst>
                  <a:ext uri="{FF2B5EF4-FFF2-40B4-BE49-F238E27FC236}">
                    <a16:creationId xmlns:a16="http://schemas.microsoft.com/office/drawing/2014/main" id="{68B0B8EF-76FA-E1FE-0CEC-E4F0CA13E201}"/>
                  </a:ext>
                </a:extLst>
              </p:cNvPr>
              <p:cNvSpPr/>
              <p:nvPr/>
            </p:nvSpPr>
            <p:spPr>
              <a:xfrm>
                <a:off x="4640116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8" name="Freeform 45037">
                <a:extLst>
                  <a:ext uri="{FF2B5EF4-FFF2-40B4-BE49-F238E27FC236}">
                    <a16:creationId xmlns:a16="http://schemas.microsoft.com/office/drawing/2014/main" id="{D52E75D5-35C6-DA0C-E5F7-EDAF9C2BB9A5}"/>
                  </a:ext>
                </a:extLst>
              </p:cNvPr>
              <p:cNvSpPr/>
              <p:nvPr/>
            </p:nvSpPr>
            <p:spPr>
              <a:xfrm>
                <a:off x="4640612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39" name="Freeform 45038">
                <a:extLst>
                  <a:ext uri="{FF2B5EF4-FFF2-40B4-BE49-F238E27FC236}">
                    <a16:creationId xmlns:a16="http://schemas.microsoft.com/office/drawing/2014/main" id="{FDF61335-7660-33FE-EBE7-BA6ED1D45B61}"/>
                  </a:ext>
                </a:extLst>
              </p:cNvPr>
              <p:cNvSpPr/>
              <p:nvPr/>
            </p:nvSpPr>
            <p:spPr>
              <a:xfrm>
                <a:off x="4641108" y="5894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0" name="Freeform 45039">
                <a:extLst>
                  <a:ext uri="{FF2B5EF4-FFF2-40B4-BE49-F238E27FC236}">
                    <a16:creationId xmlns:a16="http://schemas.microsoft.com/office/drawing/2014/main" id="{C32547BD-C2FD-50F9-C0DD-A205365BA360}"/>
                  </a:ext>
                </a:extLst>
              </p:cNvPr>
              <p:cNvSpPr/>
              <p:nvPr/>
            </p:nvSpPr>
            <p:spPr>
              <a:xfrm>
                <a:off x="4641703" y="5864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1" name="Freeform 45040">
                <a:extLst>
                  <a:ext uri="{FF2B5EF4-FFF2-40B4-BE49-F238E27FC236}">
                    <a16:creationId xmlns:a16="http://schemas.microsoft.com/office/drawing/2014/main" id="{E2D456DA-E4A3-F628-C18A-857FAD010C04}"/>
                  </a:ext>
                </a:extLst>
              </p:cNvPr>
              <p:cNvSpPr/>
              <p:nvPr/>
            </p:nvSpPr>
            <p:spPr>
              <a:xfrm>
                <a:off x="4642199" y="5893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2" name="Freeform 45041">
                <a:extLst>
                  <a:ext uri="{FF2B5EF4-FFF2-40B4-BE49-F238E27FC236}">
                    <a16:creationId xmlns:a16="http://schemas.microsoft.com/office/drawing/2014/main" id="{7B96C733-F45C-7386-6BF6-F7897525D357}"/>
                  </a:ext>
                </a:extLst>
              </p:cNvPr>
              <p:cNvSpPr/>
              <p:nvPr/>
            </p:nvSpPr>
            <p:spPr>
              <a:xfrm>
                <a:off x="4642695" y="5914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3" name="Freeform 45042">
                <a:extLst>
                  <a:ext uri="{FF2B5EF4-FFF2-40B4-BE49-F238E27FC236}">
                    <a16:creationId xmlns:a16="http://schemas.microsoft.com/office/drawing/2014/main" id="{E10809E1-DF46-E6EB-147B-9B7F97EB449E}"/>
                  </a:ext>
                </a:extLst>
              </p:cNvPr>
              <p:cNvSpPr/>
              <p:nvPr/>
            </p:nvSpPr>
            <p:spPr>
              <a:xfrm>
                <a:off x="4643291" y="5903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4" name="Freeform 45043">
                <a:extLst>
                  <a:ext uri="{FF2B5EF4-FFF2-40B4-BE49-F238E27FC236}">
                    <a16:creationId xmlns:a16="http://schemas.microsoft.com/office/drawing/2014/main" id="{D5A4B399-8C54-BD6A-0750-E2C14A1EF6B8}"/>
                  </a:ext>
                </a:extLst>
              </p:cNvPr>
              <p:cNvSpPr/>
              <p:nvPr/>
            </p:nvSpPr>
            <p:spPr>
              <a:xfrm>
                <a:off x="4643787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5" name="Freeform 45044">
                <a:extLst>
                  <a:ext uri="{FF2B5EF4-FFF2-40B4-BE49-F238E27FC236}">
                    <a16:creationId xmlns:a16="http://schemas.microsoft.com/office/drawing/2014/main" id="{4EDD8B2A-3FD2-DE52-262C-63F34B53B6AC}"/>
                  </a:ext>
                </a:extLst>
              </p:cNvPr>
              <p:cNvSpPr/>
              <p:nvPr/>
            </p:nvSpPr>
            <p:spPr>
              <a:xfrm>
                <a:off x="4644283" y="592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6" name="Freeform 45045">
                <a:extLst>
                  <a:ext uri="{FF2B5EF4-FFF2-40B4-BE49-F238E27FC236}">
                    <a16:creationId xmlns:a16="http://schemas.microsoft.com/office/drawing/2014/main" id="{EADDBC35-31F2-8884-AE61-C2434823E55C}"/>
                  </a:ext>
                </a:extLst>
              </p:cNvPr>
              <p:cNvSpPr/>
              <p:nvPr/>
            </p:nvSpPr>
            <p:spPr>
              <a:xfrm>
                <a:off x="4644878" y="5905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7" name="Freeform 45046">
                <a:extLst>
                  <a:ext uri="{FF2B5EF4-FFF2-40B4-BE49-F238E27FC236}">
                    <a16:creationId xmlns:a16="http://schemas.microsoft.com/office/drawing/2014/main" id="{5A6E4AB4-5BFD-CED8-4DAD-239895AE5342}"/>
                  </a:ext>
                </a:extLst>
              </p:cNvPr>
              <p:cNvSpPr/>
              <p:nvPr/>
            </p:nvSpPr>
            <p:spPr>
              <a:xfrm>
                <a:off x="4645374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8" name="Freeform 45047">
                <a:extLst>
                  <a:ext uri="{FF2B5EF4-FFF2-40B4-BE49-F238E27FC236}">
                    <a16:creationId xmlns:a16="http://schemas.microsoft.com/office/drawing/2014/main" id="{AB2A4711-9FC3-3233-5D7D-1442856C1ABC}"/>
                  </a:ext>
                </a:extLst>
              </p:cNvPr>
              <p:cNvSpPr/>
              <p:nvPr/>
            </p:nvSpPr>
            <p:spPr>
              <a:xfrm>
                <a:off x="4645870" y="5882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49" name="Freeform 45048">
                <a:extLst>
                  <a:ext uri="{FF2B5EF4-FFF2-40B4-BE49-F238E27FC236}">
                    <a16:creationId xmlns:a16="http://schemas.microsoft.com/office/drawing/2014/main" id="{3828462E-57AF-E6F9-FAA8-924A3E1A48C1}"/>
                  </a:ext>
                </a:extLst>
              </p:cNvPr>
              <p:cNvSpPr/>
              <p:nvPr/>
            </p:nvSpPr>
            <p:spPr>
              <a:xfrm>
                <a:off x="4646466" y="5854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0" name="Freeform 45049">
                <a:extLst>
                  <a:ext uri="{FF2B5EF4-FFF2-40B4-BE49-F238E27FC236}">
                    <a16:creationId xmlns:a16="http://schemas.microsoft.com/office/drawing/2014/main" id="{63AB1ADE-CB22-F5AC-EAA8-E7B8B06C672D}"/>
                  </a:ext>
                </a:extLst>
              </p:cNvPr>
              <p:cNvSpPr/>
              <p:nvPr/>
            </p:nvSpPr>
            <p:spPr>
              <a:xfrm>
                <a:off x="4646962" y="584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1" name="Freeform 45050">
                <a:extLst>
                  <a:ext uri="{FF2B5EF4-FFF2-40B4-BE49-F238E27FC236}">
                    <a16:creationId xmlns:a16="http://schemas.microsoft.com/office/drawing/2014/main" id="{6211FDA4-DDD6-BA38-FC45-A08EEF75F493}"/>
                  </a:ext>
                </a:extLst>
              </p:cNvPr>
              <p:cNvSpPr/>
              <p:nvPr/>
            </p:nvSpPr>
            <p:spPr>
              <a:xfrm>
                <a:off x="4647458" y="5853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2" name="Freeform 45051">
                <a:extLst>
                  <a:ext uri="{FF2B5EF4-FFF2-40B4-BE49-F238E27FC236}">
                    <a16:creationId xmlns:a16="http://schemas.microsoft.com/office/drawing/2014/main" id="{F5003C59-D68C-FF1B-571F-5D47C565CA87}"/>
                  </a:ext>
                </a:extLst>
              </p:cNvPr>
              <p:cNvSpPr/>
              <p:nvPr/>
            </p:nvSpPr>
            <p:spPr>
              <a:xfrm>
                <a:off x="464805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3" name="Freeform 45052">
                <a:extLst>
                  <a:ext uri="{FF2B5EF4-FFF2-40B4-BE49-F238E27FC236}">
                    <a16:creationId xmlns:a16="http://schemas.microsoft.com/office/drawing/2014/main" id="{34B008A3-C19C-C383-2170-B8ADE5A7F544}"/>
                  </a:ext>
                </a:extLst>
              </p:cNvPr>
              <p:cNvSpPr/>
              <p:nvPr/>
            </p:nvSpPr>
            <p:spPr>
              <a:xfrm>
                <a:off x="46485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4" name="Freeform 45053">
                <a:extLst>
                  <a:ext uri="{FF2B5EF4-FFF2-40B4-BE49-F238E27FC236}">
                    <a16:creationId xmlns:a16="http://schemas.microsoft.com/office/drawing/2014/main" id="{E41096D6-DE24-18E2-C367-E39EE8378DBE}"/>
                  </a:ext>
                </a:extLst>
              </p:cNvPr>
              <p:cNvSpPr/>
              <p:nvPr/>
            </p:nvSpPr>
            <p:spPr>
              <a:xfrm>
                <a:off x="46490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5" name="Freeform 45054">
                <a:extLst>
                  <a:ext uri="{FF2B5EF4-FFF2-40B4-BE49-F238E27FC236}">
                    <a16:creationId xmlns:a16="http://schemas.microsoft.com/office/drawing/2014/main" id="{E7089810-A73D-E615-3892-00590C2A22B2}"/>
                  </a:ext>
                </a:extLst>
              </p:cNvPr>
              <p:cNvSpPr/>
              <p:nvPr/>
            </p:nvSpPr>
            <p:spPr>
              <a:xfrm>
                <a:off x="46495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6" name="Freeform 45055">
                <a:extLst>
                  <a:ext uri="{FF2B5EF4-FFF2-40B4-BE49-F238E27FC236}">
                    <a16:creationId xmlns:a16="http://schemas.microsoft.com/office/drawing/2014/main" id="{4DBB0163-0184-A4C3-BEE3-0B4DE536CB19}"/>
                  </a:ext>
                </a:extLst>
              </p:cNvPr>
              <p:cNvSpPr/>
              <p:nvPr/>
            </p:nvSpPr>
            <p:spPr>
              <a:xfrm>
                <a:off x="46501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7" name="Freeform 45056">
                <a:extLst>
                  <a:ext uri="{FF2B5EF4-FFF2-40B4-BE49-F238E27FC236}">
                    <a16:creationId xmlns:a16="http://schemas.microsoft.com/office/drawing/2014/main" id="{0C943713-4D08-1F5D-AC1C-65CC84F7EA56}"/>
                  </a:ext>
                </a:extLst>
              </p:cNvPr>
              <p:cNvSpPr/>
              <p:nvPr/>
            </p:nvSpPr>
            <p:spPr>
              <a:xfrm>
                <a:off x="465063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8" name="Freeform 45057">
                <a:extLst>
                  <a:ext uri="{FF2B5EF4-FFF2-40B4-BE49-F238E27FC236}">
                    <a16:creationId xmlns:a16="http://schemas.microsoft.com/office/drawing/2014/main" id="{E92464F5-716C-9EA0-5237-D13EA8322BB2}"/>
                  </a:ext>
                </a:extLst>
              </p:cNvPr>
              <p:cNvSpPr/>
              <p:nvPr/>
            </p:nvSpPr>
            <p:spPr>
              <a:xfrm>
                <a:off x="46511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59" name="Freeform 45058">
                <a:extLst>
                  <a:ext uri="{FF2B5EF4-FFF2-40B4-BE49-F238E27FC236}">
                    <a16:creationId xmlns:a16="http://schemas.microsoft.com/office/drawing/2014/main" id="{A52DFF9A-EC55-6F49-D3BD-6144E55DC0B6}"/>
                  </a:ext>
                </a:extLst>
              </p:cNvPr>
              <p:cNvSpPr/>
              <p:nvPr/>
            </p:nvSpPr>
            <p:spPr>
              <a:xfrm>
                <a:off x="465172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0" name="Freeform 45059">
                <a:extLst>
                  <a:ext uri="{FF2B5EF4-FFF2-40B4-BE49-F238E27FC236}">
                    <a16:creationId xmlns:a16="http://schemas.microsoft.com/office/drawing/2014/main" id="{27036E92-3317-0F93-044D-783090288FC4}"/>
                  </a:ext>
                </a:extLst>
              </p:cNvPr>
              <p:cNvSpPr/>
              <p:nvPr/>
            </p:nvSpPr>
            <p:spPr>
              <a:xfrm>
                <a:off x="465222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1" name="Freeform 45060">
                <a:extLst>
                  <a:ext uri="{FF2B5EF4-FFF2-40B4-BE49-F238E27FC236}">
                    <a16:creationId xmlns:a16="http://schemas.microsoft.com/office/drawing/2014/main" id="{121665D2-AC47-47F0-5201-A7E23602D4F4}"/>
                  </a:ext>
                </a:extLst>
              </p:cNvPr>
              <p:cNvSpPr/>
              <p:nvPr/>
            </p:nvSpPr>
            <p:spPr>
              <a:xfrm>
                <a:off x="465271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2" name="Freeform 45061">
                <a:extLst>
                  <a:ext uri="{FF2B5EF4-FFF2-40B4-BE49-F238E27FC236}">
                    <a16:creationId xmlns:a16="http://schemas.microsoft.com/office/drawing/2014/main" id="{D4C7BF2A-3B1D-2C96-FB24-27209B3420AA}"/>
                  </a:ext>
                </a:extLst>
              </p:cNvPr>
              <p:cNvSpPr/>
              <p:nvPr/>
            </p:nvSpPr>
            <p:spPr>
              <a:xfrm>
                <a:off x="4653312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3" name="Freeform 45062">
                <a:extLst>
                  <a:ext uri="{FF2B5EF4-FFF2-40B4-BE49-F238E27FC236}">
                    <a16:creationId xmlns:a16="http://schemas.microsoft.com/office/drawing/2014/main" id="{B2122A4C-59FF-1EDA-51A2-B16BE866490B}"/>
                  </a:ext>
                </a:extLst>
              </p:cNvPr>
              <p:cNvSpPr/>
              <p:nvPr/>
            </p:nvSpPr>
            <p:spPr>
              <a:xfrm>
                <a:off x="4653808" y="6047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4" name="Freeform 45063">
                <a:extLst>
                  <a:ext uri="{FF2B5EF4-FFF2-40B4-BE49-F238E27FC236}">
                    <a16:creationId xmlns:a16="http://schemas.microsoft.com/office/drawing/2014/main" id="{0759E6B2-FFA4-03D3-CD13-BBC76AEDA233}"/>
                  </a:ext>
                </a:extLst>
              </p:cNvPr>
              <p:cNvSpPr/>
              <p:nvPr/>
            </p:nvSpPr>
            <p:spPr>
              <a:xfrm>
                <a:off x="4654304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5" name="Freeform 45064">
                <a:extLst>
                  <a:ext uri="{FF2B5EF4-FFF2-40B4-BE49-F238E27FC236}">
                    <a16:creationId xmlns:a16="http://schemas.microsoft.com/office/drawing/2014/main" id="{8D074386-27A4-D034-0F09-DA1AA0D6111F}"/>
                  </a:ext>
                </a:extLst>
              </p:cNvPr>
              <p:cNvSpPr/>
              <p:nvPr/>
            </p:nvSpPr>
            <p:spPr>
              <a:xfrm>
                <a:off x="4654899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6" name="Freeform 45065">
                <a:extLst>
                  <a:ext uri="{FF2B5EF4-FFF2-40B4-BE49-F238E27FC236}">
                    <a16:creationId xmlns:a16="http://schemas.microsoft.com/office/drawing/2014/main" id="{F72A205C-7D5B-E98E-17B8-EDF7433AA027}"/>
                  </a:ext>
                </a:extLst>
              </p:cNvPr>
              <p:cNvSpPr/>
              <p:nvPr/>
            </p:nvSpPr>
            <p:spPr>
              <a:xfrm>
                <a:off x="4655395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7" name="Freeform 45066">
                <a:extLst>
                  <a:ext uri="{FF2B5EF4-FFF2-40B4-BE49-F238E27FC236}">
                    <a16:creationId xmlns:a16="http://schemas.microsoft.com/office/drawing/2014/main" id="{EEB04E77-CD29-CA4D-EE94-D21506623C0B}"/>
                  </a:ext>
                </a:extLst>
              </p:cNvPr>
              <p:cNvSpPr/>
              <p:nvPr/>
            </p:nvSpPr>
            <p:spPr>
              <a:xfrm>
                <a:off x="4655891" y="604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8" name="Freeform 45067">
                <a:extLst>
                  <a:ext uri="{FF2B5EF4-FFF2-40B4-BE49-F238E27FC236}">
                    <a16:creationId xmlns:a16="http://schemas.microsoft.com/office/drawing/2014/main" id="{DACE4195-3A84-9B70-DF3B-BCD4B974CBD3}"/>
                  </a:ext>
                </a:extLst>
              </p:cNvPr>
              <p:cNvSpPr/>
              <p:nvPr/>
            </p:nvSpPr>
            <p:spPr>
              <a:xfrm>
                <a:off x="4656487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69" name="Freeform 45068">
                <a:extLst>
                  <a:ext uri="{FF2B5EF4-FFF2-40B4-BE49-F238E27FC236}">
                    <a16:creationId xmlns:a16="http://schemas.microsoft.com/office/drawing/2014/main" id="{97B7AC63-8198-0C2E-DEF0-C7A10C8372F0}"/>
                  </a:ext>
                </a:extLst>
              </p:cNvPr>
              <p:cNvSpPr/>
              <p:nvPr/>
            </p:nvSpPr>
            <p:spPr>
              <a:xfrm>
                <a:off x="4656983" y="604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0" name="Freeform 45069">
                <a:extLst>
                  <a:ext uri="{FF2B5EF4-FFF2-40B4-BE49-F238E27FC236}">
                    <a16:creationId xmlns:a16="http://schemas.microsoft.com/office/drawing/2014/main" id="{EED19CBF-6D6B-F4DF-FBD7-EE09409DB0C8}"/>
                  </a:ext>
                </a:extLst>
              </p:cNvPr>
              <p:cNvSpPr/>
              <p:nvPr/>
            </p:nvSpPr>
            <p:spPr>
              <a:xfrm>
                <a:off x="4657479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1" name="Freeform 45070">
                <a:extLst>
                  <a:ext uri="{FF2B5EF4-FFF2-40B4-BE49-F238E27FC236}">
                    <a16:creationId xmlns:a16="http://schemas.microsoft.com/office/drawing/2014/main" id="{F76D069B-DE7F-C45E-DA49-A9D82B9E25A7}"/>
                  </a:ext>
                </a:extLst>
              </p:cNvPr>
              <p:cNvSpPr/>
              <p:nvPr/>
            </p:nvSpPr>
            <p:spPr>
              <a:xfrm>
                <a:off x="4658074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2" name="Freeform 45071">
                <a:extLst>
                  <a:ext uri="{FF2B5EF4-FFF2-40B4-BE49-F238E27FC236}">
                    <a16:creationId xmlns:a16="http://schemas.microsoft.com/office/drawing/2014/main" id="{17A2E97F-1249-7D1C-73F6-1D69BE157DD0}"/>
                  </a:ext>
                </a:extLst>
              </p:cNvPr>
              <p:cNvSpPr/>
              <p:nvPr/>
            </p:nvSpPr>
            <p:spPr>
              <a:xfrm>
                <a:off x="4658570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3" name="Freeform 45072">
                <a:extLst>
                  <a:ext uri="{FF2B5EF4-FFF2-40B4-BE49-F238E27FC236}">
                    <a16:creationId xmlns:a16="http://schemas.microsoft.com/office/drawing/2014/main" id="{AD5282F4-EFAF-B74A-322D-7BEEC5F3AEA8}"/>
                  </a:ext>
                </a:extLst>
              </p:cNvPr>
              <p:cNvSpPr/>
              <p:nvPr/>
            </p:nvSpPr>
            <p:spPr>
              <a:xfrm>
                <a:off x="4659066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4" name="Freeform 45073">
                <a:extLst>
                  <a:ext uri="{FF2B5EF4-FFF2-40B4-BE49-F238E27FC236}">
                    <a16:creationId xmlns:a16="http://schemas.microsoft.com/office/drawing/2014/main" id="{72F3BA8F-807C-41A6-8420-6749B5532768}"/>
                  </a:ext>
                </a:extLst>
              </p:cNvPr>
              <p:cNvSpPr/>
              <p:nvPr/>
            </p:nvSpPr>
            <p:spPr>
              <a:xfrm>
                <a:off x="4659662" y="6047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5" name="Freeform 45074">
                <a:extLst>
                  <a:ext uri="{FF2B5EF4-FFF2-40B4-BE49-F238E27FC236}">
                    <a16:creationId xmlns:a16="http://schemas.microsoft.com/office/drawing/2014/main" id="{21AB8E95-4CC2-1D86-FFED-D8B440B62D71}"/>
                  </a:ext>
                </a:extLst>
              </p:cNvPr>
              <p:cNvSpPr/>
              <p:nvPr/>
            </p:nvSpPr>
            <p:spPr>
              <a:xfrm>
                <a:off x="4660158" y="6042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6" name="Freeform 45075">
                <a:extLst>
                  <a:ext uri="{FF2B5EF4-FFF2-40B4-BE49-F238E27FC236}">
                    <a16:creationId xmlns:a16="http://schemas.microsoft.com/office/drawing/2014/main" id="{37323866-6F59-A8D8-5E2F-A97D91195371}"/>
                  </a:ext>
                </a:extLst>
              </p:cNvPr>
              <p:cNvSpPr/>
              <p:nvPr/>
            </p:nvSpPr>
            <p:spPr>
              <a:xfrm>
                <a:off x="4660654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7" name="Freeform 45076">
                <a:extLst>
                  <a:ext uri="{FF2B5EF4-FFF2-40B4-BE49-F238E27FC236}">
                    <a16:creationId xmlns:a16="http://schemas.microsoft.com/office/drawing/2014/main" id="{CFE028C7-02FB-1FEF-BE48-FC54B6561E8F}"/>
                  </a:ext>
                </a:extLst>
              </p:cNvPr>
              <p:cNvSpPr/>
              <p:nvPr/>
            </p:nvSpPr>
            <p:spPr>
              <a:xfrm>
                <a:off x="4661150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8" name="Freeform 45077">
                <a:extLst>
                  <a:ext uri="{FF2B5EF4-FFF2-40B4-BE49-F238E27FC236}">
                    <a16:creationId xmlns:a16="http://schemas.microsoft.com/office/drawing/2014/main" id="{C51B5126-EBE7-B09C-0EA9-11889C3A04B6}"/>
                  </a:ext>
                </a:extLst>
              </p:cNvPr>
              <p:cNvSpPr/>
              <p:nvPr/>
            </p:nvSpPr>
            <p:spPr>
              <a:xfrm>
                <a:off x="466174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79" name="Freeform 45078">
                <a:extLst>
                  <a:ext uri="{FF2B5EF4-FFF2-40B4-BE49-F238E27FC236}">
                    <a16:creationId xmlns:a16="http://schemas.microsoft.com/office/drawing/2014/main" id="{27CF3BE1-C21D-E7F1-AD65-3DB33EA08E4D}"/>
                  </a:ext>
                </a:extLst>
              </p:cNvPr>
              <p:cNvSpPr/>
              <p:nvPr/>
            </p:nvSpPr>
            <p:spPr>
              <a:xfrm>
                <a:off x="466224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0" name="Freeform 45079">
                <a:extLst>
                  <a:ext uri="{FF2B5EF4-FFF2-40B4-BE49-F238E27FC236}">
                    <a16:creationId xmlns:a16="http://schemas.microsoft.com/office/drawing/2014/main" id="{9950E09F-A63C-B17B-E581-F7F5B2230D9F}"/>
                  </a:ext>
                </a:extLst>
              </p:cNvPr>
              <p:cNvSpPr/>
              <p:nvPr/>
            </p:nvSpPr>
            <p:spPr>
              <a:xfrm>
                <a:off x="466273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1" name="Freeform 45080">
                <a:extLst>
                  <a:ext uri="{FF2B5EF4-FFF2-40B4-BE49-F238E27FC236}">
                    <a16:creationId xmlns:a16="http://schemas.microsoft.com/office/drawing/2014/main" id="{C960AAE0-6408-B166-9EB2-EBB2894056EA}"/>
                  </a:ext>
                </a:extLst>
              </p:cNvPr>
              <p:cNvSpPr/>
              <p:nvPr/>
            </p:nvSpPr>
            <p:spPr>
              <a:xfrm>
                <a:off x="466333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2" name="Freeform 45081">
                <a:extLst>
                  <a:ext uri="{FF2B5EF4-FFF2-40B4-BE49-F238E27FC236}">
                    <a16:creationId xmlns:a16="http://schemas.microsoft.com/office/drawing/2014/main" id="{421951BC-2D21-5240-A2C3-A1378F1479BE}"/>
                  </a:ext>
                </a:extLst>
              </p:cNvPr>
              <p:cNvSpPr/>
              <p:nvPr/>
            </p:nvSpPr>
            <p:spPr>
              <a:xfrm>
                <a:off x="466382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3" name="Freeform 45082">
                <a:extLst>
                  <a:ext uri="{FF2B5EF4-FFF2-40B4-BE49-F238E27FC236}">
                    <a16:creationId xmlns:a16="http://schemas.microsoft.com/office/drawing/2014/main" id="{2977B726-B670-F6B4-5BFD-9F512BC7D39B}"/>
                  </a:ext>
                </a:extLst>
              </p:cNvPr>
              <p:cNvSpPr/>
              <p:nvPr/>
            </p:nvSpPr>
            <p:spPr>
              <a:xfrm>
                <a:off x="466432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4" name="Freeform 45083">
                <a:extLst>
                  <a:ext uri="{FF2B5EF4-FFF2-40B4-BE49-F238E27FC236}">
                    <a16:creationId xmlns:a16="http://schemas.microsoft.com/office/drawing/2014/main" id="{D3B007F2-2C12-CE4B-B4A6-977BCC8BADC1}"/>
                  </a:ext>
                </a:extLst>
              </p:cNvPr>
              <p:cNvSpPr/>
              <p:nvPr/>
            </p:nvSpPr>
            <p:spPr>
              <a:xfrm>
                <a:off x="466492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5" name="Freeform 45084">
                <a:extLst>
                  <a:ext uri="{FF2B5EF4-FFF2-40B4-BE49-F238E27FC236}">
                    <a16:creationId xmlns:a16="http://schemas.microsoft.com/office/drawing/2014/main" id="{3BAC11EB-0833-8FFD-6F82-33D19114913F}"/>
                  </a:ext>
                </a:extLst>
              </p:cNvPr>
              <p:cNvSpPr/>
              <p:nvPr/>
            </p:nvSpPr>
            <p:spPr>
              <a:xfrm>
                <a:off x="466541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6" name="Freeform 45085">
                <a:extLst>
                  <a:ext uri="{FF2B5EF4-FFF2-40B4-BE49-F238E27FC236}">
                    <a16:creationId xmlns:a16="http://schemas.microsoft.com/office/drawing/2014/main" id="{4AA18395-54D6-7150-03D9-F5FC25AF05D8}"/>
                  </a:ext>
                </a:extLst>
              </p:cNvPr>
              <p:cNvSpPr/>
              <p:nvPr/>
            </p:nvSpPr>
            <p:spPr>
              <a:xfrm>
                <a:off x="4665913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7" name="Freeform 45086">
                <a:extLst>
                  <a:ext uri="{FF2B5EF4-FFF2-40B4-BE49-F238E27FC236}">
                    <a16:creationId xmlns:a16="http://schemas.microsoft.com/office/drawing/2014/main" id="{DA9E9295-5793-B272-1B8E-801D7D30A631}"/>
                  </a:ext>
                </a:extLst>
              </p:cNvPr>
              <p:cNvSpPr/>
              <p:nvPr/>
            </p:nvSpPr>
            <p:spPr>
              <a:xfrm>
                <a:off x="4666508" y="592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8" name="Freeform 45087">
                <a:extLst>
                  <a:ext uri="{FF2B5EF4-FFF2-40B4-BE49-F238E27FC236}">
                    <a16:creationId xmlns:a16="http://schemas.microsoft.com/office/drawing/2014/main" id="{7E4E43AF-3474-EC8D-FC17-ABE945AB2572}"/>
                  </a:ext>
                </a:extLst>
              </p:cNvPr>
              <p:cNvSpPr/>
              <p:nvPr/>
            </p:nvSpPr>
            <p:spPr>
              <a:xfrm>
                <a:off x="4667004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89" name="Freeform 45088">
                <a:extLst>
                  <a:ext uri="{FF2B5EF4-FFF2-40B4-BE49-F238E27FC236}">
                    <a16:creationId xmlns:a16="http://schemas.microsoft.com/office/drawing/2014/main" id="{0C9DE895-0CE6-97CF-EDC5-E6A603D73866}"/>
                  </a:ext>
                </a:extLst>
              </p:cNvPr>
              <p:cNvSpPr/>
              <p:nvPr/>
            </p:nvSpPr>
            <p:spPr>
              <a:xfrm>
                <a:off x="4667500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0" name="Freeform 45089">
                <a:extLst>
                  <a:ext uri="{FF2B5EF4-FFF2-40B4-BE49-F238E27FC236}">
                    <a16:creationId xmlns:a16="http://schemas.microsoft.com/office/drawing/2014/main" id="{C1A44B38-848A-03FD-AA2F-04DEBD3E5A50}"/>
                  </a:ext>
                </a:extLst>
              </p:cNvPr>
              <p:cNvSpPr/>
              <p:nvPr/>
            </p:nvSpPr>
            <p:spPr>
              <a:xfrm>
                <a:off x="4668095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1" name="Freeform 45090">
                <a:extLst>
                  <a:ext uri="{FF2B5EF4-FFF2-40B4-BE49-F238E27FC236}">
                    <a16:creationId xmlns:a16="http://schemas.microsoft.com/office/drawing/2014/main" id="{72FD3502-7A6F-A91E-3A2D-337553BD4DCB}"/>
                  </a:ext>
                </a:extLst>
              </p:cNvPr>
              <p:cNvSpPr/>
              <p:nvPr/>
            </p:nvSpPr>
            <p:spPr>
              <a:xfrm>
                <a:off x="4668591" y="597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2" name="Freeform 45091">
                <a:extLst>
                  <a:ext uri="{FF2B5EF4-FFF2-40B4-BE49-F238E27FC236}">
                    <a16:creationId xmlns:a16="http://schemas.microsoft.com/office/drawing/2014/main" id="{61F9CA1E-1B6F-366D-B492-10521495D798}"/>
                  </a:ext>
                </a:extLst>
              </p:cNvPr>
              <p:cNvSpPr/>
              <p:nvPr/>
            </p:nvSpPr>
            <p:spPr>
              <a:xfrm>
                <a:off x="4669088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3" name="Freeform 45092">
                <a:extLst>
                  <a:ext uri="{FF2B5EF4-FFF2-40B4-BE49-F238E27FC236}">
                    <a16:creationId xmlns:a16="http://schemas.microsoft.com/office/drawing/2014/main" id="{05028951-0CB7-F037-3614-707183ED4079}"/>
                  </a:ext>
                </a:extLst>
              </p:cNvPr>
              <p:cNvSpPr/>
              <p:nvPr/>
            </p:nvSpPr>
            <p:spPr>
              <a:xfrm>
                <a:off x="4669683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4" name="Freeform 45093">
                <a:extLst>
                  <a:ext uri="{FF2B5EF4-FFF2-40B4-BE49-F238E27FC236}">
                    <a16:creationId xmlns:a16="http://schemas.microsoft.com/office/drawing/2014/main" id="{5B89F08C-EB1B-89BF-5386-92CBF4E7E3DC}"/>
                  </a:ext>
                </a:extLst>
              </p:cNvPr>
              <p:cNvSpPr/>
              <p:nvPr/>
            </p:nvSpPr>
            <p:spPr>
              <a:xfrm>
                <a:off x="4670179" y="595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5" name="Freeform 45094">
                <a:extLst>
                  <a:ext uri="{FF2B5EF4-FFF2-40B4-BE49-F238E27FC236}">
                    <a16:creationId xmlns:a16="http://schemas.microsoft.com/office/drawing/2014/main" id="{C67328BB-4BA3-AF01-DEC4-FA1188EAD5F6}"/>
                  </a:ext>
                </a:extLst>
              </p:cNvPr>
              <p:cNvSpPr/>
              <p:nvPr/>
            </p:nvSpPr>
            <p:spPr>
              <a:xfrm>
                <a:off x="4670675" y="594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6" name="Freeform 45095">
                <a:extLst>
                  <a:ext uri="{FF2B5EF4-FFF2-40B4-BE49-F238E27FC236}">
                    <a16:creationId xmlns:a16="http://schemas.microsoft.com/office/drawing/2014/main" id="{2A8EC231-583A-9B8A-5EBD-ECE5E3F10394}"/>
                  </a:ext>
                </a:extLst>
              </p:cNvPr>
              <p:cNvSpPr/>
              <p:nvPr/>
            </p:nvSpPr>
            <p:spPr>
              <a:xfrm>
                <a:off x="4671270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7" name="Freeform 45096">
                <a:extLst>
                  <a:ext uri="{FF2B5EF4-FFF2-40B4-BE49-F238E27FC236}">
                    <a16:creationId xmlns:a16="http://schemas.microsoft.com/office/drawing/2014/main" id="{A4B28DAC-DBB4-33F8-C062-A6C617674141}"/>
                  </a:ext>
                </a:extLst>
              </p:cNvPr>
              <p:cNvSpPr/>
              <p:nvPr/>
            </p:nvSpPr>
            <p:spPr>
              <a:xfrm>
                <a:off x="4671766" y="5936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8" name="Freeform 45097">
                <a:extLst>
                  <a:ext uri="{FF2B5EF4-FFF2-40B4-BE49-F238E27FC236}">
                    <a16:creationId xmlns:a16="http://schemas.microsoft.com/office/drawing/2014/main" id="{7D0C159E-DE9E-F560-23E5-6F853F344BB0}"/>
                  </a:ext>
                </a:extLst>
              </p:cNvPr>
              <p:cNvSpPr/>
              <p:nvPr/>
            </p:nvSpPr>
            <p:spPr>
              <a:xfrm>
                <a:off x="4672263" y="593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99" name="Freeform 45098">
                <a:extLst>
                  <a:ext uri="{FF2B5EF4-FFF2-40B4-BE49-F238E27FC236}">
                    <a16:creationId xmlns:a16="http://schemas.microsoft.com/office/drawing/2014/main" id="{DEE40312-AFB6-A84D-9E9A-5003122E139C}"/>
                  </a:ext>
                </a:extLst>
              </p:cNvPr>
              <p:cNvSpPr/>
              <p:nvPr/>
            </p:nvSpPr>
            <p:spPr>
              <a:xfrm>
                <a:off x="4672858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0" name="Freeform 45099">
                <a:extLst>
                  <a:ext uri="{FF2B5EF4-FFF2-40B4-BE49-F238E27FC236}">
                    <a16:creationId xmlns:a16="http://schemas.microsoft.com/office/drawing/2014/main" id="{33D85C3B-44B8-86EC-F596-4879BD7263FB}"/>
                  </a:ext>
                </a:extLst>
              </p:cNvPr>
              <p:cNvSpPr/>
              <p:nvPr/>
            </p:nvSpPr>
            <p:spPr>
              <a:xfrm>
                <a:off x="4673354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1" name="Freeform 45100">
                <a:extLst>
                  <a:ext uri="{FF2B5EF4-FFF2-40B4-BE49-F238E27FC236}">
                    <a16:creationId xmlns:a16="http://schemas.microsoft.com/office/drawing/2014/main" id="{3001A488-EC4D-2B7C-925B-05AFCE48D739}"/>
                  </a:ext>
                </a:extLst>
              </p:cNvPr>
              <p:cNvSpPr/>
              <p:nvPr/>
            </p:nvSpPr>
            <p:spPr>
              <a:xfrm>
                <a:off x="4673850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2" name="Freeform 45101">
                <a:extLst>
                  <a:ext uri="{FF2B5EF4-FFF2-40B4-BE49-F238E27FC236}">
                    <a16:creationId xmlns:a16="http://schemas.microsoft.com/office/drawing/2014/main" id="{A9D0C003-C997-97A5-87A5-EFF6D2C7C91C}"/>
                  </a:ext>
                </a:extLst>
              </p:cNvPr>
              <p:cNvSpPr/>
              <p:nvPr/>
            </p:nvSpPr>
            <p:spPr>
              <a:xfrm>
                <a:off x="4674346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3" name="Freeform 45102">
                <a:extLst>
                  <a:ext uri="{FF2B5EF4-FFF2-40B4-BE49-F238E27FC236}">
                    <a16:creationId xmlns:a16="http://schemas.microsoft.com/office/drawing/2014/main" id="{69EA7583-1A1D-E859-C00A-FF5EAFD78F8B}"/>
                  </a:ext>
                </a:extLst>
              </p:cNvPr>
              <p:cNvSpPr/>
              <p:nvPr/>
            </p:nvSpPr>
            <p:spPr>
              <a:xfrm>
                <a:off x="4674941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4" name="Freeform 45103">
                <a:extLst>
                  <a:ext uri="{FF2B5EF4-FFF2-40B4-BE49-F238E27FC236}">
                    <a16:creationId xmlns:a16="http://schemas.microsoft.com/office/drawing/2014/main" id="{90191112-D55F-276E-66AA-3232258BAE46}"/>
                  </a:ext>
                </a:extLst>
              </p:cNvPr>
              <p:cNvSpPr/>
              <p:nvPr/>
            </p:nvSpPr>
            <p:spPr>
              <a:xfrm>
                <a:off x="4675438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5" name="Freeform 45104">
                <a:extLst>
                  <a:ext uri="{FF2B5EF4-FFF2-40B4-BE49-F238E27FC236}">
                    <a16:creationId xmlns:a16="http://schemas.microsoft.com/office/drawing/2014/main" id="{E8627D24-002B-7EA5-1E76-8EC51B5DA70A}"/>
                  </a:ext>
                </a:extLst>
              </p:cNvPr>
              <p:cNvSpPr/>
              <p:nvPr/>
            </p:nvSpPr>
            <p:spPr>
              <a:xfrm>
                <a:off x="4675934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6" name="Freeform 45105">
                <a:extLst>
                  <a:ext uri="{FF2B5EF4-FFF2-40B4-BE49-F238E27FC236}">
                    <a16:creationId xmlns:a16="http://schemas.microsoft.com/office/drawing/2014/main" id="{21FAFEFD-DF2E-936A-1589-E63F30DFB250}"/>
                  </a:ext>
                </a:extLst>
              </p:cNvPr>
              <p:cNvSpPr/>
              <p:nvPr/>
            </p:nvSpPr>
            <p:spPr>
              <a:xfrm>
                <a:off x="4676529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7" name="Freeform 45106">
                <a:extLst>
                  <a:ext uri="{FF2B5EF4-FFF2-40B4-BE49-F238E27FC236}">
                    <a16:creationId xmlns:a16="http://schemas.microsoft.com/office/drawing/2014/main" id="{EC542C6E-4797-5986-01C5-196D63C96E56}"/>
                  </a:ext>
                </a:extLst>
              </p:cNvPr>
              <p:cNvSpPr/>
              <p:nvPr/>
            </p:nvSpPr>
            <p:spPr>
              <a:xfrm>
                <a:off x="4677025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8" name="Freeform 45107">
                <a:extLst>
                  <a:ext uri="{FF2B5EF4-FFF2-40B4-BE49-F238E27FC236}">
                    <a16:creationId xmlns:a16="http://schemas.microsoft.com/office/drawing/2014/main" id="{B90897AD-D0D5-B874-1680-1CDCF4995B6A}"/>
                  </a:ext>
                </a:extLst>
              </p:cNvPr>
              <p:cNvSpPr/>
              <p:nvPr/>
            </p:nvSpPr>
            <p:spPr>
              <a:xfrm>
                <a:off x="4677521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09" name="Freeform 45108">
                <a:extLst>
                  <a:ext uri="{FF2B5EF4-FFF2-40B4-BE49-F238E27FC236}">
                    <a16:creationId xmlns:a16="http://schemas.microsoft.com/office/drawing/2014/main" id="{8A1E18D5-AAAA-2FEE-5C2F-998DB8530619}"/>
                  </a:ext>
                </a:extLst>
              </p:cNvPr>
              <p:cNvSpPr/>
              <p:nvPr/>
            </p:nvSpPr>
            <p:spPr>
              <a:xfrm>
                <a:off x="4678116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0" name="Freeform 45109">
                <a:extLst>
                  <a:ext uri="{FF2B5EF4-FFF2-40B4-BE49-F238E27FC236}">
                    <a16:creationId xmlns:a16="http://schemas.microsoft.com/office/drawing/2014/main" id="{2EA9D4FA-50ED-F56C-3ADE-CEB796B6D43F}"/>
                  </a:ext>
                </a:extLst>
              </p:cNvPr>
              <p:cNvSpPr/>
              <p:nvPr/>
            </p:nvSpPr>
            <p:spPr>
              <a:xfrm>
                <a:off x="4678613" y="5945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1" name="Freeform 45110">
                <a:extLst>
                  <a:ext uri="{FF2B5EF4-FFF2-40B4-BE49-F238E27FC236}">
                    <a16:creationId xmlns:a16="http://schemas.microsoft.com/office/drawing/2014/main" id="{FB977DD7-ED6E-CE86-6318-09C63B4591BC}"/>
                  </a:ext>
                </a:extLst>
              </p:cNvPr>
              <p:cNvSpPr/>
              <p:nvPr/>
            </p:nvSpPr>
            <p:spPr>
              <a:xfrm>
                <a:off x="4679109" y="593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2" name="Freeform 45111">
                <a:extLst>
                  <a:ext uri="{FF2B5EF4-FFF2-40B4-BE49-F238E27FC236}">
                    <a16:creationId xmlns:a16="http://schemas.microsoft.com/office/drawing/2014/main" id="{955355CC-0021-F6E8-D883-D3A45C40D7E1}"/>
                  </a:ext>
                </a:extLst>
              </p:cNvPr>
              <p:cNvSpPr/>
              <p:nvPr/>
            </p:nvSpPr>
            <p:spPr>
              <a:xfrm>
                <a:off x="4679704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3" name="Freeform 45112">
                <a:extLst>
                  <a:ext uri="{FF2B5EF4-FFF2-40B4-BE49-F238E27FC236}">
                    <a16:creationId xmlns:a16="http://schemas.microsoft.com/office/drawing/2014/main" id="{A9902499-CC69-6C6D-3233-6523FF2ED839}"/>
                  </a:ext>
                </a:extLst>
              </p:cNvPr>
              <p:cNvSpPr/>
              <p:nvPr/>
            </p:nvSpPr>
            <p:spPr>
              <a:xfrm>
                <a:off x="4680200" y="5933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4" name="Freeform 45113">
                <a:extLst>
                  <a:ext uri="{FF2B5EF4-FFF2-40B4-BE49-F238E27FC236}">
                    <a16:creationId xmlns:a16="http://schemas.microsoft.com/office/drawing/2014/main" id="{05872CF7-105B-E8EA-D0CA-A3F70C069269}"/>
                  </a:ext>
                </a:extLst>
              </p:cNvPr>
              <p:cNvSpPr/>
              <p:nvPr/>
            </p:nvSpPr>
            <p:spPr>
              <a:xfrm>
                <a:off x="4680696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5" name="Freeform 45114">
                <a:extLst>
                  <a:ext uri="{FF2B5EF4-FFF2-40B4-BE49-F238E27FC236}">
                    <a16:creationId xmlns:a16="http://schemas.microsoft.com/office/drawing/2014/main" id="{62A5906E-058A-0EA9-86C2-E3E72BFB98C5}"/>
                  </a:ext>
                </a:extLst>
              </p:cNvPr>
              <p:cNvSpPr/>
              <p:nvPr/>
            </p:nvSpPr>
            <p:spPr>
              <a:xfrm>
                <a:off x="4681291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6" name="Freeform 45115">
                <a:extLst>
                  <a:ext uri="{FF2B5EF4-FFF2-40B4-BE49-F238E27FC236}">
                    <a16:creationId xmlns:a16="http://schemas.microsoft.com/office/drawing/2014/main" id="{583AD633-D37D-D769-1894-2DA794B4F6B9}"/>
                  </a:ext>
                </a:extLst>
              </p:cNvPr>
              <p:cNvSpPr/>
              <p:nvPr/>
            </p:nvSpPr>
            <p:spPr>
              <a:xfrm>
                <a:off x="4681788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7" name="Freeform 45116">
                <a:extLst>
                  <a:ext uri="{FF2B5EF4-FFF2-40B4-BE49-F238E27FC236}">
                    <a16:creationId xmlns:a16="http://schemas.microsoft.com/office/drawing/2014/main" id="{0CB27BC5-B76F-8B1E-B876-716E7F045DEB}"/>
                  </a:ext>
                </a:extLst>
              </p:cNvPr>
              <p:cNvSpPr/>
              <p:nvPr/>
            </p:nvSpPr>
            <p:spPr>
              <a:xfrm>
                <a:off x="4682284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8" name="Freeform 45117">
                <a:extLst>
                  <a:ext uri="{FF2B5EF4-FFF2-40B4-BE49-F238E27FC236}">
                    <a16:creationId xmlns:a16="http://schemas.microsoft.com/office/drawing/2014/main" id="{90C48894-A3DC-415C-1861-B5270B48466D}"/>
                  </a:ext>
                </a:extLst>
              </p:cNvPr>
              <p:cNvSpPr/>
              <p:nvPr/>
            </p:nvSpPr>
            <p:spPr>
              <a:xfrm>
                <a:off x="4682879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19" name="Freeform 45118">
                <a:extLst>
                  <a:ext uri="{FF2B5EF4-FFF2-40B4-BE49-F238E27FC236}">
                    <a16:creationId xmlns:a16="http://schemas.microsoft.com/office/drawing/2014/main" id="{FE38F37E-A287-B999-888E-F696040F78DC}"/>
                  </a:ext>
                </a:extLst>
              </p:cNvPr>
              <p:cNvSpPr/>
              <p:nvPr/>
            </p:nvSpPr>
            <p:spPr>
              <a:xfrm>
                <a:off x="4683375" y="596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0" name="Freeform 45119">
                <a:extLst>
                  <a:ext uri="{FF2B5EF4-FFF2-40B4-BE49-F238E27FC236}">
                    <a16:creationId xmlns:a16="http://schemas.microsoft.com/office/drawing/2014/main" id="{618E2FDD-3B14-D2ED-4D03-4238FE4BEA7C}"/>
                  </a:ext>
                </a:extLst>
              </p:cNvPr>
              <p:cNvSpPr/>
              <p:nvPr/>
            </p:nvSpPr>
            <p:spPr>
              <a:xfrm>
                <a:off x="4683871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1" name="Freeform 45120">
                <a:extLst>
                  <a:ext uri="{FF2B5EF4-FFF2-40B4-BE49-F238E27FC236}">
                    <a16:creationId xmlns:a16="http://schemas.microsoft.com/office/drawing/2014/main" id="{84D7E50C-F32C-5923-2723-5FA3F3396F7D}"/>
                  </a:ext>
                </a:extLst>
              </p:cNvPr>
              <p:cNvSpPr/>
              <p:nvPr/>
            </p:nvSpPr>
            <p:spPr>
              <a:xfrm>
                <a:off x="4684466" y="5951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2" name="Freeform 45121">
                <a:extLst>
                  <a:ext uri="{FF2B5EF4-FFF2-40B4-BE49-F238E27FC236}">
                    <a16:creationId xmlns:a16="http://schemas.microsoft.com/office/drawing/2014/main" id="{3D6B2EAD-5002-D564-F814-F1E615B9AAD3}"/>
                  </a:ext>
                </a:extLst>
              </p:cNvPr>
              <p:cNvSpPr/>
              <p:nvPr/>
            </p:nvSpPr>
            <p:spPr>
              <a:xfrm>
                <a:off x="4684963" y="5940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3" name="Freeform 45122">
                <a:extLst>
                  <a:ext uri="{FF2B5EF4-FFF2-40B4-BE49-F238E27FC236}">
                    <a16:creationId xmlns:a16="http://schemas.microsoft.com/office/drawing/2014/main" id="{9011E236-7B62-AB92-1C0F-2600DDE50BDD}"/>
                  </a:ext>
                </a:extLst>
              </p:cNvPr>
              <p:cNvSpPr/>
              <p:nvPr/>
            </p:nvSpPr>
            <p:spPr>
              <a:xfrm>
                <a:off x="4685459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4" name="Freeform 45123">
                <a:extLst>
                  <a:ext uri="{FF2B5EF4-FFF2-40B4-BE49-F238E27FC236}">
                    <a16:creationId xmlns:a16="http://schemas.microsoft.com/office/drawing/2014/main" id="{1CF3B3FC-929B-CBBE-C647-F5DB7E248931}"/>
                  </a:ext>
                </a:extLst>
              </p:cNvPr>
              <p:cNvSpPr/>
              <p:nvPr/>
            </p:nvSpPr>
            <p:spPr>
              <a:xfrm>
                <a:off x="4685955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5" name="Freeform 45124">
                <a:extLst>
                  <a:ext uri="{FF2B5EF4-FFF2-40B4-BE49-F238E27FC236}">
                    <a16:creationId xmlns:a16="http://schemas.microsoft.com/office/drawing/2014/main" id="{F4D67782-4C5C-1AB5-2ECF-55A960F09B54}"/>
                  </a:ext>
                </a:extLst>
              </p:cNvPr>
              <p:cNvSpPr/>
              <p:nvPr/>
            </p:nvSpPr>
            <p:spPr>
              <a:xfrm>
                <a:off x="4686550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6" name="Freeform 45125">
                <a:extLst>
                  <a:ext uri="{FF2B5EF4-FFF2-40B4-BE49-F238E27FC236}">
                    <a16:creationId xmlns:a16="http://schemas.microsoft.com/office/drawing/2014/main" id="{CDA9233B-C8CB-0A29-9DA8-ACF16643C560}"/>
                  </a:ext>
                </a:extLst>
              </p:cNvPr>
              <p:cNvSpPr/>
              <p:nvPr/>
            </p:nvSpPr>
            <p:spPr>
              <a:xfrm>
                <a:off x="4687046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7" name="Freeform 45126">
                <a:extLst>
                  <a:ext uri="{FF2B5EF4-FFF2-40B4-BE49-F238E27FC236}">
                    <a16:creationId xmlns:a16="http://schemas.microsoft.com/office/drawing/2014/main" id="{0D3EA9A2-91D0-5DA8-4677-CA44E4670E46}"/>
                  </a:ext>
                </a:extLst>
              </p:cNvPr>
              <p:cNvSpPr/>
              <p:nvPr/>
            </p:nvSpPr>
            <p:spPr>
              <a:xfrm>
                <a:off x="4687542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8" name="Freeform 45127">
                <a:extLst>
                  <a:ext uri="{FF2B5EF4-FFF2-40B4-BE49-F238E27FC236}">
                    <a16:creationId xmlns:a16="http://schemas.microsoft.com/office/drawing/2014/main" id="{29E404D3-6F4A-96A3-4F94-56E5F681A4A2}"/>
                  </a:ext>
                </a:extLst>
              </p:cNvPr>
              <p:cNvSpPr/>
              <p:nvPr/>
            </p:nvSpPr>
            <p:spPr>
              <a:xfrm>
                <a:off x="4688138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29" name="Freeform 45128">
                <a:extLst>
                  <a:ext uri="{FF2B5EF4-FFF2-40B4-BE49-F238E27FC236}">
                    <a16:creationId xmlns:a16="http://schemas.microsoft.com/office/drawing/2014/main" id="{CA193499-ADD6-BF11-07D8-97758E22C878}"/>
                  </a:ext>
                </a:extLst>
              </p:cNvPr>
              <p:cNvSpPr/>
              <p:nvPr/>
            </p:nvSpPr>
            <p:spPr>
              <a:xfrm>
                <a:off x="4688634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0" name="Freeform 45129">
                <a:extLst>
                  <a:ext uri="{FF2B5EF4-FFF2-40B4-BE49-F238E27FC236}">
                    <a16:creationId xmlns:a16="http://schemas.microsoft.com/office/drawing/2014/main" id="{6BDC842B-1D5D-D5DE-EE63-1F65E76B0268}"/>
                  </a:ext>
                </a:extLst>
              </p:cNvPr>
              <p:cNvSpPr/>
              <p:nvPr/>
            </p:nvSpPr>
            <p:spPr>
              <a:xfrm>
                <a:off x="4689130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1" name="Freeform 45130">
                <a:extLst>
                  <a:ext uri="{FF2B5EF4-FFF2-40B4-BE49-F238E27FC236}">
                    <a16:creationId xmlns:a16="http://schemas.microsoft.com/office/drawing/2014/main" id="{44179045-C5D2-FBD3-6D7C-89F0DC6943EE}"/>
                  </a:ext>
                </a:extLst>
              </p:cNvPr>
              <p:cNvSpPr/>
              <p:nvPr/>
            </p:nvSpPr>
            <p:spPr>
              <a:xfrm>
                <a:off x="4689725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2" name="Freeform 45131">
                <a:extLst>
                  <a:ext uri="{FF2B5EF4-FFF2-40B4-BE49-F238E27FC236}">
                    <a16:creationId xmlns:a16="http://schemas.microsoft.com/office/drawing/2014/main" id="{ADBF82A0-4076-D66D-D869-68336B65D4C3}"/>
                  </a:ext>
                </a:extLst>
              </p:cNvPr>
              <p:cNvSpPr/>
              <p:nvPr/>
            </p:nvSpPr>
            <p:spPr>
              <a:xfrm>
                <a:off x="4690221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3" name="Freeform 45132">
                <a:extLst>
                  <a:ext uri="{FF2B5EF4-FFF2-40B4-BE49-F238E27FC236}">
                    <a16:creationId xmlns:a16="http://schemas.microsoft.com/office/drawing/2014/main" id="{4BF4587E-8792-5340-EFCA-1DB0DEA7CAF4}"/>
                  </a:ext>
                </a:extLst>
              </p:cNvPr>
              <p:cNvSpPr/>
              <p:nvPr/>
            </p:nvSpPr>
            <p:spPr>
              <a:xfrm>
                <a:off x="4690717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4" name="Freeform 45133">
                <a:extLst>
                  <a:ext uri="{FF2B5EF4-FFF2-40B4-BE49-F238E27FC236}">
                    <a16:creationId xmlns:a16="http://schemas.microsoft.com/office/drawing/2014/main" id="{55C63021-941B-7804-480B-E396BDE5A5E0}"/>
                  </a:ext>
                </a:extLst>
              </p:cNvPr>
              <p:cNvSpPr/>
              <p:nvPr/>
            </p:nvSpPr>
            <p:spPr>
              <a:xfrm>
                <a:off x="4691313" y="6030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5" name="Freeform 45134">
                <a:extLst>
                  <a:ext uri="{FF2B5EF4-FFF2-40B4-BE49-F238E27FC236}">
                    <a16:creationId xmlns:a16="http://schemas.microsoft.com/office/drawing/2014/main" id="{0E6AAC2E-9547-6A25-DA65-51A6CDC9D860}"/>
                  </a:ext>
                </a:extLst>
              </p:cNvPr>
              <p:cNvSpPr/>
              <p:nvPr/>
            </p:nvSpPr>
            <p:spPr>
              <a:xfrm>
                <a:off x="4691809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6" name="Freeform 45135">
                <a:extLst>
                  <a:ext uri="{FF2B5EF4-FFF2-40B4-BE49-F238E27FC236}">
                    <a16:creationId xmlns:a16="http://schemas.microsoft.com/office/drawing/2014/main" id="{BDB6F61E-2A9D-F16A-C9C6-AED6CD296831}"/>
                  </a:ext>
                </a:extLst>
              </p:cNvPr>
              <p:cNvSpPr/>
              <p:nvPr/>
            </p:nvSpPr>
            <p:spPr>
              <a:xfrm>
                <a:off x="4692305" y="6030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7" name="Freeform 45136">
                <a:extLst>
                  <a:ext uri="{FF2B5EF4-FFF2-40B4-BE49-F238E27FC236}">
                    <a16:creationId xmlns:a16="http://schemas.microsoft.com/office/drawing/2014/main" id="{5F991440-FE6D-86D7-DA2D-4E157E2C4A6C}"/>
                  </a:ext>
                </a:extLst>
              </p:cNvPr>
              <p:cNvSpPr/>
              <p:nvPr/>
            </p:nvSpPr>
            <p:spPr>
              <a:xfrm>
                <a:off x="4692900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8" name="Freeform 45137">
                <a:extLst>
                  <a:ext uri="{FF2B5EF4-FFF2-40B4-BE49-F238E27FC236}">
                    <a16:creationId xmlns:a16="http://schemas.microsoft.com/office/drawing/2014/main" id="{F7E5661F-DC33-FA70-11DC-DD493D56414C}"/>
                  </a:ext>
                </a:extLst>
              </p:cNvPr>
              <p:cNvSpPr/>
              <p:nvPr/>
            </p:nvSpPr>
            <p:spPr>
              <a:xfrm>
                <a:off x="4693396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39" name="Freeform 45138">
                <a:extLst>
                  <a:ext uri="{FF2B5EF4-FFF2-40B4-BE49-F238E27FC236}">
                    <a16:creationId xmlns:a16="http://schemas.microsoft.com/office/drawing/2014/main" id="{C0FEF3A3-FB85-4316-A63C-3A985D1C371E}"/>
                  </a:ext>
                </a:extLst>
              </p:cNvPr>
              <p:cNvSpPr/>
              <p:nvPr/>
            </p:nvSpPr>
            <p:spPr>
              <a:xfrm>
                <a:off x="4693892" y="6033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0" name="Freeform 45139">
                <a:extLst>
                  <a:ext uri="{FF2B5EF4-FFF2-40B4-BE49-F238E27FC236}">
                    <a16:creationId xmlns:a16="http://schemas.microsoft.com/office/drawing/2014/main" id="{7297A729-B0FF-9D17-AF20-C5A00D4273B4}"/>
                  </a:ext>
                </a:extLst>
              </p:cNvPr>
              <p:cNvSpPr/>
              <p:nvPr/>
            </p:nvSpPr>
            <p:spPr>
              <a:xfrm>
                <a:off x="4694488" y="6029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1" name="Freeform 45140">
                <a:extLst>
                  <a:ext uri="{FF2B5EF4-FFF2-40B4-BE49-F238E27FC236}">
                    <a16:creationId xmlns:a16="http://schemas.microsoft.com/office/drawing/2014/main" id="{6B9A3D09-04CA-D582-8080-0AF67EC890D2}"/>
                  </a:ext>
                </a:extLst>
              </p:cNvPr>
              <p:cNvSpPr/>
              <p:nvPr/>
            </p:nvSpPr>
            <p:spPr>
              <a:xfrm>
                <a:off x="4694984" y="6026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2" name="Freeform 45141">
                <a:extLst>
                  <a:ext uri="{FF2B5EF4-FFF2-40B4-BE49-F238E27FC236}">
                    <a16:creationId xmlns:a16="http://schemas.microsoft.com/office/drawing/2014/main" id="{4E71EEAB-A101-9884-D14F-7E4F011E1681}"/>
                  </a:ext>
                </a:extLst>
              </p:cNvPr>
              <p:cNvSpPr/>
              <p:nvPr/>
            </p:nvSpPr>
            <p:spPr>
              <a:xfrm>
                <a:off x="4695480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3" name="Freeform 45142">
                <a:extLst>
                  <a:ext uri="{FF2B5EF4-FFF2-40B4-BE49-F238E27FC236}">
                    <a16:creationId xmlns:a16="http://schemas.microsoft.com/office/drawing/2014/main" id="{B596751B-1FDC-1724-0C5E-3196D414523E}"/>
                  </a:ext>
                </a:extLst>
              </p:cNvPr>
              <p:cNvSpPr/>
              <p:nvPr/>
            </p:nvSpPr>
            <p:spPr>
              <a:xfrm>
                <a:off x="4696075" y="6034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4" name="Freeform 45143">
                <a:extLst>
                  <a:ext uri="{FF2B5EF4-FFF2-40B4-BE49-F238E27FC236}">
                    <a16:creationId xmlns:a16="http://schemas.microsoft.com/office/drawing/2014/main" id="{0C6CBF6F-3B43-90C3-28D2-716827131F71}"/>
                  </a:ext>
                </a:extLst>
              </p:cNvPr>
              <p:cNvSpPr/>
              <p:nvPr/>
            </p:nvSpPr>
            <p:spPr>
              <a:xfrm>
                <a:off x="4696571" y="6030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5" name="Freeform 45144">
                <a:extLst>
                  <a:ext uri="{FF2B5EF4-FFF2-40B4-BE49-F238E27FC236}">
                    <a16:creationId xmlns:a16="http://schemas.microsoft.com/office/drawing/2014/main" id="{07DC6F95-E1FE-6094-7D06-DAAA717DAA55}"/>
                  </a:ext>
                </a:extLst>
              </p:cNvPr>
              <p:cNvSpPr/>
              <p:nvPr/>
            </p:nvSpPr>
            <p:spPr>
              <a:xfrm>
                <a:off x="4697067" y="6028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6" name="Freeform 45145">
                <a:extLst>
                  <a:ext uri="{FF2B5EF4-FFF2-40B4-BE49-F238E27FC236}">
                    <a16:creationId xmlns:a16="http://schemas.microsoft.com/office/drawing/2014/main" id="{2327F098-C82F-3EDE-48CB-5DDF072FCE65}"/>
                  </a:ext>
                </a:extLst>
              </p:cNvPr>
              <p:cNvSpPr/>
              <p:nvPr/>
            </p:nvSpPr>
            <p:spPr>
              <a:xfrm>
                <a:off x="4697563" y="6020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7" name="Freeform 45146">
                <a:extLst>
                  <a:ext uri="{FF2B5EF4-FFF2-40B4-BE49-F238E27FC236}">
                    <a16:creationId xmlns:a16="http://schemas.microsoft.com/office/drawing/2014/main" id="{75E5CCEC-C822-09CF-7780-15DFDD08AFEE}"/>
                  </a:ext>
                </a:extLst>
              </p:cNvPr>
              <p:cNvSpPr/>
              <p:nvPr/>
            </p:nvSpPr>
            <p:spPr>
              <a:xfrm>
                <a:off x="4698159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8" name="Freeform 45147">
                <a:extLst>
                  <a:ext uri="{FF2B5EF4-FFF2-40B4-BE49-F238E27FC236}">
                    <a16:creationId xmlns:a16="http://schemas.microsoft.com/office/drawing/2014/main" id="{B3453799-2D11-30E8-2626-42BAE8E15C4B}"/>
                  </a:ext>
                </a:extLst>
              </p:cNvPr>
              <p:cNvSpPr/>
              <p:nvPr/>
            </p:nvSpPr>
            <p:spPr>
              <a:xfrm>
                <a:off x="4698655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49" name="Freeform 45148">
                <a:extLst>
                  <a:ext uri="{FF2B5EF4-FFF2-40B4-BE49-F238E27FC236}">
                    <a16:creationId xmlns:a16="http://schemas.microsoft.com/office/drawing/2014/main" id="{B1A32B11-7F01-15CE-9CD4-3FE84FDECBE8}"/>
                  </a:ext>
                </a:extLst>
              </p:cNvPr>
              <p:cNvSpPr/>
              <p:nvPr/>
            </p:nvSpPr>
            <p:spPr>
              <a:xfrm>
                <a:off x="46991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0" name="Freeform 45149">
                <a:extLst>
                  <a:ext uri="{FF2B5EF4-FFF2-40B4-BE49-F238E27FC236}">
                    <a16:creationId xmlns:a16="http://schemas.microsoft.com/office/drawing/2014/main" id="{9868032E-9512-89D6-280E-FB3C3A4876DF}"/>
                  </a:ext>
                </a:extLst>
              </p:cNvPr>
              <p:cNvSpPr/>
              <p:nvPr/>
            </p:nvSpPr>
            <p:spPr>
              <a:xfrm>
                <a:off x="46997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1" name="Freeform 45150">
                <a:extLst>
                  <a:ext uri="{FF2B5EF4-FFF2-40B4-BE49-F238E27FC236}">
                    <a16:creationId xmlns:a16="http://schemas.microsoft.com/office/drawing/2014/main" id="{B781AE6C-6748-3355-B16E-F5BDDC84C8FB}"/>
                  </a:ext>
                </a:extLst>
              </p:cNvPr>
              <p:cNvSpPr/>
              <p:nvPr/>
            </p:nvSpPr>
            <p:spPr>
              <a:xfrm>
                <a:off x="47002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2" name="Freeform 45151">
                <a:extLst>
                  <a:ext uri="{FF2B5EF4-FFF2-40B4-BE49-F238E27FC236}">
                    <a16:creationId xmlns:a16="http://schemas.microsoft.com/office/drawing/2014/main" id="{3DC7B5A8-ECD2-F2AE-BA0E-686A8F43B353}"/>
                  </a:ext>
                </a:extLst>
              </p:cNvPr>
              <p:cNvSpPr/>
              <p:nvPr/>
            </p:nvSpPr>
            <p:spPr>
              <a:xfrm>
                <a:off x="47007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3" name="Freeform 45152">
                <a:extLst>
                  <a:ext uri="{FF2B5EF4-FFF2-40B4-BE49-F238E27FC236}">
                    <a16:creationId xmlns:a16="http://schemas.microsoft.com/office/drawing/2014/main" id="{C44D9AA5-88F5-811D-9D79-5A576D00F7C2}"/>
                  </a:ext>
                </a:extLst>
              </p:cNvPr>
              <p:cNvSpPr/>
              <p:nvPr/>
            </p:nvSpPr>
            <p:spPr>
              <a:xfrm>
                <a:off x="47013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4" name="Freeform 45153">
                <a:extLst>
                  <a:ext uri="{FF2B5EF4-FFF2-40B4-BE49-F238E27FC236}">
                    <a16:creationId xmlns:a16="http://schemas.microsoft.com/office/drawing/2014/main" id="{2F83C99D-D459-1549-A22C-F702CD3E645D}"/>
                  </a:ext>
                </a:extLst>
              </p:cNvPr>
              <p:cNvSpPr/>
              <p:nvPr/>
            </p:nvSpPr>
            <p:spPr>
              <a:xfrm>
                <a:off x="47018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5" name="Freeform 45154">
                <a:extLst>
                  <a:ext uri="{FF2B5EF4-FFF2-40B4-BE49-F238E27FC236}">
                    <a16:creationId xmlns:a16="http://schemas.microsoft.com/office/drawing/2014/main" id="{33129E30-1D92-F61B-71DD-0CBE9A914CD7}"/>
                  </a:ext>
                </a:extLst>
              </p:cNvPr>
              <p:cNvSpPr/>
              <p:nvPr/>
            </p:nvSpPr>
            <p:spPr>
              <a:xfrm>
                <a:off x="470232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6" name="Freeform 45155">
                <a:extLst>
                  <a:ext uri="{FF2B5EF4-FFF2-40B4-BE49-F238E27FC236}">
                    <a16:creationId xmlns:a16="http://schemas.microsoft.com/office/drawing/2014/main" id="{70029E1A-E52C-99B5-7FE3-ACEC3C479106}"/>
                  </a:ext>
                </a:extLst>
              </p:cNvPr>
              <p:cNvSpPr/>
              <p:nvPr/>
            </p:nvSpPr>
            <p:spPr>
              <a:xfrm>
                <a:off x="470292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7" name="Freeform 45156">
                <a:extLst>
                  <a:ext uri="{FF2B5EF4-FFF2-40B4-BE49-F238E27FC236}">
                    <a16:creationId xmlns:a16="http://schemas.microsoft.com/office/drawing/2014/main" id="{8AD4650E-D204-91C7-D9F5-1FD22FB13A6E}"/>
                  </a:ext>
                </a:extLst>
              </p:cNvPr>
              <p:cNvSpPr/>
              <p:nvPr/>
            </p:nvSpPr>
            <p:spPr>
              <a:xfrm>
                <a:off x="470341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8" name="Freeform 45157">
                <a:extLst>
                  <a:ext uri="{FF2B5EF4-FFF2-40B4-BE49-F238E27FC236}">
                    <a16:creationId xmlns:a16="http://schemas.microsoft.com/office/drawing/2014/main" id="{525FE5C7-31EC-BEB7-9912-A5E80B3AAF4A}"/>
                  </a:ext>
                </a:extLst>
              </p:cNvPr>
              <p:cNvSpPr/>
              <p:nvPr/>
            </p:nvSpPr>
            <p:spPr>
              <a:xfrm>
                <a:off x="4703913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59" name="Freeform 45158">
                <a:extLst>
                  <a:ext uri="{FF2B5EF4-FFF2-40B4-BE49-F238E27FC236}">
                    <a16:creationId xmlns:a16="http://schemas.microsoft.com/office/drawing/2014/main" id="{41CCFDD6-4365-66E6-CCB1-A63D2E820AEA}"/>
                  </a:ext>
                </a:extLst>
              </p:cNvPr>
              <p:cNvSpPr/>
              <p:nvPr/>
            </p:nvSpPr>
            <p:spPr>
              <a:xfrm>
                <a:off x="4704509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0" name="Freeform 45159">
                <a:extLst>
                  <a:ext uri="{FF2B5EF4-FFF2-40B4-BE49-F238E27FC236}">
                    <a16:creationId xmlns:a16="http://schemas.microsoft.com/office/drawing/2014/main" id="{83EA5A51-7E69-BA6A-7FDC-DB056FC71EC6}"/>
                  </a:ext>
                </a:extLst>
              </p:cNvPr>
              <p:cNvSpPr/>
              <p:nvPr/>
            </p:nvSpPr>
            <p:spPr>
              <a:xfrm>
                <a:off x="4705005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1" name="Freeform 45160">
                <a:extLst>
                  <a:ext uri="{FF2B5EF4-FFF2-40B4-BE49-F238E27FC236}">
                    <a16:creationId xmlns:a16="http://schemas.microsoft.com/office/drawing/2014/main" id="{91BB93A3-CF99-7F16-E915-81D05E2B4AD2}"/>
                  </a:ext>
                </a:extLst>
              </p:cNvPr>
              <p:cNvSpPr/>
              <p:nvPr/>
            </p:nvSpPr>
            <p:spPr>
              <a:xfrm>
                <a:off x="4705501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2" name="Freeform 45161">
                <a:extLst>
                  <a:ext uri="{FF2B5EF4-FFF2-40B4-BE49-F238E27FC236}">
                    <a16:creationId xmlns:a16="http://schemas.microsoft.com/office/drawing/2014/main" id="{264B623F-079E-9CCD-5511-8ED7E0F925B8}"/>
                  </a:ext>
                </a:extLst>
              </p:cNvPr>
              <p:cNvSpPr/>
              <p:nvPr/>
            </p:nvSpPr>
            <p:spPr>
              <a:xfrm>
                <a:off x="4706096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3" name="Freeform 45162">
                <a:extLst>
                  <a:ext uri="{FF2B5EF4-FFF2-40B4-BE49-F238E27FC236}">
                    <a16:creationId xmlns:a16="http://schemas.microsoft.com/office/drawing/2014/main" id="{7018840B-3C5B-50DD-2D41-4B49B6032101}"/>
                  </a:ext>
                </a:extLst>
              </p:cNvPr>
              <p:cNvSpPr/>
              <p:nvPr/>
            </p:nvSpPr>
            <p:spPr>
              <a:xfrm>
                <a:off x="4706592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4" name="Freeform 45163">
                <a:extLst>
                  <a:ext uri="{FF2B5EF4-FFF2-40B4-BE49-F238E27FC236}">
                    <a16:creationId xmlns:a16="http://schemas.microsoft.com/office/drawing/2014/main" id="{B68E0AD6-705A-A135-7A9E-58B4A959A32F}"/>
                  </a:ext>
                </a:extLst>
              </p:cNvPr>
              <p:cNvSpPr/>
              <p:nvPr/>
            </p:nvSpPr>
            <p:spPr>
              <a:xfrm>
                <a:off x="4707088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5" name="Freeform 45164">
                <a:extLst>
                  <a:ext uri="{FF2B5EF4-FFF2-40B4-BE49-F238E27FC236}">
                    <a16:creationId xmlns:a16="http://schemas.microsoft.com/office/drawing/2014/main" id="{AED7ED52-E953-360F-0BA5-725E4F52DDB9}"/>
                  </a:ext>
                </a:extLst>
              </p:cNvPr>
              <p:cNvSpPr/>
              <p:nvPr/>
            </p:nvSpPr>
            <p:spPr>
              <a:xfrm>
                <a:off x="4707684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6" name="Freeform 45165">
                <a:extLst>
                  <a:ext uri="{FF2B5EF4-FFF2-40B4-BE49-F238E27FC236}">
                    <a16:creationId xmlns:a16="http://schemas.microsoft.com/office/drawing/2014/main" id="{A42581DE-1454-F4CC-AF2B-309A80F4DAB7}"/>
                  </a:ext>
                </a:extLst>
              </p:cNvPr>
              <p:cNvSpPr/>
              <p:nvPr/>
            </p:nvSpPr>
            <p:spPr>
              <a:xfrm>
                <a:off x="4708180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7" name="Freeform 45166">
                <a:extLst>
                  <a:ext uri="{FF2B5EF4-FFF2-40B4-BE49-F238E27FC236}">
                    <a16:creationId xmlns:a16="http://schemas.microsoft.com/office/drawing/2014/main" id="{9B462B6D-9793-C5DD-4B0D-E422FB8A0864}"/>
                  </a:ext>
                </a:extLst>
              </p:cNvPr>
              <p:cNvSpPr/>
              <p:nvPr/>
            </p:nvSpPr>
            <p:spPr>
              <a:xfrm>
                <a:off x="4708676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8" name="Freeform 45167">
                <a:extLst>
                  <a:ext uri="{FF2B5EF4-FFF2-40B4-BE49-F238E27FC236}">
                    <a16:creationId xmlns:a16="http://schemas.microsoft.com/office/drawing/2014/main" id="{69F237E4-70A0-AEE9-3E9E-429073106D3A}"/>
                  </a:ext>
                </a:extLst>
              </p:cNvPr>
              <p:cNvSpPr/>
              <p:nvPr/>
            </p:nvSpPr>
            <p:spPr>
              <a:xfrm>
                <a:off x="4709271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69" name="Freeform 45168">
                <a:extLst>
                  <a:ext uri="{FF2B5EF4-FFF2-40B4-BE49-F238E27FC236}">
                    <a16:creationId xmlns:a16="http://schemas.microsoft.com/office/drawing/2014/main" id="{BA8C6867-C1D7-35FE-7F33-63ED48EC4434}"/>
                  </a:ext>
                </a:extLst>
              </p:cNvPr>
              <p:cNvSpPr/>
              <p:nvPr/>
            </p:nvSpPr>
            <p:spPr>
              <a:xfrm>
                <a:off x="4709767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0" name="Freeform 45169">
                <a:extLst>
                  <a:ext uri="{FF2B5EF4-FFF2-40B4-BE49-F238E27FC236}">
                    <a16:creationId xmlns:a16="http://schemas.microsoft.com/office/drawing/2014/main" id="{9B634E2D-D21D-279E-36CE-6BB1B65EB400}"/>
                  </a:ext>
                </a:extLst>
              </p:cNvPr>
              <p:cNvSpPr/>
              <p:nvPr/>
            </p:nvSpPr>
            <p:spPr>
              <a:xfrm>
                <a:off x="4710263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1" name="Freeform 45170">
                <a:extLst>
                  <a:ext uri="{FF2B5EF4-FFF2-40B4-BE49-F238E27FC236}">
                    <a16:creationId xmlns:a16="http://schemas.microsoft.com/office/drawing/2014/main" id="{EF5F0D2B-BC27-7EB7-5DCE-1519AD29E85E}"/>
                  </a:ext>
                </a:extLst>
              </p:cNvPr>
              <p:cNvSpPr/>
              <p:nvPr/>
            </p:nvSpPr>
            <p:spPr>
              <a:xfrm>
                <a:off x="4710759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2" name="Freeform 45171">
                <a:extLst>
                  <a:ext uri="{FF2B5EF4-FFF2-40B4-BE49-F238E27FC236}">
                    <a16:creationId xmlns:a16="http://schemas.microsoft.com/office/drawing/2014/main" id="{1AF98620-7353-20F3-43DE-20DCEE972EC2}"/>
                  </a:ext>
                </a:extLst>
              </p:cNvPr>
              <p:cNvSpPr/>
              <p:nvPr/>
            </p:nvSpPr>
            <p:spPr>
              <a:xfrm>
                <a:off x="471135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3" name="Freeform 45172">
                <a:extLst>
                  <a:ext uri="{FF2B5EF4-FFF2-40B4-BE49-F238E27FC236}">
                    <a16:creationId xmlns:a16="http://schemas.microsoft.com/office/drawing/2014/main" id="{F1DD5E2A-3B65-D715-A7CF-2BD99CB1F3CA}"/>
                  </a:ext>
                </a:extLst>
              </p:cNvPr>
              <p:cNvSpPr/>
              <p:nvPr/>
            </p:nvSpPr>
            <p:spPr>
              <a:xfrm>
                <a:off x="47118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4" name="Freeform 45173">
                <a:extLst>
                  <a:ext uri="{FF2B5EF4-FFF2-40B4-BE49-F238E27FC236}">
                    <a16:creationId xmlns:a16="http://schemas.microsoft.com/office/drawing/2014/main" id="{12A89C9F-F31F-2F38-5C1F-3A6E03CAD144}"/>
                  </a:ext>
                </a:extLst>
              </p:cNvPr>
              <p:cNvSpPr/>
              <p:nvPr/>
            </p:nvSpPr>
            <p:spPr>
              <a:xfrm>
                <a:off x="47123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5" name="Freeform 45174">
                <a:extLst>
                  <a:ext uri="{FF2B5EF4-FFF2-40B4-BE49-F238E27FC236}">
                    <a16:creationId xmlns:a16="http://schemas.microsoft.com/office/drawing/2014/main" id="{A7745C7B-9162-2B7C-0783-C3D409A14E0D}"/>
                  </a:ext>
                </a:extLst>
              </p:cNvPr>
              <p:cNvSpPr/>
              <p:nvPr/>
            </p:nvSpPr>
            <p:spPr>
              <a:xfrm>
                <a:off x="47129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6" name="Freeform 45175">
                <a:extLst>
                  <a:ext uri="{FF2B5EF4-FFF2-40B4-BE49-F238E27FC236}">
                    <a16:creationId xmlns:a16="http://schemas.microsoft.com/office/drawing/2014/main" id="{95679419-AF12-E16D-9572-7D3464559CA7}"/>
                  </a:ext>
                </a:extLst>
              </p:cNvPr>
              <p:cNvSpPr/>
              <p:nvPr/>
            </p:nvSpPr>
            <p:spPr>
              <a:xfrm>
                <a:off x="47134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7" name="Freeform 45176">
                <a:extLst>
                  <a:ext uri="{FF2B5EF4-FFF2-40B4-BE49-F238E27FC236}">
                    <a16:creationId xmlns:a16="http://schemas.microsoft.com/office/drawing/2014/main" id="{7B2CEC5A-3E86-7CC0-37F5-49EAAF23E223}"/>
                  </a:ext>
                </a:extLst>
              </p:cNvPr>
              <p:cNvSpPr/>
              <p:nvPr/>
            </p:nvSpPr>
            <p:spPr>
              <a:xfrm>
                <a:off x="47139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8" name="Freeform 45177">
                <a:extLst>
                  <a:ext uri="{FF2B5EF4-FFF2-40B4-BE49-F238E27FC236}">
                    <a16:creationId xmlns:a16="http://schemas.microsoft.com/office/drawing/2014/main" id="{17C4F47E-9DFB-AE33-5C71-BBF2EA4D8E91}"/>
                  </a:ext>
                </a:extLst>
              </p:cNvPr>
              <p:cNvSpPr/>
              <p:nvPr/>
            </p:nvSpPr>
            <p:spPr>
              <a:xfrm>
                <a:off x="47145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79" name="Freeform 45178">
                <a:extLst>
                  <a:ext uri="{FF2B5EF4-FFF2-40B4-BE49-F238E27FC236}">
                    <a16:creationId xmlns:a16="http://schemas.microsoft.com/office/drawing/2014/main" id="{75F9895A-4A98-3356-030C-89376B82227F}"/>
                  </a:ext>
                </a:extLst>
              </p:cNvPr>
              <p:cNvSpPr/>
              <p:nvPr/>
            </p:nvSpPr>
            <p:spPr>
              <a:xfrm>
                <a:off x="471502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0" name="Freeform 45179">
                <a:extLst>
                  <a:ext uri="{FF2B5EF4-FFF2-40B4-BE49-F238E27FC236}">
                    <a16:creationId xmlns:a16="http://schemas.microsoft.com/office/drawing/2014/main" id="{7B6C183C-DE29-CFA0-2AF5-81AB9A300D44}"/>
                  </a:ext>
                </a:extLst>
              </p:cNvPr>
              <p:cNvSpPr/>
              <p:nvPr/>
            </p:nvSpPr>
            <p:spPr>
              <a:xfrm>
                <a:off x="471552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1" name="Freeform 45180">
                <a:extLst>
                  <a:ext uri="{FF2B5EF4-FFF2-40B4-BE49-F238E27FC236}">
                    <a16:creationId xmlns:a16="http://schemas.microsoft.com/office/drawing/2014/main" id="{3A9498B5-DCC8-934D-35C0-24D801230E1A}"/>
                  </a:ext>
                </a:extLst>
              </p:cNvPr>
              <p:cNvSpPr/>
              <p:nvPr/>
            </p:nvSpPr>
            <p:spPr>
              <a:xfrm>
                <a:off x="471611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2" name="Freeform 45181">
                <a:extLst>
                  <a:ext uri="{FF2B5EF4-FFF2-40B4-BE49-F238E27FC236}">
                    <a16:creationId xmlns:a16="http://schemas.microsoft.com/office/drawing/2014/main" id="{FF4C527A-8912-B46D-BBB6-27B85F02D3A3}"/>
                  </a:ext>
                </a:extLst>
              </p:cNvPr>
              <p:cNvSpPr/>
              <p:nvPr/>
            </p:nvSpPr>
            <p:spPr>
              <a:xfrm>
                <a:off x="4716613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3" name="Freeform 45182">
                <a:extLst>
                  <a:ext uri="{FF2B5EF4-FFF2-40B4-BE49-F238E27FC236}">
                    <a16:creationId xmlns:a16="http://schemas.microsoft.com/office/drawing/2014/main" id="{3C4A5017-FD4B-CA94-DE69-F5A93BF12960}"/>
                  </a:ext>
                </a:extLst>
              </p:cNvPr>
              <p:cNvSpPr/>
              <p:nvPr/>
            </p:nvSpPr>
            <p:spPr>
              <a:xfrm>
                <a:off x="4717109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4" name="Freeform 45183">
                <a:extLst>
                  <a:ext uri="{FF2B5EF4-FFF2-40B4-BE49-F238E27FC236}">
                    <a16:creationId xmlns:a16="http://schemas.microsoft.com/office/drawing/2014/main" id="{2466C172-7FB7-AE7F-E165-6B4944C02C8A}"/>
                  </a:ext>
                </a:extLst>
              </p:cNvPr>
              <p:cNvSpPr/>
              <p:nvPr/>
            </p:nvSpPr>
            <p:spPr>
              <a:xfrm>
                <a:off x="4717705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5" name="Freeform 45184">
                <a:extLst>
                  <a:ext uri="{FF2B5EF4-FFF2-40B4-BE49-F238E27FC236}">
                    <a16:creationId xmlns:a16="http://schemas.microsoft.com/office/drawing/2014/main" id="{7CA44038-CAD2-E29B-E157-1CCE8491E44F}"/>
                  </a:ext>
                </a:extLst>
              </p:cNvPr>
              <p:cNvSpPr/>
              <p:nvPr/>
            </p:nvSpPr>
            <p:spPr>
              <a:xfrm>
                <a:off x="4718201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6" name="Freeform 45185">
                <a:extLst>
                  <a:ext uri="{FF2B5EF4-FFF2-40B4-BE49-F238E27FC236}">
                    <a16:creationId xmlns:a16="http://schemas.microsoft.com/office/drawing/2014/main" id="{66BB9591-07D2-54B0-6B5D-30F4F9572211}"/>
                  </a:ext>
                </a:extLst>
              </p:cNvPr>
              <p:cNvSpPr/>
              <p:nvPr/>
            </p:nvSpPr>
            <p:spPr>
              <a:xfrm>
                <a:off x="4718697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7" name="Freeform 45186">
                <a:extLst>
                  <a:ext uri="{FF2B5EF4-FFF2-40B4-BE49-F238E27FC236}">
                    <a16:creationId xmlns:a16="http://schemas.microsoft.com/office/drawing/2014/main" id="{FD096075-AF0F-9F4E-457A-C17E20B2323E}"/>
                  </a:ext>
                </a:extLst>
              </p:cNvPr>
              <p:cNvSpPr/>
              <p:nvPr/>
            </p:nvSpPr>
            <p:spPr>
              <a:xfrm>
                <a:off x="4719292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8" name="Freeform 45187">
                <a:extLst>
                  <a:ext uri="{FF2B5EF4-FFF2-40B4-BE49-F238E27FC236}">
                    <a16:creationId xmlns:a16="http://schemas.microsoft.com/office/drawing/2014/main" id="{027F603D-1BB5-7E74-F540-455238304D68}"/>
                  </a:ext>
                </a:extLst>
              </p:cNvPr>
              <p:cNvSpPr/>
              <p:nvPr/>
            </p:nvSpPr>
            <p:spPr>
              <a:xfrm>
                <a:off x="4719788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89" name="Freeform 45188">
                <a:extLst>
                  <a:ext uri="{FF2B5EF4-FFF2-40B4-BE49-F238E27FC236}">
                    <a16:creationId xmlns:a16="http://schemas.microsoft.com/office/drawing/2014/main" id="{4F825A55-F4B6-86B4-6637-2604C41ADFE1}"/>
                  </a:ext>
                </a:extLst>
              </p:cNvPr>
              <p:cNvSpPr/>
              <p:nvPr/>
            </p:nvSpPr>
            <p:spPr>
              <a:xfrm>
                <a:off x="4720284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0" name="Freeform 45189">
                <a:extLst>
                  <a:ext uri="{FF2B5EF4-FFF2-40B4-BE49-F238E27FC236}">
                    <a16:creationId xmlns:a16="http://schemas.microsoft.com/office/drawing/2014/main" id="{3657FE2C-E95D-1288-1FE3-BE6C1EFD3227}"/>
                  </a:ext>
                </a:extLst>
              </p:cNvPr>
              <p:cNvSpPr/>
              <p:nvPr/>
            </p:nvSpPr>
            <p:spPr>
              <a:xfrm>
                <a:off x="4720880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1" name="Freeform 45190">
                <a:extLst>
                  <a:ext uri="{FF2B5EF4-FFF2-40B4-BE49-F238E27FC236}">
                    <a16:creationId xmlns:a16="http://schemas.microsoft.com/office/drawing/2014/main" id="{6B06D263-0E0D-56E1-73C7-69BF92C9F486}"/>
                  </a:ext>
                </a:extLst>
              </p:cNvPr>
              <p:cNvSpPr/>
              <p:nvPr/>
            </p:nvSpPr>
            <p:spPr>
              <a:xfrm>
                <a:off x="4721376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2" name="Freeform 45191">
                <a:extLst>
                  <a:ext uri="{FF2B5EF4-FFF2-40B4-BE49-F238E27FC236}">
                    <a16:creationId xmlns:a16="http://schemas.microsoft.com/office/drawing/2014/main" id="{EE92C601-A58F-48D2-25DC-3E895B12E631}"/>
                  </a:ext>
                </a:extLst>
              </p:cNvPr>
              <p:cNvSpPr/>
              <p:nvPr/>
            </p:nvSpPr>
            <p:spPr>
              <a:xfrm>
                <a:off x="4721872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3" name="Freeform 45192">
                <a:extLst>
                  <a:ext uri="{FF2B5EF4-FFF2-40B4-BE49-F238E27FC236}">
                    <a16:creationId xmlns:a16="http://schemas.microsoft.com/office/drawing/2014/main" id="{AB17F7C7-B750-E099-F181-9F5B30F7BCDA}"/>
                  </a:ext>
                </a:extLst>
              </p:cNvPr>
              <p:cNvSpPr/>
              <p:nvPr/>
            </p:nvSpPr>
            <p:spPr>
              <a:xfrm>
                <a:off x="4722368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4" name="Freeform 45193">
                <a:extLst>
                  <a:ext uri="{FF2B5EF4-FFF2-40B4-BE49-F238E27FC236}">
                    <a16:creationId xmlns:a16="http://schemas.microsoft.com/office/drawing/2014/main" id="{7E49941A-2CE7-552C-A8FB-B35995D3B8F8}"/>
                  </a:ext>
                </a:extLst>
              </p:cNvPr>
              <p:cNvSpPr/>
              <p:nvPr/>
            </p:nvSpPr>
            <p:spPr>
              <a:xfrm>
                <a:off x="4722963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5" name="Freeform 45194">
                <a:extLst>
                  <a:ext uri="{FF2B5EF4-FFF2-40B4-BE49-F238E27FC236}">
                    <a16:creationId xmlns:a16="http://schemas.microsoft.com/office/drawing/2014/main" id="{C46969D0-6D35-21A7-6277-945771BDE3D3}"/>
                  </a:ext>
                </a:extLst>
              </p:cNvPr>
              <p:cNvSpPr/>
              <p:nvPr/>
            </p:nvSpPr>
            <p:spPr>
              <a:xfrm>
                <a:off x="4723459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6" name="Freeform 45195">
                <a:extLst>
                  <a:ext uri="{FF2B5EF4-FFF2-40B4-BE49-F238E27FC236}">
                    <a16:creationId xmlns:a16="http://schemas.microsoft.com/office/drawing/2014/main" id="{79463FB2-C9B8-DD5E-5FE9-75B6872B536A}"/>
                  </a:ext>
                </a:extLst>
              </p:cNvPr>
              <p:cNvSpPr/>
              <p:nvPr/>
            </p:nvSpPr>
            <p:spPr>
              <a:xfrm>
                <a:off x="472395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7" name="Freeform 45196">
                <a:extLst>
                  <a:ext uri="{FF2B5EF4-FFF2-40B4-BE49-F238E27FC236}">
                    <a16:creationId xmlns:a16="http://schemas.microsoft.com/office/drawing/2014/main" id="{49E364A9-9708-B214-D222-2A784DA8D562}"/>
                  </a:ext>
                </a:extLst>
              </p:cNvPr>
              <p:cNvSpPr/>
              <p:nvPr/>
            </p:nvSpPr>
            <p:spPr>
              <a:xfrm>
                <a:off x="47245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8" name="Freeform 45197">
                <a:extLst>
                  <a:ext uri="{FF2B5EF4-FFF2-40B4-BE49-F238E27FC236}">
                    <a16:creationId xmlns:a16="http://schemas.microsoft.com/office/drawing/2014/main" id="{E01DE0CE-B556-C22E-A639-904F95E3DB88}"/>
                  </a:ext>
                </a:extLst>
              </p:cNvPr>
              <p:cNvSpPr/>
              <p:nvPr/>
            </p:nvSpPr>
            <p:spPr>
              <a:xfrm>
                <a:off x="47250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99" name="Freeform 45198">
                <a:extLst>
                  <a:ext uri="{FF2B5EF4-FFF2-40B4-BE49-F238E27FC236}">
                    <a16:creationId xmlns:a16="http://schemas.microsoft.com/office/drawing/2014/main" id="{005ACEF2-111C-1AD0-2C2F-5E7C9C0C9004}"/>
                  </a:ext>
                </a:extLst>
              </p:cNvPr>
              <p:cNvSpPr/>
              <p:nvPr/>
            </p:nvSpPr>
            <p:spPr>
              <a:xfrm>
                <a:off x="47255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0" name="Freeform 45199">
                <a:extLst>
                  <a:ext uri="{FF2B5EF4-FFF2-40B4-BE49-F238E27FC236}">
                    <a16:creationId xmlns:a16="http://schemas.microsoft.com/office/drawing/2014/main" id="{5A58C856-AA0F-1BC0-9E07-B2F09DC3F669}"/>
                  </a:ext>
                </a:extLst>
              </p:cNvPr>
              <p:cNvSpPr/>
              <p:nvPr/>
            </p:nvSpPr>
            <p:spPr>
              <a:xfrm>
                <a:off x="47261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1" name="Freeform 45200">
                <a:extLst>
                  <a:ext uri="{FF2B5EF4-FFF2-40B4-BE49-F238E27FC236}">
                    <a16:creationId xmlns:a16="http://schemas.microsoft.com/office/drawing/2014/main" id="{EDC1CE47-6874-8723-2DE2-037E37B969EA}"/>
                  </a:ext>
                </a:extLst>
              </p:cNvPr>
              <p:cNvSpPr/>
              <p:nvPr/>
            </p:nvSpPr>
            <p:spPr>
              <a:xfrm>
                <a:off x="47266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2" name="Freeform 45201">
                <a:extLst>
                  <a:ext uri="{FF2B5EF4-FFF2-40B4-BE49-F238E27FC236}">
                    <a16:creationId xmlns:a16="http://schemas.microsoft.com/office/drawing/2014/main" id="{BEBD403B-E852-76C3-85BE-3359B1576D97}"/>
                  </a:ext>
                </a:extLst>
              </p:cNvPr>
              <p:cNvSpPr/>
              <p:nvPr/>
            </p:nvSpPr>
            <p:spPr>
              <a:xfrm>
                <a:off x="47271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3" name="Freeform 45202">
                <a:extLst>
                  <a:ext uri="{FF2B5EF4-FFF2-40B4-BE49-F238E27FC236}">
                    <a16:creationId xmlns:a16="http://schemas.microsoft.com/office/drawing/2014/main" id="{6AE78374-7768-3366-F9BE-0A62A2978949}"/>
                  </a:ext>
                </a:extLst>
              </p:cNvPr>
              <p:cNvSpPr/>
              <p:nvPr/>
            </p:nvSpPr>
            <p:spPr>
              <a:xfrm>
                <a:off x="472772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4" name="Freeform 45203">
                <a:extLst>
                  <a:ext uri="{FF2B5EF4-FFF2-40B4-BE49-F238E27FC236}">
                    <a16:creationId xmlns:a16="http://schemas.microsoft.com/office/drawing/2014/main" id="{4BB2D3F3-3A5E-C4D7-3C6B-42FF52A2AF32}"/>
                  </a:ext>
                </a:extLst>
              </p:cNvPr>
              <p:cNvSpPr/>
              <p:nvPr/>
            </p:nvSpPr>
            <p:spPr>
              <a:xfrm>
                <a:off x="472822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5" name="Freeform 45204">
                <a:extLst>
                  <a:ext uri="{FF2B5EF4-FFF2-40B4-BE49-F238E27FC236}">
                    <a16:creationId xmlns:a16="http://schemas.microsoft.com/office/drawing/2014/main" id="{AA562D89-9082-106D-8B6D-7BB3FC13E832}"/>
                  </a:ext>
                </a:extLst>
              </p:cNvPr>
              <p:cNvSpPr/>
              <p:nvPr/>
            </p:nvSpPr>
            <p:spPr>
              <a:xfrm>
                <a:off x="472871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6" name="Freeform 45205">
                <a:extLst>
                  <a:ext uri="{FF2B5EF4-FFF2-40B4-BE49-F238E27FC236}">
                    <a16:creationId xmlns:a16="http://schemas.microsoft.com/office/drawing/2014/main" id="{A5FA57E7-F2A0-8899-7917-38C6939DD75A}"/>
                  </a:ext>
                </a:extLst>
              </p:cNvPr>
              <p:cNvSpPr/>
              <p:nvPr/>
            </p:nvSpPr>
            <p:spPr>
              <a:xfrm>
                <a:off x="4729313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7" name="Freeform 45206">
                <a:extLst>
                  <a:ext uri="{FF2B5EF4-FFF2-40B4-BE49-F238E27FC236}">
                    <a16:creationId xmlns:a16="http://schemas.microsoft.com/office/drawing/2014/main" id="{F75C3337-4B47-0B2F-562A-C4F3F8ABCACB}"/>
                  </a:ext>
                </a:extLst>
              </p:cNvPr>
              <p:cNvSpPr/>
              <p:nvPr/>
            </p:nvSpPr>
            <p:spPr>
              <a:xfrm>
                <a:off x="4729809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8" name="Freeform 45207">
                <a:extLst>
                  <a:ext uri="{FF2B5EF4-FFF2-40B4-BE49-F238E27FC236}">
                    <a16:creationId xmlns:a16="http://schemas.microsoft.com/office/drawing/2014/main" id="{85A1EB6E-746D-D20B-3965-8B2EE31F6910}"/>
                  </a:ext>
                </a:extLst>
              </p:cNvPr>
              <p:cNvSpPr/>
              <p:nvPr/>
            </p:nvSpPr>
            <p:spPr>
              <a:xfrm>
                <a:off x="4730305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09" name="Freeform 45208">
                <a:extLst>
                  <a:ext uri="{FF2B5EF4-FFF2-40B4-BE49-F238E27FC236}">
                    <a16:creationId xmlns:a16="http://schemas.microsoft.com/office/drawing/2014/main" id="{88C23697-38AB-6D40-76AB-E37B469C5B0E}"/>
                  </a:ext>
                </a:extLst>
              </p:cNvPr>
              <p:cNvSpPr/>
              <p:nvPr/>
            </p:nvSpPr>
            <p:spPr>
              <a:xfrm>
                <a:off x="4730901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0" name="Freeform 45209">
                <a:extLst>
                  <a:ext uri="{FF2B5EF4-FFF2-40B4-BE49-F238E27FC236}">
                    <a16:creationId xmlns:a16="http://schemas.microsoft.com/office/drawing/2014/main" id="{8EA7A19F-6A98-0DF8-703A-242AC261486F}"/>
                  </a:ext>
                </a:extLst>
              </p:cNvPr>
              <p:cNvSpPr/>
              <p:nvPr/>
            </p:nvSpPr>
            <p:spPr>
              <a:xfrm>
                <a:off x="4731397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1" name="Freeform 45210">
                <a:extLst>
                  <a:ext uri="{FF2B5EF4-FFF2-40B4-BE49-F238E27FC236}">
                    <a16:creationId xmlns:a16="http://schemas.microsoft.com/office/drawing/2014/main" id="{460B77B6-B174-928E-0F54-427BCBAA2010}"/>
                  </a:ext>
                </a:extLst>
              </p:cNvPr>
              <p:cNvSpPr/>
              <p:nvPr/>
            </p:nvSpPr>
            <p:spPr>
              <a:xfrm>
                <a:off x="4731893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2" name="Freeform 45211">
                <a:extLst>
                  <a:ext uri="{FF2B5EF4-FFF2-40B4-BE49-F238E27FC236}">
                    <a16:creationId xmlns:a16="http://schemas.microsoft.com/office/drawing/2014/main" id="{EBEF52B0-51C1-CA92-4D83-4EE04981EE7B}"/>
                  </a:ext>
                </a:extLst>
              </p:cNvPr>
              <p:cNvSpPr/>
              <p:nvPr/>
            </p:nvSpPr>
            <p:spPr>
              <a:xfrm>
                <a:off x="4732488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3" name="Freeform 45212">
                <a:extLst>
                  <a:ext uri="{FF2B5EF4-FFF2-40B4-BE49-F238E27FC236}">
                    <a16:creationId xmlns:a16="http://schemas.microsoft.com/office/drawing/2014/main" id="{86BB808F-3C36-4513-1E60-ACFD8C6B1CBB}"/>
                  </a:ext>
                </a:extLst>
              </p:cNvPr>
              <p:cNvSpPr/>
              <p:nvPr/>
            </p:nvSpPr>
            <p:spPr>
              <a:xfrm>
                <a:off x="4732984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4" name="Freeform 45213">
                <a:extLst>
                  <a:ext uri="{FF2B5EF4-FFF2-40B4-BE49-F238E27FC236}">
                    <a16:creationId xmlns:a16="http://schemas.microsoft.com/office/drawing/2014/main" id="{6B1E3B30-8E50-0BFD-28CD-B4AC11D8406D}"/>
                  </a:ext>
                </a:extLst>
              </p:cNvPr>
              <p:cNvSpPr/>
              <p:nvPr/>
            </p:nvSpPr>
            <p:spPr>
              <a:xfrm>
                <a:off x="4733480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5" name="Freeform 45214">
                <a:extLst>
                  <a:ext uri="{FF2B5EF4-FFF2-40B4-BE49-F238E27FC236}">
                    <a16:creationId xmlns:a16="http://schemas.microsoft.com/office/drawing/2014/main" id="{2565262F-75F8-F0DD-2563-1BA45B11756F}"/>
                  </a:ext>
                </a:extLst>
              </p:cNvPr>
              <p:cNvSpPr/>
              <p:nvPr/>
            </p:nvSpPr>
            <p:spPr>
              <a:xfrm>
                <a:off x="4733977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6" name="Freeform 45215">
                <a:extLst>
                  <a:ext uri="{FF2B5EF4-FFF2-40B4-BE49-F238E27FC236}">
                    <a16:creationId xmlns:a16="http://schemas.microsoft.com/office/drawing/2014/main" id="{E12BFDD5-1498-FFEF-6F49-96829B12FFA0}"/>
                  </a:ext>
                </a:extLst>
              </p:cNvPr>
              <p:cNvSpPr/>
              <p:nvPr/>
            </p:nvSpPr>
            <p:spPr>
              <a:xfrm>
                <a:off x="4734572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7" name="Freeform 45216">
                <a:extLst>
                  <a:ext uri="{FF2B5EF4-FFF2-40B4-BE49-F238E27FC236}">
                    <a16:creationId xmlns:a16="http://schemas.microsoft.com/office/drawing/2014/main" id="{1F50FD9B-6042-BD3B-E632-B229E156B373}"/>
                  </a:ext>
                </a:extLst>
              </p:cNvPr>
              <p:cNvSpPr/>
              <p:nvPr/>
            </p:nvSpPr>
            <p:spPr>
              <a:xfrm>
                <a:off x="4735068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8" name="Freeform 45217">
                <a:extLst>
                  <a:ext uri="{FF2B5EF4-FFF2-40B4-BE49-F238E27FC236}">
                    <a16:creationId xmlns:a16="http://schemas.microsoft.com/office/drawing/2014/main" id="{DF0D4134-A95A-26B3-81FF-7652C9C1F090}"/>
                  </a:ext>
                </a:extLst>
              </p:cNvPr>
              <p:cNvSpPr/>
              <p:nvPr/>
            </p:nvSpPr>
            <p:spPr>
              <a:xfrm>
                <a:off x="4735564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19" name="Freeform 45218">
                <a:extLst>
                  <a:ext uri="{FF2B5EF4-FFF2-40B4-BE49-F238E27FC236}">
                    <a16:creationId xmlns:a16="http://schemas.microsoft.com/office/drawing/2014/main" id="{6DFFF36A-895D-3EB6-4499-4EE601D0FB4B}"/>
                  </a:ext>
                </a:extLst>
              </p:cNvPr>
              <p:cNvSpPr/>
              <p:nvPr/>
            </p:nvSpPr>
            <p:spPr>
              <a:xfrm>
                <a:off x="4736159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0" name="Freeform 45219">
                <a:extLst>
                  <a:ext uri="{FF2B5EF4-FFF2-40B4-BE49-F238E27FC236}">
                    <a16:creationId xmlns:a16="http://schemas.microsoft.com/office/drawing/2014/main" id="{ACA0EBF9-06B8-69A0-E458-6147615F421C}"/>
                  </a:ext>
                </a:extLst>
              </p:cNvPr>
              <p:cNvSpPr/>
              <p:nvPr/>
            </p:nvSpPr>
            <p:spPr>
              <a:xfrm>
                <a:off x="47366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1" name="Freeform 45220">
                <a:extLst>
                  <a:ext uri="{FF2B5EF4-FFF2-40B4-BE49-F238E27FC236}">
                    <a16:creationId xmlns:a16="http://schemas.microsoft.com/office/drawing/2014/main" id="{41D0AF2D-DED8-CE4E-B78C-B4C0EF1606A5}"/>
                  </a:ext>
                </a:extLst>
              </p:cNvPr>
              <p:cNvSpPr/>
              <p:nvPr/>
            </p:nvSpPr>
            <p:spPr>
              <a:xfrm>
                <a:off x="47371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2" name="Freeform 45221">
                <a:extLst>
                  <a:ext uri="{FF2B5EF4-FFF2-40B4-BE49-F238E27FC236}">
                    <a16:creationId xmlns:a16="http://schemas.microsoft.com/office/drawing/2014/main" id="{AA37A7D6-FDE6-F63E-32CD-0B8AC52ED75B}"/>
                  </a:ext>
                </a:extLst>
              </p:cNvPr>
              <p:cNvSpPr/>
              <p:nvPr/>
            </p:nvSpPr>
            <p:spPr>
              <a:xfrm>
                <a:off x="473774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3" name="Freeform 45222">
                <a:extLst>
                  <a:ext uri="{FF2B5EF4-FFF2-40B4-BE49-F238E27FC236}">
                    <a16:creationId xmlns:a16="http://schemas.microsoft.com/office/drawing/2014/main" id="{BCBE3C24-09F3-C0C8-B533-CC86AB999210}"/>
                  </a:ext>
                </a:extLst>
              </p:cNvPr>
              <p:cNvSpPr/>
              <p:nvPr/>
            </p:nvSpPr>
            <p:spPr>
              <a:xfrm>
                <a:off x="47382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4" name="Freeform 45223">
                <a:extLst>
                  <a:ext uri="{FF2B5EF4-FFF2-40B4-BE49-F238E27FC236}">
                    <a16:creationId xmlns:a16="http://schemas.microsoft.com/office/drawing/2014/main" id="{3BBE9F8D-42C5-A9D2-D68F-A85EFCFC474E}"/>
                  </a:ext>
                </a:extLst>
              </p:cNvPr>
              <p:cNvSpPr/>
              <p:nvPr/>
            </p:nvSpPr>
            <p:spPr>
              <a:xfrm>
                <a:off x="47387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5" name="Freeform 45224">
                <a:extLst>
                  <a:ext uri="{FF2B5EF4-FFF2-40B4-BE49-F238E27FC236}">
                    <a16:creationId xmlns:a16="http://schemas.microsoft.com/office/drawing/2014/main" id="{BE37DE48-B208-384A-B88E-0AE01AC472D8}"/>
                  </a:ext>
                </a:extLst>
              </p:cNvPr>
              <p:cNvSpPr/>
              <p:nvPr/>
            </p:nvSpPr>
            <p:spPr>
              <a:xfrm>
                <a:off x="47393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6" name="Freeform 45225">
                <a:extLst>
                  <a:ext uri="{FF2B5EF4-FFF2-40B4-BE49-F238E27FC236}">
                    <a16:creationId xmlns:a16="http://schemas.microsoft.com/office/drawing/2014/main" id="{8ECB6AF5-B4E1-E3BD-8B88-1623DB5AADB9}"/>
                  </a:ext>
                </a:extLst>
              </p:cNvPr>
              <p:cNvSpPr/>
              <p:nvPr/>
            </p:nvSpPr>
            <p:spPr>
              <a:xfrm>
                <a:off x="47398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7" name="Freeform 45226">
                <a:extLst>
                  <a:ext uri="{FF2B5EF4-FFF2-40B4-BE49-F238E27FC236}">
                    <a16:creationId xmlns:a16="http://schemas.microsoft.com/office/drawing/2014/main" id="{60569748-69EE-ACFE-6067-8DB4B87281C9}"/>
                  </a:ext>
                </a:extLst>
              </p:cNvPr>
              <p:cNvSpPr/>
              <p:nvPr/>
            </p:nvSpPr>
            <p:spPr>
              <a:xfrm>
                <a:off x="47403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8" name="Freeform 45227">
                <a:extLst>
                  <a:ext uri="{FF2B5EF4-FFF2-40B4-BE49-F238E27FC236}">
                    <a16:creationId xmlns:a16="http://schemas.microsoft.com/office/drawing/2014/main" id="{E8324A52-FB3E-98C6-67E2-0D707568A873}"/>
                  </a:ext>
                </a:extLst>
              </p:cNvPr>
              <p:cNvSpPr/>
              <p:nvPr/>
            </p:nvSpPr>
            <p:spPr>
              <a:xfrm>
                <a:off x="474092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29" name="Freeform 45228">
                <a:extLst>
                  <a:ext uri="{FF2B5EF4-FFF2-40B4-BE49-F238E27FC236}">
                    <a16:creationId xmlns:a16="http://schemas.microsoft.com/office/drawing/2014/main" id="{40C93DDF-FB5F-B386-37C3-766255A0CAE0}"/>
                  </a:ext>
                </a:extLst>
              </p:cNvPr>
              <p:cNvSpPr/>
              <p:nvPr/>
            </p:nvSpPr>
            <p:spPr>
              <a:xfrm>
                <a:off x="474141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0" name="Freeform 45229">
                <a:extLst>
                  <a:ext uri="{FF2B5EF4-FFF2-40B4-BE49-F238E27FC236}">
                    <a16:creationId xmlns:a16="http://schemas.microsoft.com/office/drawing/2014/main" id="{E1DF63A7-06E4-CCE0-93E2-A152AB9F49B9}"/>
                  </a:ext>
                </a:extLst>
              </p:cNvPr>
              <p:cNvSpPr/>
              <p:nvPr/>
            </p:nvSpPr>
            <p:spPr>
              <a:xfrm>
                <a:off x="474191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1" name="Freeform 45230">
                <a:extLst>
                  <a:ext uri="{FF2B5EF4-FFF2-40B4-BE49-F238E27FC236}">
                    <a16:creationId xmlns:a16="http://schemas.microsoft.com/office/drawing/2014/main" id="{8B0525CE-0C4A-5415-89DF-6B8C074B0F4F}"/>
                  </a:ext>
                </a:extLst>
              </p:cNvPr>
              <p:cNvSpPr/>
              <p:nvPr/>
            </p:nvSpPr>
            <p:spPr>
              <a:xfrm>
                <a:off x="4742509" y="604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2" name="Freeform 45231">
                <a:extLst>
                  <a:ext uri="{FF2B5EF4-FFF2-40B4-BE49-F238E27FC236}">
                    <a16:creationId xmlns:a16="http://schemas.microsoft.com/office/drawing/2014/main" id="{4CDA4D86-9519-4763-1331-094EA91449B0}"/>
                  </a:ext>
                </a:extLst>
              </p:cNvPr>
              <p:cNvSpPr/>
              <p:nvPr/>
            </p:nvSpPr>
            <p:spPr>
              <a:xfrm>
                <a:off x="4743005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3" name="Freeform 45232">
                <a:extLst>
                  <a:ext uri="{FF2B5EF4-FFF2-40B4-BE49-F238E27FC236}">
                    <a16:creationId xmlns:a16="http://schemas.microsoft.com/office/drawing/2014/main" id="{F433AA4D-1543-23D1-B7FD-6EF8FB634CEC}"/>
                  </a:ext>
                </a:extLst>
              </p:cNvPr>
              <p:cNvSpPr/>
              <p:nvPr/>
            </p:nvSpPr>
            <p:spPr>
              <a:xfrm>
                <a:off x="4743502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4" name="Freeform 45233">
                <a:extLst>
                  <a:ext uri="{FF2B5EF4-FFF2-40B4-BE49-F238E27FC236}">
                    <a16:creationId xmlns:a16="http://schemas.microsoft.com/office/drawing/2014/main" id="{4D7B4A51-8635-12B2-7BA3-7A1BD468A562}"/>
                  </a:ext>
                </a:extLst>
              </p:cNvPr>
              <p:cNvSpPr/>
              <p:nvPr/>
            </p:nvSpPr>
            <p:spPr>
              <a:xfrm>
                <a:off x="4744097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5" name="Freeform 45234">
                <a:extLst>
                  <a:ext uri="{FF2B5EF4-FFF2-40B4-BE49-F238E27FC236}">
                    <a16:creationId xmlns:a16="http://schemas.microsoft.com/office/drawing/2014/main" id="{A82EB03A-841A-920A-A824-A35A224A6AD7}"/>
                  </a:ext>
                </a:extLst>
              </p:cNvPr>
              <p:cNvSpPr/>
              <p:nvPr/>
            </p:nvSpPr>
            <p:spPr>
              <a:xfrm>
                <a:off x="4744593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6" name="Freeform 45235">
                <a:extLst>
                  <a:ext uri="{FF2B5EF4-FFF2-40B4-BE49-F238E27FC236}">
                    <a16:creationId xmlns:a16="http://schemas.microsoft.com/office/drawing/2014/main" id="{6595130B-9D82-ED89-3555-CD9260913A76}"/>
                  </a:ext>
                </a:extLst>
              </p:cNvPr>
              <p:cNvSpPr/>
              <p:nvPr/>
            </p:nvSpPr>
            <p:spPr>
              <a:xfrm>
                <a:off x="4745089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7" name="Freeform 45236">
                <a:extLst>
                  <a:ext uri="{FF2B5EF4-FFF2-40B4-BE49-F238E27FC236}">
                    <a16:creationId xmlns:a16="http://schemas.microsoft.com/office/drawing/2014/main" id="{CA6D909A-4509-E570-7640-FB0999441696}"/>
                  </a:ext>
                </a:extLst>
              </p:cNvPr>
              <p:cNvSpPr/>
              <p:nvPr/>
            </p:nvSpPr>
            <p:spPr>
              <a:xfrm>
                <a:off x="4745684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8" name="Freeform 45237">
                <a:extLst>
                  <a:ext uri="{FF2B5EF4-FFF2-40B4-BE49-F238E27FC236}">
                    <a16:creationId xmlns:a16="http://schemas.microsoft.com/office/drawing/2014/main" id="{A88D6E3B-A5D0-47B9-C502-B43C81064995}"/>
                  </a:ext>
                </a:extLst>
              </p:cNvPr>
              <p:cNvSpPr/>
              <p:nvPr/>
            </p:nvSpPr>
            <p:spPr>
              <a:xfrm>
                <a:off x="4746180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39" name="Freeform 45238">
                <a:extLst>
                  <a:ext uri="{FF2B5EF4-FFF2-40B4-BE49-F238E27FC236}">
                    <a16:creationId xmlns:a16="http://schemas.microsoft.com/office/drawing/2014/main" id="{328CA8F8-520F-4214-5527-22095D347166}"/>
                  </a:ext>
                </a:extLst>
              </p:cNvPr>
              <p:cNvSpPr/>
              <p:nvPr/>
            </p:nvSpPr>
            <p:spPr>
              <a:xfrm>
                <a:off x="4746677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0" name="Freeform 45239">
                <a:extLst>
                  <a:ext uri="{FF2B5EF4-FFF2-40B4-BE49-F238E27FC236}">
                    <a16:creationId xmlns:a16="http://schemas.microsoft.com/office/drawing/2014/main" id="{45AB62EC-F827-FC61-0EF8-61B46094EB47}"/>
                  </a:ext>
                </a:extLst>
              </p:cNvPr>
              <p:cNvSpPr/>
              <p:nvPr/>
            </p:nvSpPr>
            <p:spPr>
              <a:xfrm>
                <a:off x="4747173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1" name="Freeform 45240">
                <a:extLst>
                  <a:ext uri="{FF2B5EF4-FFF2-40B4-BE49-F238E27FC236}">
                    <a16:creationId xmlns:a16="http://schemas.microsoft.com/office/drawing/2014/main" id="{8FFA3D14-6CE4-CEB6-719D-DA4268B0F725}"/>
                  </a:ext>
                </a:extLst>
              </p:cNvPr>
              <p:cNvSpPr/>
              <p:nvPr/>
            </p:nvSpPr>
            <p:spPr>
              <a:xfrm>
                <a:off x="4747768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2" name="Freeform 45241">
                <a:extLst>
                  <a:ext uri="{FF2B5EF4-FFF2-40B4-BE49-F238E27FC236}">
                    <a16:creationId xmlns:a16="http://schemas.microsoft.com/office/drawing/2014/main" id="{1331A392-6F30-F13A-3AD2-FA7B52157BEC}"/>
                  </a:ext>
                </a:extLst>
              </p:cNvPr>
              <p:cNvSpPr/>
              <p:nvPr/>
            </p:nvSpPr>
            <p:spPr>
              <a:xfrm>
                <a:off x="4748264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3" name="Freeform 45242">
                <a:extLst>
                  <a:ext uri="{FF2B5EF4-FFF2-40B4-BE49-F238E27FC236}">
                    <a16:creationId xmlns:a16="http://schemas.microsoft.com/office/drawing/2014/main" id="{BC4E708D-10DA-9D82-ACDC-0FFD69C7EDAE}"/>
                  </a:ext>
                </a:extLst>
              </p:cNvPr>
              <p:cNvSpPr/>
              <p:nvPr/>
            </p:nvSpPr>
            <p:spPr>
              <a:xfrm>
                <a:off x="4748760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4" name="Freeform 45243">
                <a:extLst>
                  <a:ext uri="{FF2B5EF4-FFF2-40B4-BE49-F238E27FC236}">
                    <a16:creationId xmlns:a16="http://schemas.microsoft.com/office/drawing/2014/main" id="{461E2143-9848-FE55-4C11-B4823F37CF20}"/>
                  </a:ext>
                </a:extLst>
              </p:cNvPr>
              <p:cNvSpPr/>
              <p:nvPr/>
            </p:nvSpPr>
            <p:spPr>
              <a:xfrm>
                <a:off x="474935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5" name="Freeform 45244">
                <a:extLst>
                  <a:ext uri="{FF2B5EF4-FFF2-40B4-BE49-F238E27FC236}">
                    <a16:creationId xmlns:a16="http://schemas.microsoft.com/office/drawing/2014/main" id="{D64ED792-8D48-8064-C37B-3D8D0237DB91}"/>
                  </a:ext>
                </a:extLst>
              </p:cNvPr>
              <p:cNvSpPr/>
              <p:nvPr/>
            </p:nvSpPr>
            <p:spPr>
              <a:xfrm>
                <a:off x="47498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6" name="Freeform 45245">
                <a:extLst>
                  <a:ext uri="{FF2B5EF4-FFF2-40B4-BE49-F238E27FC236}">
                    <a16:creationId xmlns:a16="http://schemas.microsoft.com/office/drawing/2014/main" id="{4A175C00-F1FF-0C85-A01D-6449C1540A8F}"/>
                  </a:ext>
                </a:extLst>
              </p:cNvPr>
              <p:cNvSpPr/>
              <p:nvPr/>
            </p:nvSpPr>
            <p:spPr>
              <a:xfrm>
                <a:off x="47503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7" name="Freeform 45246">
                <a:extLst>
                  <a:ext uri="{FF2B5EF4-FFF2-40B4-BE49-F238E27FC236}">
                    <a16:creationId xmlns:a16="http://schemas.microsoft.com/office/drawing/2014/main" id="{0890EF5F-A7FF-33C3-6739-2462924CDCF4}"/>
                  </a:ext>
                </a:extLst>
              </p:cNvPr>
              <p:cNvSpPr/>
              <p:nvPr/>
            </p:nvSpPr>
            <p:spPr>
              <a:xfrm>
                <a:off x="475094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8" name="Freeform 45247">
                <a:extLst>
                  <a:ext uri="{FF2B5EF4-FFF2-40B4-BE49-F238E27FC236}">
                    <a16:creationId xmlns:a16="http://schemas.microsoft.com/office/drawing/2014/main" id="{4F2B8A97-CFDC-9FB1-8C78-A24189E1C3C7}"/>
                  </a:ext>
                </a:extLst>
              </p:cNvPr>
              <p:cNvSpPr/>
              <p:nvPr/>
            </p:nvSpPr>
            <p:spPr>
              <a:xfrm>
                <a:off x="475143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49" name="Freeform 45248">
                <a:extLst>
                  <a:ext uri="{FF2B5EF4-FFF2-40B4-BE49-F238E27FC236}">
                    <a16:creationId xmlns:a16="http://schemas.microsoft.com/office/drawing/2014/main" id="{14962F9C-96C0-1BDE-D972-74D66E0B179B}"/>
                  </a:ext>
                </a:extLst>
              </p:cNvPr>
              <p:cNvSpPr/>
              <p:nvPr/>
            </p:nvSpPr>
            <p:spPr>
              <a:xfrm>
                <a:off x="475193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0" name="Freeform 45249">
                <a:extLst>
                  <a:ext uri="{FF2B5EF4-FFF2-40B4-BE49-F238E27FC236}">
                    <a16:creationId xmlns:a16="http://schemas.microsoft.com/office/drawing/2014/main" id="{F97BB22F-1B81-2335-39AC-BD264FDAA02F}"/>
                  </a:ext>
                </a:extLst>
              </p:cNvPr>
              <p:cNvSpPr/>
              <p:nvPr/>
            </p:nvSpPr>
            <p:spPr>
              <a:xfrm>
                <a:off x="47525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1" name="Freeform 45250">
                <a:extLst>
                  <a:ext uri="{FF2B5EF4-FFF2-40B4-BE49-F238E27FC236}">
                    <a16:creationId xmlns:a16="http://schemas.microsoft.com/office/drawing/2014/main" id="{49111B6B-DF40-3AB0-75CF-776019572BE0}"/>
                  </a:ext>
                </a:extLst>
              </p:cNvPr>
              <p:cNvSpPr/>
              <p:nvPr/>
            </p:nvSpPr>
            <p:spPr>
              <a:xfrm>
                <a:off x="47530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2" name="Freeform 45251">
                <a:extLst>
                  <a:ext uri="{FF2B5EF4-FFF2-40B4-BE49-F238E27FC236}">
                    <a16:creationId xmlns:a16="http://schemas.microsoft.com/office/drawing/2014/main" id="{4633C27C-513D-0AF5-A8FF-73A36DE55656}"/>
                  </a:ext>
                </a:extLst>
              </p:cNvPr>
              <p:cNvSpPr/>
              <p:nvPr/>
            </p:nvSpPr>
            <p:spPr>
              <a:xfrm>
                <a:off x="47535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3" name="Freeform 45252">
                <a:extLst>
                  <a:ext uri="{FF2B5EF4-FFF2-40B4-BE49-F238E27FC236}">
                    <a16:creationId xmlns:a16="http://schemas.microsoft.com/office/drawing/2014/main" id="{766055BF-9E05-94EF-48F6-A2D7BF8F9C49}"/>
                  </a:ext>
                </a:extLst>
              </p:cNvPr>
              <p:cNvSpPr/>
              <p:nvPr/>
            </p:nvSpPr>
            <p:spPr>
              <a:xfrm>
                <a:off x="475411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4" name="Freeform 45253">
                <a:extLst>
                  <a:ext uri="{FF2B5EF4-FFF2-40B4-BE49-F238E27FC236}">
                    <a16:creationId xmlns:a16="http://schemas.microsoft.com/office/drawing/2014/main" id="{EEF82850-AD4C-E5C4-5B23-3B8765AD4073}"/>
                  </a:ext>
                </a:extLst>
              </p:cNvPr>
              <p:cNvSpPr/>
              <p:nvPr/>
            </p:nvSpPr>
            <p:spPr>
              <a:xfrm>
                <a:off x="4754614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5" name="Freeform 45254">
                <a:extLst>
                  <a:ext uri="{FF2B5EF4-FFF2-40B4-BE49-F238E27FC236}">
                    <a16:creationId xmlns:a16="http://schemas.microsoft.com/office/drawing/2014/main" id="{9309431E-4996-BE56-92CF-0553E97C13F8}"/>
                  </a:ext>
                </a:extLst>
              </p:cNvPr>
              <p:cNvSpPr/>
              <p:nvPr/>
            </p:nvSpPr>
            <p:spPr>
              <a:xfrm>
                <a:off x="4755110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6" name="Freeform 45255">
                <a:extLst>
                  <a:ext uri="{FF2B5EF4-FFF2-40B4-BE49-F238E27FC236}">
                    <a16:creationId xmlns:a16="http://schemas.microsoft.com/office/drawing/2014/main" id="{825A7C86-A1DA-C7C8-F8D0-020DF92B52A0}"/>
                  </a:ext>
                </a:extLst>
              </p:cNvPr>
              <p:cNvSpPr/>
              <p:nvPr/>
            </p:nvSpPr>
            <p:spPr>
              <a:xfrm>
                <a:off x="4755705" y="6013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7" name="Freeform 45256">
                <a:extLst>
                  <a:ext uri="{FF2B5EF4-FFF2-40B4-BE49-F238E27FC236}">
                    <a16:creationId xmlns:a16="http://schemas.microsoft.com/office/drawing/2014/main" id="{880013AB-F086-D742-5043-5C5B094C6F0E}"/>
                  </a:ext>
                </a:extLst>
              </p:cNvPr>
              <p:cNvSpPr/>
              <p:nvPr/>
            </p:nvSpPr>
            <p:spPr>
              <a:xfrm>
                <a:off x="4756202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8" name="Freeform 45257">
                <a:extLst>
                  <a:ext uri="{FF2B5EF4-FFF2-40B4-BE49-F238E27FC236}">
                    <a16:creationId xmlns:a16="http://schemas.microsoft.com/office/drawing/2014/main" id="{BF73B8B6-E3EE-7E82-7D62-C3FA28B7F4E6}"/>
                  </a:ext>
                </a:extLst>
              </p:cNvPr>
              <p:cNvSpPr/>
              <p:nvPr/>
            </p:nvSpPr>
            <p:spPr>
              <a:xfrm>
                <a:off x="4756698" y="601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59" name="Freeform 45258">
                <a:extLst>
                  <a:ext uri="{FF2B5EF4-FFF2-40B4-BE49-F238E27FC236}">
                    <a16:creationId xmlns:a16="http://schemas.microsoft.com/office/drawing/2014/main" id="{6794A922-D3B2-E530-56FF-22BE037C674B}"/>
                  </a:ext>
                </a:extLst>
              </p:cNvPr>
              <p:cNvSpPr/>
              <p:nvPr/>
            </p:nvSpPr>
            <p:spPr>
              <a:xfrm>
                <a:off x="4757293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0" name="Freeform 45259">
                <a:extLst>
                  <a:ext uri="{FF2B5EF4-FFF2-40B4-BE49-F238E27FC236}">
                    <a16:creationId xmlns:a16="http://schemas.microsoft.com/office/drawing/2014/main" id="{EF01CCA3-7F59-9C92-5CEF-84D5639BA3EA}"/>
                  </a:ext>
                </a:extLst>
              </p:cNvPr>
              <p:cNvSpPr/>
              <p:nvPr/>
            </p:nvSpPr>
            <p:spPr>
              <a:xfrm>
                <a:off x="4757789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1" name="Freeform 45260">
                <a:extLst>
                  <a:ext uri="{FF2B5EF4-FFF2-40B4-BE49-F238E27FC236}">
                    <a16:creationId xmlns:a16="http://schemas.microsoft.com/office/drawing/2014/main" id="{628EA108-9F2C-FBDC-71C0-922D175FA91C}"/>
                  </a:ext>
                </a:extLst>
              </p:cNvPr>
              <p:cNvSpPr/>
              <p:nvPr/>
            </p:nvSpPr>
            <p:spPr>
              <a:xfrm>
                <a:off x="4758285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2" name="Freeform 45261">
                <a:extLst>
                  <a:ext uri="{FF2B5EF4-FFF2-40B4-BE49-F238E27FC236}">
                    <a16:creationId xmlns:a16="http://schemas.microsoft.com/office/drawing/2014/main" id="{71F9FC3F-840C-CCEC-0D65-E074AAB0F7B5}"/>
                  </a:ext>
                </a:extLst>
              </p:cNvPr>
              <p:cNvSpPr/>
              <p:nvPr/>
            </p:nvSpPr>
            <p:spPr>
              <a:xfrm>
                <a:off x="4758781" y="5992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3" name="Freeform 45262">
                <a:extLst>
                  <a:ext uri="{FF2B5EF4-FFF2-40B4-BE49-F238E27FC236}">
                    <a16:creationId xmlns:a16="http://schemas.microsoft.com/office/drawing/2014/main" id="{4D7714B0-9A16-75ED-6FD4-73F0052A85FE}"/>
                  </a:ext>
                </a:extLst>
              </p:cNvPr>
              <p:cNvSpPr/>
              <p:nvPr/>
            </p:nvSpPr>
            <p:spPr>
              <a:xfrm>
                <a:off x="4759377" y="5986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4" name="Freeform 45263">
                <a:extLst>
                  <a:ext uri="{FF2B5EF4-FFF2-40B4-BE49-F238E27FC236}">
                    <a16:creationId xmlns:a16="http://schemas.microsoft.com/office/drawing/2014/main" id="{B5C12E4A-4CE5-280E-151B-F3BBA927EDCA}"/>
                  </a:ext>
                </a:extLst>
              </p:cNvPr>
              <p:cNvSpPr/>
              <p:nvPr/>
            </p:nvSpPr>
            <p:spPr>
              <a:xfrm>
                <a:off x="4759873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5" name="Freeform 45264">
                <a:extLst>
                  <a:ext uri="{FF2B5EF4-FFF2-40B4-BE49-F238E27FC236}">
                    <a16:creationId xmlns:a16="http://schemas.microsoft.com/office/drawing/2014/main" id="{F9A172F5-FA65-8B15-A9D6-556DCA764FB6}"/>
                  </a:ext>
                </a:extLst>
              </p:cNvPr>
              <p:cNvSpPr/>
              <p:nvPr/>
            </p:nvSpPr>
            <p:spPr>
              <a:xfrm>
                <a:off x="4760369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6" name="Freeform 45265">
                <a:extLst>
                  <a:ext uri="{FF2B5EF4-FFF2-40B4-BE49-F238E27FC236}">
                    <a16:creationId xmlns:a16="http://schemas.microsoft.com/office/drawing/2014/main" id="{72C63E98-E9C4-A370-BF77-42847D5C3633}"/>
                  </a:ext>
                </a:extLst>
              </p:cNvPr>
              <p:cNvSpPr/>
              <p:nvPr/>
            </p:nvSpPr>
            <p:spPr>
              <a:xfrm>
                <a:off x="4760964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7" name="Freeform 45266">
                <a:extLst>
                  <a:ext uri="{FF2B5EF4-FFF2-40B4-BE49-F238E27FC236}">
                    <a16:creationId xmlns:a16="http://schemas.microsoft.com/office/drawing/2014/main" id="{C2326328-78E8-0369-5804-EBE85A200414}"/>
                  </a:ext>
                </a:extLst>
              </p:cNvPr>
              <p:cNvSpPr/>
              <p:nvPr/>
            </p:nvSpPr>
            <p:spPr>
              <a:xfrm>
                <a:off x="4761460" y="5989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8" name="Freeform 45267">
                <a:extLst>
                  <a:ext uri="{FF2B5EF4-FFF2-40B4-BE49-F238E27FC236}">
                    <a16:creationId xmlns:a16="http://schemas.microsoft.com/office/drawing/2014/main" id="{CD10ACD8-21A3-1E71-5A92-B08BDEC6D430}"/>
                  </a:ext>
                </a:extLst>
              </p:cNvPr>
              <p:cNvSpPr/>
              <p:nvPr/>
            </p:nvSpPr>
            <p:spPr>
              <a:xfrm>
                <a:off x="4761956" y="6013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69" name="Freeform 45268">
                <a:extLst>
                  <a:ext uri="{FF2B5EF4-FFF2-40B4-BE49-F238E27FC236}">
                    <a16:creationId xmlns:a16="http://schemas.microsoft.com/office/drawing/2014/main" id="{CB0A0027-0DF9-6A17-D898-5083ACACA4FD}"/>
                  </a:ext>
                </a:extLst>
              </p:cNvPr>
              <p:cNvSpPr/>
              <p:nvPr/>
            </p:nvSpPr>
            <p:spPr>
              <a:xfrm>
                <a:off x="4762552" y="6043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0" name="Freeform 45269">
                <a:extLst>
                  <a:ext uri="{FF2B5EF4-FFF2-40B4-BE49-F238E27FC236}">
                    <a16:creationId xmlns:a16="http://schemas.microsoft.com/office/drawing/2014/main" id="{CBEB3688-C27A-0D56-8738-8854BD735F57}"/>
                  </a:ext>
                </a:extLst>
              </p:cNvPr>
              <p:cNvSpPr/>
              <p:nvPr/>
            </p:nvSpPr>
            <p:spPr>
              <a:xfrm>
                <a:off x="4763048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1" name="Freeform 45270">
                <a:extLst>
                  <a:ext uri="{FF2B5EF4-FFF2-40B4-BE49-F238E27FC236}">
                    <a16:creationId xmlns:a16="http://schemas.microsoft.com/office/drawing/2014/main" id="{DA8EEBFC-27A4-32D2-4A0B-5E87172520E6}"/>
                  </a:ext>
                </a:extLst>
              </p:cNvPr>
              <p:cNvSpPr/>
              <p:nvPr/>
            </p:nvSpPr>
            <p:spPr>
              <a:xfrm>
                <a:off x="4763544" y="604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2" name="Freeform 45271">
                <a:extLst>
                  <a:ext uri="{FF2B5EF4-FFF2-40B4-BE49-F238E27FC236}">
                    <a16:creationId xmlns:a16="http://schemas.microsoft.com/office/drawing/2014/main" id="{CF412746-8BD2-BCC2-815A-07900A6A0ABC}"/>
                  </a:ext>
                </a:extLst>
              </p:cNvPr>
              <p:cNvSpPr/>
              <p:nvPr/>
            </p:nvSpPr>
            <p:spPr>
              <a:xfrm>
                <a:off x="4764139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3" name="Freeform 45272">
                <a:extLst>
                  <a:ext uri="{FF2B5EF4-FFF2-40B4-BE49-F238E27FC236}">
                    <a16:creationId xmlns:a16="http://schemas.microsoft.com/office/drawing/2014/main" id="{7929F5B2-1433-DD50-E724-59BF88741A0E}"/>
                  </a:ext>
                </a:extLst>
              </p:cNvPr>
              <p:cNvSpPr/>
              <p:nvPr/>
            </p:nvSpPr>
            <p:spPr>
              <a:xfrm>
                <a:off x="4764635" y="6047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4" name="Freeform 45273">
                <a:extLst>
                  <a:ext uri="{FF2B5EF4-FFF2-40B4-BE49-F238E27FC236}">
                    <a16:creationId xmlns:a16="http://schemas.microsoft.com/office/drawing/2014/main" id="{57E3E275-3A91-6DCF-B72C-16CF19FF321A}"/>
                  </a:ext>
                </a:extLst>
              </p:cNvPr>
              <p:cNvSpPr/>
              <p:nvPr/>
            </p:nvSpPr>
            <p:spPr>
              <a:xfrm>
                <a:off x="4765131" y="6047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5" name="Freeform 45274">
                <a:extLst>
                  <a:ext uri="{FF2B5EF4-FFF2-40B4-BE49-F238E27FC236}">
                    <a16:creationId xmlns:a16="http://schemas.microsoft.com/office/drawing/2014/main" id="{26A33F57-2711-5070-959F-DE55BF5CE9C0}"/>
                  </a:ext>
                </a:extLst>
              </p:cNvPr>
              <p:cNvSpPr/>
              <p:nvPr/>
            </p:nvSpPr>
            <p:spPr>
              <a:xfrm>
                <a:off x="4765727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6" name="Freeform 45275">
                <a:extLst>
                  <a:ext uri="{FF2B5EF4-FFF2-40B4-BE49-F238E27FC236}">
                    <a16:creationId xmlns:a16="http://schemas.microsoft.com/office/drawing/2014/main" id="{3C63AC6D-B35B-BA3E-5D73-0939061E9095}"/>
                  </a:ext>
                </a:extLst>
              </p:cNvPr>
              <p:cNvSpPr/>
              <p:nvPr/>
            </p:nvSpPr>
            <p:spPr>
              <a:xfrm>
                <a:off x="4766223" y="6043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7" name="Freeform 45276">
                <a:extLst>
                  <a:ext uri="{FF2B5EF4-FFF2-40B4-BE49-F238E27FC236}">
                    <a16:creationId xmlns:a16="http://schemas.microsoft.com/office/drawing/2014/main" id="{96FE4715-EE51-8101-1A04-2A6B9C040729}"/>
                  </a:ext>
                </a:extLst>
              </p:cNvPr>
              <p:cNvSpPr/>
              <p:nvPr/>
            </p:nvSpPr>
            <p:spPr>
              <a:xfrm>
                <a:off x="4766719" y="6043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8" name="Freeform 45277">
                <a:extLst>
                  <a:ext uri="{FF2B5EF4-FFF2-40B4-BE49-F238E27FC236}">
                    <a16:creationId xmlns:a16="http://schemas.microsoft.com/office/drawing/2014/main" id="{67C62D3E-107B-E850-0B20-CB2EBB5AD311}"/>
                  </a:ext>
                </a:extLst>
              </p:cNvPr>
              <p:cNvSpPr/>
              <p:nvPr/>
            </p:nvSpPr>
            <p:spPr>
              <a:xfrm>
                <a:off x="4767314" y="596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79" name="Freeform 45278">
                <a:extLst>
                  <a:ext uri="{FF2B5EF4-FFF2-40B4-BE49-F238E27FC236}">
                    <a16:creationId xmlns:a16="http://schemas.microsoft.com/office/drawing/2014/main" id="{E15CB5C2-5726-6B36-B812-1B614744801A}"/>
                  </a:ext>
                </a:extLst>
              </p:cNvPr>
              <p:cNvSpPr/>
              <p:nvPr/>
            </p:nvSpPr>
            <p:spPr>
              <a:xfrm>
                <a:off x="4767810" y="5965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0" name="Freeform 45279">
                <a:extLst>
                  <a:ext uri="{FF2B5EF4-FFF2-40B4-BE49-F238E27FC236}">
                    <a16:creationId xmlns:a16="http://schemas.microsoft.com/office/drawing/2014/main" id="{FF20CA18-4BF3-7DF1-D5B4-CEDDA00F5A87}"/>
                  </a:ext>
                </a:extLst>
              </p:cNvPr>
              <p:cNvSpPr/>
              <p:nvPr/>
            </p:nvSpPr>
            <p:spPr>
              <a:xfrm>
                <a:off x="4768306" y="5911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1" name="Freeform 45280">
                <a:extLst>
                  <a:ext uri="{FF2B5EF4-FFF2-40B4-BE49-F238E27FC236}">
                    <a16:creationId xmlns:a16="http://schemas.microsoft.com/office/drawing/2014/main" id="{9A3BE59D-50BF-13BA-9485-17839D541037}"/>
                  </a:ext>
                </a:extLst>
              </p:cNvPr>
              <p:cNvSpPr/>
              <p:nvPr/>
            </p:nvSpPr>
            <p:spPr>
              <a:xfrm>
                <a:off x="4768902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2" name="Freeform 45281">
                <a:extLst>
                  <a:ext uri="{FF2B5EF4-FFF2-40B4-BE49-F238E27FC236}">
                    <a16:creationId xmlns:a16="http://schemas.microsoft.com/office/drawing/2014/main" id="{586BB87B-9A19-566D-7638-9410BAE8F521}"/>
                  </a:ext>
                </a:extLst>
              </p:cNvPr>
              <p:cNvSpPr/>
              <p:nvPr/>
            </p:nvSpPr>
            <p:spPr>
              <a:xfrm>
                <a:off x="4769398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3" name="Freeform 45282">
                <a:extLst>
                  <a:ext uri="{FF2B5EF4-FFF2-40B4-BE49-F238E27FC236}">
                    <a16:creationId xmlns:a16="http://schemas.microsoft.com/office/drawing/2014/main" id="{56862728-CC30-11FA-2166-A870B0EB5854}"/>
                  </a:ext>
                </a:extLst>
              </p:cNvPr>
              <p:cNvSpPr/>
              <p:nvPr/>
            </p:nvSpPr>
            <p:spPr>
              <a:xfrm>
                <a:off x="4769894" y="596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4" name="Freeform 45283">
                <a:extLst>
                  <a:ext uri="{FF2B5EF4-FFF2-40B4-BE49-F238E27FC236}">
                    <a16:creationId xmlns:a16="http://schemas.microsoft.com/office/drawing/2014/main" id="{F6FC6194-264D-585C-6C8D-28F21BE89214}"/>
                  </a:ext>
                </a:extLst>
              </p:cNvPr>
              <p:cNvSpPr/>
              <p:nvPr/>
            </p:nvSpPr>
            <p:spPr>
              <a:xfrm>
                <a:off x="4770489" y="5944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5" name="Freeform 45284">
                <a:extLst>
                  <a:ext uri="{FF2B5EF4-FFF2-40B4-BE49-F238E27FC236}">
                    <a16:creationId xmlns:a16="http://schemas.microsoft.com/office/drawing/2014/main" id="{4E692F59-F7F1-38BC-8625-1C013819F83B}"/>
                  </a:ext>
                </a:extLst>
              </p:cNvPr>
              <p:cNvSpPr/>
              <p:nvPr/>
            </p:nvSpPr>
            <p:spPr>
              <a:xfrm>
                <a:off x="4770985" y="5930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6" name="Freeform 45285">
                <a:extLst>
                  <a:ext uri="{FF2B5EF4-FFF2-40B4-BE49-F238E27FC236}">
                    <a16:creationId xmlns:a16="http://schemas.microsoft.com/office/drawing/2014/main" id="{76F8BCFD-D7E5-54F4-8A05-7F666FCA42F1}"/>
                  </a:ext>
                </a:extLst>
              </p:cNvPr>
              <p:cNvSpPr/>
              <p:nvPr/>
            </p:nvSpPr>
            <p:spPr>
              <a:xfrm>
                <a:off x="4771481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7" name="Freeform 45286">
                <a:extLst>
                  <a:ext uri="{FF2B5EF4-FFF2-40B4-BE49-F238E27FC236}">
                    <a16:creationId xmlns:a16="http://schemas.microsoft.com/office/drawing/2014/main" id="{9B4DC722-7F57-B930-709A-C3A3D25E97AA}"/>
                  </a:ext>
                </a:extLst>
              </p:cNvPr>
              <p:cNvSpPr/>
              <p:nvPr/>
            </p:nvSpPr>
            <p:spPr>
              <a:xfrm>
                <a:off x="4771977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8" name="Freeform 45287">
                <a:extLst>
                  <a:ext uri="{FF2B5EF4-FFF2-40B4-BE49-F238E27FC236}">
                    <a16:creationId xmlns:a16="http://schemas.microsoft.com/office/drawing/2014/main" id="{C64441B2-CEE9-C2A5-FF17-D6EB664ED123}"/>
                  </a:ext>
                </a:extLst>
              </p:cNvPr>
              <p:cNvSpPr/>
              <p:nvPr/>
            </p:nvSpPr>
            <p:spPr>
              <a:xfrm>
                <a:off x="4772573" y="5896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89" name="Freeform 45288">
                <a:extLst>
                  <a:ext uri="{FF2B5EF4-FFF2-40B4-BE49-F238E27FC236}">
                    <a16:creationId xmlns:a16="http://schemas.microsoft.com/office/drawing/2014/main" id="{C722601E-A430-2128-9B03-AF886ED14DA6}"/>
                  </a:ext>
                </a:extLst>
              </p:cNvPr>
              <p:cNvSpPr/>
              <p:nvPr/>
            </p:nvSpPr>
            <p:spPr>
              <a:xfrm>
                <a:off x="4773069" y="5889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0" name="Freeform 45289">
                <a:extLst>
                  <a:ext uri="{FF2B5EF4-FFF2-40B4-BE49-F238E27FC236}">
                    <a16:creationId xmlns:a16="http://schemas.microsoft.com/office/drawing/2014/main" id="{284DA3E5-2033-BCF8-5231-F20C24006AA4}"/>
                  </a:ext>
                </a:extLst>
              </p:cNvPr>
              <p:cNvSpPr/>
              <p:nvPr/>
            </p:nvSpPr>
            <p:spPr>
              <a:xfrm>
                <a:off x="4773565" y="589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1" name="Freeform 45290">
                <a:extLst>
                  <a:ext uri="{FF2B5EF4-FFF2-40B4-BE49-F238E27FC236}">
                    <a16:creationId xmlns:a16="http://schemas.microsoft.com/office/drawing/2014/main" id="{5FD46D66-F9EA-CD96-8F0B-A6E9F378FF8F}"/>
                  </a:ext>
                </a:extLst>
              </p:cNvPr>
              <p:cNvSpPr/>
              <p:nvPr/>
            </p:nvSpPr>
            <p:spPr>
              <a:xfrm>
                <a:off x="4774160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2" name="Freeform 45291">
                <a:extLst>
                  <a:ext uri="{FF2B5EF4-FFF2-40B4-BE49-F238E27FC236}">
                    <a16:creationId xmlns:a16="http://schemas.microsoft.com/office/drawing/2014/main" id="{D7A26A1F-0D04-28B3-4B21-B6C0F23AB2C5}"/>
                  </a:ext>
                </a:extLst>
              </p:cNvPr>
              <p:cNvSpPr/>
              <p:nvPr/>
            </p:nvSpPr>
            <p:spPr>
              <a:xfrm>
                <a:off x="4774656" y="5960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3" name="Freeform 45292">
                <a:extLst>
                  <a:ext uri="{FF2B5EF4-FFF2-40B4-BE49-F238E27FC236}">
                    <a16:creationId xmlns:a16="http://schemas.microsoft.com/office/drawing/2014/main" id="{F814BA1D-D90B-277F-D0B4-ADC08B24D297}"/>
                  </a:ext>
                </a:extLst>
              </p:cNvPr>
              <p:cNvSpPr/>
              <p:nvPr/>
            </p:nvSpPr>
            <p:spPr>
              <a:xfrm>
                <a:off x="4775152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4" name="Freeform 45293">
                <a:extLst>
                  <a:ext uri="{FF2B5EF4-FFF2-40B4-BE49-F238E27FC236}">
                    <a16:creationId xmlns:a16="http://schemas.microsoft.com/office/drawing/2014/main" id="{175B07BA-EBC1-C638-0D35-072A926EDE12}"/>
                  </a:ext>
                </a:extLst>
              </p:cNvPr>
              <p:cNvSpPr/>
              <p:nvPr/>
            </p:nvSpPr>
            <p:spPr>
              <a:xfrm>
                <a:off x="4775748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5" name="Freeform 45294">
                <a:extLst>
                  <a:ext uri="{FF2B5EF4-FFF2-40B4-BE49-F238E27FC236}">
                    <a16:creationId xmlns:a16="http://schemas.microsoft.com/office/drawing/2014/main" id="{8EF972C1-E291-0D7F-5624-594A083AC397}"/>
                  </a:ext>
                </a:extLst>
              </p:cNvPr>
              <p:cNvSpPr/>
              <p:nvPr/>
            </p:nvSpPr>
            <p:spPr>
              <a:xfrm>
                <a:off x="4776244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6" name="Freeform 45295">
                <a:extLst>
                  <a:ext uri="{FF2B5EF4-FFF2-40B4-BE49-F238E27FC236}">
                    <a16:creationId xmlns:a16="http://schemas.microsoft.com/office/drawing/2014/main" id="{531FAEBE-2D50-A4EF-59D7-1542FC7E9DE4}"/>
                  </a:ext>
                </a:extLst>
              </p:cNvPr>
              <p:cNvSpPr/>
              <p:nvPr/>
            </p:nvSpPr>
            <p:spPr>
              <a:xfrm>
                <a:off x="4776740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7" name="Freeform 45296">
                <a:extLst>
                  <a:ext uri="{FF2B5EF4-FFF2-40B4-BE49-F238E27FC236}">
                    <a16:creationId xmlns:a16="http://schemas.microsoft.com/office/drawing/2014/main" id="{1741491A-1C8C-1195-7101-74E78102896B}"/>
                  </a:ext>
                </a:extLst>
              </p:cNvPr>
              <p:cNvSpPr/>
              <p:nvPr/>
            </p:nvSpPr>
            <p:spPr>
              <a:xfrm>
                <a:off x="4777335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8" name="Freeform 45297">
                <a:extLst>
                  <a:ext uri="{FF2B5EF4-FFF2-40B4-BE49-F238E27FC236}">
                    <a16:creationId xmlns:a16="http://schemas.microsoft.com/office/drawing/2014/main" id="{8F19F4F6-4AE8-9B54-5DAE-D2AA17D372A5}"/>
                  </a:ext>
                </a:extLst>
              </p:cNvPr>
              <p:cNvSpPr/>
              <p:nvPr/>
            </p:nvSpPr>
            <p:spPr>
              <a:xfrm>
                <a:off x="4777831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99" name="Freeform 45298">
                <a:extLst>
                  <a:ext uri="{FF2B5EF4-FFF2-40B4-BE49-F238E27FC236}">
                    <a16:creationId xmlns:a16="http://schemas.microsoft.com/office/drawing/2014/main" id="{83013427-2341-3B28-F08D-2CE462BE93A9}"/>
                  </a:ext>
                </a:extLst>
              </p:cNvPr>
              <p:cNvSpPr/>
              <p:nvPr/>
            </p:nvSpPr>
            <p:spPr>
              <a:xfrm>
                <a:off x="4778327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0" name="Freeform 45299">
                <a:extLst>
                  <a:ext uri="{FF2B5EF4-FFF2-40B4-BE49-F238E27FC236}">
                    <a16:creationId xmlns:a16="http://schemas.microsoft.com/office/drawing/2014/main" id="{A4CC00BE-1AB7-764D-831C-987A122B22C8}"/>
                  </a:ext>
                </a:extLst>
              </p:cNvPr>
              <p:cNvSpPr/>
              <p:nvPr/>
            </p:nvSpPr>
            <p:spPr>
              <a:xfrm>
                <a:off x="4778923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1" name="Freeform 45300">
                <a:extLst>
                  <a:ext uri="{FF2B5EF4-FFF2-40B4-BE49-F238E27FC236}">
                    <a16:creationId xmlns:a16="http://schemas.microsoft.com/office/drawing/2014/main" id="{E5855761-5F0A-7FE5-9845-04B411FE3FC5}"/>
                  </a:ext>
                </a:extLst>
              </p:cNvPr>
              <p:cNvSpPr/>
              <p:nvPr/>
            </p:nvSpPr>
            <p:spPr>
              <a:xfrm>
                <a:off x="4779419" y="6047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2" name="Freeform 45301">
                <a:extLst>
                  <a:ext uri="{FF2B5EF4-FFF2-40B4-BE49-F238E27FC236}">
                    <a16:creationId xmlns:a16="http://schemas.microsoft.com/office/drawing/2014/main" id="{F8EFFF56-6D28-76F2-C2A9-8A1D211CF9D4}"/>
                  </a:ext>
                </a:extLst>
              </p:cNvPr>
              <p:cNvSpPr/>
              <p:nvPr/>
            </p:nvSpPr>
            <p:spPr>
              <a:xfrm>
                <a:off x="4779915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3" name="Freeform 45302">
                <a:extLst>
                  <a:ext uri="{FF2B5EF4-FFF2-40B4-BE49-F238E27FC236}">
                    <a16:creationId xmlns:a16="http://schemas.microsoft.com/office/drawing/2014/main" id="{F31FB26D-2098-3334-301D-906F7F54E7DF}"/>
                  </a:ext>
                </a:extLst>
              </p:cNvPr>
              <p:cNvSpPr/>
              <p:nvPr/>
            </p:nvSpPr>
            <p:spPr>
              <a:xfrm>
                <a:off x="4780510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4" name="Freeform 45303">
                <a:extLst>
                  <a:ext uri="{FF2B5EF4-FFF2-40B4-BE49-F238E27FC236}">
                    <a16:creationId xmlns:a16="http://schemas.microsoft.com/office/drawing/2014/main" id="{8ABCC659-E44D-62F4-1384-6306A8370E64}"/>
                  </a:ext>
                </a:extLst>
              </p:cNvPr>
              <p:cNvSpPr/>
              <p:nvPr/>
            </p:nvSpPr>
            <p:spPr>
              <a:xfrm>
                <a:off x="4781006" y="6020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5" name="Freeform 45304">
                <a:extLst>
                  <a:ext uri="{FF2B5EF4-FFF2-40B4-BE49-F238E27FC236}">
                    <a16:creationId xmlns:a16="http://schemas.microsoft.com/office/drawing/2014/main" id="{DD9664D7-9AFB-D1A4-B707-33DAAA16EBA2}"/>
                  </a:ext>
                </a:extLst>
              </p:cNvPr>
              <p:cNvSpPr/>
              <p:nvPr/>
            </p:nvSpPr>
            <p:spPr>
              <a:xfrm>
                <a:off x="4781502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6" name="Freeform 45305">
                <a:extLst>
                  <a:ext uri="{FF2B5EF4-FFF2-40B4-BE49-F238E27FC236}">
                    <a16:creationId xmlns:a16="http://schemas.microsoft.com/office/drawing/2014/main" id="{8C3DC137-F0FF-B8C1-2031-8F4754F6100C}"/>
                  </a:ext>
                </a:extLst>
              </p:cNvPr>
              <p:cNvSpPr/>
              <p:nvPr/>
            </p:nvSpPr>
            <p:spPr>
              <a:xfrm>
                <a:off x="4782098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7" name="Freeform 45306">
                <a:extLst>
                  <a:ext uri="{FF2B5EF4-FFF2-40B4-BE49-F238E27FC236}">
                    <a16:creationId xmlns:a16="http://schemas.microsoft.com/office/drawing/2014/main" id="{D5DB12A7-0F65-BA96-B566-BEBDA68B26E5}"/>
                  </a:ext>
                </a:extLst>
              </p:cNvPr>
              <p:cNvSpPr/>
              <p:nvPr/>
            </p:nvSpPr>
            <p:spPr>
              <a:xfrm>
                <a:off x="4782594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8" name="Freeform 45307">
                <a:extLst>
                  <a:ext uri="{FF2B5EF4-FFF2-40B4-BE49-F238E27FC236}">
                    <a16:creationId xmlns:a16="http://schemas.microsoft.com/office/drawing/2014/main" id="{58374672-96D4-5456-0E65-4CC689178ECF}"/>
                  </a:ext>
                </a:extLst>
              </p:cNvPr>
              <p:cNvSpPr/>
              <p:nvPr/>
            </p:nvSpPr>
            <p:spPr>
              <a:xfrm>
                <a:off x="4783090" y="5988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09" name="Freeform 45308">
                <a:extLst>
                  <a:ext uri="{FF2B5EF4-FFF2-40B4-BE49-F238E27FC236}">
                    <a16:creationId xmlns:a16="http://schemas.microsoft.com/office/drawing/2014/main" id="{7169AF94-48E3-182A-C322-DE73B777EF1D}"/>
                  </a:ext>
                </a:extLst>
              </p:cNvPr>
              <p:cNvSpPr/>
              <p:nvPr/>
            </p:nvSpPr>
            <p:spPr>
              <a:xfrm>
                <a:off x="4783586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0" name="Freeform 45309">
                <a:extLst>
                  <a:ext uri="{FF2B5EF4-FFF2-40B4-BE49-F238E27FC236}">
                    <a16:creationId xmlns:a16="http://schemas.microsoft.com/office/drawing/2014/main" id="{54F5FF60-43FD-639C-9527-6E4F712E9104}"/>
                  </a:ext>
                </a:extLst>
              </p:cNvPr>
              <p:cNvSpPr/>
              <p:nvPr/>
            </p:nvSpPr>
            <p:spPr>
              <a:xfrm>
                <a:off x="4784181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1" name="Freeform 45310">
                <a:extLst>
                  <a:ext uri="{FF2B5EF4-FFF2-40B4-BE49-F238E27FC236}">
                    <a16:creationId xmlns:a16="http://schemas.microsoft.com/office/drawing/2014/main" id="{ED0024DD-7AC5-DAF1-A68D-FCBF25DD0729}"/>
                  </a:ext>
                </a:extLst>
              </p:cNvPr>
              <p:cNvSpPr/>
              <p:nvPr/>
            </p:nvSpPr>
            <p:spPr>
              <a:xfrm>
                <a:off x="4784677" y="596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2" name="Freeform 45311">
                <a:extLst>
                  <a:ext uri="{FF2B5EF4-FFF2-40B4-BE49-F238E27FC236}">
                    <a16:creationId xmlns:a16="http://schemas.microsoft.com/office/drawing/2014/main" id="{87DA11F8-1F77-3548-5D5B-EC65F2D223A5}"/>
                  </a:ext>
                </a:extLst>
              </p:cNvPr>
              <p:cNvSpPr/>
              <p:nvPr/>
            </p:nvSpPr>
            <p:spPr>
              <a:xfrm>
                <a:off x="4785173" y="5954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3" name="Freeform 45312">
                <a:extLst>
                  <a:ext uri="{FF2B5EF4-FFF2-40B4-BE49-F238E27FC236}">
                    <a16:creationId xmlns:a16="http://schemas.microsoft.com/office/drawing/2014/main" id="{6AA95DE1-1383-6E05-40B3-9679E93A71AE}"/>
                  </a:ext>
                </a:extLst>
              </p:cNvPr>
              <p:cNvSpPr/>
              <p:nvPr/>
            </p:nvSpPr>
            <p:spPr>
              <a:xfrm>
                <a:off x="4785769" y="5951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4" name="Freeform 45313">
                <a:extLst>
                  <a:ext uri="{FF2B5EF4-FFF2-40B4-BE49-F238E27FC236}">
                    <a16:creationId xmlns:a16="http://schemas.microsoft.com/office/drawing/2014/main" id="{C76313F0-2687-BB83-C36B-36E6193A7D5A}"/>
                  </a:ext>
                </a:extLst>
              </p:cNvPr>
              <p:cNvSpPr/>
              <p:nvPr/>
            </p:nvSpPr>
            <p:spPr>
              <a:xfrm>
                <a:off x="4786265" y="5949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5" name="Freeform 45314">
                <a:extLst>
                  <a:ext uri="{FF2B5EF4-FFF2-40B4-BE49-F238E27FC236}">
                    <a16:creationId xmlns:a16="http://schemas.microsoft.com/office/drawing/2014/main" id="{1CE100A5-5175-B15B-5BFC-51A6D6E3329D}"/>
                  </a:ext>
                </a:extLst>
              </p:cNvPr>
              <p:cNvSpPr/>
              <p:nvPr/>
            </p:nvSpPr>
            <p:spPr>
              <a:xfrm>
                <a:off x="4786761" y="595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6" name="Freeform 45315">
                <a:extLst>
                  <a:ext uri="{FF2B5EF4-FFF2-40B4-BE49-F238E27FC236}">
                    <a16:creationId xmlns:a16="http://schemas.microsoft.com/office/drawing/2014/main" id="{95EAEA42-FBF9-F825-223C-FBA224461420}"/>
                  </a:ext>
                </a:extLst>
              </p:cNvPr>
              <p:cNvSpPr/>
              <p:nvPr/>
            </p:nvSpPr>
            <p:spPr>
              <a:xfrm>
                <a:off x="4787356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7" name="Freeform 45316">
                <a:extLst>
                  <a:ext uri="{FF2B5EF4-FFF2-40B4-BE49-F238E27FC236}">
                    <a16:creationId xmlns:a16="http://schemas.microsoft.com/office/drawing/2014/main" id="{FAF9A71E-09D2-8359-394C-8F50989C5EFC}"/>
                  </a:ext>
                </a:extLst>
              </p:cNvPr>
              <p:cNvSpPr/>
              <p:nvPr/>
            </p:nvSpPr>
            <p:spPr>
              <a:xfrm>
                <a:off x="47878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8" name="Freeform 45317">
                <a:extLst>
                  <a:ext uri="{FF2B5EF4-FFF2-40B4-BE49-F238E27FC236}">
                    <a16:creationId xmlns:a16="http://schemas.microsoft.com/office/drawing/2014/main" id="{39498958-E56B-DD38-4DAA-7516AB03D693}"/>
                  </a:ext>
                </a:extLst>
              </p:cNvPr>
              <p:cNvSpPr/>
              <p:nvPr/>
            </p:nvSpPr>
            <p:spPr>
              <a:xfrm>
                <a:off x="47883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19" name="Freeform 45318">
                <a:extLst>
                  <a:ext uri="{FF2B5EF4-FFF2-40B4-BE49-F238E27FC236}">
                    <a16:creationId xmlns:a16="http://schemas.microsoft.com/office/drawing/2014/main" id="{94AE83DB-A0F8-922E-FA99-629CAC3E7DE7}"/>
                  </a:ext>
                </a:extLst>
              </p:cNvPr>
              <p:cNvSpPr/>
              <p:nvPr/>
            </p:nvSpPr>
            <p:spPr>
              <a:xfrm>
                <a:off x="47889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0" name="Freeform 45319">
                <a:extLst>
                  <a:ext uri="{FF2B5EF4-FFF2-40B4-BE49-F238E27FC236}">
                    <a16:creationId xmlns:a16="http://schemas.microsoft.com/office/drawing/2014/main" id="{0C3EA07F-4607-6F7A-2308-016C8479DEC6}"/>
                  </a:ext>
                </a:extLst>
              </p:cNvPr>
              <p:cNvSpPr/>
              <p:nvPr/>
            </p:nvSpPr>
            <p:spPr>
              <a:xfrm>
                <a:off x="478944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1" name="Freeform 45320">
                <a:extLst>
                  <a:ext uri="{FF2B5EF4-FFF2-40B4-BE49-F238E27FC236}">
                    <a16:creationId xmlns:a16="http://schemas.microsoft.com/office/drawing/2014/main" id="{0E7742AD-FC1D-DB14-7416-E4D184D193FE}"/>
                  </a:ext>
                </a:extLst>
              </p:cNvPr>
              <p:cNvSpPr/>
              <p:nvPr/>
            </p:nvSpPr>
            <p:spPr>
              <a:xfrm>
                <a:off x="47899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2" name="Freeform 45321">
                <a:extLst>
                  <a:ext uri="{FF2B5EF4-FFF2-40B4-BE49-F238E27FC236}">
                    <a16:creationId xmlns:a16="http://schemas.microsoft.com/office/drawing/2014/main" id="{F9FD632F-6484-7DDF-7E7E-EDFBE44EFEA9}"/>
                  </a:ext>
                </a:extLst>
              </p:cNvPr>
              <p:cNvSpPr/>
              <p:nvPr/>
            </p:nvSpPr>
            <p:spPr>
              <a:xfrm>
                <a:off x="479053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3" name="Freeform 45322">
                <a:extLst>
                  <a:ext uri="{FF2B5EF4-FFF2-40B4-BE49-F238E27FC236}">
                    <a16:creationId xmlns:a16="http://schemas.microsoft.com/office/drawing/2014/main" id="{24F3B624-9DEE-232C-28A3-BEB3E361CB20}"/>
                  </a:ext>
                </a:extLst>
              </p:cNvPr>
              <p:cNvSpPr/>
              <p:nvPr/>
            </p:nvSpPr>
            <p:spPr>
              <a:xfrm>
                <a:off x="47910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4" name="Freeform 45323">
                <a:extLst>
                  <a:ext uri="{FF2B5EF4-FFF2-40B4-BE49-F238E27FC236}">
                    <a16:creationId xmlns:a16="http://schemas.microsoft.com/office/drawing/2014/main" id="{305E884F-7AA0-9505-485E-41EC1EBAF62F}"/>
                  </a:ext>
                </a:extLst>
              </p:cNvPr>
              <p:cNvSpPr/>
              <p:nvPr/>
            </p:nvSpPr>
            <p:spPr>
              <a:xfrm>
                <a:off x="47915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5" name="Freeform 45324">
                <a:extLst>
                  <a:ext uri="{FF2B5EF4-FFF2-40B4-BE49-F238E27FC236}">
                    <a16:creationId xmlns:a16="http://schemas.microsoft.com/office/drawing/2014/main" id="{652975D9-F6D7-18D1-D990-E21A5EE9ED78}"/>
                  </a:ext>
                </a:extLst>
              </p:cNvPr>
              <p:cNvSpPr/>
              <p:nvPr/>
            </p:nvSpPr>
            <p:spPr>
              <a:xfrm>
                <a:off x="479211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6" name="Freeform 45325">
                <a:extLst>
                  <a:ext uri="{FF2B5EF4-FFF2-40B4-BE49-F238E27FC236}">
                    <a16:creationId xmlns:a16="http://schemas.microsoft.com/office/drawing/2014/main" id="{273AD73C-0C87-ADB4-638A-00F355AD5182}"/>
                  </a:ext>
                </a:extLst>
              </p:cNvPr>
              <p:cNvSpPr/>
              <p:nvPr/>
            </p:nvSpPr>
            <p:spPr>
              <a:xfrm>
                <a:off x="479261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7" name="Freeform 45326">
                <a:extLst>
                  <a:ext uri="{FF2B5EF4-FFF2-40B4-BE49-F238E27FC236}">
                    <a16:creationId xmlns:a16="http://schemas.microsoft.com/office/drawing/2014/main" id="{610AD94B-559F-C861-BE0D-E6B3A21BED8D}"/>
                  </a:ext>
                </a:extLst>
              </p:cNvPr>
              <p:cNvSpPr/>
              <p:nvPr/>
            </p:nvSpPr>
            <p:spPr>
              <a:xfrm>
                <a:off x="479311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8" name="Freeform 45327">
                <a:extLst>
                  <a:ext uri="{FF2B5EF4-FFF2-40B4-BE49-F238E27FC236}">
                    <a16:creationId xmlns:a16="http://schemas.microsoft.com/office/drawing/2014/main" id="{487DE6E3-8043-67B7-7D5F-10102824F8A0}"/>
                  </a:ext>
                </a:extLst>
              </p:cNvPr>
              <p:cNvSpPr/>
              <p:nvPr/>
            </p:nvSpPr>
            <p:spPr>
              <a:xfrm>
                <a:off x="479370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29" name="Freeform 45328">
                <a:extLst>
                  <a:ext uri="{FF2B5EF4-FFF2-40B4-BE49-F238E27FC236}">
                    <a16:creationId xmlns:a16="http://schemas.microsoft.com/office/drawing/2014/main" id="{175602E4-DBED-62A3-843D-9C2C17BF14BA}"/>
                  </a:ext>
                </a:extLst>
              </p:cNvPr>
              <p:cNvSpPr/>
              <p:nvPr/>
            </p:nvSpPr>
            <p:spPr>
              <a:xfrm>
                <a:off x="47942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0" name="Freeform 45329">
                <a:extLst>
                  <a:ext uri="{FF2B5EF4-FFF2-40B4-BE49-F238E27FC236}">
                    <a16:creationId xmlns:a16="http://schemas.microsoft.com/office/drawing/2014/main" id="{BBCD2DAA-3D53-9055-B532-F9F9F5508027}"/>
                  </a:ext>
                </a:extLst>
              </p:cNvPr>
              <p:cNvSpPr/>
              <p:nvPr/>
            </p:nvSpPr>
            <p:spPr>
              <a:xfrm>
                <a:off x="47946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1" name="Freeform 45330">
                <a:extLst>
                  <a:ext uri="{FF2B5EF4-FFF2-40B4-BE49-F238E27FC236}">
                    <a16:creationId xmlns:a16="http://schemas.microsoft.com/office/drawing/2014/main" id="{6362116A-956B-21C7-B561-6E10F3E67536}"/>
                  </a:ext>
                </a:extLst>
              </p:cNvPr>
              <p:cNvSpPr/>
              <p:nvPr/>
            </p:nvSpPr>
            <p:spPr>
              <a:xfrm>
                <a:off x="47951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2" name="Freeform 45331">
                <a:extLst>
                  <a:ext uri="{FF2B5EF4-FFF2-40B4-BE49-F238E27FC236}">
                    <a16:creationId xmlns:a16="http://schemas.microsoft.com/office/drawing/2014/main" id="{C8863B24-3581-6198-D9F6-002D397BDE5C}"/>
                  </a:ext>
                </a:extLst>
              </p:cNvPr>
              <p:cNvSpPr/>
              <p:nvPr/>
            </p:nvSpPr>
            <p:spPr>
              <a:xfrm>
                <a:off x="47957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3" name="Freeform 45332">
                <a:extLst>
                  <a:ext uri="{FF2B5EF4-FFF2-40B4-BE49-F238E27FC236}">
                    <a16:creationId xmlns:a16="http://schemas.microsoft.com/office/drawing/2014/main" id="{114F5109-6C2C-4EE4-3723-C05038521033}"/>
                  </a:ext>
                </a:extLst>
              </p:cNvPr>
              <p:cNvSpPr/>
              <p:nvPr/>
            </p:nvSpPr>
            <p:spPr>
              <a:xfrm>
                <a:off x="47962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4" name="Freeform 45333">
                <a:extLst>
                  <a:ext uri="{FF2B5EF4-FFF2-40B4-BE49-F238E27FC236}">
                    <a16:creationId xmlns:a16="http://schemas.microsoft.com/office/drawing/2014/main" id="{EEC6C0FE-72A8-0B1E-D25B-382FA580297C}"/>
                  </a:ext>
                </a:extLst>
              </p:cNvPr>
              <p:cNvSpPr/>
              <p:nvPr/>
            </p:nvSpPr>
            <p:spPr>
              <a:xfrm>
                <a:off x="47967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5" name="Freeform 45334">
                <a:extLst>
                  <a:ext uri="{FF2B5EF4-FFF2-40B4-BE49-F238E27FC236}">
                    <a16:creationId xmlns:a16="http://schemas.microsoft.com/office/drawing/2014/main" id="{EFC0B525-E89D-F422-811F-62B0847B5634}"/>
                  </a:ext>
                </a:extLst>
              </p:cNvPr>
              <p:cNvSpPr/>
              <p:nvPr/>
            </p:nvSpPr>
            <p:spPr>
              <a:xfrm>
                <a:off x="47973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6" name="Freeform 45335">
                <a:extLst>
                  <a:ext uri="{FF2B5EF4-FFF2-40B4-BE49-F238E27FC236}">
                    <a16:creationId xmlns:a16="http://schemas.microsoft.com/office/drawing/2014/main" id="{C6DF63F7-CEBA-3C4F-AD01-AC7D861E7D8D}"/>
                  </a:ext>
                </a:extLst>
              </p:cNvPr>
              <p:cNvSpPr/>
              <p:nvPr/>
            </p:nvSpPr>
            <p:spPr>
              <a:xfrm>
                <a:off x="47978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7" name="Freeform 45336">
                <a:extLst>
                  <a:ext uri="{FF2B5EF4-FFF2-40B4-BE49-F238E27FC236}">
                    <a16:creationId xmlns:a16="http://schemas.microsoft.com/office/drawing/2014/main" id="{68684C82-89DD-E907-3D67-A5748A35AC58}"/>
                  </a:ext>
                </a:extLst>
              </p:cNvPr>
              <p:cNvSpPr/>
              <p:nvPr/>
            </p:nvSpPr>
            <p:spPr>
              <a:xfrm>
                <a:off x="479837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8" name="Freeform 45337">
                <a:extLst>
                  <a:ext uri="{FF2B5EF4-FFF2-40B4-BE49-F238E27FC236}">
                    <a16:creationId xmlns:a16="http://schemas.microsoft.com/office/drawing/2014/main" id="{519F6BA5-98A7-790D-0B26-5C67C11D0B46}"/>
                  </a:ext>
                </a:extLst>
              </p:cNvPr>
              <p:cNvSpPr/>
              <p:nvPr/>
            </p:nvSpPr>
            <p:spPr>
              <a:xfrm>
                <a:off x="479896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39" name="Freeform 45338">
                <a:extLst>
                  <a:ext uri="{FF2B5EF4-FFF2-40B4-BE49-F238E27FC236}">
                    <a16:creationId xmlns:a16="http://schemas.microsoft.com/office/drawing/2014/main" id="{4182B1C5-EBCF-7EB2-7A8D-B216E798EFDA}"/>
                  </a:ext>
                </a:extLst>
              </p:cNvPr>
              <p:cNvSpPr/>
              <p:nvPr/>
            </p:nvSpPr>
            <p:spPr>
              <a:xfrm>
                <a:off x="479946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0" name="Freeform 45339">
                <a:extLst>
                  <a:ext uri="{FF2B5EF4-FFF2-40B4-BE49-F238E27FC236}">
                    <a16:creationId xmlns:a16="http://schemas.microsoft.com/office/drawing/2014/main" id="{943D5B18-0254-01DB-E800-D29952DAB758}"/>
                  </a:ext>
                </a:extLst>
              </p:cNvPr>
              <p:cNvSpPr/>
              <p:nvPr/>
            </p:nvSpPr>
            <p:spPr>
              <a:xfrm>
                <a:off x="479995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1" name="Freeform 45340">
                <a:extLst>
                  <a:ext uri="{FF2B5EF4-FFF2-40B4-BE49-F238E27FC236}">
                    <a16:creationId xmlns:a16="http://schemas.microsoft.com/office/drawing/2014/main" id="{03C90DF6-748F-6A01-FF4E-AE0D972894D2}"/>
                  </a:ext>
                </a:extLst>
              </p:cNvPr>
              <p:cNvSpPr/>
              <p:nvPr/>
            </p:nvSpPr>
            <p:spPr>
              <a:xfrm>
                <a:off x="48005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2" name="Freeform 45341">
                <a:extLst>
                  <a:ext uri="{FF2B5EF4-FFF2-40B4-BE49-F238E27FC236}">
                    <a16:creationId xmlns:a16="http://schemas.microsoft.com/office/drawing/2014/main" id="{57344A93-FAE8-7EA0-C34E-C3C68798ABEE}"/>
                  </a:ext>
                </a:extLst>
              </p:cNvPr>
              <p:cNvSpPr/>
              <p:nvPr/>
            </p:nvSpPr>
            <p:spPr>
              <a:xfrm>
                <a:off x="48010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3" name="Freeform 45342">
                <a:extLst>
                  <a:ext uri="{FF2B5EF4-FFF2-40B4-BE49-F238E27FC236}">
                    <a16:creationId xmlns:a16="http://schemas.microsoft.com/office/drawing/2014/main" id="{B868E765-EED4-CB13-1C27-4D56D4576AC9}"/>
                  </a:ext>
                </a:extLst>
              </p:cNvPr>
              <p:cNvSpPr/>
              <p:nvPr/>
            </p:nvSpPr>
            <p:spPr>
              <a:xfrm>
                <a:off x="48015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4" name="Freeform 45343">
                <a:extLst>
                  <a:ext uri="{FF2B5EF4-FFF2-40B4-BE49-F238E27FC236}">
                    <a16:creationId xmlns:a16="http://schemas.microsoft.com/office/drawing/2014/main" id="{2E409DF4-4C85-4C07-9861-8C9C6D6C1189}"/>
                  </a:ext>
                </a:extLst>
              </p:cNvPr>
              <p:cNvSpPr/>
              <p:nvPr/>
            </p:nvSpPr>
            <p:spPr>
              <a:xfrm>
                <a:off x="48021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5" name="Freeform 45344">
                <a:extLst>
                  <a:ext uri="{FF2B5EF4-FFF2-40B4-BE49-F238E27FC236}">
                    <a16:creationId xmlns:a16="http://schemas.microsoft.com/office/drawing/2014/main" id="{608C1CA3-D594-1876-4A44-60DC7962D99A}"/>
                  </a:ext>
                </a:extLst>
              </p:cNvPr>
              <p:cNvSpPr/>
              <p:nvPr/>
            </p:nvSpPr>
            <p:spPr>
              <a:xfrm>
                <a:off x="48026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6" name="Freeform 45345">
                <a:extLst>
                  <a:ext uri="{FF2B5EF4-FFF2-40B4-BE49-F238E27FC236}">
                    <a16:creationId xmlns:a16="http://schemas.microsoft.com/office/drawing/2014/main" id="{361A502E-2CCE-C3FB-D41F-A68E5D1B9C9B}"/>
                  </a:ext>
                </a:extLst>
              </p:cNvPr>
              <p:cNvSpPr/>
              <p:nvPr/>
            </p:nvSpPr>
            <p:spPr>
              <a:xfrm>
                <a:off x="480313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7" name="Freeform 45346">
                <a:extLst>
                  <a:ext uri="{FF2B5EF4-FFF2-40B4-BE49-F238E27FC236}">
                    <a16:creationId xmlns:a16="http://schemas.microsoft.com/office/drawing/2014/main" id="{BF85D87E-EB85-9C5E-01D1-445455222940}"/>
                  </a:ext>
                </a:extLst>
              </p:cNvPr>
              <p:cNvSpPr/>
              <p:nvPr/>
            </p:nvSpPr>
            <p:spPr>
              <a:xfrm>
                <a:off x="48037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8" name="Freeform 45347">
                <a:extLst>
                  <a:ext uri="{FF2B5EF4-FFF2-40B4-BE49-F238E27FC236}">
                    <a16:creationId xmlns:a16="http://schemas.microsoft.com/office/drawing/2014/main" id="{750F42A2-4AFE-5F98-6F55-62D8514A3DC0}"/>
                  </a:ext>
                </a:extLst>
              </p:cNvPr>
              <p:cNvSpPr/>
              <p:nvPr/>
            </p:nvSpPr>
            <p:spPr>
              <a:xfrm>
                <a:off x="480422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49" name="Freeform 45348">
                <a:extLst>
                  <a:ext uri="{FF2B5EF4-FFF2-40B4-BE49-F238E27FC236}">
                    <a16:creationId xmlns:a16="http://schemas.microsoft.com/office/drawing/2014/main" id="{62CC0AFD-BB47-A325-7A71-7C786457D77C}"/>
                  </a:ext>
                </a:extLst>
              </p:cNvPr>
              <p:cNvSpPr/>
              <p:nvPr/>
            </p:nvSpPr>
            <p:spPr>
              <a:xfrm>
                <a:off x="480472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0" name="Freeform 45349">
                <a:extLst>
                  <a:ext uri="{FF2B5EF4-FFF2-40B4-BE49-F238E27FC236}">
                    <a16:creationId xmlns:a16="http://schemas.microsoft.com/office/drawing/2014/main" id="{FF921CC5-E0F4-48AA-35F3-5D524BE446A5}"/>
                  </a:ext>
                </a:extLst>
              </p:cNvPr>
              <p:cNvSpPr/>
              <p:nvPr/>
            </p:nvSpPr>
            <p:spPr>
              <a:xfrm>
                <a:off x="480531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1" name="Freeform 45350">
                <a:extLst>
                  <a:ext uri="{FF2B5EF4-FFF2-40B4-BE49-F238E27FC236}">
                    <a16:creationId xmlns:a16="http://schemas.microsoft.com/office/drawing/2014/main" id="{2DF2DA33-AEC5-9199-50DE-F9C4071E2809}"/>
                  </a:ext>
                </a:extLst>
              </p:cNvPr>
              <p:cNvSpPr/>
              <p:nvPr/>
            </p:nvSpPr>
            <p:spPr>
              <a:xfrm>
                <a:off x="480581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2" name="Freeform 45351">
                <a:extLst>
                  <a:ext uri="{FF2B5EF4-FFF2-40B4-BE49-F238E27FC236}">
                    <a16:creationId xmlns:a16="http://schemas.microsoft.com/office/drawing/2014/main" id="{E8D46B2F-5E2C-7417-E59E-F041D04C7E79}"/>
                  </a:ext>
                </a:extLst>
              </p:cNvPr>
              <p:cNvSpPr/>
              <p:nvPr/>
            </p:nvSpPr>
            <p:spPr>
              <a:xfrm>
                <a:off x="4806307" y="5961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3" name="Freeform 45352">
                <a:extLst>
                  <a:ext uri="{FF2B5EF4-FFF2-40B4-BE49-F238E27FC236}">
                    <a16:creationId xmlns:a16="http://schemas.microsoft.com/office/drawing/2014/main" id="{65A86F6F-DF8F-3EA3-2533-6862E43F45AA}"/>
                  </a:ext>
                </a:extLst>
              </p:cNvPr>
              <p:cNvSpPr/>
              <p:nvPr/>
            </p:nvSpPr>
            <p:spPr>
              <a:xfrm>
                <a:off x="4806902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4" name="Freeform 45353">
                <a:extLst>
                  <a:ext uri="{FF2B5EF4-FFF2-40B4-BE49-F238E27FC236}">
                    <a16:creationId xmlns:a16="http://schemas.microsoft.com/office/drawing/2014/main" id="{F03A5378-130F-D3BD-9AA4-B287C7625C81}"/>
                  </a:ext>
                </a:extLst>
              </p:cNvPr>
              <p:cNvSpPr/>
              <p:nvPr/>
            </p:nvSpPr>
            <p:spPr>
              <a:xfrm>
                <a:off x="48073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5" name="Freeform 45354">
                <a:extLst>
                  <a:ext uri="{FF2B5EF4-FFF2-40B4-BE49-F238E27FC236}">
                    <a16:creationId xmlns:a16="http://schemas.microsoft.com/office/drawing/2014/main" id="{89E8211B-84A9-4D38-5D54-2A86E09610D2}"/>
                  </a:ext>
                </a:extLst>
              </p:cNvPr>
              <p:cNvSpPr/>
              <p:nvPr/>
            </p:nvSpPr>
            <p:spPr>
              <a:xfrm>
                <a:off x="48078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6" name="Freeform 45355">
                <a:extLst>
                  <a:ext uri="{FF2B5EF4-FFF2-40B4-BE49-F238E27FC236}">
                    <a16:creationId xmlns:a16="http://schemas.microsoft.com/office/drawing/2014/main" id="{07DAE435-1575-9A29-2F95-9C3568B87EBA}"/>
                  </a:ext>
                </a:extLst>
              </p:cNvPr>
              <p:cNvSpPr/>
              <p:nvPr/>
            </p:nvSpPr>
            <p:spPr>
              <a:xfrm>
                <a:off x="48083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7" name="Freeform 45356">
                <a:extLst>
                  <a:ext uri="{FF2B5EF4-FFF2-40B4-BE49-F238E27FC236}">
                    <a16:creationId xmlns:a16="http://schemas.microsoft.com/office/drawing/2014/main" id="{98E2E2DD-7E97-587B-BB4B-09DBA23ED2CE}"/>
                  </a:ext>
                </a:extLst>
              </p:cNvPr>
              <p:cNvSpPr/>
              <p:nvPr/>
            </p:nvSpPr>
            <p:spPr>
              <a:xfrm>
                <a:off x="48089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8" name="Freeform 45357">
                <a:extLst>
                  <a:ext uri="{FF2B5EF4-FFF2-40B4-BE49-F238E27FC236}">
                    <a16:creationId xmlns:a16="http://schemas.microsoft.com/office/drawing/2014/main" id="{4A797BFE-10A6-A548-4DF2-77E8DF6D2F5E}"/>
                  </a:ext>
                </a:extLst>
              </p:cNvPr>
              <p:cNvSpPr/>
              <p:nvPr/>
            </p:nvSpPr>
            <p:spPr>
              <a:xfrm>
                <a:off x="48094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59" name="Freeform 45358">
                <a:extLst>
                  <a:ext uri="{FF2B5EF4-FFF2-40B4-BE49-F238E27FC236}">
                    <a16:creationId xmlns:a16="http://schemas.microsoft.com/office/drawing/2014/main" id="{756F7AED-7BA1-63BB-DE26-E5D31532EFCE}"/>
                  </a:ext>
                </a:extLst>
              </p:cNvPr>
              <p:cNvSpPr/>
              <p:nvPr/>
            </p:nvSpPr>
            <p:spPr>
              <a:xfrm>
                <a:off x="48099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0" name="Freeform 45359">
                <a:extLst>
                  <a:ext uri="{FF2B5EF4-FFF2-40B4-BE49-F238E27FC236}">
                    <a16:creationId xmlns:a16="http://schemas.microsoft.com/office/drawing/2014/main" id="{54BB527C-30CB-4985-09F6-AFD07769F655}"/>
                  </a:ext>
                </a:extLst>
              </p:cNvPr>
              <p:cNvSpPr/>
              <p:nvPr/>
            </p:nvSpPr>
            <p:spPr>
              <a:xfrm>
                <a:off x="48105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1" name="Freeform 45360">
                <a:extLst>
                  <a:ext uri="{FF2B5EF4-FFF2-40B4-BE49-F238E27FC236}">
                    <a16:creationId xmlns:a16="http://schemas.microsoft.com/office/drawing/2014/main" id="{D2858DC8-8C07-942B-946E-61166C13A713}"/>
                  </a:ext>
                </a:extLst>
              </p:cNvPr>
              <p:cNvSpPr/>
              <p:nvPr/>
            </p:nvSpPr>
            <p:spPr>
              <a:xfrm>
                <a:off x="481107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2" name="Freeform 45361">
                <a:extLst>
                  <a:ext uri="{FF2B5EF4-FFF2-40B4-BE49-F238E27FC236}">
                    <a16:creationId xmlns:a16="http://schemas.microsoft.com/office/drawing/2014/main" id="{0F7D1872-39A3-CE4A-3994-F0EBC3556CC4}"/>
                  </a:ext>
                </a:extLst>
              </p:cNvPr>
              <p:cNvSpPr/>
              <p:nvPr/>
            </p:nvSpPr>
            <p:spPr>
              <a:xfrm>
                <a:off x="4811566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3" name="Freeform 45362">
                <a:extLst>
                  <a:ext uri="{FF2B5EF4-FFF2-40B4-BE49-F238E27FC236}">
                    <a16:creationId xmlns:a16="http://schemas.microsoft.com/office/drawing/2014/main" id="{AF0AC638-3650-E432-BE0A-47071B69BFD6}"/>
                  </a:ext>
                </a:extLst>
              </p:cNvPr>
              <p:cNvSpPr/>
              <p:nvPr/>
            </p:nvSpPr>
            <p:spPr>
              <a:xfrm>
                <a:off x="4812161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4" name="Freeform 45363">
                <a:extLst>
                  <a:ext uri="{FF2B5EF4-FFF2-40B4-BE49-F238E27FC236}">
                    <a16:creationId xmlns:a16="http://schemas.microsoft.com/office/drawing/2014/main" id="{F8F0B4AA-57F8-63B8-574F-33D65BC42DB8}"/>
                  </a:ext>
                </a:extLst>
              </p:cNvPr>
              <p:cNvSpPr/>
              <p:nvPr/>
            </p:nvSpPr>
            <p:spPr>
              <a:xfrm>
                <a:off x="48126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5" name="Freeform 45364">
                <a:extLst>
                  <a:ext uri="{FF2B5EF4-FFF2-40B4-BE49-F238E27FC236}">
                    <a16:creationId xmlns:a16="http://schemas.microsoft.com/office/drawing/2014/main" id="{F991DB35-4DF6-302F-9524-B55D588C0436}"/>
                  </a:ext>
                </a:extLst>
              </p:cNvPr>
              <p:cNvSpPr/>
              <p:nvPr/>
            </p:nvSpPr>
            <p:spPr>
              <a:xfrm>
                <a:off x="48131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6" name="Freeform 45365">
                <a:extLst>
                  <a:ext uri="{FF2B5EF4-FFF2-40B4-BE49-F238E27FC236}">
                    <a16:creationId xmlns:a16="http://schemas.microsoft.com/office/drawing/2014/main" id="{7158230F-CCD6-20B7-0CDD-E337ADACB60F}"/>
                  </a:ext>
                </a:extLst>
              </p:cNvPr>
              <p:cNvSpPr/>
              <p:nvPr/>
            </p:nvSpPr>
            <p:spPr>
              <a:xfrm>
                <a:off x="48137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7" name="Freeform 45366">
                <a:extLst>
                  <a:ext uri="{FF2B5EF4-FFF2-40B4-BE49-F238E27FC236}">
                    <a16:creationId xmlns:a16="http://schemas.microsoft.com/office/drawing/2014/main" id="{705385D2-A67F-2B72-306B-580B1327BD0D}"/>
                  </a:ext>
                </a:extLst>
              </p:cNvPr>
              <p:cNvSpPr/>
              <p:nvPr/>
            </p:nvSpPr>
            <p:spPr>
              <a:xfrm>
                <a:off x="48142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8" name="Freeform 45367">
                <a:extLst>
                  <a:ext uri="{FF2B5EF4-FFF2-40B4-BE49-F238E27FC236}">
                    <a16:creationId xmlns:a16="http://schemas.microsoft.com/office/drawing/2014/main" id="{C9F247BB-F32E-FB22-DF38-B042D9A3E46F}"/>
                  </a:ext>
                </a:extLst>
              </p:cNvPr>
              <p:cNvSpPr/>
              <p:nvPr/>
            </p:nvSpPr>
            <p:spPr>
              <a:xfrm>
                <a:off x="48147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69" name="Freeform 45368">
                <a:extLst>
                  <a:ext uri="{FF2B5EF4-FFF2-40B4-BE49-F238E27FC236}">
                    <a16:creationId xmlns:a16="http://schemas.microsoft.com/office/drawing/2014/main" id="{4F5A1413-6922-4891-4BFC-288B11BBA5A7}"/>
                  </a:ext>
                </a:extLst>
              </p:cNvPr>
              <p:cNvSpPr/>
              <p:nvPr/>
            </p:nvSpPr>
            <p:spPr>
              <a:xfrm>
                <a:off x="48153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0" name="Freeform 45369">
                <a:extLst>
                  <a:ext uri="{FF2B5EF4-FFF2-40B4-BE49-F238E27FC236}">
                    <a16:creationId xmlns:a16="http://schemas.microsoft.com/office/drawing/2014/main" id="{C933AC2E-291D-89E3-2603-7D5676C4BA21}"/>
                  </a:ext>
                </a:extLst>
              </p:cNvPr>
              <p:cNvSpPr/>
              <p:nvPr/>
            </p:nvSpPr>
            <p:spPr>
              <a:xfrm>
                <a:off x="481583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1" name="Freeform 45370">
                <a:extLst>
                  <a:ext uri="{FF2B5EF4-FFF2-40B4-BE49-F238E27FC236}">
                    <a16:creationId xmlns:a16="http://schemas.microsoft.com/office/drawing/2014/main" id="{494F4F6F-9168-76ED-96B1-F67D9B006BAE}"/>
                  </a:ext>
                </a:extLst>
              </p:cNvPr>
              <p:cNvSpPr/>
              <p:nvPr/>
            </p:nvSpPr>
            <p:spPr>
              <a:xfrm>
                <a:off x="481632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2" name="Freeform 45371">
                <a:extLst>
                  <a:ext uri="{FF2B5EF4-FFF2-40B4-BE49-F238E27FC236}">
                    <a16:creationId xmlns:a16="http://schemas.microsoft.com/office/drawing/2014/main" id="{864B4ABB-54C7-FEAA-430B-B70CFED685B8}"/>
                  </a:ext>
                </a:extLst>
              </p:cNvPr>
              <p:cNvSpPr/>
              <p:nvPr/>
            </p:nvSpPr>
            <p:spPr>
              <a:xfrm>
                <a:off x="481692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3" name="Freeform 45372">
                <a:extLst>
                  <a:ext uri="{FF2B5EF4-FFF2-40B4-BE49-F238E27FC236}">
                    <a16:creationId xmlns:a16="http://schemas.microsoft.com/office/drawing/2014/main" id="{EC890377-6139-D028-0C91-F32F30B71B63}"/>
                  </a:ext>
                </a:extLst>
              </p:cNvPr>
              <p:cNvSpPr/>
              <p:nvPr/>
            </p:nvSpPr>
            <p:spPr>
              <a:xfrm>
                <a:off x="481742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4" name="Freeform 45373">
                <a:extLst>
                  <a:ext uri="{FF2B5EF4-FFF2-40B4-BE49-F238E27FC236}">
                    <a16:creationId xmlns:a16="http://schemas.microsoft.com/office/drawing/2014/main" id="{A91B4A48-F233-9AA5-F790-2C17097A9E6B}"/>
                  </a:ext>
                </a:extLst>
              </p:cNvPr>
              <p:cNvSpPr/>
              <p:nvPr/>
            </p:nvSpPr>
            <p:spPr>
              <a:xfrm>
                <a:off x="481791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5" name="Freeform 45374">
                <a:extLst>
                  <a:ext uri="{FF2B5EF4-FFF2-40B4-BE49-F238E27FC236}">
                    <a16:creationId xmlns:a16="http://schemas.microsoft.com/office/drawing/2014/main" id="{955EA961-6DD5-8BAF-FDCA-8BEEF158A83E}"/>
                  </a:ext>
                </a:extLst>
              </p:cNvPr>
              <p:cNvSpPr/>
              <p:nvPr/>
            </p:nvSpPr>
            <p:spPr>
              <a:xfrm>
                <a:off x="481851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6" name="Freeform 45375">
                <a:extLst>
                  <a:ext uri="{FF2B5EF4-FFF2-40B4-BE49-F238E27FC236}">
                    <a16:creationId xmlns:a16="http://schemas.microsoft.com/office/drawing/2014/main" id="{F38AC4A4-A616-396A-40C0-BEBFE0B35709}"/>
                  </a:ext>
                </a:extLst>
              </p:cNvPr>
              <p:cNvSpPr/>
              <p:nvPr/>
            </p:nvSpPr>
            <p:spPr>
              <a:xfrm>
                <a:off x="4819007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7" name="Freeform 45376">
                <a:extLst>
                  <a:ext uri="{FF2B5EF4-FFF2-40B4-BE49-F238E27FC236}">
                    <a16:creationId xmlns:a16="http://schemas.microsoft.com/office/drawing/2014/main" id="{15BBA701-0589-0D7E-6E57-3DCDA81088E7}"/>
                  </a:ext>
                </a:extLst>
              </p:cNvPr>
              <p:cNvSpPr/>
              <p:nvPr/>
            </p:nvSpPr>
            <p:spPr>
              <a:xfrm>
                <a:off x="4819503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8" name="Freeform 45377">
                <a:extLst>
                  <a:ext uri="{FF2B5EF4-FFF2-40B4-BE49-F238E27FC236}">
                    <a16:creationId xmlns:a16="http://schemas.microsoft.com/office/drawing/2014/main" id="{427F724A-284E-47B7-3708-0049944F4CCA}"/>
                  </a:ext>
                </a:extLst>
              </p:cNvPr>
              <p:cNvSpPr/>
              <p:nvPr/>
            </p:nvSpPr>
            <p:spPr>
              <a:xfrm>
                <a:off x="481999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79" name="Freeform 45378">
                <a:extLst>
                  <a:ext uri="{FF2B5EF4-FFF2-40B4-BE49-F238E27FC236}">
                    <a16:creationId xmlns:a16="http://schemas.microsoft.com/office/drawing/2014/main" id="{03162E3C-925D-E023-E6A9-17B7BBF0DF70}"/>
                  </a:ext>
                </a:extLst>
              </p:cNvPr>
              <p:cNvSpPr/>
              <p:nvPr/>
            </p:nvSpPr>
            <p:spPr>
              <a:xfrm>
                <a:off x="48205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0" name="Freeform 45379">
                <a:extLst>
                  <a:ext uri="{FF2B5EF4-FFF2-40B4-BE49-F238E27FC236}">
                    <a16:creationId xmlns:a16="http://schemas.microsoft.com/office/drawing/2014/main" id="{1AD40870-98E4-075B-DC13-F87E4DFB281C}"/>
                  </a:ext>
                </a:extLst>
              </p:cNvPr>
              <p:cNvSpPr/>
              <p:nvPr/>
            </p:nvSpPr>
            <p:spPr>
              <a:xfrm>
                <a:off x="48210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1" name="Freeform 45380">
                <a:extLst>
                  <a:ext uri="{FF2B5EF4-FFF2-40B4-BE49-F238E27FC236}">
                    <a16:creationId xmlns:a16="http://schemas.microsoft.com/office/drawing/2014/main" id="{943AEBBF-EEF7-0C07-95C8-C8BC67979F15}"/>
                  </a:ext>
                </a:extLst>
              </p:cNvPr>
              <p:cNvSpPr/>
              <p:nvPr/>
            </p:nvSpPr>
            <p:spPr>
              <a:xfrm>
                <a:off x="4821587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2" name="Freeform 45381">
                <a:extLst>
                  <a:ext uri="{FF2B5EF4-FFF2-40B4-BE49-F238E27FC236}">
                    <a16:creationId xmlns:a16="http://schemas.microsoft.com/office/drawing/2014/main" id="{7A8E08E5-EBE2-6350-B4D5-BFA09D9AC5C7}"/>
                  </a:ext>
                </a:extLst>
              </p:cNvPr>
              <p:cNvSpPr/>
              <p:nvPr/>
            </p:nvSpPr>
            <p:spPr>
              <a:xfrm>
                <a:off x="482218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3" name="Freeform 45382">
                <a:extLst>
                  <a:ext uri="{FF2B5EF4-FFF2-40B4-BE49-F238E27FC236}">
                    <a16:creationId xmlns:a16="http://schemas.microsoft.com/office/drawing/2014/main" id="{345DC469-9C0A-B14B-7C50-CC2ADCFD0687}"/>
                  </a:ext>
                </a:extLst>
              </p:cNvPr>
              <p:cNvSpPr/>
              <p:nvPr/>
            </p:nvSpPr>
            <p:spPr>
              <a:xfrm>
                <a:off x="4822678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4" name="Freeform 45383">
                <a:extLst>
                  <a:ext uri="{FF2B5EF4-FFF2-40B4-BE49-F238E27FC236}">
                    <a16:creationId xmlns:a16="http://schemas.microsoft.com/office/drawing/2014/main" id="{D3124434-B52F-59C7-230F-D31A5AE270FB}"/>
                  </a:ext>
                </a:extLst>
              </p:cNvPr>
              <p:cNvSpPr/>
              <p:nvPr/>
            </p:nvSpPr>
            <p:spPr>
              <a:xfrm>
                <a:off x="4823174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5" name="Freeform 45384">
                <a:extLst>
                  <a:ext uri="{FF2B5EF4-FFF2-40B4-BE49-F238E27FC236}">
                    <a16:creationId xmlns:a16="http://schemas.microsoft.com/office/drawing/2014/main" id="{01F9D99E-E610-27B3-37F4-465B566AFBA4}"/>
                  </a:ext>
                </a:extLst>
              </p:cNvPr>
              <p:cNvSpPr/>
              <p:nvPr/>
            </p:nvSpPr>
            <p:spPr>
              <a:xfrm>
                <a:off x="4823770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6" name="Freeform 45385">
                <a:extLst>
                  <a:ext uri="{FF2B5EF4-FFF2-40B4-BE49-F238E27FC236}">
                    <a16:creationId xmlns:a16="http://schemas.microsoft.com/office/drawing/2014/main" id="{B1C314B9-C9DA-46DD-6431-5050860BC957}"/>
                  </a:ext>
                </a:extLst>
              </p:cNvPr>
              <p:cNvSpPr/>
              <p:nvPr/>
            </p:nvSpPr>
            <p:spPr>
              <a:xfrm>
                <a:off x="4824266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7" name="Freeform 45386">
                <a:extLst>
                  <a:ext uri="{FF2B5EF4-FFF2-40B4-BE49-F238E27FC236}">
                    <a16:creationId xmlns:a16="http://schemas.microsoft.com/office/drawing/2014/main" id="{D66BE66B-5B50-8DDC-3B90-A99A02863712}"/>
                  </a:ext>
                </a:extLst>
              </p:cNvPr>
              <p:cNvSpPr/>
              <p:nvPr/>
            </p:nvSpPr>
            <p:spPr>
              <a:xfrm>
                <a:off x="4824762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8" name="Freeform 45387">
                <a:extLst>
                  <a:ext uri="{FF2B5EF4-FFF2-40B4-BE49-F238E27FC236}">
                    <a16:creationId xmlns:a16="http://schemas.microsoft.com/office/drawing/2014/main" id="{75934CBD-8497-1B04-80D2-EF6DFED577BA}"/>
                  </a:ext>
                </a:extLst>
              </p:cNvPr>
              <p:cNvSpPr/>
              <p:nvPr/>
            </p:nvSpPr>
            <p:spPr>
              <a:xfrm>
                <a:off x="482535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89" name="Freeform 45388">
                <a:extLst>
                  <a:ext uri="{FF2B5EF4-FFF2-40B4-BE49-F238E27FC236}">
                    <a16:creationId xmlns:a16="http://schemas.microsoft.com/office/drawing/2014/main" id="{A08F8B64-22D0-A90E-3F55-EAC3A2F3F7A4}"/>
                  </a:ext>
                </a:extLst>
              </p:cNvPr>
              <p:cNvSpPr/>
              <p:nvPr/>
            </p:nvSpPr>
            <p:spPr>
              <a:xfrm>
                <a:off x="48258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0" name="Freeform 45389">
                <a:extLst>
                  <a:ext uri="{FF2B5EF4-FFF2-40B4-BE49-F238E27FC236}">
                    <a16:creationId xmlns:a16="http://schemas.microsoft.com/office/drawing/2014/main" id="{95AC4820-1F10-AB00-7E68-036C0648B8E9}"/>
                  </a:ext>
                </a:extLst>
              </p:cNvPr>
              <p:cNvSpPr/>
              <p:nvPr/>
            </p:nvSpPr>
            <p:spPr>
              <a:xfrm>
                <a:off x="48263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1" name="Freeform 45390">
                <a:extLst>
                  <a:ext uri="{FF2B5EF4-FFF2-40B4-BE49-F238E27FC236}">
                    <a16:creationId xmlns:a16="http://schemas.microsoft.com/office/drawing/2014/main" id="{D479E7F4-CE85-C0FB-01BE-1271DCC4A96E}"/>
                  </a:ext>
                </a:extLst>
              </p:cNvPr>
              <p:cNvSpPr/>
              <p:nvPr/>
            </p:nvSpPr>
            <p:spPr>
              <a:xfrm>
                <a:off x="48269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2" name="Freeform 45391">
                <a:extLst>
                  <a:ext uri="{FF2B5EF4-FFF2-40B4-BE49-F238E27FC236}">
                    <a16:creationId xmlns:a16="http://schemas.microsoft.com/office/drawing/2014/main" id="{41A7D698-22FB-7925-B9F6-16088D498069}"/>
                  </a:ext>
                </a:extLst>
              </p:cNvPr>
              <p:cNvSpPr/>
              <p:nvPr/>
            </p:nvSpPr>
            <p:spPr>
              <a:xfrm>
                <a:off x="48274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3" name="Freeform 45392">
                <a:extLst>
                  <a:ext uri="{FF2B5EF4-FFF2-40B4-BE49-F238E27FC236}">
                    <a16:creationId xmlns:a16="http://schemas.microsoft.com/office/drawing/2014/main" id="{1D8AC27F-8AD5-16C7-36A8-3594230B663C}"/>
                  </a:ext>
                </a:extLst>
              </p:cNvPr>
              <p:cNvSpPr/>
              <p:nvPr/>
            </p:nvSpPr>
            <p:spPr>
              <a:xfrm>
                <a:off x="48279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4" name="Freeform 45393">
                <a:extLst>
                  <a:ext uri="{FF2B5EF4-FFF2-40B4-BE49-F238E27FC236}">
                    <a16:creationId xmlns:a16="http://schemas.microsoft.com/office/drawing/2014/main" id="{E4ED87FF-4A09-477A-F9F4-F8D919F5D927}"/>
                  </a:ext>
                </a:extLst>
              </p:cNvPr>
              <p:cNvSpPr/>
              <p:nvPr/>
            </p:nvSpPr>
            <p:spPr>
              <a:xfrm>
                <a:off x="482853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5" name="Freeform 45394">
                <a:extLst>
                  <a:ext uri="{FF2B5EF4-FFF2-40B4-BE49-F238E27FC236}">
                    <a16:creationId xmlns:a16="http://schemas.microsoft.com/office/drawing/2014/main" id="{373E6ECB-83DF-C327-29A5-2F2738418724}"/>
                  </a:ext>
                </a:extLst>
              </p:cNvPr>
              <p:cNvSpPr/>
              <p:nvPr/>
            </p:nvSpPr>
            <p:spPr>
              <a:xfrm>
                <a:off x="482902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6" name="Freeform 45395">
                <a:extLst>
                  <a:ext uri="{FF2B5EF4-FFF2-40B4-BE49-F238E27FC236}">
                    <a16:creationId xmlns:a16="http://schemas.microsoft.com/office/drawing/2014/main" id="{7957A882-327D-4BCC-E848-EC704D8A5FF8}"/>
                  </a:ext>
                </a:extLst>
              </p:cNvPr>
              <p:cNvSpPr/>
              <p:nvPr/>
            </p:nvSpPr>
            <p:spPr>
              <a:xfrm>
                <a:off x="482952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7" name="Freeform 45396">
                <a:extLst>
                  <a:ext uri="{FF2B5EF4-FFF2-40B4-BE49-F238E27FC236}">
                    <a16:creationId xmlns:a16="http://schemas.microsoft.com/office/drawing/2014/main" id="{7FDAF7D0-B344-48C6-D93C-5927D71D8160}"/>
                  </a:ext>
                </a:extLst>
              </p:cNvPr>
              <p:cNvSpPr/>
              <p:nvPr/>
            </p:nvSpPr>
            <p:spPr>
              <a:xfrm>
                <a:off x="483012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8" name="Freeform 45397">
                <a:extLst>
                  <a:ext uri="{FF2B5EF4-FFF2-40B4-BE49-F238E27FC236}">
                    <a16:creationId xmlns:a16="http://schemas.microsoft.com/office/drawing/2014/main" id="{4B9779B7-B1BA-D91D-77A4-3F3F588C008A}"/>
                  </a:ext>
                </a:extLst>
              </p:cNvPr>
              <p:cNvSpPr/>
              <p:nvPr/>
            </p:nvSpPr>
            <p:spPr>
              <a:xfrm>
                <a:off x="483061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99" name="Freeform 45398">
                <a:extLst>
                  <a:ext uri="{FF2B5EF4-FFF2-40B4-BE49-F238E27FC236}">
                    <a16:creationId xmlns:a16="http://schemas.microsoft.com/office/drawing/2014/main" id="{60D4731C-CF6B-AE7B-2FC5-48BB0A6B1593}"/>
                  </a:ext>
                </a:extLst>
              </p:cNvPr>
              <p:cNvSpPr/>
              <p:nvPr/>
            </p:nvSpPr>
            <p:spPr>
              <a:xfrm>
                <a:off x="483111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0" name="Freeform 45399">
                <a:extLst>
                  <a:ext uri="{FF2B5EF4-FFF2-40B4-BE49-F238E27FC236}">
                    <a16:creationId xmlns:a16="http://schemas.microsoft.com/office/drawing/2014/main" id="{BAEBF642-604A-62E1-EE64-406C56EB9C08}"/>
                  </a:ext>
                </a:extLst>
              </p:cNvPr>
              <p:cNvSpPr/>
              <p:nvPr/>
            </p:nvSpPr>
            <p:spPr>
              <a:xfrm>
                <a:off x="483160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1" name="Freeform 45400">
                <a:extLst>
                  <a:ext uri="{FF2B5EF4-FFF2-40B4-BE49-F238E27FC236}">
                    <a16:creationId xmlns:a16="http://schemas.microsoft.com/office/drawing/2014/main" id="{86A687DD-1A20-7EF3-C559-178C79AE9554}"/>
                  </a:ext>
                </a:extLst>
              </p:cNvPr>
              <p:cNvSpPr/>
              <p:nvPr/>
            </p:nvSpPr>
            <p:spPr>
              <a:xfrm>
                <a:off x="483220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2" name="Freeform 45401">
                <a:extLst>
                  <a:ext uri="{FF2B5EF4-FFF2-40B4-BE49-F238E27FC236}">
                    <a16:creationId xmlns:a16="http://schemas.microsoft.com/office/drawing/2014/main" id="{7B89AA70-7007-6506-FF5A-B57A0411287E}"/>
                  </a:ext>
                </a:extLst>
              </p:cNvPr>
              <p:cNvSpPr/>
              <p:nvPr/>
            </p:nvSpPr>
            <p:spPr>
              <a:xfrm>
                <a:off x="483269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3" name="Freeform 45402">
                <a:extLst>
                  <a:ext uri="{FF2B5EF4-FFF2-40B4-BE49-F238E27FC236}">
                    <a16:creationId xmlns:a16="http://schemas.microsoft.com/office/drawing/2014/main" id="{9256763A-3186-7D35-553A-AD037FD258FA}"/>
                  </a:ext>
                </a:extLst>
              </p:cNvPr>
              <p:cNvSpPr/>
              <p:nvPr/>
            </p:nvSpPr>
            <p:spPr>
              <a:xfrm>
                <a:off x="4833195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4" name="Freeform 45403">
                <a:extLst>
                  <a:ext uri="{FF2B5EF4-FFF2-40B4-BE49-F238E27FC236}">
                    <a16:creationId xmlns:a16="http://schemas.microsoft.com/office/drawing/2014/main" id="{A1F10447-FD7A-0B76-D928-CCCF2286C37D}"/>
                  </a:ext>
                </a:extLst>
              </p:cNvPr>
              <p:cNvSpPr/>
              <p:nvPr/>
            </p:nvSpPr>
            <p:spPr>
              <a:xfrm>
                <a:off x="4833791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5" name="Freeform 45404">
                <a:extLst>
                  <a:ext uri="{FF2B5EF4-FFF2-40B4-BE49-F238E27FC236}">
                    <a16:creationId xmlns:a16="http://schemas.microsoft.com/office/drawing/2014/main" id="{2EBA34F0-8F75-026C-160D-3B8CF5898FEB}"/>
                  </a:ext>
                </a:extLst>
              </p:cNvPr>
              <p:cNvSpPr/>
              <p:nvPr/>
            </p:nvSpPr>
            <p:spPr>
              <a:xfrm>
                <a:off x="4834287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6" name="Freeform 45405">
                <a:extLst>
                  <a:ext uri="{FF2B5EF4-FFF2-40B4-BE49-F238E27FC236}">
                    <a16:creationId xmlns:a16="http://schemas.microsoft.com/office/drawing/2014/main" id="{CB2D8E89-74AB-5C07-1C7D-FBBA01A58173}"/>
                  </a:ext>
                </a:extLst>
              </p:cNvPr>
              <p:cNvSpPr/>
              <p:nvPr/>
            </p:nvSpPr>
            <p:spPr>
              <a:xfrm>
                <a:off x="4834783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7" name="Freeform 45406">
                <a:extLst>
                  <a:ext uri="{FF2B5EF4-FFF2-40B4-BE49-F238E27FC236}">
                    <a16:creationId xmlns:a16="http://schemas.microsoft.com/office/drawing/2014/main" id="{33C15F58-FE6C-4C48-A66E-8E60890F4D4F}"/>
                  </a:ext>
                </a:extLst>
              </p:cNvPr>
              <p:cNvSpPr/>
              <p:nvPr/>
            </p:nvSpPr>
            <p:spPr>
              <a:xfrm>
                <a:off x="4835378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8" name="Freeform 45407">
                <a:extLst>
                  <a:ext uri="{FF2B5EF4-FFF2-40B4-BE49-F238E27FC236}">
                    <a16:creationId xmlns:a16="http://schemas.microsoft.com/office/drawing/2014/main" id="{380BF2E5-2350-CE36-FDC1-3F098C130009}"/>
                  </a:ext>
                </a:extLst>
              </p:cNvPr>
              <p:cNvSpPr/>
              <p:nvPr/>
            </p:nvSpPr>
            <p:spPr>
              <a:xfrm>
                <a:off x="4835874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09" name="Freeform 45408">
                <a:extLst>
                  <a:ext uri="{FF2B5EF4-FFF2-40B4-BE49-F238E27FC236}">
                    <a16:creationId xmlns:a16="http://schemas.microsoft.com/office/drawing/2014/main" id="{2F718CC3-BBC1-11F3-9200-7005EBFF3935}"/>
                  </a:ext>
                </a:extLst>
              </p:cNvPr>
              <p:cNvSpPr/>
              <p:nvPr/>
            </p:nvSpPr>
            <p:spPr>
              <a:xfrm>
                <a:off x="4836370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0" name="Freeform 45409">
                <a:extLst>
                  <a:ext uri="{FF2B5EF4-FFF2-40B4-BE49-F238E27FC236}">
                    <a16:creationId xmlns:a16="http://schemas.microsoft.com/office/drawing/2014/main" id="{A1581045-1C92-C0B7-B226-7078478E5CEB}"/>
                  </a:ext>
                </a:extLst>
              </p:cNvPr>
              <p:cNvSpPr/>
              <p:nvPr/>
            </p:nvSpPr>
            <p:spPr>
              <a:xfrm>
                <a:off x="4836966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1" name="Freeform 45410">
                <a:extLst>
                  <a:ext uri="{FF2B5EF4-FFF2-40B4-BE49-F238E27FC236}">
                    <a16:creationId xmlns:a16="http://schemas.microsoft.com/office/drawing/2014/main" id="{D1A50B28-FF32-B29B-CCDB-711BE42DD2B3}"/>
                  </a:ext>
                </a:extLst>
              </p:cNvPr>
              <p:cNvSpPr/>
              <p:nvPr/>
            </p:nvSpPr>
            <p:spPr>
              <a:xfrm>
                <a:off x="4837462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2" name="Freeform 45411">
                <a:extLst>
                  <a:ext uri="{FF2B5EF4-FFF2-40B4-BE49-F238E27FC236}">
                    <a16:creationId xmlns:a16="http://schemas.microsoft.com/office/drawing/2014/main" id="{4CCDDC39-359B-E967-935F-C82F6906B36A}"/>
                  </a:ext>
                </a:extLst>
              </p:cNvPr>
              <p:cNvSpPr/>
              <p:nvPr/>
            </p:nvSpPr>
            <p:spPr>
              <a:xfrm>
                <a:off x="4837958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3" name="Freeform 45412">
                <a:extLst>
                  <a:ext uri="{FF2B5EF4-FFF2-40B4-BE49-F238E27FC236}">
                    <a16:creationId xmlns:a16="http://schemas.microsoft.com/office/drawing/2014/main" id="{B4E64C69-B7F2-0BA1-59BC-4285541BF36B}"/>
                  </a:ext>
                </a:extLst>
              </p:cNvPr>
              <p:cNvSpPr/>
              <p:nvPr/>
            </p:nvSpPr>
            <p:spPr>
              <a:xfrm>
                <a:off x="48385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4" name="Freeform 45413">
                <a:extLst>
                  <a:ext uri="{FF2B5EF4-FFF2-40B4-BE49-F238E27FC236}">
                    <a16:creationId xmlns:a16="http://schemas.microsoft.com/office/drawing/2014/main" id="{56E97B02-5CE7-5440-E2DD-DF6EA43F53B2}"/>
                  </a:ext>
                </a:extLst>
              </p:cNvPr>
              <p:cNvSpPr/>
              <p:nvPr/>
            </p:nvSpPr>
            <p:spPr>
              <a:xfrm>
                <a:off x="48390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5" name="Freeform 45414">
                <a:extLst>
                  <a:ext uri="{FF2B5EF4-FFF2-40B4-BE49-F238E27FC236}">
                    <a16:creationId xmlns:a16="http://schemas.microsoft.com/office/drawing/2014/main" id="{F4C311AE-3189-B954-63A5-3076430CDFD2}"/>
                  </a:ext>
                </a:extLst>
              </p:cNvPr>
              <p:cNvSpPr/>
              <p:nvPr/>
            </p:nvSpPr>
            <p:spPr>
              <a:xfrm>
                <a:off x="48395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6" name="Freeform 45415">
                <a:extLst>
                  <a:ext uri="{FF2B5EF4-FFF2-40B4-BE49-F238E27FC236}">
                    <a16:creationId xmlns:a16="http://schemas.microsoft.com/office/drawing/2014/main" id="{123C39BF-0174-C227-C5E6-5424A64CB0E4}"/>
                  </a:ext>
                </a:extLst>
              </p:cNvPr>
              <p:cNvSpPr/>
              <p:nvPr/>
            </p:nvSpPr>
            <p:spPr>
              <a:xfrm>
                <a:off x="48401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7" name="Freeform 45416">
                <a:extLst>
                  <a:ext uri="{FF2B5EF4-FFF2-40B4-BE49-F238E27FC236}">
                    <a16:creationId xmlns:a16="http://schemas.microsoft.com/office/drawing/2014/main" id="{6AC95F45-16CE-5A8F-1AC1-F7DCDB6F7AB2}"/>
                  </a:ext>
                </a:extLst>
              </p:cNvPr>
              <p:cNvSpPr/>
              <p:nvPr/>
            </p:nvSpPr>
            <p:spPr>
              <a:xfrm>
                <a:off x="48406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8" name="Freeform 45417">
                <a:extLst>
                  <a:ext uri="{FF2B5EF4-FFF2-40B4-BE49-F238E27FC236}">
                    <a16:creationId xmlns:a16="http://schemas.microsoft.com/office/drawing/2014/main" id="{595F3474-D892-46A2-5E89-D4BF9324B7F1}"/>
                  </a:ext>
                </a:extLst>
              </p:cNvPr>
              <p:cNvSpPr/>
              <p:nvPr/>
            </p:nvSpPr>
            <p:spPr>
              <a:xfrm>
                <a:off x="48411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19" name="Freeform 45418">
                <a:extLst>
                  <a:ext uri="{FF2B5EF4-FFF2-40B4-BE49-F238E27FC236}">
                    <a16:creationId xmlns:a16="http://schemas.microsoft.com/office/drawing/2014/main" id="{A5806B9C-3775-5223-7AD4-A8A1C204E753}"/>
                  </a:ext>
                </a:extLst>
              </p:cNvPr>
              <p:cNvSpPr/>
              <p:nvPr/>
            </p:nvSpPr>
            <p:spPr>
              <a:xfrm>
                <a:off x="484172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0" name="Freeform 45419">
                <a:extLst>
                  <a:ext uri="{FF2B5EF4-FFF2-40B4-BE49-F238E27FC236}">
                    <a16:creationId xmlns:a16="http://schemas.microsoft.com/office/drawing/2014/main" id="{75E025F2-61DB-35F5-D92C-08D099AAAB39}"/>
                  </a:ext>
                </a:extLst>
              </p:cNvPr>
              <p:cNvSpPr/>
              <p:nvPr/>
            </p:nvSpPr>
            <p:spPr>
              <a:xfrm>
                <a:off x="484222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1" name="Freeform 45420">
                <a:extLst>
                  <a:ext uri="{FF2B5EF4-FFF2-40B4-BE49-F238E27FC236}">
                    <a16:creationId xmlns:a16="http://schemas.microsoft.com/office/drawing/2014/main" id="{DDC861ED-C449-E61D-B89B-0E75689A6B85}"/>
                  </a:ext>
                </a:extLst>
              </p:cNvPr>
              <p:cNvSpPr/>
              <p:nvPr/>
            </p:nvSpPr>
            <p:spPr>
              <a:xfrm>
                <a:off x="484272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2" name="Freeform 45421">
                <a:extLst>
                  <a:ext uri="{FF2B5EF4-FFF2-40B4-BE49-F238E27FC236}">
                    <a16:creationId xmlns:a16="http://schemas.microsoft.com/office/drawing/2014/main" id="{E2BD8D27-2EDF-9862-6C5F-07C4FDDF1ADC}"/>
                  </a:ext>
                </a:extLst>
              </p:cNvPr>
              <p:cNvSpPr/>
              <p:nvPr/>
            </p:nvSpPr>
            <p:spPr>
              <a:xfrm>
                <a:off x="484331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3" name="Freeform 45422">
                <a:extLst>
                  <a:ext uri="{FF2B5EF4-FFF2-40B4-BE49-F238E27FC236}">
                    <a16:creationId xmlns:a16="http://schemas.microsoft.com/office/drawing/2014/main" id="{39546B1D-CB5E-1558-90F9-C017684E1D9F}"/>
                  </a:ext>
                </a:extLst>
              </p:cNvPr>
              <p:cNvSpPr/>
              <p:nvPr/>
            </p:nvSpPr>
            <p:spPr>
              <a:xfrm>
                <a:off x="4843812" y="6018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4" name="Freeform 45423">
                <a:extLst>
                  <a:ext uri="{FF2B5EF4-FFF2-40B4-BE49-F238E27FC236}">
                    <a16:creationId xmlns:a16="http://schemas.microsoft.com/office/drawing/2014/main" id="{68240339-9B5F-7783-4C4F-2B563F25C523}"/>
                  </a:ext>
                </a:extLst>
              </p:cNvPr>
              <p:cNvSpPr/>
              <p:nvPr/>
            </p:nvSpPr>
            <p:spPr>
              <a:xfrm>
                <a:off x="4844308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5" name="Freeform 45424">
                <a:extLst>
                  <a:ext uri="{FF2B5EF4-FFF2-40B4-BE49-F238E27FC236}">
                    <a16:creationId xmlns:a16="http://schemas.microsoft.com/office/drawing/2014/main" id="{A1EF66BC-CE6C-5C10-3010-EBB3C96905FB}"/>
                  </a:ext>
                </a:extLst>
              </p:cNvPr>
              <p:cNvSpPr/>
              <p:nvPr/>
            </p:nvSpPr>
            <p:spPr>
              <a:xfrm>
                <a:off x="4844804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6" name="Freeform 45425">
                <a:extLst>
                  <a:ext uri="{FF2B5EF4-FFF2-40B4-BE49-F238E27FC236}">
                    <a16:creationId xmlns:a16="http://schemas.microsoft.com/office/drawing/2014/main" id="{C24751E9-D414-CB8B-9C83-16AC78F7263E}"/>
                  </a:ext>
                </a:extLst>
              </p:cNvPr>
              <p:cNvSpPr/>
              <p:nvPr/>
            </p:nvSpPr>
            <p:spPr>
              <a:xfrm>
                <a:off x="4845399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7" name="Freeform 45426">
                <a:extLst>
                  <a:ext uri="{FF2B5EF4-FFF2-40B4-BE49-F238E27FC236}">
                    <a16:creationId xmlns:a16="http://schemas.microsoft.com/office/drawing/2014/main" id="{A160C6AD-CDB3-B6EF-C464-A008AC30754E}"/>
                  </a:ext>
                </a:extLst>
              </p:cNvPr>
              <p:cNvSpPr/>
              <p:nvPr/>
            </p:nvSpPr>
            <p:spPr>
              <a:xfrm>
                <a:off x="4845895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8" name="Freeform 45427">
                <a:extLst>
                  <a:ext uri="{FF2B5EF4-FFF2-40B4-BE49-F238E27FC236}">
                    <a16:creationId xmlns:a16="http://schemas.microsoft.com/office/drawing/2014/main" id="{31E66FF8-5203-787B-EF89-E2BF5FF370C7}"/>
                  </a:ext>
                </a:extLst>
              </p:cNvPr>
              <p:cNvSpPr/>
              <p:nvPr/>
            </p:nvSpPr>
            <p:spPr>
              <a:xfrm>
                <a:off x="4846391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29" name="Freeform 45428">
                <a:extLst>
                  <a:ext uri="{FF2B5EF4-FFF2-40B4-BE49-F238E27FC236}">
                    <a16:creationId xmlns:a16="http://schemas.microsoft.com/office/drawing/2014/main" id="{1536753C-02B2-67B1-199C-9587A8B9769D}"/>
                  </a:ext>
                </a:extLst>
              </p:cNvPr>
              <p:cNvSpPr/>
              <p:nvPr/>
            </p:nvSpPr>
            <p:spPr>
              <a:xfrm>
                <a:off x="4846987" y="6038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0" name="Freeform 45429">
                <a:extLst>
                  <a:ext uri="{FF2B5EF4-FFF2-40B4-BE49-F238E27FC236}">
                    <a16:creationId xmlns:a16="http://schemas.microsoft.com/office/drawing/2014/main" id="{8C022829-610A-FF36-F6CA-B1FB15A67C13}"/>
                  </a:ext>
                </a:extLst>
              </p:cNvPr>
              <p:cNvSpPr/>
              <p:nvPr/>
            </p:nvSpPr>
            <p:spPr>
              <a:xfrm>
                <a:off x="4847483" y="6034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1" name="Freeform 45430">
                <a:extLst>
                  <a:ext uri="{FF2B5EF4-FFF2-40B4-BE49-F238E27FC236}">
                    <a16:creationId xmlns:a16="http://schemas.microsoft.com/office/drawing/2014/main" id="{81AB0DBB-56B0-61CA-4236-A627BA0E2A3F}"/>
                  </a:ext>
                </a:extLst>
              </p:cNvPr>
              <p:cNvSpPr/>
              <p:nvPr/>
            </p:nvSpPr>
            <p:spPr>
              <a:xfrm>
                <a:off x="4847979" y="6032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2" name="Freeform 45431">
                <a:extLst>
                  <a:ext uri="{FF2B5EF4-FFF2-40B4-BE49-F238E27FC236}">
                    <a16:creationId xmlns:a16="http://schemas.microsoft.com/office/drawing/2014/main" id="{4E6C92A6-B772-D841-F1EB-3F4C6E5B3FD8}"/>
                  </a:ext>
                </a:extLst>
              </p:cNvPr>
              <p:cNvSpPr/>
              <p:nvPr/>
            </p:nvSpPr>
            <p:spPr>
              <a:xfrm>
                <a:off x="4848574" y="6029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3" name="Freeform 45432">
                <a:extLst>
                  <a:ext uri="{FF2B5EF4-FFF2-40B4-BE49-F238E27FC236}">
                    <a16:creationId xmlns:a16="http://schemas.microsoft.com/office/drawing/2014/main" id="{27AE08D3-0ABE-E524-4E16-F1A46237862C}"/>
                  </a:ext>
                </a:extLst>
              </p:cNvPr>
              <p:cNvSpPr/>
              <p:nvPr/>
            </p:nvSpPr>
            <p:spPr>
              <a:xfrm>
                <a:off x="4849070" y="602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4" name="Freeform 45433">
                <a:extLst>
                  <a:ext uri="{FF2B5EF4-FFF2-40B4-BE49-F238E27FC236}">
                    <a16:creationId xmlns:a16="http://schemas.microsoft.com/office/drawing/2014/main" id="{AB66AF5F-62B9-83A4-141A-B0C7D071C1CF}"/>
                  </a:ext>
                </a:extLst>
              </p:cNvPr>
              <p:cNvSpPr/>
              <p:nvPr/>
            </p:nvSpPr>
            <p:spPr>
              <a:xfrm>
                <a:off x="4849566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5" name="Freeform 45434">
                <a:extLst>
                  <a:ext uri="{FF2B5EF4-FFF2-40B4-BE49-F238E27FC236}">
                    <a16:creationId xmlns:a16="http://schemas.microsoft.com/office/drawing/2014/main" id="{297113F4-D89C-F44D-6623-BEFC90364135}"/>
                  </a:ext>
                </a:extLst>
              </p:cNvPr>
              <p:cNvSpPr/>
              <p:nvPr/>
            </p:nvSpPr>
            <p:spPr>
              <a:xfrm>
                <a:off x="4850162" y="6032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6" name="Freeform 45435">
                <a:extLst>
                  <a:ext uri="{FF2B5EF4-FFF2-40B4-BE49-F238E27FC236}">
                    <a16:creationId xmlns:a16="http://schemas.microsoft.com/office/drawing/2014/main" id="{CC169FF9-BD29-446C-A596-EC3B415E12D5}"/>
                  </a:ext>
                </a:extLst>
              </p:cNvPr>
              <p:cNvSpPr/>
              <p:nvPr/>
            </p:nvSpPr>
            <p:spPr>
              <a:xfrm>
                <a:off x="485065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7" name="Freeform 45436">
                <a:extLst>
                  <a:ext uri="{FF2B5EF4-FFF2-40B4-BE49-F238E27FC236}">
                    <a16:creationId xmlns:a16="http://schemas.microsoft.com/office/drawing/2014/main" id="{6778AEBB-C403-2B02-510A-18FD15408153}"/>
                  </a:ext>
                </a:extLst>
              </p:cNvPr>
              <p:cNvSpPr/>
              <p:nvPr/>
            </p:nvSpPr>
            <p:spPr>
              <a:xfrm>
                <a:off x="485115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8" name="Freeform 45437">
                <a:extLst>
                  <a:ext uri="{FF2B5EF4-FFF2-40B4-BE49-F238E27FC236}">
                    <a16:creationId xmlns:a16="http://schemas.microsoft.com/office/drawing/2014/main" id="{654833AC-1A77-7926-B879-FB502F664ADD}"/>
                  </a:ext>
                </a:extLst>
              </p:cNvPr>
              <p:cNvSpPr/>
              <p:nvPr/>
            </p:nvSpPr>
            <p:spPr>
              <a:xfrm>
                <a:off x="48517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39" name="Freeform 45438">
                <a:extLst>
                  <a:ext uri="{FF2B5EF4-FFF2-40B4-BE49-F238E27FC236}">
                    <a16:creationId xmlns:a16="http://schemas.microsoft.com/office/drawing/2014/main" id="{8A004D87-0AEB-A85A-2DF9-27F1ACA1ADAB}"/>
                  </a:ext>
                </a:extLst>
              </p:cNvPr>
              <p:cNvSpPr/>
              <p:nvPr/>
            </p:nvSpPr>
            <p:spPr>
              <a:xfrm>
                <a:off x="48522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0" name="Freeform 45439">
                <a:extLst>
                  <a:ext uri="{FF2B5EF4-FFF2-40B4-BE49-F238E27FC236}">
                    <a16:creationId xmlns:a16="http://schemas.microsoft.com/office/drawing/2014/main" id="{CFF26F7A-527E-241A-26BF-B5630AD9FD0B}"/>
                  </a:ext>
                </a:extLst>
              </p:cNvPr>
              <p:cNvSpPr/>
              <p:nvPr/>
            </p:nvSpPr>
            <p:spPr>
              <a:xfrm>
                <a:off x="48527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1" name="Freeform 45440">
                <a:extLst>
                  <a:ext uri="{FF2B5EF4-FFF2-40B4-BE49-F238E27FC236}">
                    <a16:creationId xmlns:a16="http://schemas.microsoft.com/office/drawing/2014/main" id="{1C3FDB3A-BAB7-AE96-5480-6C74854D36B7}"/>
                  </a:ext>
                </a:extLst>
              </p:cNvPr>
              <p:cNvSpPr/>
              <p:nvPr/>
            </p:nvSpPr>
            <p:spPr>
              <a:xfrm>
                <a:off x="48533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2" name="Freeform 45441">
                <a:extLst>
                  <a:ext uri="{FF2B5EF4-FFF2-40B4-BE49-F238E27FC236}">
                    <a16:creationId xmlns:a16="http://schemas.microsoft.com/office/drawing/2014/main" id="{DC66D8AC-8DA9-A2D2-2B24-947DFD527779}"/>
                  </a:ext>
                </a:extLst>
              </p:cNvPr>
              <p:cNvSpPr/>
              <p:nvPr/>
            </p:nvSpPr>
            <p:spPr>
              <a:xfrm>
                <a:off x="485383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3" name="Freeform 45442">
                <a:extLst>
                  <a:ext uri="{FF2B5EF4-FFF2-40B4-BE49-F238E27FC236}">
                    <a16:creationId xmlns:a16="http://schemas.microsoft.com/office/drawing/2014/main" id="{1FEC4F95-8022-C6A1-0573-D0DE440D2874}"/>
                  </a:ext>
                </a:extLst>
              </p:cNvPr>
              <p:cNvSpPr/>
              <p:nvPr/>
            </p:nvSpPr>
            <p:spPr>
              <a:xfrm>
                <a:off x="48543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4" name="Freeform 45443">
                <a:extLst>
                  <a:ext uri="{FF2B5EF4-FFF2-40B4-BE49-F238E27FC236}">
                    <a16:creationId xmlns:a16="http://schemas.microsoft.com/office/drawing/2014/main" id="{AA0E4036-6EFA-71E4-6472-3F69ED11B49B}"/>
                  </a:ext>
                </a:extLst>
              </p:cNvPr>
              <p:cNvSpPr/>
              <p:nvPr/>
            </p:nvSpPr>
            <p:spPr>
              <a:xfrm>
                <a:off x="485492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5" name="Freeform 45444">
                <a:extLst>
                  <a:ext uri="{FF2B5EF4-FFF2-40B4-BE49-F238E27FC236}">
                    <a16:creationId xmlns:a16="http://schemas.microsoft.com/office/drawing/2014/main" id="{C8D64A8D-2D88-A713-8B31-385A34C4C955}"/>
                  </a:ext>
                </a:extLst>
              </p:cNvPr>
              <p:cNvSpPr/>
              <p:nvPr/>
            </p:nvSpPr>
            <p:spPr>
              <a:xfrm>
                <a:off x="485542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6" name="Freeform 45445">
                <a:extLst>
                  <a:ext uri="{FF2B5EF4-FFF2-40B4-BE49-F238E27FC236}">
                    <a16:creationId xmlns:a16="http://schemas.microsoft.com/office/drawing/2014/main" id="{F59C9CB6-BC47-8DD0-8C70-0515077FB908}"/>
                  </a:ext>
                </a:extLst>
              </p:cNvPr>
              <p:cNvSpPr/>
              <p:nvPr/>
            </p:nvSpPr>
            <p:spPr>
              <a:xfrm>
                <a:off x="485591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7" name="Freeform 45446">
                <a:extLst>
                  <a:ext uri="{FF2B5EF4-FFF2-40B4-BE49-F238E27FC236}">
                    <a16:creationId xmlns:a16="http://schemas.microsoft.com/office/drawing/2014/main" id="{27BC4C97-C484-837D-6AFC-2BAA103EEBE1}"/>
                  </a:ext>
                </a:extLst>
              </p:cNvPr>
              <p:cNvSpPr/>
              <p:nvPr/>
            </p:nvSpPr>
            <p:spPr>
              <a:xfrm>
                <a:off x="48564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8" name="Freeform 45447">
                <a:extLst>
                  <a:ext uri="{FF2B5EF4-FFF2-40B4-BE49-F238E27FC236}">
                    <a16:creationId xmlns:a16="http://schemas.microsoft.com/office/drawing/2014/main" id="{AD45B052-4FF2-8B31-9F8F-604597916F20}"/>
                  </a:ext>
                </a:extLst>
              </p:cNvPr>
              <p:cNvSpPr/>
              <p:nvPr/>
            </p:nvSpPr>
            <p:spPr>
              <a:xfrm>
                <a:off x="4857008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49" name="Freeform 45448">
                <a:extLst>
                  <a:ext uri="{FF2B5EF4-FFF2-40B4-BE49-F238E27FC236}">
                    <a16:creationId xmlns:a16="http://schemas.microsoft.com/office/drawing/2014/main" id="{C6D27805-E0AA-3C27-5887-37C34C853FEA}"/>
                  </a:ext>
                </a:extLst>
              </p:cNvPr>
              <p:cNvSpPr/>
              <p:nvPr/>
            </p:nvSpPr>
            <p:spPr>
              <a:xfrm>
                <a:off x="4857504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0" name="Freeform 45449">
                <a:extLst>
                  <a:ext uri="{FF2B5EF4-FFF2-40B4-BE49-F238E27FC236}">
                    <a16:creationId xmlns:a16="http://schemas.microsoft.com/office/drawing/2014/main" id="{C5EE5477-7054-4C9C-FBF0-61459DF99C18}"/>
                  </a:ext>
                </a:extLst>
              </p:cNvPr>
              <p:cNvSpPr/>
              <p:nvPr/>
            </p:nvSpPr>
            <p:spPr>
              <a:xfrm>
                <a:off x="485800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1" name="Freeform 45450">
                <a:extLst>
                  <a:ext uri="{FF2B5EF4-FFF2-40B4-BE49-F238E27FC236}">
                    <a16:creationId xmlns:a16="http://schemas.microsoft.com/office/drawing/2014/main" id="{F692899C-9971-8EE1-17DE-E6D02135BC54}"/>
                  </a:ext>
                </a:extLst>
              </p:cNvPr>
              <p:cNvSpPr/>
              <p:nvPr/>
            </p:nvSpPr>
            <p:spPr>
              <a:xfrm>
                <a:off x="48585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2" name="Freeform 45451">
                <a:extLst>
                  <a:ext uri="{FF2B5EF4-FFF2-40B4-BE49-F238E27FC236}">
                    <a16:creationId xmlns:a16="http://schemas.microsoft.com/office/drawing/2014/main" id="{5BC615A0-FE7D-2B60-930F-15CF0C2B23E3}"/>
                  </a:ext>
                </a:extLst>
              </p:cNvPr>
              <p:cNvSpPr/>
              <p:nvPr/>
            </p:nvSpPr>
            <p:spPr>
              <a:xfrm>
                <a:off x="48590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3" name="Freeform 45452">
                <a:extLst>
                  <a:ext uri="{FF2B5EF4-FFF2-40B4-BE49-F238E27FC236}">
                    <a16:creationId xmlns:a16="http://schemas.microsoft.com/office/drawing/2014/main" id="{1CC46BD5-9A79-5186-50BD-2B367282AD28}"/>
                  </a:ext>
                </a:extLst>
              </p:cNvPr>
              <p:cNvSpPr/>
              <p:nvPr/>
            </p:nvSpPr>
            <p:spPr>
              <a:xfrm>
                <a:off x="48595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4" name="Freeform 45453">
                <a:extLst>
                  <a:ext uri="{FF2B5EF4-FFF2-40B4-BE49-F238E27FC236}">
                    <a16:creationId xmlns:a16="http://schemas.microsoft.com/office/drawing/2014/main" id="{30458B57-1015-2F61-6A70-3CABF021AC1B}"/>
                  </a:ext>
                </a:extLst>
              </p:cNvPr>
              <p:cNvSpPr/>
              <p:nvPr/>
            </p:nvSpPr>
            <p:spPr>
              <a:xfrm>
                <a:off x="48601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5" name="Freeform 45454">
                <a:extLst>
                  <a:ext uri="{FF2B5EF4-FFF2-40B4-BE49-F238E27FC236}">
                    <a16:creationId xmlns:a16="http://schemas.microsoft.com/office/drawing/2014/main" id="{B683956F-B7CA-BD87-68B9-809FDF94EE32}"/>
                  </a:ext>
                </a:extLst>
              </p:cNvPr>
              <p:cNvSpPr/>
              <p:nvPr/>
            </p:nvSpPr>
            <p:spPr>
              <a:xfrm>
                <a:off x="48606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6" name="Freeform 45455">
                <a:extLst>
                  <a:ext uri="{FF2B5EF4-FFF2-40B4-BE49-F238E27FC236}">
                    <a16:creationId xmlns:a16="http://schemas.microsoft.com/office/drawing/2014/main" id="{BEEA2303-307B-78F9-4705-997A0D4368C4}"/>
                  </a:ext>
                </a:extLst>
              </p:cNvPr>
              <p:cNvSpPr/>
              <p:nvPr/>
            </p:nvSpPr>
            <p:spPr>
              <a:xfrm>
                <a:off x="486117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7" name="Freeform 45456">
                <a:extLst>
                  <a:ext uri="{FF2B5EF4-FFF2-40B4-BE49-F238E27FC236}">
                    <a16:creationId xmlns:a16="http://schemas.microsoft.com/office/drawing/2014/main" id="{6BEE9B77-46F1-B867-F012-88AE5423A82A}"/>
                  </a:ext>
                </a:extLst>
              </p:cNvPr>
              <p:cNvSpPr/>
              <p:nvPr/>
            </p:nvSpPr>
            <p:spPr>
              <a:xfrm>
                <a:off x="48617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8" name="Freeform 45457">
                <a:extLst>
                  <a:ext uri="{FF2B5EF4-FFF2-40B4-BE49-F238E27FC236}">
                    <a16:creationId xmlns:a16="http://schemas.microsoft.com/office/drawing/2014/main" id="{5A947A03-FACC-945A-1BCF-0403A1050A3B}"/>
                  </a:ext>
                </a:extLst>
              </p:cNvPr>
              <p:cNvSpPr/>
              <p:nvPr/>
            </p:nvSpPr>
            <p:spPr>
              <a:xfrm>
                <a:off x="486226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59" name="Freeform 45458">
                <a:extLst>
                  <a:ext uri="{FF2B5EF4-FFF2-40B4-BE49-F238E27FC236}">
                    <a16:creationId xmlns:a16="http://schemas.microsoft.com/office/drawing/2014/main" id="{213A25E1-AF08-0383-74FD-607A7DECC00D}"/>
                  </a:ext>
                </a:extLst>
              </p:cNvPr>
              <p:cNvSpPr/>
              <p:nvPr/>
            </p:nvSpPr>
            <p:spPr>
              <a:xfrm>
                <a:off x="486276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0" name="Freeform 45459">
                <a:extLst>
                  <a:ext uri="{FF2B5EF4-FFF2-40B4-BE49-F238E27FC236}">
                    <a16:creationId xmlns:a16="http://schemas.microsoft.com/office/drawing/2014/main" id="{64DF4589-408F-3C7D-673F-0C9317F7802B}"/>
                  </a:ext>
                </a:extLst>
              </p:cNvPr>
              <p:cNvSpPr/>
              <p:nvPr/>
            </p:nvSpPr>
            <p:spPr>
              <a:xfrm>
                <a:off x="48633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1" name="Freeform 45460">
                <a:extLst>
                  <a:ext uri="{FF2B5EF4-FFF2-40B4-BE49-F238E27FC236}">
                    <a16:creationId xmlns:a16="http://schemas.microsoft.com/office/drawing/2014/main" id="{CDAD4727-C7E7-F3B0-BD3B-E88FD8D2183F}"/>
                  </a:ext>
                </a:extLst>
              </p:cNvPr>
              <p:cNvSpPr/>
              <p:nvPr/>
            </p:nvSpPr>
            <p:spPr>
              <a:xfrm>
                <a:off x="486385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2" name="Freeform 45461">
                <a:extLst>
                  <a:ext uri="{FF2B5EF4-FFF2-40B4-BE49-F238E27FC236}">
                    <a16:creationId xmlns:a16="http://schemas.microsoft.com/office/drawing/2014/main" id="{45CC5E77-DA25-4CC0-B227-AF333F4DD93A}"/>
                  </a:ext>
                </a:extLst>
              </p:cNvPr>
              <p:cNvSpPr/>
              <p:nvPr/>
            </p:nvSpPr>
            <p:spPr>
              <a:xfrm>
                <a:off x="48643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3" name="Freeform 45462">
                <a:extLst>
                  <a:ext uri="{FF2B5EF4-FFF2-40B4-BE49-F238E27FC236}">
                    <a16:creationId xmlns:a16="http://schemas.microsoft.com/office/drawing/2014/main" id="{FCFB1AE1-E88F-274B-D6C2-999D68D91A56}"/>
                  </a:ext>
                </a:extLst>
              </p:cNvPr>
              <p:cNvSpPr/>
              <p:nvPr/>
            </p:nvSpPr>
            <p:spPr>
              <a:xfrm>
                <a:off x="48649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4" name="Freeform 45463">
                <a:extLst>
                  <a:ext uri="{FF2B5EF4-FFF2-40B4-BE49-F238E27FC236}">
                    <a16:creationId xmlns:a16="http://schemas.microsoft.com/office/drawing/2014/main" id="{80283BED-2D5F-6138-0309-F00D37FBCCB7}"/>
                  </a:ext>
                </a:extLst>
              </p:cNvPr>
              <p:cNvSpPr/>
              <p:nvPr/>
            </p:nvSpPr>
            <p:spPr>
              <a:xfrm>
                <a:off x="48654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5" name="Freeform 45464">
                <a:extLst>
                  <a:ext uri="{FF2B5EF4-FFF2-40B4-BE49-F238E27FC236}">
                    <a16:creationId xmlns:a16="http://schemas.microsoft.com/office/drawing/2014/main" id="{FDE99602-BF2A-30F2-9BB5-7F8493DC22E1}"/>
                  </a:ext>
                </a:extLst>
              </p:cNvPr>
              <p:cNvSpPr/>
              <p:nvPr/>
            </p:nvSpPr>
            <p:spPr>
              <a:xfrm>
                <a:off x="48659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6" name="Freeform 45465">
                <a:extLst>
                  <a:ext uri="{FF2B5EF4-FFF2-40B4-BE49-F238E27FC236}">
                    <a16:creationId xmlns:a16="http://schemas.microsoft.com/office/drawing/2014/main" id="{15E02CD9-06D7-B042-FF5D-D5D2E46DE13D}"/>
                  </a:ext>
                </a:extLst>
              </p:cNvPr>
              <p:cNvSpPr/>
              <p:nvPr/>
            </p:nvSpPr>
            <p:spPr>
              <a:xfrm>
                <a:off x="48665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7" name="Freeform 45466">
                <a:extLst>
                  <a:ext uri="{FF2B5EF4-FFF2-40B4-BE49-F238E27FC236}">
                    <a16:creationId xmlns:a16="http://schemas.microsoft.com/office/drawing/2014/main" id="{10DB686D-DA0E-F2B6-1D19-053283E5FDC9}"/>
                  </a:ext>
                </a:extLst>
              </p:cNvPr>
              <p:cNvSpPr/>
              <p:nvPr/>
            </p:nvSpPr>
            <p:spPr>
              <a:xfrm>
                <a:off x="48670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8" name="Freeform 45467">
                <a:extLst>
                  <a:ext uri="{FF2B5EF4-FFF2-40B4-BE49-F238E27FC236}">
                    <a16:creationId xmlns:a16="http://schemas.microsoft.com/office/drawing/2014/main" id="{7E4F09DF-C9D6-AD65-563C-0205C8434195}"/>
                  </a:ext>
                </a:extLst>
              </p:cNvPr>
              <p:cNvSpPr/>
              <p:nvPr/>
            </p:nvSpPr>
            <p:spPr>
              <a:xfrm>
                <a:off x="486752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69" name="Freeform 45468">
                <a:extLst>
                  <a:ext uri="{FF2B5EF4-FFF2-40B4-BE49-F238E27FC236}">
                    <a16:creationId xmlns:a16="http://schemas.microsoft.com/office/drawing/2014/main" id="{0638942A-989D-995F-2280-1F8B51D98F19}"/>
                  </a:ext>
                </a:extLst>
              </p:cNvPr>
              <p:cNvSpPr/>
              <p:nvPr/>
            </p:nvSpPr>
            <p:spPr>
              <a:xfrm>
                <a:off x="486802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0" name="Freeform 45469">
                <a:extLst>
                  <a:ext uri="{FF2B5EF4-FFF2-40B4-BE49-F238E27FC236}">
                    <a16:creationId xmlns:a16="http://schemas.microsoft.com/office/drawing/2014/main" id="{9592A39F-EB48-F50C-F020-B9689F017B98}"/>
                  </a:ext>
                </a:extLst>
              </p:cNvPr>
              <p:cNvSpPr/>
              <p:nvPr/>
            </p:nvSpPr>
            <p:spPr>
              <a:xfrm>
                <a:off x="486861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1" name="Freeform 45470">
                <a:extLst>
                  <a:ext uri="{FF2B5EF4-FFF2-40B4-BE49-F238E27FC236}">
                    <a16:creationId xmlns:a16="http://schemas.microsoft.com/office/drawing/2014/main" id="{3E56B1D1-0344-5A21-3524-251AAEF83233}"/>
                  </a:ext>
                </a:extLst>
              </p:cNvPr>
              <p:cNvSpPr/>
              <p:nvPr/>
            </p:nvSpPr>
            <p:spPr>
              <a:xfrm>
                <a:off x="48691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2" name="Freeform 45471">
                <a:extLst>
                  <a:ext uri="{FF2B5EF4-FFF2-40B4-BE49-F238E27FC236}">
                    <a16:creationId xmlns:a16="http://schemas.microsoft.com/office/drawing/2014/main" id="{FCB8ABE3-2E51-0048-BD01-A5A80A630B15}"/>
                  </a:ext>
                </a:extLst>
              </p:cNvPr>
              <p:cNvSpPr/>
              <p:nvPr/>
            </p:nvSpPr>
            <p:spPr>
              <a:xfrm>
                <a:off x="48696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3" name="Freeform 45472">
                <a:extLst>
                  <a:ext uri="{FF2B5EF4-FFF2-40B4-BE49-F238E27FC236}">
                    <a16:creationId xmlns:a16="http://schemas.microsoft.com/office/drawing/2014/main" id="{AEB21408-E70E-79A9-969F-DC410D2D9618}"/>
                  </a:ext>
                </a:extLst>
              </p:cNvPr>
              <p:cNvSpPr/>
              <p:nvPr/>
            </p:nvSpPr>
            <p:spPr>
              <a:xfrm>
                <a:off x="487020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4" name="Freeform 45473">
                <a:extLst>
                  <a:ext uri="{FF2B5EF4-FFF2-40B4-BE49-F238E27FC236}">
                    <a16:creationId xmlns:a16="http://schemas.microsoft.com/office/drawing/2014/main" id="{0C8DEDBD-DB58-B966-5BF6-2349CC5202F5}"/>
                  </a:ext>
                </a:extLst>
              </p:cNvPr>
              <p:cNvSpPr/>
              <p:nvPr/>
            </p:nvSpPr>
            <p:spPr>
              <a:xfrm>
                <a:off x="487070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5" name="Freeform 45474">
                <a:extLst>
                  <a:ext uri="{FF2B5EF4-FFF2-40B4-BE49-F238E27FC236}">
                    <a16:creationId xmlns:a16="http://schemas.microsoft.com/office/drawing/2014/main" id="{60C63757-0820-CEF4-EDB0-F6DD58726999}"/>
                  </a:ext>
                </a:extLst>
              </p:cNvPr>
              <p:cNvSpPr/>
              <p:nvPr/>
            </p:nvSpPr>
            <p:spPr>
              <a:xfrm>
                <a:off x="48711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6" name="Freeform 45475">
                <a:extLst>
                  <a:ext uri="{FF2B5EF4-FFF2-40B4-BE49-F238E27FC236}">
                    <a16:creationId xmlns:a16="http://schemas.microsoft.com/office/drawing/2014/main" id="{1D16BDB8-3674-D1D8-EF3E-7DA00386824C}"/>
                  </a:ext>
                </a:extLst>
              </p:cNvPr>
              <p:cNvSpPr/>
              <p:nvPr/>
            </p:nvSpPr>
            <p:spPr>
              <a:xfrm>
                <a:off x="48717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7" name="Freeform 45476">
                <a:extLst>
                  <a:ext uri="{FF2B5EF4-FFF2-40B4-BE49-F238E27FC236}">
                    <a16:creationId xmlns:a16="http://schemas.microsoft.com/office/drawing/2014/main" id="{4634AB09-F937-A4BD-6D36-53FC69748E4F}"/>
                  </a:ext>
                </a:extLst>
              </p:cNvPr>
              <p:cNvSpPr/>
              <p:nvPr/>
            </p:nvSpPr>
            <p:spPr>
              <a:xfrm>
                <a:off x="48722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8" name="Freeform 45477">
                <a:extLst>
                  <a:ext uri="{FF2B5EF4-FFF2-40B4-BE49-F238E27FC236}">
                    <a16:creationId xmlns:a16="http://schemas.microsoft.com/office/drawing/2014/main" id="{13C65AC4-9E48-C018-42A8-94D576660B67}"/>
                  </a:ext>
                </a:extLst>
              </p:cNvPr>
              <p:cNvSpPr/>
              <p:nvPr/>
            </p:nvSpPr>
            <p:spPr>
              <a:xfrm>
                <a:off x="48727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79" name="Freeform 45478">
                <a:extLst>
                  <a:ext uri="{FF2B5EF4-FFF2-40B4-BE49-F238E27FC236}">
                    <a16:creationId xmlns:a16="http://schemas.microsoft.com/office/drawing/2014/main" id="{E6A374FC-266D-D13B-1E64-8CAA530A9EC7}"/>
                  </a:ext>
                </a:extLst>
              </p:cNvPr>
              <p:cNvSpPr/>
              <p:nvPr/>
            </p:nvSpPr>
            <p:spPr>
              <a:xfrm>
                <a:off x="487337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0" name="Freeform 45479">
                <a:extLst>
                  <a:ext uri="{FF2B5EF4-FFF2-40B4-BE49-F238E27FC236}">
                    <a16:creationId xmlns:a16="http://schemas.microsoft.com/office/drawing/2014/main" id="{823FBBB0-C6D0-8AD1-DEEB-0E380E823414}"/>
                  </a:ext>
                </a:extLst>
              </p:cNvPr>
              <p:cNvSpPr/>
              <p:nvPr/>
            </p:nvSpPr>
            <p:spPr>
              <a:xfrm>
                <a:off x="487387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1" name="Freeform 45480">
                <a:extLst>
                  <a:ext uri="{FF2B5EF4-FFF2-40B4-BE49-F238E27FC236}">
                    <a16:creationId xmlns:a16="http://schemas.microsoft.com/office/drawing/2014/main" id="{911AD4C0-EE09-ED71-0CFE-6A2E665454B2}"/>
                  </a:ext>
                </a:extLst>
              </p:cNvPr>
              <p:cNvSpPr/>
              <p:nvPr/>
            </p:nvSpPr>
            <p:spPr>
              <a:xfrm>
                <a:off x="487437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2" name="Freeform 45481">
                <a:extLst>
                  <a:ext uri="{FF2B5EF4-FFF2-40B4-BE49-F238E27FC236}">
                    <a16:creationId xmlns:a16="http://schemas.microsoft.com/office/drawing/2014/main" id="{659F4439-982A-5E04-B4B7-C08C2FE32C82}"/>
                  </a:ext>
                </a:extLst>
              </p:cNvPr>
              <p:cNvSpPr/>
              <p:nvPr/>
            </p:nvSpPr>
            <p:spPr>
              <a:xfrm>
                <a:off x="487496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3" name="Freeform 45482">
                <a:extLst>
                  <a:ext uri="{FF2B5EF4-FFF2-40B4-BE49-F238E27FC236}">
                    <a16:creationId xmlns:a16="http://schemas.microsoft.com/office/drawing/2014/main" id="{938E3BB1-5EC7-3118-AA75-44A9C7AFFBFB}"/>
                  </a:ext>
                </a:extLst>
              </p:cNvPr>
              <p:cNvSpPr/>
              <p:nvPr/>
            </p:nvSpPr>
            <p:spPr>
              <a:xfrm>
                <a:off x="487546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4" name="Freeform 45483">
                <a:extLst>
                  <a:ext uri="{FF2B5EF4-FFF2-40B4-BE49-F238E27FC236}">
                    <a16:creationId xmlns:a16="http://schemas.microsoft.com/office/drawing/2014/main" id="{96C3B465-0213-5DC6-4283-8DE00397679D}"/>
                  </a:ext>
                </a:extLst>
              </p:cNvPr>
              <p:cNvSpPr/>
              <p:nvPr/>
            </p:nvSpPr>
            <p:spPr>
              <a:xfrm>
                <a:off x="487595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5" name="Freeform 45484">
                <a:extLst>
                  <a:ext uri="{FF2B5EF4-FFF2-40B4-BE49-F238E27FC236}">
                    <a16:creationId xmlns:a16="http://schemas.microsoft.com/office/drawing/2014/main" id="{22A50841-B2F3-0C4F-5922-F3CA24E40213}"/>
                  </a:ext>
                </a:extLst>
              </p:cNvPr>
              <p:cNvSpPr/>
              <p:nvPr/>
            </p:nvSpPr>
            <p:spPr>
              <a:xfrm>
                <a:off x="487655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6" name="Freeform 45485">
                <a:extLst>
                  <a:ext uri="{FF2B5EF4-FFF2-40B4-BE49-F238E27FC236}">
                    <a16:creationId xmlns:a16="http://schemas.microsoft.com/office/drawing/2014/main" id="{4D7852A9-7B17-DBA1-0839-2FFE3DE82029}"/>
                  </a:ext>
                </a:extLst>
              </p:cNvPr>
              <p:cNvSpPr/>
              <p:nvPr/>
            </p:nvSpPr>
            <p:spPr>
              <a:xfrm>
                <a:off x="48770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7" name="Freeform 45486">
                <a:extLst>
                  <a:ext uri="{FF2B5EF4-FFF2-40B4-BE49-F238E27FC236}">
                    <a16:creationId xmlns:a16="http://schemas.microsoft.com/office/drawing/2014/main" id="{D1670FED-A848-01D6-4EE5-CE20C03874AC}"/>
                  </a:ext>
                </a:extLst>
              </p:cNvPr>
              <p:cNvSpPr/>
              <p:nvPr/>
            </p:nvSpPr>
            <p:spPr>
              <a:xfrm>
                <a:off x="48775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8" name="Freeform 45487">
                <a:extLst>
                  <a:ext uri="{FF2B5EF4-FFF2-40B4-BE49-F238E27FC236}">
                    <a16:creationId xmlns:a16="http://schemas.microsoft.com/office/drawing/2014/main" id="{914AF213-A166-CB14-FFAC-D69E46D032DD}"/>
                  </a:ext>
                </a:extLst>
              </p:cNvPr>
              <p:cNvSpPr/>
              <p:nvPr/>
            </p:nvSpPr>
            <p:spPr>
              <a:xfrm>
                <a:off x="48781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89" name="Freeform 45488">
                <a:extLst>
                  <a:ext uri="{FF2B5EF4-FFF2-40B4-BE49-F238E27FC236}">
                    <a16:creationId xmlns:a16="http://schemas.microsoft.com/office/drawing/2014/main" id="{0C43D356-F6F5-00E4-24C0-D6F4B98FB6D5}"/>
                  </a:ext>
                </a:extLst>
              </p:cNvPr>
              <p:cNvSpPr/>
              <p:nvPr/>
            </p:nvSpPr>
            <p:spPr>
              <a:xfrm>
                <a:off x="48786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0" name="Freeform 45489">
                <a:extLst>
                  <a:ext uri="{FF2B5EF4-FFF2-40B4-BE49-F238E27FC236}">
                    <a16:creationId xmlns:a16="http://schemas.microsoft.com/office/drawing/2014/main" id="{1258F57B-44B8-7C32-A782-7823D61C8F49}"/>
                  </a:ext>
                </a:extLst>
              </p:cNvPr>
              <p:cNvSpPr/>
              <p:nvPr/>
            </p:nvSpPr>
            <p:spPr>
              <a:xfrm>
                <a:off x="48791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1" name="Freeform 45490">
                <a:extLst>
                  <a:ext uri="{FF2B5EF4-FFF2-40B4-BE49-F238E27FC236}">
                    <a16:creationId xmlns:a16="http://schemas.microsoft.com/office/drawing/2014/main" id="{316A64D0-CA38-31E6-3522-746FC604C4CC}"/>
                  </a:ext>
                </a:extLst>
              </p:cNvPr>
              <p:cNvSpPr/>
              <p:nvPr/>
            </p:nvSpPr>
            <p:spPr>
              <a:xfrm>
                <a:off x="48797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2" name="Freeform 45491">
                <a:extLst>
                  <a:ext uri="{FF2B5EF4-FFF2-40B4-BE49-F238E27FC236}">
                    <a16:creationId xmlns:a16="http://schemas.microsoft.com/office/drawing/2014/main" id="{482E7D61-8CA3-F838-226A-71A15B528545}"/>
                  </a:ext>
                </a:extLst>
              </p:cNvPr>
              <p:cNvSpPr/>
              <p:nvPr/>
            </p:nvSpPr>
            <p:spPr>
              <a:xfrm>
                <a:off x="488022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3" name="Freeform 45492">
                <a:extLst>
                  <a:ext uri="{FF2B5EF4-FFF2-40B4-BE49-F238E27FC236}">
                    <a16:creationId xmlns:a16="http://schemas.microsoft.com/office/drawing/2014/main" id="{28BFE2AA-16BC-1835-4D2D-444D5359EADE}"/>
                  </a:ext>
                </a:extLst>
              </p:cNvPr>
              <p:cNvSpPr/>
              <p:nvPr/>
            </p:nvSpPr>
            <p:spPr>
              <a:xfrm>
                <a:off x="488072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4" name="Freeform 45493">
                <a:extLst>
                  <a:ext uri="{FF2B5EF4-FFF2-40B4-BE49-F238E27FC236}">
                    <a16:creationId xmlns:a16="http://schemas.microsoft.com/office/drawing/2014/main" id="{5F125415-1D06-1DBF-6391-B72FBD8B8C88}"/>
                  </a:ext>
                </a:extLst>
              </p:cNvPr>
              <p:cNvSpPr/>
              <p:nvPr/>
            </p:nvSpPr>
            <p:spPr>
              <a:xfrm>
                <a:off x="488121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5" name="Freeform 45494">
                <a:extLst>
                  <a:ext uri="{FF2B5EF4-FFF2-40B4-BE49-F238E27FC236}">
                    <a16:creationId xmlns:a16="http://schemas.microsoft.com/office/drawing/2014/main" id="{82C45580-90D9-9BBD-431E-038223D419B7}"/>
                  </a:ext>
                </a:extLst>
              </p:cNvPr>
              <p:cNvSpPr/>
              <p:nvPr/>
            </p:nvSpPr>
            <p:spPr>
              <a:xfrm>
                <a:off x="488181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6" name="Freeform 45495">
                <a:extLst>
                  <a:ext uri="{FF2B5EF4-FFF2-40B4-BE49-F238E27FC236}">
                    <a16:creationId xmlns:a16="http://schemas.microsoft.com/office/drawing/2014/main" id="{FD659449-72CE-A531-213F-5FFC4DF9D50E}"/>
                  </a:ext>
                </a:extLst>
              </p:cNvPr>
              <p:cNvSpPr/>
              <p:nvPr/>
            </p:nvSpPr>
            <p:spPr>
              <a:xfrm>
                <a:off x="4882309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7" name="Freeform 45496">
                <a:extLst>
                  <a:ext uri="{FF2B5EF4-FFF2-40B4-BE49-F238E27FC236}">
                    <a16:creationId xmlns:a16="http://schemas.microsoft.com/office/drawing/2014/main" id="{5B969B68-B7AC-7246-C30C-4F95E745B289}"/>
                  </a:ext>
                </a:extLst>
              </p:cNvPr>
              <p:cNvSpPr/>
              <p:nvPr/>
            </p:nvSpPr>
            <p:spPr>
              <a:xfrm>
                <a:off x="4882805" y="5928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8" name="Freeform 45497">
                <a:extLst>
                  <a:ext uri="{FF2B5EF4-FFF2-40B4-BE49-F238E27FC236}">
                    <a16:creationId xmlns:a16="http://schemas.microsoft.com/office/drawing/2014/main" id="{42752028-6D31-7031-B251-A7C9F6E7EDC9}"/>
                  </a:ext>
                </a:extLst>
              </p:cNvPr>
              <p:cNvSpPr/>
              <p:nvPr/>
            </p:nvSpPr>
            <p:spPr>
              <a:xfrm>
                <a:off x="4883400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99" name="Freeform 45498">
                <a:extLst>
                  <a:ext uri="{FF2B5EF4-FFF2-40B4-BE49-F238E27FC236}">
                    <a16:creationId xmlns:a16="http://schemas.microsoft.com/office/drawing/2014/main" id="{7FB9E946-7250-8B50-A087-EEAC33084D7B}"/>
                  </a:ext>
                </a:extLst>
              </p:cNvPr>
              <p:cNvSpPr/>
              <p:nvPr/>
            </p:nvSpPr>
            <p:spPr>
              <a:xfrm>
                <a:off x="4883896" y="5918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0" name="Freeform 45499">
                <a:extLst>
                  <a:ext uri="{FF2B5EF4-FFF2-40B4-BE49-F238E27FC236}">
                    <a16:creationId xmlns:a16="http://schemas.microsoft.com/office/drawing/2014/main" id="{9BC598D8-DCC7-6534-9BD8-6ED4B83CFC15}"/>
                  </a:ext>
                </a:extLst>
              </p:cNvPr>
              <p:cNvSpPr/>
              <p:nvPr/>
            </p:nvSpPr>
            <p:spPr>
              <a:xfrm>
                <a:off x="4884392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1" name="Freeform 45500">
                <a:extLst>
                  <a:ext uri="{FF2B5EF4-FFF2-40B4-BE49-F238E27FC236}">
                    <a16:creationId xmlns:a16="http://schemas.microsoft.com/office/drawing/2014/main" id="{E147337D-E8F5-F491-31F7-0EBB3C600883}"/>
                  </a:ext>
                </a:extLst>
              </p:cNvPr>
              <p:cNvSpPr/>
              <p:nvPr/>
            </p:nvSpPr>
            <p:spPr>
              <a:xfrm>
                <a:off x="4884988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2" name="Freeform 45501">
                <a:extLst>
                  <a:ext uri="{FF2B5EF4-FFF2-40B4-BE49-F238E27FC236}">
                    <a16:creationId xmlns:a16="http://schemas.microsoft.com/office/drawing/2014/main" id="{393A20CF-DA57-4511-F4C0-A8384EE91BA2}"/>
                  </a:ext>
                </a:extLst>
              </p:cNvPr>
              <p:cNvSpPr/>
              <p:nvPr/>
            </p:nvSpPr>
            <p:spPr>
              <a:xfrm>
                <a:off x="4885484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3" name="Freeform 45502">
                <a:extLst>
                  <a:ext uri="{FF2B5EF4-FFF2-40B4-BE49-F238E27FC236}">
                    <a16:creationId xmlns:a16="http://schemas.microsoft.com/office/drawing/2014/main" id="{AC05EA68-0919-2E83-B44B-9B90D8EDB17A}"/>
                  </a:ext>
                </a:extLst>
              </p:cNvPr>
              <p:cNvSpPr/>
              <p:nvPr/>
            </p:nvSpPr>
            <p:spPr>
              <a:xfrm>
                <a:off x="4885980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4" name="Freeform 45503">
                <a:extLst>
                  <a:ext uri="{FF2B5EF4-FFF2-40B4-BE49-F238E27FC236}">
                    <a16:creationId xmlns:a16="http://schemas.microsoft.com/office/drawing/2014/main" id="{C50B03C0-4B68-CB1F-9796-9873BA63B62C}"/>
                  </a:ext>
                </a:extLst>
              </p:cNvPr>
              <p:cNvSpPr/>
              <p:nvPr/>
            </p:nvSpPr>
            <p:spPr>
              <a:xfrm>
                <a:off x="4886575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5" name="Freeform 45504">
                <a:extLst>
                  <a:ext uri="{FF2B5EF4-FFF2-40B4-BE49-F238E27FC236}">
                    <a16:creationId xmlns:a16="http://schemas.microsoft.com/office/drawing/2014/main" id="{B76EF4F4-324C-D3B4-07D8-A478DB1D0191}"/>
                  </a:ext>
                </a:extLst>
              </p:cNvPr>
              <p:cNvSpPr/>
              <p:nvPr/>
            </p:nvSpPr>
            <p:spPr>
              <a:xfrm>
                <a:off x="4887071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6" name="Freeform 45505">
                <a:extLst>
                  <a:ext uri="{FF2B5EF4-FFF2-40B4-BE49-F238E27FC236}">
                    <a16:creationId xmlns:a16="http://schemas.microsoft.com/office/drawing/2014/main" id="{45F97B0C-314E-08A1-E454-D478966654FB}"/>
                  </a:ext>
                </a:extLst>
              </p:cNvPr>
              <p:cNvSpPr/>
              <p:nvPr/>
            </p:nvSpPr>
            <p:spPr>
              <a:xfrm>
                <a:off x="4887567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7" name="Freeform 45506">
                <a:extLst>
                  <a:ext uri="{FF2B5EF4-FFF2-40B4-BE49-F238E27FC236}">
                    <a16:creationId xmlns:a16="http://schemas.microsoft.com/office/drawing/2014/main" id="{2F951F3F-EB0E-0F30-3F12-79D6EBDE8624}"/>
                  </a:ext>
                </a:extLst>
              </p:cNvPr>
              <p:cNvSpPr/>
              <p:nvPr/>
            </p:nvSpPr>
            <p:spPr>
              <a:xfrm>
                <a:off x="4888163" y="6050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8" name="Freeform 45507">
                <a:extLst>
                  <a:ext uri="{FF2B5EF4-FFF2-40B4-BE49-F238E27FC236}">
                    <a16:creationId xmlns:a16="http://schemas.microsoft.com/office/drawing/2014/main" id="{7F934D66-F84E-EE58-8AC7-3710CF5F54C3}"/>
                  </a:ext>
                </a:extLst>
              </p:cNvPr>
              <p:cNvSpPr/>
              <p:nvPr/>
            </p:nvSpPr>
            <p:spPr>
              <a:xfrm>
                <a:off x="488865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09" name="Freeform 45508">
                <a:extLst>
                  <a:ext uri="{FF2B5EF4-FFF2-40B4-BE49-F238E27FC236}">
                    <a16:creationId xmlns:a16="http://schemas.microsoft.com/office/drawing/2014/main" id="{7FD97CD3-7539-88CF-99B9-213236D61CB7}"/>
                  </a:ext>
                </a:extLst>
              </p:cNvPr>
              <p:cNvSpPr/>
              <p:nvPr/>
            </p:nvSpPr>
            <p:spPr>
              <a:xfrm>
                <a:off x="48891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0" name="Freeform 45509">
                <a:extLst>
                  <a:ext uri="{FF2B5EF4-FFF2-40B4-BE49-F238E27FC236}">
                    <a16:creationId xmlns:a16="http://schemas.microsoft.com/office/drawing/2014/main" id="{6738CE10-4A66-6A35-F8EC-50B995EB0F30}"/>
                  </a:ext>
                </a:extLst>
              </p:cNvPr>
              <p:cNvSpPr/>
              <p:nvPr/>
            </p:nvSpPr>
            <p:spPr>
              <a:xfrm>
                <a:off x="488975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1" name="Freeform 45510">
                <a:extLst>
                  <a:ext uri="{FF2B5EF4-FFF2-40B4-BE49-F238E27FC236}">
                    <a16:creationId xmlns:a16="http://schemas.microsoft.com/office/drawing/2014/main" id="{47F8B32E-99AB-6228-3B28-78C40AD661C2}"/>
                  </a:ext>
                </a:extLst>
              </p:cNvPr>
              <p:cNvSpPr/>
              <p:nvPr/>
            </p:nvSpPr>
            <p:spPr>
              <a:xfrm>
                <a:off x="489024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2" name="Freeform 45511">
                <a:extLst>
                  <a:ext uri="{FF2B5EF4-FFF2-40B4-BE49-F238E27FC236}">
                    <a16:creationId xmlns:a16="http://schemas.microsoft.com/office/drawing/2014/main" id="{7C60EE0C-69CA-2F35-B713-01549F1A0A08}"/>
                  </a:ext>
                </a:extLst>
              </p:cNvPr>
              <p:cNvSpPr/>
              <p:nvPr/>
            </p:nvSpPr>
            <p:spPr>
              <a:xfrm>
                <a:off x="489074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3" name="Freeform 45512">
                <a:extLst>
                  <a:ext uri="{FF2B5EF4-FFF2-40B4-BE49-F238E27FC236}">
                    <a16:creationId xmlns:a16="http://schemas.microsoft.com/office/drawing/2014/main" id="{ADD12B83-6AF7-D774-F485-E559C9213748}"/>
                  </a:ext>
                </a:extLst>
              </p:cNvPr>
              <p:cNvSpPr/>
              <p:nvPr/>
            </p:nvSpPr>
            <p:spPr>
              <a:xfrm>
                <a:off x="489133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4" name="Freeform 45513">
                <a:extLst>
                  <a:ext uri="{FF2B5EF4-FFF2-40B4-BE49-F238E27FC236}">
                    <a16:creationId xmlns:a16="http://schemas.microsoft.com/office/drawing/2014/main" id="{C6478CEE-4475-0085-D524-7FC80B3688BC}"/>
                  </a:ext>
                </a:extLst>
              </p:cNvPr>
              <p:cNvSpPr/>
              <p:nvPr/>
            </p:nvSpPr>
            <p:spPr>
              <a:xfrm>
                <a:off x="489183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5" name="Freeform 45514">
                <a:extLst>
                  <a:ext uri="{FF2B5EF4-FFF2-40B4-BE49-F238E27FC236}">
                    <a16:creationId xmlns:a16="http://schemas.microsoft.com/office/drawing/2014/main" id="{7EAEEAD1-6439-1B2E-D375-66947FC399C2}"/>
                  </a:ext>
                </a:extLst>
              </p:cNvPr>
              <p:cNvSpPr/>
              <p:nvPr/>
            </p:nvSpPr>
            <p:spPr>
              <a:xfrm>
                <a:off x="489233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6" name="Freeform 45515">
                <a:extLst>
                  <a:ext uri="{FF2B5EF4-FFF2-40B4-BE49-F238E27FC236}">
                    <a16:creationId xmlns:a16="http://schemas.microsoft.com/office/drawing/2014/main" id="{21461414-8429-2A5F-CA72-7BF7C235D76E}"/>
                  </a:ext>
                </a:extLst>
              </p:cNvPr>
              <p:cNvSpPr/>
              <p:nvPr/>
            </p:nvSpPr>
            <p:spPr>
              <a:xfrm>
                <a:off x="489282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7" name="Freeform 45516">
                <a:extLst>
                  <a:ext uri="{FF2B5EF4-FFF2-40B4-BE49-F238E27FC236}">
                    <a16:creationId xmlns:a16="http://schemas.microsoft.com/office/drawing/2014/main" id="{E1F064F4-1FC3-1F8A-4C7A-A160AE028D3D}"/>
                  </a:ext>
                </a:extLst>
              </p:cNvPr>
              <p:cNvSpPr/>
              <p:nvPr/>
            </p:nvSpPr>
            <p:spPr>
              <a:xfrm>
                <a:off x="489342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8" name="Freeform 45517">
                <a:extLst>
                  <a:ext uri="{FF2B5EF4-FFF2-40B4-BE49-F238E27FC236}">
                    <a16:creationId xmlns:a16="http://schemas.microsoft.com/office/drawing/2014/main" id="{7CF47D12-13E8-03DE-7E05-EA6A98C265EB}"/>
                  </a:ext>
                </a:extLst>
              </p:cNvPr>
              <p:cNvSpPr/>
              <p:nvPr/>
            </p:nvSpPr>
            <p:spPr>
              <a:xfrm>
                <a:off x="4893917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19" name="Freeform 45518">
                <a:extLst>
                  <a:ext uri="{FF2B5EF4-FFF2-40B4-BE49-F238E27FC236}">
                    <a16:creationId xmlns:a16="http://schemas.microsoft.com/office/drawing/2014/main" id="{42463E9C-28B1-B657-BD37-10DEF3002E8B}"/>
                  </a:ext>
                </a:extLst>
              </p:cNvPr>
              <p:cNvSpPr/>
              <p:nvPr/>
            </p:nvSpPr>
            <p:spPr>
              <a:xfrm>
                <a:off x="4894413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0" name="Freeform 45519">
                <a:extLst>
                  <a:ext uri="{FF2B5EF4-FFF2-40B4-BE49-F238E27FC236}">
                    <a16:creationId xmlns:a16="http://schemas.microsoft.com/office/drawing/2014/main" id="{726CAC8B-BDF8-BC1B-56F2-CE20C500DFB8}"/>
                  </a:ext>
                </a:extLst>
              </p:cNvPr>
              <p:cNvSpPr/>
              <p:nvPr/>
            </p:nvSpPr>
            <p:spPr>
              <a:xfrm>
                <a:off x="4895009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1" name="Freeform 45520">
                <a:extLst>
                  <a:ext uri="{FF2B5EF4-FFF2-40B4-BE49-F238E27FC236}">
                    <a16:creationId xmlns:a16="http://schemas.microsoft.com/office/drawing/2014/main" id="{1E00D320-CFF8-F9C8-EB2A-3F9533B7C711}"/>
                  </a:ext>
                </a:extLst>
              </p:cNvPr>
              <p:cNvSpPr/>
              <p:nvPr/>
            </p:nvSpPr>
            <p:spPr>
              <a:xfrm>
                <a:off x="4895505" y="5905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2" name="Freeform 45521">
                <a:extLst>
                  <a:ext uri="{FF2B5EF4-FFF2-40B4-BE49-F238E27FC236}">
                    <a16:creationId xmlns:a16="http://schemas.microsoft.com/office/drawing/2014/main" id="{EE6D0EFC-5E8F-4F8B-A69D-805809700888}"/>
                  </a:ext>
                </a:extLst>
              </p:cNvPr>
              <p:cNvSpPr/>
              <p:nvPr/>
            </p:nvSpPr>
            <p:spPr>
              <a:xfrm>
                <a:off x="4896001" y="5980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3" name="Freeform 45522">
                <a:extLst>
                  <a:ext uri="{FF2B5EF4-FFF2-40B4-BE49-F238E27FC236}">
                    <a16:creationId xmlns:a16="http://schemas.microsoft.com/office/drawing/2014/main" id="{93E70BF1-C12F-4F32-40D4-C79952564ABE}"/>
                  </a:ext>
                </a:extLst>
              </p:cNvPr>
              <p:cNvSpPr/>
              <p:nvPr/>
            </p:nvSpPr>
            <p:spPr>
              <a:xfrm>
                <a:off x="4896596" y="596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4" name="Freeform 45523">
                <a:extLst>
                  <a:ext uri="{FF2B5EF4-FFF2-40B4-BE49-F238E27FC236}">
                    <a16:creationId xmlns:a16="http://schemas.microsoft.com/office/drawing/2014/main" id="{13383BAF-9FB0-80F6-E580-608D9E88C659}"/>
                  </a:ext>
                </a:extLst>
              </p:cNvPr>
              <p:cNvSpPr/>
              <p:nvPr/>
            </p:nvSpPr>
            <p:spPr>
              <a:xfrm>
                <a:off x="4897092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5" name="Freeform 45524">
                <a:extLst>
                  <a:ext uri="{FF2B5EF4-FFF2-40B4-BE49-F238E27FC236}">
                    <a16:creationId xmlns:a16="http://schemas.microsoft.com/office/drawing/2014/main" id="{6FB8F766-AEBC-6190-22AB-E695B41C36A3}"/>
                  </a:ext>
                </a:extLst>
              </p:cNvPr>
              <p:cNvSpPr/>
              <p:nvPr/>
            </p:nvSpPr>
            <p:spPr>
              <a:xfrm>
                <a:off x="4897588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6" name="Freeform 45525">
                <a:extLst>
                  <a:ext uri="{FF2B5EF4-FFF2-40B4-BE49-F238E27FC236}">
                    <a16:creationId xmlns:a16="http://schemas.microsoft.com/office/drawing/2014/main" id="{043A096F-23E3-F5D5-14F4-FB89FDC60935}"/>
                  </a:ext>
                </a:extLst>
              </p:cNvPr>
              <p:cNvSpPr/>
              <p:nvPr/>
            </p:nvSpPr>
            <p:spPr>
              <a:xfrm>
                <a:off x="4898184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7" name="Freeform 45526">
                <a:extLst>
                  <a:ext uri="{FF2B5EF4-FFF2-40B4-BE49-F238E27FC236}">
                    <a16:creationId xmlns:a16="http://schemas.microsoft.com/office/drawing/2014/main" id="{019E312D-732E-1278-BA7C-99524BA6A34F}"/>
                  </a:ext>
                </a:extLst>
              </p:cNvPr>
              <p:cNvSpPr/>
              <p:nvPr/>
            </p:nvSpPr>
            <p:spPr>
              <a:xfrm>
                <a:off x="4898680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8" name="Freeform 45527">
                <a:extLst>
                  <a:ext uri="{FF2B5EF4-FFF2-40B4-BE49-F238E27FC236}">
                    <a16:creationId xmlns:a16="http://schemas.microsoft.com/office/drawing/2014/main" id="{D2889B1C-A264-14D5-E255-82C103AA3F88}"/>
                  </a:ext>
                </a:extLst>
              </p:cNvPr>
              <p:cNvSpPr/>
              <p:nvPr/>
            </p:nvSpPr>
            <p:spPr>
              <a:xfrm>
                <a:off x="4899176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29" name="Freeform 45528">
                <a:extLst>
                  <a:ext uri="{FF2B5EF4-FFF2-40B4-BE49-F238E27FC236}">
                    <a16:creationId xmlns:a16="http://schemas.microsoft.com/office/drawing/2014/main" id="{2825E2E6-F446-AEBC-465A-F02703DB3474}"/>
                  </a:ext>
                </a:extLst>
              </p:cNvPr>
              <p:cNvSpPr/>
              <p:nvPr/>
            </p:nvSpPr>
            <p:spPr>
              <a:xfrm>
                <a:off x="4899771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0" name="Freeform 45529">
                <a:extLst>
                  <a:ext uri="{FF2B5EF4-FFF2-40B4-BE49-F238E27FC236}">
                    <a16:creationId xmlns:a16="http://schemas.microsoft.com/office/drawing/2014/main" id="{720B41D1-2103-5C4A-311C-8052057FC361}"/>
                  </a:ext>
                </a:extLst>
              </p:cNvPr>
              <p:cNvSpPr/>
              <p:nvPr/>
            </p:nvSpPr>
            <p:spPr>
              <a:xfrm>
                <a:off x="4900267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1" name="Freeform 45530">
                <a:extLst>
                  <a:ext uri="{FF2B5EF4-FFF2-40B4-BE49-F238E27FC236}">
                    <a16:creationId xmlns:a16="http://schemas.microsoft.com/office/drawing/2014/main" id="{5E79EE45-7646-AA73-0235-A8F399545EBD}"/>
                  </a:ext>
                </a:extLst>
              </p:cNvPr>
              <p:cNvSpPr/>
              <p:nvPr/>
            </p:nvSpPr>
            <p:spPr>
              <a:xfrm>
                <a:off x="4900763" y="6036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2" name="Freeform 45531">
                <a:extLst>
                  <a:ext uri="{FF2B5EF4-FFF2-40B4-BE49-F238E27FC236}">
                    <a16:creationId xmlns:a16="http://schemas.microsoft.com/office/drawing/2014/main" id="{FA3C3972-D5FA-E6FC-4804-1E663C5982DE}"/>
                  </a:ext>
                </a:extLst>
              </p:cNvPr>
              <p:cNvSpPr/>
              <p:nvPr/>
            </p:nvSpPr>
            <p:spPr>
              <a:xfrm>
                <a:off x="4901359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3" name="Freeform 45532">
                <a:extLst>
                  <a:ext uri="{FF2B5EF4-FFF2-40B4-BE49-F238E27FC236}">
                    <a16:creationId xmlns:a16="http://schemas.microsoft.com/office/drawing/2014/main" id="{EFD6BBA5-3A3E-9129-9635-D4180D0C0EA0}"/>
                  </a:ext>
                </a:extLst>
              </p:cNvPr>
              <p:cNvSpPr/>
              <p:nvPr/>
            </p:nvSpPr>
            <p:spPr>
              <a:xfrm>
                <a:off x="490185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4" name="Freeform 45533">
                <a:extLst>
                  <a:ext uri="{FF2B5EF4-FFF2-40B4-BE49-F238E27FC236}">
                    <a16:creationId xmlns:a16="http://schemas.microsoft.com/office/drawing/2014/main" id="{88A7FD18-45A5-8887-107E-10A3430BAAC5}"/>
                  </a:ext>
                </a:extLst>
              </p:cNvPr>
              <p:cNvSpPr/>
              <p:nvPr/>
            </p:nvSpPr>
            <p:spPr>
              <a:xfrm>
                <a:off x="490235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5" name="Freeform 45534">
                <a:extLst>
                  <a:ext uri="{FF2B5EF4-FFF2-40B4-BE49-F238E27FC236}">
                    <a16:creationId xmlns:a16="http://schemas.microsoft.com/office/drawing/2014/main" id="{FB7A736C-955B-A582-0F21-5A1EE97980B0}"/>
                  </a:ext>
                </a:extLst>
              </p:cNvPr>
              <p:cNvSpPr/>
              <p:nvPr/>
            </p:nvSpPr>
            <p:spPr>
              <a:xfrm>
                <a:off x="49029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6" name="Freeform 45535">
                <a:extLst>
                  <a:ext uri="{FF2B5EF4-FFF2-40B4-BE49-F238E27FC236}">
                    <a16:creationId xmlns:a16="http://schemas.microsoft.com/office/drawing/2014/main" id="{8938B6CE-630B-DB34-879D-52794C2F8A7C}"/>
                  </a:ext>
                </a:extLst>
              </p:cNvPr>
              <p:cNvSpPr/>
              <p:nvPr/>
            </p:nvSpPr>
            <p:spPr>
              <a:xfrm>
                <a:off x="49034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7" name="Freeform 45536">
                <a:extLst>
                  <a:ext uri="{FF2B5EF4-FFF2-40B4-BE49-F238E27FC236}">
                    <a16:creationId xmlns:a16="http://schemas.microsoft.com/office/drawing/2014/main" id="{DA72EA30-3016-FE29-3558-633120F2C642}"/>
                  </a:ext>
                </a:extLst>
              </p:cNvPr>
              <p:cNvSpPr/>
              <p:nvPr/>
            </p:nvSpPr>
            <p:spPr>
              <a:xfrm>
                <a:off x="49039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8" name="Freeform 45537">
                <a:extLst>
                  <a:ext uri="{FF2B5EF4-FFF2-40B4-BE49-F238E27FC236}">
                    <a16:creationId xmlns:a16="http://schemas.microsoft.com/office/drawing/2014/main" id="{13A0A78A-DB50-4DF0-640C-8E67EF7B608F}"/>
                  </a:ext>
                </a:extLst>
              </p:cNvPr>
              <p:cNvSpPr/>
              <p:nvPr/>
            </p:nvSpPr>
            <p:spPr>
              <a:xfrm>
                <a:off x="490443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39" name="Freeform 45538">
                <a:extLst>
                  <a:ext uri="{FF2B5EF4-FFF2-40B4-BE49-F238E27FC236}">
                    <a16:creationId xmlns:a16="http://schemas.microsoft.com/office/drawing/2014/main" id="{148AF7E5-A8CA-1571-2778-52467A93B746}"/>
                  </a:ext>
                </a:extLst>
              </p:cNvPr>
              <p:cNvSpPr/>
              <p:nvPr/>
            </p:nvSpPr>
            <p:spPr>
              <a:xfrm>
                <a:off x="490503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0" name="Freeform 45539">
                <a:extLst>
                  <a:ext uri="{FF2B5EF4-FFF2-40B4-BE49-F238E27FC236}">
                    <a16:creationId xmlns:a16="http://schemas.microsoft.com/office/drawing/2014/main" id="{183309C0-D47C-B6CC-C7DA-933C7570D019}"/>
                  </a:ext>
                </a:extLst>
              </p:cNvPr>
              <p:cNvSpPr/>
              <p:nvPr/>
            </p:nvSpPr>
            <p:spPr>
              <a:xfrm>
                <a:off x="490552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1" name="Freeform 45540">
                <a:extLst>
                  <a:ext uri="{FF2B5EF4-FFF2-40B4-BE49-F238E27FC236}">
                    <a16:creationId xmlns:a16="http://schemas.microsoft.com/office/drawing/2014/main" id="{AB0D7C8A-14CE-74D0-3B4D-733EFF7860B0}"/>
                  </a:ext>
                </a:extLst>
              </p:cNvPr>
              <p:cNvSpPr/>
              <p:nvPr/>
            </p:nvSpPr>
            <p:spPr>
              <a:xfrm>
                <a:off x="490602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2" name="Freeform 45541">
                <a:extLst>
                  <a:ext uri="{FF2B5EF4-FFF2-40B4-BE49-F238E27FC236}">
                    <a16:creationId xmlns:a16="http://schemas.microsoft.com/office/drawing/2014/main" id="{1BE09A41-76E3-5890-DCEA-8ADDC79682B6}"/>
                  </a:ext>
                </a:extLst>
              </p:cNvPr>
              <p:cNvSpPr/>
              <p:nvPr/>
            </p:nvSpPr>
            <p:spPr>
              <a:xfrm>
                <a:off x="4906617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3" name="Freeform 45542">
                <a:extLst>
                  <a:ext uri="{FF2B5EF4-FFF2-40B4-BE49-F238E27FC236}">
                    <a16:creationId xmlns:a16="http://schemas.microsoft.com/office/drawing/2014/main" id="{6C1D81AA-B415-EAE2-F1F5-D6EA51886CA9}"/>
                  </a:ext>
                </a:extLst>
              </p:cNvPr>
              <p:cNvSpPr/>
              <p:nvPr/>
            </p:nvSpPr>
            <p:spPr>
              <a:xfrm>
                <a:off x="4907113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4" name="Freeform 45543">
                <a:extLst>
                  <a:ext uri="{FF2B5EF4-FFF2-40B4-BE49-F238E27FC236}">
                    <a16:creationId xmlns:a16="http://schemas.microsoft.com/office/drawing/2014/main" id="{8146FFA9-BE0F-3877-ED95-1B4741EF7D76}"/>
                  </a:ext>
                </a:extLst>
              </p:cNvPr>
              <p:cNvSpPr/>
              <p:nvPr/>
            </p:nvSpPr>
            <p:spPr>
              <a:xfrm>
                <a:off x="4907609" y="590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5" name="Freeform 45544">
                <a:extLst>
                  <a:ext uri="{FF2B5EF4-FFF2-40B4-BE49-F238E27FC236}">
                    <a16:creationId xmlns:a16="http://schemas.microsoft.com/office/drawing/2014/main" id="{94DB9038-B8C2-2660-8253-1B119824A834}"/>
                  </a:ext>
                </a:extLst>
              </p:cNvPr>
              <p:cNvSpPr/>
              <p:nvPr/>
            </p:nvSpPr>
            <p:spPr>
              <a:xfrm>
                <a:off x="4908205" y="5942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6" name="Freeform 45545">
                <a:extLst>
                  <a:ext uri="{FF2B5EF4-FFF2-40B4-BE49-F238E27FC236}">
                    <a16:creationId xmlns:a16="http://schemas.microsoft.com/office/drawing/2014/main" id="{407D8CEA-73D9-8F2F-C6E0-ABD1AC0B87FE}"/>
                  </a:ext>
                </a:extLst>
              </p:cNvPr>
              <p:cNvSpPr/>
              <p:nvPr/>
            </p:nvSpPr>
            <p:spPr>
              <a:xfrm>
                <a:off x="4908701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7" name="Freeform 45546">
                <a:extLst>
                  <a:ext uri="{FF2B5EF4-FFF2-40B4-BE49-F238E27FC236}">
                    <a16:creationId xmlns:a16="http://schemas.microsoft.com/office/drawing/2014/main" id="{8AB0FFE6-E535-1B19-E90A-D37B2CDF498B}"/>
                  </a:ext>
                </a:extLst>
              </p:cNvPr>
              <p:cNvSpPr/>
              <p:nvPr/>
            </p:nvSpPr>
            <p:spPr>
              <a:xfrm>
                <a:off x="4909197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8" name="Freeform 45547">
                <a:extLst>
                  <a:ext uri="{FF2B5EF4-FFF2-40B4-BE49-F238E27FC236}">
                    <a16:creationId xmlns:a16="http://schemas.microsoft.com/office/drawing/2014/main" id="{E85BD0E2-8782-F785-7F7C-433C2660A3A4}"/>
                  </a:ext>
                </a:extLst>
              </p:cNvPr>
              <p:cNvSpPr/>
              <p:nvPr/>
            </p:nvSpPr>
            <p:spPr>
              <a:xfrm>
                <a:off x="4909792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49" name="Freeform 45548">
                <a:extLst>
                  <a:ext uri="{FF2B5EF4-FFF2-40B4-BE49-F238E27FC236}">
                    <a16:creationId xmlns:a16="http://schemas.microsoft.com/office/drawing/2014/main" id="{DBEB938C-FF5B-63A9-3302-314C533865D3}"/>
                  </a:ext>
                </a:extLst>
              </p:cNvPr>
              <p:cNvSpPr/>
              <p:nvPr/>
            </p:nvSpPr>
            <p:spPr>
              <a:xfrm>
                <a:off x="4910288" y="6037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0" name="Freeform 45549">
                <a:extLst>
                  <a:ext uri="{FF2B5EF4-FFF2-40B4-BE49-F238E27FC236}">
                    <a16:creationId xmlns:a16="http://schemas.microsoft.com/office/drawing/2014/main" id="{922A6812-7983-21D9-49E9-29826C71F187}"/>
                  </a:ext>
                </a:extLst>
              </p:cNvPr>
              <p:cNvSpPr/>
              <p:nvPr/>
            </p:nvSpPr>
            <p:spPr>
              <a:xfrm>
                <a:off x="4910784" y="6033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1" name="Freeform 45550">
                <a:extLst>
                  <a:ext uri="{FF2B5EF4-FFF2-40B4-BE49-F238E27FC236}">
                    <a16:creationId xmlns:a16="http://schemas.microsoft.com/office/drawing/2014/main" id="{F8DC5E75-DA5D-AF97-FA32-24E8CCF6ECCC}"/>
                  </a:ext>
                </a:extLst>
              </p:cNvPr>
              <p:cNvSpPr/>
              <p:nvPr/>
            </p:nvSpPr>
            <p:spPr>
              <a:xfrm>
                <a:off x="4911380" y="6036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2" name="Freeform 45551">
                <a:extLst>
                  <a:ext uri="{FF2B5EF4-FFF2-40B4-BE49-F238E27FC236}">
                    <a16:creationId xmlns:a16="http://schemas.microsoft.com/office/drawing/2014/main" id="{848064BF-B26B-2911-16BE-BC578C1D7F19}"/>
                  </a:ext>
                </a:extLst>
              </p:cNvPr>
              <p:cNvSpPr/>
              <p:nvPr/>
            </p:nvSpPr>
            <p:spPr>
              <a:xfrm>
                <a:off x="4911876" y="6035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3" name="Freeform 45552">
                <a:extLst>
                  <a:ext uri="{FF2B5EF4-FFF2-40B4-BE49-F238E27FC236}">
                    <a16:creationId xmlns:a16="http://schemas.microsoft.com/office/drawing/2014/main" id="{0679A156-5DB4-F122-6FEB-6721A5D795DA}"/>
                  </a:ext>
                </a:extLst>
              </p:cNvPr>
              <p:cNvSpPr/>
              <p:nvPr/>
            </p:nvSpPr>
            <p:spPr>
              <a:xfrm>
                <a:off x="4912372" y="6037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4" name="Freeform 45553">
                <a:extLst>
                  <a:ext uri="{FF2B5EF4-FFF2-40B4-BE49-F238E27FC236}">
                    <a16:creationId xmlns:a16="http://schemas.microsoft.com/office/drawing/2014/main" id="{486E66FF-5F53-BE73-0455-6FFA1EF1C3A4}"/>
                  </a:ext>
                </a:extLst>
              </p:cNvPr>
              <p:cNvSpPr/>
              <p:nvPr/>
            </p:nvSpPr>
            <p:spPr>
              <a:xfrm>
                <a:off x="4912967" y="6032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5" name="Freeform 45554">
                <a:extLst>
                  <a:ext uri="{FF2B5EF4-FFF2-40B4-BE49-F238E27FC236}">
                    <a16:creationId xmlns:a16="http://schemas.microsoft.com/office/drawing/2014/main" id="{6E425152-2367-17E6-DF0B-C4767438C75E}"/>
                  </a:ext>
                </a:extLst>
              </p:cNvPr>
              <p:cNvSpPr/>
              <p:nvPr/>
            </p:nvSpPr>
            <p:spPr>
              <a:xfrm>
                <a:off x="4913463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6" name="Freeform 45555">
                <a:extLst>
                  <a:ext uri="{FF2B5EF4-FFF2-40B4-BE49-F238E27FC236}">
                    <a16:creationId xmlns:a16="http://schemas.microsoft.com/office/drawing/2014/main" id="{DF21ED47-8952-6A29-431A-FF85D6D318B0}"/>
                  </a:ext>
                </a:extLst>
              </p:cNvPr>
              <p:cNvSpPr/>
              <p:nvPr/>
            </p:nvSpPr>
            <p:spPr>
              <a:xfrm>
                <a:off x="49139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7" name="Freeform 45556">
                <a:extLst>
                  <a:ext uri="{FF2B5EF4-FFF2-40B4-BE49-F238E27FC236}">
                    <a16:creationId xmlns:a16="http://schemas.microsoft.com/office/drawing/2014/main" id="{8A6679F8-5F8B-B878-EC84-6C44B4A0B7AC}"/>
                  </a:ext>
                </a:extLst>
              </p:cNvPr>
              <p:cNvSpPr/>
              <p:nvPr/>
            </p:nvSpPr>
            <p:spPr>
              <a:xfrm>
                <a:off x="49145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8" name="Freeform 45557">
                <a:extLst>
                  <a:ext uri="{FF2B5EF4-FFF2-40B4-BE49-F238E27FC236}">
                    <a16:creationId xmlns:a16="http://schemas.microsoft.com/office/drawing/2014/main" id="{49214362-6C4D-6E93-AE26-373917C1CF63}"/>
                  </a:ext>
                </a:extLst>
              </p:cNvPr>
              <p:cNvSpPr/>
              <p:nvPr/>
            </p:nvSpPr>
            <p:spPr>
              <a:xfrm>
                <a:off x="49150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59" name="Freeform 45558">
                <a:extLst>
                  <a:ext uri="{FF2B5EF4-FFF2-40B4-BE49-F238E27FC236}">
                    <a16:creationId xmlns:a16="http://schemas.microsoft.com/office/drawing/2014/main" id="{6494CC63-806C-D181-C3C0-FF9A6282C83F}"/>
                  </a:ext>
                </a:extLst>
              </p:cNvPr>
              <p:cNvSpPr/>
              <p:nvPr/>
            </p:nvSpPr>
            <p:spPr>
              <a:xfrm>
                <a:off x="49155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0" name="Freeform 45559">
                <a:extLst>
                  <a:ext uri="{FF2B5EF4-FFF2-40B4-BE49-F238E27FC236}">
                    <a16:creationId xmlns:a16="http://schemas.microsoft.com/office/drawing/2014/main" id="{1FCF37C9-FE29-4FFA-6E11-D4C500C3A8E4}"/>
                  </a:ext>
                </a:extLst>
              </p:cNvPr>
              <p:cNvSpPr/>
              <p:nvPr/>
            </p:nvSpPr>
            <p:spPr>
              <a:xfrm>
                <a:off x="49161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1" name="Freeform 45560">
                <a:extLst>
                  <a:ext uri="{FF2B5EF4-FFF2-40B4-BE49-F238E27FC236}">
                    <a16:creationId xmlns:a16="http://schemas.microsoft.com/office/drawing/2014/main" id="{CBB5C6FA-8150-A590-40F9-43D3F62F67A7}"/>
                  </a:ext>
                </a:extLst>
              </p:cNvPr>
              <p:cNvSpPr/>
              <p:nvPr/>
            </p:nvSpPr>
            <p:spPr>
              <a:xfrm>
                <a:off x="49166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2" name="Freeform 45561">
                <a:extLst>
                  <a:ext uri="{FF2B5EF4-FFF2-40B4-BE49-F238E27FC236}">
                    <a16:creationId xmlns:a16="http://schemas.microsoft.com/office/drawing/2014/main" id="{0436410E-351F-7E71-31D4-DBFC96A4FBD1}"/>
                  </a:ext>
                </a:extLst>
              </p:cNvPr>
              <p:cNvSpPr/>
              <p:nvPr/>
            </p:nvSpPr>
            <p:spPr>
              <a:xfrm>
                <a:off x="49171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3" name="Freeform 45562">
                <a:extLst>
                  <a:ext uri="{FF2B5EF4-FFF2-40B4-BE49-F238E27FC236}">
                    <a16:creationId xmlns:a16="http://schemas.microsoft.com/office/drawing/2014/main" id="{34305BB1-8360-4CF1-C9C2-272C71DCDD04}"/>
                  </a:ext>
                </a:extLst>
              </p:cNvPr>
              <p:cNvSpPr/>
              <p:nvPr/>
            </p:nvSpPr>
            <p:spPr>
              <a:xfrm>
                <a:off x="49176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4" name="Freeform 45563">
                <a:extLst>
                  <a:ext uri="{FF2B5EF4-FFF2-40B4-BE49-F238E27FC236}">
                    <a16:creationId xmlns:a16="http://schemas.microsoft.com/office/drawing/2014/main" id="{F3D84069-CFE5-177D-60AB-F845C7599002}"/>
                  </a:ext>
                </a:extLst>
              </p:cNvPr>
              <p:cNvSpPr/>
              <p:nvPr/>
            </p:nvSpPr>
            <p:spPr>
              <a:xfrm>
                <a:off x="491822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5" name="Freeform 45564">
                <a:extLst>
                  <a:ext uri="{FF2B5EF4-FFF2-40B4-BE49-F238E27FC236}">
                    <a16:creationId xmlns:a16="http://schemas.microsoft.com/office/drawing/2014/main" id="{DB62092F-5420-337F-39F5-9636E89BD748}"/>
                  </a:ext>
                </a:extLst>
              </p:cNvPr>
              <p:cNvSpPr/>
              <p:nvPr/>
            </p:nvSpPr>
            <p:spPr>
              <a:xfrm>
                <a:off x="491872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6" name="Freeform 45565">
                <a:extLst>
                  <a:ext uri="{FF2B5EF4-FFF2-40B4-BE49-F238E27FC236}">
                    <a16:creationId xmlns:a16="http://schemas.microsoft.com/office/drawing/2014/main" id="{8F9E1739-286D-2F0F-49B7-40D24352FB5C}"/>
                  </a:ext>
                </a:extLst>
              </p:cNvPr>
              <p:cNvSpPr/>
              <p:nvPr/>
            </p:nvSpPr>
            <p:spPr>
              <a:xfrm>
                <a:off x="491921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7" name="Freeform 45566">
                <a:extLst>
                  <a:ext uri="{FF2B5EF4-FFF2-40B4-BE49-F238E27FC236}">
                    <a16:creationId xmlns:a16="http://schemas.microsoft.com/office/drawing/2014/main" id="{3682276F-4C1E-A533-29C6-A3E7FAFC261E}"/>
                  </a:ext>
                </a:extLst>
              </p:cNvPr>
              <p:cNvSpPr/>
              <p:nvPr/>
            </p:nvSpPr>
            <p:spPr>
              <a:xfrm>
                <a:off x="49198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8" name="Freeform 45567">
                <a:extLst>
                  <a:ext uri="{FF2B5EF4-FFF2-40B4-BE49-F238E27FC236}">
                    <a16:creationId xmlns:a16="http://schemas.microsoft.com/office/drawing/2014/main" id="{CFFF840E-68CE-8C8C-FA15-0E4252B14E07}"/>
                  </a:ext>
                </a:extLst>
              </p:cNvPr>
              <p:cNvSpPr/>
              <p:nvPr/>
            </p:nvSpPr>
            <p:spPr>
              <a:xfrm>
                <a:off x="49203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69" name="Freeform 45568">
                <a:extLst>
                  <a:ext uri="{FF2B5EF4-FFF2-40B4-BE49-F238E27FC236}">
                    <a16:creationId xmlns:a16="http://schemas.microsoft.com/office/drawing/2014/main" id="{EBADD3D1-E079-79D6-3897-5695B7D3BDC5}"/>
                  </a:ext>
                </a:extLst>
              </p:cNvPr>
              <p:cNvSpPr/>
              <p:nvPr/>
            </p:nvSpPr>
            <p:spPr>
              <a:xfrm>
                <a:off x="49208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0" name="Freeform 45569">
                <a:extLst>
                  <a:ext uri="{FF2B5EF4-FFF2-40B4-BE49-F238E27FC236}">
                    <a16:creationId xmlns:a16="http://schemas.microsoft.com/office/drawing/2014/main" id="{0DBD1098-652B-9BF3-D9AF-24949FF80DA6}"/>
                  </a:ext>
                </a:extLst>
              </p:cNvPr>
              <p:cNvSpPr/>
              <p:nvPr/>
            </p:nvSpPr>
            <p:spPr>
              <a:xfrm>
                <a:off x="492140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1" name="Freeform 45570">
                <a:extLst>
                  <a:ext uri="{FF2B5EF4-FFF2-40B4-BE49-F238E27FC236}">
                    <a16:creationId xmlns:a16="http://schemas.microsoft.com/office/drawing/2014/main" id="{5BD52225-9659-1CEE-15EA-3F20B3F7EE95}"/>
                  </a:ext>
                </a:extLst>
              </p:cNvPr>
              <p:cNvSpPr/>
              <p:nvPr/>
            </p:nvSpPr>
            <p:spPr>
              <a:xfrm>
                <a:off x="492189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2" name="Freeform 45571">
                <a:extLst>
                  <a:ext uri="{FF2B5EF4-FFF2-40B4-BE49-F238E27FC236}">
                    <a16:creationId xmlns:a16="http://schemas.microsoft.com/office/drawing/2014/main" id="{F356564B-B2AC-92EB-4995-96D4B9C7230A}"/>
                  </a:ext>
                </a:extLst>
              </p:cNvPr>
              <p:cNvSpPr/>
              <p:nvPr/>
            </p:nvSpPr>
            <p:spPr>
              <a:xfrm>
                <a:off x="492239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3" name="Freeform 45572">
                <a:extLst>
                  <a:ext uri="{FF2B5EF4-FFF2-40B4-BE49-F238E27FC236}">
                    <a16:creationId xmlns:a16="http://schemas.microsoft.com/office/drawing/2014/main" id="{3290186C-6663-8922-7727-73A2B483F3D0}"/>
                  </a:ext>
                </a:extLst>
              </p:cNvPr>
              <p:cNvSpPr/>
              <p:nvPr/>
            </p:nvSpPr>
            <p:spPr>
              <a:xfrm>
                <a:off x="49229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4" name="Freeform 45573">
                <a:extLst>
                  <a:ext uri="{FF2B5EF4-FFF2-40B4-BE49-F238E27FC236}">
                    <a16:creationId xmlns:a16="http://schemas.microsoft.com/office/drawing/2014/main" id="{EBF19331-CB25-F7E2-E8D2-81DCD8BFE590}"/>
                  </a:ext>
                </a:extLst>
              </p:cNvPr>
              <p:cNvSpPr/>
              <p:nvPr/>
            </p:nvSpPr>
            <p:spPr>
              <a:xfrm>
                <a:off x="49234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5" name="Freeform 45574">
                <a:extLst>
                  <a:ext uri="{FF2B5EF4-FFF2-40B4-BE49-F238E27FC236}">
                    <a16:creationId xmlns:a16="http://schemas.microsoft.com/office/drawing/2014/main" id="{0FFAA34D-852C-2697-BE5A-B984EAFFD44C}"/>
                  </a:ext>
                </a:extLst>
              </p:cNvPr>
              <p:cNvSpPr/>
              <p:nvPr/>
            </p:nvSpPr>
            <p:spPr>
              <a:xfrm>
                <a:off x="49239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6" name="Freeform 45575">
                <a:extLst>
                  <a:ext uri="{FF2B5EF4-FFF2-40B4-BE49-F238E27FC236}">
                    <a16:creationId xmlns:a16="http://schemas.microsoft.com/office/drawing/2014/main" id="{2F2D95D0-2975-4154-6E6F-C36253130EFB}"/>
                  </a:ext>
                </a:extLst>
              </p:cNvPr>
              <p:cNvSpPr/>
              <p:nvPr/>
            </p:nvSpPr>
            <p:spPr>
              <a:xfrm>
                <a:off x="49245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7" name="Freeform 45576">
                <a:extLst>
                  <a:ext uri="{FF2B5EF4-FFF2-40B4-BE49-F238E27FC236}">
                    <a16:creationId xmlns:a16="http://schemas.microsoft.com/office/drawing/2014/main" id="{2A073B41-9A2A-75E2-CBFD-90E1731371F7}"/>
                  </a:ext>
                </a:extLst>
              </p:cNvPr>
              <p:cNvSpPr/>
              <p:nvPr/>
            </p:nvSpPr>
            <p:spPr>
              <a:xfrm>
                <a:off x="49250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8" name="Freeform 45577">
                <a:extLst>
                  <a:ext uri="{FF2B5EF4-FFF2-40B4-BE49-F238E27FC236}">
                    <a16:creationId xmlns:a16="http://schemas.microsoft.com/office/drawing/2014/main" id="{6B3FC1D2-227B-DC26-938E-37A358C167D5}"/>
                  </a:ext>
                </a:extLst>
              </p:cNvPr>
              <p:cNvSpPr/>
              <p:nvPr/>
            </p:nvSpPr>
            <p:spPr>
              <a:xfrm>
                <a:off x="49255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79" name="Freeform 45578">
                <a:extLst>
                  <a:ext uri="{FF2B5EF4-FFF2-40B4-BE49-F238E27FC236}">
                    <a16:creationId xmlns:a16="http://schemas.microsoft.com/office/drawing/2014/main" id="{19AD645E-5C22-17D9-FF4F-8385B9D57C62}"/>
                  </a:ext>
                </a:extLst>
              </p:cNvPr>
              <p:cNvSpPr/>
              <p:nvPr/>
            </p:nvSpPr>
            <p:spPr>
              <a:xfrm>
                <a:off x="49261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0" name="Freeform 45579">
                <a:extLst>
                  <a:ext uri="{FF2B5EF4-FFF2-40B4-BE49-F238E27FC236}">
                    <a16:creationId xmlns:a16="http://schemas.microsoft.com/office/drawing/2014/main" id="{0F1CC962-E2BE-7CA5-6FB8-E0C2E3B75459}"/>
                  </a:ext>
                </a:extLst>
              </p:cNvPr>
              <p:cNvSpPr/>
              <p:nvPr/>
            </p:nvSpPr>
            <p:spPr>
              <a:xfrm>
                <a:off x="49266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1" name="Freeform 45580">
                <a:extLst>
                  <a:ext uri="{FF2B5EF4-FFF2-40B4-BE49-F238E27FC236}">
                    <a16:creationId xmlns:a16="http://schemas.microsoft.com/office/drawing/2014/main" id="{6C967151-385C-C048-852E-2E10435F6DB1}"/>
                  </a:ext>
                </a:extLst>
              </p:cNvPr>
              <p:cNvSpPr/>
              <p:nvPr/>
            </p:nvSpPr>
            <p:spPr>
              <a:xfrm>
                <a:off x="49271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2" name="Freeform 45581">
                <a:extLst>
                  <a:ext uri="{FF2B5EF4-FFF2-40B4-BE49-F238E27FC236}">
                    <a16:creationId xmlns:a16="http://schemas.microsoft.com/office/drawing/2014/main" id="{74DDCDE3-D624-9287-BC0D-EE318181B8BA}"/>
                  </a:ext>
                </a:extLst>
              </p:cNvPr>
              <p:cNvSpPr/>
              <p:nvPr/>
            </p:nvSpPr>
            <p:spPr>
              <a:xfrm>
                <a:off x="49277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3" name="Freeform 45582">
                <a:extLst>
                  <a:ext uri="{FF2B5EF4-FFF2-40B4-BE49-F238E27FC236}">
                    <a16:creationId xmlns:a16="http://schemas.microsoft.com/office/drawing/2014/main" id="{AA89BAA1-D91B-0460-4C8F-9B97C9BE760F}"/>
                  </a:ext>
                </a:extLst>
              </p:cNvPr>
              <p:cNvSpPr/>
              <p:nvPr/>
            </p:nvSpPr>
            <p:spPr>
              <a:xfrm>
                <a:off x="492824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4" name="Freeform 45583">
                <a:extLst>
                  <a:ext uri="{FF2B5EF4-FFF2-40B4-BE49-F238E27FC236}">
                    <a16:creationId xmlns:a16="http://schemas.microsoft.com/office/drawing/2014/main" id="{F690D315-1DC5-7FE6-96E3-8FD9A08D956C}"/>
                  </a:ext>
                </a:extLst>
              </p:cNvPr>
              <p:cNvSpPr/>
              <p:nvPr/>
            </p:nvSpPr>
            <p:spPr>
              <a:xfrm>
                <a:off x="49287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5" name="Freeform 45584">
                <a:extLst>
                  <a:ext uri="{FF2B5EF4-FFF2-40B4-BE49-F238E27FC236}">
                    <a16:creationId xmlns:a16="http://schemas.microsoft.com/office/drawing/2014/main" id="{4403DDA0-861C-0C88-2ECA-8D58FE62A831}"/>
                  </a:ext>
                </a:extLst>
              </p:cNvPr>
              <p:cNvSpPr/>
              <p:nvPr/>
            </p:nvSpPr>
            <p:spPr>
              <a:xfrm>
                <a:off x="49292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6" name="Freeform 45585">
                <a:extLst>
                  <a:ext uri="{FF2B5EF4-FFF2-40B4-BE49-F238E27FC236}">
                    <a16:creationId xmlns:a16="http://schemas.microsoft.com/office/drawing/2014/main" id="{40542188-CFE1-8247-B6F3-79412FC03115}"/>
                  </a:ext>
                </a:extLst>
              </p:cNvPr>
              <p:cNvSpPr/>
              <p:nvPr/>
            </p:nvSpPr>
            <p:spPr>
              <a:xfrm>
                <a:off x="49298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7" name="Freeform 45586">
                <a:extLst>
                  <a:ext uri="{FF2B5EF4-FFF2-40B4-BE49-F238E27FC236}">
                    <a16:creationId xmlns:a16="http://schemas.microsoft.com/office/drawing/2014/main" id="{F70DAEF6-A6B2-E38E-C5FD-D0F6C3EEAA91}"/>
                  </a:ext>
                </a:extLst>
              </p:cNvPr>
              <p:cNvSpPr/>
              <p:nvPr/>
            </p:nvSpPr>
            <p:spPr>
              <a:xfrm>
                <a:off x="49303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8" name="Freeform 45587">
                <a:extLst>
                  <a:ext uri="{FF2B5EF4-FFF2-40B4-BE49-F238E27FC236}">
                    <a16:creationId xmlns:a16="http://schemas.microsoft.com/office/drawing/2014/main" id="{FBAD629A-AAB7-C974-62EA-FAFD0D68E298}"/>
                  </a:ext>
                </a:extLst>
              </p:cNvPr>
              <p:cNvSpPr/>
              <p:nvPr/>
            </p:nvSpPr>
            <p:spPr>
              <a:xfrm>
                <a:off x="49308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89" name="Freeform 45588">
                <a:extLst>
                  <a:ext uri="{FF2B5EF4-FFF2-40B4-BE49-F238E27FC236}">
                    <a16:creationId xmlns:a16="http://schemas.microsoft.com/office/drawing/2014/main" id="{D98BEA95-7F7B-D7F8-7F72-5FC10094B6ED}"/>
                  </a:ext>
                </a:extLst>
              </p:cNvPr>
              <p:cNvSpPr/>
              <p:nvPr/>
            </p:nvSpPr>
            <p:spPr>
              <a:xfrm>
                <a:off x="493142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0" name="Freeform 45589">
                <a:extLst>
                  <a:ext uri="{FF2B5EF4-FFF2-40B4-BE49-F238E27FC236}">
                    <a16:creationId xmlns:a16="http://schemas.microsoft.com/office/drawing/2014/main" id="{2E6C8A44-BB9A-4F83-B2B9-0F0D9C33CE80}"/>
                  </a:ext>
                </a:extLst>
              </p:cNvPr>
              <p:cNvSpPr/>
              <p:nvPr/>
            </p:nvSpPr>
            <p:spPr>
              <a:xfrm>
                <a:off x="493191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1" name="Freeform 45590">
                <a:extLst>
                  <a:ext uri="{FF2B5EF4-FFF2-40B4-BE49-F238E27FC236}">
                    <a16:creationId xmlns:a16="http://schemas.microsoft.com/office/drawing/2014/main" id="{C7BDAB4D-82B8-CE8A-06B7-CF28BB0E8E89}"/>
                  </a:ext>
                </a:extLst>
              </p:cNvPr>
              <p:cNvSpPr/>
              <p:nvPr/>
            </p:nvSpPr>
            <p:spPr>
              <a:xfrm>
                <a:off x="493241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2" name="Freeform 45591">
                <a:extLst>
                  <a:ext uri="{FF2B5EF4-FFF2-40B4-BE49-F238E27FC236}">
                    <a16:creationId xmlns:a16="http://schemas.microsoft.com/office/drawing/2014/main" id="{30079E72-7942-D7D2-1000-889F46814D16}"/>
                  </a:ext>
                </a:extLst>
              </p:cNvPr>
              <p:cNvSpPr/>
              <p:nvPr/>
            </p:nvSpPr>
            <p:spPr>
              <a:xfrm>
                <a:off x="49330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3" name="Freeform 45592">
                <a:extLst>
                  <a:ext uri="{FF2B5EF4-FFF2-40B4-BE49-F238E27FC236}">
                    <a16:creationId xmlns:a16="http://schemas.microsoft.com/office/drawing/2014/main" id="{1B001A97-8548-1C26-A96E-B87AB9FB3305}"/>
                  </a:ext>
                </a:extLst>
              </p:cNvPr>
              <p:cNvSpPr/>
              <p:nvPr/>
            </p:nvSpPr>
            <p:spPr>
              <a:xfrm>
                <a:off x="49335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4" name="Freeform 45593">
                <a:extLst>
                  <a:ext uri="{FF2B5EF4-FFF2-40B4-BE49-F238E27FC236}">
                    <a16:creationId xmlns:a16="http://schemas.microsoft.com/office/drawing/2014/main" id="{964BE62F-56B9-BCBC-CDF9-73BF42DE73A8}"/>
                  </a:ext>
                </a:extLst>
              </p:cNvPr>
              <p:cNvSpPr/>
              <p:nvPr/>
            </p:nvSpPr>
            <p:spPr>
              <a:xfrm>
                <a:off x="493400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5" name="Freeform 45594">
                <a:extLst>
                  <a:ext uri="{FF2B5EF4-FFF2-40B4-BE49-F238E27FC236}">
                    <a16:creationId xmlns:a16="http://schemas.microsoft.com/office/drawing/2014/main" id="{07AAF667-A90C-7F9A-22BD-7B4C90B1D51C}"/>
                  </a:ext>
                </a:extLst>
              </p:cNvPr>
              <p:cNvSpPr/>
              <p:nvPr/>
            </p:nvSpPr>
            <p:spPr>
              <a:xfrm>
                <a:off x="49345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6" name="Freeform 45595">
                <a:extLst>
                  <a:ext uri="{FF2B5EF4-FFF2-40B4-BE49-F238E27FC236}">
                    <a16:creationId xmlns:a16="http://schemas.microsoft.com/office/drawing/2014/main" id="{CB80B3D8-DDCE-F550-3FBB-89C7AEE8E0C2}"/>
                  </a:ext>
                </a:extLst>
              </p:cNvPr>
              <p:cNvSpPr/>
              <p:nvPr/>
            </p:nvSpPr>
            <p:spPr>
              <a:xfrm>
                <a:off x="49350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7" name="Freeform 45596">
                <a:extLst>
                  <a:ext uri="{FF2B5EF4-FFF2-40B4-BE49-F238E27FC236}">
                    <a16:creationId xmlns:a16="http://schemas.microsoft.com/office/drawing/2014/main" id="{2A30ECFD-6F1B-07E1-AD9C-6853C350023F}"/>
                  </a:ext>
                </a:extLst>
              </p:cNvPr>
              <p:cNvSpPr/>
              <p:nvPr/>
            </p:nvSpPr>
            <p:spPr>
              <a:xfrm>
                <a:off x="49355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8" name="Freeform 45597">
                <a:extLst>
                  <a:ext uri="{FF2B5EF4-FFF2-40B4-BE49-F238E27FC236}">
                    <a16:creationId xmlns:a16="http://schemas.microsoft.com/office/drawing/2014/main" id="{C2A68C6C-6CBE-A770-65EB-EEE7D4255A68}"/>
                  </a:ext>
                </a:extLst>
              </p:cNvPr>
              <p:cNvSpPr/>
              <p:nvPr/>
            </p:nvSpPr>
            <p:spPr>
              <a:xfrm>
                <a:off x="49361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99" name="Freeform 45598">
                <a:extLst>
                  <a:ext uri="{FF2B5EF4-FFF2-40B4-BE49-F238E27FC236}">
                    <a16:creationId xmlns:a16="http://schemas.microsoft.com/office/drawing/2014/main" id="{49476CE1-0DBD-93A4-4AED-71F40AC30AE8}"/>
                  </a:ext>
                </a:extLst>
              </p:cNvPr>
              <p:cNvSpPr/>
              <p:nvPr/>
            </p:nvSpPr>
            <p:spPr>
              <a:xfrm>
                <a:off x="49366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0" name="Freeform 45599">
                <a:extLst>
                  <a:ext uri="{FF2B5EF4-FFF2-40B4-BE49-F238E27FC236}">
                    <a16:creationId xmlns:a16="http://schemas.microsoft.com/office/drawing/2014/main" id="{756F05F2-81C6-A446-5E12-E3066ED27F49}"/>
                  </a:ext>
                </a:extLst>
              </p:cNvPr>
              <p:cNvSpPr/>
              <p:nvPr/>
            </p:nvSpPr>
            <p:spPr>
              <a:xfrm>
                <a:off x="49371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1" name="Freeform 45600">
                <a:extLst>
                  <a:ext uri="{FF2B5EF4-FFF2-40B4-BE49-F238E27FC236}">
                    <a16:creationId xmlns:a16="http://schemas.microsoft.com/office/drawing/2014/main" id="{9BD72A56-CE2E-C936-BF44-082F3DB263C9}"/>
                  </a:ext>
                </a:extLst>
              </p:cNvPr>
              <p:cNvSpPr/>
              <p:nvPr/>
            </p:nvSpPr>
            <p:spPr>
              <a:xfrm>
                <a:off x="493777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2" name="Freeform 45601">
                <a:extLst>
                  <a:ext uri="{FF2B5EF4-FFF2-40B4-BE49-F238E27FC236}">
                    <a16:creationId xmlns:a16="http://schemas.microsoft.com/office/drawing/2014/main" id="{5CD07C8E-9EF4-57F6-85DF-3FFE2ECD59C7}"/>
                  </a:ext>
                </a:extLst>
              </p:cNvPr>
              <p:cNvSpPr/>
              <p:nvPr/>
            </p:nvSpPr>
            <p:spPr>
              <a:xfrm>
                <a:off x="493826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3" name="Freeform 45602">
                <a:extLst>
                  <a:ext uri="{FF2B5EF4-FFF2-40B4-BE49-F238E27FC236}">
                    <a16:creationId xmlns:a16="http://schemas.microsoft.com/office/drawing/2014/main" id="{B67BBDA4-F338-8604-5DB2-4649BED86116}"/>
                  </a:ext>
                </a:extLst>
              </p:cNvPr>
              <p:cNvSpPr/>
              <p:nvPr/>
            </p:nvSpPr>
            <p:spPr>
              <a:xfrm>
                <a:off x="493876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4" name="Freeform 45603">
                <a:extLst>
                  <a:ext uri="{FF2B5EF4-FFF2-40B4-BE49-F238E27FC236}">
                    <a16:creationId xmlns:a16="http://schemas.microsoft.com/office/drawing/2014/main" id="{6CCE84E9-8C67-46E0-93D1-E88FA338AC45}"/>
                  </a:ext>
                </a:extLst>
              </p:cNvPr>
              <p:cNvSpPr/>
              <p:nvPr/>
            </p:nvSpPr>
            <p:spPr>
              <a:xfrm>
                <a:off x="49393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5" name="Freeform 45604">
                <a:extLst>
                  <a:ext uri="{FF2B5EF4-FFF2-40B4-BE49-F238E27FC236}">
                    <a16:creationId xmlns:a16="http://schemas.microsoft.com/office/drawing/2014/main" id="{DBB17940-AAB9-3BBC-0329-A49F0D17BF09}"/>
                  </a:ext>
                </a:extLst>
              </p:cNvPr>
              <p:cNvSpPr/>
              <p:nvPr/>
            </p:nvSpPr>
            <p:spPr>
              <a:xfrm>
                <a:off x="49398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6" name="Freeform 45605">
                <a:extLst>
                  <a:ext uri="{FF2B5EF4-FFF2-40B4-BE49-F238E27FC236}">
                    <a16:creationId xmlns:a16="http://schemas.microsoft.com/office/drawing/2014/main" id="{6FC744D5-B7DF-DBD5-ED00-1AE5309E5F52}"/>
                  </a:ext>
                </a:extLst>
              </p:cNvPr>
              <p:cNvSpPr/>
              <p:nvPr/>
            </p:nvSpPr>
            <p:spPr>
              <a:xfrm>
                <a:off x="49403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7" name="Freeform 45606">
                <a:extLst>
                  <a:ext uri="{FF2B5EF4-FFF2-40B4-BE49-F238E27FC236}">
                    <a16:creationId xmlns:a16="http://schemas.microsoft.com/office/drawing/2014/main" id="{7644DDF1-70E3-35F2-D42B-8EF82F4E0AA9}"/>
                  </a:ext>
                </a:extLst>
              </p:cNvPr>
              <p:cNvSpPr/>
              <p:nvPr/>
            </p:nvSpPr>
            <p:spPr>
              <a:xfrm>
                <a:off x="49409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8" name="Freeform 45607">
                <a:extLst>
                  <a:ext uri="{FF2B5EF4-FFF2-40B4-BE49-F238E27FC236}">
                    <a16:creationId xmlns:a16="http://schemas.microsoft.com/office/drawing/2014/main" id="{12EA2112-FA2C-85E3-1488-9FEC3AE9203E}"/>
                  </a:ext>
                </a:extLst>
              </p:cNvPr>
              <p:cNvSpPr/>
              <p:nvPr/>
            </p:nvSpPr>
            <p:spPr>
              <a:xfrm>
                <a:off x="49414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09" name="Freeform 45608">
                <a:extLst>
                  <a:ext uri="{FF2B5EF4-FFF2-40B4-BE49-F238E27FC236}">
                    <a16:creationId xmlns:a16="http://schemas.microsoft.com/office/drawing/2014/main" id="{DB44BFE4-A57E-C410-2AF3-527E4F1FD361}"/>
                  </a:ext>
                </a:extLst>
              </p:cNvPr>
              <p:cNvSpPr/>
              <p:nvPr/>
            </p:nvSpPr>
            <p:spPr>
              <a:xfrm>
                <a:off x="49419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0" name="Freeform 45609">
                <a:extLst>
                  <a:ext uri="{FF2B5EF4-FFF2-40B4-BE49-F238E27FC236}">
                    <a16:creationId xmlns:a16="http://schemas.microsoft.com/office/drawing/2014/main" id="{F93182B2-59BB-129C-A831-22E233CB6C0A}"/>
                  </a:ext>
                </a:extLst>
              </p:cNvPr>
              <p:cNvSpPr/>
              <p:nvPr/>
            </p:nvSpPr>
            <p:spPr>
              <a:xfrm>
                <a:off x="49424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1" name="Freeform 45610">
                <a:extLst>
                  <a:ext uri="{FF2B5EF4-FFF2-40B4-BE49-F238E27FC236}">
                    <a16:creationId xmlns:a16="http://schemas.microsoft.com/office/drawing/2014/main" id="{A5279218-D4AA-095B-9226-CD6242CDA6B0}"/>
                  </a:ext>
                </a:extLst>
              </p:cNvPr>
              <p:cNvSpPr/>
              <p:nvPr/>
            </p:nvSpPr>
            <p:spPr>
              <a:xfrm>
                <a:off x="49430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2" name="Freeform 45611">
                <a:extLst>
                  <a:ext uri="{FF2B5EF4-FFF2-40B4-BE49-F238E27FC236}">
                    <a16:creationId xmlns:a16="http://schemas.microsoft.com/office/drawing/2014/main" id="{A44A4AC4-A961-DAEF-158C-433884E12445}"/>
                  </a:ext>
                </a:extLst>
              </p:cNvPr>
              <p:cNvSpPr/>
              <p:nvPr/>
            </p:nvSpPr>
            <p:spPr>
              <a:xfrm>
                <a:off x="49435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3" name="Freeform 45612">
                <a:extLst>
                  <a:ext uri="{FF2B5EF4-FFF2-40B4-BE49-F238E27FC236}">
                    <a16:creationId xmlns:a16="http://schemas.microsoft.com/office/drawing/2014/main" id="{51092130-D9D0-A668-654A-26D157A1394C}"/>
                  </a:ext>
                </a:extLst>
              </p:cNvPr>
              <p:cNvSpPr/>
              <p:nvPr/>
            </p:nvSpPr>
            <p:spPr>
              <a:xfrm>
                <a:off x="49440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4" name="Freeform 45613">
                <a:extLst>
                  <a:ext uri="{FF2B5EF4-FFF2-40B4-BE49-F238E27FC236}">
                    <a16:creationId xmlns:a16="http://schemas.microsoft.com/office/drawing/2014/main" id="{49B89E83-E18F-DB43-BF96-F7161BCDF718}"/>
                  </a:ext>
                </a:extLst>
              </p:cNvPr>
              <p:cNvSpPr/>
              <p:nvPr/>
            </p:nvSpPr>
            <p:spPr>
              <a:xfrm>
                <a:off x="494461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5" name="Freeform 45614">
                <a:extLst>
                  <a:ext uri="{FF2B5EF4-FFF2-40B4-BE49-F238E27FC236}">
                    <a16:creationId xmlns:a16="http://schemas.microsoft.com/office/drawing/2014/main" id="{85914F1E-6917-4E60-E314-BBD96EF647E2}"/>
                  </a:ext>
                </a:extLst>
              </p:cNvPr>
              <p:cNvSpPr/>
              <p:nvPr/>
            </p:nvSpPr>
            <p:spPr>
              <a:xfrm>
                <a:off x="494511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6" name="Freeform 45615">
                <a:extLst>
                  <a:ext uri="{FF2B5EF4-FFF2-40B4-BE49-F238E27FC236}">
                    <a16:creationId xmlns:a16="http://schemas.microsoft.com/office/drawing/2014/main" id="{03EE0B98-CEAE-310B-3F66-5F249135E6F9}"/>
                  </a:ext>
                </a:extLst>
              </p:cNvPr>
              <p:cNvSpPr/>
              <p:nvPr/>
            </p:nvSpPr>
            <p:spPr>
              <a:xfrm>
                <a:off x="494561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7" name="Freeform 45616">
                <a:extLst>
                  <a:ext uri="{FF2B5EF4-FFF2-40B4-BE49-F238E27FC236}">
                    <a16:creationId xmlns:a16="http://schemas.microsoft.com/office/drawing/2014/main" id="{D3A6264E-7B84-1C1E-4526-73C560B76C9B}"/>
                  </a:ext>
                </a:extLst>
              </p:cNvPr>
              <p:cNvSpPr/>
              <p:nvPr/>
            </p:nvSpPr>
            <p:spPr>
              <a:xfrm>
                <a:off x="494620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8" name="Freeform 45617">
                <a:extLst>
                  <a:ext uri="{FF2B5EF4-FFF2-40B4-BE49-F238E27FC236}">
                    <a16:creationId xmlns:a16="http://schemas.microsoft.com/office/drawing/2014/main" id="{57F22864-A871-1DEE-C7AA-09A193F27D7E}"/>
                  </a:ext>
                </a:extLst>
              </p:cNvPr>
              <p:cNvSpPr/>
              <p:nvPr/>
            </p:nvSpPr>
            <p:spPr>
              <a:xfrm>
                <a:off x="49467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19" name="Freeform 45618">
                <a:extLst>
                  <a:ext uri="{FF2B5EF4-FFF2-40B4-BE49-F238E27FC236}">
                    <a16:creationId xmlns:a16="http://schemas.microsoft.com/office/drawing/2014/main" id="{010C39B8-D545-1D58-6FF8-7A1B31F649F5}"/>
                  </a:ext>
                </a:extLst>
              </p:cNvPr>
              <p:cNvSpPr/>
              <p:nvPr/>
            </p:nvSpPr>
            <p:spPr>
              <a:xfrm>
                <a:off x="4947198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0" name="Freeform 45619">
                <a:extLst>
                  <a:ext uri="{FF2B5EF4-FFF2-40B4-BE49-F238E27FC236}">
                    <a16:creationId xmlns:a16="http://schemas.microsoft.com/office/drawing/2014/main" id="{A515DB04-1877-7CFA-EF3F-C167D57C1A2D}"/>
                  </a:ext>
                </a:extLst>
              </p:cNvPr>
              <p:cNvSpPr/>
              <p:nvPr/>
            </p:nvSpPr>
            <p:spPr>
              <a:xfrm>
                <a:off x="494779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1" name="Freeform 45620">
                <a:extLst>
                  <a:ext uri="{FF2B5EF4-FFF2-40B4-BE49-F238E27FC236}">
                    <a16:creationId xmlns:a16="http://schemas.microsoft.com/office/drawing/2014/main" id="{5DC71522-87A2-ACE2-655C-B6207EE07ABF}"/>
                  </a:ext>
                </a:extLst>
              </p:cNvPr>
              <p:cNvSpPr/>
              <p:nvPr/>
            </p:nvSpPr>
            <p:spPr>
              <a:xfrm>
                <a:off x="494828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2" name="Freeform 45621">
                <a:extLst>
                  <a:ext uri="{FF2B5EF4-FFF2-40B4-BE49-F238E27FC236}">
                    <a16:creationId xmlns:a16="http://schemas.microsoft.com/office/drawing/2014/main" id="{2FE30654-13E9-CED1-2C80-3DE2FADFACBE}"/>
                  </a:ext>
                </a:extLst>
              </p:cNvPr>
              <p:cNvSpPr/>
              <p:nvPr/>
            </p:nvSpPr>
            <p:spPr>
              <a:xfrm>
                <a:off x="49487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3" name="Freeform 45622">
                <a:extLst>
                  <a:ext uri="{FF2B5EF4-FFF2-40B4-BE49-F238E27FC236}">
                    <a16:creationId xmlns:a16="http://schemas.microsoft.com/office/drawing/2014/main" id="{977E2A8B-BF75-2E5D-027D-99ADBEA46503}"/>
                  </a:ext>
                </a:extLst>
              </p:cNvPr>
              <p:cNvSpPr/>
              <p:nvPr/>
            </p:nvSpPr>
            <p:spPr>
              <a:xfrm>
                <a:off x="49493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4" name="Freeform 45623">
                <a:extLst>
                  <a:ext uri="{FF2B5EF4-FFF2-40B4-BE49-F238E27FC236}">
                    <a16:creationId xmlns:a16="http://schemas.microsoft.com/office/drawing/2014/main" id="{4A822588-0DAC-C688-C6C9-30925D5453DB}"/>
                  </a:ext>
                </a:extLst>
              </p:cNvPr>
              <p:cNvSpPr/>
              <p:nvPr/>
            </p:nvSpPr>
            <p:spPr>
              <a:xfrm>
                <a:off x="49498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5" name="Freeform 45624">
                <a:extLst>
                  <a:ext uri="{FF2B5EF4-FFF2-40B4-BE49-F238E27FC236}">
                    <a16:creationId xmlns:a16="http://schemas.microsoft.com/office/drawing/2014/main" id="{D1B50001-1015-C2D7-9450-AF5FC60DC010}"/>
                  </a:ext>
                </a:extLst>
              </p:cNvPr>
              <p:cNvSpPr/>
              <p:nvPr/>
            </p:nvSpPr>
            <p:spPr>
              <a:xfrm>
                <a:off x="49503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6" name="Freeform 45625">
                <a:extLst>
                  <a:ext uri="{FF2B5EF4-FFF2-40B4-BE49-F238E27FC236}">
                    <a16:creationId xmlns:a16="http://schemas.microsoft.com/office/drawing/2014/main" id="{40320217-5791-ED12-013B-ED2C77ED2C69}"/>
                  </a:ext>
                </a:extLst>
              </p:cNvPr>
              <p:cNvSpPr/>
              <p:nvPr/>
            </p:nvSpPr>
            <p:spPr>
              <a:xfrm>
                <a:off x="495096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7" name="Freeform 45626">
                <a:extLst>
                  <a:ext uri="{FF2B5EF4-FFF2-40B4-BE49-F238E27FC236}">
                    <a16:creationId xmlns:a16="http://schemas.microsoft.com/office/drawing/2014/main" id="{892D6B31-2AA1-9669-C64A-3C1803280F4C}"/>
                  </a:ext>
                </a:extLst>
              </p:cNvPr>
              <p:cNvSpPr/>
              <p:nvPr/>
            </p:nvSpPr>
            <p:spPr>
              <a:xfrm>
                <a:off x="495146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8" name="Freeform 45627">
                <a:extLst>
                  <a:ext uri="{FF2B5EF4-FFF2-40B4-BE49-F238E27FC236}">
                    <a16:creationId xmlns:a16="http://schemas.microsoft.com/office/drawing/2014/main" id="{E28DB07D-7F39-57E9-0040-CBEC9407C525}"/>
                  </a:ext>
                </a:extLst>
              </p:cNvPr>
              <p:cNvSpPr/>
              <p:nvPr/>
            </p:nvSpPr>
            <p:spPr>
              <a:xfrm>
                <a:off x="49519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29" name="Freeform 45628">
                <a:extLst>
                  <a:ext uri="{FF2B5EF4-FFF2-40B4-BE49-F238E27FC236}">
                    <a16:creationId xmlns:a16="http://schemas.microsoft.com/office/drawing/2014/main" id="{66E7990B-BB72-3ABD-EF94-BF0E3BFE2A13}"/>
                  </a:ext>
                </a:extLst>
              </p:cNvPr>
              <p:cNvSpPr/>
              <p:nvPr/>
            </p:nvSpPr>
            <p:spPr>
              <a:xfrm>
                <a:off x="49525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0" name="Freeform 45629">
                <a:extLst>
                  <a:ext uri="{FF2B5EF4-FFF2-40B4-BE49-F238E27FC236}">
                    <a16:creationId xmlns:a16="http://schemas.microsoft.com/office/drawing/2014/main" id="{35730A6D-43EA-DE48-44C4-CBD4091150FF}"/>
                  </a:ext>
                </a:extLst>
              </p:cNvPr>
              <p:cNvSpPr/>
              <p:nvPr/>
            </p:nvSpPr>
            <p:spPr>
              <a:xfrm>
                <a:off x="49530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1" name="Freeform 45630">
                <a:extLst>
                  <a:ext uri="{FF2B5EF4-FFF2-40B4-BE49-F238E27FC236}">
                    <a16:creationId xmlns:a16="http://schemas.microsoft.com/office/drawing/2014/main" id="{B06F9D1F-373A-8678-86ED-C068958ABA95}"/>
                  </a:ext>
                </a:extLst>
              </p:cNvPr>
              <p:cNvSpPr/>
              <p:nvPr/>
            </p:nvSpPr>
            <p:spPr>
              <a:xfrm>
                <a:off x="49535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2" name="Freeform 45631">
                <a:extLst>
                  <a:ext uri="{FF2B5EF4-FFF2-40B4-BE49-F238E27FC236}">
                    <a16:creationId xmlns:a16="http://schemas.microsoft.com/office/drawing/2014/main" id="{18D14801-0E9E-29B2-7E3F-F9AC76735DE7}"/>
                  </a:ext>
                </a:extLst>
              </p:cNvPr>
              <p:cNvSpPr/>
              <p:nvPr/>
            </p:nvSpPr>
            <p:spPr>
              <a:xfrm>
                <a:off x="49540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3" name="Freeform 45632">
                <a:extLst>
                  <a:ext uri="{FF2B5EF4-FFF2-40B4-BE49-F238E27FC236}">
                    <a16:creationId xmlns:a16="http://schemas.microsoft.com/office/drawing/2014/main" id="{0C59634B-F24A-D248-48C7-D7386556EFB4}"/>
                  </a:ext>
                </a:extLst>
              </p:cNvPr>
              <p:cNvSpPr/>
              <p:nvPr/>
            </p:nvSpPr>
            <p:spPr>
              <a:xfrm>
                <a:off x="49546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4" name="Freeform 45633">
                <a:extLst>
                  <a:ext uri="{FF2B5EF4-FFF2-40B4-BE49-F238E27FC236}">
                    <a16:creationId xmlns:a16="http://schemas.microsoft.com/office/drawing/2014/main" id="{2ED08846-8B60-F3D7-79F9-989D1A7D752C}"/>
                  </a:ext>
                </a:extLst>
              </p:cNvPr>
              <p:cNvSpPr/>
              <p:nvPr/>
            </p:nvSpPr>
            <p:spPr>
              <a:xfrm>
                <a:off x="49551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5" name="Freeform 45634">
                <a:extLst>
                  <a:ext uri="{FF2B5EF4-FFF2-40B4-BE49-F238E27FC236}">
                    <a16:creationId xmlns:a16="http://schemas.microsoft.com/office/drawing/2014/main" id="{EC79CC56-B50F-0B83-0E1F-9EBA35C9BBF3}"/>
                  </a:ext>
                </a:extLst>
              </p:cNvPr>
              <p:cNvSpPr/>
              <p:nvPr/>
            </p:nvSpPr>
            <p:spPr>
              <a:xfrm>
                <a:off x="495563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6" name="Freeform 45635">
                <a:extLst>
                  <a:ext uri="{FF2B5EF4-FFF2-40B4-BE49-F238E27FC236}">
                    <a16:creationId xmlns:a16="http://schemas.microsoft.com/office/drawing/2014/main" id="{3D682EEC-46BC-706E-C04F-6ACE8045969A}"/>
                  </a:ext>
                </a:extLst>
              </p:cNvPr>
              <p:cNvSpPr/>
              <p:nvPr/>
            </p:nvSpPr>
            <p:spPr>
              <a:xfrm>
                <a:off x="49562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7" name="Freeform 45636">
                <a:extLst>
                  <a:ext uri="{FF2B5EF4-FFF2-40B4-BE49-F238E27FC236}">
                    <a16:creationId xmlns:a16="http://schemas.microsoft.com/office/drawing/2014/main" id="{7CDE839D-7F0A-13E2-D6F1-1D9CCEA257CE}"/>
                  </a:ext>
                </a:extLst>
              </p:cNvPr>
              <p:cNvSpPr/>
              <p:nvPr/>
            </p:nvSpPr>
            <p:spPr>
              <a:xfrm>
                <a:off x="49567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8" name="Freeform 45637">
                <a:extLst>
                  <a:ext uri="{FF2B5EF4-FFF2-40B4-BE49-F238E27FC236}">
                    <a16:creationId xmlns:a16="http://schemas.microsoft.com/office/drawing/2014/main" id="{CD44BD98-1F9D-4664-09C7-E495661A1344}"/>
                  </a:ext>
                </a:extLst>
              </p:cNvPr>
              <p:cNvSpPr/>
              <p:nvPr/>
            </p:nvSpPr>
            <p:spPr>
              <a:xfrm>
                <a:off x="495721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39" name="Freeform 45638">
                <a:extLst>
                  <a:ext uri="{FF2B5EF4-FFF2-40B4-BE49-F238E27FC236}">
                    <a16:creationId xmlns:a16="http://schemas.microsoft.com/office/drawing/2014/main" id="{DA2DD546-D80A-6A88-4AFC-E680EB679CDD}"/>
                  </a:ext>
                </a:extLst>
              </p:cNvPr>
              <p:cNvSpPr/>
              <p:nvPr/>
            </p:nvSpPr>
            <p:spPr>
              <a:xfrm>
                <a:off x="495781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0" name="Freeform 45639">
                <a:extLst>
                  <a:ext uri="{FF2B5EF4-FFF2-40B4-BE49-F238E27FC236}">
                    <a16:creationId xmlns:a16="http://schemas.microsoft.com/office/drawing/2014/main" id="{8527CA8D-02AC-14C3-4057-52221861993B}"/>
                  </a:ext>
                </a:extLst>
              </p:cNvPr>
              <p:cNvSpPr/>
              <p:nvPr/>
            </p:nvSpPr>
            <p:spPr>
              <a:xfrm>
                <a:off x="495831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1" name="Freeform 45640">
                <a:extLst>
                  <a:ext uri="{FF2B5EF4-FFF2-40B4-BE49-F238E27FC236}">
                    <a16:creationId xmlns:a16="http://schemas.microsoft.com/office/drawing/2014/main" id="{1853782B-70FA-2ED2-C3CF-333C0658859A}"/>
                  </a:ext>
                </a:extLst>
              </p:cNvPr>
              <p:cNvSpPr/>
              <p:nvPr/>
            </p:nvSpPr>
            <p:spPr>
              <a:xfrm>
                <a:off x="495880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2" name="Freeform 45641">
                <a:extLst>
                  <a:ext uri="{FF2B5EF4-FFF2-40B4-BE49-F238E27FC236}">
                    <a16:creationId xmlns:a16="http://schemas.microsoft.com/office/drawing/2014/main" id="{AD81CE89-BD48-85F1-D183-C8BFA89D7CA6}"/>
                  </a:ext>
                </a:extLst>
              </p:cNvPr>
              <p:cNvSpPr/>
              <p:nvPr/>
            </p:nvSpPr>
            <p:spPr>
              <a:xfrm>
                <a:off x="49594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3" name="Freeform 45642">
                <a:extLst>
                  <a:ext uri="{FF2B5EF4-FFF2-40B4-BE49-F238E27FC236}">
                    <a16:creationId xmlns:a16="http://schemas.microsoft.com/office/drawing/2014/main" id="{B0AC71C5-9EE0-044E-C1E3-6BBF830AB049}"/>
                  </a:ext>
                </a:extLst>
              </p:cNvPr>
              <p:cNvSpPr/>
              <p:nvPr/>
            </p:nvSpPr>
            <p:spPr>
              <a:xfrm>
                <a:off x="49598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4" name="Freeform 45643">
                <a:extLst>
                  <a:ext uri="{FF2B5EF4-FFF2-40B4-BE49-F238E27FC236}">
                    <a16:creationId xmlns:a16="http://schemas.microsoft.com/office/drawing/2014/main" id="{EF375FBF-B353-9D64-D133-33D1631748A1}"/>
                  </a:ext>
                </a:extLst>
              </p:cNvPr>
              <p:cNvSpPr/>
              <p:nvPr/>
            </p:nvSpPr>
            <p:spPr>
              <a:xfrm>
                <a:off x="496039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5" name="Freeform 45644">
                <a:extLst>
                  <a:ext uri="{FF2B5EF4-FFF2-40B4-BE49-F238E27FC236}">
                    <a16:creationId xmlns:a16="http://schemas.microsoft.com/office/drawing/2014/main" id="{AE259CE9-739B-BEDC-374A-171F75592489}"/>
                  </a:ext>
                </a:extLst>
              </p:cNvPr>
              <p:cNvSpPr/>
              <p:nvPr/>
            </p:nvSpPr>
            <p:spPr>
              <a:xfrm>
                <a:off x="49609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6" name="Freeform 45645">
                <a:extLst>
                  <a:ext uri="{FF2B5EF4-FFF2-40B4-BE49-F238E27FC236}">
                    <a16:creationId xmlns:a16="http://schemas.microsoft.com/office/drawing/2014/main" id="{5A27F605-DE9A-7C60-D72F-10D915192458}"/>
                  </a:ext>
                </a:extLst>
              </p:cNvPr>
              <p:cNvSpPr/>
              <p:nvPr/>
            </p:nvSpPr>
            <p:spPr>
              <a:xfrm>
                <a:off x="49614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7" name="Freeform 45646">
                <a:extLst>
                  <a:ext uri="{FF2B5EF4-FFF2-40B4-BE49-F238E27FC236}">
                    <a16:creationId xmlns:a16="http://schemas.microsoft.com/office/drawing/2014/main" id="{9246169C-D9B4-A08C-DB92-0547B5458B24}"/>
                  </a:ext>
                </a:extLst>
              </p:cNvPr>
              <p:cNvSpPr/>
              <p:nvPr/>
            </p:nvSpPr>
            <p:spPr>
              <a:xfrm>
                <a:off x="496198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8" name="Freeform 45647">
                <a:extLst>
                  <a:ext uri="{FF2B5EF4-FFF2-40B4-BE49-F238E27FC236}">
                    <a16:creationId xmlns:a16="http://schemas.microsoft.com/office/drawing/2014/main" id="{B91585E8-7E16-900E-CCFC-CF608BE8FAEA}"/>
                  </a:ext>
                </a:extLst>
              </p:cNvPr>
              <p:cNvSpPr/>
              <p:nvPr/>
            </p:nvSpPr>
            <p:spPr>
              <a:xfrm>
                <a:off x="4962577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49" name="Freeform 45648">
                <a:extLst>
                  <a:ext uri="{FF2B5EF4-FFF2-40B4-BE49-F238E27FC236}">
                    <a16:creationId xmlns:a16="http://schemas.microsoft.com/office/drawing/2014/main" id="{ADB1E3AA-C424-FAE1-0BA2-6BAF718550A9}"/>
                  </a:ext>
                </a:extLst>
              </p:cNvPr>
              <p:cNvSpPr/>
              <p:nvPr/>
            </p:nvSpPr>
            <p:spPr>
              <a:xfrm>
                <a:off x="496307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0" name="Freeform 45649">
                <a:extLst>
                  <a:ext uri="{FF2B5EF4-FFF2-40B4-BE49-F238E27FC236}">
                    <a16:creationId xmlns:a16="http://schemas.microsoft.com/office/drawing/2014/main" id="{972379CF-0E5E-90F2-BC8A-725925605797}"/>
                  </a:ext>
                </a:extLst>
              </p:cNvPr>
              <p:cNvSpPr/>
              <p:nvPr/>
            </p:nvSpPr>
            <p:spPr>
              <a:xfrm>
                <a:off x="496356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1" name="Freeform 45650">
                <a:extLst>
                  <a:ext uri="{FF2B5EF4-FFF2-40B4-BE49-F238E27FC236}">
                    <a16:creationId xmlns:a16="http://schemas.microsoft.com/office/drawing/2014/main" id="{4F5115EB-C5AF-EFF4-A166-D6C0B119B62C}"/>
                  </a:ext>
                </a:extLst>
              </p:cNvPr>
              <p:cNvSpPr/>
              <p:nvPr/>
            </p:nvSpPr>
            <p:spPr>
              <a:xfrm>
                <a:off x="496416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2" name="Freeform 45651">
                <a:extLst>
                  <a:ext uri="{FF2B5EF4-FFF2-40B4-BE49-F238E27FC236}">
                    <a16:creationId xmlns:a16="http://schemas.microsoft.com/office/drawing/2014/main" id="{A02376B0-5476-A3AE-F230-3C1AA3D38159}"/>
                  </a:ext>
                </a:extLst>
              </p:cNvPr>
              <p:cNvSpPr/>
              <p:nvPr/>
            </p:nvSpPr>
            <p:spPr>
              <a:xfrm>
                <a:off x="49646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3" name="Freeform 45652">
                <a:extLst>
                  <a:ext uri="{FF2B5EF4-FFF2-40B4-BE49-F238E27FC236}">
                    <a16:creationId xmlns:a16="http://schemas.microsoft.com/office/drawing/2014/main" id="{9F33C63D-DA93-DC65-CED1-1DEB1F488605}"/>
                  </a:ext>
                </a:extLst>
              </p:cNvPr>
              <p:cNvSpPr/>
              <p:nvPr/>
            </p:nvSpPr>
            <p:spPr>
              <a:xfrm>
                <a:off x="49651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4" name="Freeform 45653">
                <a:extLst>
                  <a:ext uri="{FF2B5EF4-FFF2-40B4-BE49-F238E27FC236}">
                    <a16:creationId xmlns:a16="http://schemas.microsoft.com/office/drawing/2014/main" id="{68BBAC4A-DA32-DCB4-21BB-7C740C32B1E2}"/>
                  </a:ext>
                </a:extLst>
              </p:cNvPr>
              <p:cNvSpPr/>
              <p:nvPr/>
            </p:nvSpPr>
            <p:spPr>
              <a:xfrm>
                <a:off x="49656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5" name="Freeform 45654">
                <a:extLst>
                  <a:ext uri="{FF2B5EF4-FFF2-40B4-BE49-F238E27FC236}">
                    <a16:creationId xmlns:a16="http://schemas.microsoft.com/office/drawing/2014/main" id="{2D9F5E84-28A3-AF5F-4089-F8C1B3EF10A5}"/>
                  </a:ext>
                </a:extLst>
              </p:cNvPr>
              <p:cNvSpPr/>
              <p:nvPr/>
            </p:nvSpPr>
            <p:spPr>
              <a:xfrm>
                <a:off x="49662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6" name="Freeform 45655">
                <a:extLst>
                  <a:ext uri="{FF2B5EF4-FFF2-40B4-BE49-F238E27FC236}">
                    <a16:creationId xmlns:a16="http://schemas.microsoft.com/office/drawing/2014/main" id="{0B7FCED3-8D83-DB39-6DA4-E41619426F77}"/>
                  </a:ext>
                </a:extLst>
              </p:cNvPr>
              <p:cNvSpPr/>
              <p:nvPr/>
            </p:nvSpPr>
            <p:spPr>
              <a:xfrm>
                <a:off x="49667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7" name="Freeform 45656">
                <a:extLst>
                  <a:ext uri="{FF2B5EF4-FFF2-40B4-BE49-F238E27FC236}">
                    <a16:creationId xmlns:a16="http://schemas.microsoft.com/office/drawing/2014/main" id="{45F84A8A-9A12-CE29-1729-FB54121363F2}"/>
                  </a:ext>
                </a:extLst>
              </p:cNvPr>
              <p:cNvSpPr/>
              <p:nvPr/>
            </p:nvSpPr>
            <p:spPr>
              <a:xfrm>
                <a:off x="49672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8" name="Freeform 45657">
                <a:extLst>
                  <a:ext uri="{FF2B5EF4-FFF2-40B4-BE49-F238E27FC236}">
                    <a16:creationId xmlns:a16="http://schemas.microsoft.com/office/drawing/2014/main" id="{B608D152-C9FA-C8B6-9CFA-77C9DB970219}"/>
                  </a:ext>
                </a:extLst>
              </p:cNvPr>
              <p:cNvSpPr/>
              <p:nvPr/>
            </p:nvSpPr>
            <p:spPr>
              <a:xfrm>
                <a:off x="49678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59" name="Freeform 45658">
                <a:extLst>
                  <a:ext uri="{FF2B5EF4-FFF2-40B4-BE49-F238E27FC236}">
                    <a16:creationId xmlns:a16="http://schemas.microsoft.com/office/drawing/2014/main" id="{2E32CF05-1C15-405E-8D9B-04FF2664120F}"/>
                  </a:ext>
                </a:extLst>
              </p:cNvPr>
              <p:cNvSpPr/>
              <p:nvPr/>
            </p:nvSpPr>
            <p:spPr>
              <a:xfrm>
                <a:off x="496833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0" name="Freeform 45659">
                <a:extLst>
                  <a:ext uri="{FF2B5EF4-FFF2-40B4-BE49-F238E27FC236}">
                    <a16:creationId xmlns:a16="http://schemas.microsoft.com/office/drawing/2014/main" id="{739DB013-F479-6F35-2655-1832C57CCD9B}"/>
                  </a:ext>
                </a:extLst>
              </p:cNvPr>
              <p:cNvSpPr/>
              <p:nvPr/>
            </p:nvSpPr>
            <p:spPr>
              <a:xfrm>
                <a:off x="49688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1" name="Freeform 45660">
                <a:extLst>
                  <a:ext uri="{FF2B5EF4-FFF2-40B4-BE49-F238E27FC236}">
                    <a16:creationId xmlns:a16="http://schemas.microsoft.com/office/drawing/2014/main" id="{647E3F31-2CDE-813F-9092-4C7785024FF2}"/>
                  </a:ext>
                </a:extLst>
              </p:cNvPr>
              <p:cNvSpPr/>
              <p:nvPr/>
            </p:nvSpPr>
            <p:spPr>
              <a:xfrm>
                <a:off x="496942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2" name="Freeform 45661">
                <a:extLst>
                  <a:ext uri="{FF2B5EF4-FFF2-40B4-BE49-F238E27FC236}">
                    <a16:creationId xmlns:a16="http://schemas.microsoft.com/office/drawing/2014/main" id="{4BD19774-05B6-9770-CAD9-D31683FC4461}"/>
                  </a:ext>
                </a:extLst>
              </p:cNvPr>
              <p:cNvSpPr/>
              <p:nvPr/>
            </p:nvSpPr>
            <p:spPr>
              <a:xfrm>
                <a:off x="496991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3" name="Freeform 45662">
                <a:extLst>
                  <a:ext uri="{FF2B5EF4-FFF2-40B4-BE49-F238E27FC236}">
                    <a16:creationId xmlns:a16="http://schemas.microsoft.com/office/drawing/2014/main" id="{856DB552-1C86-3C16-02F2-E43D13A9345B}"/>
                  </a:ext>
                </a:extLst>
              </p:cNvPr>
              <p:cNvSpPr/>
              <p:nvPr/>
            </p:nvSpPr>
            <p:spPr>
              <a:xfrm>
                <a:off x="497041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4" name="Freeform 45663">
                <a:extLst>
                  <a:ext uri="{FF2B5EF4-FFF2-40B4-BE49-F238E27FC236}">
                    <a16:creationId xmlns:a16="http://schemas.microsoft.com/office/drawing/2014/main" id="{3C24CA79-16AF-E838-4B93-B78EC7CA2744}"/>
                  </a:ext>
                </a:extLst>
              </p:cNvPr>
              <p:cNvSpPr/>
              <p:nvPr/>
            </p:nvSpPr>
            <p:spPr>
              <a:xfrm>
                <a:off x="4971010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5" name="Freeform 45664">
                <a:extLst>
                  <a:ext uri="{FF2B5EF4-FFF2-40B4-BE49-F238E27FC236}">
                    <a16:creationId xmlns:a16="http://schemas.microsoft.com/office/drawing/2014/main" id="{4C28D1B4-9BD1-6B23-2576-F6076CABBB69}"/>
                  </a:ext>
                </a:extLst>
              </p:cNvPr>
              <p:cNvSpPr/>
              <p:nvPr/>
            </p:nvSpPr>
            <p:spPr>
              <a:xfrm>
                <a:off x="4971506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6" name="Freeform 45665">
                <a:extLst>
                  <a:ext uri="{FF2B5EF4-FFF2-40B4-BE49-F238E27FC236}">
                    <a16:creationId xmlns:a16="http://schemas.microsoft.com/office/drawing/2014/main" id="{E52F38A7-D859-83B4-C136-DFE3B3FD41AC}"/>
                  </a:ext>
                </a:extLst>
              </p:cNvPr>
              <p:cNvSpPr/>
              <p:nvPr/>
            </p:nvSpPr>
            <p:spPr>
              <a:xfrm>
                <a:off x="49720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7" name="Freeform 45666">
                <a:extLst>
                  <a:ext uri="{FF2B5EF4-FFF2-40B4-BE49-F238E27FC236}">
                    <a16:creationId xmlns:a16="http://schemas.microsoft.com/office/drawing/2014/main" id="{98C53D45-76A6-4AB8-8FCD-DD204ABFABE1}"/>
                  </a:ext>
                </a:extLst>
              </p:cNvPr>
              <p:cNvSpPr/>
              <p:nvPr/>
            </p:nvSpPr>
            <p:spPr>
              <a:xfrm>
                <a:off x="4972598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8" name="Freeform 45667">
                <a:extLst>
                  <a:ext uri="{FF2B5EF4-FFF2-40B4-BE49-F238E27FC236}">
                    <a16:creationId xmlns:a16="http://schemas.microsoft.com/office/drawing/2014/main" id="{EA7F77DF-D973-05BB-A859-ED79206610E9}"/>
                  </a:ext>
                </a:extLst>
              </p:cNvPr>
              <p:cNvSpPr/>
              <p:nvPr/>
            </p:nvSpPr>
            <p:spPr>
              <a:xfrm>
                <a:off x="497309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69" name="Freeform 45668">
                <a:extLst>
                  <a:ext uri="{FF2B5EF4-FFF2-40B4-BE49-F238E27FC236}">
                    <a16:creationId xmlns:a16="http://schemas.microsoft.com/office/drawing/2014/main" id="{681C9CBE-34ED-9FBB-E830-E591C12216F9}"/>
                  </a:ext>
                </a:extLst>
              </p:cNvPr>
              <p:cNvSpPr/>
              <p:nvPr/>
            </p:nvSpPr>
            <p:spPr>
              <a:xfrm>
                <a:off x="49735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0" name="Freeform 45669">
                <a:extLst>
                  <a:ext uri="{FF2B5EF4-FFF2-40B4-BE49-F238E27FC236}">
                    <a16:creationId xmlns:a16="http://schemas.microsoft.com/office/drawing/2014/main" id="{6D823E4A-1FC8-A6BE-3A89-DDE335B37211}"/>
                  </a:ext>
                </a:extLst>
              </p:cNvPr>
              <p:cNvSpPr/>
              <p:nvPr/>
            </p:nvSpPr>
            <p:spPr>
              <a:xfrm>
                <a:off x="49741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1" name="Freeform 45670">
                <a:extLst>
                  <a:ext uri="{FF2B5EF4-FFF2-40B4-BE49-F238E27FC236}">
                    <a16:creationId xmlns:a16="http://schemas.microsoft.com/office/drawing/2014/main" id="{F93E0503-D813-5D7A-4878-82A72E171113}"/>
                  </a:ext>
                </a:extLst>
              </p:cNvPr>
              <p:cNvSpPr/>
              <p:nvPr/>
            </p:nvSpPr>
            <p:spPr>
              <a:xfrm>
                <a:off x="49746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2" name="Freeform 45671">
                <a:extLst>
                  <a:ext uri="{FF2B5EF4-FFF2-40B4-BE49-F238E27FC236}">
                    <a16:creationId xmlns:a16="http://schemas.microsoft.com/office/drawing/2014/main" id="{EB5C73F3-CDDC-D840-E91A-7CD439019486}"/>
                  </a:ext>
                </a:extLst>
              </p:cNvPr>
              <p:cNvSpPr/>
              <p:nvPr/>
            </p:nvSpPr>
            <p:spPr>
              <a:xfrm>
                <a:off x="49751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3" name="Freeform 45672">
                <a:extLst>
                  <a:ext uri="{FF2B5EF4-FFF2-40B4-BE49-F238E27FC236}">
                    <a16:creationId xmlns:a16="http://schemas.microsoft.com/office/drawing/2014/main" id="{11D33591-5137-88DD-5440-1FE21CB9034C}"/>
                  </a:ext>
                </a:extLst>
              </p:cNvPr>
              <p:cNvSpPr/>
              <p:nvPr/>
            </p:nvSpPr>
            <p:spPr>
              <a:xfrm>
                <a:off x="49757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4" name="Freeform 45673">
                <a:extLst>
                  <a:ext uri="{FF2B5EF4-FFF2-40B4-BE49-F238E27FC236}">
                    <a16:creationId xmlns:a16="http://schemas.microsoft.com/office/drawing/2014/main" id="{75C7343A-F839-670A-01C0-50CEE61ED23C}"/>
                  </a:ext>
                </a:extLst>
              </p:cNvPr>
              <p:cNvSpPr/>
              <p:nvPr/>
            </p:nvSpPr>
            <p:spPr>
              <a:xfrm>
                <a:off x="497626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5" name="Freeform 45674">
                <a:extLst>
                  <a:ext uri="{FF2B5EF4-FFF2-40B4-BE49-F238E27FC236}">
                    <a16:creationId xmlns:a16="http://schemas.microsoft.com/office/drawing/2014/main" id="{3550F01E-D26B-5D04-B79D-F7ED86663B60}"/>
                  </a:ext>
                </a:extLst>
              </p:cNvPr>
              <p:cNvSpPr/>
              <p:nvPr/>
            </p:nvSpPr>
            <p:spPr>
              <a:xfrm>
                <a:off x="497676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6" name="Freeform 45675">
                <a:extLst>
                  <a:ext uri="{FF2B5EF4-FFF2-40B4-BE49-F238E27FC236}">
                    <a16:creationId xmlns:a16="http://schemas.microsoft.com/office/drawing/2014/main" id="{41161B6C-E7BB-7EAB-5737-19A22EE2B3B8}"/>
                  </a:ext>
                </a:extLst>
              </p:cNvPr>
              <p:cNvSpPr/>
              <p:nvPr/>
            </p:nvSpPr>
            <p:spPr>
              <a:xfrm>
                <a:off x="49773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7" name="Freeform 45676">
                <a:extLst>
                  <a:ext uri="{FF2B5EF4-FFF2-40B4-BE49-F238E27FC236}">
                    <a16:creationId xmlns:a16="http://schemas.microsoft.com/office/drawing/2014/main" id="{482F5B3B-02AF-19AD-0E22-129F086035FF}"/>
                  </a:ext>
                </a:extLst>
              </p:cNvPr>
              <p:cNvSpPr/>
              <p:nvPr/>
            </p:nvSpPr>
            <p:spPr>
              <a:xfrm>
                <a:off x="49778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8" name="Freeform 45677">
                <a:extLst>
                  <a:ext uri="{FF2B5EF4-FFF2-40B4-BE49-F238E27FC236}">
                    <a16:creationId xmlns:a16="http://schemas.microsoft.com/office/drawing/2014/main" id="{9BB28070-5AC0-94FA-C738-133F869BF517}"/>
                  </a:ext>
                </a:extLst>
              </p:cNvPr>
              <p:cNvSpPr/>
              <p:nvPr/>
            </p:nvSpPr>
            <p:spPr>
              <a:xfrm>
                <a:off x="49783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79" name="Freeform 45678">
                <a:extLst>
                  <a:ext uri="{FF2B5EF4-FFF2-40B4-BE49-F238E27FC236}">
                    <a16:creationId xmlns:a16="http://schemas.microsoft.com/office/drawing/2014/main" id="{1E6BDC4A-F136-34FD-5DE4-F33C8148C334}"/>
                  </a:ext>
                </a:extLst>
              </p:cNvPr>
              <p:cNvSpPr/>
              <p:nvPr/>
            </p:nvSpPr>
            <p:spPr>
              <a:xfrm>
                <a:off x="49788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0" name="Freeform 45679">
                <a:extLst>
                  <a:ext uri="{FF2B5EF4-FFF2-40B4-BE49-F238E27FC236}">
                    <a16:creationId xmlns:a16="http://schemas.microsoft.com/office/drawing/2014/main" id="{37737BD0-DF49-EABA-774E-7FA5086D551B}"/>
                  </a:ext>
                </a:extLst>
              </p:cNvPr>
              <p:cNvSpPr/>
              <p:nvPr/>
            </p:nvSpPr>
            <p:spPr>
              <a:xfrm>
                <a:off x="49794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1" name="Freeform 45680">
                <a:extLst>
                  <a:ext uri="{FF2B5EF4-FFF2-40B4-BE49-F238E27FC236}">
                    <a16:creationId xmlns:a16="http://schemas.microsoft.com/office/drawing/2014/main" id="{E62E5D9F-69DB-A1AD-8CD8-6DE0FAD40304}"/>
                  </a:ext>
                </a:extLst>
              </p:cNvPr>
              <p:cNvSpPr/>
              <p:nvPr/>
            </p:nvSpPr>
            <p:spPr>
              <a:xfrm>
                <a:off x="49799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2" name="Freeform 45681">
                <a:extLst>
                  <a:ext uri="{FF2B5EF4-FFF2-40B4-BE49-F238E27FC236}">
                    <a16:creationId xmlns:a16="http://schemas.microsoft.com/office/drawing/2014/main" id="{63D7CB4A-E4AC-727A-9019-431E967E3B53}"/>
                  </a:ext>
                </a:extLst>
              </p:cNvPr>
              <p:cNvSpPr/>
              <p:nvPr/>
            </p:nvSpPr>
            <p:spPr>
              <a:xfrm>
                <a:off x="49804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3" name="Freeform 45682">
                <a:extLst>
                  <a:ext uri="{FF2B5EF4-FFF2-40B4-BE49-F238E27FC236}">
                    <a16:creationId xmlns:a16="http://schemas.microsoft.com/office/drawing/2014/main" id="{3D168043-3936-2357-EABD-B14CA1099655}"/>
                  </a:ext>
                </a:extLst>
              </p:cNvPr>
              <p:cNvSpPr/>
              <p:nvPr/>
            </p:nvSpPr>
            <p:spPr>
              <a:xfrm>
                <a:off x="498103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4" name="Freeform 45683">
                <a:extLst>
                  <a:ext uri="{FF2B5EF4-FFF2-40B4-BE49-F238E27FC236}">
                    <a16:creationId xmlns:a16="http://schemas.microsoft.com/office/drawing/2014/main" id="{2FAAD841-6B0F-8977-A0D5-569AFB3B240F}"/>
                  </a:ext>
                </a:extLst>
              </p:cNvPr>
              <p:cNvSpPr/>
              <p:nvPr/>
            </p:nvSpPr>
            <p:spPr>
              <a:xfrm>
                <a:off x="49815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5" name="Freeform 45684">
                <a:extLst>
                  <a:ext uri="{FF2B5EF4-FFF2-40B4-BE49-F238E27FC236}">
                    <a16:creationId xmlns:a16="http://schemas.microsoft.com/office/drawing/2014/main" id="{A4FAE395-D8E3-FFCE-066B-DF6E1554E9E4}"/>
                  </a:ext>
                </a:extLst>
              </p:cNvPr>
              <p:cNvSpPr/>
              <p:nvPr/>
            </p:nvSpPr>
            <p:spPr>
              <a:xfrm>
                <a:off x="49820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6" name="Freeform 45685">
                <a:extLst>
                  <a:ext uri="{FF2B5EF4-FFF2-40B4-BE49-F238E27FC236}">
                    <a16:creationId xmlns:a16="http://schemas.microsoft.com/office/drawing/2014/main" id="{48E42ABB-7201-1C3D-4C2D-991B1F4350B9}"/>
                  </a:ext>
                </a:extLst>
              </p:cNvPr>
              <p:cNvSpPr/>
              <p:nvPr/>
            </p:nvSpPr>
            <p:spPr>
              <a:xfrm>
                <a:off x="498261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7" name="Freeform 45686">
                <a:extLst>
                  <a:ext uri="{FF2B5EF4-FFF2-40B4-BE49-F238E27FC236}">
                    <a16:creationId xmlns:a16="http://schemas.microsoft.com/office/drawing/2014/main" id="{1E602CBE-D8D9-B3AC-09EE-FE8BB756D131}"/>
                  </a:ext>
                </a:extLst>
              </p:cNvPr>
              <p:cNvSpPr/>
              <p:nvPr/>
            </p:nvSpPr>
            <p:spPr>
              <a:xfrm>
                <a:off x="498311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8" name="Freeform 45687">
                <a:extLst>
                  <a:ext uri="{FF2B5EF4-FFF2-40B4-BE49-F238E27FC236}">
                    <a16:creationId xmlns:a16="http://schemas.microsoft.com/office/drawing/2014/main" id="{3F0D7193-5770-BC8E-6C36-5BF4BE1A7265}"/>
                  </a:ext>
                </a:extLst>
              </p:cNvPr>
              <p:cNvSpPr/>
              <p:nvPr/>
            </p:nvSpPr>
            <p:spPr>
              <a:xfrm>
                <a:off x="4983611" y="6036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89" name="Freeform 45688">
                <a:extLst>
                  <a:ext uri="{FF2B5EF4-FFF2-40B4-BE49-F238E27FC236}">
                    <a16:creationId xmlns:a16="http://schemas.microsoft.com/office/drawing/2014/main" id="{EC32BCC4-3E73-3051-E58A-944240102158}"/>
                  </a:ext>
                </a:extLst>
              </p:cNvPr>
              <p:cNvSpPr/>
              <p:nvPr/>
            </p:nvSpPr>
            <p:spPr>
              <a:xfrm>
                <a:off x="4984206" y="603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0" name="Freeform 45689">
                <a:extLst>
                  <a:ext uri="{FF2B5EF4-FFF2-40B4-BE49-F238E27FC236}">
                    <a16:creationId xmlns:a16="http://schemas.microsoft.com/office/drawing/2014/main" id="{22F892DB-B332-50EC-381D-EC3F320472ED}"/>
                  </a:ext>
                </a:extLst>
              </p:cNvPr>
              <p:cNvSpPr/>
              <p:nvPr/>
            </p:nvSpPr>
            <p:spPr>
              <a:xfrm>
                <a:off x="498470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1" name="Freeform 45690">
                <a:extLst>
                  <a:ext uri="{FF2B5EF4-FFF2-40B4-BE49-F238E27FC236}">
                    <a16:creationId xmlns:a16="http://schemas.microsoft.com/office/drawing/2014/main" id="{EBFB13FE-DC81-4DE2-71D5-D0508EFDAC66}"/>
                  </a:ext>
                </a:extLst>
              </p:cNvPr>
              <p:cNvSpPr/>
              <p:nvPr/>
            </p:nvSpPr>
            <p:spPr>
              <a:xfrm>
                <a:off x="49851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2" name="Freeform 45691">
                <a:extLst>
                  <a:ext uri="{FF2B5EF4-FFF2-40B4-BE49-F238E27FC236}">
                    <a16:creationId xmlns:a16="http://schemas.microsoft.com/office/drawing/2014/main" id="{D682C0E1-9886-88A6-F4AD-7F889CCE8CAA}"/>
                  </a:ext>
                </a:extLst>
              </p:cNvPr>
              <p:cNvSpPr/>
              <p:nvPr/>
            </p:nvSpPr>
            <p:spPr>
              <a:xfrm>
                <a:off x="498579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3" name="Freeform 45692">
                <a:extLst>
                  <a:ext uri="{FF2B5EF4-FFF2-40B4-BE49-F238E27FC236}">
                    <a16:creationId xmlns:a16="http://schemas.microsoft.com/office/drawing/2014/main" id="{595F845C-CE56-D5E9-4FE7-BC1EFD9242DD}"/>
                  </a:ext>
                </a:extLst>
              </p:cNvPr>
              <p:cNvSpPr/>
              <p:nvPr/>
            </p:nvSpPr>
            <p:spPr>
              <a:xfrm>
                <a:off x="49862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4" name="Freeform 45693">
                <a:extLst>
                  <a:ext uri="{FF2B5EF4-FFF2-40B4-BE49-F238E27FC236}">
                    <a16:creationId xmlns:a16="http://schemas.microsoft.com/office/drawing/2014/main" id="{E56B1487-32F2-E660-42F9-6D9A2F99D8EB}"/>
                  </a:ext>
                </a:extLst>
              </p:cNvPr>
              <p:cNvSpPr/>
              <p:nvPr/>
            </p:nvSpPr>
            <p:spPr>
              <a:xfrm>
                <a:off x="49867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5" name="Freeform 45694">
                <a:extLst>
                  <a:ext uri="{FF2B5EF4-FFF2-40B4-BE49-F238E27FC236}">
                    <a16:creationId xmlns:a16="http://schemas.microsoft.com/office/drawing/2014/main" id="{AE0E047A-3600-8084-D698-6DA66DD2F94A}"/>
                  </a:ext>
                </a:extLst>
              </p:cNvPr>
              <p:cNvSpPr/>
              <p:nvPr/>
            </p:nvSpPr>
            <p:spPr>
              <a:xfrm>
                <a:off x="49873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6" name="Freeform 45695">
                <a:extLst>
                  <a:ext uri="{FF2B5EF4-FFF2-40B4-BE49-F238E27FC236}">
                    <a16:creationId xmlns:a16="http://schemas.microsoft.com/office/drawing/2014/main" id="{3D9592C0-5E0E-98C0-A45D-B67E6EFB4CFF}"/>
                  </a:ext>
                </a:extLst>
              </p:cNvPr>
              <p:cNvSpPr/>
              <p:nvPr/>
            </p:nvSpPr>
            <p:spPr>
              <a:xfrm>
                <a:off x="498787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7" name="Freeform 45696">
                <a:extLst>
                  <a:ext uri="{FF2B5EF4-FFF2-40B4-BE49-F238E27FC236}">
                    <a16:creationId xmlns:a16="http://schemas.microsoft.com/office/drawing/2014/main" id="{FCB7D940-2A38-7AA7-2C73-D12A08D96F55}"/>
                  </a:ext>
                </a:extLst>
              </p:cNvPr>
              <p:cNvSpPr/>
              <p:nvPr/>
            </p:nvSpPr>
            <p:spPr>
              <a:xfrm>
                <a:off x="4988373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8" name="Freeform 45697">
                <a:extLst>
                  <a:ext uri="{FF2B5EF4-FFF2-40B4-BE49-F238E27FC236}">
                    <a16:creationId xmlns:a16="http://schemas.microsoft.com/office/drawing/2014/main" id="{1A1FD652-6031-B1A5-4C03-73AD9B27BC49}"/>
                  </a:ext>
                </a:extLst>
              </p:cNvPr>
              <p:cNvSpPr/>
              <p:nvPr/>
            </p:nvSpPr>
            <p:spPr>
              <a:xfrm>
                <a:off x="498896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99" name="Freeform 45698">
                <a:extLst>
                  <a:ext uri="{FF2B5EF4-FFF2-40B4-BE49-F238E27FC236}">
                    <a16:creationId xmlns:a16="http://schemas.microsoft.com/office/drawing/2014/main" id="{7C81D03D-DFA0-DFEE-C5ED-974F4B1D1681}"/>
                  </a:ext>
                </a:extLst>
              </p:cNvPr>
              <p:cNvSpPr/>
              <p:nvPr/>
            </p:nvSpPr>
            <p:spPr>
              <a:xfrm>
                <a:off x="498946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0" name="Freeform 45699">
                <a:extLst>
                  <a:ext uri="{FF2B5EF4-FFF2-40B4-BE49-F238E27FC236}">
                    <a16:creationId xmlns:a16="http://schemas.microsoft.com/office/drawing/2014/main" id="{715A7B82-B106-04BC-2801-1ACCD0A87E19}"/>
                  </a:ext>
                </a:extLst>
              </p:cNvPr>
              <p:cNvSpPr/>
              <p:nvPr/>
            </p:nvSpPr>
            <p:spPr>
              <a:xfrm>
                <a:off x="49899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1" name="Freeform 45700">
                <a:extLst>
                  <a:ext uri="{FF2B5EF4-FFF2-40B4-BE49-F238E27FC236}">
                    <a16:creationId xmlns:a16="http://schemas.microsoft.com/office/drawing/2014/main" id="{853D0974-ED7E-4398-C6E8-EF61EFEAC925}"/>
                  </a:ext>
                </a:extLst>
              </p:cNvPr>
              <p:cNvSpPr/>
              <p:nvPr/>
            </p:nvSpPr>
            <p:spPr>
              <a:xfrm>
                <a:off x="49904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2" name="Freeform 45701">
                <a:extLst>
                  <a:ext uri="{FF2B5EF4-FFF2-40B4-BE49-F238E27FC236}">
                    <a16:creationId xmlns:a16="http://schemas.microsoft.com/office/drawing/2014/main" id="{2136604E-753A-4C07-D8D8-BD34BE23C8B7}"/>
                  </a:ext>
                </a:extLst>
              </p:cNvPr>
              <p:cNvSpPr/>
              <p:nvPr/>
            </p:nvSpPr>
            <p:spPr>
              <a:xfrm>
                <a:off x="49910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3" name="Freeform 45702">
                <a:extLst>
                  <a:ext uri="{FF2B5EF4-FFF2-40B4-BE49-F238E27FC236}">
                    <a16:creationId xmlns:a16="http://schemas.microsoft.com/office/drawing/2014/main" id="{66F6A0B5-6C0B-381C-05DF-D0FAF17CAB76}"/>
                  </a:ext>
                </a:extLst>
              </p:cNvPr>
              <p:cNvSpPr/>
              <p:nvPr/>
            </p:nvSpPr>
            <p:spPr>
              <a:xfrm>
                <a:off x="49915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4" name="Freeform 45703">
                <a:extLst>
                  <a:ext uri="{FF2B5EF4-FFF2-40B4-BE49-F238E27FC236}">
                    <a16:creationId xmlns:a16="http://schemas.microsoft.com/office/drawing/2014/main" id="{CDCC4E06-F55D-6C3A-2CA6-565A357AF1BD}"/>
                  </a:ext>
                </a:extLst>
              </p:cNvPr>
              <p:cNvSpPr/>
              <p:nvPr/>
            </p:nvSpPr>
            <p:spPr>
              <a:xfrm>
                <a:off x="49920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5" name="Freeform 45704">
                <a:extLst>
                  <a:ext uri="{FF2B5EF4-FFF2-40B4-BE49-F238E27FC236}">
                    <a16:creationId xmlns:a16="http://schemas.microsoft.com/office/drawing/2014/main" id="{3DC0EE30-B451-D9F5-680E-E978D956104A}"/>
                  </a:ext>
                </a:extLst>
              </p:cNvPr>
              <p:cNvSpPr/>
              <p:nvPr/>
            </p:nvSpPr>
            <p:spPr>
              <a:xfrm>
                <a:off x="499264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6" name="Freeform 45705">
                <a:extLst>
                  <a:ext uri="{FF2B5EF4-FFF2-40B4-BE49-F238E27FC236}">
                    <a16:creationId xmlns:a16="http://schemas.microsoft.com/office/drawing/2014/main" id="{FF2CF380-D4AA-990F-247B-160D9AE3BE54}"/>
                  </a:ext>
                </a:extLst>
              </p:cNvPr>
              <p:cNvSpPr/>
              <p:nvPr/>
            </p:nvSpPr>
            <p:spPr>
              <a:xfrm>
                <a:off x="499313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7" name="Freeform 45706">
                <a:extLst>
                  <a:ext uri="{FF2B5EF4-FFF2-40B4-BE49-F238E27FC236}">
                    <a16:creationId xmlns:a16="http://schemas.microsoft.com/office/drawing/2014/main" id="{04D6C424-4410-E2E8-569E-BE774A283B7B}"/>
                  </a:ext>
                </a:extLst>
              </p:cNvPr>
              <p:cNvSpPr/>
              <p:nvPr/>
            </p:nvSpPr>
            <p:spPr>
              <a:xfrm>
                <a:off x="49936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8" name="Freeform 45707">
                <a:extLst>
                  <a:ext uri="{FF2B5EF4-FFF2-40B4-BE49-F238E27FC236}">
                    <a16:creationId xmlns:a16="http://schemas.microsoft.com/office/drawing/2014/main" id="{69B652E3-3833-F038-54C6-5E727EA67832}"/>
                  </a:ext>
                </a:extLst>
              </p:cNvPr>
              <p:cNvSpPr/>
              <p:nvPr/>
            </p:nvSpPr>
            <p:spPr>
              <a:xfrm>
                <a:off x="49942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09" name="Freeform 45708">
                <a:extLst>
                  <a:ext uri="{FF2B5EF4-FFF2-40B4-BE49-F238E27FC236}">
                    <a16:creationId xmlns:a16="http://schemas.microsoft.com/office/drawing/2014/main" id="{00BF25BB-5BBC-FF4F-EF76-710F1CA44F2D}"/>
                  </a:ext>
                </a:extLst>
              </p:cNvPr>
              <p:cNvSpPr/>
              <p:nvPr/>
            </p:nvSpPr>
            <p:spPr>
              <a:xfrm>
                <a:off x="49947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0" name="Freeform 45709">
                <a:extLst>
                  <a:ext uri="{FF2B5EF4-FFF2-40B4-BE49-F238E27FC236}">
                    <a16:creationId xmlns:a16="http://schemas.microsoft.com/office/drawing/2014/main" id="{8D7F83E1-9FA0-669E-FC15-59D3480C3A3C}"/>
                  </a:ext>
                </a:extLst>
              </p:cNvPr>
              <p:cNvSpPr/>
              <p:nvPr/>
            </p:nvSpPr>
            <p:spPr>
              <a:xfrm>
                <a:off x="499522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1" name="Freeform 45710">
                <a:extLst>
                  <a:ext uri="{FF2B5EF4-FFF2-40B4-BE49-F238E27FC236}">
                    <a16:creationId xmlns:a16="http://schemas.microsoft.com/office/drawing/2014/main" id="{F70220AF-215A-C73E-0B75-13FD4F8F73E9}"/>
                  </a:ext>
                </a:extLst>
              </p:cNvPr>
              <p:cNvSpPr/>
              <p:nvPr/>
            </p:nvSpPr>
            <p:spPr>
              <a:xfrm>
                <a:off x="499581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2" name="Freeform 45711">
                <a:extLst>
                  <a:ext uri="{FF2B5EF4-FFF2-40B4-BE49-F238E27FC236}">
                    <a16:creationId xmlns:a16="http://schemas.microsoft.com/office/drawing/2014/main" id="{89FA3823-4E3C-523A-F21D-4FA7011DBCF6}"/>
                  </a:ext>
                </a:extLst>
              </p:cNvPr>
              <p:cNvSpPr/>
              <p:nvPr/>
            </p:nvSpPr>
            <p:spPr>
              <a:xfrm>
                <a:off x="499631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3" name="Freeform 45712">
                <a:extLst>
                  <a:ext uri="{FF2B5EF4-FFF2-40B4-BE49-F238E27FC236}">
                    <a16:creationId xmlns:a16="http://schemas.microsoft.com/office/drawing/2014/main" id="{747ECEDF-AC2C-7430-13C9-0A2CEAC1A16D}"/>
                  </a:ext>
                </a:extLst>
              </p:cNvPr>
              <p:cNvSpPr/>
              <p:nvPr/>
            </p:nvSpPr>
            <p:spPr>
              <a:xfrm>
                <a:off x="499680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4" name="Freeform 45713">
                <a:extLst>
                  <a:ext uri="{FF2B5EF4-FFF2-40B4-BE49-F238E27FC236}">
                    <a16:creationId xmlns:a16="http://schemas.microsoft.com/office/drawing/2014/main" id="{BDD45506-DCD9-E4BC-7AE1-2BE082189395}"/>
                  </a:ext>
                </a:extLst>
              </p:cNvPr>
              <p:cNvSpPr/>
              <p:nvPr/>
            </p:nvSpPr>
            <p:spPr>
              <a:xfrm>
                <a:off x="499740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5" name="Freeform 45714">
                <a:extLst>
                  <a:ext uri="{FF2B5EF4-FFF2-40B4-BE49-F238E27FC236}">
                    <a16:creationId xmlns:a16="http://schemas.microsoft.com/office/drawing/2014/main" id="{8F3FA61A-E97A-C01C-6797-4755355D52B8}"/>
                  </a:ext>
                </a:extLst>
              </p:cNvPr>
              <p:cNvSpPr/>
              <p:nvPr/>
            </p:nvSpPr>
            <p:spPr>
              <a:xfrm>
                <a:off x="49978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6" name="Freeform 45715">
                <a:extLst>
                  <a:ext uri="{FF2B5EF4-FFF2-40B4-BE49-F238E27FC236}">
                    <a16:creationId xmlns:a16="http://schemas.microsoft.com/office/drawing/2014/main" id="{7B1E9FA9-9F70-49E2-F7C1-2F039C9F3DBD}"/>
                  </a:ext>
                </a:extLst>
              </p:cNvPr>
              <p:cNvSpPr/>
              <p:nvPr/>
            </p:nvSpPr>
            <p:spPr>
              <a:xfrm>
                <a:off x="49983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7" name="Freeform 45716">
                <a:extLst>
                  <a:ext uri="{FF2B5EF4-FFF2-40B4-BE49-F238E27FC236}">
                    <a16:creationId xmlns:a16="http://schemas.microsoft.com/office/drawing/2014/main" id="{0A9D2D48-353D-CE91-2305-D0D745FC1E2A}"/>
                  </a:ext>
                </a:extLst>
              </p:cNvPr>
              <p:cNvSpPr/>
              <p:nvPr/>
            </p:nvSpPr>
            <p:spPr>
              <a:xfrm>
                <a:off x="49989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8" name="Freeform 45717">
                <a:extLst>
                  <a:ext uri="{FF2B5EF4-FFF2-40B4-BE49-F238E27FC236}">
                    <a16:creationId xmlns:a16="http://schemas.microsoft.com/office/drawing/2014/main" id="{69B6C52F-E923-0CF8-8661-9FA553E1F26A}"/>
                  </a:ext>
                </a:extLst>
              </p:cNvPr>
              <p:cNvSpPr/>
              <p:nvPr/>
            </p:nvSpPr>
            <p:spPr>
              <a:xfrm>
                <a:off x="499948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19" name="Freeform 45718">
                <a:extLst>
                  <a:ext uri="{FF2B5EF4-FFF2-40B4-BE49-F238E27FC236}">
                    <a16:creationId xmlns:a16="http://schemas.microsoft.com/office/drawing/2014/main" id="{217FC788-9CDD-D660-2973-C0852499DF5B}"/>
                  </a:ext>
                </a:extLst>
              </p:cNvPr>
              <p:cNvSpPr/>
              <p:nvPr/>
            </p:nvSpPr>
            <p:spPr>
              <a:xfrm>
                <a:off x="499998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0" name="Freeform 45719">
                <a:extLst>
                  <a:ext uri="{FF2B5EF4-FFF2-40B4-BE49-F238E27FC236}">
                    <a16:creationId xmlns:a16="http://schemas.microsoft.com/office/drawing/2014/main" id="{0B0CED92-FA1C-36F3-1FA3-9DAD04FBB528}"/>
                  </a:ext>
                </a:extLst>
              </p:cNvPr>
              <p:cNvSpPr/>
              <p:nvPr/>
            </p:nvSpPr>
            <p:spPr>
              <a:xfrm>
                <a:off x="5000577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1" name="Freeform 45720">
                <a:extLst>
                  <a:ext uri="{FF2B5EF4-FFF2-40B4-BE49-F238E27FC236}">
                    <a16:creationId xmlns:a16="http://schemas.microsoft.com/office/drawing/2014/main" id="{A8E775D8-96DA-8F7B-B490-C1DF06086333}"/>
                  </a:ext>
                </a:extLst>
              </p:cNvPr>
              <p:cNvSpPr/>
              <p:nvPr/>
            </p:nvSpPr>
            <p:spPr>
              <a:xfrm>
                <a:off x="5001073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2" name="Freeform 45721">
                <a:extLst>
                  <a:ext uri="{FF2B5EF4-FFF2-40B4-BE49-F238E27FC236}">
                    <a16:creationId xmlns:a16="http://schemas.microsoft.com/office/drawing/2014/main" id="{B0A778BB-6573-2AFF-B185-4F1882D1D8F7}"/>
                  </a:ext>
                </a:extLst>
              </p:cNvPr>
              <p:cNvSpPr/>
              <p:nvPr/>
            </p:nvSpPr>
            <p:spPr>
              <a:xfrm>
                <a:off x="500157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3" name="Freeform 45722">
                <a:extLst>
                  <a:ext uri="{FF2B5EF4-FFF2-40B4-BE49-F238E27FC236}">
                    <a16:creationId xmlns:a16="http://schemas.microsoft.com/office/drawing/2014/main" id="{CCA4DAD6-5DF8-A54B-8FF0-0E2F9D58B49D}"/>
                  </a:ext>
                </a:extLst>
              </p:cNvPr>
              <p:cNvSpPr/>
              <p:nvPr/>
            </p:nvSpPr>
            <p:spPr>
              <a:xfrm>
                <a:off x="500206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4" name="Freeform 45723">
                <a:extLst>
                  <a:ext uri="{FF2B5EF4-FFF2-40B4-BE49-F238E27FC236}">
                    <a16:creationId xmlns:a16="http://schemas.microsoft.com/office/drawing/2014/main" id="{8586275A-25C7-3905-0ABF-9C8530E4A107}"/>
                  </a:ext>
                </a:extLst>
              </p:cNvPr>
              <p:cNvSpPr/>
              <p:nvPr/>
            </p:nvSpPr>
            <p:spPr>
              <a:xfrm>
                <a:off x="500266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5" name="Freeform 45724">
                <a:extLst>
                  <a:ext uri="{FF2B5EF4-FFF2-40B4-BE49-F238E27FC236}">
                    <a16:creationId xmlns:a16="http://schemas.microsoft.com/office/drawing/2014/main" id="{B1B67DFC-A146-C449-A287-9C289237B9CD}"/>
                  </a:ext>
                </a:extLst>
              </p:cNvPr>
              <p:cNvSpPr/>
              <p:nvPr/>
            </p:nvSpPr>
            <p:spPr>
              <a:xfrm>
                <a:off x="50031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6" name="Freeform 45725">
                <a:extLst>
                  <a:ext uri="{FF2B5EF4-FFF2-40B4-BE49-F238E27FC236}">
                    <a16:creationId xmlns:a16="http://schemas.microsoft.com/office/drawing/2014/main" id="{CD4D40F6-E6BF-A41A-E1A5-C10A755BB880}"/>
                  </a:ext>
                </a:extLst>
              </p:cNvPr>
              <p:cNvSpPr/>
              <p:nvPr/>
            </p:nvSpPr>
            <p:spPr>
              <a:xfrm>
                <a:off x="50036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7" name="Freeform 45726">
                <a:extLst>
                  <a:ext uri="{FF2B5EF4-FFF2-40B4-BE49-F238E27FC236}">
                    <a16:creationId xmlns:a16="http://schemas.microsoft.com/office/drawing/2014/main" id="{D859C1F3-1AA3-05DC-9D56-F0C930A33525}"/>
                  </a:ext>
                </a:extLst>
              </p:cNvPr>
              <p:cNvSpPr/>
              <p:nvPr/>
            </p:nvSpPr>
            <p:spPr>
              <a:xfrm>
                <a:off x="50042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8" name="Freeform 45727">
                <a:extLst>
                  <a:ext uri="{FF2B5EF4-FFF2-40B4-BE49-F238E27FC236}">
                    <a16:creationId xmlns:a16="http://schemas.microsoft.com/office/drawing/2014/main" id="{BD1ACF9F-C30B-F164-AF31-CFB88F5E34BB}"/>
                  </a:ext>
                </a:extLst>
              </p:cNvPr>
              <p:cNvSpPr/>
              <p:nvPr/>
            </p:nvSpPr>
            <p:spPr>
              <a:xfrm>
                <a:off x="50047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29" name="Freeform 45728">
                <a:extLst>
                  <a:ext uri="{FF2B5EF4-FFF2-40B4-BE49-F238E27FC236}">
                    <a16:creationId xmlns:a16="http://schemas.microsoft.com/office/drawing/2014/main" id="{DC051822-053D-F964-A65A-CA54171269FD}"/>
                  </a:ext>
                </a:extLst>
              </p:cNvPr>
              <p:cNvSpPr/>
              <p:nvPr/>
            </p:nvSpPr>
            <p:spPr>
              <a:xfrm>
                <a:off x="50052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0" name="Freeform 45729">
                <a:extLst>
                  <a:ext uri="{FF2B5EF4-FFF2-40B4-BE49-F238E27FC236}">
                    <a16:creationId xmlns:a16="http://schemas.microsoft.com/office/drawing/2014/main" id="{8B6C0561-98B4-A5EF-5039-430BD35404D7}"/>
                  </a:ext>
                </a:extLst>
              </p:cNvPr>
              <p:cNvSpPr/>
              <p:nvPr/>
            </p:nvSpPr>
            <p:spPr>
              <a:xfrm>
                <a:off x="500583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1" name="Freeform 45730">
                <a:extLst>
                  <a:ext uri="{FF2B5EF4-FFF2-40B4-BE49-F238E27FC236}">
                    <a16:creationId xmlns:a16="http://schemas.microsoft.com/office/drawing/2014/main" id="{674AAA69-A646-88A4-D2E0-EE04C92A9970}"/>
                  </a:ext>
                </a:extLst>
              </p:cNvPr>
              <p:cNvSpPr/>
              <p:nvPr/>
            </p:nvSpPr>
            <p:spPr>
              <a:xfrm>
                <a:off x="50063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2" name="Freeform 45731">
                <a:extLst>
                  <a:ext uri="{FF2B5EF4-FFF2-40B4-BE49-F238E27FC236}">
                    <a16:creationId xmlns:a16="http://schemas.microsoft.com/office/drawing/2014/main" id="{5D231742-1D5B-957C-5461-19702D335A1F}"/>
                  </a:ext>
                </a:extLst>
              </p:cNvPr>
              <p:cNvSpPr/>
              <p:nvPr/>
            </p:nvSpPr>
            <p:spPr>
              <a:xfrm>
                <a:off x="500682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3" name="Freeform 45732">
                <a:extLst>
                  <a:ext uri="{FF2B5EF4-FFF2-40B4-BE49-F238E27FC236}">
                    <a16:creationId xmlns:a16="http://schemas.microsoft.com/office/drawing/2014/main" id="{E0B8DA16-B9B0-3802-BF15-726BCF9C18CB}"/>
                  </a:ext>
                </a:extLst>
              </p:cNvPr>
              <p:cNvSpPr/>
              <p:nvPr/>
            </p:nvSpPr>
            <p:spPr>
              <a:xfrm>
                <a:off x="50074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4" name="Freeform 45733">
                <a:extLst>
                  <a:ext uri="{FF2B5EF4-FFF2-40B4-BE49-F238E27FC236}">
                    <a16:creationId xmlns:a16="http://schemas.microsoft.com/office/drawing/2014/main" id="{EFA66740-5B67-E38B-F768-42EDC449CED7}"/>
                  </a:ext>
                </a:extLst>
              </p:cNvPr>
              <p:cNvSpPr/>
              <p:nvPr/>
            </p:nvSpPr>
            <p:spPr>
              <a:xfrm>
                <a:off x="500792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5" name="Freeform 45734">
                <a:extLst>
                  <a:ext uri="{FF2B5EF4-FFF2-40B4-BE49-F238E27FC236}">
                    <a16:creationId xmlns:a16="http://schemas.microsoft.com/office/drawing/2014/main" id="{E150FBF4-ECDD-91E3-AEB9-A0F14FBB7851}"/>
                  </a:ext>
                </a:extLst>
              </p:cNvPr>
              <p:cNvSpPr/>
              <p:nvPr/>
            </p:nvSpPr>
            <p:spPr>
              <a:xfrm>
                <a:off x="500841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6" name="Freeform 45735">
                <a:extLst>
                  <a:ext uri="{FF2B5EF4-FFF2-40B4-BE49-F238E27FC236}">
                    <a16:creationId xmlns:a16="http://schemas.microsoft.com/office/drawing/2014/main" id="{B949DD08-43EB-3EBC-F2AD-876CD64015DC}"/>
                  </a:ext>
                </a:extLst>
              </p:cNvPr>
              <p:cNvSpPr/>
              <p:nvPr/>
            </p:nvSpPr>
            <p:spPr>
              <a:xfrm>
                <a:off x="500901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7" name="Freeform 45736">
                <a:extLst>
                  <a:ext uri="{FF2B5EF4-FFF2-40B4-BE49-F238E27FC236}">
                    <a16:creationId xmlns:a16="http://schemas.microsoft.com/office/drawing/2014/main" id="{6542B8A4-5DB2-8A25-EF30-AF84224A87E1}"/>
                  </a:ext>
                </a:extLst>
              </p:cNvPr>
              <p:cNvSpPr/>
              <p:nvPr/>
            </p:nvSpPr>
            <p:spPr>
              <a:xfrm>
                <a:off x="500950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8" name="Freeform 45737">
                <a:extLst>
                  <a:ext uri="{FF2B5EF4-FFF2-40B4-BE49-F238E27FC236}">
                    <a16:creationId xmlns:a16="http://schemas.microsoft.com/office/drawing/2014/main" id="{2C976427-8AE4-520D-390D-2EBCE6AD3341}"/>
                  </a:ext>
                </a:extLst>
              </p:cNvPr>
              <p:cNvSpPr/>
              <p:nvPr/>
            </p:nvSpPr>
            <p:spPr>
              <a:xfrm>
                <a:off x="501000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39" name="Freeform 45738">
                <a:extLst>
                  <a:ext uri="{FF2B5EF4-FFF2-40B4-BE49-F238E27FC236}">
                    <a16:creationId xmlns:a16="http://schemas.microsoft.com/office/drawing/2014/main" id="{46F18D13-1D14-4C6E-60A9-EFCBC55C8D76}"/>
                  </a:ext>
                </a:extLst>
              </p:cNvPr>
              <p:cNvSpPr/>
              <p:nvPr/>
            </p:nvSpPr>
            <p:spPr>
              <a:xfrm>
                <a:off x="50105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0" name="Freeform 45739">
                <a:extLst>
                  <a:ext uri="{FF2B5EF4-FFF2-40B4-BE49-F238E27FC236}">
                    <a16:creationId xmlns:a16="http://schemas.microsoft.com/office/drawing/2014/main" id="{F772647E-7D41-DE6B-BBE4-6DECAD2A8F62}"/>
                  </a:ext>
                </a:extLst>
              </p:cNvPr>
              <p:cNvSpPr/>
              <p:nvPr/>
            </p:nvSpPr>
            <p:spPr>
              <a:xfrm>
                <a:off x="50110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1" name="Freeform 45740">
                <a:extLst>
                  <a:ext uri="{FF2B5EF4-FFF2-40B4-BE49-F238E27FC236}">
                    <a16:creationId xmlns:a16="http://schemas.microsoft.com/office/drawing/2014/main" id="{90807232-416E-67A3-ED93-74F462090D20}"/>
                  </a:ext>
                </a:extLst>
              </p:cNvPr>
              <p:cNvSpPr/>
              <p:nvPr/>
            </p:nvSpPr>
            <p:spPr>
              <a:xfrm>
                <a:off x="50115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2" name="Freeform 45741">
                <a:extLst>
                  <a:ext uri="{FF2B5EF4-FFF2-40B4-BE49-F238E27FC236}">
                    <a16:creationId xmlns:a16="http://schemas.microsoft.com/office/drawing/2014/main" id="{79B2EBBA-7F4F-45A3-3460-781F552829E2}"/>
                  </a:ext>
                </a:extLst>
              </p:cNvPr>
              <p:cNvSpPr/>
              <p:nvPr/>
            </p:nvSpPr>
            <p:spPr>
              <a:xfrm>
                <a:off x="501218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3" name="Freeform 45742">
                <a:extLst>
                  <a:ext uri="{FF2B5EF4-FFF2-40B4-BE49-F238E27FC236}">
                    <a16:creationId xmlns:a16="http://schemas.microsoft.com/office/drawing/2014/main" id="{4FA9C020-6859-8CD9-5C18-9836DD9D9B4E}"/>
                  </a:ext>
                </a:extLst>
              </p:cNvPr>
              <p:cNvSpPr/>
              <p:nvPr/>
            </p:nvSpPr>
            <p:spPr>
              <a:xfrm>
                <a:off x="501268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4" name="Freeform 45743">
                <a:extLst>
                  <a:ext uri="{FF2B5EF4-FFF2-40B4-BE49-F238E27FC236}">
                    <a16:creationId xmlns:a16="http://schemas.microsoft.com/office/drawing/2014/main" id="{91CE2F5E-F4C5-2760-EDDC-09588BA50628}"/>
                  </a:ext>
                </a:extLst>
              </p:cNvPr>
              <p:cNvSpPr/>
              <p:nvPr/>
            </p:nvSpPr>
            <p:spPr>
              <a:xfrm>
                <a:off x="501317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5" name="Freeform 45744">
                <a:extLst>
                  <a:ext uri="{FF2B5EF4-FFF2-40B4-BE49-F238E27FC236}">
                    <a16:creationId xmlns:a16="http://schemas.microsoft.com/office/drawing/2014/main" id="{97E35C09-9170-20D2-885B-3B176E0EAB98}"/>
                  </a:ext>
                </a:extLst>
              </p:cNvPr>
              <p:cNvSpPr/>
              <p:nvPr/>
            </p:nvSpPr>
            <p:spPr>
              <a:xfrm>
                <a:off x="501377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6" name="Freeform 45745">
                <a:extLst>
                  <a:ext uri="{FF2B5EF4-FFF2-40B4-BE49-F238E27FC236}">
                    <a16:creationId xmlns:a16="http://schemas.microsoft.com/office/drawing/2014/main" id="{49E5AFAF-CC76-8CAA-E87E-5DF36A8D2960}"/>
                  </a:ext>
                </a:extLst>
              </p:cNvPr>
              <p:cNvSpPr/>
              <p:nvPr/>
            </p:nvSpPr>
            <p:spPr>
              <a:xfrm>
                <a:off x="501427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7" name="Freeform 45746">
                <a:extLst>
                  <a:ext uri="{FF2B5EF4-FFF2-40B4-BE49-F238E27FC236}">
                    <a16:creationId xmlns:a16="http://schemas.microsoft.com/office/drawing/2014/main" id="{25794FAB-83B8-7210-4BFE-A87B8749433D}"/>
                  </a:ext>
                </a:extLst>
              </p:cNvPr>
              <p:cNvSpPr/>
              <p:nvPr/>
            </p:nvSpPr>
            <p:spPr>
              <a:xfrm>
                <a:off x="501476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8" name="Freeform 45747">
                <a:extLst>
                  <a:ext uri="{FF2B5EF4-FFF2-40B4-BE49-F238E27FC236}">
                    <a16:creationId xmlns:a16="http://schemas.microsoft.com/office/drawing/2014/main" id="{2885EBD1-04C7-C5EF-F127-F76B0191A572}"/>
                  </a:ext>
                </a:extLst>
              </p:cNvPr>
              <p:cNvSpPr/>
              <p:nvPr/>
            </p:nvSpPr>
            <p:spPr>
              <a:xfrm>
                <a:off x="50152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49" name="Freeform 45748">
                <a:extLst>
                  <a:ext uri="{FF2B5EF4-FFF2-40B4-BE49-F238E27FC236}">
                    <a16:creationId xmlns:a16="http://schemas.microsoft.com/office/drawing/2014/main" id="{3E999731-E6CF-DB16-B447-4055D280AC33}"/>
                  </a:ext>
                </a:extLst>
              </p:cNvPr>
              <p:cNvSpPr/>
              <p:nvPr/>
            </p:nvSpPr>
            <p:spPr>
              <a:xfrm>
                <a:off x="50158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0" name="Freeform 45749">
                <a:extLst>
                  <a:ext uri="{FF2B5EF4-FFF2-40B4-BE49-F238E27FC236}">
                    <a16:creationId xmlns:a16="http://schemas.microsoft.com/office/drawing/2014/main" id="{42098941-0C0B-8596-2DF8-58213400F1F2}"/>
                  </a:ext>
                </a:extLst>
              </p:cNvPr>
              <p:cNvSpPr/>
              <p:nvPr/>
            </p:nvSpPr>
            <p:spPr>
              <a:xfrm>
                <a:off x="50163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1" name="Freeform 45750">
                <a:extLst>
                  <a:ext uri="{FF2B5EF4-FFF2-40B4-BE49-F238E27FC236}">
                    <a16:creationId xmlns:a16="http://schemas.microsoft.com/office/drawing/2014/main" id="{8BCF8D99-5F45-8B6D-26B9-D352B70D9A1C}"/>
                  </a:ext>
                </a:extLst>
              </p:cNvPr>
              <p:cNvSpPr/>
              <p:nvPr/>
            </p:nvSpPr>
            <p:spPr>
              <a:xfrm>
                <a:off x="50168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2" name="Freeform 45751">
                <a:extLst>
                  <a:ext uri="{FF2B5EF4-FFF2-40B4-BE49-F238E27FC236}">
                    <a16:creationId xmlns:a16="http://schemas.microsoft.com/office/drawing/2014/main" id="{67318047-0294-CE68-98A1-4C2157A58C50}"/>
                  </a:ext>
                </a:extLst>
              </p:cNvPr>
              <p:cNvSpPr/>
              <p:nvPr/>
            </p:nvSpPr>
            <p:spPr>
              <a:xfrm>
                <a:off x="50174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3" name="Freeform 45752">
                <a:extLst>
                  <a:ext uri="{FF2B5EF4-FFF2-40B4-BE49-F238E27FC236}">
                    <a16:creationId xmlns:a16="http://schemas.microsoft.com/office/drawing/2014/main" id="{6DC14465-97F4-5E3A-6E77-1B05795D96C6}"/>
                  </a:ext>
                </a:extLst>
              </p:cNvPr>
              <p:cNvSpPr/>
              <p:nvPr/>
            </p:nvSpPr>
            <p:spPr>
              <a:xfrm>
                <a:off x="50179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4" name="Freeform 45753">
                <a:extLst>
                  <a:ext uri="{FF2B5EF4-FFF2-40B4-BE49-F238E27FC236}">
                    <a16:creationId xmlns:a16="http://schemas.microsoft.com/office/drawing/2014/main" id="{A4868C78-959F-77B5-C20F-59311027B957}"/>
                  </a:ext>
                </a:extLst>
              </p:cNvPr>
              <p:cNvSpPr/>
              <p:nvPr/>
            </p:nvSpPr>
            <p:spPr>
              <a:xfrm>
                <a:off x="50184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5" name="Freeform 45754">
                <a:extLst>
                  <a:ext uri="{FF2B5EF4-FFF2-40B4-BE49-F238E27FC236}">
                    <a16:creationId xmlns:a16="http://schemas.microsoft.com/office/drawing/2014/main" id="{DF9B995E-17B5-1125-3691-6A2ECF762807}"/>
                  </a:ext>
                </a:extLst>
              </p:cNvPr>
              <p:cNvSpPr/>
              <p:nvPr/>
            </p:nvSpPr>
            <p:spPr>
              <a:xfrm>
                <a:off x="50190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6" name="Freeform 45755">
                <a:extLst>
                  <a:ext uri="{FF2B5EF4-FFF2-40B4-BE49-F238E27FC236}">
                    <a16:creationId xmlns:a16="http://schemas.microsoft.com/office/drawing/2014/main" id="{DADF6635-A5F8-8660-065E-34B5BC18B0F3}"/>
                  </a:ext>
                </a:extLst>
              </p:cNvPr>
              <p:cNvSpPr/>
              <p:nvPr/>
            </p:nvSpPr>
            <p:spPr>
              <a:xfrm>
                <a:off x="501952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7" name="Freeform 45756">
                <a:extLst>
                  <a:ext uri="{FF2B5EF4-FFF2-40B4-BE49-F238E27FC236}">
                    <a16:creationId xmlns:a16="http://schemas.microsoft.com/office/drawing/2014/main" id="{F3BC0D87-F44E-587F-8FBB-B49DF3CB1803}"/>
                  </a:ext>
                </a:extLst>
              </p:cNvPr>
              <p:cNvSpPr/>
              <p:nvPr/>
            </p:nvSpPr>
            <p:spPr>
              <a:xfrm>
                <a:off x="502002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8" name="Freeform 45757">
                <a:extLst>
                  <a:ext uri="{FF2B5EF4-FFF2-40B4-BE49-F238E27FC236}">
                    <a16:creationId xmlns:a16="http://schemas.microsoft.com/office/drawing/2014/main" id="{A0632819-F5E6-E6AD-88C8-097B4FEFD85C}"/>
                  </a:ext>
                </a:extLst>
              </p:cNvPr>
              <p:cNvSpPr/>
              <p:nvPr/>
            </p:nvSpPr>
            <p:spPr>
              <a:xfrm>
                <a:off x="502062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59" name="Freeform 45758">
                <a:extLst>
                  <a:ext uri="{FF2B5EF4-FFF2-40B4-BE49-F238E27FC236}">
                    <a16:creationId xmlns:a16="http://schemas.microsoft.com/office/drawing/2014/main" id="{81A9C07A-20C7-F6D2-0788-3B9E1C7F3C38}"/>
                  </a:ext>
                </a:extLst>
              </p:cNvPr>
              <p:cNvSpPr/>
              <p:nvPr/>
            </p:nvSpPr>
            <p:spPr>
              <a:xfrm>
                <a:off x="502111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0" name="Freeform 45759">
                <a:extLst>
                  <a:ext uri="{FF2B5EF4-FFF2-40B4-BE49-F238E27FC236}">
                    <a16:creationId xmlns:a16="http://schemas.microsoft.com/office/drawing/2014/main" id="{0710F2AC-1E28-8252-2A9B-5F0F933FC49C}"/>
                  </a:ext>
                </a:extLst>
              </p:cNvPr>
              <p:cNvSpPr/>
              <p:nvPr/>
            </p:nvSpPr>
            <p:spPr>
              <a:xfrm>
                <a:off x="502161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1" name="Freeform 45760">
                <a:extLst>
                  <a:ext uri="{FF2B5EF4-FFF2-40B4-BE49-F238E27FC236}">
                    <a16:creationId xmlns:a16="http://schemas.microsoft.com/office/drawing/2014/main" id="{73D7E5C4-F953-3A9D-F6B2-207503FC269C}"/>
                  </a:ext>
                </a:extLst>
              </p:cNvPr>
              <p:cNvSpPr/>
              <p:nvPr/>
            </p:nvSpPr>
            <p:spPr>
              <a:xfrm>
                <a:off x="502220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2" name="Freeform 45761">
                <a:extLst>
                  <a:ext uri="{FF2B5EF4-FFF2-40B4-BE49-F238E27FC236}">
                    <a16:creationId xmlns:a16="http://schemas.microsoft.com/office/drawing/2014/main" id="{DD53F151-AC97-4E35-FE5C-CBE8D412AE9C}"/>
                  </a:ext>
                </a:extLst>
              </p:cNvPr>
              <p:cNvSpPr/>
              <p:nvPr/>
            </p:nvSpPr>
            <p:spPr>
              <a:xfrm>
                <a:off x="502270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3" name="Freeform 45762">
                <a:extLst>
                  <a:ext uri="{FF2B5EF4-FFF2-40B4-BE49-F238E27FC236}">
                    <a16:creationId xmlns:a16="http://schemas.microsoft.com/office/drawing/2014/main" id="{720062C8-EE69-60A6-3670-19127C35BBD4}"/>
                  </a:ext>
                </a:extLst>
              </p:cNvPr>
              <p:cNvSpPr/>
              <p:nvPr/>
            </p:nvSpPr>
            <p:spPr>
              <a:xfrm>
                <a:off x="502319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4" name="Freeform 45763">
                <a:extLst>
                  <a:ext uri="{FF2B5EF4-FFF2-40B4-BE49-F238E27FC236}">
                    <a16:creationId xmlns:a16="http://schemas.microsoft.com/office/drawing/2014/main" id="{4AD84B6C-67D0-22FE-DEB8-F53E43A99441}"/>
                  </a:ext>
                </a:extLst>
              </p:cNvPr>
              <p:cNvSpPr/>
              <p:nvPr/>
            </p:nvSpPr>
            <p:spPr>
              <a:xfrm>
                <a:off x="50237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5" name="Freeform 45764">
                <a:extLst>
                  <a:ext uri="{FF2B5EF4-FFF2-40B4-BE49-F238E27FC236}">
                    <a16:creationId xmlns:a16="http://schemas.microsoft.com/office/drawing/2014/main" id="{A28F73A7-5FD3-4FCD-EC61-FDF36C99DEC2}"/>
                  </a:ext>
                </a:extLst>
              </p:cNvPr>
              <p:cNvSpPr/>
              <p:nvPr/>
            </p:nvSpPr>
            <p:spPr>
              <a:xfrm>
                <a:off x="50242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6" name="Freeform 45765">
                <a:extLst>
                  <a:ext uri="{FF2B5EF4-FFF2-40B4-BE49-F238E27FC236}">
                    <a16:creationId xmlns:a16="http://schemas.microsoft.com/office/drawing/2014/main" id="{E10B537D-EB3D-15BE-DC1D-0FD61F5DAD6E}"/>
                  </a:ext>
                </a:extLst>
              </p:cNvPr>
              <p:cNvSpPr/>
              <p:nvPr/>
            </p:nvSpPr>
            <p:spPr>
              <a:xfrm>
                <a:off x="50247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7" name="Freeform 45766">
                <a:extLst>
                  <a:ext uri="{FF2B5EF4-FFF2-40B4-BE49-F238E27FC236}">
                    <a16:creationId xmlns:a16="http://schemas.microsoft.com/office/drawing/2014/main" id="{8D99819B-BE5B-C1CB-2EBF-5A795AE66401}"/>
                  </a:ext>
                </a:extLst>
              </p:cNvPr>
              <p:cNvSpPr/>
              <p:nvPr/>
            </p:nvSpPr>
            <p:spPr>
              <a:xfrm>
                <a:off x="50253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8" name="Freeform 45767">
                <a:extLst>
                  <a:ext uri="{FF2B5EF4-FFF2-40B4-BE49-F238E27FC236}">
                    <a16:creationId xmlns:a16="http://schemas.microsoft.com/office/drawing/2014/main" id="{3CAC5102-EF47-99A1-AFDB-9C9FF864CFE2}"/>
                  </a:ext>
                </a:extLst>
              </p:cNvPr>
              <p:cNvSpPr/>
              <p:nvPr/>
            </p:nvSpPr>
            <p:spPr>
              <a:xfrm>
                <a:off x="50258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69" name="Freeform 45768">
                <a:extLst>
                  <a:ext uri="{FF2B5EF4-FFF2-40B4-BE49-F238E27FC236}">
                    <a16:creationId xmlns:a16="http://schemas.microsoft.com/office/drawing/2014/main" id="{5959427C-B96E-3325-CFFA-626B7360DFFC}"/>
                  </a:ext>
                </a:extLst>
              </p:cNvPr>
              <p:cNvSpPr/>
              <p:nvPr/>
            </p:nvSpPr>
            <p:spPr>
              <a:xfrm>
                <a:off x="502637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0" name="Freeform 45769">
                <a:extLst>
                  <a:ext uri="{FF2B5EF4-FFF2-40B4-BE49-F238E27FC236}">
                    <a16:creationId xmlns:a16="http://schemas.microsoft.com/office/drawing/2014/main" id="{27AADC72-75CC-8466-4156-98135341AC93}"/>
                  </a:ext>
                </a:extLst>
              </p:cNvPr>
              <p:cNvSpPr/>
              <p:nvPr/>
            </p:nvSpPr>
            <p:spPr>
              <a:xfrm>
                <a:off x="502687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1" name="Freeform 45770">
                <a:extLst>
                  <a:ext uri="{FF2B5EF4-FFF2-40B4-BE49-F238E27FC236}">
                    <a16:creationId xmlns:a16="http://schemas.microsoft.com/office/drawing/2014/main" id="{72DD771D-8048-7C7B-B4E3-5A7E226593E0}"/>
                  </a:ext>
                </a:extLst>
              </p:cNvPr>
              <p:cNvSpPr/>
              <p:nvPr/>
            </p:nvSpPr>
            <p:spPr>
              <a:xfrm>
                <a:off x="502746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2" name="Freeform 45771">
                <a:extLst>
                  <a:ext uri="{FF2B5EF4-FFF2-40B4-BE49-F238E27FC236}">
                    <a16:creationId xmlns:a16="http://schemas.microsoft.com/office/drawing/2014/main" id="{67AC4616-07B2-22B7-A141-8F25DD70D5F9}"/>
                  </a:ext>
                </a:extLst>
              </p:cNvPr>
              <p:cNvSpPr/>
              <p:nvPr/>
            </p:nvSpPr>
            <p:spPr>
              <a:xfrm>
                <a:off x="50279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3" name="Freeform 45772">
                <a:extLst>
                  <a:ext uri="{FF2B5EF4-FFF2-40B4-BE49-F238E27FC236}">
                    <a16:creationId xmlns:a16="http://schemas.microsoft.com/office/drawing/2014/main" id="{C77016FA-D5A7-0050-7D75-F810383F8C42}"/>
                  </a:ext>
                </a:extLst>
              </p:cNvPr>
              <p:cNvSpPr/>
              <p:nvPr/>
            </p:nvSpPr>
            <p:spPr>
              <a:xfrm>
                <a:off x="50284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4" name="Freeform 45773">
                <a:extLst>
                  <a:ext uri="{FF2B5EF4-FFF2-40B4-BE49-F238E27FC236}">
                    <a16:creationId xmlns:a16="http://schemas.microsoft.com/office/drawing/2014/main" id="{A9376AE8-7180-1F67-51F3-6A83E2C3C028}"/>
                  </a:ext>
                </a:extLst>
              </p:cNvPr>
              <p:cNvSpPr/>
              <p:nvPr/>
            </p:nvSpPr>
            <p:spPr>
              <a:xfrm>
                <a:off x="50290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5" name="Freeform 45774">
                <a:extLst>
                  <a:ext uri="{FF2B5EF4-FFF2-40B4-BE49-F238E27FC236}">
                    <a16:creationId xmlns:a16="http://schemas.microsoft.com/office/drawing/2014/main" id="{CDEEEAA5-E924-C6F2-BC60-5FB9D729591B}"/>
                  </a:ext>
                </a:extLst>
              </p:cNvPr>
              <p:cNvSpPr/>
              <p:nvPr/>
            </p:nvSpPr>
            <p:spPr>
              <a:xfrm>
                <a:off x="50295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6" name="Freeform 45775">
                <a:extLst>
                  <a:ext uri="{FF2B5EF4-FFF2-40B4-BE49-F238E27FC236}">
                    <a16:creationId xmlns:a16="http://schemas.microsoft.com/office/drawing/2014/main" id="{F8AA9D49-27EE-0137-454A-2C5C3625418E}"/>
                  </a:ext>
                </a:extLst>
              </p:cNvPr>
              <p:cNvSpPr/>
              <p:nvPr/>
            </p:nvSpPr>
            <p:spPr>
              <a:xfrm>
                <a:off x="50300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7" name="Freeform 45776">
                <a:extLst>
                  <a:ext uri="{FF2B5EF4-FFF2-40B4-BE49-F238E27FC236}">
                    <a16:creationId xmlns:a16="http://schemas.microsoft.com/office/drawing/2014/main" id="{191A5178-2459-D6B0-4749-C45A8C132C75}"/>
                  </a:ext>
                </a:extLst>
              </p:cNvPr>
              <p:cNvSpPr/>
              <p:nvPr/>
            </p:nvSpPr>
            <p:spPr>
              <a:xfrm>
                <a:off x="50306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8" name="Freeform 45777">
                <a:extLst>
                  <a:ext uri="{FF2B5EF4-FFF2-40B4-BE49-F238E27FC236}">
                    <a16:creationId xmlns:a16="http://schemas.microsoft.com/office/drawing/2014/main" id="{463C6B4C-7AF9-41F4-97E7-09701BA42050}"/>
                  </a:ext>
                </a:extLst>
              </p:cNvPr>
              <p:cNvSpPr/>
              <p:nvPr/>
            </p:nvSpPr>
            <p:spPr>
              <a:xfrm>
                <a:off x="50311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79" name="Freeform 45778">
                <a:extLst>
                  <a:ext uri="{FF2B5EF4-FFF2-40B4-BE49-F238E27FC236}">
                    <a16:creationId xmlns:a16="http://schemas.microsoft.com/office/drawing/2014/main" id="{A25898F0-FADE-1DBE-C486-8B698D6A6A64}"/>
                  </a:ext>
                </a:extLst>
              </p:cNvPr>
              <p:cNvSpPr/>
              <p:nvPr/>
            </p:nvSpPr>
            <p:spPr>
              <a:xfrm>
                <a:off x="503163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0" name="Freeform 45779">
                <a:extLst>
                  <a:ext uri="{FF2B5EF4-FFF2-40B4-BE49-F238E27FC236}">
                    <a16:creationId xmlns:a16="http://schemas.microsoft.com/office/drawing/2014/main" id="{19003D1F-75DC-1B8D-1EC6-2F52D1931653}"/>
                  </a:ext>
                </a:extLst>
              </p:cNvPr>
              <p:cNvSpPr/>
              <p:nvPr/>
            </p:nvSpPr>
            <p:spPr>
              <a:xfrm>
                <a:off x="503222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1" name="Freeform 45780">
                <a:extLst>
                  <a:ext uri="{FF2B5EF4-FFF2-40B4-BE49-F238E27FC236}">
                    <a16:creationId xmlns:a16="http://schemas.microsoft.com/office/drawing/2014/main" id="{ECB5188F-C41D-1B75-716E-5EAB8C8824D2}"/>
                  </a:ext>
                </a:extLst>
              </p:cNvPr>
              <p:cNvSpPr/>
              <p:nvPr/>
            </p:nvSpPr>
            <p:spPr>
              <a:xfrm>
                <a:off x="503272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2" name="Freeform 45781">
                <a:extLst>
                  <a:ext uri="{FF2B5EF4-FFF2-40B4-BE49-F238E27FC236}">
                    <a16:creationId xmlns:a16="http://schemas.microsoft.com/office/drawing/2014/main" id="{5E118E7D-A995-E326-88D5-E0C2C0E8C270}"/>
                  </a:ext>
                </a:extLst>
              </p:cNvPr>
              <p:cNvSpPr/>
              <p:nvPr/>
            </p:nvSpPr>
            <p:spPr>
              <a:xfrm>
                <a:off x="503322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3" name="Freeform 45782">
                <a:extLst>
                  <a:ext uri="{FF2B5EF4-FFF2-40B4-BE49-F238E27FC236}">
                    <a16:creationId xmlns:a16="http://schemas.microsoft.com/office/drawing/2014/main" id="{ED7F312B-56B2-9AB6-D449-60FE33CE3D68}"/>
                  </a:ext>
                </a:extLst>
              </p:cNvPr>
              <p:cNvSpPr/>
              <p:nvPr/>
            </p:nvSpPr>
            <p:spPr>
              <a:xfrm>
                <a:off x="503381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4" name="Freeform 45783">
                <a:extLst>
                  <a:ext uri="{FF2B5EF4-FFF2-40B4-BE49-F238E27FC236}">
                    <a16:creationId xmlns:a16="http://schemas.microsoft.com/office/drawing/2014/main" id="{876492DB-4A38-FD1D-31E6-8EAA26E4C1E3}"/>
                  </a:ext>
                </a:extLst>
              </p:cNvPr>
              <p:cNvSpPr/>
              <p:nvPr/>
            </p:nvSpPr>
            <p:spPr>
              <a:xfrm>
                <a:off x="5034312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5" name="Freeform 45784">
                <a:extLst>
                  <a:ext uri="{FF2B5EF4-FFF2-40B4-BE49-F238E27FC236}">
                    <a16:creationId xmlns:a16="http://schemas.microsoft.com/office/drawing/2014/main" id="{AF901941-04A3-AB53-EA64-A8D9D1C6866A}"/>
                  </a:ext>
                </a:extLst>
              </p:cNvPr>
              <p:cNvSpPr/>
              <p:nvPr/>
            </p:nvSpPr>
            <p:spPr>
              <a:xfrm>
                <a:off x="5034808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6" name="Freeform 45785">
                <a:extLst>
                  <a:ext uri="{FF2B5EF4-FFF2-40B4-BE49-F238E27FC236}">
                    <a16:creationId xmlns:a16="http://schemas.microsoft.com/office/drawing/2014/main" id="{31133301-81B0-3DD2-D0A6-376E0584F013}"/>
                  </a:ext>
                </a:extLst>
              </p:cNvPr>
              <p:cNvSpPr/>
              <p:nvPr/>
            </p:nvSpPr>
            <p:spPr>
              <a:xfrm>
                <a:off x="503540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7" name="Freeform 45786">
                <a:extLst>
                  <a:ext uri="{FF2B5EF4-FFF2-40B4-BE49-F238E27FC236}">
                    <a16:creationId xmlns:a16="http://schemas.microsoft.com/office/drawing/2014/main" id="{449DDC54-9295-92DA-17C6-F4BB95A8A92B}"/>
                  </a:ext>
                </a:extLst>
              </p:cNvPr>
              <p:cNvSpPr/>
              <p:nvPr/>
            </p:nvSpPr>
            <p:spPr>
              <a:xfrm>
                <a:off x="5035899" y="6034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8" name="Freeform 45787">
                <a:extLst>
                  <a:ext uri="{FF2B5EF4-FFF2-40B4-BE49-F238E27FC236}">
                    <a16:creationId xmlns:a16="http://schemas.microsoft.com/office/drawing/2014/main" id="{74DDCD81-C506-4736-044B-C459D8A36A1A}"/>
                  </a:ext>
                </a:extLst>
              </p:cNvPr>
              <p:cNvSpPr/>
              <p:nvPr/>
            </p:nvSpPr>
            <p:spPr>
              <a:xfrm>
                <a:off x="50363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89" name="Freeform 45788">
                <a:extLst>
                  <a:ext uri="{FF2B5EF4-FFF2-40B4-BE49-F238E27FC236}">
                    <a16:creationId xmlns:a16="http://schemas.microsoft.com/office/drawing/2014/main" id="{EA42BACF-A5A8-04C6-9C3B-336ECBEBD023}"/>
                  </a:ext>
                </a:extLst>
              </p:cNvPr>
              <p:cNvSpPr/>
              <p:nvPr/>
            </p:nvSpPr>
            <p:spPr>
              <a:xfrm>
                <a:off x="50369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0" name="Freeform 45789">
                <a:extLst>
                  <a:ext uri="{FF2B5EF4-FFF2-40B4-BE49-F238E27FC236}">
                    <a16:creationId xmlns:a16="http://schemas.microsoft.com/office/drawing/2014/main" id="{8F867E0F-3755-231C-EDE7-E38F2CC89F27}"/>
                  </a:ext>
                </a:extLst>
              </p:cNvPr>
              <p:cNvSpPr/>
              <p:nvPr/>
            </p:nvSpPr>
            <p:spPr>
              <a:xfrm>
                <a:off x="50374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1" name="Freeform 45790">
                <a:extLst>
                  <a:ext uri="{FF2B5EF4-FFF2-40B4-BE49-F238E27FC236}">
                    <a16:creationId xmlns:a16="http://schemas.microsoft.com/office/drawing/2014/main" id="{759F0528-1439-3A33-80D1-1031E71B92F9}"/>
                  </a:ext>
                </a:extLst>
              </p:cNvPr>
              <p:cNvSpPr/>
              <p:nvPr/>
            </p:nvSpPr>
            <p:spPr>
              <a:xfrm>
                <a:off x="50379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2" name="Freeform 45791">
                <a:extLst>
                  <a:ext uri="{FF2B5EF4-FFF2-40B4-BE49-F238E27FC236}">
                    <a16:creationId xmlns:a16="http://schemas.microsoft.com/office/drawing/2014/main" id="{EE909881-7FD2-AE1E-F948-121218351EC1}"/>
                  </a:ext>
                </a:extLst>
              </p:cNvPr>
              <p:cNvSpPr/>
              <p:nvPr/>
            </p:nvSpPr>
            <p:spPr>
              <a:xfrm>
                <a:off x="503847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3" name="Freeform 45792">
                <a:extLst>
                  <a:ext uri="{FF2B5EF4-FFF2-40B4-BE49-F238E27FC236}">
                    <a16:creationId xmlns:a16="http://schemas.microsoft.com/office/drawing/2014/main" id="{38CD876D-FFC9-A9CA-D5E7-1A478998FF25}"/>
                  </a:ext>
                </a:extLst>
              </p:cNvPr>
              <p:cNvSpPr/>
              <p:nvPr/>
            </p:nvSpPr>
            <p:spPr>
              <a:xfrm>
                <a:off x="503907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4" name="Freeform 45793">
                <a:extLst>
                  <a:ext uri="{FF2B5EF4-FFF2-40B4-BE49-F238E27FC236}">
                    <a16:creationId xmlns:a16="http://schemas.microsoft.com/office/drawing/2014/main" id="{D14A1740-806F-8C79-3A9A-E2507B1565D7}"/>
                  </a:ext>
                </a:extLst>
              </p:cNvPr>
              <p:cNvSpPr/>
              <p:nvPr/>
            </p:nvSpPr>
            <p:spPr>
              <a:xfrm>
                <a:off x="503957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5" name="Freeform 45794">
                <a:extLst>
                  <a:ext uri="{FF2B5EF4-FFF2-40B4-BE49-F238E27FC236}">
                    <a16:creationId xmlns:a16="http://schemas.microsoft.com/office/drawing/2014/main" id="{0DEBD2B2-C659-3438-B02D-AEA9D15D870A}"/>
                  </a:ext>
                </a:extLst>
              </p:cNvPr>
              <p:cNvSpPr/>
              <p:nvPr/>
            </p:nvSpPr>
            <p:spPr>
              <a:xfrm>
                <a:off x="504006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6" name="Freeform 45795">
                <a:extLst>
                  <a:ext uri="{FF2B5EF4-FFF2-40B4-BE49-F238E27FC236}">
                    <a16:creationId xmlns:a16="http://schemas.microsoft.com/office/drawing/2014/main" id="{8491DA1D-5C16-D84C-7221-24854CA21DD4}"/>
                  </a:ext>
                </a:extLst>
              </p:cNvPr>
              <p:cNvSpPr/>
              <p:nvPr/>
            </p:nvSpPr>
            <p:spPr>
              <a:xfrm>
                <a:off x="50406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7" name="Freeform 45796">
                <a:extLst>
                  <a:ext uri="{FF2B5EF4-FFF2-40B4-BE49-F238E27FC236}">
                    <a16:creationId xmlns:a16="http://schemas.microsoft.com/office/drawing/2014/main" id="{C2D0C7E5-6CA5-B4B1-2E44-3613C9EFB389}"/>
                  </a:ext>
                </a:extLst>
              </p:cNvPr>
              <p:cNvSpPr/>
              <p:nvPr/>
            </p:nvSpPr>
            <p:spPr>
              <a:xfrm>
                <a:off x="50411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8" name="Freeform 45797">
                <a:extLst>
                  <a:ext uri="{FF2B5EF4-FFF2-40B4-BE49-F238E27FC236}">
                    <a16:creationId xmlns:a16="http://schemas.microsoft.com/office/drawing/2014/main" id="{EDF09121-B717-5C5F-8683-6A9AA0DB756F}"/>
                  </a:ext>
                </a:extLst>
              </p:cNvPr>
              <p:cNvSpPr/>
              <p:nvPr/>
            </p:nvSpPr>
            <p:spPr>
              <a:xfrm>
                <a:off x="50416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99" name="Freeform 45798">
                <a:extLst>
                  <a:ext uri="{FF2B5EF4-FFF2-40B4-BE49-F238E27FC236}">
                    <a16:creationId xmlns:a16="http://schemas.microsoft.com/office/drawing/2014/main" id="{F1232920-389C-E8FE-E7D0-CA4023DBC282}"/>
                  </a:ext>
                </a:extLst>
              </p:cNvPr>
              <p:cNvSpPr/>
              <p:nvPr/>
            </p:nvSpPr>
            <p:spPr>
              <a:xfrm>
                <a:off x="50422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0" name="Freeform 45799">
                <a:extLst>
                  <a:ext uri="{FF2B5EF4-FFF2-40B4-BE49-F238E27FC236}">
                    <a16:creationId xmlns:a16="http://schemas.microsoft.com/office/drawing/2014/main" id="{15B042A0-E6C0-C90E-0997-1EBDC1FBDB2A}"/>
                  </a:ext>
                </a:extLst>
              </p:cNvPr>
              <p:cNvSpPr/>
              <p:nvPr/>
            </p:nvSpPr>
            <p:spPr>
              <a:xfrm>
                <a:off x="50427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1" name="Freeform 45800">
                <a:extLst>
                  <a:ext uri="{FF2B5EF4-FFF2-40B4-BE49-F238E27FC236}">
                    <a16:creationId xmlns:a16="http://schemas.microsoft.com/office/drawing/2014/main" id="{F5047DC6-C557-70DC-8BA2-21EB05A398CA}"/>
                  </a:ext>
                </a:extLst>
              </p:cNvPr>
              <p:cNvSpPr/>
              <p:nvPr/>
            </p:nvSpPr>
            <p:spPr>
              <a:xfrm>
                <a:off x="50432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2" name="Freeform 45801">
                <a:extLst>
                  <a:ext uri="{FF2B5EF4-FFF2-40B4-BE49-F238E27FC236}">
                    <a16:creationId xmlns:a16="http://schemas.microsoft.com/office/drawing/2014/main" id="{F3EC5B6F-7972-D0FC-D555-9EE2B8164490}"/>
                  </a:ext>
                </a:extLst>
              </p:cNvPr>
              <p:cNvSpPr/>
              <p:nvPr/>
            </p:nvSpPr>
            <p:spPr>
              <a:xfrm>
                <a:off x="50438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3" name="Freeform 45802">
                <a:extLst>
                  <a:ext uri="{FF2B5EF4-FFF2-40B4-BE49-F238E27FC236}">
                    <a16:creationId xmlns:a16="http://schemas.microsoft.com/office/drawing/2014/main" id="{978E8578-1E15-5940-252A-60E8D9CCEC29}"/>
                  </a:ext>
                </a:extLst>
              </p:cNvPr>
              <p:cNvSpPr/>
              <p:nvPr/>
            </p:nvSpPr>
            <p:spPr>
              <a:xfrm>
                <a:off x="50443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4" name="Freeform 45803">
                <a:extLst>
                  <a:ext uri="{FF2B5EF4-FFF2-40B4-BE49-F238E27FC236}">
                    <a16:creationId xmlns:a16="http://schemas.microsoft.com/office/drawing/2014/main" id="{54D113BD-1715-7A93-E51F-0CE5C6F2B83D}"/>
                  </a:ext>
                </a:extLst>
              </p:cNvPr>
              <p:cNvSpPr/>
              <p:nvPr/>
            </p:nvSpPr>
            <p:spPr>
              <a:xfrm>
                <a:off x="504482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5" name="Freeform 45804">
                <a:extLst>
                  <a:ext uri="{FF2B5EF4-FFF2-40B4-BE49-F238E27FC236}">
                    <a16:creationId xmlns:a16="http://schemas.microsoft.com/office/drawing/2014/main" id="{D371324A-87AF-519E-D136-B5A29344A100}"/>
                  </a:ext>
                </a:extLst>
              </p:cNvPr>
              <p:cNvSpPr/>
              <p:nvPr/>
            </p:nvSpPr>
            <p:spPr>
              <a:xfrm>
                <a:off x="504542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6" name="Freeform 45805">
                <a:extLst>
                  <a:ext uri="{FF2B5EF4-FFF2-40B4-BE49-F238E27FC236}">
                    <a16:creationId xmlns:a16="http://schemas.microsoft.com/office/drawing/2014/main" id="{D722D73B-CB9E-F7F4-47B9-59A7FB686C97}"/>
                  </a:ext>
                </a:extLst>
              </p:cNvPr>
              <p:cNvSpPr/>
              <p:nvPr/>
            </p:nvSpPr>
            <p:spPr>
              <a:xfrm>
                <a:off x="504592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7" name="Freeform 45806">
                <a:extLst>
                  <a:ext uri="{FF2B5EF4-FFF2-40B4-BE49-F238E27FC236}">
                    <a16:creationId xmlns:a16="http://schemas.microsoft.com/office/drawing/2014/main" id="{177C5A77-7170-5DB3-981A-A3D33D92EADE}"/>
                  </a:ext>
                </a:extLst>
              </p:cNvPr>
              <p:cNvSpPr/>
              <p:nvPr/>
            </p:nvSpPr>
            <p:spPr>
              <a:xfrm>
                <a:off x="504641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8" name="Freeform 45807">
                <a:extLst>
                  <a:ext uri="{FF2B5EF4-FFF2-40B4-BE49-F238E27FC236}">
                    <a16:creationId xmlns:a16="http://schemas.microsoft.com/office/drawing/2014/main" id="{AF849DBD-5D26-35AB-8888-B80474A9F812}"/>
                  </a:ext>
                </a:extLst>
              </p:cNvPr>
              <p:cNvSpPr/>
              <p:nvPr/>
            </p:nvSpPr>
            <p:spPr>
              <a:xfrm>
                <a:off x="5047012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09" name="Freeform 45808">
                <a:extLst>
                  <a:ext uri="{FF2B5EF4-FFF2-40B4-BE49-F238E27FC236}">
                    <a16:creationId xmlns:a16="http://schemas.microsoft.com/office/drawing/2014/main" id="{B6EBD3FD-E1D6-3B2E-4A5B-7A155CC9FA42}"/>
                  </a:ext>
                </a:extLst>
              </p:cNvPr>
              <p:cNvSpPr/>
              <p:nvPr/>
            </p:nvSpPr>
            <p:spPr>
              <a:xfrm>
                <a:off x="5047508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0" name="Freeform 45809">
                <a:extLst>
                  <a:ext uri="{FF2B5EF4-FFF2-40B4-BE49-F238E27FC236}">
                    <a16:creationId xmlns:a16="http://schemas.microsoft.com/office/drawing/2014/main" id="{59B5B1E4-787E-4555-E77C-6B5F86057B4E}"/>
                  </a:ext>
                </a:extLst>
              </p:cNvPr>
              <p:cNvSpPr/>
              <p:nvPr/>
            </p:nvSpPr>
            <p:spPr>
              <a:xfrm>
                <a:off x="504800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1" name="Freeform 45810">
                <a:extLst>
                  <a:ext uri="{FF2B5EF4-FFF2-40B4-BE49-F238E27FC236}">
                    <a16:creationId xmlns:a16="http://schemas.microsoft.com/office/drawing/2014/main" id="{DA418CB8-6566-4CB1-B8CB-04EB7F62F38E}"/>
                  </a:ext>
                </a:extLst>
              </p:cNvPr>
              <p:cNvSpPr/>
              <p:nvPr/>
            </p:nvSpPr>
            <p:spPr>
              <a:xfrm>
                <a:off x="5048599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2" name="Freeform 45811">
                <a:extLst>
                  <a:ext uri="{FF2B5EF4-FFF2-40B4-BE49-F238E27FC236}">
                    <a16:creationId xmlns:a16="http://schemas.microsoft.com/office/drawing/2014/main" id="{8294F58A-3134-7BF1-3502-67636E06B7D4}"/>
                  </a:ext>
                </a:extLst>
              </p:cNvPr>
              <p:cNvSpPr/>
              <p:nvPr/>
            </p:nvSpPr>
            <p:spPr>
              <a:xfrm>
                <a:off x="50490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3" name="Freeform 45812">
                <a:extLst>
                  <a:ext uri="{FF2B5EF4-FFF2-40B4-BE49-F238E27FC236}">
                    <a16:creationId xmlns:a16="http://schemas.microsoft.com/office/drawing/2014/main" id="{40C92DA3-7141-6AB9-E34C-D6E59A19A50A}"/>
                  </a:ext>
                </a:extLst>
              </p:cNvPr>
              <p:cNvSpPr/>
              <p:nvPr/>
            </p:nvSpPr>
            <p:spPr>
              <a:xfrm>
                <a:off x="50495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4" name="Freeform 45813">
                <a:extLst>
                  <a:ext uri="{FF2B5EF4-FFF2-40B4-BE49-F238E27FC236}">
                    <a16:creationId xmlns:a16="http://schemas.microsoft.com/office/drawing/2014/main" id="{1302A49E-7E9D-AA3A-5818-9C663BF22A39}"/>
                  </a:ext>
                </a:extLst>
              </p:cNvPr>
              <p:cNvSpPr/>
              <p:nvPr/>
            </p:nvSpPr>
            <p:spPr>
              <a:xfrm>
                <a:off x="50501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5" name="Freeform 45814">
                <a:extLst>
                  <a:ext uri="{FF2B5EF4-FFF2-40B4-BE49-F238E27FC236}">
                    <a16:creationId xmlns:a16="http://schemas.microsoft.com/office/drawing/2014/main" id="{A966946E-EA09-A306-41E8-1729BD683208}"/>
                  </a:ext>
                </a:extLst>
              </p:cNvPr>
              <p:cNvSpPr/>
              <p:nvPr/>
            </p:nvSpPr>
            <p:spPr>
              <a:xfrm>
                <a:off x="50506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6" name="Freeform 45815">
                <a:extLst>
                  <a:ext uri="{FF2B5EF4-FFF2-40B4-BE49-F238E27FC236}">
                    <a16:creationId xmlns:a16="http://schemas.microsoft.com/office/drawing/2014/main" id="{A9FC4592-14E2-9865-3ABD-B5908BF3FC77}"/>
                  </a:ext>
                </a:extLst>
              </p:cNvPr>
              <p:cNvSpPr/>
              <p:nvPr/>
            </p:nvSpPr>
            <p:spPr>
              <a:xfrm>
                <a:off x="50511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7" name="Freeform 45816">
                <a:extLst>
                  <a:ext uri="{FF2B5EF4-FFF2-40B4-BE49-F238E27FC236}">
                    <a16:creationId xmlns:a16="http://schemas.microsoft.com/office/drawing/2014/main" id="{F12C2800-380F-27BA-D461-1BE5FCE2CA0A}"/>
                  </a:ext>
                </a:extLst>
              </p:cNvPr>
              <p:cNvSpPr/>
              <p:nvPr/>
            </p:nvSpPr>
            <p:spPr>
              <a:xfrm>
                <a:off x="505167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8" name="Freeform 45817">
                <a:extLst>
                  <a:ext uri="{FF2B5EF4-FFF2-40B4-BE49-F238E27FC236}">
                    <a16:creationId xmlns:a16="http://schemas.microsoft.com/office/drawing/2014/main" id="{D1F2BCFB-E637-1CE0-512C-B3C248D265E3}"/>
                  </a:ext>
                </a:extLst>
              </p:cNvPr>
              <p:cNvSpPr/>
              <p:nvPr/>
            </p:nvSpPr>
            <p:spPr>
              <a:xfrm>
                <a:off x="505227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19" name="Freeform 45818">
                <a:extLst>
                  <a:ext uri="{FF2B5EF4-FFF2-40B4-BE49-F238E27FC236}">
                    <a16:creationId xmlns:a16="http://schemas.microsoft.com/office/drawing/2014/main" id="{CF14F57D-3AE7-D4BF-62B0-06DF3E249D4A}"/>
                  </a:ext>
                </a:extLst>
              </p:cNvPr>
              <p:cNvSpPr/>
              <p:nvPr/>
            </p:nvSpPr>
            <p:spPr>
              <a:xfrm>
                <a:off x="505276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0" name="Freeform 45819">
                <a:extLst>
                  <a:ext uri="{FF2B5EF4-FFF2-40B4-BE49-F238E27FC236}">
                    <a16:creationId xmlns:a16="http://schemas.microsoft.com/office/drawing/2014/main" id="{6A0FBE6F-09FA-43E7-E543-CE9792EB150E}"/>
                  </a:ext>
                </a:extLst>
              </p:cNvPr>
              <p:cNvSpPr/>
              <p:nvPr/>
            </p:nvSpPr>
            <p:spPr>
              <a:xfrm>
                <a:off x="50532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1" name="Freeform 45820">
                <a:extLst>
                  <a:ext uri="{FF2B5EF4-FFF2-40B4-BE49-F238E27FC236}">
                    <a16:creationId xmlns:a16="http://schemas.microsoft.com/office/drawing/2014/main" id="{DEFB3B7A-B40C-828A-F646-75339C210195}"/>
                  </a:ext>
                </a:extLst>
              </p:cNvPr>
              <p:cNvSpPr/>
              <p:nvPr/>
            </p:nvSpPr>
            <p:spPr>
              <a:xfrm>
                <a:off x="50538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2" name="Freeform 45821">
                <a:extLst>
                  <a:ext uri="{FF2B5EF4-FFF2-40B4-BE49-F238E27FC236}">
                    <a16:creationId xmlns:a16="http://schemas.microsoft.com/office/drawing/2014/main" id="{28652B5D-6CC2-891F-0067-84BDCEDD4D65}"/>
                  </a:ext>
                </a:extLst>
              </p:cNvPr>
              <p:cNvSpPr/>
              <p:nvPr/>
            </p:nvSpPr>
            <p:spPr>
              <a:xfrm>
                <a:off x="50543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3" name="Freeform 45822">
                <a:extLst>
                  <a:ext uri="{FF2B5EF4-FFF2-40B4-BE49-F238E27FC236}">
                    <a16:creationId xmlns:a16="http://schemas.microsoft.com/office/drawing/2014/main" id="{4E6FB395-963C-3930-927C-78738CB85526}"/>
                  </a:ext>
                </a:extLst>
              </p:cNvPr>
              <p:cNvSpPr/>
              <p:nvPr/>
            </p:nvSpPr>
            <p:spPr>
              <a:xfrm>
                <a:off x="50548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4" name="Freeform 45823">
                <a:extLst>
                  <a:ext uri="{FF2B5EF4-FFF2-40B4-BE49-F238E27FC236}">
                    <a16:creationId xmlns:a16="http://schemas.microsoft.com/office/drawing/2014/main" id="{80154EDF-D0C7-CEBF-CB21-3E54E6F86DB5}"/>
                  </a:ext>
                </a:extLst>
              </p:cNvPr>
              <p:cNvSpPr/>
              <p:nvPr/>
            </p:nvSpPr>
            <p:spPr>
              <a:xfrm>
                <a:off x="50554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5" name="Freeform 45824">
                <a:extLst>
                  <a:ext uri="{FF2B5EF4-FFF2-40B4-BE49-F238E27FC236}">
                    <a16:creationId xmlns:a16="http://schemas.microsoft.com/office/drawing/2014/main" id="{3D02CA45-D4A1-3B96-712A-63562D886AF7}"/>
                  </a:ext>
                </a:extLst>
              </p:cNvPr>
              <p:cNvSpPr/>
              <p:nvPr/>
            </p:nvSpPr>
            <p:spPr>
              <a:xfrm>
                <a:off x="50559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6" name="Freeform 45825">
                <a:extLst>
                  <a:ext uri="{FF2B5EF4-FFF2-40B4-BE49-F238E27FC236}">
                    <a16:creationId xmlns:a16="http://schemas.microsoft.com/office/drawing/2014/main" id="{2D3CEC9C-1597-F36C-FA3A-08CC139FF4EF}"/>
                  </a:ext>
                </a:extLst>
              </p:cNvPr>
              <p:cNvSpPr/>
              <p:nvPr/>
            </p:nvSpPr>
            <p:spPr>
              <a:xfrm>
                <a:off x="50564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7" name="Freeform 45826">
                <a:extLst>
                  <a:ext uri="{FF2B5EF4-FFF2-40B4-BE49-F238E27FC236}">
                    <a16:creationId xmlns:a16="http://schemas.microsoft.com/office/drawing/2014/main" id="{722D5F43-96B3-008A-0BD7-096EF633E492}"/>
                  </a:ext>
                </a:extLst>
              </p:cNvPr>
              <p:cNvSpPr/>
              <p:nvPr/>
            </p:nvSpPr>
            <p:spPr>
              <a:xfrm>
                <a:off x="50570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8" name="Freeform 45827">
                <a:extLst>
                  <a:ext uri="{FF2B5EF4-FFF2-40B4-BE49-F238E27FC236}">
                    <a16:creationId xmlns:a16="http://schemas.microsoft.com/office/drawing/2014/main" id="{A76E7CB9-AF5F-8412-AF9F-8092F955C15B}"/>
                  </a:ext>
                </a:extLst>
              </p:cNvPr>
              <p:cNvSpPr/>
              <p:nvPr/>
            </p:nvSpPr>
            <p:spPr>
              <a:xfrm>
                <a:off x="50575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29" name="Freeform 45828">
                <a:extLst>
                  <a:ext uri="{FF2B5EF4-FFF2-40B4-BE49-F238E27FC236}">
                    <a16:creationId xmlns:a16="http://schemas.microsoft.com/office/drawing/2014/main" id="{A2B3108A-56E0-86AD-491C-C658B25DACF5}"/>
                  </a:ext>
                </a:extLst>
              </p:cNvPr>
              <p:cNvSpPr/>
              <p:nvPr/>
            </p:nvSpPr>
            <p:spPr>
              <a:xfrm>
                <a:off x="505802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0" name="Freeform 45829">
                <a:extLst>
                  <a:ext uri="{FF2B5EF4-FFF2-40B4-BE49-F238E27FC236}">
                    <a16:creationId xmlns:a16="http://schemas.microsoft.com/office/drawing/2014/main" id="{C0B5C2A8-AEF7-F7CD-3468-B94D139D9A0A}"/>
                  </a:ext>
                </a:extLst>
              </p:cNvPr>
              <p:cNvSpPr/>
              <p:nvPr/>
            </p:nvSpPr>
            <p:spPr>
              <a:xfrm>
                <a:off x="505862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1" name="Freeform 45830">
                <a:extLst>
                  <a:ext uri="{FF2B5EF4-FFF2-40B4-BE49-F238E27FC236}">
                    <a16:creationId xmlns:a16="http://schemas.microsoft.com/office/drawing/2014/main" id="{0114FEC8-17B6-7386-8E3E-C1B8FC013306}"/>
                  </a:ext>
                </a:extLst>
              </p:cNvPr>
              <p:cNvSpPr/>
              <p:nvPr/>
            </p:nvSpPr>
            <p:spPr>
              <a:xfrm>
                <a:off x="5059116" y="5942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2" name="Freeform 45831">
                <a:extLst>
                  <a:ext uri="{FF2B5EF4-FFF2-40B4-BE49-F238E27FC236}">
                    <a16:creationId xmlns:a16="http://schemas.microsoft.com/office/drawing/2014/main" id="{04C9F9D4-B072-4FED-131F-62C309CE5889}"/>
                  </a:ext>
                </a:extLst>
              </p:cNvPr>
              <p:cNvSpPr/>
              <p:nvPr/>
            </p:nvSpPr>
            <p:spPr>
              <a:xfrm>
                <a:off x="5059613" y="5916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3" name="Freeform 45832">
                <a:extLst>
                  <a:ext uri="{FF2B5EF4-FFF2-40B4-BE49-F238E27FC236}">
                    <a16:creationId xmlns:a16="http://schemas.microsoft.com/office/drawing/2014/main" id="{1CB41D56-22DB-49B7-0A23-97099F6A3284}"/>
                  </a:ext>
                </a:extLst>
              </p:cNvPr>
              <p:cNvSpPr/>
              <p:nvPr/>
            </p:nvSpPr>
            <p:spPr>
              <a:xfrm>
                <a:off x="5060208" y="5918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4" name="Freeform 45833">
                <a:extLst>
                  <a:ext uri="{FF2B5EF4-FFF2-40B4-BE49-F238E27FC236}">
                    <a16:creationId xmlns:a16="http://schemas.microsoft.com/office/drawing/2014/main" id="{C1F63CF7-3E3C-C581-2843-6EF79CEC1D97}"/>
                  </a:ext>
                </a:extLst>
              </p:cNvPr>
              <p:cNvSpPr/>
              <p:nvPr/>
            </p:nvSpPr>
            <p:spPr>
              <a:xfrm>
                <a:off x="5060704" y="592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5" name="Freeform 45834">
                <a:extLst>
                  <a:ext uri="{FF2B5EF4-FFF2-40B4-BE49-F238E27FC236}">
                    <a16:creationId xmlns:a16="http://schemas.microsoft.com/office/drawing/2014/main" id="{0451E16D-B332-3B52-F18C-15D54CDCEC62}"/>
                  </a:ext>
                </a:extLst>
              </p:cNvPr>
              <p:cNvSpPr/>
              <p:nvPr/>
            </p:nvSpPr>
            <p:spPr>
              <a:xfrm>
                <a:off x="5061200" y="586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6" name="Freeform 45835">
                <a:extLst>
                  <a:ext uri="{FF2B5EF4-FFF2-40B4-BE49-F238E27FC236}">
                    <a16:creationId xmlns:a16="http://schemas.microsoft.com/office/drawing/2014/main" id="{DFC86B46-1E00-49EC-BDB3-95AAF2111305}"/>
                  </a:ext>
                </a:extLst>
              </p:cNvPr>
              <p:cNvSpPr/>
              <p:nvPr/>
            </p:nvSpPr>
            <p:spPr>
              <a:xfrm>
                <a:off x="5061795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7" name="Freeform 45836">
                <a:extLst>
                  <a:ext uri="{FF2B5EF4-FFF2-40B4-BE49-F238E27FC236}">
                    <a16:creationId xmlns:a16="http://schemas.microsoft.com/office/drawing/2014/main" id="{682B100C-C634-7033-AE9D-E4CE21913A8E}"/>
                  </a:ext>
                </a:extLst>
              </p:cNvPr>
              <p:cNvSpPr/>
              <p:nvPr/>
            </p:nvSpPr>
            <p:spPr>
              <a:xfrm>
                <a:off x="5062291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8" name="Freeform 45837">
                <a:extLst>
                  <a:ext uri="{FF2B5EF4-FFF2-40B4-BE49-F238E27FC236}">
                    <a16:creationId xmlns:a16="http://schemas.microsoft.com/office/drawing/2014/main" id="{F33E43FB-C6D6-4CB1-31C0-9EDC69E3C4FB}"/>
                  </a:ext>
                </a:extLst>
              </p:cNvPr>
              <p:cNvSpPr/>
              <p:nvPr/>
            </p:nvSpPr>
            <p:spPr>
              <a:xfrm>
                <a:off x="5062788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39" name="Freeform 45838">
                <a:extLst>
                  <a:ext uri="{FF2B5EF4-FFF2-40B4-BE49-F238E27FC236}">
                    <a16:creationId xmlns:a16="http://schemas.microsoft.com/office/drawing/2014/main" id="{8D954EAE-7BA5-E92D-DED9-428852CBF95A}"/>
                  </a:ext>
                </a:extLst>
              </p:cNvPr>
              <p:cNvSpPr/>
              <p:nvPr/>
            </p:nvSpPr>
            <p:spPr>
              <a:xfrm>
                <a:off x="5063284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0" name="Freeform 45839">
                <a:extLst>
                  <a:ext uri="{FF2B5EF4-FFF2-40B4-BE49-F238E27FC236}">
                    <a16:creationId xmlns:a16="http://schemas.microsoft.com/office/drawing/2014/main" id="{F305E822-61DD-36CF-014D-9BAC49704836}"/>
                  </a:ext>
                </a:extLst>
              </p:cNvPr>
              <p:cNvSpPr/>
              <p:nvPr/>
            </p:nvSpPr>
            <p:spPr>
              <a:xfrm>
                <a:off x="5063879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1" name="Freeform 45840">
                <a:extLst>
                  <a:ext uri="{FF2B5EF4-FFF2-40B4-BE49-F238E27FC236}">
                    <a16:creationId xmlns:a16="http://schemas.microsoft.com/office/drawing/2014/main" id="{1FA21830-E97E-E824-95CC-A7FF50C6BFF5}"/>
                  </a:ext>
                </a:extLst>
              </p:cNvPr>
              <p:cNvSpPr/>
              <p:nvPr/>
            </p:nvSpPr>
            <p:spPr>
              <a:xfrm>
                <a:off x="5064375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2" name="Freeform 45841">
                <a:extLst>
                  <a:ext uri="{FF2B5EF4-FFF2-40B4-BE49-F238E27FC236}">
                    <a16:creationId xmlns:a16="http://schemas.microsoft.com/office/drawing/2014/main" id="{FD2EFE77-6271-0DE1-8230-EB8C5FD15E4A}"/>
                  </a:ext>
                </a:extLst>
              </p:cNvPr>
              <p:cNvSpPr/>
              <p:nvPr/>
            </p:nvSpPr>
            <p:spPr>
              <a:xfrm>
                <a:off x="5064871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3" name="Freeform 45842">
                <a:extLst>
                  <a:ext uri="{FF2B5EF4-FFF2-40B4-BE49-F238E27FC236}">
                    <a16:creationId xmlns:a16="http://schemas.microsoft.com/office/drawing/2014/main" id="{71CC3829-6A7D-BE76-F332-6D62EABCD9CC}"/>
                  </a:ext>
                </a:extLst>
              </p:cNvPr>
              <p:cNvSpPr/>
              <p:nvPr/>
            </p:nvSpPr>
            <p:spPr>
              <a:xfrm>
                <a:off x="5065466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4" name="Freeform 45843">
                <a:extLst>
                  <a:ext uri="{FF2B5EF4-FFF2-40B4-BE49-F238E27FC236}">
                    <a16:creationId xmlns:a16="http://schemas.microsoft.com/office/drawing/2014/main" id="{30A4E438-07BD-CB58-71B5-C6F1D44ED5AE}"/>
                  </a:ext>
                </a:extLst>
              </p:cNvPr>
              <p:cNvSpPr/>
              <p:nvPr/>
            </p:nvSpPr>
            <p:spPr>
              <a:xfrm>
                <a:off x="506596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5" name="Freeform 45844">
                <a:extLst>
                  <a:ext uri="{FF2B5EF4-FFF2-40B4-BE49-F238E27FC236}">
                    <a16:creationId xmlns:a16="http://schemas.microsoft.com/office/drawing/2014/main" id="{9A9362CD-AC23-7FBD-220B-01DB7D32592A}"/>
                  </a:ext>
                </a:extLst>
              </p:cNvPr>
              <p:cNvSpPr/>
              <p:nvPr/>
            </p:nvSpPr>
            <p:spPr>
              <a:xfrm>
                <a:off x="50664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6" name="Freeform 45845">
                <a:extLst>
                  <a:ext uri="{FF2B5EF4-FFF2-40B4-BE49-F238E27FC236}">
                    <a16:creationId xmlns:a16="http://schemas.microsoft.com/office/drawing/2014/main" id="{FE37A370-11D8-6C2A-7F32-A9459309B701}"/>
                  </a:ext>
                </a:extLst>
              </p:cNvPr>
              <p:cNvSpPr/>
              <p:nvPr/>
            </p:nvSpPr>
            <p:spPr>
              <a:xfrm>
                <a:off x="506705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7" name="Freeform 45846">
                <a:extLst>
                  <a:ext uri="{FF2B5EF4-FFF2-40B4-BE49-F238E27FC236}">
                    <a16:creationId xmlns:a16="http://schemas.microsoft.com/office/drawing/2014/main" id="{FA07BCA5-DD82-FBA3-97C1-D923F4C6F30A}"/>
                  </a:ext>
                </a:extLst>
              </p:cNvPr>
              <p:cNvSpPr/>
              <p:nvPr/>
            </p:nvSpPr>
            <p:spPr>
              <a:xfrm>
                <a:off x="50675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8" name="Freeform 45847">
                <a:extLst>
                  <a:ext uri="{FF2B5EF4-FFF2-40B4-BE49-F238E27FC236}">
                    <a16:creationId xmlns:a16="http://schemas.microsoft.com/office/drawing/2014/main" id="{B7B13A03-E732-1941-E2B3-5A7D0BF3A6FD}"/>
                  </a:ext>
                </a:extLst>
              </p:cNvPr>
              <p:cNvSpPr/>
              <p:nvPr/>
            </p:nvSpPr>
            <p:spPr>
              <a:xfrm>
                <a:off x="50680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49" name="Freeform 45848">
                <a:extLst>
                  <a:ext uri="{FF2B5EF4-FFF2-40B4-BE49-F238E27FC236}">
                    <a16:creationId xmlns:a16="http://schemas.microsoft.com/office/drawing/2014/main" id="{0EA7342B-5821-4F10-06E8-4F7B88F561C7}"/>
                  </a:ext>
                </a:extLst>
              </p:cNvPr>
              <p:cNvSpPr/>
              <p:nvPr/>
            </p:nvSpPr>
            <p:spPr>
              <a:xfrm>
                <a:off x="50686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0" name="Freeform 45849">
                <a:extLst>
                  <a:ext uri="{FF2B5EF4-FFF2-40B4-BE49-F238E27FC236}">
                    <a16:creationId xmlns:a16="http://schemas.microsoft.com/office/drawing/2014/main" id="{7FFE3FB3-9006-77F0-C431-8185F7A0EF4B}"/>
                  </a:ext>
                </a:extLst>
              </p:cNvPr>
              <p:cNvSpPr/>
              <p:nvPr/>
            </p:nvSpPr>
            <p:spPr>
              <a:xfrm>
                <a:off x="50691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1" name="Freeform 45850">
                <a:extLst>
                  <a:ext uri="{FF2B5EF4-FFF2-40B4-BE49-F238E27FC236}">
                    <a16:creationId xmlns:a16="http://schemas.microsoft.com/office/drawing/2014/main" id="{C7340DE1-59A2-2B5D-93CA-99AD648110D8}"/>
                  </a:ext>
                </a:extLst>
              </p:cNvPr>
              <p:cNvSpPr/>
              <p:nvPr/>
            </p:nvSpPr>
            <p:spPr>
              <a:xfrm>
                <a:off x="50696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2" name="Freeform 45851">
                <a:extLst>
                  <a:ext uri="{FF2B5EF4-FFF2-40B4-BE49-F238E27FC236}">
                    <a16:creationId xmlns:a16="http://schemas.microsoft.com/office/drawing/2014/main" id="{090756CB-6068-E6EB-2672-7EA01223FC50}"/>
                  </a:ext>
                </a:extLst>
              </p:cNvPr>
              <p:cNvSpPr/>
              <p:nvPr/>
            </p:nvSpPr>
            <p:spPr>
              <a:xfrm>
                <a:off x="50702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3" name="Freeform 45852">
                <a:extLst>
                  <a:ext uri="{FF2B5EF4-FFF2-40B4-BE49-F238E27FC236}">
                    <a16:creationId xmlns:a16="http://schemas.microsoft.com/office/drawing/2014/main" id="{8B4F6866-E6C8-507F-6CE1-B4485AED7FB8}"/>
                  </a:ext>
                </a:extLst>
              </p:cNvPr>
              <p:cNvSpPr/>
              <p:nvPr/>
            </p:nvSpPr>
            <p:spPr>
              <a:xfrm>
                <a:off x="507072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4" name="Freeform 45853">
                <a:extLst>
                  <a:ext uri="{FF2B5EF4-FFF2-40B4-BE49-F238E27FC236}">
                    <a16:creationId xmlns:a16="http://schemas.microsoft.com/office/drawing/2014/main" id="{FDF7085F-BA26-3890-BAA1-CD2E55EC0042}"/>
                  </a:ext>
                </a:extLst>
              </p:cNvPr>
              <p:cNvSpPr/>
              <p:nvPr/>
            </p:nvSpPr>
            <p:spPr>
              <a:xfrm>
                <a:off x="507122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5" name="Freeform 45854">
                <a:extLst>
                  <a:ext uri="{FF2B5EF4-FFF2-40B4-BE49-F238E27FC236}">
                    <a16:creationId xmlns:a16="http://schemas.microsoft.com/office/drawing/2014/main" id="{59AEDD8E-B357-C709-C000-A7EA5D51E2F3}"/>
                  </a:ext>
                </a:extLst>
              </p:cNvPr>
              <p:cNvSpPr/>
              <p:nvPr/>
            </p:nvSpPr>
            <p:spPr>
              <a:xfrm>
                <a:off x="5071816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6" name="Freeform 45855">
                <a:extLst>
                  <a:ext uri="{FF2B5EF4-FFF2-40B4-BE49-F238E27FC236}">
                    <a16:creationId xmlns:a16="http://schemas.microsoft.com/office/drawing/2014/main" id="{2C3C8DA0-57AB-7CD9-5084-CE33BB5CC355}"/>
                  </a:ext>
                </a:extLst>
              </p:cNvPr>
              <p:cNvSpPr/>
              <p:nvPr/>
            </p:nvSpPr>
            <p:spPr>
              <a:xfrm>
                <a:off x="5072313" y="5868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7" name="Freeform 45856">
                <a:extLst>
                  <a:ext uri="{FF2B5EF4-FFF2-40B4-BE49-F238E27FC236}">
                    <a16:creationId xmlns:a16="http://schemas.microsoft.com/office/drawing/2014/main" id="{1E8527C2-9C91-2E43-4D66-DA30F8FC1B80}"/>
                  </a:ext>
                </a:extLst>
              </p:cNvPr>
              <p:cNvSpPr/>
              <p:nvPr/>
            </p:nvSpPr>
            <p:spPr>
              <a:xfrm>
                <a:off x="5072809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8" name="Freeform 45857">
                <a:extLst>
                  <a:ext uri="{FF2B5EF4-FFF2-40B4-BE49-F238E27FC236}">
                    <a16:creationId xmlns:a16="http://schemas.microsoft.com/office/drawing/2014/main" id="{95CBED53-58A5-FF3D-218C-AFE59303D795}"/>
                  </a:ext>
                </a:extLst>
              </p:cNvPr>
              <p:cNvSpPr/>
              <p:nvPr/>
            </p:nvSpPr>
            <p:spPr>
              <a:xfrm>
                <a:off x="5073404" y="5930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59" name="Freeform 45858">
                <a:extLst>
                  <a:ext uri="{FF2B5EF4-FFF2-40B4-BE49-F238E27FC236}">
                    <a16:creationId xmlns:a16="http://schemas.microsoft.com/office/drawing/2014/main" id="{59671354-4AB9-FCD7-735D-1E450F24F95C}"/>
                  </a:ext>
                </a:extLst>
              </p:cNvPr>
              <p:cNvSpPr/>
              <p:nvPr/>
            </p:nvSpPr>
            <p:spPr>
              <a:xfrm>
                <a:off x="5073900" y="5855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0" name="Freeform 45859">
                <a:extLst>
                  <a:ext uri="{FF2B5EF4-FFF2-40B4-BE49-F238E27FC236}">
                    <a16:creationId xmlns:a16="http://schemas.microsoft.com/office/drawing/2014/main" id="{8EF0F400-A2D6-6287-9FB7-A0B42B9DEA45}"/>
                  </a:ext>
                </a:extLst>
              </p:cNvPr>
              <p:cNvSpPr/>
              <p:nvPr/>
            </p:nvSpPr>
            <p:spPr>
              <a:xfrm>
                <a:off x="5074396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1" name="Freeform 45860">
                <a:extLst>
                  <a:ext uri="{FF2B5EF4-FFF2-40B4-BE49-F238E27FC236}">
                    <a16:creationId xmlns:a16="http://schemas.microsoft.com/office/drawing/2014/main" id="{F76EB66B-998B-4C22-A3AC-B1E775A196B8}"/>
                  </a:ext>
                </a:extLst>
              </p:cNvPr>
              <p:cNvSpPr/>
              <p:nvPr/>
            </p:nvSpPr>
            <p:spPr>
              <a:xfrm>
                <a:off x="5074892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2" name="Freeform 45861">
                <a:extLst>
                  <a:ext uri="{FF2B5EF4-FFF2-40B4-BE49-F238E27FC236}">
                    <a16:creationId xmlns:a16="http://schemas.microsoft.com/office/drawing/2014/main" id="{C7FDF9A1-B787-7950-5AA9-D284EF27950B}"/>
                  </a:ext>
                </a:extLst>
              </p:cNvPr>
              <p:cNvSpPr/>
              <p:nvPr/>
            </p:nvSpPr>
            <p:spPr>
              <a:xfrm>
                <a:off x="50754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3" name="Freeform 45862">
                <a:extLst>
                  <a:ext uri="{FF2B5EF4-FFF2-40B4-BE49-F238E27FC236}">
                    <a16:creationId xmlns:a16="http://schemas.microsoft.com/office/drawing/2014/main" id="{9433E8E0-FC47-F332-E200-A8CA1F025236}"/>
                  </a:ext>
                </a:extLst>
              </p:cNvPr>
              <p:cNvSpPr/>
              <p:nvPr/>
            </p:nvSpPr>
            <p:spPr>
              <a:xfrm>
                <a:off x="50759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4" name="Freeform 45863">
                <a:extLst>
                  <a:ext uri="{FF2B5EF4-FFF2-40B4-BE49-F238E27FC236}">
                    <a16:creationId xmlns:a16="http://schemas.microsoft.com/office/drawing/2014/main" id="{0CD1AF44-CC17-AE64-7921-EAF7E6B9F781}"/>
                  </a:ext>
                </a:extLst>
              </p:cNvPr>
              <p:cNvSpPr/>
              <p:nvPr/>
            </p:nvSpPr>
            <p:spPr>
              <a:xfrm>
                <a:off x="50764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5" name="Freeform 45864">
                <a:extLst>
                  <a:ext uri="{FF2B5EF4-FFF2-40B4-BE49-F238E27FC236}">
                    <a16:creationId xmlns:a16="http://schemas.microsoft.com/office/drawing/2014/main" id="{B2EE164A-91B3-A024-0A85-C6B487D887DD}"/>
                  </a:ext>
                </a:extLst>
              </p:cNvPr>
              <p:cNvSpPr/>
              <p:nvPr/>
            </p:nvSpPr>
            <p:spPr>
              <a:xfrm>
                <a:off x="5077075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6" name="Freeform 45865">
                <a:extLst>
                  <a:ext uri="{FF2B5EF4-FFF2-40B4-BE49-F238E27FC236}">
                    <a16:creationId xmlns:a16="http://schemas.microsoft.com/office/drawing/2014/main" id="{6DB8A0E0-5AE3-58C6-D4FA-C59D904EA9A7}"/>
                  </a:ext>
                </a:extLst>
              </p:cNvPr>
              <p:cNvSpPr/>
              <p:nvPr/>
            </p:nvSpPr>
            <p:spPr>
              <a:xfrm>
                <a:off x="5077571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7" name="Freeform 45866">
                <a:extLst>
                  <a:ext uri="{FF2B5EF4-FFF2-40B4-BE49-F238E27FC236}">
                    <a16:creationId xmlns:a16="http://schemas.microsoft.com/office/drawing/2014/main" id="{28102B2D-C093-FC17-9AE0-E9506DC8533D}"/>
                  </a:ext>
                </a:extLst>
              </p:cNvPr>
              <p:cNvSpPr/>
              <p:nvPr/>
            </p:nvSpPr>
            <p:spPr>
              <a:xfrm>
                <a:off x="5078067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8" name="Freeform 45867">
                <a:extLst>
                  <a:ext uri="{FF2B5EF4-FFF2-40B4-BE49-F238E27FC236}">
                    <a16:creationId xmlns:a16="http://schemas.microsoft.com/office/drawing/2014/main" id="{4E974C5D-139F-624F-E31F-2C683A80EE3E}"/>
                  </a:ext>
                </a:extLst>
              </p:cNvPr>
              <p:cNvSpPr/>
              <p:nvPr/>
            </p:nvSpPr>
            <p:spPr>
              <a:xfrm>
                <a:off x="507866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69" name="Freeform 45868">
                <a:extLst>
                  <a:ext uri="{FF2B5EF4-FFF2-40B4-BE49-F238E27FC236}">
                    <a16:creationId xmlns:a16="http://schemas.microsoft.com/office/drawing/2014/main" id="{9789D45A-2E5B-F515-8116-BDF9EF0DA16D}"/>
                  </a:ext>
                </a:extLst>
              </p:cNvPr>
              <p:cNvSpPr/>
              <p:nvPr/>
            </p:nvSpPr>
            <p:spPr>
              <a:xfrm>
                <a:off x="50791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0" name="Freeform 45869">
                <a:extLst>
                  <a:ext uri="{FF2B5EF4-FFF2-40B4-BE49-F238E27FC236}">
                    <a16:creationId xmlns:a16="http://schemas.microsoft.com/office/drawing/2014/main" id="{2C9246E3-2FB8-41B8-0CB7-7C2970078231}"/>
                  </a:ext>
                </a:extLst>
              </p:cNvPr>
              <p:cNvSpPr/>
              <p:nvPr/>
            </p:nvSpPr>
            <p:spPr>
              <a:xfrm>
                <a:off x="50796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1" name="Freeform 45870">
                <a:extLst>
                  <a:ext uri="{FF2B5EF4-FFF2-40B4-BE49-F238E27FC236}">
                    <a16:creationId xmlns:a16="http://schemas.microsoft.com/office/drawing/2014/main" id="{23E3693D-4241-5D82-975E-E5080244DA2B}"/>
                  </a:ext>
                </a:extLst>
              </p:cNvPr>
              <p:cNvSpPr/>
              <p:nvPr/>
            </p:nvSpPr>
            <p:spPr>
              <a:xfrm>
                <a:off x="50802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2" name="Freeform 45871">
                <a:extLst>
                  <a:ext uri="{FF2B5EF4-FFF2-40B4-BE49-F238E27FC236}">
                    <a16:creationId xmlns:a16="http://schemas.microsoft.com/office/drawing/2014/main" id="{5A356325-4BDE-A8AF-37DA-47D86000509C}"/>
                  </a:ext>
                </a:extLst>
              </p:cNvPr>
              <p:cNvSpPr/>
              <p:nvPr/>
            </p:nvSpPr>
            <p:spPr>
              <a:xfrm>
                <a:off x="50807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3" name="Freeform 45872">
                <a:extLst>
                  <a:ext uri="{FF2B5EF4-FFF2-40B4-BE49-F238E27FC236}">
                    <a16:creationId xmlns:a16="http://schemas.microsoft.com/office/drawing/2014/main" id="{7BFE5DDB-37AD-160E-1A29-449812C3C6A1}"/>
                  </a:ext>
                </a:extLst>
              </p:cNvPr>
              <p:cNvSpPr/>
              <p:nvPr/>
            </p:nvSpPr>
            <p:spPr>
              <a:xfrm>
                <a:off x="50812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4" name="Freeform 45873">
                <a:extLst>
                  <a:ext uri="{FF2B5EF4-FFF2-40B4-BE49-F238E27FC236}">
                    <a16:creationId xmlns:a16="http://schemas.microsoft.com/office/drawing/2014/main" id="{A44ABD8C-4396-2144-B1AE-412A5F772AC1}"/>
                  </a:ext>
                </a:extLst>
              </p:cNvPr>
              <p:cNvSpPr/>
              <p:nvPr/>
            </p:nvSpPr>
            <p:spPr>
              <a:xfrm>
                <a:off x="50818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5" name="Freeform 45874">
                <a:extLst>
                  <a:ext uri="{FF2B5EF4-FFF2-40B4-BE49-F238E27FC236}">
                    <a16:creationId xmlns:a16="http://schemas.microsoft.com/office/drawing/2014/main" id="{E4885900-7E71-84C2-C1A3-4A6E9B5C0087}"/>
                  </a:ext>
                </a:extLst>
              </p:cNvPr>
              <p:cNvSpPr/>
              <p:nvPr/>
            </p:nvSpPr>
            <p:spPr>
              <a:xfrm>
                <a:off x="50823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6" name="Freeform 45875">
                <a:extLst>
                  <a:ext uri="{FF2B5EF4-FFF2-40B4-BE49-F238E27FC236}">
                    <a16:creationId xmlns:a16="http://schemas.microsoft.com/office/drawing/2014/main" id="{C47202E2-C389-D307-E546-1C05E5B7E7A4}"/>
                  </a:ext>
                </a:extLst>
              </p:cNvPr>
              <p:cNvSpPr/>
              <p:nvPr/>
            </p:nvSpPr>
            <p:spPr>
              <a:xfrm>
                <a:off x="50828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7" name="Freeform 45876">
                <a:extLst>
                  <a:ext uri="{FF2B5EF4-FFF2-40B4-BE49-F238E27FC236}">
                    <a16:creationId xmlns:a16="http://schemas.microsoft.com/office/drawing/2014/main" id="{9E29C86E-DD8B-A482-5EA7-D566B540DDB4}"/>
                  </a:ext>
                </a:extLst>
              </p:cNvPr>
              <p:cNvSpPr/>
              <p:nvPr/>
            </p:nvSpPr>
            <p:spPr>
              <a:xfrm>
                <a:off x="508342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8" name="Freeform 45877">
                <a:extLst>
                  <a:ext uri="{FF2B5EF4-FFF2-40B4-BE49-F238E27FC236}">
                    <a16:creationId xmlns:a16="http://schemas.microsoft.com/office/drawing/2014/main" id="{6B24B3E6-AE74-9176-76BF-D4612D325509}"/>
                  </a:ext>
                </a:extLst>
              </p:cNvPr>
              <p:cNvSpPr/>
              <p:nvPr/>
            </p:nvSpPr>
            <p:spPr>
              <a:xfrm>
                <a:off x="508392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79" name="Freeform 45878">
                <a:extLst>
                  <a:ext uri="{FF2B5EF4-FFF2-40B4-BE49-F238E27FC236}">
                    <a16:creationId xmlns:a16="http://schemas.microsoft.com/office/drawing/2014/main" id="{86E38003-8D32-7875-F157-8A9A3AAC9C97}"/>
                  </a:ext>
                </a:extLst>
              </p:cNvPr>
              <p:cNvSpPr/>
              <p:nvPr/>
            </p:nvSpPr>
            <p:spPr>
              <a:xfrm>
                <a:off x="5084417" y="5980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0" name="Freeform 45879">
                <a:extLst>
                  <a:ext uri="{FF2B5EF4-FFF2-40B4-BE49-F238E27FC236}">
                    <a16:creationId xmlns:a16="http://schemas.microsoft.com/office/drawing/2014/main" id="{BB12F64D-0A17-2B59-9A38-9F1C88799F23}"/>
                  </a:ext>
                </a:extLst>
              </p:cNvPr>
              <p:cNvSpPr/>
              <p:nvPr/>
            </p:nvSpPr>
            <p:spPr>
              <a:xfrm>
                <a:off x="5085013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1" name="Freeform 45880">
                <a:extLst>
                  <a:ext uri="{FF2B5EF4-FFF2-40B4-BE49-F238E27FC236}">
                    <a16:creationId xmlns:a16="http://schemas.microsoft.com/office/drawing/2014/main" id="{F4FE726E-A701-9DD5-C1CA-AD34BE56590D}"/>
                  </a:ext>
                </a:extLst>
              </p:cNvPr>
              <p:cNvSpPr/>
              <p:nvPr/>
            </p:nvSpPr>
            <p:spPr>
              <a:xfrm>
                <a:off x="5085509" y="5928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2" name="Freeform 45881">
                <a:extLst>
                  <a:ext uri="{FF2B5EF4-FFF2-40B4-BE49-F238E27FC236}">
                    <a16:creationId xmlns:a16="http://schemas.microsoft.com/office/drawing/2014/main" id="{7F3E8FA0-9DEA-E7F5-7C26-9A8C7AC33CF4}"/>
                  </a:ext>
                </a:extLst>
              </p:cNvPr>
              <p:cNvSpPr/>
              <p:nvPr/>
            </p:nvSpPr>
            <p:spPr>
              <a:xfrm>
                <a:off x="5086005" y="6037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3" name="Freeform 45882">
                <a:extLst>
                  <a:ext uri="{FF2B5EF4-FFF2-40B4-BE49-F238E27FC236}">
                    <a16:creationId xmlns:a16="http://schemas.microsoft.com/office/drawing/2014/main" id="{8DDA2085-E630-D6D8-13B1-CC4C67F03A14}"/>
                  </a:ext>
                </a:extLst>
              </p:cNvPr>
              <p:cNvSpPr/>
              <p:nvPr/>
            </p:nvSpPr>
            <p:spPr>
              <a:xfrm>
                <a:off x="5086600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4" name="Freeform 45883">
                <a:extLst>
                  <a:ext uri="{FF2B5EF4-FFF2-40B4-BE49-F238E27FC236}">
                    <a16:creationId xmlns:a16="http://schemas.microsoft.com/office/drawing/2014/main" id="{E24536BC-F4A3-EE54-47EA-ED5A3D2BEC49}"/>
                  </a:ext>
                </a:extLst>
              </p:cNvPr>
              <p:cNvSpPr/>
              <p:nvPr/>
            </p:nvSpPr>
            <p:spPr>
              <a:xfrm>
                <a:off x="50870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5" name="Freeform 45884">
                <a:extLst>
                  <a:ext uri="{FF2B5EF4-FFF2-40B4-BE49-F238E27FC236}">
                    <a16:creationId xmlns:a16="http://schemas.microsoft.com/office/drawing/2014/main" id="{4B3569B3-75A4-78C0-4E83-C5725D58145C}"/>
                  </a:ext>
                </a:extLst>
              </p:cNvPr>
              <p:cNvSpPr/>
              <p:nvPr/>
            </p:nvSpPr>
            <p:spPr>
              <a:xfrm>
                <a:off x="50875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6" name="Freeform 45885">
                <a:extLst>
                  <a:ext uri="{FF2B5EF4-FFF2-40B4-BE49-F238E27FC236}">
                    <a16:creationId xmlns:a16="http://schemas.microsoft.com/office/drawing/2014/main" id="{975585D1-0AD4-66C5-8CF8-B111459E792E}"/>
                  </a:ext>
                </a:extLst>
              </p:cNvPr>
              <p:cNvSpPr/>
              <p:nvPr/>
            </p:nvSpPr>
            <p:spPr>
              <a:xfrm>
                <a:off x="50880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7" name="Freeform 45886">
                <a:extLst>
                  <a:ext uri="{FF2B5EF4-FFF2-40B4-BE49-F238E27FC236}">
                    <a16:creationId xmlns:a16="http://schemas.microsoft.com/office/drawing/2014/main" id="{CF150333-DF47-C81D-8E5E-47BE987D8085}"/>
                  </a:ext>
                </a:extLst>
              </p:cNvPr>
              <p:cNvSpPr/>
              <p:nvPr/>
            </p:nvSpPr>
            <p:spPr>
              <a:xfrm>
                <a:off x="50886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8" name="Freeform 45887">
                <a:extLst>
                  <a:ext uri="{FF2B5EF4-FFF2-40B4-BE49-F238E27FC236}">
                    <a16:creationId xmlns:a16="http://schemas.microsoft.com/office/drawing/2014/main" id="{796F775C-5177-1919-9605-82B6E4C46FE2}"/>
                  </a:ext>
                </a:extLst>
              </p:cNvPr>
              <p:cNvSpPr/>
              <p:nvPr/>
            </p:nvSpPr>
            <p:spPr>
              <a:xfrm>
                <a:off x="508918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89" name="Freeform 45888">
                <a:extLst>
                  <a:ext uri="{FF2B5EF4-FFF2-40B4-BE49-F238E27FC236}">
                    <a16:creationId xmlns:a16="http://schemas.microsoft.com/office/drawing/2014/main" id="{69301E16-908A-FCFA-1740-C2857D5C5351}"/>
                  </a:ext>
                </a:extLst>
              </p:cNvPr>
              <p:cNvSpPr/>
              <p:nvPr/>
            </p:nvSpPr>
            <p:spPr>
              <a:xfrm>
                <a:off x="508967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0" name="Freeform 45889">
                <a:extLst>
                  <a:ext uri="{FF2B5EF4-FFF2-40B4-BE49-F238E27FC236}">
                    <a16:creationId xmlns:a16="http://schemas.microsoft.com/office/drawing/2014/main" id="{E1EF124F-252E-5C52-E251-A7D891A197FA}"/>
                  </a:ext>
                </a:extLst>
              </p:cNvPr>
              <p:cNvSpPr/>
              <p:nvPr/>
            </p:nvSpPr>
            <p:spPr>
              <a:xfrm>
                <a:off x="5090271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1" name="Freeform 45890">
                <a:extLst>
                  <a:ext uri="{FF2B5EF4-FFF2-40B4-BE49-F238E27FC236}">
                    <a16:creationId xmlns:a16="http://schemas.microsoft.com/office/drawing/2014/main" id="{90F23464-0184-EBAC-760D-C9B0A56F3A00}"/>
                  </a:ext>
                </a:extLst>
              </p:cNvPr>
              <p:cNvSpPr/>
              <p:nvPr/>
            </p:nvSpPr>
            <p:spPr>
              <a:xfrm>
                <a:off x="509076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2" name="Freeform 45891">
                <a:extLst>
                  <a:ext uri="{FF2B5EF4-FFF2-40B4-BE49-F238E27FC236}">
                    <a16:creationId xmlns:a16="http://schemas.microsoft.com/office/drawing/2014/main" id="{3EC6130D-C2B8-0126-DF3C-BAB8D937AA14}"/>
                  </a:ext>
                </a:extLst>
              </p:cNvPr>
              <p:cNvSpPr/>
              <p:nvPr/>
            </p:nvSpPr>
            <p:spPr>
              <a:xfrm>
                <a:off x="50912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3" name="Freeform 45892">
                <a:extLst>
                  <a:ext uri="{FF2B5EF4-FFF2-40B4-BE49-F238E27FC236}">
                    <a16:creationId xmlns:a16="http://schemas.microsoft.com/office/drawing/2014/main" id="{E59952D2-2C23-23A7-914B-4222F742F91B}"/>
                  </a:ext>
                </a:extLst>
              </p:cNvPr>
              <p:cNvSpPr/>
              <p:nvPr/>
            </p:nvSpPr>
            <p:spPr>
              <a:xfrm>
                <a:off x="50918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4" name="Freeform 45893">
                <a:extLst>
                  <a:ext uri="{FF2B5EF4-FFF2-40B4-BE49-F238E27FC236}">
                    <a16:creationId xmlns:a16="http://schemas.microsoft.com/office/drawing/2014/main" id="{83F77184-3D41-98E7-349F-3B68FFA79B37}"/>
                  </a:ext>
                </a:extLst>
              </p:cNvPr>
              <p:cNvSpPr/>
              <p:nvPr/>
            </p:nvSpPr>
            <p:spPr>
              <a:xfrm>
                <a:off x="50923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5" name="Freeform 45894">
                <a:extLst>
                  <a:ext uri="{FF2B5EF4-FFF2-40B4-BE49-F238E27FC236}">
                    <a16:creationId xmlns:a16="http://schemas.microsoft.com/office/drawing/2014/main" id="{32DB48CA-C546-0996-A148-893C41C34298}"/>
                  </a:ext>
                </a:extLst>
              </p:cNvPr>
              <p:cNvSpPr/>
              <p:nvPr/>
            </p:nvSpPr>
            <p:spPr>
              <a:xfrm>
                <a:off x="50928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6" name="Freeform 45895">
                <a:extLst>
                  <a:ext uri="{FF2B5EF4-FFF2-40B4-BE49-F238E27FC236}">
                    <a16:creationId xmlns:a16="http://schemas.microsoft.com/office/drawing/2014/main" id="{B6E7E193-B576-3F5B-A86D-9DC74BEA17FC}"/>
                  </a:ext>
                </a:extLst>
              </p:cNvPr>
              <p:cNvSpPr/>
              <p:nvPr/>
            </p:nvSpPr>
            <p:spPr>
              <a:xfrm>
                <a:off x="50934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7" name="Freeform 45896">
                <a:extLst>
                  <a:ext uri="{FF2B5EF4-FFF2-40B4-BE49-F238E27FC236}">
                    <a16:creationId xmlns:a16="http://schemas.microsoft.com/office/drawing/2014/main" id="{CD678DAC-D462-BF9C-1181-186C1ED16284}"/>
                  </a:ext>
                </a:extLst>
              </p:cNvPr>
              <p:cNvSpPr/>
              <p:nvPr/>
            </p:nvSpPr>
            <p:spPr>
              <a:xfrm>
                <a:off x="50939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8" name="Freeform 45897">
                <a:extLst>
                  <a:ext uri="{FF2B5EF4-FFF2-40B4-BE49-F238E27FC236}">
                    <a16:creationId xmlns:a16="http://schemas.microsoft.com/office/drawing/2014/main" id="{3DA74D53-D85B-3320-F3DF-A0C9ED65FA6D}"/>
                  </a:ext>
                </a:extLst>
              </p:cNvPr>
              <p:cNvSpPr/>
              <p:nvPr/>
            </p:nvSpPr>
            <p:spPr>
              <a:xfrm>
                <a:off x="50944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99" name="Freeform 45898">
                <a:extLst>
                  <a:ext uri="{FF2B5EF4-FFF2-40B4-BE49-F238E27FC236}">
                    <a16:creationId xmlns:a16="http://schemas.microsoft.com/office/drawing/2014/main" id="{11834626-ECD2-A2AA-B280-E279747B78FB}"/>
                  </a:ext>
                </a:extLst>
              </p:cNvPr>
              <p:cNvSpPr/>
              <p:nvPr/>
            </p:nvSpPr>
            <p:spPr>
              <a:xfrm>
                <a:off x="50950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0" name="Freeform 45899">
                <a:extLst>
                  <a:ext uri="{FF2B5EF4-FFF2-40B4-BE49-F238E27FC236}">
                    <a16:creationId xmlns:a16="http://schemas.microsoft.com/office/drawing/2014/main" id="{36D7F31C-BA5D-CD94-BA01-727E3F3B6551}"/>
                  </a:ext>
                </a:extLst>
              </p:cNvPr>
              <p:cNvSpPr/>
              <p:nvPr/>
            </p:nvSpPr>
            <p:spPr>
              <a:xfrm>
                <a:off x="50955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1" name="Freeform 45900">
                <a:extLst>
                  <a:ext uri="{FF2B5EF4-FFF2-40B4-BE49-F238E27FC236}">
                    <a16:creationId xmlns:a16="http://schemas.microsoft.com/office/drawing/2014/main" id="{811A7702-44FB-80C2-24D4-85AACC016B0B}"/>
                  </a:ext>
                </a:extLst>
              </p:cNvPr>
              <p:cNvSpPr/>
              <p:nvPr/>
            </p:nvSpPr>
            <p:spPr>
              <a:xfrm>
                <a:off x="509602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2" name="Freeform 45901">
                <a:extLst>
                  <a:ext uri="{FF2B5EF4-FFF2-40B4-BE49-F238E27FC236}">
                    <a16:creationId xmlns:a16="http://schemas.microsoft.com/office/drawing/2014/main" id="{837E4D47-B2ED-181B-75B0-62EF2F385D7A}"/>
                  </a:ext>
                </a:extLst>
              </p:cNvPr>
              <p:cNvSpPr/>
              <p:nvPr/>
            </p:nvSpPr>
            <p:spPr>
              <a:xfrm>
                <a:off x="509662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3" name="Freeform 45902">
                <a:extLst>
                  <a:ext uri="{FF2B5EF4-FFF2-40B4-BE49-F238E27FC236}">
                    <a16:creationId xmlns:a16="http://schemas.microsoft.com/office/drawing/2014/main" id="{7C90F45B-E13A-B964-6F84-72CFBED25071}"/>
                  </a:ext>
                </a:extLst>
              </p:cNvPr>
              <p:cNvSpPr/>
              <p:nvPr/>
            </p:nvSpPr>
            <p:spPr>
              <a:xfrm>
                <a:off x="509711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4" name="Freeform 45903">
                <a:extLst>
                  <a:ext uri="{FF2B5EF4-FFF2-40B4-BE49-F238E27FC236}">
                    <a16:creationId xmlns:a16="http://schemas.microsoft.com/office/drawing/2014/main" id="{599BE75B-28A2-8A1C-6383-DDDF65F9B9DE}"/>
                  </a:ext>
                </a:extLst>
              </p:cNvPr>
              <p:cNvSpPr/>
              <p:nvPr/>
            </p:nvSpPr>
            <p:spPr>
              <a:xfrm>
                <a:off x="50976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5" name="Freeform 45904">
                <a:extLst>
                  <a:ext uri="{FF2B5EF4-FFF2-40B4-BE49-F238E27FC236}">
                    <a16:creationId xmlns:a16="http://schemas.microsoft.com/office/drawing/2014/main" id="{787D9B4E-B6BB-0A69-1FFD-22C62FB5D7EB}"/>
                  </a:ext>
                </a:extLst>
              </p:cNvPr>
              <p:cNvSpPr/>
              <p:nvPr/>
            </p:nvSpPr>
            <p:spPr>
              <a:xfrm>
                <a:off x="50982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6" name="Freeform 45905">
                <a:extLst>
                  <a:ext uri="{FF2B5EF4-FFF2-40B4-BE49-F238E27FC236}">
                    <a16:creationId xmlns:a16="http://schemas.microsoft.com/office/drawing/2014/main" id="{41BFDDD2-6C1C-EE1F-FD49-1D4DEEC3770E}"/>
                  </a:ext>
                </a:extLst>
              </p:cNvPr>
              <p:cNvSpPr/>
              <p:nvPr/>
            </p:nvSpPr>
            <p:spPr>
              <a:xfrm>
                <a:off x="50987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7" name="Freeform 45906">
                <a:extLst>
                  <a:ext uri="{FF2B5EF4-FFF2-40B4-BE49-F238E27FC236}">
                    <a16:creationId xmlns:a16="http://schemas.microsoft.com/office/drawing/2014/main" id="{2510C7F4-8787-209F-28CF-90E068929F95}"/>
                  </a:ext>
                </a:extLst>
              </p:cNvPr>
              <p:cNvSpPr/>
              <p:nvPr/>
            </p:nvSpPr>
            <p:spPr>
              <a:xfrm>
                <a:off x="509920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8" name="Freeform 45907">
                <a:extLst>
                  <a:ext uri="{FF2B5EF4-FFF2-40B4-BE49-F238E27FC236}">
                    <a16:creationId xmlns:a16="http://schemas.microsoft.com/office/drawing/2014/main" id="{06A697C0-13A5-223E-ECEF-0923E2E10A8E}"/>
                  </a:ext>
                </a:extLst>
              </p:cNvPr>
              <p:cNvSpPr/>
              <p:nvPr/>
            </p:nvSpPr>
            <p:spPr>
              <a:xfrm>
                <a:off x="509969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09" name="Freeform 45908">
                <a:extLst>
                  <a:ext uri="{FF2B5EF4-FFF2-40B4-BE49-F238E27FC236}">
                    <a16:creationId xmlns:a16="http://schemas.microsoft.com/office/drawing/2014/main" id="{184809C9-4FCB-23B4-EC91-0BA677BC63C2}"/>
                  </a:ext>
                </a:extLst>
              </p:cNvPr>
              <p:cNvSpPr/>
              <p:nvPr/>
            </p:nvSpPr>
            <p:spPr>
              <a:xfrm>
                <a:off x="51002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0" name="Freeform 45909">
                <a:extLst>
                  <a:ext uri="{FF2B5EF4-FFF2-40B4-BE49-F238E27FC236}">
                    <a16:creationId xmlns:a16="http://schemas.microsoft.com/office/drawing/2014/main" id="{31A1F3D1-F34E-66FC-91D8-8C6812752530}"/>
                  </a:ext>
                </a:extLst>
              </p:cNvPr>
              <p:cNvSpPr/>
              <p:nvPr/>
            </p:nvSpPr>
            <p:spPr>
              <a:xfrm>
                <a:off x="51007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1" name="Freeform 45910">
                <a:extLst>
                  <a:ext uri="{FF2B5EF4-FFF2-40B4-BE49-F238E27FC236}">
                    <a16:creationId xmlns:a16="http://schemas.microsoft.com/office/drawing/2014/main" id="{0E1627DF-0DC8-655B-E2BD-39B8E6794C10}"/>
                  </a:ext>
                </a:extLst>
              </p:cNvPr>
              <p:cNvSpPr/>
              <p:nvPr/>
            </p:nvSpPr>
            <p:spPr>
              <a:xfrm>
                <a:off x="51012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2" name="Freeform 45911">
                <a:extLst>
                  <a:ext uri="{FF2B5EF4-FFF2-40B4-BE49-F238E27FC236}">
                    <a16:creationId xmlns:a16="http://schemas.microsoft.com/office/drawing/2014/main" id="{16DABB51-4CAF-C86E-E458-6BC69E903446}"/>
                  </a:ext>
                </a:extLst>
              </p:cNvPr>
              <p:cNvSpPr/>
              <p:nvPr/>
            </p:nvSpPr>
            <p:spPr>
              <a:xfrm>
                <a:off x="51018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3" name="Freeform 45912">
                <a:extLst>
                  <a:ext uri="{FF2B5EF4-FFF2-40B4-BE49-F238E27FC236}">
                    <a16:creationId xmlns:a16="http://schemas.microsoft.com/office/drawing/2014/main" id="{3BF032A1-5236-2AC9-1E88-C832605D9762}"/>
                  </a:ext>
                </a:extLst>
              </p:cNvPr>
              <p:cNvSpPr/>
              <p:nvPr/>
            </p:nvSpPr>
            <p:spPr>
              <a:xfrm>
                <a:off x="510237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4" name="Freeform 45913">
                <a:extLst>
                  <a:ext uri="{FF2B5EF4-FFF2-40B4-BE49-F238E27FC236}">
                    <a16:creationId xmlns:a16="http://schemas.microsoft.com/office/drawing/2014/main" id="{781E3F7A-D43A-0223-FC5D-0A88C6987A49}"/>
                  </a:ext>
                </a:extLst>
              </p:cNvPr>
              <p:cNvSpPr/>
              <p:nvPr/>
            </p:nvSpPr>
            <p:spPr>
              <a:xfrm>
                <a:off x="510287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5" name="Freeform 45914">
                <a:extLst>
                  <a:ext uri="{FF2B5EF4-FFF2-40B4-BE49-F238E27FC236}">
                    <a16:creationId xmlns:a16="http://schemas.microsoft.com/office/drawing/2014/main" id="{0E234AD2-1034-E93C-4DB8-870D88FCE0B3}"/>
                  </a:ext>
                </a:extLst>
              </p:cNvPr>
              <p:cNvSpPr/>
              <p:nvPr/>
            </p:nvSpPr>
            <p:spPr>
              <a:xfrm>
                <a:off x="510346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6" name="Freeform 45915">
                <a:extLst>
                  <a:ext uri="{FF2B5EF4-FFF2-40B4-BE49-F238E27FC236}">
                    <a16:creationId xmlns:a16="http://schemas.microsoft.com/office/drawing/2014/main" id="{5D1AFA1E-5E99-7308-15AF-D41EC48F7ABE}"/>
                  </a:ext>
                </a:extLst>
              </p:cNvPr>
              <p:cNvSpPr/>
              <p:nvPr/>
            </p:nvSpPr>
            <p:spPr>
              <a:xfrm>
                <a:off x="51039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7" name="Freeform 45916">
                <a:extLst>
                  <a:ext uri="{FF2B5EF4-FFF2-40B4-BE49-F238E27FC236}">
                    <a16:creationId xmlns:a16="http://schemas.microsoft.com/office/drawing/2014/main" id="{23A1B6AE-7406-D3AF-950C-5D49FCF95F94}"/>
                  </a:ext>
                </a:extLst>
              </p:cNvPr>
              <p:cNvSpPr/>
              <p:nvPr/>
            </p:nvSpPr>
            <p:spPr>
              <a:xfrm>
                <a:off x="51044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8" name="Freeform 45917">
                <a:extLst>
                  <a:ext uri="{FF2B5EF4-FFF2-40B4-BE49-F238E27FC236}">
                    <a16:creationId xmlns:a16="http://schemas.microsoft.com/office/drawing/2014/main" id="{8D4C7AF7-A882-6F92-5102-D75DF79D17A9}"/>
                  </a:ext>
                </a:extLst>
              </p:cNvPr>
              <p:cNvSpPr/>
              <p:nvPr/>
            </p:nvSpPr>
            <p:spPr>
              <a:xfrm>
                <a:off x="51050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19" name="Freeform 45918">
                <a:extLst>
                  <a:ext uri="{FF2B5EF4-FFF2-40B4-BE49-F238E27FC236}">
                    <a16:creationId xmlns:a16="http://schemas.microsoft.com/office/drawing/2014/main" id="{5495DB89-6875-0BE4-FC58-9B198D06410B}"/>
                  </a:ext>
                </a:extLst>
              </p:cNvPr>
              <p:cNvSpPr/>
              <p:nvPr/>
            </p:nvSpPr>
            <p:spPr>
              <a:xfrm>
                <a:off x="51055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0" name="Freeform 45919">
                <a:extLst>
                  <a:ext uri="{FF2B5EF4-FFF2-40B4-BE49-F238E27FC236}">
                    <a16:creationId xmlns:a16="http://schemas.microsoft.com/office/drawing/2014/main" id="{C748133C-B7C0-AEE5-8A34-1C535784DF06}"/>
                  </a:ext>
                </a:extLst>
              </p:cNvPr>
              <p:cNvSpPr/>
              <p:nvPr/>
            </p:nvSpPr>
            <p:spPr>
              <a:xfrm>
                <a:off x="510604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1" name="Freeform 45920">
                <a:extLst>
                  <a:ext uri="{FF2B5EF4-FFF2-40B4-BE49-F238E27FC236}">
                    <a16:creationId xmlns:a16="http://schemas.microsoft.com/office/drawing/2014/main" id="{8F61A629-4253-9B36-641B-5C1E063A1D15}"/>
                  </a:ext>
                </a:extLst>
              </p:cNvPr>
              <p:cNvSpPr/>
              <p:nvPr/>
            </p:nvSpPr>
            <p:spPr>
              <a:xfrm>
                <a:off x="51066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2" name="Freeform 45921">
                <a:extLst>
                  <a:ext uri="{FF2B5EF4-FFF2-40B4-BE49-F238E27FC236}">
                    <a16:creationId xmlns:a16="http://schemas.microsoft.com/office/drawing/2014/main" id="{E8022F6F-35D1-7A0B-F415-9C859EFFD3FF}"/>
                  </a:ext>
                </a:extLst>
              </p:cNvPr>
              <p:cNvSpPr/>
              <p:nvPr/>
            </p:nvSpPr>
            <p:spPr>
              <a:xfrm>
                <a:off x="51071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3" name="Freeform 45922">
                <a:extLst>
                  <a:ext uri="{FF2B5EF4-FFF2-40B4-BE49-F238E27FC236}">
                    <a16:creationId xmlns:a16="http://schemas.microsoft.com/office/drawing/2014/main" id="{C2390D6B-4995-F54D-F490-389295528312}"/>
                  </a:ext>
                </a:extLst>
              </p:cNvPr>
              <p:cNvSpPr/>
              <p:nvPr/>
            </p:nvSpPr>
            <p:spPr>
              <a:xfrm>
                <a:off x="51076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4" name="Freeform 45923">
                <a:extLst>
                  <a:ext uri="{FF2B5EF4-FFF2-40B4-BE49-F238E27FC236}">
                    <a16:creationId xmlns:a16="http://schemas.microsoft.com/office/drawing/2014/main" id="{75112A25-6234-7083-E97F-3D888D208E5F}"/>
                  </a:ext>
                </a:extLst>
              </p:cNvPr>
              <p:cNvSpPr/>
              <p:nvPr/>
            </p:nvSpPr>
            <p:spPr>
              <a:xfrm>
                <a:off x="51082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5" name="Freeform 45924">
                <a:extLst>
                  <a:ext uri="{FF2B5EF4-FFF2-40B4-BE49-F238E27FC236}">
                    <a16:creationId xmlns:a16="http://schemas.microsoft.com/office/drawing/2014/main" id="{17AA4FD0-F878-42FA-79FB-BAE0BD570DF3}"/>
                  </a:ext>
                </a:extLst>
              </p:cNvPr>
              <p:cNvSpPr/>
              <p:nvPr/>
            </p:nvSpPr>
            <p:spPr>
              <a:xfrm>
                <a:off x="510872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6" name="Freeform 45925">
                <a:extLst>
                  <a:ext uri="{FF2B5EF4-FFF2-40B4-BE49-F238E27FC236}">
                    <a16:creationId xmlns:a16="http://schemas.microsoft.com/office/drawing/2014/main" id="{BC21E906-443B-ADEC-0E75-40CA1BA1CD3B}"/>
                  </a:ext>
                </a:extLst>
              </p:cNvPr>
              <p:cNvSpPr/>
              <p:nvPr/>
            </p:nvSpPr>
            <p:spPr>
              <a:xfrm>
                <a:off x="510922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7" name="Freeform 45926">
                <a:extLst>
                  <a:ext uri="{FF2B5EF4-FFF2-40B4-BE49-F238E27FC236}">
                    <a16:creationId xmlns:a16="http://schemas.microsoft.com/office/drawing/2014/main" id="{87F3DCF3-84E6-6996-F898-5243054AE647}"/>
                  </a:ext>
                </a:extLst>
              </p:cNvPr>
              <p:cNvSpPr/>
              <p:nvPr/>
            </p:nvSpPr>
            <p:spPr>
              <a:xfrm>
                <a:off x="510981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8" name="Freeform 45927">
                <a:extLst>
                  <a:ext uri="{FF2B5EF4-FFF2-40B4-BE49-F238E27FC236}">
                    <a16:creationId xmlns:a16="http://schemas.microsoft.com/office/drawing/2014/main" id="{D878AD03-2EE9-84FE-0C0C-5011A27F633E}"/>
                  </a:ext>
                </a:extLst>
              </p:cNvPr>
              <p:cNvSpPr/>
              <p:nvPr/>
            </p:nvSpPr>
            <p:spPr>
              <a:xfrm>
                <a:off x="511031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29" name="Freeform 45928">
                <a:extLst>
                  <a:ext uri="{FF2B5EF4-FFF2-40B4-BE49-F238E27FC236}">
                    <a16:creationId xmlns:a16="http://schemas.microsoft.com/office/drawing/2014/main" id="{2274CE24-A2A8-68BD-7427-041FD3B40983}"/>
                  </a:ext>
                </a:extLst>
              </p:cNvPr>
              <p:cNvSpPr/>
              <p:nvPr/>
            </p:nvSpPr>
            <p:spPr>
              <a:xfrm>
                <a:off x="511080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0" name="Freeform 45929">
                <a:extLst>
                  <a:ext uri="{FF2B5EF4-FFF2-40B4-BE49-F238E27FC236}">
                    <a16:creationId xmlns:a16="http://schemas.microsoft.com/office/drawing/2014/main" id="{227F43DC-495B-30D8-6304-93494339AD97}"/>
                  </a:ext>
                </a:extLst>
              </p:cNvPr>
              <p:cNvSpPr/>
              <p:nvPr/>
            </p:nvSpPr>
            <p:spPr>
              <a:xfrm>
                <a:off x="51114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1" name="Freeform 45930">
                <a:extLst>
                  <a:ext uri="{FF2B5EF4-FFF2-40B4-BE49-F238E27FC236}">
                    <a16:creationId xmlns:a16="http://schemas.microsoft.com/office/drawing/2014/main" id="{5E4ED9A5-BF25-AB75-2A2E-56CAB2B24D6F}"/>
                  </a:ext>
                </a:extLst>
              </p:cNvPr>
              <p:cNvSpPr/>
              <p:nvPr/>
            </p:nvSpPr>
            <p:spPr>
              <a:xfrm>
                <a:off x="511190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2" name="Freeform 45931">
                <a:extLst>
                  <a:ext uri="{FF2B5EF4-FFF2-40B4-BE49-F238E27FC236}">
                    <a16:creationId xmlns:a16="http://schemas.microsoft.com/office/drawing/2014/main" id="{6D1A068B-E47F-6F55-2796-05AAA4F8B352}"/>
                  </a:ext>
                </a:extLst>
              </p:cNvPr>
              <p:cNvSpPr/>
              <p:nvPr/>
            </p:nvSpPr>
            <p:spPr>
              <a:xfrm>
                <a:off x="51123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3" name="Freeform 45932">
                <a:extLst>
                  <a:ext uri="{FF2B5EF4-FFF2-40B4-BE49-F238E27FC236}">
                    <a16:creationId xmlns:a16="http://schemas.microsoft.com/office/drawing/2014/main" id="{06AAAA99-ABDA-7D3E-56F8-1628BF422757}"/>
                  </a:ext>
                </a:extLst>
              </p:cNvPr>
              <p:cNvSpPr/>
              <p:nvPr/>
            </p:nvSpPr>
            <p:spPr>
              <a:xfrm>
                <a:off x="51128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4" name="Freeform 45933">
                <a:extLst>
                  <a:ext uri="{FF2B5EF4-FFF2-40B4-BE49-F238E27FC236}">
                    <a16:creationId xmlns:a16="http://schemas.microsoft.com/office/drawing/2014/main" id="{BD39A0FC-50FC-342C-CDA4-33350345A32C}"/>
                  </a:ext>
                </a:extLst>
              </p:cNvPr>
              <p:cNvSpPr/>
              <p:nvPr/>
            </p:nvSpPr>
            <p:spPr>
              <a:xfrm>
                <a:off x="51134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5" name="Freeform 45934">
                <a:extLst>
                  <a:ext uri="{FF2B5EF4-FFF2-40B4-BE49-F238E27FC236}">
                    <a16:creationId xmlns:a16="http://schemas.microsoft.com/office/drawing/2014/main" id="{56B046FA-1D97-3B9A-3FC0-C85B120B3D22}"/>
                  </a:ext>
                </a:extLst>
              </p:cNvPr>
              <p:cNvSpPr/>
              <p:nvPr/>
            </p:nvSpPr>
            <p:spPr>
              <a:xfrm>
                <a:off x="51139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6" name="Freeform 45935">
                <a:extLst>
                  <a:ext uri="{FF2B5EF4-FFF2-40B4-BE49-F238E27FC236}">
                    <a16:creationId xmlns:a16="http://schemas.microsoft.com/office/drawing/2014/main" id="{F8342F37-80A4-A289-5CBE-5E3B0B630484}"/>
                  </a:ext>
                </a:extLst>
              </p:cNvPr>
              <p:cNvSpPr/>
              <p:nvPr/>
            </p:nvSpPr>
            <p:spPr>
              <a:xfrm>
                <a:off x="511448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7" name="Freeform 45936">
                <a:extLst>
                  <a:ext uri="{FF2B5EF4-FFF2-40B4-BE49-F238E27FC236}">
                    <a16:creationId xmlns:a16="http://schemas.microsoft.com/office/drawing/2014/main" id="{CD60D158-CEC9-ACDD-2A13-EAF01177AC52}"/>
                  </a:ext>
                </a:extLst>
              </p:cNvPr>
              <p:cNvSpPr/>
              <p:nvPr/>
            </p:nvSpPr>
            <p:spPr>
              <a:xfrm>
                <a:off x="511507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8" name="Freeform 45937">
                <a:extLst>
                  <a:ext uri="{FF2B5EF4-FFF2-40B4-BE49-F238E27FC236}">
                    <a16:creationId xmlns:a16="http://schemas.microsoft.com/office/drawing/2014/main" id="{7B8892C8-6B95-8154-450E-0890F6ED74CC}"/>
                  </a:ext>
                </a:extLst>
              </p:cNvPr>
              <p:cNvSpPr/>
              <p:nvPr/>
            </p:nvSpPr>
            <p:spPr>
              <a:xfrm>
                <a:off x="511557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39" name="Freeform 45938">
                <a:extLst>
                  <a:ext uri="{FF2B5EF4-FFF2-40B4-BE49-F238E27FC236}">
                    <a16:creationId xmlns:a16="http://schemas.microsoft.com/office/drawing/2014/main" id="{1F45494E-E91A-D79A-5C4E-9E1BD22738FE}"/>
                  </a:ext>
                </a:extLst>
              </p:cNvPr>
              <p:cNvSpPr/>
              <p:nvPr/>
            </p:nvSpPr>
            <p:spPr>
              <a:xfrm>
                <a:off x="511606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0" name="Freeform 45939">
                <a:extLst>
                  <a:ext uri="{FF2B5EF4-FFF2-40B4-BE49-F238E27FC236}">
                    <a16:creationId xmlns:a16="http://schemas.microsoft.com/office/drawing/2014/main" id="{6505A637-FF32-2E00-EEEB-5CF3C91D268C}"/>
                  </a:ext>
                </a:extLst>
              </p:cNvPr>
              <p:cNvSpPr/>
              <p:nvPr/>
            </p:nvSpPr>
            <p:spPr>
              <a:xfrm>
                <a:off x="51166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1" name="Freeform 45940">
                <a:extLst>
                  <a:ext uri="{FF2B5EF4-FFF2-40B4-BE49-F238E27FC236}">
                    <a16:creationId xmlns:a16="http://schemas.microsoft.com/office/drawing/2014/main" id="{B32B62F4-40BF-AFC7-0F41-448758952326}"/>
                  </a:ext>
                </a:extLst>
              </p:cNvPr>
              <p:cNvSpPr/>
              <p:nvPr/>
            </p:nvSpPr>
            <p:spPr>
              <a:xfrm>
                <a:off x="51171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2" name="Freeform 45941">
                <a:extLst>
                  <a:ext uri="{FF2B5EF4-FFF2-40B4-BE49-F238E27FC236}">
                    <a16:creationId xmlns:a16="http://schemas.microsoft.com/office/drawing/2014/main" id="{7FCDB9D3-6BAA-AE02-3422-BC424CAA11A5}"/>
                  </a:ext>
                </a:extLst>
              </p:cNvPr>
              <p:cNvSpPr/>
              <p:nvPr/>
            </p:nvSpPr>
            <p:spPr>
              <a:xfrm>
                <a:off x="51176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3" name="Freeform 45942">
                <a:extLst>
                  <a:ext uri="{FF2B5EF4-FFF2-40B4-BE49-F238E27FC236}">
                    <a16:creationId xmlns:a16="http://schemas.microsoft.com/office/drawing/2014/main" id="{24A4BA07-331E-E644-199B-C408EB05B627}"/>
                  </a:ext>
                </a:extLst>
              </p:cNvPr>
              <p:cNvSpPr/>
              <p:nvPr/>
            </p:nvSpPr>
            <p:spPr>
              <a:xfrm>
                <a:off x="51182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4" name="Freeform 45943">
                <a:extLst>
                  <a:ext uri="{FF2B5EF4-FFF2-40B4-BE49-F238E27FC236}">
                    <a16:creationId xmlns:a16="http://schemas.microsoft.com/office/drawing/2014/main" id="{C1819783-9D5B-40CD-28EE-BDF6A46FFB8B}"/>
                  </a:ext>
                </a:extLst>
              </p:cNvPr>
              <p:cNvSpPr/>
              <p:nvPr/>
            </p:nvSpPr>
            <p:spPr>
              <a:xfrm>
                <a:off x="51187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5" name="Freeform 45944">
                <a:extLst>
                  <a:ext uri="{FF2B5EF4-FFF2-40B4-BE49-F238E27FC236}">
                    <a16:creationId xmlns:a16="http://schemas.microsoft.com/office/drawing/2014/main" id="{93B1E51A-AC90-8C1A-4BDB-753E8A48EDC2}"/>
                  </a:ext>
                </a:extLst>
              </p:cNvPr>
              <p:cNvSpPr/>
              <p:nvPr/>
            </p:nvSpPr>
            <p:spPr>
              <a:xfrm>
                <a:off x="51192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6" name="Freeform 45945">
                <a:extLst>
                  <a:ext uri="{FF2B5EF4-FFF2-40B4-BE49-F238E27FC236}">
                    <a16:creationId xmlns:a16="http://schemas.microsoft.com/office/drawing/2014/main" id="{C38010CF-F28A-D48C-95FE-3A31164A06D3}"/>
                  </a:ext>
                </a:extLst>
              </p:cNvPr>
              <p:cNvSpPr/>
              <p:nvPr/>
            </p:nvSpPr>
            <p:spPr>
              <a:xfrm>
                <a:off x="51198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7" name="Freeform 45946">
                <a:extLst>
                  <a:ext uri="{FF2B5EF4-FFF2-40B4-BE49-F238E27FC236}">
                    <a16:creationId xmlns:a16="http://schemas.microsoft.com/office/drawing/2014/main" id="{FD2619AF-5277-7EE6-1274-64DA9914FD93}"/>
                  </a:ext>
                </a:extLst>
              </p:cNvPr>
              <p:cNvSpPr/>
              <p:nvPr/>
            </p:nvSpPr>
            <p:spPr>
              <a:xfrm>
                <a:off x="51203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8" name="Freeform 45947">
                <a:extLst>
                  <a:ext uri="{FF2B5EF4-FFF2-40B4-BE49-F238E27FC236}">
                    <a16:creationId xmlns:a16="http://schemas.microsoft.com/office/drawing/2014/main" id="{BC7B54C6-77D9-642D-CB5A-697F09726FF1}"/>
                  </a:ext>
                </a:extLst>
              </p:cNvPr>
              <p:cNvSpPr/>
              <p:nvPr/>
            </p:nvSpPr>
            <p:spPr>
              <a:xfrm>
                <a:off x="51208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49" name="Freeform 45948">
                <a:extLst>
                  <a:ext uri="{FF2B5EF4-FFF2-40B4-BE49-F238E27FC236}">
                    <a16:creationId xmlns:a16="http://schemas.microsoft.com/office/drawing/2014/main" id="{C2E9F213-F562-CC3D-4F19-54AC169BF87C}"/>
                  </a:ext>
                </a:extLst>
              </p:cNvPr>
              <p:cNvSpPr/>
              <p:nvPr/>
            </p:nvSpPr>
            <p:spPr>
              <a:xfrm>
                <a:off x="512142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0" name="Freeform 45949">
                <a:extLst>
                  <a:ext uri="{FF2B5EF4-FFF2-40B4-BE49-F238E27FC236}">
                    <a16:creationId xmlns:a16="http://schemas.microsoft.com/office/drawing/2014/main" id="{3CADDF72-6F76-95D4-ACC8-69A73F4A3405}"/>
                  </a:ext>
                </a:extLst>
              </p:cNvPr>
              <p:cNvSpPr/>
              <p:nvPr/>
            </p:nvSpPr>
            <p:spPr>
              <a:xfrm>
                <a:off x="512192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1" name="Freeform 45950">
                <a:extLst>
                  <a:ext uri="{FF2B5EF4-FFF2-40B4-BE49-F238E27FC236}">
                    <a16:creationId xmlns:a16="http://schemas.microsoft.com/office/drawing/2014/main" id="{EBD2A256-EA9D-CB8B-C676-8AF209E64236}"/>
                  </a:ext>
                </a:extLst>
              </p:cNvPr>
              <p:cNvSpPr/>
              <p:nvPr/>
            </p:nvSpPr>
            <p:spPr>
              <a:xfrm>
                <a:off x="512241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2" name="Freeform 45951">
                <a:extLst>
                  <a:ext uri="{FF2B5EF4-FFF2-40B4-BE49-F238E27FC236}">
                    <a16:creationId xmlns:a16="http://schemas.microsoft.com/office/drawing/2014/main" id="{C1E8DDEA-CCC2-A4BC-99A5-3376E2CAFA45}"/>
                  </a:ext>
                </a:extLst>
              </p:cNvPr>
              <p:cNvSpPr/>
              <p:nvPr/>
            </p:nvSpPr>
            <p:spPr>
              <a:xfrm>
                <a:off x="512301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3" name="Freeform 45952">
                <a:extLst>
                  <a:ext uri="{FF2B5EF4-FFF2-40B4-BE49-F238E27FC236}">
                    <a16:creationId xmlns:a16="http://schemas.microsoft.com/office/drawing/2014/main" id="{8E2FF28B-EAB2-910B-A42D-FD3C74A9D9ED}"/>
                  </a:ext>
                </a:extLst>
              </p:cNvPr>
              <p:cNvSpPr/>
              <p:nvPr/>
            </p:nvSpPr>
            <p:spPr>
              <a:xfrm>
                <a:off x="5123509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4" name="Freeform 45953">
                <a:extLst>
                  <a:ext uri="{FF2B5EF4-FFF2-40B4-BE49-F238E27FC236}">
                    <a16:creationId xmlns:a16="http://schemas.microsoft.com/office/drawing/2014/main" id="{A3359353-3B39-8303-3D08-283EB4935070}"/>
                  </a:ext>
                </a:extLst>
              </p:cNvPr>
              <p:cNvSpPr/>
              <p:nvPr/>
            </p:nvSpPr>
            <p:spPr>
              <a:xfrm>
                <a:off x="512400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5" name="Freeform 45954">
                <a:extLst>
                  <a:ext uri="{FF2B5EF4-FFF2-40B4-BE49-F238E27FC236}">
                    <a16:creationId xmlns:a16="http://schemas.microsoft.com/office/drawing/2014/main" id="{10D05F42-9C55-CAF0-79BE-17A0A12F5D95}"/>
                  </a:ext>
                </a:extLst>
              </p:cNvPr>
              <p:cNvSpPr/>
              <p:nvPr/>
            </p:nvSpPr>
            <p:spPr>
              <a:xfrm>
                <a:off x="512450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6" name="Freeform 45955">
                <a:extLst>
                  <a:ext uri="{FF2B5EF4-FFF2-40B4-BE49-F238E27FC236}">
                    <a16:creationId xmlns:a16="http://schemas.microsoft.com/office/drawing/2014/main" id="{1BFD3F30-C3F2-DEAE-6935-AE35A20A0ACA}"/>
                  </a:ext>
                </a:extLst>
              </p:cNvPr>
              <p:cNvSpPr/>
              <p:nvPr/>
            </p:nvSpPr>
            <p:spPr>
              <a:xfrm>
                <a:off x="512509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7" name="Freeform 45956">
                <a:extLst>
                  <a:ext uri="{FF2B5EF4-FFF2-40B4-BE49-F238E27FC236}">
                    <a16:creationId xmlns:a16="http://schemas.microsoft.com/office/drawing/2014/main" id="{B661B9FF-91EB-38CC-54C9-7CDD42CE433B}"/>
                  </a:ext>
                </a:extLst>
              </p:cNvPr>
              <p:cNvSpPr/>
              <p:nvPr/>
            </p:nvSpPr>
            <p:spPr>
              <a:xfrm>
                <a:off x="512559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8" name="Freeform 45957">
                <a:extLst>
                  <a:ext uri="{FF2B5EF4-FFF2-40B4-BE49-F238E27FC236}">
                    <a16:creationId xmlns:a16="http://schemas.microsoft.com/office/drawing/2014/main" id="{936A483D-9F8F-1A5F-21A5-8167C1F883E0}"/>
                  </a:ext>
                </a:extLst>
              </p:cNvPr>
              <p:cNvSpPr/>
              <p:nvPr/>
            </p:nvSpPr>
            <p:spPr>
              <a:xfrm>
                <a:off x="51260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59" name="Freeform 45958">
                <a:extLst>
                  <a:ext uri="{FF2B5EF4-FFF2-40B4-BE49-F238E27FC236}">
                    <a16:creationId xmlns:a16="http://schemas.microsoft.com/office/drawing/2014/main" id="{6ABDC762-24A5-D563-D2E6-FE342D2D0B41}"/>
                  </a:ext>
                </a:extLst>
              </p:cNvPr>
              <p:cNvSpPr/>
              <p:nvPr/>
            </p:nvSpPr>
            <p:spPr>
              <a:xfrm>
                <a:off x="512668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0" name="Freeform 45959">
                <a:extLst>
                  <a:ext uri="{FF2B5EF4-FFF2-40B4-BE49-F238E27FC236}">
                    <a16:creationId xmlns:a16="http://schemas.microsoft.com/office/drawing/2014/main" id="{524882FD-EB14-8E10-7AB2-0EFA3DE1788A}"/>
                  </a:ext>
                </a:extLst>
              </p:cNvPr>
              <p:cNvSpPr/>
              <p:nvPr/>
            </p:nvSpPr>
            <p:spPr>
              <a:xfrm>
                <a:off x="512718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1" name="Freeform 45960">
                <a:extLst>
                  <a:ext uri="{FF2B5EF4-FFF2-40B4-BE49-F238E27FC236}">
                    <a16:creationId xmlns:a16="http://schemas.microsoft.com/office/drawing/2014/main" id="{31FF2337-21CA-7C1D-68B6-1B99C18CE97B}"/>
                  </a:ext>
                </a:extLst>
              </p:cNvPr>
              <p:cNvSpPr/>
              <p:nvPr/>
            </p:nvSpPr>
            <p:spPr>
              <a:xfrm>
                <a:off x="512767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2" name="Freeform 45961">
                <a:extLst>
                  <a:ext uri="{FF2B5EF4-FFF2-40B4-BE49-F238E27FC236}">
                    <a16:creationId xmlns:a16="http://schemas.microsoft.com/office/drawing/2014/main" id="{721D444C-2726-F869-4D83-FC7317B2FC53}"/>
                  </a:ext>
                </a:extLst>
              </p:cNvPr>
              <p:cNvSpPr/>
              <p:nvPr/>
            </p:nvSpPr>
            <p:spPr>
              <a:xfrm>
                <a:off x="5128272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3" name="Freeform 45962">
                <a:extLst>
                  <a:ext uri="{FF2B5EF4-FFF2-40B4-BE49-F238E27FC236}">
                    <a16:creationId xmlns:a16="http://schemas.microsoft.com/office/drawing/2014/main" id="{2865BC52-A2E8-11E4-31B6-4EDEBFB6CEE2}"/>
                  </a:ext>
                </a:extLst>
              </p:cNvPr>
              <p:cNvSpPr/>
              <p:nvPr/>
            </p:nvSpPr>
            <p:spPr>
              <a:xfrm>
                <a:off x="512876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4" name="Freeform 45963">
                <a:extLst>
                  <a:ext uri="{FF2B5EF4-FFF2-40B4-BE49-F238E27FC236}">
                    <a16:creationId xmlns:a16="http://schemas.microsoft.com/office/drawing/2014/main" id="{BB24C769-77D1-4A6E-6E9A-AA5EE27127DF}"/>
                  </a:ext>
                </a:extLst>
              </p:cNvPr>
              <p:cNvSpPr/>
              <p:nvPr/>
            </p:nvSpPr>
            <p:spPr>
              <a:xfrm>
                <a:off x="51292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5" name="Freeform 45964">
                <a:extLst>
                  <a:ext uri="{FF2B5EF4-FFF2-40B4-BE49-F238E27FC236}">
                    <a16:creationId xmlns:a16="http://schemas.microsoft.com/office/drawing/2014/main" id="{0B84723B-2F6D-575F-BBDD-1C96B1F9346A}"/>
                  </a:ext>
                </a:extLst>
              </p:cNvPr>
              <p:cNvSpPr/>
              <p:nvPr/>
            </p:nvSpPr>
            <p:spPr>
              <a:xfrm>
                <a:off x="51298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6" name="Freeform 45965">
                <a:extLst>
                  <a:ext uri="{FF2B5EF4-FFF2-40B4-BE49-F238E27FC236}">
                    <a16:creationId xmlns:a16="http://schemas.microsoft.com/office/drawing/2014/main" id="{73ACE32B-D76B-AA37-5A2D-6A920AF233C5}"/>
                  </a:ext>
                </a:extLst>
              </p:cNvPr>
              <p:cNvSpPr/>
              <p:nvPr/>
            </p:nvSpPr>
            <p:spPr>
              <a:xfrm>
                <a:off x="51303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7" name="Freeform 45966">
                <a:extLst>
                  <a:ext uri="{FF2B5EF4-FFF2-40B4-BE49-F238E27FC236}">
                    <a16:creationId xmlns:a16="http://schemas.microsoft.com/office/drawing/2014/main" id="{65BDE60F-A37A-4CB2-7E87-8C12466BA069}"/>
                  </a:ext>
                </a:extLst>
              </p:cNvPr>
              <p:cNvSpPr/>
              <p:nvPr/>
            </p:nvSpPr>
            <p:spPr>
              <a:xfrm>
                <a:off x="51308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8" name="Freeform 45967">
                <a:extLst>
                  <a:ext uri="{FF2B5EF4-FFF2-40B4-BE49-F238E27FC236}">
                    <a16:creationId xmlns:a16="http://schemas.microsoft.com/office/drawing/2014/main" id="{E8D01E17-A11A-304A-DF1B-FBC9E2CB70BF}"/>
                  </a:ext>
                </a:extLst>
              </p:cNvPr>
              <p:cNvSpPr/>
              <p:nvPr/>
            </p:nvSpPr>
            <p:spPr>
              <a:xfrm>
                <a:off x="51314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69" name="Freeform 45968">
                <a:extLst>
                  <a:ext uri="{FF2B5EF4-FFF2-40B4-BE49-F238E27FC236}">
                    <a16:creationId xmlns:a16="http://schemas.microsoft.com/office/drawing/2014/main" id="{9BBD4BB3-16CA-3A51-E5F0-9BAE198366E3}"/>
                  </a:ext>
                </a:extLst>
              </p:cNvPr>
              <p:cNvSpPr/>
              <p:nvPr/>
            </p:nvSpPr>
            <p:spPr>
              <a:xfrm>
                <a:off x="51319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0" name="Freeform 45969">
                <a:extLst>
                  <a:ext uri="{FF2B5EF4-FFF2-40B4-BE49-F238E27FC236}">
                    <a16:creationId xmlns:a16="http://schemas.microsoft.com/office/drawing/2014/main" id="{ACCF598E-66BD-AF11-90C3-F811854FF3D6}"/>
                  </a:ext>
                </a:extLst>
              </p:cNvPr>
              <p:cNvSpPr/>
              <p:nvPr/>
            </p:nvSpPr>
            <p:spPr>
              <a:xfrm>
                <a:off x="51324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1" name="Freeform 45970">
                <a:extLst>
                  <a:ext uri="{FF2B5EF4-FFF2-40B4-BE49-F238E27FC236}">
                    <a16:creationId xmlns:a16="http://schemas.microsoft.com/office/drawing/2014/main" id="{C75B29D9-5244-4FDD-3970-F38AF13291BA}"/>
                  </a:ext>
                </a:extLst>
              </p:cNvPr>
              <p:cNvSpPr/>
              <p:nvPr/>
            </p:nvSpPr>
            <p:spPr>
              <a:xfrm>
                <a:off x="51330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2" name="Freeform 45971">
                <a:extLst>
                  <a:ext uri="{FF2B5EF4-FFF2-40B4-BE49-F238E27FC236}">
                    <a16:creationId xmlns:a16="http://schemas.microsoft.com/office/drawing/2014/main" id="{2B791EB4-B416-223E-5A99-C6212084DADE}"/>
                  </a:ext>
                </a:extLst>
              </p:cNvPr>
              <p:cNvSpPr/>
              <p:nvPr/>
            </p:nvSpPr>
            <p:spPr>
              <a:xfrm>
                <a:off x="51335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3" name="Freeform 45972">
                <a:extLst>
                  <a:ext uri="{FF2B5EF4-FFF2-40B4-BE49-F238E27FC236}">
                    <a16:creationId xmlns:a16="http://schemas.microsoft.com/office/drawing/2014/main" id="{1E7998CC-DFD4-2CB3-43B1-C0196F58E622}"/>
                  </a:ext>
                </a:extLst>
              </p:cNvPr>
              <p:cNvSpPr/>
              <p:nvPr/>
            </p:nvSpPr>
            <p:spPr>
              <a:xfrm>
                <a:off x="51340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4" name="Freeform 45973">
                <a:extLst>
                  <a:ext uri="{FF2B5EF4-FFF2-40B4-BE49-F238E27FC236}">
                    <a16:creationId xmlns:a16="http://schemas.microsoft.com/office/drawing/2014/main" id="{2709FFEE-37C6-322F-62C4-C5A1293B752E}"/>
                  </a:ext>
                </a:extLst>
              </p:cNvPr>
              <p:cNvSpPr/>
              <p:nvPr/>
            </p:nvSpPr>
            <p:spPr>
              <a:xfrm>
                <a:off x="513462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5" name="Freeform 45974">
                <a:extLst>
                  <a:ext uri="{FF2B5EF4-FFF2-40B4-BE49-F238E27FC236}">
                    <a16:creationId xmlns:a16="http://schemas.microsoft.com/office/drawing/2014/main" id="{D7392BAC-8B4E-D39A-69E7-5995796375F2}"/>
                  </a:ext>
                </a:extLst>
              </p:cNvPr>
              <p:cNvSpPr/>
              <p:nvPr/>
            </p:nvSpPr>
            <p:spPr>
              <a:xfrm>
                <a:off x="513511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6" name="Freeform 45975">
                <a:extLst>
                  <a:ext uri="{FF2B5EF4-FFF2-40B4-BE49-F238E27FC236}">
                    <a16:creationId xmlns:a16="http://schemas.microsoft.com/office/drawing/2014/main" id="{A6AB4B02-1A97-FF76-6211-967F1E68538C}"/>
                  </a:ext>
                </a:extLst>
              </p:cNvPr>
              <p:cNvSpPr/>
              <p:nvPr/>
            </p:nvSpPr>
            <p:spPr>
              <a:xfrm>
                <a:off x="5135614" y="5993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7" name="Freeform 45976">
                <a:extLst>
                  <a:ext uri="{FF2B5EF4-FFF2-40B4-BE49-F238E27FC236}">
                    <a16:creationId xmlns:a16="http://schemas.microsoft.com/office/drawing/2014/main" id="{220E4DCD-8839-4061-930E-1493CEF872EE}"/>
                  </a:ext>
                </a:extLst>
              </p:cNvPr>
              <p:cNvSpPr/>
              <p:nvPr/>
            </p:nvSpPr>
            <p:spPr>
              <a:xfrm>
                <a:off x="5136110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8" name="Freeform 45977">
                <a:extLst>
                  <a:ext uri="{FF2B5EF4-FFF2-40B4-BE49-F238E27FC236}">
                    <a16:creationId xmlns:a16="http://schemas.microsoft.com/office/drawing/2014/main" id="{294683A0-4362-4F48-E319-0AE7BECCB8EB}"/>
                  </a:ext>
                </a:extLst>
              </p:cNvPr>
              <p:cNvSpPr/>
              <p:nvPr/>
            </p:nvSpPr>
            <p:spPr>
              <a:xfrm>
                <a:off x="51367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79" name="Freeform 45978">
                <a:extLst>
                  <a:ext uri="{FF2B5EF4-FFF2-40B4-BE49-F238E27FC236}">
                    <a16:creationId xmlns:a16="http://schemas.microsoft.com/office/drawing/2014/main" id="{90B75CF1-C6E2-3471-D85F-AB54E8B2B06C}"/>
                  </a:ext>
                </a:extLst>
              </p:cNvPr>
              <p:cNvSpPr/>
              <p:nvPr/>
            </p:nvSpPr>
            <p:spPr>
              <a:xfrm>
                <a:off x="5137202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0" name="Freeform 45979">
                <a:extLst>
                  <a:ext uri="{FF2B5EF4-FFF2-40B4-BE49-F238E27FC236}">
                    <a16:creationId xmlns:a16="http://schemas.microsoft.com/office/drawing/2014/main" id="{736BF990-905A-1C73-32ED-76856D5EC6F9}"/>
                  </a:ext>
                </a:extLst>
              </p:cNvPr>
              <p:cNvSpPr/>
              <p:nvPr/>
            </p:nvSpPr>
            <p:spPr>
              <a:xfrm>
                <a:off x="51376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1" name="Freeform 45980">
                <a:extLst>
                  <a:ext uri="{FF2B5EF4-FFF2-40B4-BE49-F238E27FC236}">
                    <a16:creationId xmlns:a16="http://schemas.microsoft.com/office/drawing/2014/main" id="{AB0D72B2-2CF9-36A7-D47C-709AB13CB398}"/>
                  </a:ext>
                </a:extLst>
              </p:cNvPr>
              <p:cNvSpPr/>
              <p:nvPr/>
            </p:nvSpPr>
            <p:spPr>
              <a:xfrm>
                <a:off x="513829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2" name="Freeform 45981">
                <a:extLst>
                  <a:ext uri="{FF2B5EF4-FFF2-40B4-BE49-F238E27FC236}">
                    <a16:creationId xmlns:a16="http://schemas.microsoft.com/office/drawing/2014/main" id="{69F78CF2-80F4-626C-5096-43921920EE77}"/>
                  </a:ext>
                </a:extLst>
              </p:cNvPr>
              <p:cNvSpPr/>
              <p:nvPr/>
            </p:nvSpPr>
            <p:spPr>
              <a:xfrm>
                <a:off x="513878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3" name="Freeform 45982">
                <a:extLst>
                  <a:ext uri="{FF2B5EF4-FFF2-40B4-BE49-F238E27FC236}">
                    <a16:creationId xmlns:a16="http://schemas.microsoft.com/office/drawing/2014/main" id="{BC1CE304-761E-1B7B-C211-C00FED2773E4}"/>
                  </a:ext>
                </a:extLst>
              </p:cNvPr>
              <p:cNvSpPr/>
              <p:nvPr/>
            </p:nvSpPr>
            <p:spPr>
              <a:xfrm>
                <a:off x="51392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4" name="Freeform 45983">
                <a:extLst>
                  <a:ext uri="{FF2B5EF4-FFF2-40B4-BE49-F238E27FC236}">
                    <a16:creationId xmlns:a16="http://schemas.microsoft.com/office/drawing/2014/main" id="{59355292-297F-10E3-13B5-999A1283E6B2}"/>
                  </a:ext>
                </a:extLst>
              </p:cNvPr>
              <p:cNvSpPr/>
              <p:nvPr/>
            </p:nvSpPr>
            <p:spPr>
              <a:xfrm>
                <a:off x="51398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5" name="Freeform 45984">
                <a:extLst>
                  <a:ext uri="{FF2B5EF4-FFF2-40B4-BE49-F238E27FC236}">
                    <a16:creationId xmlns:a16="http://schemas.microsoft.com/office/drawing/2014/main" id="{769DC974-7CBB-F4B7-3406-CE1ECB17EA1C}"/>
                  </a:ext>
                </a:extLst>
              </p:cNvPr>
              <p:cNvSpPr/>
              <p:nvPr/>
            </p:nvSpPr>
            <p:spPr>
              <a:xfrm>
                <a:off x="51403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6" name="Freeform 45985">
                <a:extLst>
                  <a:ext uri="{FF2B5EF4-FFF2-40B4-BE49-F238E27FC236}">
                    <a16:creationId xmlns:a16="http://schemas.microsoft.com/office/drawing/2014/main" id="{651CC191-7D03-45BA-D268-7D8FBDA1E051}"/>
                  </a:ext>
                </a:extLst>
              </p:cNvPr>
              <p:cNvSpPr/>
              <p:nvPr/>
            </p:nvSpPr>
            <p:spPr>
              <a:xfrm>
                <a:off x="51408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7" name="Freeform 45986">
                <a:extLst>
                  <a:ext uri="{FF2B5EF4-FFF2-40B4-BE49-F238E27FC236}">
                    <a16:creationId xmlns:a16="http://schemas.microsoft.com/office/drawing/2014/main" id="{337CDDAF-D7B2-A888-1565-8C8784544085}"/>
                  </a:ext>
                </a:extLst>
              </p:cNvPr>
              <p:cNvSpPr/>
              <p:nvPr/>
            </p:nvSpPr>
            <p:spPr>
              <a:xfrm>
                <a:off x="514146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8" name="Freeform 45987">
                <a:extLst>
                  <a:ext uri="{FF2B5EF4-FFF2-40B4-BE49-F238E27FC236}">
                    <a16:creationId xmlns:a16="http://schemas.microsoft.com/office/drawing/2014/main" id="{FDFB6BB7-A579-E93F-E534-82BEF805EC84}"/>
                  </a:ext>
                </a:extLst>
              </p:cNvPr>
              <p:cNvSpPr/>
              <p:nvPr/>
            </p:nvSpPr>
            <p:spPr>
              <a:xfrm>
                <a:off x="51419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89" name="Freeform 45988">
                <a:extLst>
                  <a:ext uri="{FF2B5EF4-FFF2-40B4-BE49-F238E27FC236}">
                    <a16:creationId xmlns:a16="http://schemas.microsoft.com/office/drawing/2014/main" id="{483E4F9B-AF72-43AB-F833-B74064344B67}"/>
                  </a:ext>
                </a:extLst>
              </p:cNvPr>
              <p:cNvSpPr/>
              <p:nvPr/>
            </p:nvSpPr>
            <p:spPr>
              <a:xfrm>
                <a:off x="51424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0" name="Freeform 45989">
                <a:extLst>
                  <a:ext uri="{FF2B5EF4-FFF2-40B4-BE49-F238E27FC236}">
                    <a16:creationId xmlns:a16="http://schemas.microsoft.com/office/drawing/2014/main" id="{52C03080-A81D-EF31-04F2-AED140F5C1F9}"/>
                  </a:ext>
                </a:extLst>
              </p:cNvPr>
              <p:cNvSpPr/>
              <p:nvPr/>
            </p:nvSpPr>
            <p:spPr>
              <a:xfrm>
                <a:off x="51430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1" name="Freeform 45990">
                <a:extLst>
                  <a:ext uri="{FF2B5EF4-FFF2-40B4-BE49-F238E27FC236}">
                    <a16:creationId xmlns:a16="http://schemas.microsoft.com/office/drawing/2014/main" id="{79663219-21C8-1C7B-9A66-007472B15CD6}"/>
                  </a:ext>
                </a:extLst>
              </p:cNvPr>
              <p:cNvSpPr/>
              <p:nvPr/>
            </p:nvSpPr>
            <p:spPr>
              <a:xfrm>
                <a:off x="51435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2" name="Freeform 45991">
                <a:extLst>
                  <a:ext uri="{FF2B5EF4-FFF2-40B4-BE49-F238E27FC236}">
                    <a16:creationId xmlns:a16="http://schemas.microsoft.com/office/drawing/2014/main" id="{5DF4F286-FC26-AB76-186C-38D84653A88B}"/>
                  </a:ext>
                </a:extLst>
              </p:cNvPr>
              <p:cNvSpPr/>
              <p:nvPr/>
            </p:nvSpPr>
            <p:spPr>
              <a:xfrm>
                <a:off x="51440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3" name="Freeform 45992">
                <a:extLst>
                  <a:ext uri="{FF2B5EF4-FFF2-40B4-BE49-F238E27FC236}">
                    <a16:creationId xmlns:a16="http://schemas.microsoft.com/office/drawing/2014/main" id="{5922F377-4E9A-36A8-86B7-7602E79EA585}"/>
                  </a:ext>
                </a:extLst>
              </p:cNvPr>
              <p:cNvSpPr/>
              <p:nvPr/>
            </p:nvSpPr>
            <p:spPr>
              <a:xfrm>
                <a:off x="51446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4" name="Freeform 45993">
                <a:extLst>
                  <a:ext uri="{FF2B5EF4-FFF2-40B4-BE49-F238E27FC236}">
                    <a16:creationId xmlns:a16="http://schemas.microsoft.com/office/drawing/2014/main" id="{6E74CE72-3144-BE00-5EC1-776DAD2AC0BA}"/>
                  </a:ext>
                </a:extLst>
              </p:cNvPr>
              <p:cNvSpPr/>
              <p:nvPr/>
            </p:nvSpPr>
            <p:spPr>
              <a:xfrm>
                <a:off x="51451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5" name="Freeform 45994">
                <a:extLst>
                  <a:ext uri="{FF2B5EF4-FFF2-40B4-BE49-F238E27FC236}">
                    <a16:creationId xmlns:a16="http://schemas.microsoft.com/office/drawing/2014/main" id="{BF530EA2-392E-F279-701A-9E8ED3DA9A23}"/>
                  </a:ext>
                </a:extLst>
              </p:cNvPr>
              <p:cNvSpPr/>
              <p:nvPr/>
            </p:nvSpPr>
            <p:spPr>
              <a:xfrm>
                <a:off x="51456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6" name="Freeform 45995">
                <a:extLst>
                  <a:ext uri="{FF2B5EF4-FFF2-40B4-BE49-F238E27FC236}">
                    <a16:creationId xmlns:a16="http://schemas.microsoft.com/office/drawing/2014/main" id="{01F1DB2D-E9E4-DA21-8001-90B03A4BE173}"/>
                  </a:ext>
                </a:extLst>
              </p:cNvPr>
              <p:cNvSpPr/>
              <p:nvPr/>
            </p:nvSpPr>
            <p:spPr>
              <a:xfrm>
                <a:off x="51462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7" name="Freeform 45996">
                <a:extLst>
                  <a:ext uri="{FF2B5EF4-FFF2-40B4-BE49-F238E27FC236}">
                    <a16:creationId xmlns:a16="http://schemas.microsoft.com/office/drawing/2014/main" id="{1963025B-E992-E53F-D9EE-8C163A62BBEC}"/>
                  </a:ext>
                </a:extLst>
              </p:cNvPr>
              <p:cNvSpPr/>
              <p:nvPr/>
            </p:nvSpPr>
            <p:spPr>
              <a:xfrm>
                <a:off x="51467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8" name="Freeform 45997">
                <a:extLst>
                  <a:ext uri="{FF2B5EF4-FFF2-40B4-BE49-F238E27FC236}">
                    <a16:creationId xmlns:a16="http://schemas.microsoft.com/office/drawing/2014/main" id="{88EDDC7A-1C0D-B46F-DAB3-32AF0593CBA3}"/>
                  </a:ext>
                </a:extLst>
              </p:cNvPr>
              <p:cNvSpPr/>
              <p:nvPr/>
            </p:nvSpPr>
            <p:spPr>
              <a:xfrm>
                <a:off x="51472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99" name="Freeform 45998">
                <a:extLst>
                  <a:ext uri="{FF2B5EF4-FFF2-40B4-BE49-F238E27FC236}">
                    <a16:creationId xmlns:a16="http://schemas.microsoft.com/office/drawing/2014/main" id="{0EF2FD12-46B6-5B88-EC80-5A48D1E5EC3F}"/>
                  </a:ext>
                </a:extLst>
              </p:cNvPr>
              <p:cNvSpPr/>
              <p:nvPr/>
            </p:nvSpPr>
            <p:spPr>
              <a:xfrm>
                <a:off x="514781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0" name="Freeform 45999">
                <a:extLst>
                  <a:ext uri="{FF2B5EF4-FFF2-40B4-BE49-F238E27FC236}">
                    <a16:creationId xmlns:a16="http://schemas.microsoft.com/office/drawing/2014/main" id="{5E33452A-D69A-6520-F2CC-C4893511CC46}"/>
                  </a:ext>
                </a:extLst>
              </p:cNvPr>
              <p:cNvSpPr/>
              <p:nvPr/>
            </p:nvSpPr>
            <p:spPr>
              <a:xfrm>
                <a:off x="514831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1" name="Freeform 46000">
                <a:extLst>
                  <a:ext uri="{FF2B5EF4-FFF2-40B4-BE49-F238E27FC236}">
                    <a16:creationId xmlns:a16="http://schemas.microsoft.com/office/drawing/2014/main" id="{74F7AC15-F2E6-8E88-DFD4-C57CDD4BE275}"/>
                  </a:ext>
                </a:extLst>
              </p:cNvPr>
              <p:cNvSpPr/>
              <p:nvPr/>
            </p:nvSpPr>
            <p:spPr>
              <a:xfrm>
                <a:off x="514881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2" name="Freeform 46001">
                <a:extLst>
                  <a:ext uri="{FF2B5EF4-FFF2-40B4-BE49-F238E27FC236}">
                    <a16:creationId xmlns:a16="http://schemas.microsoft.com/office/drawing/2014/main" id="{1AD35708-143B-5933-EE33-0652E1081110}"/>
                  </a:ext>
                </a:extLst>
              </p:cNvPr>
              <p:cNvSpPr/>
              <p:nvPr/>
            </p:nvSpPr>
            <p:spPr>
              <a:xfrm>
                <a:off x="514930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3" name="Freeform 46002">
                <a:extLst>
                  <a:ext uri="{FF2B5EF4-FFF2-40B4-BE49-F238E27FC236}">
                    <a16:creationId xmlns:a16="http://schemas.microsoft.com/office/drawing/2014/main" id="{949E85FD-FBB8-CA75-BD65-206F895EA956}"/>
                  </a:ext>
                </a:extLst>
              </p:cNvPr>
              <p:cNvSpPr/>
              <p:nvPr/>
            </p:nvSpPr>
            <p:spPr>
              <a:xfrm>
                <a:off x="51499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4" name="Freeform 46003">
                <a:extLst>
                  <a:ext uri="{FF2B5EF4-FFF2-40B4-BE49-F238E27FC236}">
                    <a16:creationId xmlns:a16="http://schemas.microsoft.com/office/drawing/2014/main" id="{59B6F402-448D-DB72-E2F5-E8F3B7F9CC4A}"/>
                  </a:ext>
                </a:extLst>
              </p:cNvPr>
              <p:cNvSpPr/>
              <p:nvPr/>
            </p:nvSpPr>
            <p:spPr>
              <a:xfrm>
                <a:off x="51503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5" name="Freeform 46004">
                <a:extLst>
                  <a:ext uri="{FF2B5EF4-FFF2-40B4-BE49-F238E27FC236}">
                    <a16:creationId xmlns:a16="http://schemas.microsoft.com/office/drawing/2014/main" id="{FD794F10-9692-26CF-5139-A42E517BE03A}"/>
                  </a:ext>
                </a:extLst>
              </p:cNvPr>
              <p:cNvSpPr/>
              <p:nvPr/>
            </p:nvSpPr>
            <p:spPr>
              <a:xfrm>
                <a:off x="515089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6" name="Freeform 46005">
                <a:extLst>
                  <a:ext uri="{FF2B5EF4-FFF2-40B4-BE49-F238E27FC236}">
                    <a16:creationId xmlns:a16="http://schemas.microsoft.com/office/drawing/2014/main" id="{EDB17F2D-511D-75AF-CBE7-16A782FCDA9E}"/>
                  </a:ext>
                </a:extLst>
              </p:cNvPr>
              <p:cNvSpPr/>
              <p:nvPr/>
            </p:nvSpPr>
            <p:spPr>
              <a:xfrm>
                <a:off x="515148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7" name="Freeform 46006">
                <a:extLst>
                  <a:ext uri="{FF2B5EF4-FFF2-40B4-BE49-F238E27FC236}">
                    <a16:creationId xmlns:a16="http://schemas.microsoft.com/office/drawing/2014/main" id="{41D3DA07-D98D-3307-EBEB-6F7224C7C95D}"/>
                  </a:ext>
                </a:extLst>
              </p:cNvPr>
              <p:cNvSpPr/>
              <p:nvPr/>
            </p:nvSpPr>
            <p:spPr>
              <a:xfrm>
                <a:off x="51519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8" name="Freeform 46007">
                <a:extLst>
                  <a:ext uri="{FF2B5EF4-FFF2-40B4-BE49-F238E27FC236}">
                    <a16:creationId xmlns:a16="http://schemas.microsoft.com/office/drawing/2014/main" id="{F5D4AD67-923A-653B-32E0-C9136560C9E2}"/>
                  </a:ext>
                </a:extLst>
              </p:cNvPr>
              <p:cNvSpPr/>
              <p:nvPr/>
            </p:nvSpPr>
            <p:spPr>
              <a:xfrm>
                <a:off x="51524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09" name="Freeform 46008">
                <a:extLst>
                  <a:ext uri="{FF2B5EF4-FFF2-40B4-BE49-F238E27FC236}">
                    <a16:creationId xmlns:a16="http://schemas.microsoft.com/office/drawing/2014/main" id="{F206FEAF-8B2C-D3B1-3A50-F457DE81EA8B}"/>
                  </a:ext>
                </a:extLst>
              </p:cNvPr>
              <p:cNvSpPr/>
              <p:nvPr/>
            </p:nvSpPr>
            <p:spPr>
              <a:xfrm>
                <a:off x="51530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0" name="Freeform 46009">
                <a:extLst>
                  <a:ext uri="{FF2B5EF4-FFF2-40B4-BE49-F238E27FC236}">
                    <a16:creationId xmlns:a16="http://schemas.microsoft.com/office/drawing/2014/main" id="{63A0BF55-A63B-D15C-3DD6-9BE276510E62}"/>
                  </a:ext>
                </a:extLst>
              </p:cNvPr>
              <p:cNvSpPr/>
              <p:nvPr/>
            </p:nvSpPr>
            <p:spPr>
              <a:xfrm>
                <a:off x="5153573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1" name="Freeform 46010">
                <a:extLst>
                  <a:ext uri="{FF2B5EF4-FFF2-40B4-BE49-F238E27FC236}">
                    <a16:creationId xmlns:a16="http://schemas.microsoft.com/office/drawing/2014/main" id="{A91E18A9-988F-4DC0-36A0-FB38407F59ED}"/>
                  </a:ext>
                </a:extLst>
              </p:cNvPr>
              <p:cNvSpPr/>
              <p:nvPr/>
            </p:nvSpPr>
            <p:spPr>
              <a:xfrm>
                <a:off x="515406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2" name="Freeform 46011">
                <a:extLst>
                  <a:ext uri="{FF2B5EF4-FFF2-40B4-BE49-F238E27FC236}">
                    <a16:creationId xmlns:a16="http://schemas.microsoft.com/office/drawing/2014/main" id="{DB8BC0E7-2577-A8AA-7D0B-5F9F57FF64BB}"/>
                  </a:ext>
                </a:extLst>
              </p:cNvPr>
              <p:cNvSpPr/>
              <p:nvPr/>
            </p:nvSpPr>
            <p:spPr>
              <a:xfrm>
                <a:off x="51546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3" name="Freeform 46012">
                <a:extLst>
                  <a:ext uri="{FF2B5EF4-FFF2-40B4-BE49-F238E27FC236}">
                    <a16:creationId xmlns:a16="http://schemas.microsoft.com/office/drawing/2014/main" id="{53C4D55B-6B38-2022-DAE9-6F610DE84015}"/>
                  </a:ext>
                </a:extLst>
              </p:cNvPr>
              <p:cNvSpPr/>
              <p:nvPr/>
            </p:nvSpPr>
            <p:spPr>
              <a:xfrm>
                <a:off x="51551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4" name="Freeform 46013">
                <a:extLst>
                  <a:ext uri="{FF2B5EF4-FFF2-40B4-BE49-F238E27FC236}">
                    <a16:creationId xmlns:a16="http://schemas.microsoft.com/office/drawing/2014/main" id="{F97A6A6B-61BE-4D6F-596E-C1B550059D9E}"/>
                  </a:ext>
                </a:extLst>
              </p:cNvPr>
              <p:cNvSpPr/>
              <p:nvPr/>
            </p:nvSpPr>
            <p:spPr>
              <a:xfrm>
                <a:off x="51556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5" name="Freeform 46014">
                <a:extLst>
                  <a:ext uri="{FF2B5EF4-FFF2-40B4-BE49-F238E27FC236}">
                    <a16:creationId xmlns:a16="http://schemas.microsoft.com/office/drawing/2014/main" id="{9DEDC2C1-556F-1AB2-7386-C6CF81F9E6A8}"/>
                  </a:ext>
                </a:extLst>
              </p:cNvPr>
              <p:cNvSpPr/>
              <p:nvPr/>
            </p:nvSpPr>
            <p:spPr>
              <a:xfrm>
                <a:off x="51562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6" name="Freeform 46015">
                <a:extLst>
                  <a:ext uri="{FF2B5EF4-FFF2-40B4-BE49-F238E27FC236}">
                    <a16:creationId xmlns:a16="http://schemas.microsoft.com/office/drawing/2014/main" id="{381ECBCC-1E94-708E-F83B-E724220034AE}"/>
                  </a:ext>
                </a:extLst>
              </p:cNvPr>
              <p:cNvSpPr/>
              <p:nvPr/>
            </p:nvSpPr>
            <p:spPr>
              <a:xfrm>
                <a:off x="51567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7" name="Freeform 46016">
                <a:extLst>
                  <a:ext uri="{FF2B5EF4-FFF2-40B4-BE49-F238E27FC236}">
                    <a16:creationId xmlns:a16="http://schemas.microsoft.com/office/drawing/2014/main" id="{317F60CF-1522-FD57-BE11-400B6510F0DD}"/>
                  </a:ext>
                </a:extLst>
              </p:cNvPr>
              <p:cNvSpPr/>
              <p:nvPr/>
            </p:nvSpPr>
            <p:spPr>
              <a:xfrm>
                <a:off x="51572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8" name="Freeform 46017">
                <a:extLst>
                  <a:ext uri="{FF2B5EF4-FFF2-40B4-BE49-F238E27FC236}">
                    <a16:creationId xmlns:a16="http://schemas.microsoft.com/office/drawing/2014/main" id="{C276C186-D40A-491E-5444-91F2306D066D}"/>
                  </a:ext>
                </a:extLst>
              </p:cNvPr>
              <p:cNvSpPr/>
              <p:nvPr/>
            </p:nvSpPr>
            <p:spPr>
              <a:xfrm>
                <a:off x="51578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19" name="Freeform 46018">
                <a:extLst>
                  <a:ext uri="{FF2B5EF4-FFF2-40B4-BE49-F238E27FC236}">
                    <a16:creationId xmlns:a16="http://schemas.microsoft.com/office/drawing/2014/main" id="{9AAF9487-6D52-7183-93E5-205C6166C5F9}"/>
                  </a:ext>
                </a:extLst>
              </p:cNvPr>
              <p:cNvSpPr/>
              <p:nvPr/>
            </p:nvSpPr>
            <p:spPr>
              <a:xfrm>
                <a:off x="51583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0" name="Freeform 46019">
                <a:extLst>
                  <a:ext uri="{FF2B5EF4-FFF2-40B4-BE49-F238E27FC236}">
                    <a16:creationId xmlns:a16="http://schemas.microsoft.com/office/drawing/2014/main" id="{C2A86BF7-E06F-3CC1-3CE9-E01E1B60EBA4}"/>
                  </a:ext>
                </a:extLst>
              </p:cNvPr>
              <p:cNvSpPr/>
              <p:nvPr/>
            </p:nvSpPr>
            <p:spPr>
              <a:xfrm>
                <a:off x="515883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1" name="Freeform 46020">
                <a:extLst>
                  <a:ext uri="{FF2B5EF4-FFF2-40B4-BE49-F238E27FC236}">
                    <a16:creationId xmlns:a16="http://schemas.microsoft.com/office/drawing/2014/main" id="{84D71294-CAE4-E17F-4BFF-34C7ABD31C92}"/>
                  </a:ext>
                </a:extLst>
              </p:cNvPr>
              <p:cNvSpPr/>
              <p:nvPr/>
            </p:nvSpPr>
            <p:spPr>
              <a:xfrm>
                <a:off x="51594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2" name="Freeform 46021">
                <a:extLst>
                  <a:ext uri="{FF2B5EF4-FFF2-40B4-BE49-F238E27FC236}">
                    <a16:creationId xmlns:a16="http://schemas.microsoft.com/office/drawing/2014/main" id="{FD01C0C3-8B97-3C24-ABC3-79EE83B0D850}"/>
                  </a:ext>
                </a:extLst>
              </p:cNvPr>
              <p:cNvSpPr/>
              <p:nvPr/>
            </p:nvSpPr>
            <p:spPr>
              <a:xfrm>
                <a:off x="515992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3" name="Freeform 46022">
                <a:extLst>
                  <a:ext uri="{FF2B5EF4-FFF2-40B4-BE49-F238E27FC236}">
                    <a16:creationId xmlns:a16="http://schemas.microsoft.com/office/drawing/2014/main" id="{9CA62B84-55FA-FCD5-B0D3-69069A022710}"/>
                  </a:ext>
                </a:extLst>
              </p:cNvPr>
              <p:cNvSpPr/>
              <p:nvPr/>
            </p:nvSpPr>
            <p:spPr>
              <a:xfrm>
                <a:off x="516041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4" name="Freeform 46023">
                <a:extLst>
                  <a:ext uri="{FF2B5EF4-FFF2-40B4-BE49-F238E27FC236}">
                    <a16:creationId xmlns:a16="http://schemas.microsoft.com/office/drawing/2014/main" id="{D06ABDD5-86DE-32C1-8B1E-3351B239B394}"/>
                  </a:ext>
                </a:extLst>
              </p:cNvPr>
              <p:cNvSpPr/>
              <p:nvPr/>
            </p:nvSpPr>
            <p:spPr>
              <a:xfrm>
                <a:off x="516091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5" name="Freeform 46024">
                <a:extLst>
                  <a:ext uri="{FF2B5EF4-FFF2-40B4-BE49-F238E27FC236}">
                    <a16:creationId xmlns:a16="http://schemas.microsoft.com/office/drawing/2014/main" id="{EF22414F-508E-3FB4-491C-EF7E9471CC47}"/>
                  </a:ext>
                </a:extLst>
              </p:cNvPr>
              <p:cNvSpPr/>
              <p:nvPr/>
            </p:nvSpPr>
            <p:spPr>
              <a:xfrm>
                <a:off x="516151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6" name="Freeform 46025">
                <a:extLst>
                  <a:ext uri="{FF2B5EF4-FFF2-40B4-BE49-F238E27FC236}">
                    <a16:creationId xmlns:a16="http://schemas.microsoft.com/office/drawing/2014/main" id="{42DB7468-CFD5-571F-B63A-AAC912844D79}"/>
                  </a:ext>
                </a:extLst>
              </p:cNvPr>
              <p:cNvSpPr/>
              <p:nvPr/>
            </p:nvSpPr>
            <p:spPr>
              <a:xfrm>
                <a:off x="516200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7" name="Freeform 46026">
                <a:extLst>
                  <a:ext uri="{FF2B5EF4-FFF2-40B4-BE49-F238E27FC236}">
                    <a16:creationId xmlns:a16="http://schemas.microsoft.com/office/drawing/2014/main" id="{62638FF1-FE4A-6A55-2AB3-3FDD4812F31A}"/>
                  </a:ext>
                </a:extLst>
              </p:cNvPr>
              <p:cNvSpPr/>
              <p:nvPr/>
            </p:nvSpPr>
            <p:spPr>
              <a:xfrm>
                <a:off x="51625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8" name="Freeform 46027">
                <a:extLst>
                  <a:ext uri="{FF2B5EF4-FFF2-40B4-BE49-F238E27FC236}">
                    <a16:creationId xmlns:a16="http://schemas.microsoft.com/office/drawing/2014/main" id="{5D19A2B6-09B8-E7C1-B217-86C67BDD99A1}"/>
                  </a:ext>
                </a:extLst>
              </p:cNvPr>
              <p:cNvSpPr/>
              <p:nvPr/>
            </p:nvSpPr>
            <p:spPr>
              <a:xfrm>
                <a:off x="51630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29" name="Freeform 46028">
                <a:extLst>
                  <a:ext uri="{FF2B5EF4-FFF2-40B4-BE49-F238E27FC236}">
                    <a16:creationId xmlns:a16="http://schemas.microsoft.com/office/drawing/2014/main" id="{D9BA2673-1229-9085-F08E-F0FC18608A3E}"/>
                  </a:ext>
                </a:extLst>
              </p:cNvPr>
              <p:cNvSpPr/>
              <p:nvPr/>
            </p:nvSpPr>
            <p:spPr>
              <a:xfrm>
                <a:off x="516359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0" name="Freeform 46029">
                <a:extLst>
                  <a:ext uri="{FF2B5EF4-FFF2-40B4-BE49-F238E27FC236}">
                    <a16:creationId xmlns:a16="http://schemas.microsoft.com/office/drawing/2014/main" id="{927B9161-F468-90A9-25D2-BA4ED4BCD4E6}"/>
                  </a:ext>
                </a:extLst>
              </p:cNvPr>
              <p:cNvSpPr/>
              <p:nvPr/>
            </p:nvSpPr>
            <p:spPr>
              <a:xfrm>
                <a:off x="51640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1" name="Freeform 46030">
                <a:extLst>
                  <a:ext uri="{FF2B5EF4-FFF2-40B4-BE49-F238E27FC236}">
                    <a16:creationId xmlns:a16="http://schemas.microsoft.com/office/drawing/2014/main" id="{8F61616A-3EDC-F239-61BC-7A1D680F7171}"/>
                  </a:ext>
                </a:extLst>
              </p:cNvPr>
              <p:cNvSpPr/>
              <p:nvPr/>
            </p:nvSpPr>
            <p:spPr>
              <a:xfrm>
                <a:off x="51646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2" name="Freeform 46031">
                <a:extLst>
                  <a:ext uri="{FF2B5EF4-FFF2-40B4-BE49-F238E27FC236}">
                    <a16:creationId xmlns:a16="http://schemas.microsoft.com/office/drawing/2014/main" id="{A385B83E-F50F-0100-A2BD-C7656AB0268F}"/>
                  </a:ext>
                </a:extLst>
              </p:cNvPr>
              <p:cNvSpPr/>
              <p:nvPr/>
            </p:nvSpPr>
            <p:spPr>
              <a:xfrm>
                <a:off x="51651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3" name="Freeform 46032">
                <a:extLst>
                  <a:ext uri="{FF2B5EF4-FFF2-40B4-BE49-F238E27FC236}">
                    <a16:creationId xmlns:a16="http://schemas.microsoft.com/office/drawing/2014/main" id="{8BB97E94-AC29-8D03-97D3-E02AA76C38DC}"/>
                  </a:ext>
                </a:extLst>
              </p:cNvPr>
              <p:cNvSpPr/>
              <p:nvPr/>
            </p:nvSpPr>
            <p:spPr>
              <a:xfrm>
                <a:off x="51656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4" name="Freeform 46033">
                <a:extLst>
                  <a:ext uri="{FF2B5EF4-FFF2-40B4-BE49-F238E27FC236}">
                    <a16:creationId xmlns:a16="http://schemas.microsoft.com/office/drawing/2014/main" id="{C1B06F84-6CEB-1E8E-C2C9-3E2694ED454B}"/>
                  </a:ext>
                </a:extLst>
              </p:cNvPr>
              <p:cNvSpPr/>
              <p:nvPr/>
            </p:nvSpPr>
            <p:spPr>
              <a:xfrm>
                <a:off x="51662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5" name="Freeform 46034">
                <a:extLst>
                  <a:ext uri="{FF2B5EF4-FFF2-40B4-BE49-F238E27FC236}">
                    <a16:creationId xmlns:a16="http://schemas.microsoft.com/office/drawing/2014/main" id="{65497AD5-62E2-0136-7102-CA12330EF5F2}"/>
                  </a:ext>
                </a:extLst>
              </p:cNvPr>
              <p:cNvSpPr/>
              <p:nvPr/>
            </p:nvSpPr>
            <p:spPr>
              <a:xfrm>
                <a:off x="516676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6" name="Freeform 46035">
                <a:extLst>
                  <a:ext uri="{FF2B5EF4-FFF2-40B4-BE49-F238E27FC236}">
                    <a16:creationId xmlns:a16="http://schemas.microsoft.com/office/drawing/2014/main" id="{B7ACCECC-DB18-8DFB-D94F-3FA8C2915784}"/>
                  </a:ext>
                </a:extLst>
              </p:cNvPr>
              <p:cNvSpPr/>
              <p:nvPr/>
            </p:nvSpPr>
            <p:spPr>
              <a:xfrm>
                <a:off x="51672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7" name="Freeform 46036">
                <a:extLst>
                  <a:ext uri="{FF2B5EF4-FFF2-40B4-BE49-F238E27FC236}">
                    <a16:creationId xmlns:a16="http://schemas.microsoft.com/office/drawing/2014/main" id="{F86FEF0C-26DC-B547-38F1-713A5AF75111}"/>
                  </a:ext>
                </a:extLst>
              </p:cNvPr>
              <p:cNvSpPr/>
              <p:nvPr/>
            </p:nvSpPr>
            <p:spPr>
              <a:xfrm>
                <a:off x="51678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8" name="Freeform 46037">
                <a:extLst>
                  <a:ext uri="{FF2B5EF4-FFF2-40B4-BE49-F238E27FC236}">
                    <a16:creationId xmlns:a16="http://schemas.microsoft.com/office/drawing/2014/main" id="{5DD2496E-3A3D-50D5-8D61-E2EFDD48EBFD}"/>
                  </a:ext>
                </a:extLst>
              </p:cNvPr>
              <p:cNvSpPr/>
              <p:nvPr/>
            </p:nvSpPr>
            <p:spPr>
              <a:xfrm>
                <a:off x="51683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39" name="Freeform 46038">
                <a:extLst>
                  <a:ext uri="{FF2B5EF4-FFF2-40B4-BE49-F238E27FC236}">
                    <a16:creationId xmlns:a16="http://schemas.microsoft.com/office/drawing/2014/main" id="{BFEF46FD-24CA-2116-B6F7-3A6336A651CD}"/>
                  </a:ext>
                </a:extLst>
              </p:cNvPr>
              <p:cNvSpPr/>
              <p:nvPr/>
            </p:nvSpPr>
            <p:spPr>
              <a:xfrm>
                <a:off x="51688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0" name="Freeform 46039">
                <a:extLst>
                  <a:ext uri="{FF2B5EF4-FFF2-40B4-BE49-F238E27FC236}">
                    <a16:creationId xmlns:a16="http://schemas.microsoft.com/office/drawing/2014/main" id="{76B45E08-496A-C3EF-B35D-B220CA24A7CC}"/>
                  </a:ext>
                </a:extLst>
              </p:cNvPr>
              <p:cNvSpPr/>
              <p:nvPr/>
            </p:nvSpPr>
            <p:spPr>
              <a:xfrm>
                <a:off x="51694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1" name="Freeform 46040">
                <a:extLst>
                  <a:ext uri="{FF2B5EF4-FFF2-40B4-BE49-F238E27FC236}">
                    <a16:creationId xmlns:a16="http://schemas.microsoft.com/office/drawing/2014/main" id="{97C2C894-E77D-397E-07D8-2EF5CAB2B745}"/>
                  </a:ext>
                </a:extLst>
              </p:cNvPr>
              <p:cNvSpPr/>
              <p:nvPr/>
            </p:nvSpPr>
            <p:spPr>
              <a:xfrm>
                <a:off x="51699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2" name="Freeform 46041">
                <a:extLst>
                  <a:ext uri="{FF2B5EF4-FFF2-40B4-BE49-F238E27FC236}">
                    <a16:creationId xmlns:a16="http://schemas.microsoft.com/office/drawing/2014/main" id="{69C19F23-733F-01F0-8888-902ED7294D2A}"/>
                  </a:ext>
                </a:extLst>
              </p:cNvPr>
              <p:cNvSpPr/>
              <p:nvPr/>
            </p:nvSpPr>
            <p:spPr>
              <a:xfrm>
                <a:off x="51704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3" name="Freeform 46042">
                <a:extLst>
                  <a:ext uri="{FF2B5EF4-FFF2-40B4-BE49-F238E27FC236}">
                    <a16:creationId xmlns:a16="http://schemas.microsoft.com/office/drawing/2014/main" id="{E67FA538-5E13-1C54-0941-4D5B679259B9}"/>
                  </a:ext>
                </a:extLst>
              </p:cNvPr>
              <p:cNvSpPr/>
              <p:nvPr/>
            </p:nvSpPr>
            <p:spPr>
              <a:xfrm>
                <a:off x="51710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4" name="Freeform 46043">
                <a:extLst>
                  <a:ext uri="{FF2B5EF4-FFF2-40B4-BE49-F238E27FC236}">
                    <a16:creationId xmlns:a16="http://schemas.microsoft.com/office/drawing/2014/main" id="{3CD85B8B-8894-05D0-758C-40E1C29AC0AD}"/>
                  </a:ext>
                </a:extLst>
              </p:cNvPr>
              <p:cNvSpPr/>
              <p:nvPr/>
            </p:nvSpPr>
            <p:spPr>
              <a:xfrm>
                <a:off x="517153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5" name="Freeform 46044">
                <a:extLst>
                  <a:ext uri="{FF2B5EF4-FFF2-40B4-BE49-F238E27FC236}">
                    <a16:creationId xmlns:a16="http://schemas.microsoft.com/office/drawing/2014/main" id="{71EAF6FC-1822-B36A-6761-48144D8E7071}"/>
                  </a:ext>
                </a:extLst>
              </p:cNvPr>
              <p:cNvSpPr/>
              <p:nvPr/>
            </p:nvSpPr>
            <p:spPr>
              <a:xfrm>
                <a:off x="51720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6" name="Freeform 46045">
                <a:extLst>
                  <a:ext uri="{FF2B5EF4-FFF2-40B4-BE49-F238E27FC236}">
                    <a16:creationId xmlns:a16="http://schemas.microsoft.com/office/drawing/2014/main" id="{A4E17B2F-AAE2-6E9F-356A-DCAC7DEB47C8}"/>
                  </a:ext>
                </a:extLst>
              </p:cNvPr>
              <p:cNvSpPr/>
              <p:nvPr/>
            </p:nvSpPr>
            <p:spPr>
              <a:xfrm>
                <a:off x="51725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7" name="Freeform 46046">
                <a:extLst>
                  <a:ext uri="{FF2B5EF4-FFF2-40B4-BE49-F238E27FC236}">
                    <a16:creationId xmlns:a16="http://schemas.microsoft.com/office/drawing/2014/main" id="{8B20557E-DFDE-2BDD-1E21-E18F77B99688}"/>
                  </a:ext>
                </a:extLst>
              </p:cNvPr>
              <p:cNvSpPr/>
              <p:nvPr/>
            </p:nvSpPr>
            <p:spPr>
              <a:xfrm>
                <a:off x="517311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8" name="Freeform 46047">
                <a:extLst>
                  <a:ext uri="{FF2B5EF4-FFF2-40B4-BE49-F238E27FC236}">
                    <a16:creationId xmlns:a16="http://schemas.microsoft.com/office/drawing/2014/main" id="{E08C1EA6-6CEC-13C6-102D-0A306496C454}"/>
                  </a:ext>
                </a:extLst>
              </p:cNvPr>
              <p:cNvSpPr/>
              <p:nvPr/>
            </p:nvSpPr>
            <p:spPr>
              <a:xfrm>
                <a:off x="5173615" y="6020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49" name="Freeform 46048">
                <a:extLst>
                  <a:ext uri="{FF2B5EF4-FFF2-40B4-BE49-F238E27FC236}">
                    <a16:creationId xmlns:a16="http://schemas.microsoft.com/office/drawing/2014/main" id="{35406296-5705-5544-3482-8663D82ED0E6}"/>
                  </a:ext>
                </a:extLst>
              </p:cNvPr>
              <p:cNvSpPr/>
              <p:nvPr/>
            </p:nvSpPr>
            <p:spPr>
              <a:xfrm>
                <a:off x="5174111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0" name="Freeform 46049">
                <a:extLst>
                  <a:ext uri="{FF2B5EF4-FFF2-40B4-BE49-F238E27FC236}">
                    <a16:creationId xmlns:a16="http://schemas.microsoft.com/office/drawing/2014/main" id="{E8FD8E46-6C84-ED1C-7DE7-B74BE108C558}"/>
                  </a:ext>
                </a:extLst>
              </p:cNvPr>
              <p:cNvSpPr/>
              <p:nvPr/>
            </p:nvSpPr>
            <p:spPr>
              <a:xfrm>
                <a:off x="517470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1" name="Freeform 46050">
                <a:extLst>
                  <a:ext uri="{FF2B5EF4-FFF2-40B4-BE49-F238E27FC236}">
                    <a16:creationId xmlns:a16="http://schemas.microsoft.com/office/drawing/2014/main" id="{D5E3624D-9878-D861-F69C-79BC4957F497}"/>
                  </a:ext>
                </a:extLst>
              </p:cNvPr>
              <p:cNvSpPr/>
              <p:nvPr/>
            </p:nvSpPr>
            <p:spPr>
              <a:xfrm>
                <a:off x="517520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2" name="Freeform 46051">
                <a:extLst>
                  <a:ext uri="{FF2B5EF4-FFF2-40B4-BE49-F238E27FC236}">
                    <a16:creationId xmlns:a16="http://schemas.microsoft.com/office/drawing/2014/main" id="{FDBA00F8-311D-015D-075A-7446B7FB68A2}"/>
                  </a:ext>
                </a:extLst>
              </p:cNvPr>
              <p:cNvSpPr/>
              <p:nvPr/>
            </p:nvSpPr>
            <p:spPr>
              <a:xfrm>
                <a:off x="517569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3" name="Freeform 46052">
                <a:extLst>
                  <a:ext uri="{FF2B5EF4-FFF2-40B4-BE49-F238E27FC236}">
                    <a16:creationId xmlns:a16="http://schemas.microsoft.com/office/drawing/2014/main" id="{E6FF249B-2AEC-7F47-CDD4-F95A079FE2A8}"/>
                  </a:ext>
                </a:extLst>
              </p:cNvPr>
              <p:cNvSpPr/>
              <p:nvPr/>
            </p:nvSpPr>
            <p:spPr>
              <a:xfrm>
                <a:off x="517629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4" name="Freeform 46053">
                <a:extLst>
                  <a:ext uri="{FF2B5EF4-FFF2-40B4-BE49-F238E27FC236}">
                    <a16:creationId xmlns:a16="http://schemas.microsoft.com/office/drawing/2014/main" id="{3E4C1B10-8C54-0387-EF66-4E903480914E}"/>
                  </a:ext>
                </a:extLst>
              </p:cNvPr>
              <p:cNvSpPr/>
              <p:nvPr/>
            </p:nvSpPr>
            <p:spPr>
              <a:xfrm>
                <a:off x="51767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5" name="Freeform 46054">
                <a:extLst>
                  <a:ext uri="{FF2B5EF4-FFF2-40B4-BE49-F238E27FC236}">
                    <a16:creationId xmlns:a16="http://schemas.microsoft.com/office/drawing/2014/main" id="{201C9074-D4B5-F781-7311-ADE804F2169A}"/>
                  </a:ext>
                </a:extLst>
              </p:cNvPr>
              <p:cNvSpPr/>
              <p:nvPr/>
            </p:nvSpPr>
            <p:spPr>
              <a:xfrm>
                <a:off x="51772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6" name="Freeform 46055">
                <a:extLst>
                  <a:ext uri="{FF2B5EF4-FFF2-40B4-BE49-F238E27FC236}">
                    <a16:creationId xmlns:a16="http://schemas.microsoft.com/office/drawing/2014/main" id="{96AF34F8-9C21-28EA-73C0-38AE8BF94E23}"/>
                  </a:ext>
                </a:extLst>
              </p:cNvPr>
              <p:cNvSpPr/>
              <p:nvPr/>
            </p:nvSpPr>
            <p:spPr>
              <a:xfrm>
                <a:off x="517788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7" name="Freeform 46056">
                <a:extLst>
                  <a:ext uri="{FF2B5EF4-FFF2-40B4-BE49-F238E27FC236}">
                    <a16:creationId xmlns:a16="http://schemas.microsoft.com/office/drawing/2014/main" id="{9A7938D0-1CF9-0F08-193C-6313619A1921}"/>
                  </a:ext>
                </a:extLst>
              </p:cNvPr>
              <p:cNvSpPr/>
              <p:nvPr/>
            </p:nvSpPr>
            <p:spPr>
              <a:xfrm>
                <a:off x="51783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8" name="Freeform 46057">
                <a:extLst>
                  <a:ext uri="{FF2B5EF4-FFF2-40B4-BE49-F238E27FC236}">
                    <a16:creationId xmlns:a16="http://schemas.microsoft.com/office/drawing/2014/main" id="{26C4A6FA-E14F-BFA6-A482-520205BD0D30}"/>
                  </a:ext>
                </a:extLst>
              </p:cNvPr>
              <p:cNvSpPr/>
              <p:nvPr/>
            </p:nvSpPr>
            <p:spPr>
              <a:xfrm>
                <a:off x="51788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59" name="Freeform 46058">
                <a:extLst>
                  <a:ext uri="{FF2B5EF4-FFF2-40B4-BE49-F238E27FC236}">
                    <a16:creationId xmlns:a16="http://schemas.microsoft.com/office/drawing/2014/main" id="{2D1BF163-E544-227E-0930-021BE1CA2338}"/>
                  </a:ext>
                </a:extLst>
              </p:cNvPr>
              <p:cNvSpPr/>
              <p:nvPr/>
            </p:nvSpPr>
            <p:spPr>
              <a:xfrm>
                <a:off x="51794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0" name="Freeform 46059">
                <a:extLst>
                  <a:ext uri="{FF2B5EF4-FFF2-40B4-BE49-F238E27FC236}">
                    <a16:creationId xmlns:a16="http://schemas.microsoft.com/office/drawing/2014/main" id="{DA9E7DAB-9B4E-D519-E9F4-93B733D54751}"/>
                  </a:ext>
                </a:extLst>
              </p:cNvPr>
              <p:cNvSpPr/>
              <p:nvPr/>
            </p:nvSpPr>
            <p:spPr>
              <a:xfrm>
                <a:off x="51799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1" name="Freeform 46060">
                <a:extLst>
                  <a:ext uri="{FF2B5EF4-FFF2-40B4-BE49-F238E27FC236}">
                    <a16:creationId xmlns:a16="http://schemas.microsoft.com/office/drawing/2014/main" id="{5DA3E91B-944E-BD4E-9497-1DAE31B79019}"/>
                  </a:ext>
                </a:extLst>
              </p:cNvPr>
              <p:cNvSpPr/>
              <p:nvPr/>
            </p:nvSpPr>
            <p:spPr>
              <a:xfrm>
                <a:off x="51804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2" name="Freeform 46061">
                <a:extLst>
                  <a:ext uri="{FF2B5EF4-FFF2-40B4-BE49-F238E27FC236}">
                    <a16:creationId xmlns:a16="http://schemas.microsoft.com/office/drawing/2014/main" id="{B4C2618D-7C2B-34FE-D8A3-E29CA53964E7}"/>
                  </a:ext>
                </a:extLst>
              </p:cNvPr>
              <p:cNvSpPr/>
              <p:nvPr/>
            </p:nvSpPr>
            <p:spPr>
              <a:xfrm>
                <a:off x="51810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3" name="Freeform 46062">
                <a:extLst>
                  <a:ext uri="{FF2B5EF4-FFF2-40B4-BE49-F238E27FC236}">
                    <a16:creationId xmlns:a16="http://schemas.microsoft.com/office/drawing/2014/main" id="{3F5B7CF2-23CF-9FD2-D134-7865E8B24859}"/>
                  </a:ext>
                </a:extLst>
              </p:cNvPr>
              <p:cNvSpPr/>
              <p:nvPr/>
            </p:nvSpPr>
            <p:spPr>
              <a:xfrm>
                <a:off x="51815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4" name="Freeform 46063">
                <a:extLst>
                  <a:ext uri="{FF2B5EF4-FFF2-40B4-BE49-F238E27FC236}">
                    <a16:creationId xmlns:a16="http://schemas.microsoft.com/office/drawing/2014/main" id="{C4E8AE7C-F87A-AF79-B0D7-5EB24E380502}"/>
                  </a:ext>
                </a:extLst>
              </p:cNvPr>
              <p:cNvSpPr/>
              <p:nvPr/>
            </p:nvSpPr>
            <p:spPr>
              <a:xfrm>
                <a:off x="51820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5" name="Freeform 46064">
                <a:extLst>
                  <a:ext uri="{FF2B5EF4-FFF2-40B4-BE49-F238E27FC236}">
                    <a16:creationId xmlns:a16="http://schemas.microsoft.com/office/drawing/2014/main" id="{631602F7-367F-7C6F-FEF4-23AAD54835C1}"/>
                  </a:ext>
                </a:extLst>
              </p:cNvPr>
              <p:cNvSpPr/>
              <p:nvPr/>
            </p:nvSpPr>
            <p:spPr>
              <a:xfrm>
                <a:off x="51826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6" name="Freeform 46065">
                <a:extLst>
                  <a:ext uri="{FF2B5EF4-FFF2-40B4-BE49-F238E27FC236}">
                    <a16:creationId xmlns:a16="http://schemas.microsoft.com/office/drawing/2014/main" id="{6838B8D3-04B8-9EA4-01C2-10C94424E407}"/>
                  </a:ext>
                </a:extLst>
              </p:cNvPr>
              <p:cNvSpPr/>
              <p:nvPr/>
            </p:nvSpPr>
            <p:spPr>
              <a:xfrm>
                <a:off x="51831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7" name="Freeform 46066">
                <a:extLst>
                  <a:ext uri="{FF2B5EF4-FFF2-40B4-BE49-F238E27FC236}">
                    <a16:creationId xmlns:a16="http://schemas.microsoft.com/office/drawing/2014/main" id="{3CC79A66-43CB-865E-C90D-6DA1E0706868}"/>
                  </a:ext>
                </a:extLst>
              </p:cNvPr>
              <p:cNvSpPr/>
              <p:nvPr/>
            </p:nvSpPr>
            <p:spPr>
              <a:xfrm>
                <a:off x="51836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8" name="Freeform 46067">
                <a:extLst>
                  <a:ext uri="{FF2B5EF4-FFF2-40B4-BE49-F238E27FC236}">
                    <a16:creationId xmlns:a16="http://schemas.microsoft.com/office/drawing/2014/main" id="{9097A1B9-7154-304A-E32E-65C9DE0FCB79}"/>
                  </a:ext>
                </a:extLst>
              </p:cNvPr>
              <p:cNvSpPr/>
              <p:nvPr/>
            </p:nvSpPr>
            <p:spPr>
              <a:xfrm>
                <a:off x="518423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69" name="Freeform 46068">
                <a:extLst>
                  <a:ext uri="{FF2B5EF4-FFF2-40B4-BE49-F238E27FC236}">
                    <a16:creationId xmlns:a16="http://schemas.microsoft.com/office/drawing/2014/main" id="{E58A4167-63D8-1842-891C-1ACF339AF584}"/>
                  </a:ext>
                </a:extLst>
              </p:cNvPr>
              <p:cNvSpPr/>
              <p:nvPr/>
            </p:nvSpPr>
            <p:spPr>
              <a:xfrm>
                <a:off x="518472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0" name="Freeform 46069">
                <a:extLst>
                  <a:ext uri="{FF2B5EF4-FFF2-40B4-BE49-F238E27FC236}">
                    <a16:creationId xmlns:a16="http://schemas.microsoft.com/office/drawing/2014/main" id="{75E90B6B-7584-5C5E-6D6F-E33B04CC9C59}"/>
                  </a:ext>
                </a:extLst>
              </p:cNvPr>
              <p:cNvSpPr/>
              <p:nvPr/>
            </p:nvSpPr>
            <p:spPr>
              <a:xfrm>
                <a:off x="51852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1" name="Freeform 46070">
                <a:extLst>
                  <a:ext uri="{FF2B5EF4-FFF2-40B4-BE49-F238E27FC236}">
                    <a16:creationId xmlns:a16="http://schemas.microsoft.com/office/drawing/2014/main" id="{9B808405-313E-80F7-1902-B0BEF4FB42FF}"/>
                  </a:ext>
                </a:extLst>
              </p:cNvPr>
              <p:cNvSpPr/>
              <p:nvPr/>
            </p:nvSpPr>
            <p:spPr>
              <a:xfrm>
                <a:off x="518572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2" name="Freeform 46071">
                <a:extLst>
                  <a:ext uri="{FF2B5EF4-FFF2-40B4-BE49-F238E27FC236}">
                    <a16:creationId xmlns:a16="http://schemas.microsoft.com/office/drawing/2014/main" id="{943BEE45-2C4F-20B1-0FE4-72104ADB9B65}"/>
                  </a:ext>
                </a:extLst>
              </p:cNvPr>
              <p:cNvSpPr/>
              <p:nvPr/>
            </p:nvSpPr>
            <p:spPr>
              <a:xfrm>
                <a:off x="518631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3" name="Freeform 46072">
                <a:extLst>
                  <a:ext uri="{FF2B5EF4-FFF2-40B4-BE49-F238E27FC236}">
                    <a16:creationId xmlns:a16="http://schemas.microsoft.com/office/drawing/2014/main" id="{746438E9-9433-6467-6B72-BD779A5AFC50}"/>
                  </a:ext>
                </a:extLst>
              </p:cNvPr>
              <p:cNvSpPr/>
              <p:nvPr/>
            </p:nvSpPr>
            <p:spPr>
              <a:xfrm>
                <a:off x="518681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4" name="Freeform 46073">
                <a:extLst>
                  <a:ext uri="{FF2B5EF4-FFF2-40B4-BE49-F238E27FC236}">
                    <a16:creationId xmlns:a16="http://schemas.microsoft.com/office/drawing/2014/main" id="{752890BC-74D4-2C7A-23DA-F4F1961B570D}"/>
                  </a:ext>
                </a:extLst>
              </p:cNvPr>
              <p:cNvSpPr/>
              <p:nvPr/>
            </p:nvSpPr>
            <p:spPr>
              <a:xfrm>
                <a:off x="5187307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5" name="Freeform 46074">
                <a:extLst>
                  <a:ext uri="{FF2B5EF4-FFF2-40B4-BE49-F238E27FC236}">
                    <a16:creationId xmlns:a16="http://schemas.microsoft.com/office/drawing/2014/main" id="{C010E97B-A00E-4EDF-0508-732EA7B474CD}"/>
                  </a:ext>
                </a:extLst>
              </p:cNvPr>
              <p:cNvSpPr/>
              <p:nvPr/>
            </p:nvSpPr>
            <p:spPr>
              <a:xfrm>
                <a:off x="518790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6" name="Freeform 46075">
                <a:extLst>
                  <a:ext uri="{FF2B5EF4-FFF2-40B4-BE49-F238E27FC236}">
                    <a16:creationId xmlns:a16="http://schemas.microsoft.com/office/drawing/2014/main" id="{2D44DCF3-5568-0C75-DDE2-5CB37225251F}"/>
                  </a:ext>
                </a:extLst>
              </p:cNvPr>
              <p:cNvSpPr/>
              <p:nvPr/>
            </p:nvSpPr>
            <p:spPr>
              <a:xfrm>
                <a:off x="51883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7" name="Freeform 46076">
                <a:extLst>
                  <a:ext uri="{FF2B5EF4-FFF2-40B4-BE49-F238E27FC236}">
                    <a16:creationId xmlns:a16="http://schemas.microsoft.com/office/drawing/2014/main" id="{5FEF5855-723D-4B45-F5D0-1ADDD4C999B7}"/>
                  </a:ext>
                </a:extLst>
              </p:cNvPr>
              <p:cNvSpPr/>
              <p:nvPr/>
            </p:nvSpPr>
            <p:spPr>
              <a:xfrm>
                <a:off x="51888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8" name="Freeform 46077">
                <a:extLst>
                  <a:ext uri="{FF2B5EF4-FFF2-40B4-BE49-F238E27FC236}">
                    <a16:creationId xmlns:a16="http://schemas.microsoft.com/office/drawing/2014/main" id="{C103487E-3940-A507-0CF5-0BE09BB0532B}"/>
                  </a:ext>
                </a:extLst>
              </p:cNvPr>
              <p:cNvSpPr/>
              <p:nvPr/>
            </p:nvSpPr>
            <p:spPr>
              <a:xfrm>
                <a:off x="51894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79" name="Freeform 46078">
                <a:extLst>
                  <a:ext uri="{FF2B5EF4-FFF2-40B4-BE49-F238E27FC236}">
                    <a16:creationId xmlns:a16="http://schemas.microsoft.com/office/drawing/2014/main" id="{FD70F36E-44D1-F31A-3846-743BAAB4F78F}"/>
                  </a:ext>
                </a:extLst>
              </p:cNvPr>
              <p:cNvSpPr/>
              <p:nvPr/>
            </p:nvSpPr>
            <p:spPr>
              <a:xfrm>
                <a:off x="51899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0" name="Freeform 46079">
                <a:extLst>
                  <a:ext uri="{FF2B5EF4-FFF2-40B4-BE49-F238E27FC236}">
                    <a16:creationId xmlns:a16="http://schemas.microsoft.com/office/drawing/2014/main" id="{B9E4BEEF-95FF-4E32-4384-63295F780D08}"/>
                  </a:ext>
                </a:extLst>
              </p:cNvPr>
              <p:cNvSpPr/>
              <p:nvPr/>
            </p:nvSpPr>
            <p:spPr>
              <a:xfrm>
                <a:off x="519048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1" name="Freeform 46080">
                <a:extLst>
                  <a:ext uri="{FF2B5EF4-FFF2-40B4-BE49-F238E27FC236}">
                    <a16:creationId xmlns:a16="http://schemas.microsoft.com/office/drawing/2014/main" id="{C8833DE1-B576-68E3-538E-6410932FD770}"/>
                  </a:ext>
                </a:extLst>
              </p:cNvPr>
              <p:cNvSpPr/>
              <p:nvPr/>
            </p:nvSpPr>
            <p:spPr>
              <a:xfrm>
                <a:off x="51910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2" name="Freeform 46081">
                <a:extLst>
                  <a:ext uri="{FF2B5EF4-FFF2-40B4-BE49-F238E27FC236}">
                    <a16:creationId xmlns:a16="http://schemas.microsoft.com/office/drawing/2014/main" id="{666A4430-354E-C699-4E19-D25E1CA0F38C}"/>
                  </a:ext>
                </a:extLst>
              </p:cNvPr>
              <p:cNvSpPr/>
              <p:nvPr/>
            </p:nvSpPr>
            <p:spPr>
              <a:xfrm>
                <a:off x="51915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3" name="Freeform 46082">
                <a:extLst>
                  <a:ext uri="{FF2B5EF4-FFF2-40B4-BE49-F238E27FC236}">
                    <a16:creationId xmlns:a16="http://schemas.microsoft.com/office/drawing/2014/main" id="{295C94D9-E6BA-D34A-9187-E4B9D02344D2}"/>
                  </a:ext>
                </a:extLst>
              </p:cNvPr>
              <p:cNvSpPr/>
              <p:nvPr/>
            </p:nvSpPr>
            <p:spPr>
              <a:xfrm>
                <a:off x="51920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4" name="Freeform 46083">
                <a:extLst>
                  <a:ext uri="{FF2B5EF4-FFF2-40B4-BE49-F238E27FC236}">
                    <a16:creationId xmlns:a16="http://schemas.microsoft.com/office/drawing/2014/main" id="{70CE8891-7221-D241-A391-69F6A55124BB}"/>
                  </a:ext>
                </a:extLst>
              </p:cNvPr>
              <p:cNvSpPr/>
              <p:nvPr/>
            </p:nvSpPr>
            <p:spPr>
              <a:xfrm>
                <a:off x="51926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5" name="Freeform 46084">
                <a:extLst>
                  <a:ext uri="{FF2B5EF4-FFF2-40B4-BE49-F238E27FC236}">
                    <a16:creationId xmlns:a16="http://schemas.microsoft.com/office/drawing/2014/main" id="{BF0BD0F1-A74A-EE98-87D0-48AD040219B2}"/>
                  </a:ext>
                </a:extLst>
              </p:cNvPr>
              <p:cNvSpPr/>
              <p:nvPr/>
            </p:nvSpPr>
            <p:spPr>
              <a:xfrm>
                <a:off x="51931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6" name="Freeform 46085">
                <a:extLst>
                  <a:ext uri="{FF2B5EF4-FFF2-40B4-BE49-F238E27FC236}">
                    <a16:creationId xmlns:a16="http://schemas.microsoft.com/office/drawing/2014/main" id="{75289960-B73F-D976-6E02-C7FCDB39995C}"/>
                  </a:ext>
                </a:extLst>
              </p:cNvPr>
              <p:cNvSpPr/>
              <p:nvPr/>
            </p:nvSpPr>
            <p:spPr>
              <a:xfrm>
                <a:off x="51936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7" name="Freeform 46086">
                <a:extLst>
                  <a:ext uri="{FF2B5EF4-FFF2-40B4-BE49-F238E27FC236}">
                    <a16:creationId xmlns:a16="http://schemas.microsoft.com/office/drawing/2014/main" id="{0FF82900-1245-86B4-F0B3-C47646871731}"/>
                  </a:ext>
                </a:extLst>
              </p:cNvPr>
              <p:cNvSpPr/>
              <p:nvPr/>
            </p:nvSpPr>
            <p:spPr>
              <a:xfrm>
                <a:off x="51942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8" name="Freeform 46087">
                <a:extLst>
                  <a:ext uri="{FF2B5EF4-FFF2-40B4-BE49-F238E27FC236}">
                    <a16:creationId xmlns:a16="http://schemas.microsoft.com/office/drawing/2014/main" id="{7C3A7340-5E9C-A46D-EA00-5314B77C4A27}"/>
                  </a:ext>
                </a:extLst>
              </p:cNvPr>
              <p:cNvSpPr/>
              <p:nvPr/>
            </p:nvSpPr>
            <p:spPr>
              <a:xfrm>
                <a:off x="51947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89" name="Freeform 46088">
                <a:extLst>
                  <a:ext uri="{FF2B5EF4-FFF2-40B4-BE49-F238E27FC236}">
                    <a16:creationId xmlns:a16="http://schemas.microsoft.com/office/drawing/2014/main" id="{9A3523B7-EBF3-196C-F794-39759BF0B7EB}"/>
                  </a:ext>
                </a:extLst>
              </p:cNvPr>
              <p:cNvSpPr/>
              <p:nvPr/>
            </p:nvSpPr>
            <p:spPr>
              <a:xfrm>
                <a:off x="51952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0" name="Freeform 46089">
                <a:extLst>
                  <a:ext uri="{FF2B5EF4-FFF2-40B4-BE49-F238E27FC236}">
                    <a16:creationId xmlns:a16="http://schemas.microsoft.com/office/drawing/2014/main" id="{A2A6BF2B-C14B-EC3E-FF89-D7BDC2B6F6F7}"/>
                  </a:ext>
                </a:extLst>
              </p:cNvPr>
              <p:cNvSpPr/>
              <p:nvPr/>
            </p:nvSpPr>
            <p:spPr>
              <a:xfrm>
                <a:off x="519584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1" name="Freeform 46090">
                <a:extLst>
                  <a:ext uri="{FF2B5EF4-FFF2-40B4-BE49-F238E27FC236}">
                    <a16:creationId xmlns:a16="http://schemas.microsoft.com/office/drawing/2014/main" id="{81770815-BF33-C0BB-0992-0DBC7C979BE2}"/>
                  </a:ext>
                </a:extLst>
              </p:cNvPr>
              <p:cNvSpPr/>
              <p:nvPr/>
            </p:nvSpPr>
            <p:spPr>
              <a:xfrm>
                <a:off x="519633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2" name="Freeform 46091">
                <a:extLst>
                  <a:ext uri="{FF2B5EF4-FFF2-40B4-BE49-F238E27FC236}">
                    <a16:creationId xmlns:a16="http://schemas.microsoft.com/office/drawing/2014/main" id="{82956CB2-D8E1-1E40-687F-69D073209F39}"/>
                  </a:ext>
                </a:extLst>
              </p:cNvPr>
              <p:cNvSpPr/>
              <p:nvPr/>
            </p:nvSpPr>
            <p:spPr>
              <a:xfrm>
                <a:off x="519683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3" name="Freeform 46092">
                <a:extLst>
                  <a:ext uri="{FF2B5EF4-FFF2-40B4-BE49-F238E27FC236}">
                    <a16:creationId xmlns:a16="http://schemas.microsoft.com/office/drawing/2014/main" id="{21F1E0A0-5F60-6A36-F2F4-4F1CA094DC40}"/>
                  </a:ext>
                </a:extLst>
              </p:cNvPr>
              <p:cNvSpPr/>
              <p:nvPr/>
            </p:nvSpPr>
            <p:spPr>
              <a:xfrm>
                <a:off x="519732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4" name="Freeform 46093">
                <a:extLst>
                  <a:ext uri="{FF2B5EF4-FFF2-40B4-BE49-F238E27FC236}">
                    <a16:creationId xmlns:a16="http://schemas.microsoft.com/office/drawing/2014/main" id="{33BA2442-3533-CDB0-CC33-47689796202E}"/>
                  </a:ext>
                </a:extLst>
              </p:cNvPr>
              <p:cNvSpPr/>
              <p:nvPr/>
            </p:nvSpPr>
            <p:spPr>
              <a:xfrm>
                <a:off x="519792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5" name="Freeform 46094">
                <a:extLst>
                  <a:ext uri="{FF2B5EF4-FFF2-40B4-BE49-F238E27FC236}">
                    <a16:creationId xmlns:a16="http://schemas.microsoft.com/office/drawing/2014/main" id="{91E5676A-1B3A-9A03-29D8-939F7F6FEF5C}"/>
                  </a:ext>
                </a:extLst>
              </p:cNvPr>
              <p:cNvSpPr/>
              <p:nvPr/>
            </p:nvSpPr>
            <p:spPr>
              <a:xfrm>
                <a:off x="519842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6" name="Freeform 46095">
                <a:extLst>
                  <a:ext uri="{FF2B5EF4-FFF2-40B4-BE49-F238E27FC236}">
                    <a16:creationId xmlns:a16="http://schemas.microsoft.com/office/drawing/2014/main" id="{10288125-431E-981F-8DCC-2A7E0EB422C6}"/>
                  </a:ext>
                </a:extLst>
              </p:cNvPr>
              <p:cNvSpPr/>
              <p:nvPr/>
            </p:nvSpPr>
            <p:spPr>
              <a:xfrm>
                <a:off x="519891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7" name="Freeform 46096">
                <a:extLst>
                  <a:ext uri="{FF2B5EF4-FFF2-40B4-BE49-F238E27FC236}">
                    <a16:creationId xmlns:a16="http://schemas.microsoft.com/office/drawing/2014/main" id="{BE67CD5C-92F2-68BA-F283-73353301378C}"/>
                  </a:ext>
                </a:extLst>
              </p:cNvPr>
              <p:cNvSpPr/>
              <p:nvPr/>
            </p:nvSpPr>
            <p:spPr>
              <a:xfrm>
                <a:off x="5199511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8" name="Freeform 46097">
                <a:extLst>
                  <a:ext uri="{FF2B5EF4-FFF2-40B4-BE49-F238E27FC236}">
                    <a16:creationId xmlns:a16="http://schemas.microsoft.com/office/drawing/2014/main" id="{A6F3D332-E7D7-A9DA-2A3E-4D23227A3922}"/>
                  </a:ext>
                </a:extLst>
              </p:cNvPr>
              <p:cNvSpPr/>
              <p:nvPr/>
            </p:nvSpPr>
            <p:spPr>
              <a:xfrm>
                <a:off x="5200007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99" name="Freeform 46098">
                <a:extLst>
                  <a:ext uri="{FF2B5EF4-FFF2-40B4-BE49-F238E27FC236}">
                    <a16:creationId xmlns:a16="http://schemas.microsoft.com/office/drawing/2014/main" id="{C036E6A7-FEB8-C00D-4723-EE095E3FADEC}"/>
                  </a:ext>
                </a:extLst>
              </p:cNvPr>
              <p:cNvSpPr/>
              <p:nvPr/>
            </p:nvSpPr>
            <p:spPr>
              <a:xfrm>
                <a:off x="520050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0" name="Freeform 46099">
                <a:extLst>
                  <a:ext uri="{FF2B5EF4-FFF2-40B4-BE49-F238E27FC236}">
                    <a16:creationId xmlns:a16="http://schemas.microsoft.com/office/drawing/2014/main" id="{63280A2C-20E0-DD42-0761-31AA70B2D0F5}"/>
                  </a:ext>
                </a:extLst>
              </p:cNvPr>
              <p:cNvSpPr/>
              <p:nvPr/>
            </p:nvSpPr>
            <p:spPr>
              <a:xfrm>
                <a:off x="520109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1" name="Freeform 46100">
                <a:extLst>
                  <a:ext uri="{FF2B5EF4-FFF2-40B4-BE49-F238E27FC236}">
                    <a16:creationId xmlns:a16="http://schemas.microsoft.com/office/drawing/2014/main" id="{28ECEBD2-03B0-778A-17EB-8DBA5216BBB8}"/>
                  </a:ext>
                </a:extLst>
              </p:cNvPr>
              <p:cNvSpPr/>
              <p:nvPr/>
            </p:nvSpPr>
            <p:spPr>
              <a:xfrm>
                <a:off x="520159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2" name="Freeform 46101">
                <a:extLst>
                  <a:ext uri="{FF2B5EF4-FFF2-40B4-BE49-F238E27FC236}">
                    <a16:creationId xmlns:a16="http://schemas.microsoft.com/office/drawing/2014/main" id="{10C9C174-86B9-8771-AC1E-FA92465B06E8}"/>
                  </a:ext>
                </a:extLst>
              </p:cNvPr>
              <p:cNvSpPr/>
              <p:nvPr/>
            </p:nvSpPr>
            <p:spPr>
              <a:xfrm>
                <a:off x="520209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3" name="Freeform 46102">
                <a:extLst>
                  <a:ext uri="{FF2B5EF4-FFF2-40B4-BE49-F238E27FC236}">
                    <a16:creationId xmlns:a16="http://schemas.microsoft.com/office/drawing/2014/main" id="{EF282A1F-6B6A-E3C8-FC42-B242273A06A7}"/>
                  </a:ext>
                </a:extLst>
              </p:cNvPr>
              <p:cNvSpPr/>
              <p:nvPr/>
            </p:nvSpPr>
            <p:spPr>
              <a:xfrm>
                <a:off x="5202686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4" name="Freeform 46103">
                <a:extLst>
                  <a:ext uri="{FF2B5EF4-FFF2-40B4-BE49-F238E27FC236}">
                    <a16:creationId xmlns:a16="http://schemas.microsoft.com/office/drawing/2014/main" id="{68F795AA-6013-23B7-46FF-59C339A4EFB4}"/>
                  </a:ext>
                </a:extLst>
              </p:cNvPr>
              <p:cNvSpPr/>
              <p:nvPr/>
            </p:nvSpPr>
            <p:spPr>
              <a:xfrm>
                <a:off x="520318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5" name="Freeform 46104">
                <a:extLst>
                  <a:ext uri="{FF2B5EF4-FFF2-40B4-BE49-F238E27FC236}">
                    <a16:creationId xmlns:a16="http://schemas.microsoft.com/office/drawing/2014/main" id="{F4497970-B255-C0A3-B007-C1343BCB8D5F}"/>
                  </a:ext>
                </a:extLst>
              </p:cNvPr>
              <p:cNvSpPr/>
              <p:nvPr/>
            </p:nvSpPr>
            <p:spPr>
              <a:xfrm>
                <a:off x="5203678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6" name="Freeform 46105">
                <a:extLst>
                  <a:ext uri="{FF2B5EF4-FFF2-40B4-BE49-F238E27FC236}">
                    <a16:creationId xmlns:a16="http://schemas.microsoft.com/office/drawing/2014/main" id="{3359AF00-0637-4C57-4747-62601310A07C}"/>
                  </a:ext>
                </a:extLst>
              </p:cNvPr>
              <p:cNvSpPr/>
              <p:nvPr/>
            </p:nvSpPr>
            <p:spPr>
              <a:xfrm>
                <a:off x="5204273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7" name="Freeform 46106">
                <a:extLst>
                  <a:ext uri="{FF2B5EF4-FFF2-40B4-BE49-F238E27FC236}">
                    <a16:creationId xmlns:a16="http://schemas.microsoft.com/office/drawing/2014/main" id="{ED016E91-8BE0-62B7-77AC-29D8BCBC59A3}"/>
                  </a:ext>
                </a:extLst>
              </p:cNvPr>
              <p:cNvSpPr/>
              <p:nvPr/>
            </p:nvSpPr>
            <p:spPr>
              <a:xfrm>
                <a:off x="52047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8" name="Freeform 46107">
                <a:extLst>
                  <a:ext uri="{FF2B5EF4-FFF2-40B4-BE49-F238E27FC236}">
                    <a16:creationId xmlns:a16="http://schemas.microsoft.com/office/drawing/2014/main" id="{B3123785-A655-559F-E2B4-4B464982D0FD}"/>
                  </a:ext>
                </a:extLst>
              </p:cNvPr>
              <p:cNvSpPr/>
              <p:nvPr/>
            </p:nvSpPr>
            <p:spPr>
              <a:xfrm>
                <a:off x="52052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09" name="Freeform 46108">
                <a:extLst>
                  <a:ext uri="{FF2B5EF4-FFF2-40B4-BE49-F238E27FC236}">
                    <a16:creationId xmlns:a16="http://schemas.microsoft.com/office/drawing/2014/main" id="{6CC0F015-443A-5C90-71BE-2889FB0A4523}"/>
                  </a:ext>
                </a:extLst>
              </p:cNvPr>
              <p:cNvSpPr/>
              <p:nvPr/>
            </p:nvSpPr>
            <p:spPr>
              <a:xfrm>
                <a:off x="52058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0" name="Freeform 46109">
                <a:extLst>
                  <a:ext uri="{FF2B5EF4-FFF2-40B4-BE49-F238E27FC236}">
                    <a16:creationId xmlns:a16="http://schemas.microsoft.com/office/drawing/2014/main" id="{6395B532-2A6B-6917-F4A1-E1107464C0DA}"/>
                  </a:ext>
                </a:extLst>
              </p:cNvPr>
              <p:cNvSpPr/>
              <p:nvPr/>
            </p:nvSpPr>
            <p:spPr>
              <a:xfrm>
                <a:off x="52063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1" name="Freeform 46110">
                <a:extLst>
                  <a:ext uri="{FF2B5EF4-FFF2-40B4-BE49-F238E27FC236}">
                    <a16:creationId xmlns:a16="http://schemas.microsoft.com/office/drawing/2014/main" id="{C574C566-8D45-8423-8086-8F3130B8B904}"/>
                  </a:ext>
                </a:extLst>
              </p:cNvPr>
              <p:cNvSpPr/>
              <p:nvPr/>
            </p:nvSpPr>
            <p:spPr>
              <a:xfrm>
                <a:off x="52068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2" name="Freeform 46111">
                <a:extLst>
                  <a:ext uri="{FF2B5EF4-FFF2-40B4-BE49-F238E27FC236}">
                    <a16:creationId xmlns:a16="http://schemas.microsoft.com/office/drawing/2014/main" id="{AE19C615-6032-6A3B-A4C9-721FD52511B2}"/>
                  </a:ext>
                </a:extLst>
              </p:cNvPr>
              <p:cNvSpPr/>
              <p:nvPr/>
            </p:nvSpPr>
            <p:spPr>
              <a:xfrm>
                <a:off x="52074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3" name="Freeform 46112">
                <a:extLst>
                  <a:ext uri="{FF2B5EF4-FFF2-40B4-BE49-F238E27FC236}">
                    <a16:creationId xmlns:a16="http://schemas.microsoft.com/office/drawing/2014/main" id="{68F5F756-B8D7-2691-6AC8-51CDDEC2F739}"/>
                  </a:ext>
                </a:extLst>
              </p:cNvPr>
              <p:cNvSpPr/>
              <p:nvPr/>
            </p:nvSpPr>
            <p:spPr>
              <a:xfrm>
                <a:off x="52079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4" name="Freeform 46113">
                <a:extLst>
                  <a:ext uri="{FF2B5EF4-FFF2-40B4-BE49-F238E27FC236}">
                    <a16:creationId xmlns:a16="http://schemas.microsoft.com/office/drawing/2014/main" id="{BE76E40E-890E-4353-3C2C-736F48E4E572}"/>
                  </a:ext>
                </a:extLst>
              </p:cNvPr>
              <p:cNvSpPr/>
              <p:nvPr/>
            </p:nvSpPr>
            <p:spPr>
              <a:xfrm>
                <a:off x="52084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5" name="Freeform 46114">
                <a:extLst>
                  <a:ext uri="{FF2B5EF4-FFF2-40B4-BE49-F238E27FC236}">
                    <a16:creationId xmlns:a16="http://schemas.microsoft.com/office/drawing/2014/main" id="{F414EF51-E5AA-0BBD-9CE1-22647E4D670D}"/>
                  </a:ext>
                </a:extLst>
              </p:cNvPr>
              <p:cNvSpPr/>
              <p:nvPr/>
            </p:nvSpPr>
            <p:spPr>
              <a:xfrm>
                <a:off x="52089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6" name="Freeform 46115">
                <a:extLst>
                  <a:ext uri="{FF2B5EF4-FFF2-40B4-BE49-F238E27FC236}">
                    <a16:creationId xmlns:a16="http://schemas.microsoft.com/office/drawing/2014/main" id="{C8FB5793-1697-77E6-7F79-98233BBE335C}"/>
                  </a:ext>
                </a:extLst>
              </p:cNvPr>
              <p:cNvSpPr/>
              <p:nvPr/>
            </p:nvSpPr>
            <p:spPr>
              <a:xfrm>
                <a:off x="520953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7" name="Freeform 46116">
                <a:extLst>
                  <a:ext uri="{FF2B5EF4-FFF2-40B4-BE49-F238E27FC236}">
                    <a16:creationId xmlns:a16="http://schemas.microsoft.com/office/drawing/2014/main" id="{0974B57B-97D5-9D14-B141-9911FC079FA1}"/>
                  </a:ext>
                </a:extLst>
              </p:cNvPr>
              <p:cNvSpPr/>
              <p:nvPr/>
            </p:nvSpPr>
            <p:spPr>
              <a:xfrm>
                <a:off x="521002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8" name="Freeform 46117">
                <a:extLst>
                  <a:ext uri="{FF2B5EF4-FFF2-40B4-BE49-F238E27FC236}">
                    <a16:creationId xmlns:a16="http://schemas.microsoft.com/office/drawing/2014/main" id="{9AD74B6C-4C6A-48C3-D076-47815ACA3042}"/>
                  </a:ext>
                </a:extLst>
              </p:cNvPr>
              <p:cNvSpPr/>
              <p:nvPr/>
            </p:nvSpPr>
            <p:spPr>
              <a:xfrm>
                <a:off x="521052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19" name="Freeform 46118">
                <a:extLst>
                  <a:ext uri="{FF2B5EF4-FFF2-40B4-BE49-F238E27FC236}">
                    <a16:creationId xmlns:a16="http://schemas.microsoft.com/office/drawing/2014/main" id="{CB223B95-F975-1827-11FD-13F49B9DCD3C}"/>
                  </a:ext>
                </a:extLst>
              </p:cNvPr>
              <p:cNvSpPr/>
              <p:nvPr/>
            </p:nvSpPr>
            <p:spPr>
              <a:xfrm>
                <a:off x="521112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0" name="Freeform 46119">
                <a:extLst>
                  <a:ext uri="{FF2B5EF4-FFF2-40B4-BE49-F238E27FC236}">
                    <a16:creationId xmlns:a16="http://schemas.microsoft.com/office/drawing/2014/main" id="{59FBAAAA-4945-7AF6-7B8C-2CA6C74C4397}"/>
                  </a:ext>
                </a:extLst>
              </p:cNvPr>
              <p:cNvSpPr/>
              <p:nvPr/>
            </p:nvSpPr>
            <p:spPr>
              <a:xfrm>
                <a:off x="5211616" y="5988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1" name="Freeform 46120">
                <a:extLst>
                  <a:ext uri="{FF2B5EF4-FFF2-40B4-BE49-F238E27FC236}">
                    <a16:creationId xmlns:a16="http://schemas.microsoft.com/office/drawing/2014/main" id="{8CAF706B-6948-F510-4A38-ED6185707897}"/>
                  </a:ext>
                </a:extLst>
              </p:cNvPr>
              <p:cNvSpPr/>
              <p:nvPr/>
            </p:nvSpPr>
            <p:spPr>
              <a:xfrm>
                <a:off x="5212112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2" name="Freeform 46121">
                <a:extLst>
                  <a:ext uri="{FF2B5EF4-FFF2-40B4-BE49-F238E27FC236}">
                    <a16:creationId xmlns:a16="http://schemas.microsoft.com/office/drawing/2014/main" id="{99BFEAB9-B413-8012-F617-E2176B0E26E7}"/>
                  </a:ext>
                </a:extLst>
              </p:cNvPr>
              <p:cNvSpPr/>
              <p:nvPr/>
            </p:nvSpPr>
            <p:spPr>
              <a:xfrm>
                <a:off x="5212707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3" name="Freeform 46122">
                <a:extLst>
                  <a:ext uri="{FF2B5EF4-FFF2-40B4-BE49-F238E27FC236}">
                    <a16:creationId xmlns:a16="http://schemas.microsoft.com/office/drawing/2014/main" id="{A07A17F4-AD1B-7092-5071-7427A5F5AE77}"/>
                  </a:ext>
                </a:extLst>
              </p:cNvPr>
              <p:cNvSpPr/>
              <p:nvPr/>
            </p:nvSpPr>
            <p:spPr>
              <a:xfrm>
                <a:off x="5213203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4" name="Freeform 46123">
                <a:extLst>
                  <a:ext uri="{FF2B5EF4-FFF2-40B4-BE49-F238E27FC236}">
                    <a16:creationId xmlns:a16="http://schemas.microsoft.com/office/drawing/2014/main" id="{DFEA0393-A245-4ABC-9A01-1F3AC4A055F6}"/>
                  </a:ext>
                </a:extLst>
              </p:cNvPr>
              <p:cNvSpPr/>
              <p:nvPr/>
            </p:nvSpPr>
            <p:spPr>
              <a:xfrm>
                <a:off x="5213699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5" name="Freeform 46124">
                <a:extLst>
                  <a:ext uri="{FF2B5EF4-FFF2-40B4-BE49-F238E27FC236}">
                    <a16:creationId xmlns:a16="http://schemas.microsoft.com/office/drawing/2014/main" id="{13F45397-5280-677D-6866-2C08BB313B52}"/>
                  </a:ext>
                </a:extLst>
              </p:cNvPr>
              <p:cNvSpPr/>
              <p:nvPr/>
            </p:nvSpPr>
            <p:spPr>
              <a:xfrm>
                <a:off x="521429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6" name="Freeform 46125">
                <a:extLst>
                  <a:ext uri="{FF2B5EF4-FFF2-40B4-BE49-F238E27FC236}">
                    <a16:creationId xmlns:a16="http://schemas.microsoft.com/office/drawing/2014/main" id="{FDA581BA-1484-F8B1-085A-5EA3D15E0B85}"/>
                  </a:ext>
                </a:extLst>
              </p:cNvPr>
              <p:cNvSpPr/>
              <p:nvPr/>
            </p:nvSpPr>
            <p:spPr>
              <a:xfrm>
                <a:off x="521479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7" name="Freeform 46126">
                <a:extLst>
                  <a:ext uri="{FF2B5EF4-FFF2-40B4-BE49-F238E27FC236}">
                    <a16:creationId xmlns:a16="http://schemas.microsoft.com/office/drawing/2014/main" id="{EBA085F9-515D-7384-CA23-E41FF916AED2}"/>
                  </a:ext>
                </a:extLst>
              </p:cNvPr>
              <p:cNvSpPr/>
              <p:nvPr/>
            </p:nvSpPr>
            <p:spPr>
              <a:xfrm>
                <a:off x="5215287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8" name="Freeform 46127">
                <a:extLst>
                  <a:ext uri="{FF2B5EF4-FFF2-40B4-BE49-F238E27FC236}">
                    <a16:creationId xmlns:a16="http://schemas.microsoft.com/office/drawing/2014/main" id="{412E4375-106E-EBB4-32FD-0A3353FECDF5}"/>
                  </a:ext>
                </a:extLst>
              </p:cNvPr>
              <p:cNvSpPr/>
              <p:nvPr/>
            </p:nvSpPr>
            <p:spPr>
              <a:xfrm>
                <a:off x="521588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29" name="Freeform 46128">
                <a:extLst>
                  <a:ext uri="{FF2B5EF4-FFF2-40B4-BE49-F238E27FC236}">
                    <a16:creationId xmlns:a16="http://schemas.microsoft.com/office/drawing/2014/main" id="{EFA1A12E-DE74-09B3-F83B-8A0C735AF549}"/>
                  </a:ext>
                </a:extLst>
              </p:cNvPr>
              <p:cNvSpPr/>
              <p:nvPr/>
            </p:nvSpPr>
            <p:spPr>
              <a:xfrm>
                <a:off x="521637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0" name="Freeform 46129">
                <a:extLst>
                  <a:ext uri="{FF2B5EF4-FFF2-40B4-BE49-F238E27FC236}">
                    <a16:creationId xmlns:a16="http://schemas.microsoft.com/office/drawing/2014/main" id="{9C9FB997-0663-2AB8-626E-4A93968E0D35}"/>
                  </a:ext>
                </a:extLst>
              </p:cNvPr>
              <p:cNvSpPr/>
              <p:nvPr/>
            </p:nvSpPr>
            <p:spPr>
              <a:xfrm>
                <a:off x="5216874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1" name="Freeform 46130">
                <a:extLst>
                  <a:ext uri="{FF2B5EF4-FFF2-40B4-BE49-F238E27FC236}">
                    <a16:creationId xmlns:a16="http://schemas.microsoft.com/office/drawing/2014/main" id="{BE1D651B-C397-1769-A37D-3BFE1DF337D5}"/>
                  </a:ext>
                </a:extLst>
              </p:cNvPr>
              <p:cNvSpPr/>
              <p:nvPr/>
            </p:nvSpPr>
            <p:spPr>
              <a:xfrm>
                <a:off x="52174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2" name="Freeform 46131">
                <a:extLst>
                  <a:ext uri="{FF2B5EF4-FFF2-40B4-BE49-F238E27FC236}">
                    <a16:creationId xmlns:a16="http://schemas.microsoft.com/office/drawing/2014/main" id="{759C6C13-0143-8AEB-E85F-DF18435E0CB5}"/>
                  </a:ext>
                </a:extLst>
              </p:cNvPr>
              <p:cNvSpPr/>
              <p:nvPr/>
            </p:nvSpPr>
            <p:spPr>
              <a:xfrm>
                <a:off x="52179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3" name="Freeform 46132">
                <a:extLst>
                  <a:ext uri="{FF2B5EF4-FFF2-40B4-BE49-F238E27FC236}">
                    <a16:creationId xmlns:a16="http://schemas.microsoft.com/office/drawing/2014/main" id="{48A50395-D731-6565-88F0-8D9CBFFCBFB2}"/>
                  </a:ext>
                </a:extLst>
              </p:cNvPr>
              <p:cNvSpPr/>
              <p:nvPr/>
            </p:nvSpPr>
            <p:spPr>
              <a:xfrm>
                <a:off x="52184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4" name="Freeform 46133">
                <a:extLst>
                  <a:ext uri="{FF2B5EF4-FFF2-40B4-BE49-F238E27FC236}">
                    <a16:creationId xmlns:a16="http://schemas.microsoft.com/office/drawing/2014/main" id="{CD1832D1-D5FE-695C-4DC6-0446565C17BC}"/>
                  </a:ext>
                </a:extLst>
              </p:cNvPr>
              <p:cNvSpPr/>
              <p:nvPr/>
            </p:nvSpPr>
            <p:spPr>
              <a:xfrm>
                <a:off x="52190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5" name="Freeform 46134">
                <a:extLst>
                  <a:ext uri="{FF2B5EF4-FFF2-40B4-BE49-F238E27FC236}">
                    <a16:creationId xmlns:a16="http://schemas.microsoft.com/office/drawing/2014/main" id="{B8526A51-1A17-216E-F7EC-49A33FFD0620}"/>
                  </a:ext>
                </a:extLst>
              </p:cNvPr>
              <p:cNvSpPr/>
              <p:nvPr/>
            </p:nvSpPr>
            <p:spPr>
              <a:xfrm>
                <a:off x="52195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6" name="Freeform 46135">
                <a:extLst>
                  <a:ext uri="{FF2B5EF4-FFF2-40B4-BE49-F238E27FC236}">
                    <a16:creationId xmlns:a16="http://schemas.microsoft.com/office/drawing/2014/main" id="{C66F480A-2B9C-FE8A-36AB-0052D0F2171B}"/>
                  </a:ext>
                </a:extLst>
              </p:cNvPr>
              <p:cNvSpPr/>
              <p:nvPr/>
            </p:nvSpPr>
            <p:spPr>
              <a:xfrm>
                <a:off x="52200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7" name="Freeform 46136">
                <a:extLst>
                  <a:ext uri="{FF2B5EF4-FFF2-40B4-BE49-F238E27FC236}">
                    <a16:creationId xmlns:a16="http://schemas.microsoft.com/office/drawing/2014/main" id="{0EA5593A-B49C-3693-5EFC-E564411C0833}"/>
                  </a:ext>
                </a:extLst>
              </p:cNvPr>
              <p:cNvSpPr/>
              <p:nvPr/>
            </p:nvSpPr>
            <p:spPr>
              <a:xfrm>
                <a:off x="52206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8" name="Freeform 46137">
                <a:extLst>
                  <a:ext uri="{FF2B5EF4-FFF2-40B4-BE49-F238E27FC236}">
                    <a16:creationId xmlns:a16="http://schemas.microsoft.com/office/drawing/2014/main" id="{EBFF7D8F-27C6-6C70-29E2-8B1B4BE00A4A}"/>
                  </a:ext>
                </a:extLst>
              </p:cNvPr>
              <p:cNvSpPr/>
              <p:nvPr/>
            </p:nvSpPr>
            <p:spPr>
              <a:xfrm>
                <a:off x="52211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39" name="Freeform 46138">
                <a:extLst>
                  <a:ext uri="{FF2B5EF4-FFF2-40B4-BE49-F238E27FC236}">
                    <a16:creationId xmlns:a16="http://schemas.microsoft.com/office/drawing/2014/main" id="{A74B9786-FAD7-A7A4-6303-0F1B6524B8EC}"/>
                  </a:ext>
                </a:extLst>
              </p:cNvPr>
              <p:cNvSpPr/>
              <p:nvPr/>
            </p:nvSpPr>
            <p:spPr>
              <a:xfrm>
                <a:off x="52216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0" name="Freeform 46139">
                <a:extLst>
                  <a:ext uri="{FF2B5EF4-FFF2-40B4-BE49-F238E27FC236}">
                    <a16:creationId xmlns:a16="http://schemas.microsoft.com/office/drawing/2014/main" id="{5E3E6E3A-9FB3-8BB8-B8CB-E35E8B74F9C6}"/>
                  </a:ext>
                </a:extLst>
              </p:cNvPr>
              <p:cNvSpPr/>
              <p:nvPr/>
            </p:nvSpPr>
            <p:spPr>
              <a:xfrm>
                <a:off x="52221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1" name="Freeform 46140">
                <a:extLst>
                  <a:ext uri="{FF2B5EF4-FFF2-40B4-BE49-F238E27FC236}">
                    <a16:creationId xmlns:a16="http://schemas.microsoft.com/office/drawing/2014/main" id="{B1F67E8D-8E3B-BB5A-D1AF-28F2F9DE9C7A}"/>
                  </a:ext>
                </a:extLst>
              </p:cNvPr>
              <p:cNvSpPr/>
              <p:nvPr/>
            </p:nvSpPr>
            <p:spPr>
              <a:xfrm>
                <a:off x="522272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2" name="Freeform 46141">
                <a:extLst>
                  <a:ext uri="{FF2B5EF4-FFF2-40B4-BE49-F238E27FC236}">
                    <a16:creationId xmlns:a16="http://schemas.microsoft.com/office/drawing/2014/main" id="{A86AF64E-51B1-8E4E-3F77-596EBF1ECA53}"/>
                  </a:ext>
                </a:extLst>
              </p:cNvPr>
              <p:cNvSpPr/>
              <p:nvPr/>
            </p:nvSpPr>
            <p:spPr>
              <a:xfrm>
                <a:off x="522322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3" name="Freeform 46142">
                <a:extLst>
                  <a:ext uri="{FF2B5EF4-FFF2-40B4-BE49-F238E27FC236}">
                    <a16:creationId xmlns:a16="http://schemas.microsoft.com/office/drawing/2014/main" id="{A400540D-080C-68FE-3601-154F838079BD}"/>
                  </a:ext>
                </a:extLst>
              </p:cNvPr>
              <p:cNvSpPr/>
              <p:nvPr/>
            </p:nvSpPr>
            <p:spPr>
              <a:xfrm>
                <a:off x="522372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4" name="Freeform 46143">
                <a:extLst>
                  <a:ext uri="{FF2B5EF4-FFF2-40B4-BE49-F238E27FC236}">
                    <a16:creationId xmlns:a16="http://schemas.microsoft.com/office/drawing/2014/main" id="{07DCD3BD-3C5E-F0C4-B1E3-9BDBCB716D83}"/>
                  </a:ext>
                </a:extLst>
              </p:cNvPr>
              <p:cNvSpPr/>
              <p:nvPr/>
            </p:nvSpPr>
            <p:spPr>
              <a:xfrm>
                <a:off x="5224316" y="592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5" name="Freeform 46144">
                <a:extLst>
                  <a:ext uri="{FF2B5EF4-FFF2-40B4-BE49-F238E27FC236}">
                    <a16:creationId xmlns:a16="http://schemas.microsoft.com/office/drawing/2014/main" id="{95DD6E5F-6C05-C200-320F-3E973F37CF94}"/>
                  </a:ext>
                </a:extLst>
              </p:cNvPr>
              <p:cNvSpPr/>
              <p:nvPr/>
            </p:nvSpPr>
            <p:spPr>
              <a:xfrm>
                <a:off x="5224812" y="5910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6" name="Freeform 46145">
                <a:extLst>
                  <a:ext uri="{FF2B5EF4-FFF2-40B4-BE49-F238E27FC236}">
                    <a16:creationId xmlns:a16="http://schemas.microsoft.com/office/drawing/2014/main" id="{7E831D09-7A45-754F-B923-F47286375958}"/>
                  </a:ext>
                </a:extLst>
              </p:cNvPr>
              <p:cNvSpPr/>
              <p:nvPr/>
            </p:nvSpPr>
            <p:spPr>
              <a:xfrm>
                <a:off x="5225308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7" name="Freeform 46146">
                <a:extLst>
                  <a:ext uri="{FF2B5EF4-FFF2-40B4-BE49-F238E27FC236}">
                    <a16:creationId xmlns:a16="http://schemas.microsoft.com/office/drawing/2014/main" id="{37844C82-0FA7-98A8-F631-B9F36D7F2AF7}"/>
                  </a:ext>
                </a:extLst>
              </p:cNvPr>
              <p:cNvSpPr/>
              <p:nvPr/>
            </p:nvSpPr>
            <p:spPr>
              <a:xfrm>
                <a:off x="5225903" y="5947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8" name="Freeform 46147">
                <a:extLst>
                  <a:ext uri="{FF2B5EF4-FFF2-40B4-BE49-F238E27FC236}">
                    <a16:creationId xmlns:a16="http://schemas.microsoft.com/office/drawing/2014/main" id="{DE3EECD4-6CD6-E74E-5C25-C12E5EEC4081}"/>
                  </a:ext>
                </a:extLst>
              </p:cNvPr>
              <p:cNvSpPr/>
              <p:nvPr/>
            </p:nvSpPr>
            <p:spPr>
              <a:xfrm>
                <a:off x="5226399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49" name="Freeform 46148">
                <a:extLst>
                  <a:ext uri="{FF2B5EF4-FFF2-40B4-BE49-F238E27FC236}">
                    <a16:creationId xmlns:a16="http://schemas.microsoft.com/office/drawing/2014/main" id="{D5EEA3DC-433B-AAE8-4598-7EF2631FDA2C}"/>
                  </a:ext>
                </a:extLst>
              </p:cNvPr>
              <p:cNvSpPr/>
              <p:nvPr/>
            </p:nvSpPr>
            <p:spPr>
              <a:xfrm>
                <a:off x="522689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0" name="Freeform 46149">
                <a:extLst>
                  <a:ext uri="{FF2B5EF4-FFF2-40B4-BE49-F238E27FC236}">
                    <a16:creationId xmlns:a16="http://schemas.microsoft.com/office/drawing/2014/main" id="{78488F9E-9E93-7341-3BE0-F7A2F4ADCCB7}"/>
                  </a:ext>
                </a:extLst>
              </p:cNvPr>
              <p:cNvSpPr/>
              <p:nvPr/>
            </p:nvSpPr>
            <p:spPr>
              <a:xfrm>
                <a:off x="522749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1" name="Freeform 46150">
                <a:extLst>
                  <a:ext uri="{FF2B5EF4-FFF2-40B4-BE49-F238E27FC236}">
                    <a16:creationId xmlns:a16="http://schemas.microsoft.com/office/drawing/2014/main" id="{F8839350-1C48-8902-08A5-A755D74B2815}"/>
                  </a:ext>
                </a:extLst>
              </p:cNvPr>
              <p:cNvSpPr/>
              <p:nvPr/>
            </p:nvSpPr>
            <p:spPr>
              <a:xfrm>
                <a:off x="522798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2" name="Freeform 46151">
                <a:extLst>
                  <a:ext uri="{FF2B5EF4-FFF2-40B4-BE49-F238E27FC236}">
                    <a16:creationId xmlns:a16="http://schemas.microsoft.com/office/drawing/2014/main" id="{07B6006A-1CB8-35C6-C6D5-D93856A06735}"/>
                  </a:ext>
                </a:extLst>
              </p:cNvPr>
              <p:cNvSpPr/>
              <p:nvPr/>
            </p:nvSpPr>
            <p:spPr>
              <a:xfrm>
                <a:off x="522848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3" name="Freeform 46152">
                <a:extLst>
                  <a:ext uri="{FF2B5EF4-FFF2-40B4-BE49-F238E27FC236}">
                    <a16:creationId xmlns:a16="http://schemas.microsoft.com/office/drawing/2014/main" id="{D7E2A16E-4AF6-F231-7054-309A4CEE36DA}"/>
                  </a:ext>
                </a:extLst>
              </p:cNvPr>
              <p:cNvSpPr/>
              <p:nvPr/>
            </p:nvSpPr>
            <p:spPr>
              <a:xfrm>
                <a:off x="522907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4" name="Freeform 46153">
                <a:extLst>
                  <a:ext uri="{FF2B5EF4-FFF2-40B4-BE49-F238E27FC236}">
                    <a16:creationId xmlns:a16="http://schemas.microsoft.com/office/drawing/2014/main" id="{A4E7A686-13E7-636D-95E8-B0079E9EEA3F}"/>
                  </a:ext>
                </a:extLst>
              </p:cNvPr>
              <p:cNvSpPr/>
              <p:nvPr/>
            </p:nvSpPr>
            <p:spPr>
              <a:xfrm>
                <a:off x="522957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5" name="Freeform 46154">
                <a:extLst>
                  <a:ext uri="{FF2B5EF4-FFF2-40B4-BE49-F238E27FC236}">
                    <a16:creationId xmlns:a16="http://schemas.microsoft.com/office/drawing/2014/main" id="{436AF7B8-FA40-FE3F-CB0A-C27FA1FF09CA}"/>
                  </a:ext>
                </a:extLst>
              </p:cNvPr>
              <p:cNvSpPr/>
              <p:nvPr/>
            </p:nvSpPr>
            <p:spPr>
              <a:xfrm>
                <a:off x="52300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6" name="Freeform 46155">
                <a:extLst>
                  <a:ext uri="{FF2B5EF4-FFF2-40B4-BE49-F238E27FC236}">
                    <a16:creationId xmlns:a16="http://schemas.microsoft.com/office/drawing/2014/main" id="{1796968C-513B-2E1B-38FE-173BABA342A1}"/>
                  </a:ext>
                </a:extLst>
              </p:cNvPr>
              <p:cNvSpPr/>
              <p:nvPr/>
            </p:nvSpPr>
            <p:spPr>
              <a:xfrm>
                <a:off x="52306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7" name="Freeform 46156">
                <a:extLst>
                  <a:ext uri="{FF2B5EF4-FFF2-40B4-BE49-F238E27FC236}">
                    <a16:creationId xmlns:a16="http://schemas.microsoft.com/office/drawing/2014/main" id="{28943F73-5664-2CA7-F382-6D003A72A8B3}"/>
                  </a:ext>
                </a:extLst>
              </p:cNvPr>
              <p:cNvSpPr/>
              <p:nvPr/>
            </p:nvSpPr>
            <p:spPr>
              <a:xfrm>
                <a:off x="52311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8" name="Freeform 46157">
                <a:extLst>
                  <a:ext uri="{FF2B5EF4-FFF2-40B4-BE49-F238E27FC236}">
                    <a16:creationId xmlns:a16="http://schemas.microsoft.com/office/drawing/2014/main" id="{1E642EA7-BC03-6B68-1A96-4760211DE051}"/>
                  </a:ext>
                </a:extLst>
              </p:cNvPr>
              <p:cNvSpPr/>
              <p:nvPr/>
            </p:nvSpPr>
            <p:spPr>
              <a:xfrm>
                <a:off x="52316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59" name="Freeform 46158">
                <a:extLst>
                  <a:ext uri="{FF2B5EF4-FFF2-40B4-BE49-F238E27FC236}">
                    <a16:creationId xmlns:a16="http://schemas.microsoft.com/office/drawing/2014/main" id="{15657F90-A881-2517-59FD-2C5E19F8FBD3}"/>
                  </a:ext>
                </a:extLst>
              </p:cNvPr>
              <p:cNvSpPr/>
              <p:nvPr/>
            </p:nvSpPr>
            <p:spPr>
              <a:xfrm>
                <a:off x="52322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0" name="Freeform 46159">
                <a:extLst>
                  <a:ext uri="{FF2B5EF4-FFF2-40B4-BE49-F238E27FC236}">
                    <a16:creationId xmlns:a16="http://schemas.microsoft.com/office/drawing/2014/main" id="{2B0322FD-8E1D-CA68-7EE6-D6B3B0293CE4}"/>
                  </a:ext>
                </a:extLst>
              </p:cNvPr>
              <p:cNvSpPr/>
              <p:nvPr/>
            </p:nvSpPr>
            <p:spPr>
              <a:xfrm>
                <a:off x="52327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1" name="Freeform 46160">
                <a:extLst>
                  <a:ext uri="{FF2B5EF4-FFF2-40B4-BE49-F238E27FC236}">
                    <a16:creationId xmlns:a16="http://schemas.microsoft.com/office/drawing/2014/main" id="{881F8829-99DF-CA28-1882-9C1AD0E28201}"/>
                  </a:ext>
                </a:extLst>
              </p:cNvPr>
              <p:cNvSpPr/>
              <p:nvPr/>
            </p:nvSpPr>
            <p:spPr>
              <a:xfrm>
                <a:off x="52332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2" name="Freeform 46161">
                <a:extLst>
                  <a:ext uri="{FF2B5EF4-FFF2-40B4-BE49-F238E27FC236}">
                    <a16:creationId xmlns:a16="http://schemas.microsoft.com/office/drawing/2014/main" id="{1179DFE8-0B9D-3D15-1563-71229FAAACB9}"/>
                  </a:ext>
                </a:extLst>
              </p:cNvPr>
              <p:cNvSpPr/>
              <p:nvPr/>
            </p:nvSpPr>
            <p:spPr>
              <a:xfrm>
                <a:off x="52337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3" name="Freeform 46162">
                <a:extLst>
                  <a:ext uri="{FF2B5EF4-FFF2-40B4-BE49-F238E27FC236}">
                    <a16:creationId xmlns:a16="http://schemas.microsoft.com/office/drawing/2014/main" id="{90CA8035-C491-034C-FB27-0E9FD567CA4B}"/>
                  </a:ext>
                </a:extLst>
              </p:cNvPr>
              <p:cNvSpPr/>
              <p:nvPr/>
            </p:nvSpPr>
            <p:spPr>
              <a:xfrm>
                <a:off x="52343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4" name="Freeform 46163">
                <a:extLst>
                  <a:ext uri="{FF2B5EF4-FFF2-40B4-BE49-F238E27FC236}">
                    <a16:creationId xmlns:a16="http://schemas.microsoft.com/office/drawing/2014/main" id="{4AD19EE6-6985-DF71-C850-F40C6D07DCC8}"/>
                  </a:ext>
                </a:extLst>
              </p:cNvPr>
              <p:cNvSpPr/>
              <p:nvPr/>
            </p:nvSpPr>
            <p:spPr>
              <a:xfrm>
                <a:off x="52348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5" name="Freeform 46164">
                <a:extLst>
                  <a:ext uri="{FF2B5EF4-FFF2-40B4-BE49-F238E27FC236}">
                    <a16:creationId xmlns:a16="http://schemas.microsoft.com/office/drawing/2014/main" id="{BE259E97-FA41-84AD-8A2D-19E6888BA0F2}"/>
                  </a:ext>
                </a:extLst>
              </p:cNvPr>
              <p:cNvSpPr/>
              <p:nvPr/>
            </p:nvSpPr>
            <p:spPr>
              <a:xfrm>
                <a:off x="52353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6" name="Freeform 46165">
                <a:extLst>
                  <a:ext uri="{FF2B5EF4-FFF2-40B4-BE49-F238E27FC236}">
                    <a16:creationId xmlns:a16="http://schemas.microsoft.com/office/drawing/2014/main" id="{F1CBB53E-7804-94F3-AC9F-551CD0A7134C}"/>
                  </a:ext>
                </a:extLst>
              </p:cNvPr>
              <p:cNvSpPr/>
              <p:nvPr/>
            </p:nvSpPr>
            <p:spPr>
              <a:xfrm>
                <a:off x="523592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7" name="Freeform 46166">
                <a:extLst>
                  <a:ext uri="{FF2B5EF4-FFF2-40B4-BE49-F238E27FC236}">
                    <a16:creationId xmlns:a16="http://schemas.microsoft.com/office/drawing/2014/main" id="{4C35B9CA-7ABF-AAEE-5090-08B01A0DBCE9}"/>
                  </a:ext>
                </a:extLst>
              </p:cNvPr>
              <p:cNvSpPr/>
              <p:nvPr/>
            </p:nvSpPr>
            <p:spPr>
              <a:xfrm>
                <a:off x="523642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8" name="Freeform 46167">
                <a:extLst>
                  <a:ext uri="{FF2B5EF4-FFF2-40B4-BE49-F238E27FC236}">
                    <a16:creationId xmlns:a16="http://schemas.microsoft.com/office/drawing/2014/main" id="{97E806C4-5527-9A19-A053-73BC3E14B4B4}"/>
                  </a:ext>
                </a:extLst>
              </p:cNvPr>
              <p:cNvSpPr/>
              <p:nvPr/>
            </p:nvSpPr>
            <p:spPr>
              <a:xfrm>
                <a:off x="5236916" y="6026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69" name="Freeform 46168">
                <a:extLst>
                  <a:ext uri="{FF2B5EF4-FFF2-40B4-BE49-F238E27FC236}">
                    <a16:creationId xmlns:a16="http://schemas.microsoft.com/office/drawing/2014/main" id="{6BE44836-4EDC-904D-269C-CA00C7F0DE65}"/>
                  </a:ext>
                </a:extLst>
              </p:cNvPr>
              <p:cNvSpPr/>
              <p:nvPr/>
            </p:nvSpPr>
            <p:spPr>
              <a:xfrm>
                <a:off x="5237512" y="602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0" name="Freeform 46169">
                <a:extLst>
                  <a:ext uri="{FF2B5EF4-FFF2-40B4-BE49-F238E27FC236}">
                    <a16:creationId xmlns:a16="http://schemas.microsoft.com/office/drawing/2014/main" id="{E7DAEF8F-B58E-B8B9-EAA3-9B3A6E255037}"/>
                  </a:ext>
                </a:extLst>
              </p:cNvPr>
              <p:cNvSpPr/>
              <p:nvPr/>
            </p:nvSpPr>
            <p:spPr>
              <a:xfrm>
                <a:off x="523800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1" name="Freeform 46170">
                <a:extLst>
                  <a:ext uri="{FF2B5EF4-FFF2-40B4-BE49-F238E27FC236}">
                    <a16:creationId xmlns:a16="http://schemas.microsoft.com/office/drawing/2014/main" id="{2BF29794-490F-564B-0D22-7361E4056939}"/>
                  </a:ext>
                </a:extLst>
              </p:cNvPr>
              <p:cNvSpPr/>
              <p:nvPr/>
            </p:nvSpPr>
            <p:spPr>
              <a:xfrm>
                <a:off x="523850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2" name="Freeform 46171">
                <a:extLst>
                  <a:ext uri="{FF2B5EF4-FFF2-40B4-BE49-F238E27FC236}">
                    <a16:creationId xmlns:a16="http://schemas.microsoft.com/office/drawing/2014/main" id="{3C97D6A3-85F7-9CB9-F194-8CE7E974D7FA}"/>
                  </a:ext>
                </a:extLst>
              </p:cNvPr>
              <p:cNvSpPr/>
              <p:nvPr/>
            </p:nvSpPr>
            <p:spPr>
              <a:xfrm>
                <a:off x="5239099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3" name="Freeform 46172">
                <a:extLst>
                  <a:ext uri="{FF2B5EF4-FFF2-40B4-BE49-F238E27FC236}">
                    <a16:creationId xmlns:a16="http://schemas.microsoft.com/office/drawing/2014/main" id="{661152FC-6165-B13C-A537-90E469736610}"/>
                  </a:ext>
                </a:extLst>
              </p:cNvPr>
              <p:cNvSpPr/>
              <p:nvPr/>
            </p:nvSpPr>
            <p:spPr>
              <a:xfrm>
                <a:off x="523959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4" name="Freeform 46173">
                <a:extLst>
                  <a:ext uri="{FF2B5EF4-FFF2-40B4-BE49-F238E27FC236}">
                    <a16:creationId xmlns:a16="http://schemas.microsoft.com/office/drawing/2014/main" id="{1608EA83-AD87-AFA5-804D-D4DBB6269E9C}"/>
                  </a:ext>
                </a:extLst>
              </p:cNvPr>
              <p:cNvSpPr/>
              <p:nvPr/>
            </p:nvSpPr>
            <p:spPr>
              <a:xfrm>
                <a:off x="52400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5" name="Freeform 46174">
                <a:extLst>
                  <a:ext uri="{FF2B5EF4-FFF2-40B4-BE49-F238E27FC236}">
                    <a16:creationId xmlns:a16="http://schemas.microsoft.com/office/drawing/2014/main" id="{3E8B0572-89A4-198B-A0B2-E8126CD83916}"/>
                  </a:ext>
                </a:extLst>
              </p:cNvPr>
              <p:cNvSpPr/>
              <p:nvPr/>
            </p:nvSpPr>
            <p:spPr>
              <a:xfrm>
                <a:off x="524068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6" name="Freeform 46175">
                <a:extLst>
                  <a:ext uri="{FF2B5EF4-FFF2-40B4-BE49-F238E27FC236}">
                    <a16:creationId xmlns:a16="http://schemas.microsoft.com/office/drawing/2014/main" id="{9DEC268F-FFB3-243D-55A6-EC5D17602A9D}"/>
                  </a:ext>
                </a:extLst>
              </p:cNvPr>
              <p:cNvSpPr/>
              <p:nvPr/>
            </p:nvSpPr>
            <p:spPr>
              <a:xfrm>
                <a:off x="524118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7" name="Freeform 46176">
                <a:extLst>
                  <a:ext uri="{FF2B5EF4-FFF2-40B4-BE49-F238E27FC236}">
                    <a16:creationId xmlns:a16="http://schemas.microsoft.com/office/drawing/2014/main" id="{D9BC0DFC-C6CB-3091-2A54-39DBAE63A1A2}"/>
                  </a:ext>
                </a:extLst>
              </p:cNvPr>
              <p:cNvSpPr/>
              <p:nvPr/>
            </p:nvSpPr>
            <p:spPr>
              <a:xfrm>
                <a:off x="524167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8" name="Freeform 46177">
                <a:extLst>
                  <a:ext uri="{FF2B5EF4-FFF2-40B4-BE49-F238E27FC236}">
                    <a16:creationId xmlns:a16="http://schemas.microsoft.com/office/drawing/2014/main" id="{3742CAE9-C131-752A-F3E1-5BA3249A4DE2}"/>
                  </a:ext>
                </a:extLst>
              </p:cNvPr>
              <p:cNvSpPr/>
              <p:nvPr/>
            </p:nvSpPr>
            <p:spPr>
              <a:xfrm>
                <a:off x="524227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79" name="Freeform 46178">
                <a:extLst>
                  <a:ext uri="{FF2B5EF4-FFF2-40B4-BE49-F238E27FC236}">
                    <a16:creationId xmlns:a16="http://schemas.microsoft.com/office/drawing/2014/main" id="{EC519DBA-C0A5-538E-F0B0-6D5F0EA0022E}"/>
                  </a:ext>
                </a:extLst>
              </p:cNvPr>
              <p:cNvSpPr/>
              <p:nvPr/>
            </p:nvSpPr>
            <p:spPr>
              <a:xfrm>
                <a:off x="52427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0" name="Freeform 46179">
                <a:extLst>
                  <a:ext uri="{FF2B5EF4-FFF2-40B4-BE49-F238E27FC236}">
                    <a16:creationId xmlns:a16="http://schemas.microsoft.com/office/drawing/2014/main" id="{C8F28465-DD17-30E9-457F-C392625B35A2}"/>
                  </a:ext>
                </a:extLst>
              </p:cNvPr>
              <p:cNvSpPr/>
              <p:nvPr/>
            </p:nvSpPr>
            <p:spPr>
              <a:xfrm>
                <a:off x="52432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1" name="Freeform 46180">
                <a:extLst>
                  <a:ext uri="{FF2B5EF4-FFF2-40B4-BE49-F238E27FC236}">
                    <a16:creationId xmlns:a16="http://schemas.microsoft.com/office/drawing/2014/main" id="{24DDA979-F0A4-3CA9-CE51-9E8B75242896}"/>
                  </a:ext>
                </a:extLst>
              </p:cNvPr>
              <p:cNvSpPr/>
              <p:nvPr/>
            </p:nvSpPr>
            <p:spPr>
              <a:xfrm>
                <a:off x="52438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2" name="Freeform 46181">
                <a:extLst>
                  <a:ext uri="{FF2B5EF4-FFF2-40B4-BE49-F238E27FC236}">
                    <a16:creationId xmlns:a16="http://schemas.microsoft.com/office/drawing/2014/main" id="{5A48499A-0F82-3ADB-B10E-919C256AED5B}"/>
                  </a:ext>
                </a:extLst>
              </p:cNvPr>
              <p:cNvSpPr/>
              <p:nvPr/>
            </p:nvSpPr>
            <p:spPr>
              <a:xfrm>
                <a:off x="52443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3" name="Freeform 46182">
                <a:extLst>
                  <a:ext uri="{FF2B5EF4-FFF2-40B4-BE49-F238E27FC236}">
                    <a16:creationId xmlns:a16="http://schemas.microsoft.com/office/drawing/2014/main" id="{047F6D02-2698-A2C8-6A60-07DDD12EEC71}"/>
                  </a:ext>
                </a:extLst>
              </p:cNvPr>
              <p:cNvSpPr/>
              <p:nvPr/>
            </p:nvSpPr>
            <p:spPr>
              <a:xfrm>
                <a:off x="52448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4" name="Freeform 46183">
                <a:extLst>
                  <a:ext uri="{FF2B5EF4-FFF2-40B4-BE49-F238E27FC236}">
                    <a16:creationId xmlns:a16="http://schemas.microsoft.com/office/drawing/2014/main" id="{98F63B3E-B78D-0E0D-E84E-0C31A9C20560}"/>
                  </a:ext>
                </a:extLst>
              </p:cNvPr>
              <p:cNvSpPr/>
              <p:nvPr/>
            </p:nvSpPr>
            <p:spPr>
              <a:xfrm>
                <a:off x="52453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5" name="Freeform 46184">
                <a:extLst>
                  <a:ext uri="{FF2B5EF4-FFF2-40B4-BE49-F238E27FC236}">
                    <a16:creationId xmlns:a16="http://schemas.microsoft.com/office/drawing/2014/main" id="{3936335D-EF7E-7D55-62F8-03F3B750C3FA}"/>
                  </a:ext>
                </a:extLst>
              </p:cNvPr>
              <p:cNvSpPr/>
              <p:nvPr/>
            </p:nvSpPr>
            <p:spPr>
              <a:xfrm>
                <a:off x="52459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6" name="Freeform 46185">
                <a:extLst>
                  <a:ext uri="{FF2B5EF4-FFF2-40B4-BE49-F238E27FC236}">
                    <a16:creationId xmlns:a16="http://schemas.microsoft.com/office/drawing/2014/main" id="{36964A83-330C-390E-EAE8-EEC49AE814A7}"/>
                  </a:ext>
                </a:extLst>
              </p:cNvPr>
              <p:cNvSpPr/>
              <p:nvPr/>
            </p:nvSpPr>
            <p:spPr>
              <a:xfrm>
                <a:off x="52464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7" name="Freeform 46186">
                <a:extLst>
                  <a:ext uri="{FF2B5EF4-FFF2-40B4-BE49-F238E27FC236}">
                    <a16:creationId xmlns:a16="http://schemas.microsoft.com/office/drawing/2014/main" id="{25A2B08A-B7B1-6CC3-2619-29510B22AB5F}"/>
                  </a:ext>
                </a:extLst>
              </p:cNvPr>
              <p:cNvSpPr/>
              <p:nvPr/>
            </p:nvSpPr>
            <p:spPr>
              <a:xfrm>
                <a:off x="52469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8" name="Freeform 46187">
                <a:extLst>
                  <a:ext uri="{FF2B5EF4-FFF2-40B4-BE49-F238E27FC236}">
                    <a16:creationId xmlns:a16="http://schemas.microsoft.com/office/drawing/2014/main" id="{2EFF90C1-6BB0-B81E-8B4D-B3CBCB59C15B}"/>
                  </a:ext>
                </a:extLst>
              </p:cNvPr>
              <p:cNvSpPr/>
              <p:nvPr/>
            </p:nvSpPr>
            <p:spPr>
              <a:xfrm>
                <a:off x="52475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89" name="Freeform 46188">
                <a:extLst>
                  <a:ext uri="{FF2B5EF4-FFF2-40B4-BE49-F238E27FC236}">
                    <a16:creationId xmlns:a16="http://schemas.microsoft.com/office/drawing/2014/main" id="{B063FBCB-9B05-8C2D-CA63-F24364B12673}"/>
                  </a:ext>
                </a:extLst>
              </p:cNvPr>
              <p:cNvSpPr/>
              <p:nvPr/>
            </p:nvSpPr>
            <p:spPr>
              <a:xfrm>
                <a:off x="52480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0" name="Freeform 46189">
                <a:extLst>
                  <a:ext uri="{FF2B5EF4-FFF2-40B4-BE49-F238E27FC236}">
                    <a16:creationId xmlns:a16="http://schemas.microsoft.com/office/drawing/2014/main" id="{757AB3BA-25E8-C919-0925-D0C30C4FCE1A}"/>
                  </a:ext>
                </a:extLst>
              </p:cNvPr>
              <p:cNvSpPr/>
              <p:nvPr/>
            </p:nvSpPr>
            <p:spPr>
              <a:xfrm>
                <a:off x="524852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1" name="Freeform 46190">
                <a:extLst>
                  <a:ext uri="{FF2B5EF4-FFF2-40B4-BE49-F238E27FC236}">
                    <a16:creationId xmlns:a16="http://schemas.microsoft.com/office/drawing/2014/main" id="{7162BC3C-2FEE-E237-F396-BB248E5198D7}"/>
                  </a:ext>
                </a:extLst>
              </p:cNvPr>
              <p:cNvSpPr/>
              <p:nvPr/>
            </p:nvSpPr>
            <p:spPr>
              <a:xfrm>
                <a:off x="524912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2" name="Freeform 46191">
                <a:extLst>
                  <a:ext uri="{FF2B5EF4-FFF2-40B4-BE49-F238E27FC236}">
                    <a16:creationId xmlns:a16="http://schemas.microsoft.com/office/drawing/2014/main" id="{16EF472C-CE46-9174-30B8-480406EAE741}"/>
                  </a:ext>
                </a:extLst>
              </p:cNvPr>
              <p:cNvSpPr/>
              <p:nvPr/>
            </p:nvSpPr>
            <p:spPr>
              <a:xfrm>
                <a:off x="5249616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3" name="Freeform 46192">
                <a:extLst>
                  <a:ext uri="{FF2B5EF4-FFF2-40B4-BE49-F238E27FC236}">
                    <a16:creationId xmlns:a16="http://schemas.microsoft.com/office/drawing/2014/main" id="{09294052-48AD-EDA0-DE08-6691D01799A6}"/>
                  </a:ext>
                </a:extLst>
              </p:cNvPr>
              <p:cNvSpPr/>
              <p:nvPr/>
            </p:nvSpPr>
            <p:spPr>
              <a:xfrm>
                <a:off x="5250113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4" name="Freeform 46193">
                <a:extLst>
                  <a:ext uri="{FF2B5EF4-FFF2-40B4-BE49-F238E27FC236}">
                    <a16:creationId xmlns:a16="http://schemas.microsoft.com/office/drawing/2014/main" id="{B136742B-E8DF-E9C7-2DDB-7DDF49E2ACA4}"/>
                  </a:ext>
                </a:extLst>
              </p:cNvPr>
              <p:cNvSpPr/>
              <p:nvPr/>
            </p:nvSpPr>
            <p:spPr>
              <a:xfrm>
                <a:off x="525070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5" name="Freeform 46194">
                <a:extLst>
                  <a:ext uri="{FF2B5EF4-FFF2-40B4-BE49-F238E27FC236}">
                    <a16:creationId xmlns:a16="http://schemas.microsoft.com/office/drawing/2014/main" id="{49D81DE8-6F03-0780-C327-1F3751A724EA}"/>
                  </a:ext>
                </a:extLst>
              </p:cNvPr>
              <p:cNvSpPr/>
              <p:nvPr/>
            </p:nvSpPr>
            <p:spPr>
              <a:xfrm>
                <a:off x="525120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6" name="Freeform 46195">
                <a:extLst>
                  <a:ext uri="{FF2B5EF4-FFF2-40B4-BE49-F238E27FC236}">
                    <a16:creationId xmlns:a16="http://schemas.microsoft.com/office/drawing/2014/main" id="{343D2424-BE4D-90BC-40CF-958CDA31EDC8}"/>
                  </a:ext>
                </a:extLst>
              </p:cNvPr>
              <p:cNvSpPr/>
              <p:nvPr/>
            </p:nvSpPr>
            <p:spPr>
              <a:xfrm>
                <a:off x="525170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7" name="Freeform 46196">
                <a:extLst>
                  <a:ext uri="{FF2B5EF4-FFF2-40B4-BE49-F238E27FC236}">
                    <a16:creationId xmlns:a16="http://schemas.microsoft.com/office/drawing/2014/main" id="{793FFBA4-FD14-3CA0-B1B9-015A37A95376}"/>
                  </a:ext>
                </a:extLst>
              </p:cNvPr>
              <p:cNvSpPr/>
              <p:nvPr/>
            </p:nvSpPr>
            <p:spPr>
              <a:xfrm>
                <a:off x="525229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8" name="Freeform 46197">
                <a:extLst>
                  <a:ext uri="{FF2B5EF4-FFF2-40B4-BE49-F238E27FC236}">
                    <a16:creationId xmlns:a16="http://schemas.microsoft.com/office/drawing/2014/main" id="{85199FC7-8D7E-6793-43FB-6B43EE48F493}"/>
                  </a:ext>
                </a:extLst>
              </p:cNvPr>
              <p:cNvSpPr/>
              <p:nvPr/>
            </p:nvSpPr>
            <p:spPr>
              <a:xfrm>
                <a:off x="525279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99" name="Freeform 46198">
                <a:extLst>
                  <a:ext uri="{FF2B5EF4-FFF2-40B4-BE49-F238E27FC236}">
                    <a16:creationId xmlns:a16="http://schemas.microsoft.com/office/drawing/2014/main" id="{55ED37EC-AA8F-FABB-9B05-08A159D4D687}"/>
                  </a:ext>
                </a:extLst>
              </p:cNvPr>
              <p:cNvSpPr/>
              <p:nvPr/>
            </p:nvSpPr>
            <p:spPr>
              <a:xfrm>
                <a:off x="525328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0" name="Freeform 46199">
                <a:extLst>
                  <a:ext uri="{FF2B5EF4-FFF2-40B4-BE49-F238E27FC236}">
                    <a16:creationId xmlns:a16="http://schemas.microsoft.com/office/drawing/2014/main" id="{12157A41-BE4F-5B03-B472-83862A6969AE}"/>
                  </a:ext>
                </a:extLst>
              </p:cNvPr>
              <p:cNvSpPr/>
              <p:nvPr/>
            </p:nvSpPr>
            <p:spPr>
              <a:xfrm>
                <a:off x="5253883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1" name="Freeform 46200">
                <a:extLst>
                  <a:ext uri="{FF2B5EF4-FFF2-40B4-BE49-F238E27FC236}">
                    <a16:creationId xmlns:a16="http://schemas.microsoft.com/office/drawing/2014/main" id="{C8FCC108-2F7A-3A2F-905A-2FF7DA94BF4D}"/>
                  </a:ext>
                </a:extLst>
              </p:cNvPr>
              <p:cNvSpPr/>
              <p:nvPr/>
            </p:nvSpPr>
            <p:spPr>
              <a:xfrm>
                <a:off x="525437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2" name="Freeform 46201">
                <a:extLst>
                  <a:ext uri="{FF2B5EF4-FFF2-40B4-BE49-F238E27FC236}">
                    <a16:creationId xmlns:a16="http://schemas.microsoft.com/office/drawing/2014/main" id="{AAFC0E4E-C542-74B5-11EF-843E5FB72C41}"/>
                  </a:ext>
                </a:extLst>
              </p:cNvPr>
              <p:cNvSpPr/>
              <p:nvPr/>
            </p:nvSpPr>
            <p:spPr>
              <a:xfrm>
                <a:off x="525487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3" name="Freeform 46202">
                <a:extLst>
                  <a:ext uri="{FF2B5EF4-FFF2-40B4-BE49-F238E27FC236}">
                    <a16:creationId xmlns:a16="http://schemas.microsoft.com/office/drawing/2014/main" id="{B926221B-8A20-1333-F5D6-81FF091A2B44}"/>
                  </a:ext>
                </a:extLst>
              </p:cNvPr>
              <p:cNvSpPr/>
              <p:nvPr/>
            </p:nvSpPr>
            <p:spPr>
              <a:xfrm>
                <a:off x="52554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4" name="Freeform 46203">
                <a:extLst>
                  <a:ext uri="{FF2B5EF4-FFF2-40B4-BE49-F238E27FC236}">
                    <a16:creationId xmlns:a16="http://schemas.microsoft.com/office/drawing/2014/main" id="{CA0A11A0-D20F-16AD-89EE-C41A3E0076B7}"/>
                  </a:ext>
                </a:extLst>
              </p:cNvPr>
              <p:cNvSpPr/>
              <p:nvPr/>
            </p:nvSpPr>
            <p:spPr>
              <a:xfrm>
                <a:off x="52559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5" name="Freeform 46204">
                <a:extLst>
                  <a:ext uri="{FF2B5EF4-FFF2-40B4-BE49-F238E27FC236}">
                    <a16:creationId xmlns:a16="http://schemas.microsoft.com/office/drawing/2014/main" id="{EF9563F4-A5AC-A87A-73C7-CA9AD268A6F1}"/>
                  </a:ext>
                </a:extLst>
              </p:cNvPr>
              <p:cNvSpPr/>
              <p:nvPr/>
            </p:nvSpPr>
            <p:spPr>
              <a:xfrm>
                <a:off x="52564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6" name="Freeform 46205">
                <a:extLst>
                  <a:ext uri="{FF2B5EF4-FFF2-40B4-BE49-F238E27FC236}">
                    <a16:creationId xmlns:a16="http://schemas.microsoft.com/office/drawing/2014/main" id="{B5806BCB-F433-4DAE-2B68-930611A17E1C}"/>
                  </a:ext>
                </a:extLst>
              </p:cNvPr>
              <p:cNvSpPr/>
              <p:nvPr/>
            </p:nvSpPr>
            <p:spPr>
              <a:xfrm>
                <a:off x="52570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7" name="Freeform 46206">
                <a:extLst>
                  <a:ext uri="{FF2B5EF4-FFF2-40B4-BE49-F238E27FC236}">
                    <a16:creationId xmlns:a16="http://schemas.microsoft.com/office/drawing/2014/main" id="{928E5360-B424-A767-D7F9-5EA6E682B64A}"/>
                  </a:ext>
                </a:extLst>
              </p:cNvPr>
              <p:cNvSpPr/>
              <p:nvPr/>
            </p:nvSpPr>
            <p:spPr>
              <a:xfrm>
                <a:off x="52575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8" name="Freeform 46207">
                <a:extLst>
                  <a:ext uri="{FF2B5EF4-FFF2-40B4-BE49-F238E27FC236}">
                    <a16:creationId xmlns:a16="http://schemas.microsoft.com/office/drawing/2014/main" id="{BA712D64-602B-7469-726E-C919F6A5BE35}"/>
                  </a:ext>
                </a:extLst>
              </p:cNvPr>
              <p:cNvSpPr/>
              <p:nvPr/>
            </p:nvSpPr>
            <p:spPr>
              <a:xfrm>
                <a:off x="52580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09" name="Freeform 46208">
                <a:extLst>
                  <a:ext uri="{FF2B5EF4-FFF2-40B4-BE49-F238E27FC236}">
                    <a16:creationId xmlns:a16="http://schemas.microsoft.com/office/drawing/2014/main" id="{1F4F6F10-B715-A50C-F11A-EF7A9D4C634F}"/>
                  </a:ext>
                </a:extLst>
              </p:cNvPr>
              <p:cNvSpPr/>
              <p:nvPr/>
            </p:nvSpPr>
            <p:spPr>
              <a:xfrm>
                <a:off x="52585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0" name="Freeform 46209">
                <a:extLst>
                  <a:ext uri="{FF2B5EF4-FFF2-40B4-BE49-F238E27FC236}">
                    <a16:creationId xmlns:a16="http://schemas.microsoft.com/office/drawing/2014/main" id="{09444DD0-5E6C-892E-B899-EEE3840291D3}"/>
                  </a:ext>
                </a:extLst>
              </p:cNvPr>
              <p:cNvSpPr/>
              <p:nvPr/>
            </p:nvSpPr>
            <p:spPr>
              <a:xfrm>
                <a:off x="52591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1" name="Freeform 46210">
                <a:extLst>
                  <a:ext uri="{FF2B5EF4-FFF2-40B4-BE49-F238E27FC236}">
                    <a16:creationId xmlns:a16="http://schemas.microsoft.com/office/drawing/2014/main" id="{E262DE0A-821B-28E5-E878-0F12D55162BE}"/>
                  </a:ext>
                </a:extLst>
              </p:cNvPr>
              <p:cNvSpPr/>
              <p:nvPr/>
            </p:nvSpPr>
            <p:spPr>
              <a:xfrm>
                <a:off x="52596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2" name="Freeform 46211">
                <a:extLst>
                  <a:ext uri="{FF2B5EF4-FFF2-40B4-BE49-F238E27FC236}">
                    <a16:creationId xmlns:a16="http://schemas.microsoft.com/office/drawing/2014/main" id="{26B95B5E-27E9-108E-9C90-DD7F40835C0F}"/>
                  </a:ext>
                </a:extLst>
              </p:cNvPr>
              <p:cNvSpPr/>
              <p:nvPr/>
            </p:nvSpPr>
            <p:spPr>
              <a:xfrm>
                <a:off x="52601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3" name="Freeform 46212">
                <a:extLst>
                  <a:ext uri="{FF2B5EF4-FFF2-40B4-BE49-F238E27FC236}">
                    <a16:creationId xmlns:a16="http://schemas.microsoft.com/office/drawing/2014/main" id="{9BD6CD70-8457-73F0-B80A-A372BE8655E3}"/>
                  </a:ext>
                </a:extLst>
              </p:cNvPr>
              <p:cNvSpPr/>
              <p:nvPr/>
            </p:nvSpPr>
            <p:spPr>
              <a:xfrm>
                <a:off x="52607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4" name="Freeform 46213">
                <a:extLst>
                  <a:ext uri="{FF2B5EF4-FFF2-40B4-BE49-F238E27FC236}">
                    <a16:creationId xmlns:a16="http://schemas.microsoft.com/office/drawing/2014/main" id="{FECFF29F-0858-FDEA-5B35-5A1469DB4E4B}"/>
                  </a:ext>
                </a:extLst>
              </p:cNvPr>
              <p:cNvSpPr/>
              <p:nvPr/>
            </p:nvSpPr>
            <p:spPr>
              <a:xfrm>
                <a:off x="526122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5" name="Freeform 46214">
                <a:extLst>
                  <a:ext uri="{FF2B5EF4-FFF2-40B4-BE49-F238E27FC236}">
                    <a16:creationId xmlns:a16="http://schemas.microsoft.com/office/drawing/2014/main" id="{E046E347-CB25-4179-4741-FC7C979E6EFB}"/>
                  </a:ext>
                </a:extLst>
              </p:cNvPr>
              <p:cNvSpPr/>
              <p:nvPr/>
            </p:nvSpPr>
            <p:spPr>
              <a:xfrm>
                <a:off x="5261721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6" name="Freeform 46215">
                <a:extLst>
                  <a:ext uri="{FF2B5EF4-FFF2-40B4-BE49-F238E27FC236}">
                    <a16:creationId xmlns:a16="http://schemas.microsoft.com/office/drawing/2014/main" id="{6167915E-DBFB-FBAD-D09A-290FA4CBD115}"/>
                  </a:ext>
                </a:extLst>
              </p:cNvPr>
              <p:cNvSpPr/>
              <p:nvPr/>
            </p:nvSpPr>
            <p:spPr>
              <a:xfrm>
                <a:off x="5262316" y="592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7" name="Freeform 46216">
                <a:extLst>
                  <a:ext uri="{FF2B5EF4-FFF2-40B4-BE49-F238E27FC236}">
                    <a16:creationId xmlns:a16="http://schemas.microsoft.com/office/drawing/2014/main" id="{2DE890BB-EC3C-364B-1477-4300BE89632F}"/>
                  </a:ext>
                </a:extLst>
              </p:cNvPr>
              <p:cNvSpPr/>
              <p:nvPr/>
            </p:nvSpPr>
            <p:spPr>
              <a:xfrm>
                <a:off x="5262813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8" name="Freeform 46217">
                <a:extLst>
                  <a:ext uri="{FF2B5EF4-FFF2-40B4-BE49-F238E27FC236}">
                    <a16:creationId xmlns:a16="http://schemas.microsoft.com/office/drawing/2014/main" id="{2FC17B82-76CD-A2CB-E7C9-3986C7A4D219}"/>
                  </a:ext>
                </a:extLst>
              </p:cNvPr>
              <p:cNvSpPr/>
              <p:nvPr/>
            </p:nvSpPr>
            <p:spPr>
              <a:xfrm>
                <a:off x="5263309" y="5930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19" name="Freeform 46218">
                <a:extLst>
                  <a:ext uri="{FF2B5EF4-FFF2-40B4-BE49-F238E27FC236}">
                    <a16:creationId xmlns:a16="http://schemas.microsoft.com/office/drawing/2014/main" id="{BB15312F-C63E-6400-D569-ABE04837D3F9}"/>
                  </a:ext>
                </a:extLst>
              </p:cNvPr>
              <p:cNvSpPr/>
              <p:nvPr/>
            </p:nvSpPr>
            <p:spPr>
              <a:xfrm>
                <a:off x="5263904" y="5903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0" name="Freeform 46219">
                <a:extLst>
                  <a:ext uri="{FF2B5EF4-FFF2-40B4-BE49-F238E27FC236}">
                    <a16:creationId xmlns:a16="http://schemas.microsoft.com/office/drawing/2014/main" id="{96EE61D2-5F9A-FC91-B25F-37C65D69BC20}"/>
                  </a:ext>
                </a:extLst>
              </p:cNvPr>
              <p:cNvSpPr/>
              <p:nvPr/>
            </p:nvSpPr>
            <p:spPr>
              <a:xfrm>
                <a:off x="5264400" y="5916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1" name="Freeform 46220">
                <a:extLst>
                  <a:ext uri="{FF2B5EF4-FFF2-40B4-BE49-F238E27FC236}">
                    <a16:creationId xmlns:a16="http://schemas.microsoft.com/office/drawing/2014/main" id="{C66D0DC3-61B5-04AC-51B6-F3002A808F7C}"/>
                  </a:ext>
                </a:extLst>
              </p:cNvPr>
              <p:cNvSpPr/>
              <p:nvPr/>
            </p:nvSpPr>
            <p:spPr>
              <a:xfrm>
                <a:off x="5264896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2" name="Freeform 46221">
                <a:extLst>
                  <a:ext uri="{FF2B5EF4-FFF2-40B4-BE49-F238E27FC236}">
                    <a16:creationId xmlns:a16="http://schemas.microsoft.com/office/drawing/2014/main" id="{06CA8550-CF8E-E9BB-8ED9-B5619A323300}"/>
                  </a:ext>
                </a:extLst>
              </p:cNvPr>
              <p:cNvSpPr/>
              <p:nvPr/>
            </p:nvSpPr>
            <p:spPr>
              <a:xfrm>
                <a:off x="5265491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3" name="Freeform 46222">
                <a:extLst>
                  <a:ext uri="{FF2B5EF4-FFF2-40B4-BE49-F238E27FC236}">
                    <a16:creationId xmlns:a16="http://schemas.microsoft.com/office/drawing/2014/main" id="{6245B47A-CEA6-D813-629C-E138836951C2}"/>
                  </a:ext>
                </a:extLst>
              </p:cNvPr>
              <p:cNvSpPr/>
              <p:nvPr/>
            </p:nvSpPr>
            <p:spPr>
              <a:xfrm>
                <a:off x="5265988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4" name="Freeform 46223">
                <a:extLst>
                  <a:ext uri="{FF2B5EF4-FFF2-40B4-BE49-F238E27FC236}">
                    <a16:creationId xmlns:a16="http://schemas.microsoft.com/office/drawing/2014/main" id="{EE4F9E3C-C34F-5842-9E0B-933669686DD8}"/>
                  </a:ext>
                </a:extLst>
              </p:cNvPr>
              <p:cNvSpPr/>
              <p:nvPr/>
            </p:nvSpPr>
            <p:spPr>
              <a:xfrm>
                <a:off x="5266484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5" name="Freeform 46224">
                <a:extLst>
                  <a:ext uri="{FF2B5EF4-FFF2-40B4-BE49-F238E27FC236}">
                    <a16:creationId xmlns:a16="http://schemas.microsoft.com/office/drawing/2014/main" id="{29A40DDC-44D0-B77F-AE16-14DF246E5750}"/>
                  </a:ext>
                </a:extLst>
              </p:cNvPr>
              <p:cNvSpPr/>
              <p:nvPr/>
            </p:nvSpPr>
            <p:spPr>
              <a:xfrm>
                <a:off x="5267079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6" name="Freeform 46225">
                <a:extLst>
                  <a:ext uri="{FF2B5EF4-FFF2-40B4-BE49-F238E27FC236}">
                    <a16:creationId xmlns:a16="http://schemas.microsoft.com/office/drawing/2014/main" id="{615B9B43-FC6A-0CDF-9547-A16F27B6F675}"/>
                  </a:ext>
                </a:extLst>
              </p:cNvPr>
              <p:cNvSpPr/>
              <p:nvPr/>
            </p:nvSpPr>
            <p:spPr>
              <a:xfrm>
                <a:off x="5267575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7" name="Freeform 46226">
                <a:extLst>
                  <a:ext uri="{FF2B5EF4-FFF2-40B4-BE49-F238E27FC236}">
                    <a16:creationId xmlns:a16="http://schemas.microsoft.com/office/drawing/2014/main" id="{D5953655-0C35-BFAC-140B-7C625DDC140B}"/>
                  </a:ext>
                </a:extLst>
              </p:cNvPr>
              <p:cNvSpPr/>
              <p:nvPr/>
            </p:nvSpPr>
            <p:spPr>
              <a:xfrm>
                <a:off x="5268071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8" name="Freeform 46227">
                <a:extLst>
                  <a:ext uri="{FF2B5EF4-FFF2-40B4-BE49-F238E27FC236}">
                    <a16:creationId xmlns:a16="http://schemas.microsoft.com/office/drawing/2014/main" id="{6004EBB8-1B9A-211C-AE3B-9CCA60D278E6}"/>
                  </a:ext>
                </a:extLst>
              </p:cNvPr>
              <p:cNvSpPr/>
              <p:nvPr/>
            </p:nvSpPr>
            <p:spPr>
              <a:xfrm>
                <a:off x="52686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29" name="Freeform 46228">
                <a:extLst>
                  <a:ext uri="{FF2B5EF4-FFF2-40B4-BE49-F238E27FC236}">
                    <a16:creationId xmlns:a16="http://schemas.microsoft.com/office/drawing/2014/main" id="{CA3F476D-A5EF-D1EB-DB25-5254CDED888C}"/>
                  </a:ext>
                </a:extLst>
              </p:cNvPr>
              <p:cNvSpPr/>
              <p:nvPr/>
            </p:nvSpPr>
            <p:spPr>
              <a:xfrm>
                <a:off x="52691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0" name="Freeform 46229">
                <a:extLst>
                  <a:ext uri="{FF2B5EF4-FFF2-40B4-BE49-F238E27FC236}">
                    <a16:creationId xmlns:a16="http://schemas.microsoft.com/office/drawing/2014/main" id="{34586842-F121-9641-E534-9836CFE6693C}"/>
                  </a:ext>
                </a:extLst>
              </p:cNvPr>
              <p:cNvSpPr/>
              <p:nvPr/>
            </p:nvSpPr>
            <p:spPr>
              <a:xfrm>
                <a:off x="52696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1" name="Freeform 46230">
                <a:extLst>
                  <a:ext uri="{FF2B5EF4-FFF2-40B4-BE49-F238E27FC236}">
                    <a16:creationId xmlns:a16="http://schemas.microsoft.com/office/drawing/2014/main" id="{D34E2411-A0A3-CFBD-84F7-EA6BDAB4C954}"/>
                  </a:ext>
                </a:extLst>
              </p:cNvPr>
              <p:cNvSpPr/>
              <p:nvPr/>
            </p:nvSpPr>
            <p:spPr>
              <a:xfrm>
                <a:off x="52701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2" name="Freeform 46231">
                <a:extLst>
                  <a:ext uri="{FF2B5EF4-FFF2-40B4-BE49-F238E27FC236}">
                    <a16:creationId xmlns:a16="http://schemas.microsoft.com/office/drawing/2014/main" id="{7E9ECED1-EB55-BFEB-4778-9FD331E1DE89}"/>
                  </a:ext>
                </a:extLst>
              </p:cNvPr>
              <p:cNvSpPr/>
              <p:nvPr/>
            </p:nvSpPr>
            <p:spPr>
              <a:xfrm>
                <a:off x="52707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3" name="Freeform 46232">
                <a:extLst>
                  <a:ext uri="{FF2B5EF4-FFF2-40B4-BE49-F238E27FC236}">
                    <a16:creationId xmlns:a16="http://schemas.microsoft.com/office/drawing/2014/main" id="{58EB762E-33DD-95DD-9438-2299932A5E1D}"/>
                  </a:ext>
                </a:extLst>
              </p:cNvPr>
              <p:cNvSpPr/>
              <p:nvPr/>
            </p:nvSpPr>
            <p:spPr>
              <a:xfrm>
                <a:off x="52712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4" name="Freeform 46233">
                <a:extLst>
                  <a:ext uri="{FF2B5EF4-FFF2-40B4-BE49-F238E27FC236}">
                    <a16:creationId xmlns:a16="http://schemas.microsoft.com/office/drawing/2014/main" id="{43D27D05-751F-44DF-A487-40FBDE1F5C47}"/>
                  </a:ext>
                </a:extLst>
              </p:cNvPr>
              <p:cNvSpPr/>
              <p:nvPr/>
            </p:nvSpPr>
            <p:spPr>
              <a:xfrm>
                <a:off x="52717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5" name="Freeform 46234">
                <a:extLst>
                  <a:ext uri="{FF2B5EF4-FFF2-40B4-BE49-F238E27FC236}">
                    <a16:creationId xmlns:a16="http://schemas.microsoft.com/office/drawing/2014/main" id="{556EF351-99A1-6641-2894-004ECE9BE063}"/>
                  </a:ext>
                </a:extLst>
              </p:cNvPr>
              <p:cNvSpPr/>
              <p:nvPr/>
            </p:nvSpPr>
            <p:spPr>
              <a:xfrm>
                <a:off x="52723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6" name="Freeform 46235">
                <a:extLst>
                  <a:ext uri="{FF2B5EF4-FFF2-40B4-BE49-F238E27FC236}">
                    <a16:creationId xmlns:a16="http://schemas.microsoft.com/office/drawing/2014/main" id="{08391EF0-A1A5-D811-B8C2-7C63DE808DCB}"/>
                  </a:ext>
                </a:extLst>
              </p:cNvPr>
              <p:cNvSpPr/>
              <p:nvPr/>
            </p:nvSpPr>
            <p:spPr>
              <a:xfrm>
                <a:off x="52728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7" name="Freeform 46236">
                <a:extLst>
                  <a:ext uri="{FF2B5EF4-FFF2-40B4-BE49-F238E27FC236}">
                    <a16:creationId xmlns:a16="http://schemas.microsoft.com/office/drawing/2014/main" id="{C00156D6-7E89-E714-B4E6-65721BF490D9}"/>
                  </a:ext>
                </a:extLst>
              </p:cNvPr>
              <p:cNvSpPr/>
              <p:nvPr/>
            </p:nvSpPr>
            <p:spPr>
              <a:xfrm>
                <a:off x="52733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8" name="Freeform 46237">
                <a:extLst>
                  <a:ext uri="{FF2B5EF4-FFF2-40B4-BE49-F238E27FC236}">
                    <a16:creationId xmlns:a16="http://schemas.microsoft.com/office/drawing/2014/main" id="{C0918BD4-91CC-8079-33EA-EB45BDACE818}"/>
                  </a:ext>
                </a:extLst>
              </p:cNvPr>
              <p:cNvSpPr/>
              <p:nvPr/>
            </p:nvSpPr>
            <p:spPr>
              <a:xfrm>
                <a:off x="527392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39" name="Freeform 46238">
                <a:extLst>
                  <a:ext uri="{FF2B5EF4-FFF2-40B4-BE49-F238E27FC236}">
                    <a16:creationId xmlns:a16="http://schemas.microsoft.com/office/drawing/2014/main" id="{02B8AE8A-0AA1-D6C9-F2E1-F489B0C9BA6A}"/>
                  </a:ext>
                </a:extLst>
              </p:cNvPr>
              <p:cNvSpPr/>
              <p:nvPr/>
            </p:nvSpPr>
            <p:spPr>
              <a:xfrm>
                <a:off x="5274421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0" name="Freeform 46239">
                <a:extLst>
                  <a:ext uri="{FF2B5EF4-FFF2-40B4-BE49-F238E27FC236}">
                    <a16:creationId xmlns:a16="http://schemas.microsoft.com/office/drawing/2014/main" id="{61F58213-AD74-5366-DD31-983CD955C8DE}"/>
                  </a:ext>
                </a:extLst>
              </p:cNvPr>
              <p:cNvSpPr/>
              <p:nvPr/>
            </p:nvSpPr>
            <p:spPr>
              <a:xfrm>
                <a:off x="5274917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1" name="Freeform 46240">
                <a:extLst>
                  <a:ext uri="{FF2B5EF4-FFF2-40B4-BE49-F238E27FC236}">
                    <a16:creationId xmlns:a16="http://schemas.microsoft.com/office/drawing/2014/main" id="{7F5E77EC-19D1-C1D4-DD55-F527A9968D33}"/>
                  </a:ext>
                </a:extLst>
              </p:cNvPr>
              <p:cNvSpPr/>
              <p:nvPr/>
            </p:nvSpPr>
            <p:spPr>
              <a:xfrm>
                <a:off x="5275513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2" name="Freeform 46241">
                <a:extLst>
                  <a:ext uri="{FF2B5EF4-FFF2-40B4-BE49-F238E27FC236}">
                    <a16:creationId xmlns:a16="http://schemas.microsoft.com/office/drawing/2014/main" id="{280DA56C-6D99-9AEB-CBEE-B861D0488C00}"/>
                  </a:ext>
                </a:extLst>
              </p:cNvPr>
              <p:cNvSpPr/>
              <p:nvPr/>
            </p:nvSpPr>
            <p:spPr>
              <a:xfrm>
                <a:off x="5276009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3" name="Freeform 46242">
                <a:extLst>
                  <a:ext uri="{FF2B5EF4-FFF2-40B4-BE49-F238E27FC236}">
                    <a16:creationId xmlns:a16="http://schemas.microsoft.com/office/drawing/2014/main" id="{8FA508A5-7641-7717-A9E5-10C75D56A126}"/>
                  </a:ext>
                </a:extLst>
              </p:cNvPr>
              <p:cNvSpPr/>
              <p:nvPr/>
            </p:nvSpPr>
            <p:spPr>
              <a:xfrm>
                <a:off x="5276505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4" name="Freeform 46243">
                <a:extLst>
                  <a:ext uri="{FF2B5EF4-FFF2-40B4-BE49-F238E27FC236}">
                    <a16:creationId xmlns:a16="http://schemas.microsoft.com/office/drawing/2014/main" id="{8B6BDDEF-0A45-DDBB-B8B1-6D09184CFD2F}"/>
                  </a:ext>
                </a:extLst>
              </p:cNvPr>
              <p:cNvSpPr/>
              <p:nvPr/>
            </p:nvSpPr>
            <p:spPr>
              <a:xfrm>
                <a:off x="5277100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5" name="Freeform 46244">
                <a:extLst>
                  <a:ext uri="{FF2B5EF4-FFF2-40B4-BE49-F238E27FC236}">
                    <a16:creationId xmlns:a16="http://schemas.microsoft.com/office/drawing/2014/main" id="{25491106-6DB8-53B9-F1A3-19C427476E68}"/>
                  </a:ext>
                </a:extLst>
              </p:cNvPr>
              <p:cNvSpPr/>
              <p:nvPr/>
            </p:nvSpPr>
            <p:spPr>
              <a:xfrm>
                <a:off x="5277596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6" name="Freeform 46245">
                <a:extLst>
                  <a:ext uri="{FF2B5EF4-FFF2-40B4-BE49-F238E27FC236}">
                    <a16:creationId xmlns:a16="http://schemas.microsoft.com/office/drawing/2014/main" id="{202EAA65-C5AD-94C9-FE82-C6E8C9065285}"/>
                  </a:ext>
                </a:extLst>
              </p:cNvPr>
              <p:cNvSpPr/>
              <p:nvPr/>
            </p:nvSpPr>
            <p:spPr>
              <a:xfrm>
                <a:off x="5278092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7" name="Freeform 46246">
                <a:extLst>
                  <a:ext uri="{FF2B5EF4-FFF2-40B4-BE49-F238E27FC236}">
                    <a16:creationId xmlns:a16="http://schemas.microsoft.com/office/drawing/2014/main" id="{F00BD1BD-9739-0B18-C6D6-B94B50BAD938}"/>
                  </a:ext>
                </a:extLst>
              </p:cNvPr>
              <p:cNvSpPr/>
              <p:nvPr/>
            </p:nvSpPr>
            <p:spPr>
              <a:xfrm>
                <a:off x="5278688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8" name="Freeform 46247">
                <a:extLst>
                  <a:ext uri="{FF2B5EF4-FFF2-40B4-BE49-F238E27FC236}">
                    <a16:creationId xmlns:a16="http://schemas.microsoft.com/office/drawing/2014/main" id="{E8D27052-FF4D-CBC6-A4B7-82D986E3F71D}"/>
                  </a:ext>
                </a:extLst>
              </p:cNvPr>
              <p:cNvSpPr/>
              <p:nvPr/>
            </p:nvSpPr>
            <p:spPr>
              <a:xfrm>
                <a:off x="5279184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49" name="Freeform 46248">
                <a:extLst>
                  <a:ext uri="{FF2B5EF4-FFF2-40B4-BE49-F238E27FC236}">
                    <a16:creationId xmlns:a16="http://schemas.microsoft.com/office/drawing/2014/main" id="{1DE973F8-6A92-75A5-CE71-0723175D37D1}"/>
                  </a:ext>
                </a:extLst>
              </p:cNvPr>
              <p:cNvSpPr/>
              <p:nvPr/>
            </p:nvSpPr>
            <p:spPr>
              <a:xfrm>
                <a:off x="5279680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0" name="Freeform 46249">
                <a:extLst>
                  <a:ext uri="{FF2B5EF4-FFF2-40B4-BE49-F238E27FC236}">
                    <a16:creationId xmlns:a16="http://schemas.microsoft.com/office/drawing/2014/main" id="{44F8F4D3-2BBB-1EB4-94DD-2D2DFF44E43D}"/>
                  </a:ext>
                </a:extLst>
              </p:cNvPr>
              <p:cNvSpPr/>
              <p:nvPr/>
            </p:nvSpPr>
            <p:spPr>
              <a:xfrm>
                <a:off x="5280275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1" name="Freeform 46250">
                <a:extLst>
                  <a:ext uri="{FF2B5EF4-FFF2-40B4-BE49-F238E27FC236}">
                    <a16:creationId xmlns:a16="http://schemas.microsoft.com/office/drawing/2014/main" id="{704A454F-46EB-6FCB-EC3B-268D72E8B2CB}"/>
                  </a:ext>
                </a:extLst>
              </p:cNvPr>
              <p:cNvSpPr/>
              <p:nvPr/>
            </p:nvSpPr>
            <p:spPr>
              <a:xfrm>
                <a:off x="528077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2" name="Freeform 46251">
                <a:extLst>
                  <a:ext uri="{FF2B5EF4-FFF2-40B4-BE49-F238E27FC236}">
                    <a16:creationId xmlns:a16="http://schemas.microsoft.com/office/drawing/2014/main" id="{E4AC1635-B83B-1FDC-239B-79415F60FC79}"/>
                  </a:ext>
                </a:extLst>
              </p:cNvPr>
              <p:cNvSpPr/>
              <p:nvPr/>
            </p:nvSpPr>
            <p:spPr>
              <a:xfrm>
                <a:off x="528126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3" name="Freeform 46252">
                <a:extLst>
                  <a:ext uri="{FF2B5EF4-FFF2-40B4-BE49-F238E27FC236}">
                    <a16:creationId xmlns:a16="http://schemas.microsoft.com/office/drawing/2014/main" id="{0945DF4E-381B-A229-1AB0-C2ACB0551AC3}"/>
                  </a:ext>
                </a:extLst>
              </p:cNvPr>
              <p:cNvSpPr/>
              <p:nvPr/>
            </p:nvSpPr>
            <p:spPr>
              <a:xfrm>
                <a:off x="52817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4" name="Freeform 46253">
                <a:extLst>
                  <a:ext uri="{FF2B5EF4-FFF2-40B4-BE49-F238E27FC236}">
                    <a16:creationId xmlns:a16="http://schemas.microsoft.com/office/drawing/2014/main" id="{060A0F47-FCF2-9338-53AF-1BB7F19AF468}"/>
                  </a:ext>
                </a:extLst>
              </p:cNvPr>
              <p:cNvSpPr/>
              <p:nvPr/>
            </p:nvSpPr>
            <p:spPr>
              <a:xfrm>
                <a:off x="52823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5" name="Freeform 46254">
                <a:extLst>
                  <a:ext uri="{FF2B5EF4-FFF2-40B4-BE49-F238E27FC236}">
                    <a16:creationId xmlns:a16="http://schemas.microsoft.com/office/drawing/2014/main" id="{24BFA11E-09C4-9978-7C55-AFDD1F22F4B2}"/>
                  </a:ext>
                </a:extLst>
              </p:cNvPr>
              <p:cNvSpPr/>
              <p:nvPr/>
            </p:nvSpPr>
            <p:spPr>
              <a:xfrm>
                <a:off x="52828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6" name="Freeform 46255">
                <a:extLst>
                  <a:ext uri="{FF2B5EF4-FFF2-40B4-BE49-F238E27FC236}">
                    <a16:creationId xmlns:a16="http://schemas.microsoft.com/office/drawing/2014/main" id="{79E2BEAE-3DF3-6CB7-1792-388CA1A435A7}"/>
                  </a:ext>
                </a:extLst>
              </p:cNvPr>
              <p:cNvSpPr/>
              <p:nvPr/>
            </p:nvSpPr>
            <p:spPr>
              <a:xfrm>
                <a:off x="52833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7" name="Freeform 46256">
                <a:extLst>
                  <a:ext uri="{FF2B5EF4-FFF2-40B4-BE49-F238E27FC236}">
                    <a16:creationId xmlns:a16="http://schemas.microsoft.com/office/drawing/2014/main" id="{37E48301-80C3-788C-1297-E0931ABEF11A}"/>
                  </a:ext>
                </a:extLst>
              </p:cNvPr>
              <p:cNvSpPr/>
              <p:nvPr/>
            </p:nvSpPr>
            <p:spPr>
              <a:xfrm>
                <a:off x="52839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8" name="Freeform 46257">
                <a:extLst>
                  <a:ext uri="{FF2B5EF4-FFF2-40B4-BE49-F238E27FC236}">
                    <a16:creationId xmlns:a16="http://schemas.microsoft.com/office/drawing/2014/main" id="{960A5A6C-42E6-B846-1D07-E090B77BA775}"/>
                  </a:ext>
                </a:extLst>
              </p:cNvPr>
              <p:cNvSpPr/>
              <p:nvPr/>
            </p:nvSpPr>
            <p:spPr>
              <a:xfrm>
                <a:off x="52844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59" name="Freeform 46258">
                <a:extLst>
                  <a:ext uri="{FF2B5EF4-FFF2-40B4-BE49-F238E27FC236}">
                    <a16:creationId xmlns:a16="http://schemas.microsoft.com/office/drawing/2014/main" id="{A93CCFAD-0313-2DB8-108E-66B3561A9DAA}"/>
                  </a:ext>
                </a:extLst>
              </p:cNvPr>
              <p:cNvSpPr/>
              <p:nvPr/>
            </p:nvSpPr>
            <p:spPr>
              <a:xfrm>
                <a:off x="52849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0" name="Freeform 46259">
                <a:extLst>
                  <a:ext uri="{FF2B5EF4-FFF2-40B4-BE49-F238E27FC236}">
                    <a16:creationId xmlns:a16="http://schemas.microsoft.com/office/drawing/2014/main" id="{BF2C6978-F88B-7967-5D7B-C0C5DDDF8E27}"/>
                  </a:ext>
                </a:extLst>
              </p:cNvPr>
              <p:cNvSpPr/>
              <p:nvPr/>
            </p:nvSpPr>
            <p:spPr>
              <a:xfrm>
                <a:off x="52855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1" name="Freeform 46260">
                <a:extLst>
                  <a:ext uri="{FF2B5EF4-FFF2-40B4-BE49-F238E27FC236}">
                    <a16:creationId xmlns:a16="http://schemas.microsoft.com/office/drawing/2014/main" id="{ECE10779-E7A4-516F-98BC-A25388879629}"/>
                  </a:ext>
                </a:extLst>
              </p:cNvPr>
              <p:cNvSpPr/>
              <p:nvPr/>
            </p:nvSpPr>
            <p:spPr>
              <a:xfrm>
                <a:off x="52860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2" name="Freeform 46261">
                <a:extLst>
                  <a:ext uri="{FF2B5EF4-FFF2-40B4-BE49-F238E27FC236}">
                    <a16:creationId xmlns:a16="http://schemas.microsoft.com/office/drawing/2014/main" id="{F45A198C-F6B1-51B4-F0A1-8D9E6A3405C4}"/>
                  </a:ext>
                </a:extLst>
              </p:cNvPr>
              <p:cNvSpPr/>
              <p:nvPr/>
            </p:nvSpPr>
            <p:spPr>
              <a:xfrm>
                <a:off x="528652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3" name="Freeform 46262">
                <a:extLst>
                  <a:ext uri="{FF2B5EF4-FFF2-40B4-BE49-F238E27FC236}">
                    <a16:creationId xmlns:a16="http://schemas.microsoft.com/office/drawing/2014/main" id="{F70C5109-845D-AC6E-7AEC-060FD27855A7}"/>
                  </a:ext>
                </a:extLst>
              </p:cNvPr>
              <p:cNvSpPr/>
              <p:nvPr/>
            </p:nvSpPr>
            <p:spPr>
              <a:xfrm>
                <a:off x="5287121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4" name="Freeform 46263">
                <a:extLst>
                  <a:ext uri="{FF2B5EF4-FFF2-40B4-BE49-F238E27FC236}">
                    <a16:creationId xmlns:a16="http://schemas.microsoft.com/office/drawing/2014/main" id="{3DCE68BC-D00A-EC40-64A4-D958D99EBFC7}"/>
                  </a:ext>
                </a:extLst>
              </p:cNvPr>
              <p:cNvSpPr/>
              <p:nvPr/>
            </p:nvSpPr>
            <p:spPr>
              <a:xfrm>
                <a:off x="5287617" y="599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5" name="Freeform 46264">
                <a:extLst>
                  <a:ext uri="{FF2B5EF4-FFF2-40B4-BE49-F238E27FC236}">
                    <a16:creationId xmlns:a16="http://schemas.microsoft.com/office/drawing/2014/main" id="{3F1CC47B-138A-2FEE-DBB5-49CCE10EC1B2}"/>
                  </a:ext>
                </a:extLst>
              </p:cNvPr>
              <p:cNvSpPr/>
              <p:nvPr/>
            </p:nvSpPr>
            <p:spPr>
              <a:xfrm>
                <a:off x="5288113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6" name="Freeform 46265">
                <a:extLst>
                  <a:ext uri="{FF2B5EF4-FFF2-40B4-BE49-F238E27FC236}">
                    <a16:creationId xmlns:a16="http://schemas.microsoft.com/office/drawing/2014/main" id="{856DEE3F-F630-4F43-B004-ECA6B6C41A23}"/>
                  </a:ext>
                </a:extLst>
              </p:cNvPr>
              <p:cNvSpPr/>
              <p:nvPr/>
            </p:nvSpPr>
            <p:spPr>
              <a:xfrm>
                <a:off x="528870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7" name="Freeform 46266">
                <a:extLst>
                  <a:ext uri="{FF2B5EF4-FFF2-40B4-BE49-F238E27FC236}">
                    <a16:creationId xmlns:a16="http://schemas.microsoft.com/office/drawing/2014/main" id="{E1284E56-3EDC-59C7-83EC-87DFBD9CBF1F}"/>
                  </a:ext>
                </a:extLst>
              </p:cNvPr>
              <p:cNvSpPr/>
              <p:nvPr/>
            </p:nvSpPr>
            <p:spPr>
              <a:xfrm>
                <a:off x="5289205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8" name="Freeform 46267">
                <a:extLst>
                  <a:ext uri="{FF2B5EF4-FFF2-40B4-BE49-F238E27FC236}">
                    <a16:creationId xmlns:a16="http://schemas.microsoft.com/office/drawing/2014/main" id="{2CFA29C2-B25C-B722-19B5-23185DBF60C0}"/>
                  </a:ext>
                </a:extLst>
              </p:cNvPr>
              <p:cNvSpPr/>
              <p:nvPr/>
            </p:nvSpPr>
            <p:spPr>
              <a:xfrm>
                <a:off x="5289701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69" name="Freeform 46268">
                <a:extLst>
                  <a:ext uri="{FF2B5EF4-FFF2-40B4-BE49-F238E27FC236}">
                    <a16:creationId xmlns:a16="http://schemas.microsoft.com/office/drawing/2014/main" id="{A7319597-6B60-A3AE-1333-24CCC2DA9572}"/>
                  </a:ext>
                </a:extLst>
              </p:cNvPr>
              <p:cNvSpPr/>
              <p:nvPr/>
            </p:nvSpPr>
            <p:spPr>
              <a:xfrm>
                <a:off x="5290296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0" name="Freeform 46269">
                <a:extLst>
                  <a:ext uri="{FF2B5EF4-FFF2-40B4-BE49-F238E27FC236}">
                    <a16:creationId xmlns:a16="http://schemas.microsoft.com/office/drawing/2014/main" id="{30D39FFD-7E02-6DDD-C47F-8F7F909BCEF5}"/>
                  </a:ext>
                </a:extLst>
              </p:cNvPr>
              <p:cNvSpPr/>
              <p:nvPr/>
            </p:nvSpPr>
            <p:spPr>
              <a:xfrm>
                <a:off x="5290792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1" name="Freeform 46270">
                <a:extLst>
                  <a:ext uri="{FF2B5EF4-FFF2-40B4-BE49-F238E27FC236}">
                    <a16:creationId xmlns:a16="http://schemas.microsoft.com/office/drawing/2014/main" id="{DACB0722-8B38-8802-A076-11523904B72F}"/>
                  </a:ext>
                </a:extLst>
              </p:cNvPr>
              <p:cNvSpPr/>
              <p:nvPr/>
            </p:nvSpPr>
            <p:spPr>
              <a:xfrm>
                <a:off x="5291288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2" name="Freeform 46271">
                <a:extLst>
                  <a:ext uri="{FF2B5EF4-FFF2-40B4-BE49-F238E27FC236}">
                    <a16:creationId xmlns:a16="http://schemas.microsoft.com/office/drawing/2014/main" id="{A914DA3E-4580-E7A5-338A-31545B09C307}"/>
                  </a:ext>
                </a:extLst>
              </p:cNvPr>
              <p:cNvSpPr/>
              <p:nvPr/>
            </p:nvSpPr>
            <p:spPr>
              <a:xfrm>
                <a:off x="5291884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3" name="Freeform 46272">
                <a:extLst>
                  <a:ext uri="{FF2B5EF4-FFF2-40B4-BE49-F238E27FC236}">
                    <a16:creationId xmlns:a16="http://schemas.microsoft.com/office/drawing/2014/main" id="{4CE14452-1B04-3351-429D-3F0CF33AC587}"/>
                  </a:ext>
                </a:extLst>
              </p:cNvPr>
              <p:cNvSpPr/>
              <p:nvPr/>
            </p:nvSpPr>
            <p:spPr>
              <a:xfrm>
                <a:off x="5292380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4" name="Freeform 46273">
                <a:extLst>
                  <a:ext uri="{FF2B5EF4-FFF2-40B4-BE49-F238E27FC236}">
                    <a16:creationId xmlns:a16="http://schemas.microsoft.com/office/drawing/2014/main" id="{2B07D648-B045-708A-043E-B0A4D8BA318F}"/>
                  </a:ext>
                </a:extLst>
              </p:cNvPr>
              <p:cNvSpPr/>
              <p:nvPr/>
            </p:nvSpPr>
            <p:spPr>
              <a:xfrm>
                <a:off x="5292876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5" name="Freeform 46274">
                <a:extLst>
                  <a:ext uri="{FF2B5EF4-FFF2-40B4-BE49-F238E27FC236}">
                    <a16:creationId xmlns:a16="http://schemas.microsoft.com/office/drawing/2014/main" id="{7FC273FE-E8AA-352B-95FA-7555B06018D8}"/>
                  </a:ext>
                </a:extLst>
              </p:cNvPr>
              <p:cNvSpPr/>
              <p:nvPr/>
            </p:nvSpPr>
            <p:spPr>
              <a:xfrm>
                <a:off x="529347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6" name="Freeform 46275">
                <a:extLst>
                  <a:ext uri="{FF2B5EF4-FFF2-40B4-BE49-F238E27FC236}">
                    <a16:creationId xmlns:a16="http://schemas.microsoft.com/office/drawing/2014/main" id="{7C816B45-11E7-B17F-944C-66C3FA094764}"/>
                  </a:ext>
                </a:extLst>
              </p:cNvPr>
              <p:cNvSpPr/>
              <p:nvPr/>
            </p:nvSpPr>
            <p:spPr>
              <a:xfrm>
                <a:off x="529396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7" name="Freeform 46276">
                <a:extLst>
                  <a:ext uri="{FF2B5EF4-FFF2-40B4-BE49-F238E27FC236}">
                    <a16:creationId xmlns:a16="http://schemas.microsoft.com/office/drawing/2014/main" id="{5FBF0F38-0FFB-EDA9-AA09-8D8DD3B25B95}"/>
                  </a:ext>
                </a:extLst>
              </p:cNvPr>
              <p:cNvSpPr/>
              <p:nvPr/>
            </p:nvSpPr>
            <p:spPr>
              <a:xfrm>
                <a:off x="52944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8" name="Freeform 46277">
                <a:extLst>
                  <a:ext uri="{FF2B5EF4-FFF2-40B4-BE49-F238E27FC236}">
                    <a16:creationId xmlns:a16="http://schemas.microsoft.com/office/drawing/2014/main" id="{E37FC0DA-9DB3-3453-918F-E70C3BD0B8B7}"/>
                  </a:ext>
                </a:extLst>
              </p:cNvPr>
              <p:cNvSpPr/>
              <p:nvPr/>
            </p:nvSpPr>
            <p:spPr>
              <a:xfrm>
                <a:off x="52949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79" name="Freeform 46278">
                <a:extLst>
                  <a:ext uri="{FF2B5EF4-FFF2-40B4-BE49-F238E27FC236}">
                    <a16:creationId xmlns:a16="http://schemas.microsoft.com/office/drawing/2014/main" id="{1758C363-BD13-F7F8-B104-EA453C30D4E9}"/>
                  </a:ext>
                </a:extLst>
              </p:cNvPr>
              <p:cNvSpPr/>
              <p:nvPr/>
            </p:nvSpPr>
            <p:spPr>
              <a:xfrm>
                <a:off x="52955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0" name="Freeform 46279">
                <a:extLst>
                  <a:ext uri="{FF2B5EF4-FFF2-40B4-BE49-F238E27FC236}">
                    <a16:creationId xmlns:a16="http://schemas.microsoft.com/office/drawing/2014/main" id="{B72402FA-079F-F3E2-48AF-9E6F357C7241}"/>
                  </a:ext>
                </a:extLst>
              </p:cNvPr>
              <p:cNvSpPr/>
              <p:nvPr/>
            </p:nvSpPr>
            <p:spPr>
              <a:xfrm>
                <a:off x="52960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1" name="Freeform 46280">
                <a:extLst>
                  <a:ext uri="{FF2B5EF4-FFF2-40B4-BE49-F238E27FC236}">
                    <a16:creationId xmlns:a16="http://schemas.microsoft.com/office/drawing/2014/main" id="{3D00DE3C-9FAE-3459-D981-3820C3C8BF44}"/>
                  </a:ext>
                </a:extLst>
              </p:cNvPr>
              <p:cNvSpPr/>
              <p:nvPr/>
            </p:nvSpPr>
            <p:spPr>
              <a:xfrm>
                <a:off x="52965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2" name="Freeform 46281">
                <a:extLst>
                  <a:ext uri="{FF2B5EF4-FFF2-40B4-BE49-F238E27FC236}">
                    <a16:creationId xmlns:a16="http://schemas.microsoft.com/office/drawing/2014/main" id="{034BF28A-99FE-2F3B-AB88-FB493070BB24}"/>
                  </a:ext>
                </a:extLst>
              </p:cNvPr>
              <p:cNvSpPr/>
              <p:nvPr/>
            </p:nvSpPr>
            <p:spPr>
              <a:xfrm>
                <a:off x="52971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3" name="Freeform 46282">
                <a:extLst>
                  <a:ext uri="{FF2B5EF4-FFF2-40B4-BE49-F238E27FC236}">
                    <a16:creationId xmlns:a16="http://schemas.microsoft.com/office/drawing/2014/main" id="{6E5127FC-3EF6-3476-2157-EEB7654E4A93}"/>
                  </a:ext>
                </a:extLst>
              </p:cNvPr>
              <p:cNvSpPr/>
              <p:nvPr/>
            </p:nvSpPr>
            <p:spPr>
              <a:xfrm>
                <a:off x="52976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4" name="Freeform 46283">
                <a:extLst>
                  <a:ext uri="{FF2B5EF4-FFF2-40B4-BE49-F238E27FC236}">
                    <a16:creationId xmlns:a16="http://schemas.microsoft.com/office/drawing/2014/main" id="{45379571-4D8E-E1D2-2A37-8426D4449230}"/>
                  </a:ext>
                </a:extLst>
              </p:cNvPr>
              <p:cNvSpPr/>
              <p:nvPr/>
            </p:nvSpPr>
            <p:spPr>
              <a:xfrm>
                <a:off x="52981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5" name="Freeform 46284">
                <a:extLst>
                  <a:ext uri="{FF2B5EF4-FFF2-40B4-BE49-F238E27FC236}">
                    <a16:creationId xmlns:a16="http://schemas.microsoft.com/office/drawing/2014/main" id="{D7E06AF5-175A-32D0-5F91-79B0AB375215}"/>
                  </a:ext>
                </a:extLst>
              </p:cNvPr>
              <p:cNvSpPr/>
              <p:nvPr/>
            </p:nvSpPr>
            <p:spPr>
              <a:xfrm>
                <a:off x="52987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6" name="Freeform 46285">
                <a:extLst>
                  <a:ext uri="{FF2B5EF4-FFF2-40B4-BE49-F238E27FC236}">
                    <a16:creationId xmlns:a16="http://schemas.microsoft.com/office/drawing/2014/main" id="{649BC8FC-50AE-9D53-DF03-E9C7AC8727A2}"/>
                  </a:ext>
                </a:extLst>
              </p:cNvPr>
              <p:cNvSpPr/>
              <p:nvPr/>
            </p:nvSpPr>
            <p:spPr>
              <a:xfrm>
                <a:off x="529922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7" name="Freeform 46286">
                <a:extLst>
                  <a:ext uri="{FF2B5EF4-FFF2-40B4-BE49-F238E27FC236}">
                    <a16:creationId xmlns:a16="http://schemas.microsoft.com/office/drawing/2014/main" id="{8ECF064A-E4A4-42B8-F5E6-C775CF71FA95}"/>
                  </a:ext>
                </a:extLst>
              </p:cNvPr>
              <p:cNvSpPr/>
              <p:nvPr/>
            </p:nvSpPr>
            <p:spPr>
              <a:xfrm>
                <a:off x="5299722" y="5948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8" name="Freeform 46287">
                <a:extLst>
                  <a:ext uri="{FF2B5EF4-FFF2-40B4-BE49-F238E27FC236}">
                    <a16:creationId xmlns:a16="http://schemas.microsoft.com/office/drawing/2014/main" id="{5F4C80BC-2ECB-0DCA-3692-EC8587D21728}"/>
                  </a:ext>
                </a:extLst>
              </p:cNvPr>
              <p:cNvSpPr/>
              <p:nvPr/>
            </p:nvSpPr>
            <p:spPr>
              <a:xfrm>
                <a:off x="5300317" y="5906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89" name="Freeform 46288">
                <a:extLst>
                  <a:ext uri="{FF2B5EF4-FFF2-40B4-BE49-F238E27FC236}">
                    <a16:creationId xmlns:a16="http://schemas.microsoft.com/office/drawing/2014/main" id="{88E14883-EDBC-4453-FBCC-CE6F5CDA87C9}"/>
                  </a:ext>
                </a:extLst>
              </p:cNvPr>
              <p:cNvSpPr/>
              <p:nvPr/>
            </p:nvSpPr>
            <p:spPr>
              <a:xfrm>
                <a:off x="5300813" y="5910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0" name="Freeform 46289">
                <a:extLst>
                  <a:ext uri="{FF2B5EF4-FFF2-40B4-BE49-F238E27FC236}">
                    <a16:creationId xmlns:a16="http://schemas.microsoft.com/office/drawing/2014/main" id="{EA8D936E-EC69-0B69-15D7-DB897C9737D4}"/>
                  </a:ext>
                </a:extLst>
              </p:cNvPr>
              <p:cNvSpPr/>
              <p:nvPr/>
            </p:nvSpPr>
            <p:spPr>
              <a:xfrm>
                <a:off x="5301309" y="5924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1" name="Freeform 46290">
                <a:extLst>
                  <a:ext uri="{FF2B5EF4-FFF2-40B4-BE49-F238E27FC236}">
                    <a16:creationId xmlns:a16="http://schemas.microsoft.com/office/drawing/2014/main" id="{3848348D-0CC2-726F-CBA8-19B20085A90F}"/>
                  </a:ext>
                </a:extLst>
              </p:cNvPr>
              <p:cNvSpPr/>
              <p:nvPr/>
            </p:nvSpPr>
            <p:spPr>
              <a:xfrm>
                <a:off x="5301905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2" name="Freeform 46291">
                <a:extLst>
                  <a:ext uri="{FF2B5EF4-FFF2-40B4-BE49-F238E27FC236}">
                    <a16:creationId xmlns:a16="http://schemas.microsoft.com/office/drawing/2014/main" id="{C66744CC-B488-4FA3-62D1-14E4336FFAC3}"/>
                  </a:ext>
                </a:extLst>
              </p:cNvPr>
              <p:cNvSpPr/>
              <p:nvPr/>
            </p:nvSpPr>
            <p:spPr>
              <a:xfrm>
                <a:off x="5302401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3" name="Freeform 46292">
                <a:extLst>
                  <a:ext uri="{FF2B5EF4-FFF2-40B4-BE49-F238E27FC236}">
                    <a16:creationId xmlns:a16="http://schemas.microsoft.com/office/drawing/2014/main" id="{597ED240-10A4-656E-3A23-0724FEB0B47D}"/>
                  </a:ext>
                </a:extLst>
              </p:cNvPr>
              <p:cNvSpPr/>
              <p:nvPr/>
            </p:nvSpPr>
            <p:spPr>
              <a:xfrm>
                <a:off x="530289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4" name="Freeform 46293">
                <a:extLst>
                  <a:ext uri="{FF2B5EF4-FFF2-40B4-BE49-F238E27FC236}">
                    <a16:creationId xmlns:a16="http://schemas.microsoft.com/office/drawing/2014/main" id="{51BE7D62-B5BC-F42B-BB10-A5546B026888}"/>
                  </a:ext>
                </a:extLst>
              </p:cNvPr>
              <p:cNvSpPr/>
              <p:nvPr/>
            </p:nvSpPr>
            <p:spPr>
              <a:xfrm>
                <a:off x="53034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5" name="Freeform 46294">
                <a:extLst>
                  <a:ext uri="{FF2B5EF4-FFF2-40B4-BE49-F238E27FC236}">
                    <a16:creationId xmlns:a16="http://schemas.microsoft.com/office/drawing/2014/main" id="{9691EFBE-79D3-1F38-4A79-1E97134633FD}"/>
                  </a:ext>
                </a:extLst>
              </p:cNvPr>
              <p:cNvSpPr/>
              <p:nvPr/>
            </p:nvSpPr>
            <p:spPr>
              <a:xfrm>
                <a:off x="53039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6" name="Freeform 46295">
                <a:extLst>
                  <a:ext uri="{FF2B5EF4-FFF2-40B4-BE49-F238E27FC236}">
                    <a16:creationId xmlns:a16="http://schemas.microsoft.com/office/drawing/2014/main" id="{13920B17-6B33-9B81-B850-7340A8DB4A0A}"/>
                  </a:ext>
                </a:extLst>
              </p:cNvPr>
              <p:cNvSpPr/>
              <p:nvPr/>
            </p:nvSpPr>
            <p:spPr>
              <a:xfrm>
                <a:off x="53044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7" name="Freeform 46296">
                <a:extLst>
                  <a:ext uri="{FF2B5EF4-FFF2-40B4-BE49-F238E27FC236}">
                    <a16:creationId xmlns:a16="http://schemas.microsoft.com/office/drawing/2014/main" id="{5FB471C0-7971-8CF2-A121-26CC6B6321F2}"/>
                  </a:ext>
                </a:extLst>
              </p:cNvPr>
              <p:cNvSpPr/>
              <p:nvPr/>
            </p:nvSpPr>
            <p:spPr>
              <a:xfrm>
                <a:off x="53050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8" name="Freeform 46297">
                <a:extLst>
                  <a:ext uri="{FF2B5EF4-FFF2-40B4-BE49-F238E27FC236}">
                    <a16:creationId xmlns:a16="http://schemas.microsoft.com/office/drawing/2014/main" id="{B2DAB34A-79D3-1175-0D15-CF294F25D0B3}"/>
                  </a:ext>
                </a:extLst>
              </p:cNvPr>
              <p:cNvSpPr/>
              <p:nvPr/>
            </p:nvSpPr>
            <p:spPr>
              <a:xfrm>
                <a:off x="530557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99" name="Freeform 46298">
                <a:extLst>
                  <a:ext uri="{FF2B5EF4-FFF2-40B4-BE49-F238E27FC236}">
                    <a16:creationId xmlns:a16="http://schemas.microsoft.com/office/drawing/2014/main" id="{418AC1DD-8DAA-D76C-611C-2AC4CC1F8654}"/>
                  </a:ext>
                </a:extLst>
              </p:cNvPr>
              <p:cNvSpPr/>
              <p:nvPr/>
            </p:nvSpPr>
            <p:spPr>
              <a:xfrm>
                <a:off x="530607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0" name="Freeform 46299">
                <a:extLst>
                  <a:ext uri="{FF2B5EF4-FFF2-40B4-BE49-F238E27FC236}">
                    <a16:creationId xmlns:a16="http://schemas.microsoft.com/office/drawing/2014/main" id="{D5FBB8D7-BD94-0A2B-CA46-80C6E9ACA8CB}"/>
                  </a:ext>
                </a:extLst>
              </p:cNvPr>
              <p:cNvSpPr/>
              <p:nvPr/>
            </p:nvSpPr>
            <p:spPr>
              <a:xfrm>
                <a:off x="53065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1" name="Freeform 46300">
                <a:extLst>
                  <a:ext uri="{FF2B5EF4-FFF2-40B4-BE49-F238E27FC236}">
                    <a16:creationId xmlns:a16="http://schemas.microsoft.com/office/drawing/2014/main" id="{0F642ACF-54B6-7271-DD06-9E07F494C0A5}"/>
                  </a:ext>
                </a:extLst>
              </p:cNvPr>
              <p:cNvSpPr/>
              <p:nvPr/>
            </p:nvSpPr>
            <p:spPr>
              <a:xfrm>
                <a:off x="53071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2" name="Freeform 46301">
                <a:extLst>
                  <a:ext uri="{FF2B5EF4-FFF2-40B4-BE49-F238E27FC236}">
                    <a16:creationId xmlns:a16="http://schemas.microsoft.com/office/drawing/2014/main" id="{D191DCB7-FFB0-D8D4-0939-3BF220D26965}"/>
                  </a:ext>
                </a:extLst>
              </p:cNvPr>
              <p:cNvSpPr/>
              <p:nvPr/>
            </p:nvSpPr>
            <p:spPr>
              <a:xfrm>
                <a:off x="53076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3" name="Freeform 46302">
                <a:extLst>
                  <a:ext uri="{FF2B5EF4-FFF2-40B4-BE49-F238E27FC236}">
                    <a16:creationId xmlns:a16="http://schemas.microsoft.com/office/drawing/2014/main" id="{01F3955F-79FF-A4CB-76DC-90AD114B8406}"/>
                  </a:ext>
                </a:extLst>
              </p:cNvPr>
              <p:cNvSpPr/>
              <p:nvPr/>
            </p:nvSpPr>
            <p:spPr>
              <a:xfrm>
                <a:off x="53081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4" name="Freeform 46303">
                <a:extLst>
                  <a:ext uri="{FF2B5EF4-FFF2-40B4-BE49-F238E27FC236}">
                    <a16:creationId xmlns:a16="http://schemas.microsoft.com/office/drawing/2014/main" id="{83F0F80B-A8C4-B6C6-4A4F-4D5B4295EC9B}"/>
                  </a:ext>
                </a:extLst>
              </p:cNvPr>
              <p:cNvSpPr/>
              <p:nvPr/>
            </p:nvSpPr>
            <p:spPr>
              <a:xfrm>
                <a:off x="53087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5" name="Freeform 46304">
                <a:extLst>
                  <a:ext uri="{FF2B5EF4-FFF2-40B4-BE49-F238E27FC236}">
                    <a16:creationId xmlns:a16="http://schemas.microsoft.com/office/drawing/2014/main" id="{592551DD-B5C8-1B70-4802-F2724CEB2573}"/>
                  </a:ext>
                </a:extLst>
              </p:cNvPr>
              <p:cNvSpPr/>
              <p:nvPr/>
            </p:nvSpPr>
            <p:spPr>
              <a:xfrm>
                <a:off x="53092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6" name="Freeform 46305">
                <a:extLst>
                  <a:ext uri="{FF2B5EF4-FFF2-40B4-BE49-F238E27FC236}">
                    <a16:creationId xmlns:a16="http://schemas.microsoft.com/office/drawing/2014/main" id="{56FAE8F5-1915-3E5A-CBCA-0395DF71EAEA}"/>
                  </a:ext>
                </a:extLst>
              </p:cNvPr>
              <p:cNvSpPr/>
              <p:nvPr/>
            </p:nvSpPr>
            <p:spPr>
              <a:xfrm>
                <a:off x="53097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7" name="Freeform 46306">
                <a:extLst>
                  <a:ext uri="{FF2B5EF4-FFF2-40B4-BE49-F238E27FC236}">
                    <a16:creationId xmlns:a16="http://schemas.microsoft.com/office/drawing/2014/main" id="{9D52A0F1-0324-0176-0960-15724B940383}"/>
                  </a:ext>
                </a:extLst>
              </p:cNvPr>
              <p:cNvSpPr/>
              <p:nvPr/>
            </p:nvSpPr>
            <p:spPr>
              <a:xfrm>
                <a:off x="53103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8" name="Freeform 46307">
                <a:extLst>
                  <a:ext uri="{FF2B5EF4-FFF2-40B4-BE49-F238E27FC236}">
                    <a16:creationId xmlns:a16="http://schemas.microsoft.com/office/drawing/2014/main" id="{447BDCD3-A6B6-CED5-9C2E-85BE5337C592}"/>
                  </a:ext>
                </a:extLst>
              </p:cNvPr>
              <p:cNvSpPr/>
              <p:nvPr/>
            </p:nvSpPr>
            <p:spPr>
              <a:xfrm>
                <a:off x="53108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09" name="Freeform 46308">
                <a:extLst>
                  <a:ext uri="{FF2B5EF4-FFF2-40B4-BE49-F238E27FC236}">
                    <a16:creationId xmlns:a16="http://schemas.microsoft.com/office/drawing/2014/main" id="{7FC4D0BF-B7CB-0A53-63BF-5572A93C7016}"/>
                  </a:ext>
                </a:extLst>
              </p:cNvPr>
              <p:cNvSpPr/>
              <p:nvPr/>
            </p:nvSpPr>
            <p:spPr>
              <a:xfrm>
                <a:off x="531133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0" name="Freeform 46309">
                <a:extLst>
                  <a:ext uri="{FF2B5EF4-FFF2-40B4-BE49-F238E27FC236}">
                    <a16:creationId xmlns:a16="http://schemas.microsoft.com/office/drawing/2014/main" id="{BE94A71B-3BC7-CBDC-C2FC-2403CC33D109}"/>
                  </a:ext>
                </a:extLst>
              </p:cNvPr>
              <p:cNvSpPr/>
              <p:nvPr/>
            </p:nvSpPr>
            <p:spPr>
              <a:xfrm>
                <a:off x="531192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1" name="Freeform 46310">
                <a:extLst>
                  <a:ext uri="{FF2B5EF4-FFF2-40B4-BE49-F238E27FC236}">
                    <a16:creationId xmlns:a16="http://schemas.microsoft.com/office/drawing/2014/main" id="{83CA3445-70A1-0171-E976-F44A6252F1DF}"/>
                  </a:ext>
                </a:extLst>
              </p:cNvPr>
              <p:cNvSpPr/>
              <p:nvPr/>
            </p:nvSpPr>
            <p:spPr>
              <a:xfrm>
                <a:off x="531242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2" name="Freeform 46311">
                <a:extLst>
                  <a:ext uri="{FF2B5EF4-FFF2-40B4-BE49-F238E27FC236}">
                    <a16:creationId xmlns:a16="http://schemas.microsoft.com/office/drawing/2014/main" id="{84975D40-2377-D419-7E58-0CB40F8CE988}"/>
                  </a:ext>
                </a:extLst>
              </p:cNvPr>
              <p:cNvSpPr/>
              <p:nvPr/>
            </p:nvSpPr>
            <p:spPr>
              <a:xfrm>
                <a:off x="5312918" y="5975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3" name="Freeform 46312">
                <a:extLst>
                  <a:ext uri="{FF2B5EF4-FFF2-40B4-BE49-F238E27FC236}">
                    <a16:creationId xmlns:a16="http://schemas.microsoft.com/office/drawing/2014/main" id="{E2AE7208-6178-0A35-D4BB-70A1343A60E7}"/>
                  </a:ext>
                </a:extLst>
              </p:cNvPr>
              <p:cNvSpPr/>
              <p:nvPr/>
            </p:nvSpPr>
            <p:spPr>
              <a:xfrm>
                <a:off x="5313513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4" name="Freeform 46313">
                <a:extLst>
                  <a:ext uri="{FF2B5EF4-FFF2-40B4-BE49-F238E27FC236}">
                    <a16:creationId xmlns:a16="http://schemas.microsoft.com/office/drawing/2014/main" id="{866AA91E-462E-BD8F-564F-837D0C68155D}"/>
                  </a:ext>
                </a:extLst>
              </p:cNvPr>
              <p:cNvSpPr/>
              <p:nvPr/>
            </p:nvSpPr>
            <p:spPr>
              <a:xfrm>
                <a:off x="531400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5" name="Freeform 46314">
                <a:extLst>
                  <a:ext uri="{FF2B5EF4-FFF2-40B4-BE49-F238E27FC236}">
                    <a16:creationId xmlns:a16="http://schemas.microsoft.com/office/drawing/2014/main" id="{7B88421C-B4CB-2653-1B8E-B0D71DF073A1}"/>
                  </a:ext>
                </a:extLst>
              </p:cNvPr>
              <p:cNvSpPr/>
              <p:nvPr/>
            </p:nvSpPr>
            <p:spPr>
              <a:xfrm>
                <a:off x="5314505" y="593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6" name="Freeform 46315">
                <a:extLst>
                  <a:ext uri="{FF2B5EF4-FFF2-40B4-BE49-F238E27FC236}">
                    <a16:creationId xmlns:a16="http://schemas.microsoft.com/office/drawing/2014/main" id="{09C96DFE-0877-D37C-794C-3EF73289A50D}"/>
                  </a:ext>
                </a:extLst>
              </p:cNvPr>
              <p:cNvSpPr/>
              <p:nvPr/>
            </p:nvSpPr>
            <p:spPr>
              <a:xfrm>
                <a:off x="5315101" y="6039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7" name="Freeform 46316">
                <a:extLst>
                  <a:ext uri="{FF2B5EF4-FFF2-40B4-BE49-F238E27FC236}">
                    <a16:creationId xmlns:a16="http://schemas.microsoft.com/office/drawing/2014/main" id="{D6341000-A0BC-FA89-68CC-C11FEA1154CE}"/>
                  </a:ext>
                </a:extLst>
              </p:cNvPr>
              <p:cNvSpPr/>
              <p:nvPr/>
            </p:nvSpPr>
            <p:spPr>
              <a:xfrm>
                <a:off x="531559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8" name="Freeform 46317">
                <a:extLst>
                  <a:ext uri="{FF2B5EF4-FFF2-40B4-BE49-F238E27FC236}">
                    <a16:creationId xmlns:a16="http://schemas.microsoft.com/office/drawing/2014/main" id="{260E0C43-BE49-059B-A088-DE061FF888D5}"/>
                  </a:ext>
                </a:extLst>
              </p:cNvPr>
              <p:cNvSpPr/>
              <p:nvPr/>
            </p:nvSpPr>
            <p:spPr>
              <a:xfrm>
                <a:off x="531609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19" name="Freeform 46318">
                <a:extLst>
                  <a:ext uri="{FF2B5EF4-FFF2-40B4-BE49-F238E27FC236}">
                    <a16:creationId xmlns:a16="http://schemas.microsoft.com/office/drawing/2014/main" id="{B57C8256-6749-63F9-A693-37338B6CD1A2}"/>
                  </a:ext>
                </a:extLst>
              </p:cNvPr>
              <p:cNvSpPr/>
              <p:nvPr/>
            </p:nvSpPr>
            <p:spPr>
              <a:xfrm>
                <a:off x="531668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0" name="Freeform 46319">
                <a:extLst>
                  <a:ext uri="{FF2B5EF4-FFF2-40B4-BE49-F238E27FC236}">
                    <a16:creationId xmlns:a16="http://schemas.microsoft.com/office/drawing/2014/main" id="{28E9EFFA-C98F-1B9E-D38F-58F514331219}"/>
                  </a:ext>
                </a:extLst>
              </p:cNvPr>
              <p:cNvSpPr/>
              <p:nvPr/>
            </p:nvSpPr>
            <p:spPr>
              <a:xfrm>
                <a:off x="531718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1" name="Freeform 46320">
                <a:extLst>
                  <a:ext uri="{FF2B5EF4-FFF2-40B4-BE49-F238E27FC236}">
                    <a16:creationId xmlns:a16="http://schemas.microsoft.com/office/drawing/2014/main" id="{AE3FA2AC-CD23-5DF6-314B-FC2E1051DA45}"/>
                  </a:ext>
                </a:extLst>
              </p:cNvPr>
              <p:cNvSpPr/>
              <p:nvPr/>
            </p:nvSpPr>
            <p:spPr>
              <a:xfrm>
                <a:off x="531768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2" name="Freeform 46321">
                <a:extLst>
                  <a:ext uri="{FF2B5EF4-FFF2-40B4-BE49-F238E27FC236}">
                    <a16:creationId xmlns:a16="http://schemas.microsoft.com/office/drawing/2014/main" id="{51572ADC-F313-7FF4-BEBA-B85E49BECCE1}"/>
                  </a:ext>
                </a:extLst>
              </p:cNvPr>
              <p:cNvSpPr/>
              <p:nvPr/>
            </p:nvSpPr>
            <p:spPr>
              <a:xfrm>
                <a:off x="5318276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3" name="Freeform 46322">
                <a:extLst>
                  <a:ext uri="{FF2B5EF4-FFF2-40B4-BE49-F238E27FC236}">
                    <a16:creationId xmlns:a16="http://schemas.microsoft.com/office/drawing/2014/main" id="{1BC1B62A-B92B-5E61-A2B0-37EE4BDF1AF1}"/>
                  </a:ext>
                </a:extLst>
              </p:cNvPr>
              <p:cNvSpPr/>
              <p:nvPr/>
            </p:nvSpPr>
            <p:spPr>
              <a:xfrm>
                <a:off x="531877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4" name="Freeform 46323">
                <a:extLst>
                  <a:ext uri="{FF2B5EF4-FFF2-40B4-BE49-F238E27FC236}">
                    <a16:creationId xmlns:a16="http://schemas.microsoft.com/office/drawing/2014/main" id="{E7F66928-947B-CF83-F68D-5749D11A7304}"/>
                  </a:ext>
                </a:extLst>
              </p:cNvPr>
              <p:cNvSpPr/>
              <p:nvPr/>
            </p:nvSpPr>
            <p:spPr>
              <a:xfrm>
                <a:off x="53192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5" name="Freeform 46324">
                <a:extLst>
                  <a:ext uri="{FF2B5EF4-FFF2-40B4-BE49-F238E27FC236}">
                    <a16:creationId xmlns:a16="http://schemas.microsoft.com/office/drawing/2014/main" id="{85C381AA-B23C-0D45-7EF4-80DBF5B4F4BD}"/>
                  </a:ext>
                </a:extLst>
              </p:cNvPr>
              <p:cNvSpPr/>
              <p:nvPr/>
            </p:nvSpPr>
            <p:spPr>
              <a:xfrm>
                <a:off x="53197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6" name="Freeform 46325">
                <a:extLst>
                  <a:ext uri="{FF2B5EF4-FFF2-40B4-BE49-F238E27FC236}">
                    <a16:creationId xmlns:a16="http://schemas.microsoft.com/office/drawing/2014/main" id="{81A75355-CBCD-1213-E11C-C517920A9345}"/>
                  </a:ext>
                </a:extLst>
              </p:cNvPr>
              <p:cNvSpPr/>
              <p:nvPr/>
            </p:nvSpPr>
            <p:spPr>
              <a:xfrm>
                <a:off x="53203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7" name="Freeform 46326">
                <a:extLst>
                  <a:ext uri="{FF2B5EF4-FFF2-40B4-BE49-F238E27FC236}">
                    <a16:creationId xmlns:a16="http://schemas.microsoft.com/office/drawing/2014/main" id="{9B9C3AB0-B857-5DB8-5196-A010530CC290}"/>
                  </a:ext>
                </a:extLst>
              </p:cNvPr>
              <p:cNvSpPr/>
              <p:nvPr/>
            </p:nvSpPr>
            <p:spPr>
              <a:xfrm>
                <a:off x="53208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8" name="Freeform 46327">
                <a:extLst>
                  <a:ext uri="{FF2B5EF4-FFF2-40B4-BE49-F238E27FC236}">
                    <a16:creationId xmlns:a16="http://schemas.microsoft.com/office/drawing/2014/main" id="{64C84CC8-D465-C900-A8C7-03DBFF487517}"/>
                  </a:ext>
                </a:extLst>
              </p:cNvPr>
              <p:cNvSpPr/>
              <p:nvPr/>
            </p:nvSpPr>
            <p:spPr>
              <a:xfrm>
                <a:off x="53213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29" name="Freeform 46328">
                <a:extLst>
                  <a:ext uri="{FF2B5EF4-FFF2-40B4-BE49-F238E27FC236}">
                    <a16:creationId xmlns:a16="http://schemas.microsoft.com/office/drawing/2014/main" id="{B0C7DC4B-A40D-B9B8-5148-43F2FAB600DF}"/>
                  </a:ext>
                </a:extLst>
              </p:cNvPr>
              <p:cNvSpPr/>
              <p:nvPr/>
            </p:nvSpPr>
            <p:spPr>
              <a:xfrm>
                <a:off x="532194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0" name="Freeform 46329">
                <a:extLst>
                  <a:ext uri="{FF2B5EF4-FFF2-40B4-BE49-F238E27FC236}">
                    <a16:creationId xmlns:a16="http://schemas.microsoft.com/office/drawing/2014/main" id="{024B643B-C7A0-DE6E-3362-9335E3A495C2}"/>
                  </a:ext>
                </a:extLst>
              </p:cNvPr>
              <p:cNvSpPr/>
              <p:nvPr/>
            </p:nvSpPr>
            <p:spPr>
              <a:xfrm>
                <a:off x="532244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1" name="Freeform 46330">
                <a:extLst>
                  <a:ext uri="{FF2B5EF4-FFF2-40B4-BE49-F238E27FC236}">
                    <a16:creationId xmlns:a16="http://schemas.microsoft.com/office/drawing/2014/main" id="{3C7B1C97-1534-9BFC-6950-D7353DFF085F}"/>
                  </a:ext>
                </a:extLst>
              </p:cNvPr>
              <p:cNvSpPr/>
              <p:nvPr/>
            </p:nvSpPr>
            <p:spPr>
              <a:xfrm>
                <a:off x="532293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2" name="Freeform 46331">
                <a:extLst>
                  <a:ext uri="{FF2B5EF4-FFF2-40B4-BE49-F238E27FC236}">
                    <a16:creationId xmlns:a16="http://schemas.microsoft.com/office/drawing/2014/main" id="{1B3408EB-F0FA-332C-9E95-2367646A96E5}"/>
                  </a:ext>
                </a:extLst>
              </p:cNvPr>
              <p:cNvSpPr/>
              <p:nvPr/>
            </p:nvSpPr>
            <p:spPr>
              <a:xfrm>
                <a:off x="53235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3" name="Freeform 46332">
                <a:extLst>
                  <a:ext uri="{FF2B5EF4-FFF2-40B4-BE49-F238E27FC236}">
                    <a16:creationId xmlns:a16="http://schemas.microsoft.com/office/drawing/2014/main" id="{2E5F5792-8A07-C0A1-1A84-775B03BCB9A2}"/>
                  </a:ext>
                </a:extLst>
              </p:cNvPr>
              <p:cNvSpPr/>
              <p:nvPr/>
            </p:nvSpPr>
            <p:spPr>
              <a:xfrm>
                <a:off x="53240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4" name="Freeform 46333">
                <a:extLst>
                  <a:ext uri="{FF2B5EF4-FFF2-40B4-BE49-F238E27FC236}">
                    <a16:creationId xmlns:a16="http://schemas.microsoft.com/office/drawing/2014/main" id="{90B76256-A7AE-0411-D42E-CBD50AB9430F}"/>
                  </a:ext>
                </a:extLst>
              </p:cNvPr>
              <p:cNvSpPr/>
              <p:nvPr/>
            </p:nvSpPr>
            <p:spPr>
              <a:xfrm>
                <a:off x="53245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5" name="Freeform 46334">
                <a:extLst>
                  <a:ext uri="{FF2B5EF4-FFF2-40B4-BE49-F238E27FC236}">
                    <a16:creationId xmlns:a16="http://schemas.microsoft.com/office/drawing/2014/main" id="{08B00D2D-38FE-2B60-FDF2-7A61D7A38FB1}"/>
                  </a:ext>
                </a:extLst>
              </p:cNvPr>
              <p:cNvSpPr/>
              <p:nvPr/>
            </p:nvSpPr>
            <p:spPr>
              <a:xfrm>
                <a:off x="532512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6" name="Freeform 46335">
                <a:extLst>
                  <a:ext uri="{FF2B5EF4-FFF2-40B4-BE49-F238E27FC236}">
                    <a16:creationId xmlns:a16="http://schemas.microsoft.com/office/drawing/2014/main" id="{71BECC9A-E076-7466-24B6-A11F3BFC7F69}"/>
                  </a:ext>
                </a:extLst>
              </p:cNvPr>
              <p:cNvSpPr/>
              <p:nvPr/>
            </p:nvSpPr>
            <p:spPr>
              <a:xfrm>
                <a:off x="532561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7" name="Freeform 46336">
                <a:extLst>
                  <a:ext uri="{FF2B5EF4-FFF2-40B4-BE49-F238E27FC236}">
                    <a16:creationId xmlns:a16="http://schemas.microsoft.com/office/drawing/2014/main" id="{98559886-4937-4BC4-761F-7DA62A6AC443}"/>
                  </a:ext>
                </a:extLst>
              </p:cNvPr>
              <p:cNvSpPr/>
              <p:nvPr/>
            </p:nvSpPr>
            <p:spPr>
              <a:xfrm>
                <a:off x="532611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8" name="Freeform 46337">
                <a:extLst>
                  <a:ext uri="{FF2B5EF4-FFF2-40B4-BE49-F238E27FC236}">
                    <a16:creationId xmlns:a16="http://schemas.microsoft.com/office/drawing/2014/main" id="{78EF3EA9-66C4-4003-4298-81C392087EC8}"/>
                  </a:ext>
                </a:extLst>
              </p:cNvPr>
              <p:cNvSpPr/>
              <p:nvPr/>
            </p:nvSpPr>
            <p:spPr>
              <a:xfrm>
                <a:off x="532670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39" name="Freeform 46338">
                <a:extLst>
                  <a:ext uri="{FF2B5EF4-FFF2-40B4-BE49-F238E27FC236}">
                    <a16:creationId xmlns:a16="http://schemas.microsoft.com/office/drawing/2014/main" id="{F091CD15-0D8B-EAC4-4623-1B4B88AE877A}"/>
                  </a:ext>
                </a:extLst>
              </p:cNvPr>
              <p:cNvSpPr/>
              <p:nvPr/>
            </p:nvSpPr>
            <p:spPr>
              <a:xfrm>
                <a:off x="532720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0" name="Freeform 46339">
                <a:extLst>
                  <a:ext uri="{FF2B5EF4-FFF2-40B4-BE49-F238E27FC236}">
                    <a16:creationId xmlns:a16="http://schemas.microsoft.com/office/drawing/2014/main" id="{F3AB4FD0-F5DD-9747-A766-B2E6A5AFBEFE}"/>
                  </a:ext>
                </a:extLst>
              </p:cNvPr>
              <p:cNvSpPr/>
              <p:nvPr/>
            </p:nvSpPr>
            <p:spPr>
              <a:xfrm>
                <a:off x="532770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1" name="Freeform 46340">
                <a:extLst>
                  <a:ext uri="{FF2B5EF4-FFF2-40B4-BE49-F238E27FC236}">
                    <a16:creationId xmlns:a16="http://schemas.microsoft.com/office/drawing/2014/main" id="{580A04EC-7D31-4EBF-36CB-57A55D5BFCC4}"/>
                  </a:ext>
                </a:extLst>
              </p:cNvPr>
              <p:cNvSpPr/>
              <p:nvPr/>
            </p:nvSpPr>
            <p:spPr>
              <a:xfrm>
                <a:off x="532829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2" name="Freeform 46341">
                <a:extLst>
                  <a:ext uri="{FF2B5EF4-FFF2-40B4-BE49-F238E27FC236}">
                    <a16:creationId xmlns:a16="http://schemas.microsoft.com/office/drawing/2014/main" id="{7F540176-4FA5-B7A7-38AF-C0E283FE8166}"/>
                  </a:ext>
                </a:extLst>
              </p:cNvPr>
              <p:cNvSpPr/>
              <p:nvPr/>
            </p:nvSpPr>
            <p:spPr>
              <a:xfrm>
                <a:off x="53287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3" name="Freeform 46342">
                <a:extLst>
                  <a:ext uri="{FF2B5EF4-FFF2-40B4-BE49-F238E27FC236}">
                    <a16:creationId xmlns:a16="http://schemas.microsoft.com/office/drawing/2014/main" id="{3AF7E0CA-CD4D-BFA8-612C-97138B75EF7E}"/>
                  </a:ext>
                </a:extLst>
              </p:cNvPr>
              <p:cNvSpPr/>
              <p:nvPr/>
            </p:nvSpPr>
            <p:spPr>
              <a:xfrm>
                <a:off x="53292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4" name="Freeform 46343">
                <a:extLst>
                  <a:ext uri="{FF2B5EF4-FFF2-40B4-BE49-F238E27FC236}">
                    <a16:creationId xmlns:a16="http://schemas.microsoft.com/office/drawing/2014/main" id="{44D7312F-EA61-3CE8-BFC7-0909F919CBE7}"/>
                  </a:ext>
                </a:extLst>
              </p:cNvPr>
              <p:cNvSpPr/>
              <p:nvPr/>
            </p:nvSpPr>
            <p:spPr>
              <a:xfrm>
                <a:off x="53298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5" name="Freeform 46344">
                <a:extLst>
                  <a:ext uri="{FF2B5EF4-FFF2-40B4-BE49-F238E27FC236}">
                    <a16:creationId xmlns:a16="http://schemas.microsoft.com/office/drawing/2014/main" id="{4AF530A9-B3D1-5839-1697-8ECF707A9314}"/>
                  </a:ext>
                </a:extLst>
              </p:cNvPr>
              <p:cNvSpPr/>
              <p:nvPr/>
            </p:nvSpPr>
            <p:spPr>
              <a:xfrm>
                <a:off x="53303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6" name="Freeform 46345">
                <a:extLst>
                  <a:ext uri="{FF2B5EF4-FFF2-40B4-BE49-F238E27FC236}">
                    <a16:creationId xmlns:a16="http://schemas.microsoft.com/office/drawing/2014/main" id="{3384054B-C60D-EE90-E9AA-F8DC54053422}"/>
                  </a:ext>
                </a:extLst>
              </p:cNvPr>
              <p:cNvSpPr/>
              <p:nvPr/>
            </p:nvSpPr>
            <p:spPr>
              <a:xfrm>
                <a:off x="533087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7" name="Freeform 46346">
                <a:extLst>
                  <a:ext uri="{FF2B5EF4-FFF2-40B4-BE49-F238E27FC236}">
                    <a16:creationId xmlns:a16="http://schemas.microsoft.com/office/drawing/2014/main" id="{5035ABAF-CF8C-17C5-641A-2904A1C55230}"/>
                  </a:ext>
                </a:extLst>
              </p:cNvPr>
              <p:cNvSpPr/>
              <p:nvPr/>
            </p:nvSpPr>
            <p:spPr>
              <a:xfrm>
                <a:off x="53313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8" name="Freeform 46347">
                <a:extLst>
                  <a:ext uri="{FF2B5EF4-FFF2-40B4-BE49-F238E27FC236}">
                    <a16:creationId xmlns:a16="http://schemas.microsoft.com/office/drawing/2014/main" id="{25363716-F696-6424-9336-8329C0E7333D}"/>
                  </a:ext>
                </a:extLst>
              </p:cNvPr>
              <p:cNvSpPr/>
              <p:nvPr/>
            </p:nvSpPr>
            <p:spPr>
              <a:xfrm>
                <a:off x="53319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49" name="Freeform 46348">
                <a:extLst>
                  <a:ext uri="{FF2B5EF4-FFF2-40B4-BE49-F238E27FC236}">
                    <a16:creationId xmlns:a16="http://schemas.microsoft.com/office/drawing/2014/main" id="{3900A1AD-139B-1D7D-0C79-E1A865008C61}"/>
                  </a:ext>
                </a:extLst>
              </p:cNvPr>
              <p:cNvSpPr/>
              <p:nvPr/>
            </p:nvSpPr>
            <p:spPr>
              <a:xfrm>
                <a:off x="53324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0" name="Freeform 46349">
                <a:extLst>
                  <a:ext uri="{FF2B5EF4-FFF2-40B4-BE49-F238E27FC236}">
                    <a16:creationId xmlns:a16="http://schemas.microsoft.com/office/drawing/2014/main" id="{518D01F2-07E5-3EC0-EF05-1294FC6D4914}"/>
                  </a:ext>
                </a:extLst>
              </p:cNvPr>
              <p:cNvSpPr/>
              <p:nvPr/>
            </p:nvSpPr>
            <p:spPr>
              <a:xfrm>
                <a:off x="53329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1" name="Freeform 46350">
                <a:extLst>
                  <a:ext uri="{FF2B5EF4-FFF2-40B4-BE49-F238E27FC236}">
                    <a16:creationId xmlns:a16="http://schemas.microsoft.com/office/drawing/2014/main" id="{A6719085-5DE7-5C47-78E9-695B78699429}"/>
                  </a:ext>
                </a:extLst>
              </p:cNvPr>
              <p:cNvSpPr/>
              <p:nvPr/>
            </p:nvSpPr>
            <p:spPr>
              <a:xfrm>
                <a:off x="53335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2" name="Freeform 46351">
                <a:extLst>
                  <a:ext uri="{FF2B5EF4-FFF2-40B4-BE49-F238E27FC236}">
                    <a16:creationId xmlns:a16="http://schemas.microsoft.com/office/drawing/2014/main" id="{F34695E7-248E-54E0-E0E4-A120995E62F1}"/>
                  </a:ext>
                </a:extLst>
              </p:cNvPr>
              <p:cNvSpPr/>
              <p:nvPr/>
            </p:nvSpPr>
            <p:spPr>
              <a:xfrm>
                <a:off x="53340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3" name="Freeform 46352">
                <a:extLst>
                  <a:ext uri="{FF2B5EF4-FFF2-40B4-BE49-F238E27FC236}">
                    <a16:creationId xmlns:a16="http://schemas.microsoft.com/office/drawing/2014/main" id="{36FD5B2B-C185-F8A5-690C-192A9596F78A}"/>
                  </a:ext>
                </a:extLst>
              </p:cNvPr>
              <p:cNvSpPr/>
              <p:nvPr/>
            </p:nvSpPr>
            <p:spPr>
              <a:xfrm>
                <a:off x="53345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4" name="Freeform 46353">
                <a:extLst>
                  <a:ext uri="{FF2B5EF4-FFF2-40B4-BE49-F238E27FC236}">
                    <a16:creationId xmlns:a16="http://schemas.microsoft.com/office/drawing/2014/main" id="{C6E202B7-EEF6-AB37-3E78-797049FBCEA1}"/>
                  </a:ext>
                </a:extLst>
              </p:cNvPr>
              <p:cNvSpPr/>
              <p:nvPr/>
            </p:nvSpPr>
            <p:spPr>
              <a:xfrm>
                <a:off x="53351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5" name="Freeform 46354">
                <a:extLst>
                  <a:ext uri="{FF2B5EF4-FFF2-40B4-BE49-F238E27FC236}">
                    <a16:creationId xmlns:a16="http://schemas.microsoft.com/office/drawing/2014/main" id="{FC89B4DE-9FBA-56D2-F4B4-97D5DD79743A}"/>
                  </a:ext>
                </a:extLst>
              </p:cNvPr>
              <p:cNvSpPr/>
              <p:nvPr/>
            </p:nvSpPr>
            <p:spPr>
              <a:xfrm>
                <a:off x="53356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6" name="Freeform 46355">
                <a:extLst>
                  <a:ext uri="{FF2B5EF4-FFF2-40B4-BE49-F238E27FC236}">
                    <a16:creationId xmlns:a16="http://schemas.microsoft.com/office/drawing/2014/main" id="{0D9BD7F5-E951-82C3-45A4-9F446716796F}"/>
                  </a:ext>
                </a:extLst>
              </p:cNvPr>
              <p:cNvSpPr/>
              <p:nvPr/>
            </p:nvSpPr>
            <p:spPr>
              <a:xfrm>
                <a:off x="533613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7" name="Freeform 46356">
                <a:extLst>
                  <a:ext uri="{FF2B5EF4-FFF2-40B4-BE49-F238E27FC236}">
                    <a16:creationId xmlns:a16="http://schemas.microsoft.com/office/drawing/2014/main" id="{D1C33BB3-AE70-3DBC-6A24-7592019A8BB8}"/>
                  </a:ext>
                </a:extLst>
              </p:cNvPr>
              <p:cNvSpPr/>
              <p:nvPr/>
            </p:nvSpPr>
            <p:spPr>
              <a:xfrm>
                <a:off x="53367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8" name="Freeform 46357">
                <a:extLst>
                  <a:ext uri="{FF2B5EF4-FFF2-40B4-BE49-F238E27FC236}">
                    <a16:creationId xmlns:a16="http://schemas.microsoft.com/office/drawing/2014/main" id="{22FE0633-23B5-C8F3-F1BD-F41A49EAE15F}"/>
                  </a:ext>
                </a:extLst>
              </p:cNvPr>
              <p:cNvSpPr/>
              <p:nvPr/>
            </p:nvSpPr>
            <p:spPr>
              <a:xfrm>
                <a:off x="53372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59" name="Freeform 46358">
                <a:extLst>
                  <a:ext uri="{FF2B5EF4-FFF2-40B4-BE49-F238E27FC236}">
                    <a16:creationId xmlns:a16="http://schemas.microsoft.com/office/drawing/2014/main" id="{4AF324B8-727D-B1C4-8A4F-E9B81F45DA25}"/>
                  </a:ext>
                </a:extLst>
              </p:cNvPr>
              <p:cNvSpPr/>
              <p:nvPr/>
            </p:nvSpPr>
            <p:spPr>
              <a:xfrm>
                <a:off x="533772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0" name="Freeform 46359">
                <a:extLst>
                  <a:ext uri="{FF2B5EF4-FFF2-40B4-BE49-F238E27FC236}">
                    <a16:creationId xmlns:a16="http://schemas.microsoft.com/office/drawing/2014/main" id="{839C44B9-E1FC-0381-3451-11C959B0812F}"/>
                  </a:ext>
                </a:extLst>
              </p:cNvPr>
              <p:cNvSpPr/>
              <p:nvPr/>
            </p:nvSpPr>
            <p:spPr>
              <a:xfrm>
                <a:off x="533831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1" name="Freeform 46360">
                <a:extLst>
                  <a:ext uri="{FF2B5EF4-FFF2-40B4-BE49-F238E27FC236}">
                    <a16:creationId xmlns:a16="http://schemas.microsoft.com/office/drawing/2014/main" id="{EA24C1CD-7B49-450C-2494-C5F438E201B9}"/>
                  </a:ext>
                </a:extLst>
              </p:cNvPr>
              <p:cNvSpPr/>
              <p:nvPr/>
            </p:nvSpPr>
            <p:spPr>
              <a:xfrm>
                <a:off x="5338814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2" name="Freeform 46361">
                <a:extLst>
                  <a:ext uri="{FF2B5EF4-FFF2-40B4-BE49-F238E27FC236}">
                    <a16:creationId xmlns:a16="http://schemas.microsoft.com/office/drawing/2014/main" id="{87C98F76-9112-ABFA-1299-10F6CF44207C}"/>
                  </a:ext>
                </a:extLst>
              </p:cNvPr>
              <p:cNvSpPr/>
              <p:nvPr/>
            </p:nvSpPr>
            <p:spPr>
              <a:xfrm>
                <a:off x="533931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3" name="Freeform 46362">
                <a:extLst>
                  <a:ext uri="{FF2B5EF4-FFF2-40B4-BE49-F238E27FC236}">
                    <a16:creationId xmlns:a16="http://schemas.microsoft.com/office/drawing/2014/main" id="{A67D1EC1-3087-96E9-3DF6-AEE89150F62B}"/>
                  </a:ext>
                </a:extLst>
              </p:cNvPr>
              <p:cNvSpPr/>
              <p:nvPr/>
            </p:nvSpPr>
            <p:spPr>
              <a:xfrm>
                <a:off x="533990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4" name="Freeform 46363">
                <a:extLst>
                  <a:ext uri="{FF2B5EF4-FFF2-40B4-BE49-F238E27FC236}">
                    <a16:creationId xmlns:a16="http://schemas.microsoft.com/office/drawing/2014/main" id="{DE111697-09C6-E2CC-7475-3BA51F135F54}"/>
                  </a:ext>
                </a:extLst>
              </p:cNvPr>
              <p:cNvSpPr/>
              <p:nvPr/>
            </p:nvSpPr>
            <p:spPr>
              <a:xfrm>
                <a:off x="534040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5" name="Freeform 46364">
                <a:extLst>
                  <a:ext uri="{FF2B5EF4-FFF2-40B4-BE49-F238E27FC236}">
                    <a16:creationId xmlns:a16="http://schemas.microsoft.com/office/drawing/2014/main" id="{3A2DB816-1228-ACC8-4D11-515CEF49127B}"/>
                  </a:ext>
                </a:extLst>
              </p:cNvPr>
              <p:cNvSpPr/>
              <p:nvPr/>
            </p:nvSpPr>
            <p:spPr>
              <a:xfrm>
                <a:off x="534089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6" name="Freeform 46365">
                <a:extLst>
                  <a:ext uri="{FF2B5EF4-FFF2-40B4-BE49-F238E27FC236}">
                    <a16:creationId xmlns:a16="http://schemas.microsoft.com/office/drawing/2014/main" id="{0368DF58-42F8-545D-738E-15156E4950F2}"/>
                  </a:ext>
                </a:extLst>
              </p:cNvPr>
              <p:cNvSpPr/>
              <p:nvPr/>
            </p:nvSpPr>
            <p:spPr>
              <a:xfrm>
                <a:off x="5341493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7" name="Freeform 46366">
                <a:extLst>
                  <a:ext uri="{FF2B5EF4-FFF2-40B4-BE49-F238E27FC236}">
                    <a16:creationId xmlns:a16="http://schemas.microsoft.com/office/drawing/2014/main" id="{AAE873E3-1C24-7CDB-8184-10BB4F4CEE16}"/>
                  </a:ext>
                </a:extLst>
              </p:cNvPr>
              <p:cNvSpPr/>
              <p:nvPr/>
            </p:nvSpPr>
            <p:spPr>
              <a:xfrm>
                <a:off x="534198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8" name="Freeform 46367">
                <a:extLst>
                  <a:ext uri="{FF2B5EF4-FFF2-40B4-BE49-F238E27FC236}">
                    <a16:creationId xmlns:a16="http://schemas.microsoft.com/office/drawing/2014/main" id="{8226CDDC-E0B5-C10A-78AF-A38FE65382B8}"/>
                  </a:ext>
                </a:extLst>
              </p:cNvPr>
              <p:cNvSpPr/>
              <p:nvPr/>
            </p:nvSpPr>
            <p:spPr>
              <a:xfrm>
                <a:off x="5342485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69" name="Freeform 46368">
                <a:extLst>
                  <a:ext uri="{FF2B5EF4-FFF2-40B4-BE49-F238E27FC236}">
                    <a16:creationId xmlns:a16="http://schemas.microsoft.com/office/drawing/2014/main" id="{BBA813DA-03BE-F10D-CF1E-7DF4A350B434}"/>
                  </a:ext>
                </a:extLst>
              </p:cNvPr>
              <p:cNvSpPr/>
              <p:nvPr/>
            </p:nvSpPr>
            <p:spPr>
              <a:xfrm>
                <a:off x="5342981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0" name="Freeform 46369">
                <a:extLst>
                  <a:ext uri="{FF2B5EF4-FFF2-40B4-BE49-F238E27FC236}">
                    <a16:creationId xmlns:a16="http://schemas.microsoft.com/office/drawing/2014/main" id="{4871C79A-3F1D-A9F2-4D67-80B45E33AE8A}"/>
                  </a:ext>
                </a:extLst>
              </p:cNvPr>
              <p:cNvSpPr/>
              <p:nvPr/>
            </p:nvSpPr>
            <p:spPr>
              <a:xfrm>
                <a:off x="5343577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1" name="Freeform 46370">
                <a:extLst>
                  <a:ext uri="{FF2B5EF4-FFF2-40B4-BE49-F238E27FC236}">
                    <a16:creationId xmlns:a16="http://schemas.microsoft.com/office/drawing/2014/main" id="{199352C4-8565-FD49-23A2-1801C302C138}"/>
                  </a:ext>
                </a:extLst>
              </p:cNvPr>
              <p:cNvSpPr/>
              <p:nvPr/>
            </p:nvSpPr>
            <p:spPr>
              <a:xfrm>
                <a:off x="534407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2" name="Freeform 46371">
                <a:extLst>
                  <a:ext uri="{FF2B5EF4-FFF2-40B4-BE49-F238E27FC236}">
                    <a16:creationId xmlns:a16="http://schemas.microsoft.com/office/drawing/2014/main" id="{F08FD588-FB8D-B686-C928-642F67466209}"/>
                  </a:ext>
                </a:extLst>
              </p:cNvPr>
              <p:cNvSpPr/>
              <p:nvPr/>
            </p:nvSpPr>
            <p:spPr>
              <a:xfrm>
                <a:off x="53445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3" name="Freeform 46372">
                <a:extLst>
                  <a:ext uri="{FF2B5EF4-FFF2-40B4-BE49-F238E27FC236}">
                    <a16:creationId xmlns:a16="http://schemas.microsoft.com/office/drawing/2014/main" id="{BC0A3694-9BC6-12F2-9E07-A43029D3BF20}"/>
                  </a:ext>
                </a:extLst>
              </p:cNvPr>
              <p:cNvSpPr/>
              <p:nvPr/>
            </p:nvSpPr>
            <p:spPr>
              <a:xfrm>
                <a:off x="53451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4" name="Freeform 46373">
                <a:extLst>
                  <a:ext uri="{FF2B5EF4-FFF2-40B4-BE49-F238E27FC236}">
                    <a16:creationId xmlns:a16="http://schemas.microsoft.com/office/drawing/2014/main" id="{94EA08C7-F131-C229-C35E-6F6839F4286F}"/>
                  </a:ext>
                </a:extLst>
              </p:cNvPr>
              <p:cNvSpPr/>
              <p:nvPr/>
            </p:nvSpPr>
            <p:spPr>
              <a:xfrm>
                <a:off x="53456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5" name="Freeform 46374">
                <a:extLst>
                  <a:ext uri="{FF2B5EF4-FFF2-40B4-BE49-F238E27FC236}">
                    <a16:creationId xmlns:a16="http://schemas.microsoft.com/office/drawing/2014/main" id="{1D1F5F9A-3672-9886-76AF-A7D3C1C48B14}"/>
                  </a:ext>
                </a:extLst>
              </p:cNvPr>
              <p:cNvSpPr/>
              <p:nvPr/>
            </p:nvSpPr>
            <p:spPr>
              <a:xfrm>
                <a:off x="53461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6" name="Freeform 46375">
                <a:extLst>
                  <a:ext uri="{FF2B5EF4-FFF2-40B4-BE49-F238E27FC236}">
                    <a16:creationId xmlns:a16="http://schemas.microsoft.com/office/drawing/2014/main" id="{83A2CFB6-6B13-F939-E30A-96652DBC9414}"/>
                  </a:ext>
                </a:extLst>
              </p:cNvPr>
              <p:cNvSpPr/>
              <p:nvPr/>
            </p:nvSpPr>
            <p:spPr>
              <a:xfrm>
                <a:off x="53467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7" name="Freeform 46376">
                <a:extLst>
                  <a:ext uri="{FF2B5EF4-FFF2-40B4-BE49-F238E27FC236}">
                    <a16:creationId xmlns:a16="http://schemas.microsoft.com/office/drawing/2014/main" id="{A09B0665-9C26-47E7-27C7-B4BF4719E10F}"/>
                  </a:ext>
                </a:extLst>
              </p:cNvPr>
              <p:cNvSpPr/>
              <p:nvPr/>
            </p:nvSpPr>
            <p:spPr>
              <a:xfrm>
                <a:off x="53472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8" name="Freeform 46377">
                <a:extLst>
                  <a:ext uri="{FF2B5EF4-FFF2-40B4-BE49-F238E27FC236}">
                    <a16:creationId xmlns:a16="http://schemas.microsoft.com/office/drawing/2014/main" id="{B50343B5-E96E-0763-D2E1-72CE998715AB}"/>
                  </a:ext>
                </a:extLst>
              </p:cNvPr>
              <p:cNvSpPr/>
              <p:nvPr/>
            </p:nvSpPr>
            <p:spPr>
              <a:xfrm>
                <a:off x="53477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79" name="Freeform 46378">
                <a:extLst>
                  <a:ext uri="{FF2B5EF4-FFF2-40B4-BE49-F238E27FC236}">
                    <a16:creationId xmlns:a16="http://schemas.microsoft.com/office/drawing/2014/main" id="{945B4F91-67BA-A5E7-148A-84EE3BC85998}"/>
                  </a:ext>
                </a:extLst>
              </p:cNvPr>
              <p:cNvSpPr/>
              <p:nvPr/>
            </p:nvSpPr>
            <p:spPr>
              <a:xfrm>
                <a:off x="534833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0" name="Freeform 46379">
                <a:extLst>
                  <a:ext uri="{FF2B5EF4-FFF2-40B4-BE49-F238E27FC236}">
                    <a16:creationId xmlns:a16="http://schemas.microsoft.com/office/drawing/2014/main" id="{81512EF9-66B6-DE71-13EF-5109A4F14EE7}"/>
                  </a:ext>
                </a:extLst>
              </p:cNvPr>
              <p:cNvSpPr/>
              <p:nvPr/>
            </p:nvSpPr>
            <p:spPr>
              <a:xfrm>
                <a:off x="534883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1" name="Freeform 46380">
                <a:extLst>
                  <a:ext uri="{FF2B5EF4-FFF2-40B4-BE49-F238E27FC236}">
                    <a16:creationId xmlns:a16="http://schemas.microsoft.com/office/drawing/2014/main" id="{D4AF49C2-CAA3-5EAD-979C-AEEE6E5DD23E}"/>
                  </a:ext>
                </a:extLst>
              </p:cNvPr>
              <p:cNvSpPr/>
              <p:nvPr/>
            </p:nvSpPr>
            <p:spPr>
              <a:xfrm>
                <a:off x="534933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2" name="Freeform 46381">
                <a:extLst>
                  <a:ext uri="{FF2B5EF4-FFF2-40B4-BE49-F238E27FC236}">
                    <a16:creationId xmlns:a16="http://schemas.microsoft.com/office/drawing/2014/main" id="{C81E6FC7-2787-7080-43F7-1A51A1E2A926}"/>
                  </a:ext>
                </a:extLst>
              </p:cNvPr>
              <p:cNvSpPr/>
              <p:nvPr/>
            </p:nvSpPr>
            <p:spPr>
              <a:xfrm>
                <a:off x="534992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3" name="Freeform 46382">
                <a:extLst>
                  <a:ext uri="{FF2B5EF4-FFF2-40B4-BE49-F238E27FC236}">
                    <a16:creationId xmlns:a16="http://schemas.microsoft.com/office/drawing/2014/main" id="{133B0AF1-4A4B-60E9-8680-F2321781BD42}"/>
                  </a:ext>
                </a:extLst>
              </p:cNvPr>
              <p:cNvSpPr/>
              <p:nvPr/>
            </p:nvSpPr>
            <p:spPr>
              <a:xfrm>
                <a:off x="5350423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4" name="Freeform 46383">
                <a:extLst>
                  <a:ext uri="{FF2B5EF4-FFF2-40B4-BE49-F238E27FC236}">
                    <a16:creationId xmlns:a16="http://schemas.microsoft.com/office/drawing/2014/main" id="{D5EA889F-2AA3-8AE8-59CE-AA8176EC8265}"/>
                  </a:ext>
                </a:extLst>
              </p:cNvPr>
              <p:cNvSpPr/>
              <p:nvPr/>
            </p:nvSpPr>
            <p:spPr>
              <a:xfrm>
                <a:off x="5350919" y="5951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5" name="Freeform 46384">
                <a:extLst>
                  <a:ext uri="{FF2B5EF4-FFF2-40B4-BE49-F238E27FC236}">
                    <a16:creationId xmlns:a16="http://schemas.microsoft.com/office/drawing/2014/main" id="{C7123AC5-CC2B-C70F-4A56-3A62961CCDB1}"/>
                  </a:ext>
                </a:extLst>
              </p:cNvPr>
              <p:cNvSpPr/>
              <p:nvPr/>
            </p:nvSpPr>
            <p:spPr>
              <a:xfrm>
                <a:off x="5351514" y="594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6" name="Freeform 46385">
                <a:extLst>
                  <a:ext uri="{FF2B5EF4-FFF2-40B4-BE49-F238E27FC236}">
                    <a16:creationId xmlns:a16="http://schemas.microsoft.com/office/drawing/2014/main" id="{CBC815BC-F699-719F-6122-9548DC722CDC}"/>
                  </a:ext>
                </a:extLst>
              </p:cNvPr>
              <p:cNvSpPr/>
              <p:nvPr/>
            </p:nvSpPr>
            <p:spPr>
              <a:xfrm>
                <a:off x="5352010" y="6019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7" name="Freeform 46386">
                <a:extLst>
                  <a:ext uri="{FF2B5EF4-FFF2-40B4-BE49-F238E27FC236}">
                    <a16:creationId xmlns:a16="http://schemas.microsoft.com/office/drawing/2014/main" id="{6DEFE432-8220-6CBB-5E25-5D08EF951263}"/>
                  </a:ext>
                </a:extLst>
              </p:cNvPr>
              <p:cNvSpPr/>
              <p:nvPr/>
            </p:nvSpPr>
            <p:spPr>
              <a:xfrm>
                <a:off x="5352506" y="5993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8" name="Freeform 46387">
                <a:extLst>
                  <a:ext uri="{FF2B5EF4-FFF2-40B4-BE49-F238E27FC236}">
                    <a16:creationId xmlns:a16="http://schemas.microsoft.com/office/drawing/2014/main" id="{E7A5C427-9C2E-68C6-44B2-83807E1C7DE6}"/>
                  </a:ext>
                </a:extLst>
              </p:cNvPr>
              <p:cNvSpPr/>
              <p:nvPr/>
            </p:nvSpPr>
            <p:spPr>
              <a:xfrm>
                <a:off x="535310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89" name="Freeform 46388">
                <a:extLst>
                  <a:ext uri="{FF2B5EF4-FFF2-40B4-BE49-F238E27FC236}">
                    <a16:creationId xmlns:a16="http://schemas.microsoft.com/office/drawing/2014/main" id="{B9CC38BD-8C99-BB56-3DA3-875D3E597D7F}"/>
                  </a:ext>
                </a:extLst>
              </p:cNvPr>
              <p:cNvSpPr/>
              <p:nvPr/>
            </p:nvSpPr>
            <p:spPr>
              <a:xfrm>
                <a:off x="535359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0" name="Freeform 46389">
                <a:extLst>
                  <a:ext uri="{FF2B5EF4-FFF2-40B4-BE49-F238E27FC236}">
                    <a16:creationId xmlns:a16="http://schemas.microsoft.com/office/drawing/2014/main" id="{6DF54A7F-56D0-837F-1E80-B5A988883E29}"/>
                  </a:ext>
                </a:extLst>
              </p:cNvPr>
              <p:cNvSpPr/>
              <p:nvPr/>
            </p:nvSpPr>
            <p:spPr>
              <a:xfrm>
                <a:off x="535409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1" name="Freeform 46390">
                <a:extLst>
                  <a:ext uri="{FF2B5EF4-FFF2-40B4-BE49-F238E27FC236}">
                    <a16:creationId xmlns:a16="http://schemas.microsoft.com/office/drawing/2014/main" id="{EF485177-5A8E-0706-CB7A-F92BBC82FD16}"/>
                  </a:ext>
                </a:extLst>
              </p:cNvPr>
              <p:cNvSpPr/>
              <p:nvPr/>
            </p:nvSpPr>
            <p:spPr>
              <a:xfrm>
                <a:off x="535468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2" name="Freeform 46391">
                <a:extLst>
                  <a:ext uri="{FF2B5EF4-FFF2-40B4-BE49-F238E27FC236}">
                    <a16:creationId xmlns:a16="http://schemas.microsoft.com/office/drawing/2014/main" id="{743244BB-ABA6-BC1F-CB81-4A3088B33286}"/>
                  </a:ext>
                </a:extLst>
              </p:cNvPr>
              <p:cNvSpPr/>
              <p:nvPr/>
            </p:nvSpPr>
            <p:spPr>
              <a:xfrm>
                <a:off x="535518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3" name="Freeform 46392">
                <a:extLst>
                  <a:ext uri="{FF2B5EF4-FFF2-40B4-BE49-F238E27FC236}">
                    <a16:creationId xmlns:a16="http://schemas.microsoft.com/office/drawing/2014/main" id="{C6B033F6-2CA9-506D-A3AE-BDE582869E2D}"/>
                  </a:ext>
                </a:extLst>
              </p:cNvPr>
              <p:cNvSpPr/>
              <p:nvPr/>
            </p:nvSpPr>
            <p:spPr>
              <a:xfrm>
                <a:off x="535568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4" name="Freeform 46393">
                <a:extLst>
                  <a:ext uri="{FF2B5EF4-FFF2-40B4-BE49-F238E27FC236}">
                    <a16:creationId xmlns:a16="http://schemas.microsoft.com/office/drawing/2014/main" id="{F515A051-A493-71EE-3BA2-06BA64967762}"/>
                  </a:ext>
                </a:extLst>
              </p:cNvPr>
              <p:cNvSpPr/>
              <p:nvPr/>
            </p:nvSpPr>
            <p:spPr>
              <a:xfrm>
                <a:off x="535617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5" name="Freeform 46394">
                <a:extLst>
                  <a:ext uri="{FF2B5EF4-FFF2-40B4-BE49-F238E27FC236}">
                    <a16:creationId xmlns:a16="http://schemas.microsoft.com/office/drawing/2014/main" id="{BC39ECDD-E7AD-8930-D96E-50B882990931}"/>
                  </a:ext>
                </a:extLst>
              </p:cNvPr>
              <p:cNvSpPr/>
              <p:nvPr/>
            </p:nvSpPr>
            <p:spPr>
              <a:xfrm>
                <a:off x="53567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6" name="Freeform 46395">
                <a:extLst>
                  <a:ext uri="{FF2B5EF4-FFF2-40B4-BE49-F238E27FC236}">
                    <a16:creationId xmlns:a16="http://schemas.microsoft.com/office/drawing/2014/main" id="{C5DB96D2-2F5A-34D8-4F56-2B58BFBF181D}"/>
                  </a:ext>
                </a:extLst>
              </p:cNvPr>
              <p:cNvSpPr/>
              <p:nvPr/>
            </p:nvSpPr>
            <p:spPr>
              <a:xfrm>
                <a:off x="53572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7" name="Freeform 46396">
                <a:extLst>
                  <a:ext uri="{FF2B5EF4-FFF2-40B4-BE49-F238E27FC236}">
                    <a16:creationId xmlns:a16="http://schemas.microsoft.com/office/drawing/2014/main" id="{344232FA-7143-A8F7-3B48-F1506579E8EB}"/>
                  </a:ext>
                </a:extLst>
              </p:cNvPr>
              <p:cNvSpPr/>
              <p:nvPr/>
            </p:nvSpPr>
            <p:spPr>
              <a:xfrm>
                <a:off x="53577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8" name="Freeform 46397">
                <a:extLst>
                  <a:ext uri="{FF2B5EF4-FFF2-40B4-BE49-F238E27FC236}">
                    <a16:creationId xmlns:a16="http://schemas.microsoft.com/office/drawing/2014/main" id="{7CDE1198-16F1-F231-A725-D0827D33F441}"/>
                  </a:ext>
                </a:extLst>
              </p:cNvPr>
              <p:cNvSpPr/>
              <p:nvPr/>
            </p:nvSpPr>
            <p:spPr>
              <a:xfrm>
                <a:off x="53583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99" name="Freeform 46398">
                <a:extLst>
                  <a:ext uri="{FF2B5EF4-FFF2-40B4-BE49-F238E27FC236}">
                    <a16:creationId xmlns:a16="http://schemas.microsoft.com/office/drawing/2014/main" id="{738749DE-8A50-8E27-9A1D-EC915F5056BC}"/>
                  </a:ext>
                </a:extLst>
              </p:cNvPr>
              <p:cNvSpPr/>
              <p:nvPr/>
            </p:nvSpPr>
            <p:spPr>
              <a:xfrm>
                <a:off x="53588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0" name="Freeform 46399">
                <a:extLst>
                  <a:ext uri="{FF2B5EF4-FFF2-40B4-BE49-F238E27FC236}">
                    <a16:creationId xmlns:a16="http://schemas.microsoft.com/office/drawing/2014/main" id="{E5F41157-DC32-2CD8-C809-D2B6D576CC95}"/>
                  </a:ext>
                </a:extLst>
              </p:cNvPr>
              <p:cNvSpPr/>
              <p:nvPr/>
            </p:nvSpPr>
            <p:spPr>
              <a:xfrm>
                <a:off x="53593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1" name="Freeform 46400">
                <a:extLst>
                  <a:ext uri="{FF2B5EF4-FFF2-40B4-BE49-F238E27FC236}">
                    <a16:creationId xmlns:a16="http://schemas.microsoft.com/office/drawing/2014/main" id="{6CD288CB-732E-0219-2F5A-A40547DE22AA}"/>
                  </a:ext>
                </a:extLst>
              </p:cNvPr>
              <p:cNvSpPr/>
              <p:nvPr/>
            </p:nvSpPr>
            <p:spPr>
              <a:xfrm>
                <a:off x="53599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2" name="Freeform 46401">
                <a:extLst>
                  <a:ext uri="{FF2B5EF4-FFF2-40B4-BE49-F238E27FC236}">
                    <a16:creationId xmlns:a16="http://schemas.microsoft.com/office/drawing/2014/main" id="{E248507D-CA9E-CA36-5300-5BC69187F31B}"/>
                  </a:ext>
                </a:extLst>
              </p:cNvPr>
              <p:cNvSpPr/>
              <p:nvPr/>
            </p:nvSpPr>
            <p:spPr>
              <a:xfrm>
                <a:off x="53604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3" name="Freeform 46402">
                <a:extLst>
                  <a:ext uri="{FF2B5EF4-FFF2-40B4-BE49-F238E27FC236}">
                    <a16:creationId xmlns:a16="http://schemas.microsoft.com/office/drawing/2014/main" id="{9B6C6455-0173-0F00-533E-93F249FCDD12}"/>
                  </a:ext>
                </a:extLst>
              </p:cNvPr>
              <p:cNvSpPr/>
              <p:nvPr/>
            </p:nvSpPr>
            <p:spPr>
              <a:xfrm>
                <a:off x="536094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4" name="Freeform 46403">
                <a:extLst>
                  <a:ext uri="{FF2B5EF4-FFF2-40B4-BE49-F238E27FC236}">
                    <a16:creationId xmlns:a16="http://schemas.microsoft.com/office/drawing/2014/main" id="{56C559CF-20C6-4887-C9F1-BDBC6AD4DA9C}"/>
                  </a:ext>
                </a:extLst>
              </p:cNvPr>
              <p:cNvSpPr/>
              <p:nvPr/>
            </p:nvSpPr>
            <p:spPr>
              <a:xfrm>
                <a:off x="53615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5" name="Freeform 46404">
                <a:extLst>
                  <a:ext uri="{FF2B5EF4-FFF2-40B4-BE49-F238E27FC236}">
                    <a16:creationId xmlns:a16="http://schemas.microsoft.com/office/drawing/2014/main" id="{EFD335FA-DE7D-CBD2-88B8-085D456CB19A}"/>
                  </a:ext>
                </a:extLst>
              </p:cNvPr>
              <p:cNvSpPr/>
              <p:nvPr/>
            </p:nvSpPr>
            <p:spPr>
              <a:xfrm>
                <a:off x="536203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6" name="Freeform 46405">
                <a:extLst>
                  <a:ext uri="{FF2B5EF4-FFF2-40B4-BE49-F238E27FC236}">
                    <a16:creationId xmlns:a16="http://schemas.microsoft.com/office/drawing/2014/main" id="{D46A879B-821F-4826-D7E2-6A489E75EE7F}"/>
                  </a:ext>
                </a:extLst>
              </p:cNvPr>
              <p:cNvSpPr/>
              <p:nvPr/>
            </p:nvSpPr>
            <p:spPr>
              <a:xfrm>
                <a:off x="53625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7" name="Freeform 46406">
                <a:extLst>
                  <a:ext uri="{FF2B5EF4-FFF2-40B4-BE49-F238E27FC236}">
                    <a16:creationId xmlns:a16="http://schemas.microsoft.com/office/drawing/2014/main" id="{A0C89DD1-9151-F3BF-3EDA-ABE797BD1A01}"/>
                  </a:ext>
                </a:extLst>
              </p:cNvPr>
              <p:cNvSpPr/>
              <p:nvPr/>
            </p:nvSpPr>
            <p:spPr>
              <a:xfrm>
                <a:off x="536312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8" name="Freeform 46407">
                <a:extLst>
                  <a:ext uri="{FF2B5EF4-FFF2-40B4-BE49-F238E27FC236}">
                    <a16:creationId xmlns:a16="http://schemas.microsoft.com/office/drawing/2014/main" id="{01E13729-372F-151F-B56A-FEBB65F6A6AB}"/>
                  </a:ext>
                </a:extLst>
              </p:cNvPr>
              <p:cNvSpPr/>
              <p:nvPr/>
            </p:nvSpPr>
            <p:spPr>
              <a:xfrm>
                <a:off x="536361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09" name="Freeform 46408">
                <a:extLst>
                  <a:ext uri="{FF2B5EF4-FFF2-40B4-BE49-F238E27FC236}">
                    <a16:creationId xmlns:a16="http://schemas.microsoft.com/office/drawing/2014/main" id="{5158FF69-6800-72CF-32C7-1D173D44FBB5}"/>
                  </a:ext>
                </a:extLst>
              </p:cNvPr>
              <p:cNvSpPr/>
              <p:nvPr/>
            </p:nvSpPr>
            <p:spPr>
              <a:xfrm>
                <a:off x="536411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0" name="Freeform 46409">
                <a:extLst>
                  <a:ext uri="{FF2B5EF4-FFF2-40B4-BE49-F238E27FC236}">
                    <a16:creationId xmlns:a16="http://schemas.microsoft.com/office/drawing/2014/main" id="{B8D9A9EC-DBCB-FC4F-9CCC-4D8608A3CBB9}"/>
                  </a:ext>
                </a:extLst>
              </p:cNvPr>
              <p:cNvSpPr/>
              <p:nvPr/>
            </p:nvSpPr>
            <p:spPr>
              <a:xfrm>
                <a:off x="5364710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1" name="Freeform 46410">
                <a:extLst>
                  <a:ext uri="{FF2B5EF4-FFF2-40B4-BE49-F238E27FC236}">
                    <a16:creationId xmlns:a16="http://schemas.microsoft.com/office/drawing/2014/main" id="{E7F14AA5-71AC-0F07-9A95-6A4029926894}"/>
                  </a:ext>
                </a:extLst>
              </p:cNvPr>
              <p:cNvSpPr/>
              <p:nvPr/>
            </p:nvSpPr>
            <p:spPr>
              <a:xfrm>
                <a:off x="5365206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2" name="Freeform 46411">
                <a:extLst>
                  <a:ext uri="{FF2B5EF4-FFF2-40B4-BE49-F238E27FC236}">
                    <a16:creationId xmlns:a16="http://schemas.microsoft.com/office/drawing/2014/main" id="{DD8424A5-DA05-0F62-DBF1-705EA93D4D08}"/>
                  </a:ext>
                </a:extLst>
              </p:cNvPr>
              <p:cNvSpPr/>
              <p:nvPr/>
            </p:nvSpPr>
            <p:spPr>
              <a:xfrm>
                <a:off x="536570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3" name="Freeform 46412">
                <a:extLst>
                  <a:ext uri="{FF2B5EF4-FFF2-40B4-BE49-F238E27FC236}">
                    <a16:creationId xmlns:a16="http://schemas.microsoft.com/office/drawing/2014/main" id="{E201C939-0E02-0269-B624-78C715B5C141}"/>
                  </a:ext>
                </a:extLst>
              </p:cNvPr>
              <p:cNvSpPr/>
              <p:nvPr/>
            </p:nvSpPr>
            <p:spPr>
              <a:xfrm>
                <a:off x="536629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4" name="Freeform 46413">
                <a:extLst>
                  <a:ext uri="{FF2B5EF4-FFF2-40B4-BE49-F238E27FC236}">
                    <a16:creationId xmlns:a16="http://schemas.microsoft.com/office/drawing/2014/main" id="{6B1BBDFA-2513-6092-C7EE-C51DF23EB229}"/>
                  </a:ext>
                </a:extLst>
              </p:cNvPr>
              <p:cNvSpPr/>
              <p:nvPr/>
            </p:nvSpPr>
            <p:spPr>
              <a:xfrm>
                <a:off x="536679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5" name="Freeform 46414">
                <a:extLst>
                  <a:ext uri="{FF2B5EF4-FFF2-40B4-BE49-F238E27FC236}">
                    <a16:creationId xmlns:a16="http://schemas.microsoft.com/office/drawing/2014/main" id="{F3F564F1-A2F4-6A5A-6151-96D0733CAB31}"/>
                  </a:ext>
                </a:extLst>
              </p:cNvPr>
              <p:cNvSpPr/>
              <p:nvPr/>
            </p:nvSpPr>
            <p:spPr>
              <a:xfrm>
                <a:off x="536729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6" name="Freeform 46415">
                <a:extLst>
                  <a:ext uri="{FF2B5EF4-FFF2-40B4-BE49-F238E27FC236}">
                    <a16:creationId xmlns:a16="http://schemas.microsoft.com/office/drawing/2014/main" id="{2BF75FA6-A395-2969-8249-583EB26B5952}"/>
                  </a:ext>
                </a:extLst>
              </p:cNvPr>
              <p:cNvSpPr/>
              <p:nvPr/>
            </p:nvSpPr>
            <p:spPr>
              <a:xfrm>
                <a:off x="536778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7" name="Freeform 46416">
                <a:extLst>
                  <a:ext uri="{FF2B5EF4-FFF2-40B4-BE49-F238E27FC236}">
                    <a16:creationId xmlns:a16="http://schemas.microsoft.com/office/drawing/2014/main" id="{1B314B77-5D79-DF15-7BCF-09B88D9299ED}"/>
                  </a:ext>
                </a:extLst>
              </p:cNvPr>
              <p:cNvSpPr/>
              <p:nvPr/>
            </p:nvSpPr>
            <p:spPr>
              <a:xfrm>
                <a:off x="5368381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8" name="Freeform 46417">
                <a:extLst>
                  <a:ext uri="{FF2B5EF4-FFF2-40B4-BE49-F238E27FC236}">
                    <a16:creationId xmlns:a16="http://schemas.microsoft.com/office/drawing/2014/main" id="{E15760B7-4755-2E5D-ADC8-539A2DC59593}"/>
                  </a:ext>
                </a:extLst>
              </p:cNvPr>
              <p:cNvSpPr/>
              <p:nvPr/>
            </p:nvSpPr>
            <p:spPr>
              <a:xfrm>
                <a:off x="5368877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19" name="Freeform 46418">
                <a:extLst>
                  <a:ext uri="{FF2B5EF4-FFF2-40B4-BE49-F238E27FC236}">
                    <a16:creationId xmlns:a16="http://schemas.microsoft.com/office/drawing/2014/main" id="{3C391791-C0BB-D6F0-6F7D-A9E7BB1B0577}"/>
                  </a:ext>
                </a:extLst>
              </p:cNvPr>
              <p:cNvSpPr/>
              <p:nvPr/>
            </p:nvSpPr>
            <p:spPr>
              <a:xfrm>
                <a:off x="53693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0" name="Freeform 46419">
                <a:extLst>
                  <a:ext uri="{FF2B5EF4-FFF2-40B4-BE49-F238E27FC236}">
                    <a16:creationId xmlns:a16="http://schemas.microsoft.com/office/drawing/2014/main" id="{0D974996-B3E1-9CED-D079-724CE87F9BD9}"/>
                  </a:ext>
                </a:extLst>
              </p:cNvPr>
              <p:cNvSpPr/>
              <p:nvPr/>
            </p:nvSpPr>
            <p:spPr>
              <a:xfrm>
                <a:off x="53699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1" name="Freeform 46420">
                <a:extLst>
                  <a:ext uri="{FF2B5EF4-FFF2-40B4-BE49-F238E27FC236}">
                    <a16:creationId xmlns:a16="http://schemas.microsoft.com/office/drawing/2014/main" id="{DCF29663-A915-38AB-4C27-213F89331A67}"/>
                  </a:ext>
                </a:extLst>
              </p:cNvPr>
              <p:cNvSpPr/>
              <p:nvPr/>
            </p:nvSpPr>
            <p:spPr>
              <a:xfrm>
                <a:off x="53704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2" name="Freeform 46421">
                <a:extLst>
                  <a:ext uri="{FF2B5EF4-FFF2-40B4-BE49-F238E27FC236}">
                    <a16:creationId xmlns:a16="http://schemas.microsoft.com/office/drawing/2014/main" id="{9173646A-2488-B31A-6884-861670F8EC50}"/>
                  </a:ext>
                </a:extLst>
              </p:cNvPr>
              <p:cNvSpPr/>
              <p:nvPr/>
            </p:nvSpPr>
            <p:spPr>
              <a:xfrm>
                <a:off x="53709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3" name="Freeform 46422">
                <a:extLst>
                  <a:ext uri="{FF2B5EF4-FFF2-40B4-BE49-F238E27FC236}">
                    <a16:creationId xmlns:a16="http://schemas.microsoft.com/office/drawing/2014/main" id="{95B0DF0C-1AF5-1D35-9222-334B2BFAE409}"/>
                  </a:ext>
                </a:extLst>
              </p:cNvPr>
              <p:cNvSpPr/>
              <p:nvPr/>
            </p:nvSpPr>
            <p:spPr>
              <a:xfrm>
                <a:off x="53715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4" name="Freeform 46423">
                <a:extLst>
                  <a:ext uri="{FF2B5EF4-FFF2-40B4-BE49-F238E27FC236}">
                    <a16:creationId xmlns:a16="http://schemas.microsoft.com/office/drawing/2014/main" id="{BBD01BFB-F04C-5998-B1B4-3B60CC1242C9}"/>
                  </a:ext>
                </a:extLst>
              </p:cNvPr>
              <p:cNvSpPr/>
              <p:nvPr/>
            </p:nvSpPr>
            <p:spPr>
              <a:xfrm>
                <a:off x="53720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5" name="Freeform 46424">
                <a:extLst>
                  <a:ext uri="{FF2B5EF4-FFF2-40B4-BE49-F238E27FC236}">
                    <a16:creationId xmlns:a16="http://schemas.microsoft.com/office/drawing/2014/main" id="{D383D8B4-EE28-3A4F-8B15-2657844793F3}"/>
                  </a:ext>
                </a:extLst>
              </p:cNvPr>
              <p:cNvSpPr/>
              <p:nvPr/>
            </p:nvSpPr>
            <p:spPr>
              <a:xfrm>
                <a:off x="53725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6" name="Freeform 46425">
                <a:extLst>
                  <a:ext uri="{FF2B5EF4-FFF2-40B4-BE49-F238E27FC236}">
                    <a16:creationId xmlns:a16="http://schemas.microsoft.com/office/drawing/2014/main" id="{F9A0A40E-458F-4A1E-4589-7875A42B8AD2}"/>
                  </a:ext>
                </a:extLst>
              </p:cNvPr>
              <p:cNvSpPr/>
              <p:nvPr/>
            </p:nvSpPr>
            <p:spPr>
              <a:xfrm>
                <a:off x="53731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7" name="Freeform 46426">
                <a:extLst>
                  <a:ext uri="{FF2B5EF4-FFF2-40B4-BE49-F238E27FC236}">
                    <a16:creationId xmlns:a16="http://schemas.microsoft.com/office/drawing/2014/main" id="{CD1EE321-6484-9943-1D73-B97DAA0FBEA1}"/>
                  </a:ext>
                </a:extLst>
              </p:cNvPr>
              <p:cNvSpPr/>
              <p:nvPr/>
            </p:nvSpPr>
            <p:spPr>
              <a:xfrm>
                <a:off x="53736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8" name="Freeform 46427">
                <a:extLst>
                  <a:ext uri="{FF2B5EF4-FFF2-40B4-BE49-F238E27FC236}">
                    <a16:creationId xmlns:a16="http://schemas.microsoft.com/office/drawing/2014/main" id="{7136DF88-4419-6438-93A9-251B4448A23A}"/>
                  </a:ext>
                </a:extLst>
              </p:cNvPr>
              <p:cNvSpPr/>
              <p:nvPr/>
            </p:nvSpPr>
            <p:spPr>
              <a:xfrm>
                <a:off x="53741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29" name="Freeform 46428">
                <a:extLst>
                  <a:ext uri="{FF2B5EF4-FFF2-40B4-BE49-F238E27FC236}">
                    <a16:creationId xmlns:a16="http://schemas.microsoft.com/office/drawing/2014/main" id="{3BC9C69B-54BA-5937-F2FD-DE417C66950F}"/>
                  </a:ext>
                </a:extLst>
              </p:cNvPr>
              <p:cNvSpPr/>
              <p:nvPr/>
            </p:nvSpPr>
            <p:spPr>
              <a:xfrm>
                <a:off x="537473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0" name="Freeform 46429">
                <a:extLst>
                  <a:ext uri="{FF2B5EF4-FFF2-40B4-BE49-F238E27FC236}">
                    <a16:creationId xmlns:a16="http://schemas.microsoft.com/office/drawing/2014/main" id="{D0A57CE5-C3B3-90B1-3516-4A510280C4E3}"/>
                  </a:ext>
                </a:extLst>
              </p:cNvPr>
              <p:cNvSpPr/>
              <p:nvPr/>
            </p:nvSpPr>
            <p:spPr>
              <a:xfrm>
                <a:off x="53752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1" name="Freeform 46430">
                <a:extLst>
                  <a:ext uri="{FF2B5EF4-FFF2-40B4-BE49-F238E27FC236}">
                    <a16:creationId xmlns:a16="http://schemas.microsoft.com/office/drawing/2014/main" id="{75911F3F-A1CD-7AAE-A193-55A4AF617BEF}"/>
                  </a:ext>
                </a:extLst>
              </p:cNvPr>
              <p:cNvSpPr/>
              <p:nvPr/>
            </p:nvSpPr>
            <p:spPr>
              <a:xfrm>
                <a:off x="537572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2" name="Freeform 46431">
                <a:extLst>
                  <a:ext uri="{FF2B5EF4-FFF2-40B4-BE49-F238E27FC236}">
                    <a16:creationId xmlns:a16="http://schemas.microsoft.com/office/drawing/2014/main" id="{FCCF72A0-ED92-C70C-7E71-C42D3BB3720A}"/>
                  </a:ext>
                </a:extLst>
              </p:cNvPr>
              <p:cNvSpPr/>
              <p:nvPr/>
            </p:nvSpPr>
            <p:spPr>
              <a:xfrm>
                <a:off x="537631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3" name="Freeform 46432">
                <a:extLst>
                  <a:ext uri="{FF2B5EF4-FFF2-40B4-BE49-F238E27FC236}">
                    <a16:creationId xmlns:a16="http://schemas.microsoft.com/office/drawing/2014/main" id="{48036BEE-1D3E-8D8C-A428-D5C04022FE9E}"/>
                  </a:ext>
                </a:extLst>
              </p:cNvPr>
              <p:cNvSpPr/>
              <p:nvPr/>
            </p:nvSpPr>
            <p:spPr>
              <a:xfrm>
                <a:off x="5376815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4" name="Freeform 46433">
                <a:extLst>
                  <a:ext uri="{FF2B5EF4-FFF2-40B4-BE49-F238E27FC236}">
                    <a16:creationId xmlns:a16="http://schemas.microsoft.com/office/drawing/2014/main" id="{5BABBC60-29F4-013B-8924-1296A09B615E}"/>
                  </a:ext>
                </a:extLst>
              </p:cNvPr>
              <p:cNvSpPr/>
              <p:nvPr/>
            </p:nvSpPr>
            <p:spPr>
              <a:xfrm>
                <a:off x="5377311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5" name="Freeform 46434">
                <a:extLst>
                  <a:ext uri="{FF2B5EF4-FFF2-40B4-BE49-F238E27FC236}">
                    <a16:creationId xmlns:a16="http://schemas.microsoft.com/office/drawing/2014/main" id="{EF7CCE01-EBFB-53FD-D9F6-9B09ACBD8CA7}"/>
                  </a:ext>
                </a:extLst>
              </p:cNvPr>
              <p:cNvSpPr/>
              <p:nvPr/>
            </p:nvSpPr>
            <p:spPr>
              <a:xfrm>
                <a:off x="5377906" y="6043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6" name="Freeform 46435">
                <a:extLst>
                  <a:ext uri="{FF2B5EF4-FFF2-40B4-BE49-F238E27FC236}">
                    <a16:creationId xmlns:a16="http://schemas.microsoft.com/office/drawing/2014/main" id="{F364281A-143E-7B22-E4B1-B7A260CF231A}"/>
                  </a:ext>
                </a:extLst>
              </p:cNvPr>
              <p:cNvSpPr/>
              <p:nvPr/>
            </p:nvSpPr>
            <p:spPr>
              <a:xfrm>
                <a:off x="537840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7" name="Freeform 46436">
                <a:extLst>
                  <a:ext uri="{FF2B5EF4-FFF2-40B4-BE49-F238E27FC236}">
                    <a16:creationId xmlns:a16="http://schemas.microsoft.com/office/drawing/2014/main" id="{20D09D7D-5B48-EE94-C72E-37367F7C388A}"/>
                  </a:ext>
                </a:extLst>
              </p:cNvPr>
              <p:cNvSpPr/>
              <p:nvPr/>
            </p:nvSpPr>
            <p:spPr>
              <a:xfrm>
                <a:off x="53788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8" name="Freeform 46437">
                <a:extLst>
                  <a:ext uri="{FF2B5EF4-FFF2-40B4-BE49-F238E27FC236}">
                    <a16:creationId xmlns:a16="http://schemas.microsoft.com/office/drawing/2014/main" id="{A6BEC1F7-EAB3-E556-1B32-C5AC3C34A703}"/>
                  </a:ext>
                </a:extLst>
              </p:cNvPr>
              <p:cNvSpPr/>
              <p:nvPr/>
            </p:nvSpPr>
            <p:spPr>
              <a:xfrm>
                <a:off x="537939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39" name="Freeform 46438">
                <a:extLst>
                  <a:ext uri="{FF2B5EF4-FFF2-40B4-BE49-F238E27FC236}">
                    <a16:creationId xmlns:a16="http://schemas.microsoft.com/office/drawing/2014/main" id="{C7034715-107D-DE45-349E-7E36945C0653}"/>
                  </a:ext>
                </a:extLst>
              </p:cNvPr>
              <p:cNvSpPr/>
              <p:nvPr/>
            </p:nvSpPr>
            <p:spPr>
              <a:xfrm>
                <a:off x="53799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0" name="Freeform 46439">
                <a:extLst>
                  <a:ext uri="{FF2B5EF4-FFF2-40B4-BE49-F238E27FC236}">
                    <a16:creationId xmlns:a16="http://schemas.microsoft.com/office/drawing/2014/main" id="{F8E07D4C-1CB2-FE46-5B9E-67A3CE3C8926}"/>
                  </a:ext>
                </a:extLst>
              </p:cNvPr>
              <p:cNvSpPr/>
              <p:nvPr/>
            </p:nvSpPr>
            <p:spPr>
              <a:xfrm>
                <a:off x="538048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1" name="Freeform 46440">
                <a:extLst>
                  <a:ext uri="{FF2B5EF4-FFF2-40B4-BE49-F238E27FC236}">
                    <a16:creationId xmlns:a16="http://schemas.microsoft.com/office/drawing/2014/main" id="{75EEE560-D9CA-3C02-B048-C4043BD6B3C7}"/>
                  </a:ext>
                </a:extLst>
              </p:cNvPr>
              <p:cNvSpPr/>
              <p:nvPr/>
            </p:nvSpPr>
            <p:spPr>
              <a:xfrm>
                <a:off x="538098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2" name="Freeform 46441">
                <a:extLst>
                  <a:ext uri="{FF2B5EF4-FFF2-40B4-BE49-F238E27FC236}">
                    <a16:creationId xmlns:a16="http://schemas.microsoft.com/office/drawing/2014/main" id="{801DD7EB-11C3-539A-EB4C-6E289CEB2FA1}"/>
                  </a:ext>
                </a:extLst>
              </p:cNvPr>
              <p:cNvSpPr/>
              <p:nvPr/>
            </p:nvSpPr>
            <p:spPr>
              <a:xfrm>
                <a:off x="5381577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3" name="Freeform 46442">
                <a:extLst>
                  <a:ext uri="{FF2B5EF4-FFF2-40B4-BE49-F238E27FC236}">
                    <a16:creationId xmlns:a16="http://schemas.microsoft.com/office/drawing/2014/main" id="{CAB46CC7-27B8-047C-BDE9-4991AC0C6E73}"/>
                  </a:ext>
                </a:extLst>
              </p:cNvPr>
              <p:cNvSpPr/>
              <p:nvPr/>
            </p:nvSpPr>
            <p:spPr>
              <a:xfrm>
                <a:off x="53820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4" name="Freeform 46443">
                <a:extLst>
                  <a:ext uri="{FF2B5EF4-FFF2-40B4-BE49-F238E27FC236}">
                    <a16:creationId xmlns:a16="http://schemas.microsoft.com/office/drawing/2014/main" id="{EC6BDF20-00B6-957D-0FA8-02DFD0CD70BA}"/>
                  </a:ext>
                </a:extLst>
              </p:cNvPr>
              <p:cNvSpPr/>
              <p:nvPr/>
            </p:nvSpPr>
            <p:spPr>
              <a:xfrm>
                <a:off x="53825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5" name="Freeform 46444">
                <a:extLst>
                  <a:ext uri="{FF2B5EF4-FFF2-40B4-BE49-F238E27FC236}">
                    <a16:creationId xmlns:a16="http://schemas.microsoft.com/office/drawing/2014/main" id="{4DB4AEF8-3276-FD89-2206-F98C82510BA2}"/>
                  </a:ext>
                </a:extLst>
              </p:cNvPr>
              <p:cNvSpPr/>
              <p:nvPr/>
            </p:nvSpPr>
            <p:spPr>
              <a:xfrm>
                <a:off x="53831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6" name="Freeform 46445">
                <a:extLst>
                  <a:ext uri="{FF2B5EF4-FFF2-40B4-BE49-F238E27FC236}">
                    <a16:creationId xmlns:a16="http://schemas.microsoft.com/office/drawing/2014/main" id="{A6D156B5-F8CD-DB58-8E6E-D1D7A6351EA7}"/>
                  </a:ext>
                </a:extLst>
              </p:cNvPr>
              <p:cNvSpPr/>
              <p:nvPr/>
            </p:nvSpPr>
            <p:spPr>
              <a:xfrm>
                <a:off x="53836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7" name="Freeform 46446">
                <a:extLst>
                  <a:ext uri="{FF2B5EF4-FFF2-40B4-BE49-F238E27FC236}">
                    <a16:creationId xmlns:a16="http://schemas.microsoft.com/office/drawing/2014/main" id="{78F82634-CC3D-CF5A-AC9E-C8C619901450}"/>
                  </a:ext>
                </a:extLst>
              </p:cNvPr>
              <p:cNvSpPr/>
              <p:nvPr/>
            </p:nvSpPr>
            <p:spPr>
              <a:xfrm>
                <a:off x="53841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8" name="Freeform 46447">
                <a:extLst>
                  <a:ext uri="{FF2B5EF4-FFF2-40B4-BE49-F238E27FC236}">
                    <a16:creationId xmlns:a16="http://schemas.microsoft.com/office/drawing/2014/main" id="{D4F1BD79-13CC-7383-915A-77FD9303AB51}"/>
                  </a:ext>
                </a:extLst>
              </p:cNvPr>
              <p:cNvSpPr/>
              <p:nvPr/>
            </p:nvSpPr>
            <p:spPr>
              <a:xfrm>
                <a:off x="53847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49" name="Freeform 46448">
                <a:extLst>
                  <a:ext uri="{FF2B5EF4-FFF2-40B4-BE49-F238E27FC236}">
                    <a16:creationId xmlns:a16="http://schemas.microsoft.com/office/drawing/2014/main" id="{0E2B0A38-4D05-B267-F72A-74E240D88446}"/>
                  </a:ext>
                </a:extLst>
              </p:cNvPr>
              <p:cNvSpPr/>
              <p:nvPr/>
            </p:nvSpPr>
            <p:spPr>
              <a:xfrm>
                <a:off x="53852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0" name="Freeform 46449">
                <a:extLst>
                  <a:ext uri="{FF2B5EF4-FFF2-40B4-BE49-F238E27FC236}">
                    <a16:creationId xmlns:a16="http://schemas.microsoft.com/office/drawing/2014/main" id="{859C0A47-A5F7-0810-C6CD-EAF3C9AC1406}"/>
                  </a:ext>
                </a:extLst>
              </p:cNvPr>
              <p:cNvSpPr/>
              <p:nvPr/>
            </p:nvSpPr>
            <p:spPr>
              <a:xfrm>
                <a:off x="53857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1" name="Freeform 46450">
                <a:extLst>
                  <a:ext uri="{FF2B5EF4-FFF2-40B4-BE49-F238E27FC236}">
                    <a16:creationId xmlns:a16="http://schemas.microsoft.com/office/drawing/2014/main" id="{29D01A4E-2DA5-35E2-5E6B-1084DDA84395}"/>
                  </a:ext>
                </a:extLst>
              </p:cNvPr>
              <p:cNvSpPr/>
              <p:nvPr/>
            </p:nvSpPr>
            <p:spPr>
              <a:xfrm>
                <a:off x="53863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2" name="Freeform 46451">
                <a:extLst>
                  <a:ext uri="{FF2B5EF4-FFF2-40B4-BE49-F238E27FC236}">
                    <a16:creationId xmlns:a16="http://schemas.microsoft.com/office/drawing/2014/main" id="{B8AB6930-FB87-2D36-592D-81017C6D6ADE}"/>
                  </a:ext>
                </a:extLst>
              </p:cNvPr>
              <p:cNvSpPr/>
              <p:nvPr/>
            </p:nvSpPr>
            <p:spPr>
              <a:xfrm>
                <a:off x="53868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3" name="Freeform 46452">
                <a:extLst>
                  <a:ext uri="{FF2B5EF4-FFF2-40B4-BE49-F238E27FC236}">
                    <a16:creationId xmlns:a16="http://schemas.microsoft.com/office/drawing/2014/main" id="{BF5DAF48-B93F-E8E3-DF39-B3EC85DC1937}"/>
                  </a:ext>
                </a:extLst>
              </p:cNvPr>
              <p:cNvSpPr/>
              <p:nvPr/>
            </p:nvSpPr>
            <p:spPr>
              <a:xfrm>
                <a:off x="53873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4" name="Freeform 46453">
                <a:extLst>
                  <a:ext uri="{FF2B5EF4-FFF2-40B4-BE49-F238E27FC236}">
                    <a16:creationId xmlns:a16="http://schemas.microsoft.com/office/drawing/2014/main" id="{FC0CB6C0-56AB-C224-5252-147DA79035A6}"/>
                  </a:ext>
                </a:extLst>
              </p:cNvPr>
              <p:cNvSpPr/>
              <p:nvPr/>
            </p:nvSpPr>
            <p:spPr>
              <a:xfrm>
                <a:off x="53879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5" name="Freeform 46454">
                <a:extLst>
                  <a:ext uri="{FF2B5EF4-FFF2-40B4-BE49-F238E27FC236}">
                    <a16:creationId xmlns:a16="http://schemas.microsoft.com/office/drawing/2014/main" id="{58676C30-5F63-F3F3-AF4B-2D2963A9E207}"/>
                  </a:ext>
                </a:extLst>
              </p:cNvPr>
              <p:cNvSpPr/>
              <p:nvPr/>
            </p:nvSpPr>
            <p:spPr>
              <a:xfrm>
                <a:off x="5388423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6" name="Freeform 46455">
                <a:extLst>
                  <a:ext uri="{FF2B5EF4-FFF2-40B4-BE49-F238E27FC236}">
                    <a16:creationId xmlns:a16="http://schemas.microsoft.com/office/drawing/2014/main" id="{A87FF556-CC3F-4D09-ABA2-5A2E3ADD1752}"/>
                  </a:ext>
                </a:extLst>
              </p:cNvPr>
              <p:cNvSpPr/>
              <p:nvPr/>
            </p:nvSpPr>
            <p:spPr>
              <a:xfrm>
                <a:off x="5388920" y="5918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7" name="Freeform 46456">
                <a:extLst>
                  <a:ext uri="{FF2B5EF4-FFF2-40B4-BE49-F238E27FC236}">
                    <a16:creationId xmlns:a16="http://schemas.microsoft.com/office/drawing/2014/main" id="{C3AACB1A-A170-F54F-DED4-833C9DB46DBB}"/>
                  </a:ext>
                </a:extLst>
              </p:cNvPr>
              <p:cNvSpPr/>
              <p:nvPr/>
            </p:nvSpPr>
            <p:spPr>
              <a:xfrm>
                <a:off x="5389515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8" name="Freeform 46457">
                <a:extLst>
                  <a:ext uri="{FF2B5EF4-FFF2-40B4-BE49-F238E27FC236}">
                    <a16:creationId xmlns:a16="http://schemas.microsoft.com/office/drawing/2014/main" id="{7D1C0972-FF81-A357-0E17-4FE98DC27F45}"/>
                  </a:ext>
                </a:extLst>
              </p:cNvPr>
              <p:cNvSpPr/>
              <p:nvPr/>
            </p:nvSpPr>
            <p:spPr>
              <a:xfrm>
                <a:off x="5390011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59" name="Freeform 46458">
                <a:extLst>
                  <a:ext uri="{FF2B5EF4-FFF2-40B4-BE49-F238E27FC236}">
                    <a16:creationId xmlns:a16="http://schemas.microsoft.com/office/drawing/2014/main" id="{593B4586-C396-885C-1F7A-F5AA28F21843}"/>
                  </a:ext>
                </a:extLst>
              </p:cNvPr>
              <p:cNvSpPr/>
              <p:nvPr/>
            </p:nvSpPr>
            <p:spPr>
              <a:xfrm>
                <a:off x="5390507" y="5903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0" name="Freeform 46459">
                <a:extLst>
                  <a:ext uri="{FF2B5EF4-FFF2-40B4-BE49-F238E27FC236}">
                    <a16:creationId xmlns:a16="http://schemas.microsoft.com/office/drawing/2014/main" id="{5632AF40-03BF-78BD-BDB8-D3EFFDCEB6FA}"/>
                  </a:ext>
                </a:extLst>
              </p:cNvPr>
              <p:cNvSpPr/>
              <p:nvPr/>
            </p:nvSpPr>
            <p:spPr>
              <a:xfrm>
                <a:off x="5391102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1" name="Freeform 46460">
                <a:extLst>
                  <a:ext uri="{FF2B5EF4-FFF2-40B4-BE49-F238E27FC236}">
                    <a16:creationId xmlns:a16="http://schemas.microsoft.com/office/drawing/2014/main" id="{60A9B223-9206-9248-7269-E84ABB0A4D0B}"/>
                  </a:ext>
                </a:extLst>
              </p:cNvPr>
              <p:cNvSpPr/>
              <p:nvPr/>
            </p:nvSpPr>
            <p:spPr>
              <a:xfrm>
                <a:off x="5391598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2" name="Freeform 46461">
                <a:extLst>
                  <a:ext uri="{FF2B5EF4-FFF2-40B4-BE49-F238E27FC236}">
                    <a16:creationId xmlns:a16="http://schemas.microsoft.com/office/drawing/2014/main" id="{D305FCD9-7EAF-0EAF-E626-1152EAA5A2C9}"/>
                  </a:ext>
                </a:extLst>
              </p:cNvPr>
              <p:cNvSpPr/>
              <p:nvPr/>
            </p:nvSpPr>
            <p:spPr>
              <a:xfrm>
                <a:off x="5392095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3" name="Freeform 46462">
                <a:extLst>
                  <a:ext uri="{FF2B5EF4-FFF2-40B4-BE49-F238E27FC236}">
                    <a16:creationId xmlns:a16="http://schemas.microsoft.com/office/drawing/2014/main" id="{3433EC22-1F33-6466-0E03-DFF66B06C620}"/>
                  </a:ext>
                </a:extLst>
              </p:cNvPr>
              <p:cNvSpPr/>
              <p:nvPr/>
            </p:nvSpPr>
            <p:spPr>
              <a:xfrm>
                <a:off x="5392591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4" name="Freeform 46463">
                <a:extLst>
                  <a:ext uri="{FF2B5EF4-FFF2-40B4-BE49-F238E27FC236}">
                    <a16:creationId xmlns:a16="http://schemas.microsoft.com/office/drawing/2014/main" id="{FC0C782E-24AA-308E-57E5-0FFD474CC026}"/>
                  </a:ext>
                </a:extLst>
              </p:cNvPr>
              <p:cNvSpPr/>
              <p:nvPr/>
            </p:nvSpPr>
            <p:spPr>
              <a:xfrm>
                <a:off x="5393186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5" name="Freeform 46464">
                <a:extLst>
                  <a:ext uri="{FF2B5EF4-FFF2-40B4-BE49-F238E27FC236}">
                    <a16:creationId xmlns:a16="http://schemas.microsoft.com/office/drawing/2014/main" id="{8652850D-F546-F0BC-9EF6-B3594459D45E}"/>
                  </a:ext>
                </a:extLst>
              </p:cNvPr>
              <p:cNvSpPr/>
              <p:nvPr/>
            </p:nvSpPr>
            <p:spPr>
              <a:xfrm>
                <a:off x="5393682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6" name="Freeform 46465">
                <a:extLst>
                  <a:ext uri="{FF2B5EF4-FFF2-40B4-BE49-F238E27FC236}">
                    <a16:creationId xmlns:a16="http://schemas.microsoft.com/office/drawing/2014/main" id="{6209623A-9041-E35C-9251-277C538A06DE}"/>
                  </a:ext>
                </a:extLst>
              </p:cNvPr>
              <p:cNvSpPr/>
              <p:nvPr/>
            </p:nvSpPr>
            <p:spPr>
              <a:xfrm>
                <a:off x="5394178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7" name="Freeform 46466">
                <a:extLst>
                  <a:ext uri="{FF2B5EF4-FFF2-40B4-BE49-F238E27FC236}">
                    <a16:creationId xmlns:a16="http://schemas.microsoft.com/office/drawing/2014/main" id="{A4454735-7C56-95CE-D0EE-942A79AC571B}"/>
                  </a:ext>
                </a:extLst>
              </p:cNvPr>
              <p:cNvSpPr/>
              <p:nvPr/>
            </p:nvSpPr>
            <p:spPr>
              <a:xfrm>
                <a:off x="539477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8" name="Freeform 46467">
                <a:extLst>
                  <a:ext uri="{FF2B5EF4-FFF2-40B4-BE49-F238E27FC236}">
                    <a16:creationId xmlns:a16="http://schemas.microsoft.com/office/drawing/2014/main" id="{3E8FECBA-88F4-6169-897C-6CABA4A86E83}"/>
                  </a:ext>
                </a:extLst>
              </p:cNvPr>
              <p:cNvSpPr/>
              <p:nvPr/>
            </p:nvSpPr>
            <p:spPr>
              <a:xfrm>
                <a:off x="53952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69" name="Freeform 46468">
                <a:extLst>
                  <a:ext uri="{FF2B5EF4-FFF2-40B4-BE49-F238E27FC236}">
                    <a16:creationId xmlns:a16="http://schemas.microsoft.com/office/drawing/2014/main" id="{028E761D-F8CA-30A2-15A8-4B3CAC0FC788}"/>
                  </a:ext>
                </a:extLst>
              </p:cNvPr>
              <p:cNvSpPr/>
              <p:nvPr/>
            </p:nvSpPr>
            <p:spPr>
              <a:xfrm>
                <a:off x="53957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0" name="Freeform 46469">
                <a:extLst>
                  <a:ext uri="{FF2B5EF4-FFF2-40B4-BE49-F238E27FC236}">
                    <a16:creationId xmlns:a16="http://schemas.microsoft.com/office/drawing/2014/main" id="{97EBD111-B4E3-0DDB-CE47-DCADA2129E37}"/>
                  </a:ext>
                </a:extLst>
              </p:cNvPr>
              <p:cNvSpPr/>
              <p:nvPr/>
            </p:nvSpPr>
            <p:spPr>
              <a:xfrm>
                <a:off x="53963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1" name="Freeform 46470">
                <a:extLst>
                  <a:ext uri="{FF2B5EF4-FFF2-40B4-BE49-F238E27FC236}">
                    <a16:creationId xmlns:a16="http://schemas.microsoft.com/office/drawing/2014/main" id="{34E42B77-8B87-6676-48E9-FBD4E6505854}"/>
                  </a:ext>
                </a:extLst>
              </p:cNvPr>
              <p:cNvSpPr/>
              <p:nvPr/>
            </p:nvSpPr>
            <p:spPr>
              <a:xfrm>
                <a:off x="53968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2" name="Freeform 46471">
                <a:extLst>
                  <a:ext uri="{FF2B5EF4-FFF2-40B4-BE49-F238E27FC236}">
                    <a16:creationId xmlns:a16="http://schemas.microsoft.com/office/drawing/2014/main" id="{6DCEB522-B42C-ADD2-9DD8-B85FA1549F02}"/>
                  </a:ext>
                </a:extLst>
              </p:cNvPr>
              <p:cNvSpPr/>
              <p:nvPr/>
            </p:nvSpPr>
            <p:spPr>
              <a:xfrm>
                <a:off x="53973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3" name="Freeform 46472">
                <a:extLst>
                  <a:ext uri="{FF2B5EF4-FFF2-40B4-BE49-F238E27FC236}">
                    <a16:creationId xmlns:a16="http://schemas.microsoft.com/office/drawing/2014/main" id="{6E33B1BB-A528-A223-88B1-45C7E82C6792}"/>
                  </a:ext>
                </a:extLst>
              </p:cNvPr>
              <p:cNvSpPr/>
              <p:nvPr/>
            </p:nvSpPr>
            <p:spPr>
              <a:xfrm>
                <a:off x="53979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4" name="Freeform 46473">
                <a:extLst>
                  <a:ext uri="{FF2B5EF4-FFF2-40B4-BE49-F238E27FC236}">
                    <a16:creationId xmlns:a16="http://schemas.microsoft.com/office/drawing/2014/main" id="{E1429CC8-2BD4-90AF-D780-E58AAE9CA1A0}"/>
                  </a:ext>
                </a:extLst>
              </p:cNvPr>
              <p:cNvSpPr/>
              <p:nvPr/>
            </p:nvSpPr>
            <p:spPr>
              <a:xfrm>
                <a:off x="53984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5" name="Freeform 46474">
                <a:extLst>
                  <a:ext uri="{FF2B5EF4-FFF2-40B4-BE49-F238E27FC236}">
                    <a16:creationId xmlns:a16="http://schemas.microsoft.com/office/drawing/2014/main" id="{826ED7F6-F48C-93FE-2B26-194F0C60DA8D}"/>
                  </a:ext>
                </a:extLst>
              </p:cNvPr>
              <p:cNvSpPr/>
              <p:nvPr/>
            </p:nvSpPr>
            <p:spPr>
              <a:xfrm>
                <a:off x="53989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6" name="Freeform 46475">
                <a:extLst>
                  <a:ext uri="{FF2B5EF4-FFF2-40B4-BE49-F238E27FC236}">
                    <a16:creationId xmlns:a16="http://schemas.microsoft.com/office/drawing/2014/main" id="{F2B3C5EC-8F79-BA72-1A0F-22746D257AB8}"/>
                  </a:ext>
                </a:extLst>
              </p:cNvPr>
              <p:cNvSpPr/>
              <p:nvPr/>
            </p:nvSpPr>
            <p:spPr>
              <a:xfrm>
                <a:off x="539953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7" name="Freeform 46476">
                <a:extLst>
                  <a:ext uri="{FF2B5EF4-FFF2-40B4-BE49-F238E27FC236}">
                    <a16:creationId xmlns:a16="http://schemas.microsoft.com/office/drawing/2014/main" id="{4D67A949-5B37-23DE-F886-B9CCD084E986}"/>
                  </a:ext>
                </a:extLst>
              </p:cNvPr>
              <p:cNvSpPr/>
              <p:nvPr/>
            </p:nvSpPr>
            <p:spPr>
              <a:xfrm>
                <a:off x="54000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8" name="Freeform 46477">
                <a:extLst>
                  <a:ext uri="{FF2B5EF4-FFF2-40B4-BE49-F238E27FC236}">
                    <a16:creationId xmlns:a16="http://schemas.microsoft.com/office/drawing/2014/main" id="{459CDB2B-4B70-CAF4-DFFB-CB6B7B15DA32}"/>
                  </a:ext>
                </a:extLst>
              </p:cNvPr>
              <p:cNvSpPr/>
              <p:nvPr/>
            </p:nvSpPr>
            <p:spPr>
              <a:xfrm>
                <a:off x="540052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79" name="Freeform 46478">
                <a:extLst>
                  <a:ext uri="{FF2B5EF4-FFF2-40B4-BE49-F238E27FC236}">
                    <a16:creationId xmlns:a16="http://schemas.microsoft.com/office/drawing/2014/main" id="{9E7E2602-0536-C9F2-0262-A5EDB09B38BB}"/>
                  </a:ext>
                </a:extLst>
              </p:cNvPr>
              <p:cNvSpPr/>
              <p:nvPr/>
            </p:nvSpPr>
            <p:spPr>
              <a:xfrm>
                <a:off x="5401123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0" name="Freeform 46479">
                <a:extLst>
                  <a:ext uri="{FF2B5EF4-FFF2-40B4-BE49-F238E27FC236}">
                    <a16:creationId xmlns:a16="http://schemas.microsoft.com/office/drawing/2014/main" id="{C92F2E0B-DED6-F14C-7DC1-3B5EAB24D53A}"/>
                  </a:ext>
                </a:extLst>
              </p:cNvPr>
              <p:cNvSpPr/>
              <p:nvPr/>
            </p:nvSpPr>
            <p:spPr>
              <a:xfrm>
                <a:off x="5401620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1" name="Freeform 46480">
                <a:extLst>
                  <a:ext uri="{FF2B5EF4-FFF2-40B4-BE49-F238E27FC236}">
                    <a16:creationId xmlns:a16="http://schemas.microsoft.com/office/drawing/2014/main" id="{B1D1EA81-D647-2E51-B7FC-52305742D3B1}"/>
                  </a:ext>
                </a:extLst>
              </p:cNvPr>
              <p:cNvSpPr/>
              <p:nvPr/>
            </p:nvSpPr>
            <p:spPr>
              <a:xfrm>
                <a:off x="5402116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2" name="Freeform 46481">
                <a:extLst>
                  <a:ext uri="{FF2B5EF4-FFF2-40B4-BE49-F238E27FC236}">
                    <a16:creationId xmlns:a16="http://schemas.microsoft.com/office/drawing/2014/main" id="{1DD7AD84-056F-D5EB-54D1-DADA17119268}"/>
                  </a:ext>
                </a:extLst>
              </p:cNvPr>
              <p:cNvSpPr/>
              <p:nvPr/>
            </p:nvSpPr>
            <p:spPr>
              <a:xfrm>
                <a:off x="5402711" y="591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3" name="Freeform 46482">
                <a:extLst>
                  <a:ext uri="{FF2B5EF4-FFF2-40B4-BE49-F238E27FC236}">
                    <a16:creationId xmlns:a16="http://schemas.microsoft.com/office/drawing/2014/main" id="{7B663345-5959-D622-3139-5037B9A07744}"/>
                  </a:ext>
                </a:extLst>
              </p:cNvPr>
              <p:cNvSpPr/>
              <p:nvPr/>
            </p:nvSpPr>
            <p:spPr>
              <a:xfrm>
                <a:off x="5403207" y="5855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4" name="Freeform 46483">
                <a:extLst>
                  <a:ext uri="{FF2B5EF4-FFF2-40B4-BE49-F238E27FC236}">
                    <a16:creationId xmlns:a16="http://schemas.microsoft.com/office/drawing/2014/main" id="{CFCF9452-D3BF-ECE3-8384-761101ADCB4A}"/>
                  </a:ext>
                </a:extLst>
              </p:cNvPr>
              <p:cNvSpPr/>
              <p:nvPr/>
            </p:nvSpPr>
            <p:spPr>
              <a:xfrm>
                <a:off x="5403703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5" name="Freeform 46484">
                <a:extLst>
                  <a:ext uri="{FF2B5EF4-FFF2-40B4-BE49-F238E27FC236}">
                    <a16:creationId xmlns:a16="http://schemas.microsoft.com/office/drawing/2014/main" id="{DC39F7A5-D529-44C5-0068-F15F6F5E20B1}"/>
                  </a:ext>
                </a:extLst>
              </p:cNvPr>
              <p:cNvSpPr/>
              <p:nvPr/>
            </p:nvSpPr>
            <p:spPr>
              <a:xfrm>
                <a:off x="5404199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6" name="Freeform 46485">
                <a:extLst>
                  <a:ext uri="{FF2B5EF4-FFF2-40B4-BE49-F238E27FC236}">
                    <a16:creationId xmlns:a16="http://schemas.microsoft.com/office/drawing/2014/main" id="{1412E8CF-4AE2-6395-B591-F17C19461F5D}"/>
                  </a:ext>
                </a:extLst>
              </p:cNvPr>
              <p:cNvSpPr/>
              <p:nvPr/>
            </p:nvSpPr>
            <p:spPr>
              <a:xfrm>
                <a:off x="5404795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7" name="Freeform 46486">
                <a:extLst>
                  <a:ext uri="{FF2B5EF4-FFF2-40B4-BE49-F238E27FC236}">
                    <a16:creationId xmlns:a16="http://schemas.microsoft.com/office/drawing/2014/main" id="{E1C1A8BB-4DB6-9F86-7539-98CCBA6ECD54}"/>
                  </a:ext>
                </a:extLst>
              </p:cNvPr>
              <p:cNvSpPr/>
              <p:nvPr/>
            </p:nvSpPr>
            <p:spPr>
              <a:xfrm>
                <a:off x="5405291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8" name="Freeform 46487">
                <a:extLst>
                  <a:ext uri="{FF2B5EF4-FFF2-40B4-BE49-F238E27FC236}">
                    <a16:creationId xmlns:a16="http://schemas.microsoft.com/office/drawing/2014/main" id="{8B5754FD-0E15-E3F4-38FE-2881A5F74DE1}"/>
                  </a:ext>
                </a:extLst>
              </p:cNvPr>
              <p:cNvSpPr/>
              <p:nvPr/>
            </p:nvSpPr>
            <p:spPr>
              <a:xfrm>
                <a:off x="5405787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89" name="Freeform 46488">
                <a:extLst>
                  <a:ext uri="{FF2B5EF4-FFF2-40B4-BE49-F238E27FC236}">
                    <a16:creationId xmlns:a16="http://schemas.microsoft.com/office/drawing/2014/main" id="{9F829428-8A90-5893-0EDC-00519A7789DE}"/>
                  </a:ext>
                </a:extLst>
              </p:cNvPr>
              <p:cNvSpPr/>
              <p:nvPr/>
            </p:nvSpPr>
            <p:spPr>
              <a:xfrm>
                <a:off x="5406382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0" name="Freeform 46489">
                <a:extLst>
                  <a:ext uri="{FF2B5EF4-FFF2-40B4-BE49-F238E27FC236}">
                    <a16:creationId xmlns:a16="http://schemas.microsoft.com/office/drawing/2014/main" id="{CABCE1AC-988C-F9F7-AB48-E020EC58911F}"/>
                  </a:ext>
                </a:extLst>
              </p:cNvPr>
              <p:cNvSpPr/>
              <p:nvPr/>
            </p:nvSpPr>
            <p:spPr>
              <a:xfrm>
                <a:off x="5406878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1" name="Freeform 46490">
                <a:extLst>
                  <a:ext uri="{FF2B5EF4-FFF2-40B4-BE49-F238E27FC236}">
                    <a16:creationId xmlns:a16="http://schemas.microsoft.com/office/drawing/2014/main" id="{0B32E6B2-56ED-0094-C33C-728A5B5B0457}"/>
                  </a:ext>
                </a:extLst>
              </p:cNvPr>
              <p:cNvSpPr/>
              <p:nvPr/>
            </p:nvSpPr>
            <p:spPr>
              <a:xfrm>
                <a:off x="540737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2" name="Freeform 46491">
                <a:extLst>
                  <a:ext uri="{FF2B5EF4-FFF2-40B4-BE49-F238E27FC236}">
                    <a16:creationId xmlns:a16="http://schemas.microsoft.com/office/drawing/2014/main" id="{2F9BAA12-98EA-FA7F-68BB-A45387E2A7FC}"/>
                  </a:ext>
                </a:extLst>
              </p:cNvPr>
              <p:cNvSpPr/>
              <p:nvPr/>
            </p:nvSpPr>
            <p:spPr>
              <a:xfrm>
                <a:off x="54079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3" name="Freeform 46492">
                <a:extLst>
                  <a:ext uri="{FF2B5EF4-FFF2-40B4-BE49-F238E27FC236}">
                    <a16:creationId xmlns:a16="http://schemas.microsoft.com/office/drawing/2014/main" id="{64AEFFB7-8F43-3422-0FB1-DBF091D2E6A2}"/>
                  </a:ext>
                </a:extLst>
              </p:cNvPr>
              <p:cNvSpPr/>
              <p:nvPr/>
            </p:nvSpPr>
            <p:spPr>
              <a:xfrm>
                <a:off x="54084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4" name="Freeform 46493">
                <a:extLst>
                  <a:ext uri="{FF2B5EF4-FFF2-40B4-BE49-F238E27FC236}">
                    <a16:creationId xmlns:a16="http://schemas.microsoft.com/office/drawing/2014/main" id="{3A3BB02A-53E9-F751-BDEB-59055CE0484B}"/>
                  </a:ext>
                </a:extLst>
              </p:cNvPr>
              <p:cNvSpPr/>
              <p:nvPr/>
            </p:nvSpPr>
            <p:spPr>
              <a:xfrm>
                <a:off x="54089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5" name="Freeform 46494">
                <a:extLst>
                  <a:ext uri="{FF2B5EF4-FFF2-40B4-BE49-F238E27FC236}">
                    <a16:creationId xmlns:a16="http://schemas.microsoft.com/office/drawing/2014/main" id="{E87540DC-5094-08EE-8AB5-A5CA442889BA}"/>
                  </a:ext>
                </a:extLst>
              </p:cNvPr>
              <p:cNvSpPr/>
              <p:nvPr/>
            </p:nvSpPr>
            <p:spPr>
              <a:xfrm>
                <a:off x="54095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6" name="Freeform 46495">
                <a:extLst>
                  <a:ext uri="{FF2B5EF4-FFF2-40B4-BE49-F238E27FC236}">
                    <a16:creationId xmlns:a16="http://schemas.microsoft.com/office/drawing/2014/main" id="{3FAE58FA-A95A-9AA0-43A0-D5773A3BF9E1}"/>
                  </a:ext>
                </a:extLst>
              </p:cNvPr>
              <p:cNvSpPr/>
              <p:nvPr/>
            </p:nvSpPr>
            <p:spPr>
              <a:xfrm>
                <a:off x="54100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7" name="Freeform 46496">
                <a:extLst>
                  <a:ext uri="{FF2B5EF4-FFF2-40B4-BE49-F238E27FC236}">
                    <a16:creationId xmlns:a16="http://schemas.microsoft.com/office/drawing/2014/main" id="{F491207B-F190-B1E6-3912-CF82F5D28B4E}"/>
                  </a:ext>
                </a:extLst>
              </p:cNvPr>
              <p:cNvSpPr/>
              <p:nvPr/>
            </p:nvSpPr>
            <p:spPr>
              <a:xfrm>
                <a:off x="54105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8" name="Freeform 46497">
                <a:extLst>
                  <a:ext uri="{FF2B5EF4-FFF2-40B4-BE49-F238E27FC236}">
                    <a16:creationId xmlns:a16="http://schemas.microsoft.com/office/drawing/2014/main" id="{B794A88B-AD89-605D-76D7-3D14E1F1B353}"/>
                  </a:ext>
                </a:extLst>
              </p:cNvPr>
              <p:cNvSpPr/>
              <p:nvPr/>
            </p:nvSpPr>
            <p:spPr>
              <a:xfrm>
                <a:off x="54111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99" name="Freeform 46498">
                <a:extLst>
                  <a:ext uri="{FF2B5EF4-FFF2-40B4-BE49-F238E27FC236}">
                    <a16:creationId xmlns:a16="http://schemas.microsoft.com/office/drawing/2014/main" id="{6E1F6F7A-51C3-F5A4-8115-71E80F42A5F4}"/>
                  </a:ext>
                </a:extLst>
              </p:cNvPr>
              <p:cNvSpPr/>
              <p:nvPr/>
            </p:nvSpPr>
            <p:spPr>
              <a:xfrm>
                <a:off x="54116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0" name="Freeform 46499">
                <a:extLst>
                  <a:ext uri="{FF2B5EF4-FFF2-40B4-BE49-F238E27FC236}">
                    <a16:creationId xmlns:a16="http://schemas.microsoft.com/office/drawing/2014/main" id="{C120CD54-151A-AF37-FEA8-848549D1159A}"/>
                  </a:ext>
                </a:extLst>
              </p:cNvPr>
              <p:cNvSpPr/>
              <p:nvPr/>
            </p:nvSpPr>
            <p:spPr>
              <a:xfrm>
                <a:off x="54121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1" name="Freeform 46500">
                <a:extLst>
                  <a:ext uri="{FF2B5EF4-FFF2-40B4-BE49-F238E27FC236}">
                    <a16:creationId xmlns:a16="http://schemas.microsoft.com/office/drawing/2014/main" id="{03D9D42B-47BC-7595-9800-093B8AAFFDA0}"/>
                  </a:ext>
                </a:extLst>
              </p:cNvPr>
              <p:cNvSpPr/>
              <p:nvPr/>
            </p:nvSpPr>
            <p:spPr>
              <a:xfrm>
                <a:off x="54127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2" name="Freeform 46501">
                <a:extLst>
                  <a:ext uri="{FF2B5EF4-FFF2-40B4-BE49-F238E27FC236}">
                    <a16:creationId xmlns:a16="http://schemas.microsoft.com/office/drawing/2014/main" id="{699BA821-168B-802B-23DB-1A2E173E0FE2}"/>
                  </a:ext>
                </a:extLst>
              </p:cNvPr>
              <p:cNvSpPr/>
              <p:nvPr/>
            </p:nvSpPr>
            <p:spPr>
              <a:xfrm>
                <a:off x="541322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3" name="Freeform 46502">
                <a:extLst>
                  <a:ext uri="{FF2B5EF4-FFF2-40B4-BE49-F238E27FC236}">
                    <a16:creationId xmlns:a16="http://schemas.microsoft.com/office/drawing/2014/main" id="{210FA402-E6A7-F3EC-FE83-8D778A6EB987}"/>
                  </a:ext>
                </a:extLst>
              </p:cNvPr>
              <p:cNvSpPr/>
              <p:nvPr/>
            </p:nvSpPr>
            <p:spPr>
              <a:xfrm>
                <a:off x="5413724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4" name="Freeform 46503">
                <a:extLst>
                  <a:ext uri="{FF2B5EF4-FFF2-40B4-BE49-F238E27FC236}">
                    <a16:creationId xmlns:a16="http://schemas.microsoft.com/office/drawing/2014/main" id="{63616A7D-A1F5-69E6-E1D9-3B40657B179B}"/>
                  </a:ext>
                </a:extLst>
              </p:cNvPr>
              <p:cNvSpPr/>
              <p:nvPr/>
            </p:nvSpPr>
            <p:spPr>
              <a:xfrm>
                <a:off x="5414320" y="5971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5" name="Freeform 46504">
                <a:extLst>
                  <a:ext uri="{FF2B5EF4-FFF2-40B4-BE49-F238E27FC236}">
                    <a16:creationId xmlns:a16="http://schemas.microsoft.com/office/drawing/2014/main" id="{E022D8DC-D316-64C6-387B-8870772A546B}"/>
                  </a:ext>
                </a:extLst>
              </p:cNvPr>
              <p:cNvSpPr/>
              <p:nvPr/>
            </p:nvSpPr>
            <p:spPr>
              <a:xfrm>
                <a:off x="5414816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6" name="Freeform 46505">
                <a:extLst>
                  <a:ext uri="{FF2B5EF4-FFF2-40B4-BE49-F238E27FC236}">
                    <a16:creationId xmlns:a16="http://schemas.microsoft.com/office/drawing/2014/main" id="{5EFEEF2D-72C5-91F6-AD6D-9089E73267C1}"/>
                  </a:ext>
                </a:extLst>
              </p:cNvPr>
              <p:cNvSpPr/>
              <p:nvPr/>
            </p:nvSpPr>
            <p:spPr>
              <a:xfrm>
                <a:off x="5415312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7" name="Freeform 46506">
                <a:extLst>
                  <a:ext uri="{FF2B5EF4-FFF2-40B4-BE49-F238E27FC236}">
                    <a16:creationId xmlns:a16="http://schemas.microsoft.com/office/drawing/2014/main" id="{6648E222-208F-8BDC-B86D-CCC130795E96}"/>
                  </a:ext>
                </a:extLst>
              </p:cNvPr>
              <p:cNvSpPr/>
              <p:nvPr/>
            </p:nvSpPr>
            <p:spPr>
              <a:xfrm>
                <a:off x="5415808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8" name="Freeform 46507">
                <a:extLst>
                  <a:ext uri="{FF2B5EF4-FFF2-40B4-BE49-F238E27FC236}">
                    <a16:creationId xmlns:a16="http://schemas.microsoft.com/office/drawing/2014/main" id="{4B6A33EB-EFA6-4782-C134-602EA2EE81D6}"/>
                  </a:ext>
                </a:extLst>
              </p:cNvPr>
              <p:cNvSpPr/>
              <p:nvPr/>
            </p:nvSpPr>
            <p:spPr>
              <a:xfrm>
                <a:off x="5416403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09" name="Freeform 46508">
                <a:extLst>
                  <a:ext uri="{FF2B5EF4-FFF2-40B4-BE49-F238E27FC236}">
                    <a16:creationId xmlns:a16="http://schemas.microsoft.com/office/drawing/2014/main" id="{C1BA82B3-BCBF-A691-389D-434CEFDB2030}"/>
                  </a:ext>
                </a:extLst>
              </p:cNvPr>
              <p:cNvSpPr/>
              <p:nvPr/>
            </p:nvSpPr>
            <p:spPr>
              <a:xfrm>
                <a:off x="5416899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0" name="Freeform 46509">
                <a:extLst>
                  <a:ext uri="{FF2B5EF4-FFF2-40B4-BE49-F238E27FC236}">
                    <a16:creationId xmlns:a16="http://schemas.microsoft.com/office/drawing/2014/main" id="{58D0D431-70A4-325E-AA34-E03DA1B4337B}"/>
                  </a:ext>
                </a:extLst>
              </p:cNvPr>
              <p:cNvSpPr/>
              <p:nvPr/>
            </p:nvSpPr>
            <p:spPr>
              <a:xfrm>
                <a:off x="5417395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1" name="Freeform 46510">
                <a:extLst>
                  <a:ext uri="{FF2B5EF4-FFF2-40B4-BE49-F238E27FC236}">
                    <a16:creationId xmlns:a16="http://schemas.microsoft.com/office/drawing/2014/main" id="{53E483AA-D49A-B963-729A-F83942F4D93E}"/>
                  </a:ext>
                </a:extLst>
              </p:cNvPr>
              <p:cNvSpPr/>
              <p:nvPr/>
            </p:nvSpPr>
            <p:spPr>
              <a:xfrm>
                <a:off x="5417991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2" name="Freeform 46511">
                <a:extLst>
                  <a:ext uri="{FF2B5EF4-FFF2-40B4-BE49-F238E27FC236}">
                    <a16:creationId xmlns:a16="http://schemas.microsoft.com/office/drawing/2014/main" id="{5C0350AE-FBA7-2B09-F0DB-766C8A8263AA}"/>
                  </a:ext>
                </a:extLst>
              </p:cNvPr>
              <p:cNvSpPr/>
              <p:nvPr/>
            </p:nvSpPr>
            <p:spPr>
              <a:xfrm>
                <a:off x="5418487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3" name="Freeform 46512">
                <a:extLst>
                  <a:ext uri="{FF2B5EF4-FFF2-40B4-BE49-F238E27FC236}">
                    <a16:creationId xmlns:a16="http://schemas.microsoft.com/office/drawing/2014/main" id="{3E45568D-EC3B-2345-68AC-17E1B2967A62}"/>
                  </a:ext>
                </a:extLst>
              </p:cNvPr>
              <p:cNvSpPr/>
              <p:nvPr/>
            </p:nvSpPr>
            <p:spPr>
              <a:xfrm>
                <a:off x="5418983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4" name="Freeform 46513">
                <a:extLst>
                  <a:ext uri="{FF2B5EF4-FFF2-40B4-BE49-F238E27FC236}">
                    <a16:creationId xmlns:a16="http://schemas.microsoft.com/office/drawing/2014/main" id="{CA3838FC-D060-908A-E8B3-4A6B43100D25}"/>
                  </a:ext>
                </a:extLst>
              </p:cNvPr>
              <p:cNvSpPr/>
              <p:nvPr/>
            </p:nvSpPr>
            <p:spPr>
              <a:xfrm>
                <a:off x="5419578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5" name="Freeform 46514">
                <a:extLst>
                  <a:ext uri="{FF2B5EF4-FFF2-40B4-BE49-F238E27FC236}">
                    <a16:creationId xmlns:a16="http://schemas.microsoft.com/office/drawing/2014/main" id="{69E714F8-69A1-5A63-2762-6C54AAEE3A83}"/>
                  </a:ext>
                </a:extLst>
              </p:cNvPr>
              <p:cNvSpPr/>
              <p:nvPr/>
            </p:nvSpPr>
            <p:spPr>
              <a:xfrm>
                <a:off x="542007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6" name="Freeform 46515">
                <a:extLst>
                  <a:ext uri="{FF2B5EF4-FFF2-40B4-BE49-F238E27FC236}">
                    <a16:creationId xmlns:a16="http://schemas.microsoft.com/office/drawing/2014/main" id="{4F6620DC-4309-A94A-0296-8657639CE35A}"/>
                  </a:ext>
                </a:extLst>
              </p:cNvPr>
              <p:cNvSpPr/>
              <p:nvPr/>
            </p:nvSpPr>
            <p:spPr>
              <a:xfrm>
                <a:off x="54205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7" name="Freeform 46516">
                <a:extLst>
                  <a:ext uri="{FF2B5EF4-FFF2-40B4-BE49-F238E27FC236}">
                    <a16:creationId xmlns:a16="http://schemas.microsoft.com/office/drawing/2014/main" id="{EDE6BDF2-8F64-E98B-8464-A52E5FD65870}"/>
                  </a:ext>
                </a:extLst>
              </p:cNvPr>
              <p:cNvSpPr/>
              <p:nvPr/>
            </p:nvSpPr>
            <p:spPr>
              <a:xfrm>
                <a:off x="54211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8" name="Freeform 46517">
                <a:extLst>
                  <a:ext uri="{FF2B5EF4-FFF2-40B4-BE49-F238E27FC236}">
                    <a16:creationId xmlns:a16="http://schemas.microsoft.com/office/drawing/2014/main" id="{591CCAF8-EB62-506C-0B05-76198FAA777D}"/>
                  </a:ext>
                </a:extLst>
              </p:cNvPr>
              <p:cNvSpPr/>
              <p:nvPr/>
            </p:nvSpPr>
            <p:spPr>
              <a:xfrm>
                <a:off x="54216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19" name="Freeform 46518">
                <a:extLst>
                  <a:ext uri="{FF2B5EF4-FFF2-40B4-BE49-F238E27FC236}">
                    <a16:creationId xmlns:a16="http://schemas.microsoft.com/office/drawing/2014/main" id="{D2FE244E-B876-F6A0-2D2E-D04B9E4C0FAE}"/>
                  </a:ext>
                </a:extLst>
              </p:cNvPr>
              <p:cNvSpPr/>
              <p:nvPr/>
            </p:nvSpPr>
            <p:spPr>
              <a:xfrm>
                <a:off x="54221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0" name="Freeform 46519">
                <a:extLst>
                  <a:ext uri="{FF2B5EF4-FFF2-40B4-BE49-F238E27FC236}">
                    <a16:creationId xmlns:a16="http://schemas.microsoft.com/office/drawing/2014/main" id="{DA6FFEA9-D916-0097-A7DE-041DC29C3AD1}"/>
                  </a:ext>
                </a:extLst>
              </p:cNvPr>
              <p:cNvSpPr/>
              <p:nvPr/>
            </p:nvSpPr>
            <p:spPr>
              <a:xfrm>
                <a:off x="54227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1" name="Freeform 46520">
                <a:extLst>
                  <a:ext uri="{FF2B5EF4-FFF2-40B4-BE49-F238E27FC236}">
                    <a16:creationId xmlns:a16="http://schemas.microsoft.com/office/drawing/2014/main" id="{E8F852E3-D393-28F0-D6F8-AA41C06552D4}"/>
                  </a:ext>
                </a:extLst>
              </p:cNvPr>
              <p:cNvSpPr/>
              <p:nvPr/>
            </p:nvSpPr>
            <p:spPr>
              <a:xfrm>
                <a:off x="54232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2" name="Freeform 46521">
                <a:extLst>
                  <a:ext uri="{FF2B5EF4-FFF2-40B4-BE49-F238E27FC236}">
                    <a16:creationId xmlns:a16="http://schemas.microsoft.com/office/drawing/2014/main" id="{F3074FCB-DA7E-F270-3E28-2BB8258837CC}"/>
                  </a:ext>
                </a:extLst>
              </p:cNvPr>
              <p:cNvSpPr/>
              <p:nvPr/>
            </p:nvSpPr>
            <p:spPr>
              <a:xfrm>
                <a:off x="54237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3" name="Freeform 46522">
                <a:extLst>
                  <a:ext uri="{FF2B5EF4-FFF2-40B4-BE49-F238E27FC236}">
                    <a16:creationId xmlns:a16="http://schemas.microsoft.com/office/drawing/2014/main" id="{9E64E8E2-DC89-8A22-1363-5F0B4FB6BFFF}"/>
                  </a:ext>
                </a:extLst>
              </p:cNvPr>
              <p:cNvSpPr/>
              <p:nvPr/>
            </p:nvSpPr>
            <p:spPr>
              <a:xfrm>
                <a:off x="54243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4" name="Freeform 46523">
                <a:extLst>
                  <a:ext uri="{FF2B5EF4-FFF2-40B4-BE49-F238E27FC236}">
                    <a16:creationId xmlns:a16="http://schemas.microsoft.com/office/drawing/2014/main" id="{B3F3DB92-C485-E7AC-C638-7CBA99E330D0}"/>
                  </a:ext>
                </a:extLst>
              </p:cNvPr>
              <p:cNvSpPr/>
              <p:nvPr/>
            </p:nvSpPr>
            <p:spPr>
              <a:xfrm>
                <a:off x="54248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5" name="Freeform 46524">
                <a:extLst>
                  <a:ext uri="{FF2B5EF4-FFF2-40B4-BE49-F238E27FC236}">
                    <a16:creationId xmlns:a16="http://schemas.microsoft.com/office/drawing/2014/main" id="{DAF34795-A130-60BB-031A-1C573C8B66AD}"/>
                  </a:ext>
                </a:extLst>
              </p:cNvPr>
              <p:cNvSpPr/>
              <p:nvPr/>
            </p:nvSpPr>
            <p:spPr>
              <a:xfrm>
                <a:off x="542533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6" name="Freeform 46525">
                <a:extLst>
                  <a:ext uri="{FF2B5EF4-FFF2-40B4-BE49-F238E27FC236}">
                    <a16:creationId xmlns:a16="http://schemas.microsoft.com/office/drawing/2014/main" id="{9B369135-2EFB-9269-E463-3AA3E2D782C8}"/>
                  </a:ext>
                </a:extLst>
              </p:cNvPr>
              <p:cNvSpPr/>
              <p:nvPr/>
            </p:nvSpPr>
            <p:spPr>
              <a:xfrm>
                <a:off x="542592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7" name="Freeform 46526">
                <a:extLst>
                  <a:ext uri="{FF2B5EF4-FFF2-40B4-BE49-F238E27FC236}">
                    <a16:creationId xmlns:a16="http://schemas.microsoft.com/office/drawing/2014/main" id="{6DED456D-8623-2DBC-1354-724F02520E11}"/>
                  </a:ext>
                </a:extLst>
              </p:cNvPr>
              <p:cNvSpPr/>
              <p:nvPr/>
            </p:nvSpPr>
            <p:spPr>
              <a:xfrm>
                <a:off x="5426424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8" name="Freeform 46527">
                <a:extLst>
                  <a:ext uri="{FF2B5EF4-FFF2-40B4-BE49-F238E27FC236}">
                    <a16:creationId xmlns:a16="http://schemas.microsoft.com/office/drawing/2014/main" id="{7005C4AE-5AD8-CF90-4AB7-117DB0932131}"/>
                  </a:ext>
                </a:extLst>
              </p:cNvPr>
              <p:cNvSpPr/>
              <p:nvPr/>
            </p:nvSpPr>
            <p:spPr>
              <a:xfrm>
                <a:off x="5426920" y="5911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29" name="Freeform 46528">
                <a:extLst>
                  <a:ext uri="{FF2B5EF4-FFF2-40B4-BE49-F238E27FC236}">
                    <a16:creationId xmlns:a16="http://schemas.microsoft.com/office/drawing/2014/main" id="{A4D4CF08-06CD-5D8C-E6D9-8302BFC763D1}"/>
                  </a:ext>
                </a:extLst>
              </p:cNvPr>
              <p:cNvSpPr/>
              <p:nvPr/>
            </p:nvSpPr>
            <p:spPr>
              <a:xfrm>
                <a:off x="5427516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0" name="Freeform 46529">
                <a:extLst>
                  <a:ext uri="{FF2B5EF4-FFF2-40B4-BE49-F238E27FC236}">
                    <a16:creationId xmlns:a16="http://schemas.microsoft.com/office/drawing/2014/main" id="{F2851355-1ACF-15D6-E9E3-453CB7EDF85B}"/>
                  </a:ext>
                </a:extLst>
              </p:cNvPr>
              <p:cNvSpPr/>
              <p:nvPr/>
            </p:nvSpPr>
            <p:spPr>
              <a:xfrm>
                <a:off x="5428012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1" name="Freeform 46530">
                <a:extLst>
                  <a:ext uri="{FF2B5EF4-FFF2-40B4-BE49-F238E27FC236}">
                    <a16:creationId xmlns:a16="http://schemas.microsoft.com/office/drawing/2014/main" id="{3D05AAA6-640B-CB02-21EE-78B8A5D9241C}"/>
                  </a:ext>
                </a:extLst>
              </p:cNvPr>
              <p:cNvSpPr/>
              <p:nvPr/>
            </p:nvSpPr>
            <p:spPr>
              <a:xfrm>
                <a:off x="5428508" y="592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2" name="Freeform 46531">
                <a:extLst>
                  <a:ext uri="{FF2B5EF4-FFF2-40B4-BE49-F238E27FC236}">
                    <a16:creationId xmlns:a16="http://schemas.microsoft.com/office/drawing/2014/main" id="{47CDF2EC-567C-D844-7C59-BD5FFA35B816}"/>
                  </a:ext>
                </a:extLst>
              </p:cNvPr>
              <p:cNvSpPr/>
              <p:nvPr/>
            </p:nvSpPr>
            <p:spPr>
              <a:xfrm>
                <a:off x="5429004" y="5953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3" name="Freeform 46532">
                <a:extLst>
                  <a:ext uri="{FF2B5EF4-FFF2-40B4-BE49-F238E27FC236}">
                    <a16:creationId xmlns:a16="http://schemas.microsoft.com/office/drawing/2014/main" id="{78BCBC74-23B3-91AA-F158-E31048E66C60}"/>
                  </a:ext>
                </a:extLst>
              </p:cNvPr>
              <p:cNvSpPr/>
              <p:nvPr/>
            </p:nvSpPr>
            <p:spPr>
              <a:xfrm>
                <a:off x="5429599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4" name="Freeform 46533">
                <a:extLst>
                  <a:ext uri="{FF2B5EF4-FFF2-40B4-BE49-F238E27FC236}">
                    <a16:creationId xmlns:a16="http://schemas.microsoft.com/office/drawing/2014/main" id="{A1FA8E29-B271-74BC-6E21-1F4FD186F0F1}"/>
                  </a:ext>
                </a:extLst>
              </p:cNvPr>
              <p:cNvSpPr/>
              <p:nvPr/>
            </p:nvSpPr>
            <p:spPr>
              <a:xfrm>
                <a:off x="5430095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5" name="Freeform 46534">
                <a:extLst>
                  <a:ext uri="{FF2B5EF4-FFF2-40B4-BE49-F238E27FC236}">
                    <a16:creationId xmlns:a16="http://schemas.microsoft.com/office/drawing/2014/main" id="{7B0D63CC-4440-9D9B-D208-784A8F0869B1}"/>
                  </a:ext>
                </a:extLst>
              </p:cNvPr>
              <p:cNvSpPr/>
              <p:nvPr/>
            </p:nvSpPr>
            <p:spPr>
              <a:xfrm>
                <a:off x="5430591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6" name="Freeform 46535">
                <a:extLst>
                  <a:ext uri="{FF2B5EF4-FFF2-40B4-BE49-F238E27FC236}">
                    <a16:creationId xmlns:a16="http://schemas.microsoft.com/office/drawing/2014/main" id="{857C096A-AA05-FB43-95E8-D79951918368}"/>
                  </a:ext>
                </a:extLst>
              </p:cNvPr>
              <p:cNvSpPr/>
              <p:nvPr/>
            </p:nvSpPr>
            <p:spPr>
              <a:xfrm>
                <a:off x="5431187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7" name="Freeform 46536">
                <a:extLst>
                  <a:ext uri="{FF2B5EF4-FFF2-40B4-BE49-F238E27FC236}">
                    <a16:creationId xmlns:a16="http://schemas.microsoft.com/office/drawing/2014/main" id="{B0705257-060B-6AFB-013A-508CD3AC7F15}"/>
                  </a:ext>
                </a:extLst>
              </p:cNvPr>
              <p:cNvSpPr/>
              <p:nvPr/>
            </p:nvSpPr>
            <p:spPr>
              <a:xfrm>
                <a:off x="5431683" y="604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8" name="Freeform 46537">
                <a:extLst>
                  <a:ext uri="{FF2B5EF4-FFF2-40B4-BE49-F238E27FC236}">
                    <a16:creationId xmlns:a16="http://schemas.microsoft.com/office/drawing/2014/main" id="{E5788281-57B8-762D-6C6E-22081BEC74AB}"/>
                  </a:ext>
                </a:extLst>
              </p:cNvPr>
              <p:cNvSpPr/>
              <p:nvPr/>
            </p:nvSpPr>
            <p:spPr>
              <a:xfrm>
                <a:off x="5432179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39" name="Freeform 46538">
                <a:extLst>
                  <a:ext uri="{FF2B5EF4-FFF2-40B4-BE49-F238E27FC236}">
                    <a16:creationId xmlns:a16="http://schemas.microsoft.com/office/drawing/2014/main" id="{9FA422DD-0359-FA82-D89B-DEAF246F9397}"/>
                  </a:ext>
                </a:extLst>
              </p:cNvPr>
              <p:cNvSpPr/>
              <p:nvPr/>
            </p:nvSpPr>
            <p:spPr>
              <a:xfrm>
                <a:off x="543277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0" name="Freeform 46539">
                <a:extLst>
                  <a:ext uri="{FF2B5EF4-FFF2-40B4-BE49-F238E27FC236}">
                    <a16:creationId xmlns:a16="http://schemas.microsoft.com/office/drawing/2014/main" id="{4C824086-2269-4B21-83A1-C2F27735BFCF}"/>
                  </a:ext>
                </a:extLst>
              </p:cNvPr>
              <p:cNvSpPr/>
              <p:nvPr/>
            </p:nvSpPr>
            <p:spPr>
              <a:xfrm>
                <a:off x="54332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1" name="Freeform 46540">
                <a:extLst>
                  <a:ext uri="{FF2B5EF4-FFF2-40B4-BE49-F238E27FC236}">
                    <a16:creationId xmlns:a16="http://schemas.microsoft.com/office/drawing/2014/main" id="{B281896C-BC4C-A38E-A467-30A4E609C92E}"/>
                  </a:ext>
                </a:extLst>
              </p:cNvPr>
              <p:cNvSpPr/>
              <p:nvPr/>
            </p:nvSpPr>
            <p:spPr>
              <a:xfrm>
                <a:off x="54337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2" name="Freeform 46541">
                <a:extLst>
                  <a:ext uri="{FF2B5EF4-FFF2-40B4-BE49-F238E27FC236}">
                    <a16:creationId xmlns:a16="http://schemas.microsoft.com/office/drawing/2014/main" id="{16169F41-5119-03D3-F4C4-D689AC97123E}"/>
                  </a:ext>
                </a:extLst>
              </p:cNvPr>
              <p:cNvSpPr/>
              <p:nvPr/>
            </p:nvSpPr>
            <p:spPr>
              <a:xfrm>
                <a:off x="54343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3" name="Freeform 46542">
                <a:extLst>
                  <a:ext uri="{FF2B5EF4-FFF2-40B4-BE49-F238E27FC236}">
                    <a16:creationId xmlns:a16="http://schemas.microsoft.com/office/drawing/2014/main" id="{4E3248B9-D2E2-2B73-41C3-48930ED344CC}"/>
                  </a:ext>
                </a:extLst>
              </p:cNvPr>
              <p:cNvSpPr/>
              <p:nvPr/>
            </p:nvSpPr>
            <p:spPr>
              <a:xfrm>
                <a:off x="54348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4" name="Freeform 46543">
                <a:extLst>
                  <a:ext uri="{FF2B5EF4-FFF2-40B4-BE49-F238E27FC236}">
                    <a16:creationId xmlns:a16="http://schemas.microsoft.com/office/drawing/2014/main" id="{5F4757BE-8320-9CDA-36E5-ED4B304DF83F}"/>
                  </a:ext>
                </a:extLst>
              </p:cNvPr>
              <p:cNvSpPr/>
              <p:nvPr/>
            </p:nvSpPr>
            <p:spPr>
              <a:xfrm>
                <a:off x="54353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5" name="Freeform 46544">
                <a:extLst>
                  <a:ext uri="{FF2B5EF4-FFF2-40B4-BE49-F238E27FC236}">
                    <a16:creationId xmlns:a16="http://schemas.microsoft.com/office/drawing/2014/main" id="{432424A6-9C05-88CD-06F3-DA244230356E}"/>
                  </a:ext>
                </a:extLst>
              </p:cNvPr>
              <p:cNvSpPr/>
              <p:nvPr/>
            </p:nvSpPr>
            <p:spPr>
              <a:xfrm>
                <a:off x="54359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6" name="Freeform 46545">
                <a:extLst>
                  <a:ext uri="{FF2B5EF4-FFF2-40B4-BE49-F238E27FC236}">
                    <a16:creationId xmlns:a16="http://schemas.microsoft.com/office/drawing/2014/main" id="{8BA21D55-42F5-A99F-EF09-4F1FE71D556F}"/>
                  </a:ext>
                </a:extLst>
              </p:cNvPr>
              <p:cNvSpPr/>
              <p:nvPr/>
            </p:nvSpPr>
            <p:spPr>
              <a:xfrm>
                <a:off x="54364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7" name="Freeform 46546">
                <a:extLst>
                  <a:ext uri="{FF2B5EF4-FFF2-40B4-BE49-F238E27FC236}">
                    <a16:creationId xmlns:a16="http://schemas.microsoft.com/office/drawing/2014/main" id="{958EF484-C390-A009-6313-F0A5073364E9}"/>
                  </a:ext>
                </a:extLst>
              </p:cNvPr>
              <p:cNvSpPr/>
              <p:nvPr/>
            </p:nvSpPr>
            <p:spPr>
              <a:xfrm>
                <a:off x="54369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8" name="Freeform 46547">
                <a:extLst>
                  <a:ext uri="{FF2B5EF4-FFF2-40B4-BE49-F238E27FC236}">
                    <a16:creationId xmlns:a16="http://schemas.microsoft.com/office/drawing/2014/main" id="{B25EBC96-8F36-D21C-DE2E-B5F8B625EEE1}"/>
                  </a:ext>
                </a:extLst>
              </p:cNvPr>
              <p:cNvSpPr/>
              <p:nvPr/>
            </p:nvSpPr>
            <p:spPr>
              <a:xfrm>
                <a:off x="54375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49" name="Freeform 46548">
                <a:extLst>
                  <a:ext uri="{FF2B5EF4-FFF2-40B4-BE49-F238E27FC236}">
                    <a16:creationId xmlns:a16="http://schemas.microsoft.com/office/drawing/2014/main" id="{234B4201-BF7F-2099-DC0D-020968687CDA}"/>
                  </a:ext>
                </a:extLst>
              </p:cNvPr>
              <p:cNvSpPr/>
              <p:nvPr/>
            </p:nvSpPr>
            <p:spPr>
              <a:xfrm>
                <a:off x="54380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0" name="Freeform 46549">
                <a:extLst>
                  <a:ext uri="{FF2B5EF4-FFF2-40B4-BE49-F238E27FC236}">
                    <a16:creationId xmlns:a16="http://schemas.microsoft.com/office/drawing/2014/main" id="{25277B29-27D0-16C8-2C56-0C00A46DFDD0}"/>
                  </a:ext>
                </a:extLst>
              </p:cNvPr>
              <p:cNvSpPr/>
              <p:nvPr/>
            </p:nvSpPr>
            <p:spPr>
              <a:xfrm>
                <a:off x="543852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1" name="Freeform 46550">
                <a:extLst>
                  <a:ext uri="{FF2B5EF4-FFF2-40B4-BE49-F238E27FC236}">
                    <a16:creationId xmlns:a16="http://schemas.microsoft.com/office/drawing/2014/main" id="{8E36FE29-B727-5BC5-AFF3-8C340B47BA5B}"/>
                  </a:ext>
                </a:extLst>
              </p:cNvPr>
              <p:cNvSpPr/>
              <p:nvPr/>
            </p:nvSpPr>
            <p:spPr>
              <a:xfrm>
                <a:off x="5439124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2" name="Freeform 46551">
                <a:extLst>
                  <a:ext uri="{FF2B5EF4-FFF2-40B4-BE49-F238E27FC236}">
                    <a16:creationId xmlns:a16="http://schemas.microsoft.com/office/drawing/2014/main" id="{4ED476D7-2CF7-FC97-10E4-8ACE1D07B571}"/>
                  </a:ext>
                </a:extLst>
              </p:cNvPr>
              <p:cNvSpPr/>
              <p:nvPr/>
            </p:nvSpPr>
            <p:spPr>
              <a:xfrm>
                <a:off x="5439620" y="5785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3" name="Freeform 46552">
                <a:extLst>
                  <a:ext uri="{FF2B5EF4-FFF2-40B4-BE49-F238E27FC236}">
                    <a16:creationId xmlns:a16="http://schemas.microsoft.com/office/drawing/2014/main" id="{FA647566-2A7E-AD0A-05BB-80227C5551F4}"/>
                  </a:ext>
                </a:extLst>
              </p:cNvPr>
              <p:cNvSpPr/>
              <p:nvPr/>
            </p:nvSpPr>
            <p:spPr>
              <a:xfrm>
                <a:off x="5440116" y="580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4" name="Freeform 46553">
                <a:extLst>
                  <a:ext uri="{FF2B5EF4-FFF2-40B4-BE49-F238E27FC236}">
                    <a16:creationId xmlns:a16="http://schemas.microsoft.com/office/drawing/2014/main" id="{72DC774A-D46A-7892-448F-9B359EDA7D29}"/>
                  </a:ext>
                </a:extLst>
              </p:cNvPr>
              <p:cNvSpPr/>
              <p:nvPr/>
            </p:nvSpPr>
            <p:spPr>
              <a:xfrm>
                <a:off x="5440613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5" name="Freeform 46554">
                <a:extLst>
                  <a:ext uri="{FF2B5EF4-FFF2-40B4-BE49-F238E27FC236}">
                    <a16:creationId xmlns:a16="http://schemas.microsoft.com/office/drawing/2014/main" id="{1A7B497F-0764-B5E3-EEDA-C87858733539}"/>
                  </a:ext>
                </a:extLst>
              </p:cNvPr>
              <p:cNvSpPr/>
              <p:nvPr/>
            </p:nvSpPr>
            <p:spPr>
              <a:xfrm>
                <a:off x="5441208" y="5781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6" name="Freeform 46555">
                <a:extLst>
                  <a:ext uri="{FF2B5EF4-FFF2-40B4-BE49-F238E27FC236}">
                    <a16:creationId xmlns:a16="http://schemas.microsoft.com/office/drawing/2014/main" id="{268CC131-C8FD-6BB3-5ADA-D1389D191478}"/>
                  </a:ext>
                </a:extLst>
              </p:cNvPr>
              <p:cNvSpPr/>
              <p:nvPr/>
            </p:nvSpPr>
            <p:spPr>
              <a:xfrm>
                <a:off x="5441704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7" name="Freeform 46556">
                <a:extLst>
                  <a:ext uri="{FF2B5EF4-FFF2-40B4-BE49-F238E27FC236}">
                    <a16:creationId xmlns:a16="http://schemas.microsoft.com/office/drawing/2014/main" id="{2D3DDE68-02D6-C480-CEB9-9D9D9C3FA985}"/>
                  </a:ext>
                </a:extLst>
              </p:cNvPr>
              <p:cNvSpPr/>
              <p:nvPr/>
            </p:nvSpPr>
            <p:spPr>
              <a:xfrm>
                <a:off x="5442200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8" name="Freeform 46557">
                <a:extLst>
                  <a:ext uri="{FF2B5EF4-FFF2-40B4-BE49-F238E27FC236}">
                    <a16:creationId xmlns:a16="http://schemas.microsoft.com/office/drawing/2014/main" id="{35D60ECD-A804-6E61-0085-0156CB4047FF}"/>
                  </a:ext>
                </a:extLst>
              </p:cNvPr>
              <p:cNvSpPr/>
              <p:nvPr/>
            </p:nvSpPr>
            <p:spPr>
              <a:xfrm>
                <a:off x="5442795" y="6036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59" name="Freeform 46558">
                <a:extLst>
                  <a:ext uri="{FF2B5EF4-FFF2-40B4-BE49-F238E27FC236}">
                    <a16:creationId xmlns:a16="http://schemas.microsoft.com/office/drawing/2014/main" id="{917A730B-3A54-4988-7C3A-7569A5FF6DA6}"/>
                  </a:ext>
                </a:extLst>
              </p:cNvPr>
              <p:cNvSpPr/>
              <p:nvPr/>
            </p:nvSpPr>
            <p:spPr>
              <a:xfrm>
                <a:off x="5443291" y="6036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0" name="Freeform 46559">
                <a:extLst>
                  <a:ext uri="{FF2B5EF4-FFF2-40B4-BE49-F238E27FC236}">
                    <a16:creationId xmlns:a16="http://schemas.microsoft.com/office/drawing/2014/main" id="{157DDB94-46BF-C2FD-166F-5766FABB5058}"/>
                  </a:ext>
                </a:extLst>
              </p:cNvPr>
              <p:cNvSpPr/>
              <p:nvPr/>
            </p:nvSpPr>
            <p:spPr>
              <a:xfrm>
                <a:off x="5443788" y="602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1" name="Freeform 46560">
                <a:extLst>
                  <a:ext uri="{FF2B5EF4-FFF2-40B4-BE49-F238E27FC236}">
                    <a16:creationId xmlns:a16="http://schemas.microsoft.com/office/drawing/2014/main" id="{6C2F8F63-ED9A-3AE6-3248-EDD0A3DCDC90}"/>
                  </a:ext>
                </a:extLst>
              </p:cNvPr>
              <p:cNvSpPr/>
              <p:nvPr/>
            </p:nvSpPr>
            <p:spPr>
              <a:xfrm>
                <a:off x="5444383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2" name="Freeform 46561">
                <a:extLst>
                  <a:ext uri="{FF2B5EF4-FFF2-40B4-BE49-F238E27FC236}">
                    <a16:creationId xmlns:a16="http://schemas.microsoft.com/office/drawing/2014/main" id="{8A1AECE1-978A-82C9-510A-787B8BAB04E4}"/>
                  </a:ext>
                </a:extLst>
              </p:cNvPr>
              <p:cNvSpPr/>
              <p:nvPr/>
            </p:nvSpPr>
            <p:spPr>
              <a:xfrm>
                <a:off x="5444879" y="6020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3" name="Freeform 46562">
                <a:extLst>
                  <a:ext uri="{FF2B5EF4-FFF2-40B4-BE49-F238E27FC236}">
                    <a16:creationId xmlns:a16="http://schemas.microsoft.com/office/drawing/2014/main" id="{1C9E8C89-800B-7FE4-FA84-ECA0B41E7BC9}"/>
                  </a:ext>
                </a:extLst>
              </p:cNvPr>
              <p:cNvSpPr/>
              <p:nvPr/>
            </p:nvSpPr>
            <p:spPr>
              <a:xfrm>
                <a:off x="544537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4" name="Freeform 46563">
                <a:extLst>
                  <a:ext uri="{FF2B5EF4-FFF2-40B4-BE49-F238E27FC236}">
                    <a16:creationId xmlns:a16="http://schemas.microsoft.com/office/drawing/2014/main" id="{66CC19B7-088D-F21A-AF18-91E7328A0F82}"/>
                  </a:ext>
                </a:extLst>
              </p:cNvPr>
              <p:cNvSpPr/>
              <p:nvPr/>
            </p:nvSpPr>
            <p:spPr>
              <a:xfrm>
                <a:off x="544597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5" name="Freeform 46564">
                <a:extLst>
                  <a:ext uri="{FF2B5EF4-FFF2-40B4-BE49-F238E27FC236}">
                    <a16:creationId xmlns:a16="http://schemas.microsoft.com/office/drawing/2014/main" id="{E5934D18-9B86-83F2-D449-B12F6B727064}"/>
                  </a:ext>
                </a:extLst>
              </p:cNvPr>
              <p:cNvSpPr/>
              <p:nvPr/>
            </p:nvSpPr>
            <p:spPr>
              <a:xfrm>
                <a:off x="544646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6" name="Freeform 46565">
                <a:extLst>
                  <a:ext uri="{FF2B5EF4-FFF2-40B4-BE49-F238E27FC236}">
                    <a16:creationId xmlns:a16="http://schemas.microsoft.com/office/drawing/2014/main" id="{1E80E526-5B71-9875-2463-C3BAC613028F}"/>
                  </a:ext>
                </a:extLst>
              </p:cNvPr>
              <p:cNvSpPr/>
              <p:nvPr/>
            </p:nvSpPr>
            <p:spPr>
              <a:xfrm>
                <a:off x="54469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7" name="Freeform 46566">
                <a:extLst>
                  <a:ext uri="{FF2B5EF4-FFF2-40B4-BE49-F238E27FC236}">
                    <a16:creationId xmlns:a16="http://schemas.microsoft.com/office/drawing/2014/main" id="{1EDC480D-C2BE-1665-C91E-D76385BD0A5D}"/>
                  </a:ext>
                </a:extLst>
              </p:cNvPr>
              <p:cNvSpPr/>
              <p:nvPr/>
            </p:nvSpPr>
            <p:spPr>
              <a:xfrm>
                <a:off x="544755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8" name="Freeform 46567">
                <a:extLst>
                  <a:ext uri="{FF2B5EF4-FFF2-40B4-BE49-F238E27FC236}">
                    <a16:creationId xmlns:a16="http://schemas.microsoft.com/office/drawing/2014/main" id="{44C5A62E-352F-DF7C-889A-631804BE2296}"/>
                  </a:ext>
                </a:extLst>
              </p:cNvPr>
              <p:cNvSpPr/>
              <p:nvPr/>
            </p:nvSpPr>
            <p:spPr>
              <a:xfrm>
                <a:off x="544805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69" name="Freeform 46568">
                <a:extLst>
                  <a:ext uri="{FF2B5EF4-FFF2-40B4-BE49-F238E27FC236}">
                    <a16:creationId xmlns:a16="http://schemas.microsoft.com/office/drawing/2014/main" id="{72108DF3-05F2-32B1-279F-DEFF67D24E8C}"/>
                  </a:ext>
                </a:extLst>
              </p:cNvPr>
              <p:cNvSpPr/>
              <p:nvPr/>
            </p:nvSpPr>
            <p:spPr>
              <a:xfrm>
                <a:off x="544855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0" name="Freeform 46569">
                <a:extLst>
                  <a:ext uri="{FF2B5EF4-FFF2-40B4-BE49-F238E27FC236}">
                    <a16:creationId xmlns:a16="http://schemas.microsoft.com/office/drawing/2014/main" id="{F2A2A7E8-22F7-4643-31FA-DD297C1B3E1F}"/>
                  </a:ext>
                </a:extLst>
              </p:cNvPr>
              <p:cNvSpPr/>
              <p:nvPr/>
            </p:nvSpPr>
            <p:spPr>
              <a:xfrm>
                <a:off x="54491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1" name="Freeform 46570">
                <a:extLst>
                  <a:ext uri="{FF2B5EF4-FFF2-40B4-BE49-F238E27FC236}">
                    <a16:creationId xmlns:a16="http://schemas.microsoft.com/office/drawing/2014/main" id="{FA31323A-5B06-17E9-EABA-DE4377593AF9}"/>
                  </a:ext>
                </a:extLst>
              </p:cNvPr>
              <p:cNvSpPr/>
              <p:nvPr/>
            </p:nvSpPr>
            <p:spPr>
              <a:xfrm>
                <a:off x="54496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2" name="Freeform 46571">
                <a:extLst>
                  <a:ext uri="{FF2B5EF4-FFF2-40B4-BE49-F238E27FC236}">
                    <a16:creationId xmlns:a16="http://schemas.microsoft.com/office/drawing/2014/main" id="{390965B3-9FCA-7DA4-5355-B3F35698F3B2}"/>
                  </a:ext>
                </a:extLst>
              </p:cNvPr>
              <p:cNvSpPr/>
              <p:nvPr/>
            </p:nvSpPr>
            <p:spPr>
              <a:xfrm>
                <a:off x="54501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3" name="Freeform 46572">
                <a:extLst>
                  <a:ext uri="{FF2B5EF4-FFF2-40B4-BE49-F238E27FC236}">
                    <a16:creationId xmlns:a16="http://schemas.microsoft.com/office/drawing/2014/main" id="{1C0F6B6F-42FF-5CE4-7E0E-BE2D58BED01A}"/>
                  </a:ext>
                </a:extLst>
              </p:cNvPr>
              <p:cNvSpPr/>
              <p:nvPr/>
            </p:nvSpPr>
            <p:spPr>
              <a:xfrm>
                <a:off x="54507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4" name="Freeform 46573">
                <a:extLst>
                  <a:ext uri="{FF2B5EF4-FFF2-40B4-BE49-F238E27FC236}">
                    <a16:creationId xmlns:a16="http://schemas.microsoft.com/office/drawing/2014/main" id="{D5B63667-19A5-9248-BBEC-78071DF11682}"/>
                  </a:ext>
                </a:extLst>
              </p:cNvPr>
              <p:cNvSpPr/>
              <p:nvPr/>
            </p:nvSpPr>
            <p:spPr>
              <a:xfrm>
                <a:off x="545122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5" name="Freeform 46574">
                <a:extLst>
                  <a:ext uri="{FF2B5EF4-FFF2-40B4-BE49-F238E27FC236}">
                    <a16:creationId xmlns:a16="http://schemas.microsoft.com/office/drawing/2014/main" id="{52DEB209-6970-393A-DB4F-D9D0FC8DB411}"/>
                  </a:ext>
                </a:extLst>
              </p:cNvPr>
              <p:cNvSpPr/>
              <p:nvPr/>
            </p:nvSpPr>
            <p:spPr>
              <a:xfrm>
                <a:off x="5451725" y="5982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6" name="Freeform 46575">
                <a:extLst>
                  <a:ext uri="{FF2B5EF4-FFF2-40B4-BE49-F238E27FC236}">
                    <a16:creationId xmlns:a16="http://schemas.microsoft.com/office/drawing/2014/main" id="{5ECF2444-943A-CFA9-215E-F3A27246717A}"/>
                  </a:ext>
                </a:extLst>
              </p:cNvPr>
              <p:cNvSpPr/>
              <p:nvPr/>
            </p:nvSpPr>
            <p:spPr>
              <a:xfrm>
                <a:off x="5452221" y="5786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7" name="Freeform 46576">
                <a:extLst>
                  <a:ext uri="{FF2B5EF4-FFF2-40B4-BE49-F238E27FC236}">
                    <a16:creationId xmlns:a16="http://schemas.microsoft.com/office/drawing/2014/main" id="{7944D678-DA35-B88E-5E92-283493F6A07C}"/>
                  </a:ext>
                </a:extLst>
              </p:cNvPr>
              <p:cNvSpPr/>
              <p:nvPr/>
            </p:nvSpPr>
            <p:spPr>
              <a:xfrm>
                <a:off x="5452816" y="580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8" name="Freeform 46577">
                <a:extLst>
                  <a:ext uri="{FF2B5EF4-FFF2-40B4-BE49-F238E27FC236}">
                    <a16:creationId xmlns:a16="http://schemas.microsoft.com/office/drawing/2014/main" id="{9F97A757-136D-6D11-3727-2014D33A4169}"/>
                  </a:ext>
                </a:extLst>
              </p:cNvPr>
              <p:cNvSpPr/>
              <p:nvPr/>
            </p:nvSpPr>
            <p:spPr>
              <a:xfrm>
                <a:off x="5453313" y="582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79" name="Freeform 46578">
                <a:extLst>
                  <a:ext uri="{FF2B5EF4-FFF2-40B4-BE49-F238E27FC236}">
                    <a16:creationId xmlns:a16="http://schemas.microsoft.com/office/drawing/2014/main" id="{095A1691-A597-6B51-00D3-9FA49A9D090F}"/>
                  </a:ext>
                </a:extLst>
              </p:cNvPr>
              <p:cNvSpPr/>
              <p:nvPr/>
            </p:nvSpPr>
            <p:spPr>
              <a:xfrm>
                <a:off x="5453809" y="5756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0" name="Freeform 46579">
                <a:extLst>
                  <a:ext uri="{FF2B5EF4-FFF2-40B4-BE49-F238E27FC236}">
                    <a16:creationId xmlns:a16="http://schemas.microsoft.com/office/drawing/2014/main" id="{1F96955A-CAAA-8DA5-F3FB-B7BF2B7ECC16}"/>
                  </a:ext>
                </a:extLst>
              </p:cNvPr>
              <p:cNvSpPr/>
              <p:nvPr/>
            </p:nvSpPr>
            <p:spPr>
              <a:xfrm>
                <a:off x="5454404" y="5829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1" name="Freeform 46580">
                <a:extLst>
                  <a:ext uri="{FF2B5EF4-FFF2-40B4-BE49-F238E27FC236}">
                    <a16:creationId xmlns:a16="http://schemas.microsoft.com/office/drawing/2014/main" id="{408964C0-4836-65D2-21E3-6892CF0BF0E8}"/>
                  </a:ext>
                </a:extLst>
              </p:cNvPr>
              <p:cNvSpPr/>
              <p:nvPr/>
            </p:nvSpPr>
            <p:spPr>
              <a:xfrm>
                <a:off x="5454900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2" name="Freeform 46581">
                <a:extLst>
                  <a:ext uri="{FF2B5EF4-FFF2-40B4-BE49-F238E27FC236}">
                    <a16:creationId xmlns:a16="http://schemas.microsoft.com/office/drawing/2014/main" id="{BC21FE22-AF04-3BB3-00CD-511EF6DB3CE1}"/>
                  </a:ext>
                </a:extLst>
              </p:cNvPr>
              <p:cNvSpPr/>
              <p:nvPr/>
            </p:nvSpPr>
            <p:spPr>
              <a:xfrm>
                <a:off x="5455396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3" name="Freeform 46582">
                <a:extLst>
                  <a:ext uri="{FF2B5EF4-FFF2-40B4-BE49-F238E27FC236}">
                    <a16:creationId xmlns:a16="http://schemas.microsoft.com/office/drawing/2014/main" id="{57D7F25D-A217-680E-6843-B02FD02EEB42}"/>
                  </a:ext>
                </a:extLst>
              </p:cNvPr>
              <p:cNvSpPr/>
              <p:nvPr/>
            </p:nvSpPr>
            <p:spPr>
              <a:xfrm>
                <a:off x="5455991" y="6016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4" name="Freeform 46583">
                <a:extLst>
                  <a:ext uri="{FF2B5EF4-FFF2-40B4-BE49-F238E27FC236}">
                    <a16:creationId xmlns:a16="http://schemas.microsoft.com/office/drawing/2014/main" id="{6E54F95E-C9A4-B1FE-ED42-8CF81F0E1C8A}"/>
                  </a:ext>
                </a:extLst>
              </p:cNvPr>
              <p:cNvSpPr/>
              <p:nvPr/>
            </p:nvSpPr>
            <p:spPr>
              <a:xfrm>
                <a:off x="5456488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5" name="Freeform 46584">
                <a:extLst>
                  <a:ext uri="{FF2B5EF4-FFF2-40B4-BE49-F238E27FC236}">
                    <a16:creationId xmlns:a16="http://schemas.microsoft.com/office/drawing/2014/main" id="{08543ED8-142A-7148-58DA-468B240DB502}"/>
                  </a:ext>
                </a:extLst>
              </p:cNvPr>
              <p:cNvSpPr/>
              <p:nvPr/>
            </p:nvSpPr>
            <p:spPr>
              <a:xfrm>
                <a:off x="5456984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6" name="Freeform 46585">
                <a:extLst>
                  <a:ext uri="{FF2B5EF4-FFF2-40B4-BE49-F238E27FC236}">
                    <a16:creationId xmlns:a16="http://schemas.microsoft.com/office/drawing/2014/main" id="{13DE7F33-9FF8-C10C-7BB3-0C585E745481}"/>
                  </a:ext>
                </a:extLst>
              </p:cNvPr>
              <p:cNvSpPr/>
              <p:nvPr/>
            </p:nvSpPr>
            <p:spPr>
              <a:xfrm>
                <a:off x="5457579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7" name="Freeform 46586">
                <a:extLst>
                  <a:ext uri="{FF2B5EF4-FFF2-40B4-BE49-F238E27FC236}">
                    <a16:creationId xmlns:a16="http://schemas.microsoft.com/office/drawing/2014/main" id="{E8215FF2-A9A4-ABB4-E075-6B5E36B172FF}"/>
                  </a:ext>
                </a:extLst>
              </p:cNvPr>
              <p:cNvSpPr/>
              <p:nvPr/>
            </p:nvSpPr>
            <p:spPr>
              <a:xfrm>
                <a:off x="545807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8" name="Freeform 46587">
                <a:extLst>
                  <a:ext uri="{FF2B5EF4-FFF2-40B4-BE49-F238E27FC236}">
                    <a16:creationId xmlns:a16="http://schemas.microsoft.com/office/drawing/2014/main" id="{7FED10D7-2724-29E3-8840-095D9B2E9A94}"/>
                  </a:ext>
                </a:extLst>
              </p:cNvPr>
              <p:cNvSpPr/>
              <p:nvPr/>
            </p:nvSpPr>
            <p:spPr>
              <a:xfrm>
                <a:off x="545857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89" name="Freeform 46588">
                <a:extLst>
                  <a:ext uri="{FF2B5EF4-FFF2-40B4-BE49-F238E27FC236}">
                    <a16:creationId xmlns:a16="http://schemas.microsoft.com/office/drawing/2014/main" id="{0BED1D91-3B73-022E-F388-72D14BA1E51D}"/>
                  </a:ext>
                </a:extLst>
              </p:cNvPr>
              <p:cNvSpPr/>
              <p:nvPr/>
            </p:nvSpPr>
            <p:spPr>
              <a:xfrm>
                <a:off x="54591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0" name="Freeform 46589">
                <a:extLst>
                  <a:ext uri="{FF2B5EF4-FFF2-40B4-BE49-F238E27FC236}">
                    <a16:creationId xmlns:a16="http://schemas.microsoft.com/office/drawing/2014/main" id="{361A979E-A98A-8EB8-8829-B8615A9C2B1F}"/>
                  </a:ext>
                </a:extLst>
              </p:cNvPr>
              <p:cNvSpPr/>
              <p:nvPr/>
            </p:nvSpPr>
            <p:spPr>
              <a:xfrm>
                <a:off x="54596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1" name="Freeform 46590">
                <a:extLst>
                  <a:ext uri="{FF2B5EF4-FFF2-40B4-BE49-F238E27FC236}">
                    <a16:creationId xmlns:a16="http://schemas.microsoft.com/office/drawing/2014/main" id="{4B2963DD-2EDD-B130-5C2F-CF0F01B3041D}"/>
                  </a:ext>
                </a:extLst>
              </p:cNvPr>
              <p:cNvSpPr/>
              <p:nvPr/>
            </p:nvSpPr>
            <p:spPr>
              <a:xfrm>
                <a:off x="54601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2" name="Freeform 46591">
                <a:extLst>
                  <a:ext uri="{FF2B5EF4-FFF2-40B4-BE49-F238E27FC236}">
                    <a16:creationId xmlns:a16="http://schemas.microsoft.com/office/drawing/2014/main" id="{D6AB733A-49C1-15C8-63A4-6CABFDC4E41B}"/>
                  </a:ext>
                </a:extLst>
              </p:cNvPr>
              <p:cNvSpPr/>
              <p:nvPr/>
            </p:nvSpPr>
            <p:spPr>
              <a:xfrm>
                <a:off x="54607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3" name="Freeform 46592">
                <a:extLst>
                  <a:ext uri="{FF2B5EF4-FFF2-40B4-BE49-F238E27FC236}">
                    <a16:creationId xmlns:a16="http://schemas.microsoft.com/office/drawing/2014/main" id="{FFEEEF9F-0507-A463-143C-456C45289930}"/>
                  </a:ext>
                </a:extLst>
              </p:cNvPr>
              <p:cNvSpPr/>
              <p:nvPr/>
            </p:nvSpPr>
            <p:spPr>
              <a:xfrm>
                <a:off x="54612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4" name="Freeform 46593">
                <a:extLst>
                  <a:ext uri="{FF2B5EF4-FFF2-40B4-BE49-F238E27FC236}">
                    <a16:creationId xmlns:a16="http://schemas.microsoft.com/office/drawing/2014/main" id="{4309054C-D8C0-B919-F567-E1E0A7E7DC75}"/>
                  </a:ext>
                </a:extLst>
              </p:cNvPr>
              <p:cNvSpPr/>
              <p:nvPr/>
            </p:nvSpPr>
            <p:spPr>
              <a:xfrm>
                <a:off x="54617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5" name="Freeform 46594">
                <a:extLst>
                  <a:ext uri="{FF2B5EF4-FFF2-40B4-BE49-F238E27FC236}">
                    <a16:creationId xmlns:a16="http://schemas.microsoft.com/office/drawing/2014/main" id="{BBDD8D0F-CCEC-2C73-3E55-8DAED5F9B813}"/>
                  </a:ext>
                </a:extLst>
              </p:cNvPr>
              <p:cNvSpPr/>
              <p:nvPr/>
            </p:nvSpPr>
            <p:spPr>
              <a:xfrm>
                <a:off x="54623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6" name="Freeform 46595">
                <a:extLst>
                  <a:ext uri="{FF2B5EF4-FFF2-40B4-BE49-F238E27FC236}">
                    <a16:creationId xmlns:a16="http://schemas.microsoft.com/office/drawing/2014/main" id="{98E130B5-41FD-7533-21C2-038B92FE0C43}"/>
                  </a:ext>
                </a:extLst>
              </p:cNvPr>
              <p:cNvSpPr/>
              <p:nvPr/>
            </p:nvSpPr>
            <p:spPr>
              <a:xfrm>
                <a:off x="54628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7" name="Freeform 46596">
                <a:extLst>
                  <a:ext uri="{FF2B5EF4-FFF2-40B4-BE49-F238E27FC236}">
                    <a16:creationId xmlns:a16="http://schemas.microsoft.com/office/drawing/2014/main" id="{5B593263-0442-7969-F82B-C564F36933DA}"/>
                  </a:ext>
                </a:extLst>
              </p:cNvPr>
              <p:cNvSpPr/>
              <p:nvPr/>
            </p:nvSpPr>
            <p:spPr>
              <a:xfrm>
                <a:off x="54633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8" name="Freeform 46597">
                <a:extLst>
                  <a:ext uri="{FF2B5EF4-FFF2-40B4-BE49-F238E27FC236}">
                    <a16:creationId xmlns:a16="http://schemas.microsoft.com/office/drawing/2014/main" id="{EB6B774E-06CC-51EF-88F8-65E9F3ABBD8A}"/>
                  </a:ext>
                </a:extLst>
              </p:cNvPr>
              <p:cNvSpPr/>
              <p:nvPr/>
            </p:nvSpPr>
            <p:spPr>
              <a:xfrm>
                <a:off x="5463929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99" name="Freeform 46598">
                <a:extLst>
                  <a:ext uri="{FF2B5EF4-FFF2-40B4-BE49-F238E27FC236}">
                    <a16:creationId xmlns:a16="http://schemas.microsoft.com/office/drawing/2014/main" id="{7839AD2A-D3E8-25D4-F364-EA429E2E8C72}"/>
                  </a:ext>
                </a:extLst>
              </p:cNvPr>
              <p:cNvSpPr/>
              <p:nvPr/>
            </p:nvSpPr>
            <p:spPr>
              <a:xfrm>
                <a:off x="5464425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0" name="Freeform 46599">
                <a:extLst>
                  <a:ext uri="{FF2B5EF4-FFF2-40B4-BE49-F238E27FC236}">
                    <a16:creationId xmlns:a16="http://schemas.microsoft.com/office/drawing/2014/main" id="{309F26A8-7D41-AA77-AA29-3D9F6C943771}"/>
                  </a:ext>
                </a:extLst>
              </p:cNvPr>
              <p:cNvSpPr/>
              <p:nvPr/>
            </p:nvSpPr>
            <p:spPr>
              <a:xfrm>
                <a:off x="5464921" y="5789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1" name="Freeform 46600">
                <a:extLst>
                  <a:ext uri="{FF2B5EF4-FFF2-40B4-BE49-F238E27FC236}">
                    <a16:creationId xmlns:a16="http://schemas.microsoft.com/office/drawing/2014/main" id="{6E9CD319-4F65-C289-D9B0-406F86BBBD10}"/>
                  </a:ext>
                </a:extLst>
              </p:cNvPr>
              <p:cNvSpPr/>
              <p:nvPr/>
            </p:nvSpPr>
            <p:spPr>
              <a:xfrm>
                <a:off x="5465417" y="5837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2" name="Freeform 46601">
                <a:extLst>
                  <a:ext uri="{FF2B5EF4-FFF2-40B4-BE49-F238E27FC236}">
                    <a16:creationId xmlns:a16="http://schemas.microsoft.com/office/drawing/2014/main" id="{0495637E-6DBA-F684-4E7F-747B387AE652}"/>
                  </a:ext>
                </a:extLst>
              </p:cNvPr>
              <p:cNvSpPr/>
              <p:nvPr/>
            </p:nvSpPr>
            <p:spPr>
              <a:xfrm>
                <a:off x="5466013" y="5842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3" name="Freeform 46602">
                <a:extLst>
                  <a:ext uri="{FF2B5EF4-FFF2-40B4-BE49-F238E27FC236}">
                    <a16:creationId xmlns:a16="http://schemas.microsoft.com/office/drawing/2014/main" id="{682CE6C0-4E80-4974-796D-EC6B8FFF2A60}"/>
                  </a:ext>
                </a:extLst>
              </p:cNvPr>
              <p:cNvSpPr/>
              <p:nvPr/>
            </p:nvSpPr>
            <p:spPr>
              <a:xfrm>
                <a:off x="5466509" y="5763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4" name="Freeform 46603">
                <a:extLst>
                  <a:ext uri="{FF2B5EF4-FFF2-40B4-BE49-F238E27FC236}">
                    <a16:creationId xmlns:a16="http://schemas.microsoft.com/office/drawing/2014/main" id="{773267AF-FE37-FF15-163A-0C99DA579237}"/>
                  </a:ext>
                </a:extLst>
              </p:cNvPr>
              <p:cNvSpPr/>
              <p:nvPr/>
            </p:nvSpPr>
            <p:spPr>
              <a:xfrm>
                <a:off x="5467005" y="5957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5" name="Freeform 46604">
                <a:extLst>
                  <a:ext uri="{FF2B5EF4-FFF2-40B4-BE49-F238E27FC236}">
                    <a16:creationId xmlns:a16="http://schemas.microsoft.com/office/drawing/2014/main" id="{11F4A114-C4EF-D483-3F83-45B1F286F0BE}"/>
                  </a:ext>
                </a:extLst>
              </p:cNvPr>
              <p:cNvSpPr/>
              <p:nvPr/>
            </p:nvSpPr>
            <p:spPr>
              <a:xfrm>
                <a:off x="5467600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6" name="Freeform 46605">
                <a:extLst>
                  <a:ext uri="{FF2B5EF4-FFF2-40B4-BE49-F238E27FC236}">
                    <a16:creationId xmlns:a16="http://schemas.microsoft.com/office/drawing/2014/main" id="{7D49091F-ABCB-6165-E62A-B3074DD42506}"/>
                  </a:ext>
                </a:extLst>
              </p:cNvPr>
              <p:cNvSpPr/>
              <p:nvPr/>
            </p:nvSpPr>
            <p:spPr>
              <a:xfrm>
                <a:off x="5468096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7" name="Freeform 46606">
                <a:extLst>
                  <a:ext uri="{FF2B5EF4-FFF2-40B4-BE49-F238E27FC236}">
                    <a16:creationId xmlns:a16="http://schemas.microsoft.com/office/drawing/2014/main" id="{302D664A-0675-413A-0C05-A3E5860A2DF3}"/>
                  </a:ext>
                </a:extLst>
              </p:cNvPr>
              <p:cNvSpPr/>
              <p:nvPr/>
            </p:nvSpPr>
            <p:spPr>
              <a:xfrm>
                <a:off x="5468592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8" name="Freeform 46607">
                <a:extLst>
                  <a:ext uri="{FF2B5EF4-FFF2-40B4-BE49-F238E27FC236}">
                    <a16:creationId xmlns:a16="http://schemas.microsoft.com/office/drawing/2014/main" id="{C25DA4FA-7DB5-2BC0-CB34-D14DEB4A88A8}"/>
                  </a:ext>
                </a:extLst>
              </p:cNvPr>
              <p:cNvSpPr/>
              <p:nvPr/>
            </p:nvSpPr>
            <p:spPr>
              <a:xfrm>
                <a:off x="5469188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09" name="Freeform 46608">
                <a:extLst>
                  <a:ext uri="{FF2B5EF4-FFF2-40B4-BE49-F238E27FC236}">
                    <a16:creationId xmlns:a16="http://schemas.microsoft.com/office/drawing/2014/main" id="{D7F49084-7274-3969-258F-F5AED84FA663}"/>
                  </a:ext>
                </a:extLst>
              </p:cNvPr>
              <p:cNvSpPr/>
              <p:nvPr/>
            </p:nvSpPr>
            <p:spPr>
              <a:xfrm>
                <a:off x="5469684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0" name="Freeform 46609">
                <a:extLst>
                  <a:ext uri="{FF2B5EF4-FFF2-40B4-BE49-F238E27FC236}">
                    <a16:creationId xmlns:a16="http://schemas.microsoft.com/office/drawing/2014/main" id="{76AD5318-349B-6F39-D951-C05C64FD7A8C}"/>
                  </a:ext>
                </a:extLst>
              </p:cNvPr>
              <p:cNvSpPr/>
              <p:nvPr/>
            </p:nvSpPr>
            <p:spPr>
              <a:xfrm>
                <a:off x="5470180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1" name="Freeform 46610">
                <a:extLst>
                  <a:ext uri="{FF2B5EF4-FFF2-40B4-BE49-F238E27FC236}">
                    <a16:creationId xmlns:a16="http://schemas.microsoft.com/office/drawing/2014/main" id="{5009EA94-1AE4-87B8-414B-481D9C663EC3}"/>
                  </a:ext>
                </a:extLst>
              </p:cNvPr>
              <p:cNvSpPr/>
              <p:nvPr/>
            </p:nvSpPr>
            <p:spPr>
              <a:xfrm>
                <a:off x="5470775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2" name="Freeform 46611">
                <a:extLst>
                  <a:ext uri="{FF2B5EF4-FFF2-40B4-BE49-F238E27FC236}">
                    <a16:creationId xmlns:a16="http://schemas.microsoft.com/office/drawing/2014/main" id="{20328217-8B67-1FAC-30F5-0B135C322964}"/>
                  </a:ext>
                </a:extLst>
              </p:cNvPr>
              <p:cNvSpPr/>
              <p:nvPr/>
            </p:nvSpPr>
            <p:spPr>
              <a:xfrm>
                <a:off x="547127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3" name="Freeform 46612">
                <a:extLst>
                  <a:ext uri="{FF2B5EF4-FFF2-40B4-BE49-F238E27FC236}">
                    <a16:creationId xmlns:a16="http://schemas.microsoft.com/office/drawing/2014/main" id="{F74BCE7F-FBC6-E0AD-2439-58E4FC3DDA0D}"/>
                  </a:ext>
                </a:extLst>
              </p:cNvPr>
              <p:cNvSpPr/>
              <p:nvPr/>
            </p:nvSpPr>
            <p:spPr>
              <a:xfrm>
                <a:off x="547176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4" name="Freeform 46613">
                <a:extLst>
                  <a:ext uri="{FF2B5EF4-FFF2-40B4-BE49-F238E27FC236}">
                    <a16:creationId xmlns:a16="http://schemas.microsoft.com/office/drawing/2014/main" id="{B61649D7-650E-F279-5E4B-AA08C65C1181}"/>
                  </a:ext>
                </a:extLst>
              </p:cNvPr>
              <p:cNvSpPr/>
              <p:nvPr/>
            </p:nvSpPr>
            <p:spPr>
              <a:xfrm>
                <a:off x="54723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5" name="Freeform 46614">
                <a:extLst>
                  <a:ext uri="{FF2B5EF4-FFF2-40B4-BE49-F238E27FC236}">
                    <a16:creationId xmlns:a16="http://schemas.microsoft.com/office/drawing/2014/main" id="{D323EF27-5CF9-4112-42A7-9C6E5D7EDB04}"/>
                  </a:ext>
                </a:extLst>
              </p:cNvPr>
              <p:cNvSpPr/>
              <p:nvPr/>
            </p:nvSpPr>
            <p:spPr>
              <a:xfrm>
                <a:off x="547285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6" name="Freeform 46615">
                <a:extLst>
                  <a:ext uri="{FF2B5EF4-FFF2-40B4-BE49-F238E27FC236}">
                    <a16:creationId xmlns:a16="http://schemas.microsoft.com/office/drawing/2014/main" id="{3238EA90-E0BD-7BED-2C65-A550CAF08E03}"/>
                  </a:ext>
                </a:extLst>
              </p:cNvPr>
              <p:cNvSpPr/>
              <p:nvPr/>
            </p:nvSpPr>
            <p:spPr>
              <a:xfrm>
                <a:off x="547335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7" name="Freeform 46616">
                <a:extLst>
                  <a:ext uri="{FF2B5EF4-FFF2-40B4-BE49-F238E27FC236}">
                    <a16:creationId xmlns:a16="http://schemas.microsoft.com/office/drawing/2014/main" id="{3ABCF83B-C05B-21F5-AFA0-0ABD2AA632EE}"/>
                  </a:ext>
                </a:extLst>
              </p:cNvPr>
              <p:cNvSpPr/>
              <p:nvPr/>
            </p:nvSpPr>
            <p:spPr>
              <a:xfrm>
                <a:off x="547395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8" name="Freeform 46617">
                <a:extLst>
                  <a:ext uri="{FF2B5EF4-FFF2-40B4-BE49-F238E27FC236}">
                    <a16:creationId xmlns:a16="http://schemas.microsoft.com/office/drawing/2014/main" id="{F6A81B25-8988-CE0D-1870-5D4DC860F155}"/>
                  </a:ext>
                </a:extLst>
              </p:cNvPr>
              <p:cNvSpPr/>
              <p:nvPr/>
            </p:nvSpPr>
            <p:spPr>
              <a:xfrm>
                <a:off x="547444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19" name="Freeform 46618">
                <a:extLst>
                  <a:ext uri="{FF2B5EF4-FFF2-40B4-BE49-F238E27FC236}">
                    <a16:creationId xmlns:a16="http://schemas.microsoft.com/office/drawing/2014/main" id="{B685943A-1789-7C40-8CEC-B711C2F7D690}"/>
                  </a:ext>
                </a:extLst>
              </p:cNvPr>
              <p:cNvSpPr/>
              <p:nvPr/>
            </p:nvSpPr>
            <p:spPr>
              <a:xfrm>
                <a:off x="54749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0" name="Freeform 46619">
                <a:extLst>
                  <a:ext uri="{FF2B5EF4-FFF2-40B4-BE49-F238E27FC236}">
                    <a16:creationId xmlns:a16="http://schemas.microsoft.com/office/drawing/2014/main" id="{200E9E49-5001-E610-A2D0-B6719929B192}"/>
                  </a:ext>
                </a:extLst>
              </p:cNvPr>
              <p:cNvSpPr/>
              <p:nvPr/>
            </p:nvSpPr>
            <p:spPr>
              <a:xfrm>
                <a:off x="547553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1" name="Freeform 46620">
                <a:extLst>
                  <a:ext uri="{FF2B5EF4-FFF2-40B4-BE49-F238E27FC236}">
                    <a16:creationId xmlns:a16="http://schemas.microsoft.com/office/drawing/2014/main" id="{7C1B82B1-0663-BE74-2AA1-F0655AAF67D1}"/>
                  </a:ext>
                </a:extLst>
              </p:cNvPr>
              <p:cNvSpPr/>
              <p:nvPr/>
            </p:nvSpPr>
            <p:spPr>
              <a:xfrm>
                <a:off x="547603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2" name="Freeform 46621">
                <a:extLst>
                  <a:ext uri="{FF2B5EF4-FFF2-40B4-BE49-F238E27FC236}">
                    <a16:creationId xmlns:a16="http://schemas.microsoft.com/office/drawing/2014/main" id="{3EE11F8D-B09A-29F9-002B-92C7DF210B44}"/>
                  </a:ext>
                </a:extLst>
              </p:cNvPr>
              <p:cNvSpPr/>
              <p:nvPr/>
            </p:nvSpPr>
            <p:spPr>
              <a:xfrm>
                <a:off x="547653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3" name="Freeform 46622">
                <a:extLst>
                  <a:ext uri="{FF2B5EF4-FFF2-40B4-BE49-F238E27FC236}">
                    <a16:creationId xmlns:a16="http://schemas.microsoft.com/office/drawing/2014/main" id="{AAA3660C-5DDE-6352-11D6-D71037841E76}"/>
                  </a:ext>
                </a:extLst>
              </p:cNvPr>
              <p:cNvSpPr/>
              <p:nvPr/>
            </p:nvSpPr>
            <p:spPr>
              <a:xfrm>
                <a:off x="5477026" y="6007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4" name="Freeform 46623">
                <a:extLst>
                  <a:ext uri="{FF2B5EF4-FFF2-40B4-BE49-F238E27FC236}">
                    <a16:creationId xmlns:a16="http://schemas.microsoft.com/office/drawing/2014/main" id="{5478C28A-A218-1B2C-52EF-3EAE6E4A4E92}"/>
                  </a:ext>
                </a:extLst>
              </p:cNvPr>
              <p:cNvSpPr/>
              <p:nvPr/>
            </p:nvSpPr>
            <p:spPr>
              <a:xfrm>
                <a:off x="5477621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5" name="Freeform 46624">
                <a:extLst>
                  <a:ext uri="{FF2B5EF4-FFF2-40B4-BE49-F238E27FC236}">
                    <a16:creationId xmlns:a16="http://schemas.microsoft.com/office/drawing/2014/main" id="{CA6046AB-A829-E447-0715-CC23FC039754}"/>
                  </a:ext>
                </a:extLst>
              </p:cNvPr>
              <p:cNvSpPr/>
              <p:nvPr/>
            </p:nvSpPr>
            <p:spPr>
              <a:xfrm>
                <a:off x="5478117" y="5886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6" name="Freeform 46625">
                <a:extLst>
                  <a:ext uri="{FF2B5EF4-FFF2-40B4-BE49-F238E27FC236}">
                    <a16:creationId xmlns:a16="http://schemas.microsoft.com/office/drawing/2014/main" id="{2CCE6259-AA9D-255E-B738-B80DC2A19A26}"/>
                  </a:ext>
                </a:extLst>
              </p:cNvPr>
              <p:cNvSpPr/>
              <p:nvPr/>
            </p:nvSpPr>
            <p:spPr>
              <a:xfrm>
                <a:off x="5478613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7" name="Freeform 46626">
                <a:extLst>
                  <a:ext uri="{FF2B5EF4-FFF2-40B4-BE49-F238E27FC236}">
                    <a16:creationId xmlns:a16="http://schemas.microsoft.com/office/drawing/2014/main" id="{399174CE-D58D-2597-9E01-1EE846F6034F}"/>
                  </a:ext>
                </a:extLst>
              </p:cNvPr>
              <p:cNvSpPr/>
              <p:nvPr/>
            </p:nvSpPr>
            <p:spPr>
              <a:xfrm>
                <a:off x="5479209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8" name="Freeform 46627">
                <a:extLst>
                  <a:ext uri="{FF2B5EF4-FFF2-40B4-BE49-F238E27FC236}">
                    <a16:creationId xmlns:a16="http://schemas.microsoft.com/office/drawing/2014/main" id="{A1AE0912-BF97-F828-0CFC-5FABB5665D19}"/>
                  </a:ext>
                </a:extLst>
              </p:cNvPr>
              <p:cNvSpPr/>
              <p:nvPr/>
            </p:nvSpPr>
            <p:spPr>
              <a:xfrm>
                <a:off x="5479705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29" name="Freeform 46628">
                <a:extLst>
                  <a:ext uri="{FF2B5EF4-FFF2-40B4-BE49-F238E27FC236}">
                    <a16:creationId xmlns:a16="http://schemas.microsoft.com/office/drawing/2014/main" id="{AAEB0224-4556-0235-8C90-D1D6C95F14DE}"/>
                  </a:ext>
                </a:extLst>
              </p:cNvPr>
              <p:cNvSpPr/>
              <p:nvPr/>
            </p:nvSpPr>
            <p:spPr>
              <a:xfrm>
                <a:off x="5480201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0" name="Freeform 46629">
                <a:extLst>
                  <a:ext uri="{FF2B5EF4-FFF2-40B4-BE49-F238E27FC236}">
                    <a16:creationId xmlns:a16="http://schemas.microsoft.com/office/drawing/2014/main" id="{98FA5D34-2D30-7C77-21B1-26856320CE65}"/>
                  </a:ext>
                </a:extLst>
              </p:cNvPr>
              <p:cNvSpPr/>
              <p:nvPr/>
            </p:nvSpPr>
            <p:spPr>
              <a:xfrm>
                <a:off x="5480796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1" name="Freeform 46630">
                <a:extLst>
                  <a:ext uri="{FF2B5EF4-FFF2-40B4-BE49-F238E27FC236}">
                    <a16:creationId xmlns:a16="http://schemas.microsoft.com/office/drawing/2014/main" id="{4FEB84F9-33DD-F194-40F3-107C9701C0A0}"/>
                  </a:ext>
                </a:extLst>
              </p:cNvPr>
              <p:cNvSpPr/>
              <p:nvPr/>
            </p:nvSpPr>
            <p:spPr>
              <a:xfrm>
                <a:off x="5481292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2" name="Freeform 46631">
                <a:extLst>
                  <a:ext uri="{FF2B5EF4-FFF2-40B4-BE49-F238E27FC236}">
                    <a16:creationId xmlns:a16="http://schemas.microsoft.com/office/drawing/2014/main" id="{7ECB9FB9-120E-23EC-5325-DBBACBCCA557}"/>
                  </a:ext>
                </a:extLst>
              </p:cNvPr>
              <p:cNvSpPr/>
              <p:nvPr/>
            </p:nvSpPr>
            <p:spPr>
              <a:xfrm>
                <a:off x="5481788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3" name="Freeform 46632">
                <a:extLst>
                  <a:ext uri="{FF2B5EF4-FFF2-40B4-BE49-F238E27FC236}">
                    <a16:creationId xmlns:a16="http://schemas.microsoft.com/office/drawing/2014/main" id="{0989382A-81F9-2BBF-E883-3375319E0109}"/>
                  </a:ext>
                </a:extLst>
              </p:cNvPr>
              <p:cNvSpPr/>
              <p:nvPr/>
            </p:nvSpPr>
            <p:spPr>
              <a:xfrm>
                <a:off x="5482384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4" name="Freeform 46633">
                <a:extLst>
                  <a:ext uri="{FF2B5EF4-FFF2-40B4-BE49-F238E27FC236}">
                    <a16:creationId xmlns:a16="http://schemas.microsoft.com/office/drawing/2014/main" id="{F1FCA286-72BA-8366-0D77-F7732F98592C}"/>
                  </a:ext>
                </a:extLst>
              </p:cNvPr>
              <p:cNvSpPr/>
              <p:nvPr/>
            </p:nvSpPr>
            <p:spPr>
              <a:xfrm>
                <a:off x="5482880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5" name="Freeform 46634">
                <a:extLst>
                  <a:ext uri="{FF2B5EF4-FFF2-40B4-BE49-F238E27FC236}">
                    <a16:creationId xmlns:a16="http://schemas.microsoft.com/office/drawing/2014/main" id="{1EE18856-3D1C-113A-BBBF-7EBAEE84B8F4}"/>
                  </a:ext>
                </a:extLst>
              </p:cNvPr>
              <p:cNvSpPr/>
              <p:nvPr/>
            </p:nvSpPr>
            <p:spPr>
              <a:xfrm>
                <a:off x="5483376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6" name="Freeform 46635">
                <a:extLst>
                  <a:ext uri="{FF2B5EF4-FFF2-40B4-BE49-F238E27FC236}">
                    <a16:creationId xmlns:a16="http://schemas.microsoft.com/office/drawing/2014/main" id="{33769E14-FE1C-26E2-439B-96F2AA4A47B3}"/>
                  </a:ext>
                </a:extLst>
              </p:cNvPr>
              <p:cNvSpPr/>
              <p:nvPr/>
            </p:nvSpPr>
            <p:spPr>
              <a:xfrm>
                <a:off x="548397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7" name="Freeform 46636">
                <a:extLst>
                  <a:ext uri="{FF2B5EF4-FFF2-40B4-BE49-F238E27FC236}">
                    <a16:creationId xmlns:a16="http://schemas.microsoft.com/office/drawing/2014/main" id="{7530AD69-A4AD-DCAE-BC22-EC12C00BEDDC}"/>
                  </a:ext>
                </a:extLst>
              </p:cNvPr>
              <p:cNvSpPr/>
              <p:nvPr/>
            </p:nvSpPr>
            <p:spPr>
              <a:xfrm>
                <a:off x="548446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8" name="Freeform 46637">
                <a:extLst>
                  <a:ext uri="{FF2B5EF4-FFF2-40B4-BE49-F238E27FC236}">
                    <a16:creationId xmlns:a16="http://schemas.microsoft.com/office/drawing/2014/main" id="{108FD476-F5E1-7C94-2FA4-C4720353289B}"/>
                  </a:ext>
                </a:extLst>
              </p:cNvPr>
              <p:cNvSpPr/>
              <p:nvPr/>
            </p:nvSpPr>
            <p:spPr>
              <a:xfrm>
                <a:off x="54849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39" name="Freeform 46638">
                <a:extLst>
                  <a:ext uri="{FF2B5EF4-FFF2-40B4-BE49-F238E27FC236}">
                    <a16:creationId xmlns:a16="http://schemas.microsoft.com/office/drawing/2014/main" id="{D6CFA5C0-D8BC-4156-03CC-ACB0C7485BFE}"/>
                  </a:ext>
                </a:extLst>
              </p:cNvPr>
              <p:cNvSpPr/>
              <p:nvPr/>
            </p:nvSpPr>
            <p:spPr>
              <a:xfrm>
                <a:off x="548555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0" name="Freeform 46639">
                <a:extLst>
                  <a:ext uri="{FF2B5EF4-FFF2-40B4-BE49-F238E27FC236}">
                    <a16:creationId xmlns:a16="http://schemas.microsoft.com/office/drawing/2014/main" id="{FA1B3320-3644-77C3-7D6B-CB5508EDF4DC}"/>
                  </a:ext>
                </a:extLst>
              </p:cNvPr>
              <p:cNvSpPr/>
              <p:nvPr/>
            </p:nvSpPr>
            <p:spPr>
              <a:xfrm>
                <a:off x="548605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1" name="Freeform 46640">
                <a:extLst>
                  <a:ext uri="{FF2B5EF4-FFF2-40B4-BE49-F238E27FC236}">
                    <a16:creationId xmlns:a16="http://schemas.microsoft.com/office/drawing/2014/main" id="{241CD397-F541-CC26-2AC5-B433A65B5038}"/>
                  </a:ext>
                </a:extLst>
              </p:cNvPr>
              <p:cNvSpPr/>
              <p:nvPr/>
            </p:nvSpPr>
            <p:spPr>
              <a:xfrm>
                <a:off x="54865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2" name="Freeform 46641">
                <a:extLst>
                  <a:ext uri="{FF2B5EF4-FFF2-40B4-BE49-F238E27FC236}">
                    <a16:creationId xmlns:a16="http://schemas.microsoft.com/office/drawing/2014/main" id="{B544B6C0-9558-8D4A-F6D3-12D1069C072E}"/>
                  </a:ext>
                </a:extLst>
              </p:cNvPr>
              <p:cNvSpPr/>
              <p:nvPr/>
            </p:nvSpPr>
            <p:spPr>
              <a:xfrm>
                <a:off x="54871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3" name="Freeform 46642">
                <a:extLst>
                  <a:ext uri="{FF2B5EF4-FFF2-40B4-BE49-F238E27FC236}">
                    <a16:creationId xmlns:a16="http://schemas.microsoft.com/office/drawing/2014/main" id="{DB5B7A8B-0625-54C8-8FEE-FF7B1D160487}"/>
                  </a:ext>
                </a:extLst>
              </p:cNvPr>
              <p:cNvSpPr/>
              <p:nvPr/>
            </p:nvSpPr>
            <p:spPr>
              <a:xfrm>
                <a:off x="54876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4" name="Freeform 46643">
                <a:extLst>
                  <a:ext uri="{FF2B5EF4-FFF2-40B4-BE49-F238E27FC236}">
                    <a16:creationId xmlns:a16="http://schemas.microsoft.com/office/drawing/2014/main" id="{E5847FCD-7E3B-880E-AD11-7212478E7021}"/>
                  </a:ext>
                </a:extLst>
              </p:cNvPr>
              <p:cNvSpPr/>
              <p:nvPr/>
            </p:nvSpPr>
            <p:spPr>
              <a:xfrm>
                <a:off x="54881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5" name="Freeform 46644">
                <a:extLst>
                  <a:ext uri="{FF2B5EF4-FFF2-40B4-BE49-F238E27FC236}">
                    <a16:creationId xmlns:a16="http://schemas.microsoft.com/office/drawing/2014/main" id="{BFE608D8-1906-434A-0E84-50E8F007DCEA}"/>
                  </a:ext>
                </a:extLst>
              </p:cNvPr>
              <p:cNvSpPr/>
              <p:nvPr/>
            </p:nvSpPr>
            <p:spPr>
              <a:xfrm>
                <a:off x="548873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6" name="Freeform 46645">
                <a:extLst>
                  <a:ext uri="{FF2B5EF4-FFF2-40B4-BE49-F238E27FC236}">
                    <a16:creationId xmlns:a16="http://schemas.microsoft.com/office/drawing/2014/main" id="{01F25EA4-5903-E146-378B-FD9ECC800101}"/>
                  </a:ext>
                </a:extLst>
              </p:cNvPr>
              <p:cNvSpPr/>
              <p:nvPr/>
            </p:nvSpPr>
            <p:spPr>
              <a:xfrm>
                <a:off x="5489230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7" name="Freeform 46646">
                <a:extLst>
                  <a:ext uri="{FF2B5EF4-FFF2-40B4-BE49-F238E27FC236}">
                    <a16:creationId xmlns:a16="http://schemas.microsoft.com/office/drawing/2014/main" id="{BA1FB9E9-54F8-B11A-F2BF-3825675EE4E7}"/>
                  </a:ext>
                </a:extLst>
              </p:cNvPr>
              <p:cNvSpPr/>
              <p:nvPr/>
            </p:nvSpPr>
            <p:spPr>
              <a:xfrm>
                <a:off x="5489726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8" name="Freeform 46647">
                <a:extLst>
                  <a:ext uri="{FF2B5EF4-FFF2-40B4-BE49-F238E27FC236}">
                    <a16:creationId xmlns:a16="http://schemas.microsoft.com/office/drawing/2014/main" id="{E07BD2CB-D59E-89A7-3A01-1142A0F76573}"/>
                  </a:ext>
                </a:extLst>
              </p:cNvPr>
              <p:cNvSpPr/>
              <p:nvPr/>
            </p:nvSpPr>
            <p:spPr>
              <a:xfrm>
                <a:off x="5490222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49" name="Freeform 46648">
                <a:extLst>
                  <a:ext uri="{FF2B5EF4-FFF2-40B4-BE49-F238E27FC236}">
                    <a16:creationId xmlns:a16="http://schemas.microsoft.com/office/drawing/2014/main" id="{90D571AB-7D99-5C77-8BAC-ED09B19865BA}"/>
                  </a:ext>
                </a:extLst>
              </p:cNvPr>
              <p:cNvSpPr/>
              <p:nvPr/>
            </p:nvSpPr>
            <p:spPr>
              <a:xfrm>
                <a:off x="5490817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0" name="Freeform 46649">
                <a:extLst>
                  <a:ext uri="{FF2B5EF4-FFF2-40B4-BE49-F238E27FC236}">
                    <a16:creationId xmlns:a16="http://schemas.microsoft.com/office/drawing/2014/main" id="{417BA825-E56A-C5EE-97CC-03560D8AF6CE}"/>
                  </a:ext>
                </a:extLst>
              </p:cNvPr>
              <p:cNvSpPr/>
              <p:nvPr/>
            </p:nvSpPr>
            <p:spPr>
              <a:xfrm>
                <a:off x="5491313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1" name="Freeform 46650">
                <a:extLst>
                  <a:ext uri="{FF2B5EF4-FFF2-40B4-BE49-F238E27FC236}">
                    <a16:creationId xmlns:a16="http://schemas.microsoft.com/office/drawing/2014/main" id="{2CAA2B35-DB7B-EFE6-8ABB-BFAED3C33664}"/>
                  </a:ext>
                </a:extLst>
              </p:cNvPr>
              <p:cNvSpPr/>
              <p:nvPr/>
            </p:nvSpPr>
            <p:spPr>
              <a:xfrm>
                <a:off x="5491809" y="597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2" name="Freeform 46651">
                <a:extLst>
                  <a:ext uri="{FF2B5EF4-FFF2-40B4-BE49-F238E27FC236}">
                    <a16:creationId xmlns:a16="http://schemas.microsoft.com/office/drawing/2014/main" id="{2D0710E3-390F-53DF-4892-0F9BE1E0E263}"/>
                  </a:ext>
                </a:extLst>
              </p:cNvPr>
              <p:cNvSpPr/>
              <p:nvPr/>
            </p:nvSpPr>
            <p:spPr>
              <a:xfrm>
                <a:off x="5492405" y="5961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3" name="Freeform 46652">
                <a:extLst>
                  <a:ext uri="{FF2B5EF4-FFF2-40B4-BE49-F238E27FC236}">
                    <a16:creationId xmlns:a16="http://schemas.microsoft.com/office/drawing/2014/main" id="{BCDC064A-BA31-AAED-E7E5-DB66832B8F03}"/>
                  </a:ext>
                </a:extLst>
              </p:cNvPr>
              <p:cNvSpPr/>
              <p:nvPr/>
            </p:nvSpPr>
            <p:spPr>
              <a:xfrm>
                <a:off x="5492901" y="5950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4" name="Freeform 46653">
                <a:extLst>
                  <a:ext uri="{FF2B5EF4-FFF2-40B4-BE49-F238E27FC236}">
                    <a16:creationId xmlns:a16="http://schemas.microsoft.com/office/drawing/2014/main" id="{63E35C41-C6D4-35C9-AE36-266CFDCE86E9}"/>
                  </a:ext>
                </a:extLst>
              </p:cNvPr>
              <p:cNvSpPr/>
              <p:nvPr/>
            </p:nvSpPr>
            <p:spPr>
              <a:xfrm>
                <a:off x="5493397" y="594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5" name="Freeform 46654">
                <a:extLst>
                  <a:ext uri="{FF2B5EF4-FFF2-40B4-BE49-F238E27FC236}">
                    <a16:creationId xmlns:a16="http://schemas.microsoft.com/office/drawing/2014/main" id="{8DA4B2AE-024F-8F75-5AC9-784E01F17B35}"/>
                  </a:ext>
                </a:extLst>
              </p:cNvPr>
              <p:cNvSpPr/>
              <p:nvPr/>
            </p:nvSpPr>
            <p:spPr>
              <a:xfrm>
                <a:off x="5493992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6" name="Freeform 46655">
                <a:extLst>
                  <a:ext uri="{FF2B5EF4-FFF2-40B4-BE49-F238E27FC236}">
                    <a16:creationId xmlns:a16="http://schemas.microsoft.com/office/drawing/2014/main" id="{41793C5E-4A93-EE71-5819-996AD21879A5}"/>
                  </a:ext>
                </a:extLst>
              </p:cNvPr>
              <p:cNvSpPr/>
              <p:nvPr/>
            </p:nvSpPr>
            <p:spPr>
              <a:xfrm>
                <a:off x="5494488" y="5933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7" name="Freeform 46656">
                <a:extLst>
                  <a:ext uri="{FF2B5EF4-FFF2-40B4-BE49-F238E27FC236}">
                    <a16:creationId xmlns:a16="http://schemas.microsoft.com/office/drawing/2014/main" id="{2ADB7811-CC49-39F0-73F2-8DFC569E452E}"/>
                  </a:ext>
                </a:extLst>
              </p:cNvPr>
              <p:cNvSpPr/>
              <p:nvPr/>
            </p:nvSpPr>
            <p:spPr>
              <a:xfrm>
                <a:off x="5494984" y="5939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8" name="Freeform 46657">
                <a:extLst>
                  <a:ext uri="{FF2B5EF4-FFF2-40B4-BE49-F238E27FC236}">
                    <a16:creationId xmlns:a16="http://schemas.microsoft.com/office/drawing/2014/main" id="{080B008D-FEF1-B0BD-A5E9-BEC92B46D109}"/>
                  </a:ext>
                </a:extLst>
              </p:cNvPr>
              <p:cNvSpPr/>
              <p:nvPr/>
            </p:nvSpPr>
            <p:spPr>
              <a:xfrm>
                <a:off x="5495580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59" name="Freeform 46658">
                <a:extLst>
                  <a:ext uri="{FF2B5EF4-FFF2-40B4-BE49-F238E27FC236}">
                    <a16:creationId xmlns:a16="http://schemas.microsoft.com/office/drawing/2014/main" id="{0E3A0069-F137-4577-B63F-73266CD7F835}"/>
                  </a:ext>
                </a:extLst>
              </p:cNvPr>
              <p:cNvSpPr/>
              <p:nvPr/>
            </p:nvSpPr>
            <p:spPr>
              <a:xfrm>
                <a:off x="5496076" y="59437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0" name="Freeform 46659">
                <a:extLst>
                  <a:ext uri="{FF2B5EF4-FFF2-40B4-BE49-F238E27FC236}">
                    <a16:creationId xmlns:a16="http://schemas.microsoft.com/office/drawing/2014/main" id="{7C692F2A-0CD8-12EC-73AE-F96FBF85AFBA}"/>
                  </a:ext>
                </a:extLst>
              </p:cNvPr>
              <p:cNvSpPr/>
              <p:nvPr/>
            </p:nvSpPr>
            <p:spPr>
              <a:xfrm>
                <a:off x="5496572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1" name="Freeform 46660">
                <a:extLst>
                  <a:ext uri="{FF2B5EF4-FFF2-40B4-BE49-F238E27FC236}">
                    <a16:creationId xmlns:a16="http://schemas.microsoft.com/office/drawing/2014/main" id="{878B3644-B1FE-A897-8D8B-F0BA48069871}"/>
                  </a:ext>
                </a:extLst>
              </p:cNvPr>
              <p:cNvSpPr/>
              <p:nvPr/>
            </p:nvSpPr>
            <p:spPr>
              <a:xfrm>
                <a:off x="5497167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2" name="Freeform 46661">
                <a:extLst>
                  <a:ext uri="{FF2B5EF4-FFF2-40B4-BE49-F238E27FC236}">
                    <a16:creationId xmlns:a16="http://schemas.microsoft.com/office/drawing/2014/main" id="{D7CA03C4-D19A-F2AB-44CE-4879BAAC56B5}"/>
                  </a:ext>
                </a:extLst>
              </p:cNvPr>
              <p:cNvSpPr/>
              <p:nvPr/>
            </p:nvSpPr>
            <p:spPr>
              <a:xfrm>
                <a:off x="5497663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3" name="Freeform 46662">
                <a:extLst>
                  <a:ext uri="{FF2B5EF4-FFF2-40B4-BE49-F238E27FC236}">
                    <a16:creationId xmlns:a16="http://schemas.microsoft.com/office/drawing/2014/main" id="{4731DC9E-B2AA-E21C-0CCE-FB56483E3601}"/>
                  </a:ext>
                </a:extLst>
              </p:cNvPr>
              <p:cNvSpPr/>
              <p:nvPr/>
            </p:nvSpPr>
            <p:spPr>
              <a:xfrm>
                <a:off x="5498159" y="5990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4" name="Freeform 46663">
                <a:extLst>
                  <a:ext uri="{FF2B5EF4-FFF2-40B4-BE49-F238E27FC236}">
                    <a16:creationId xmlns:a16="http://schemas.microsoft.com/office/drawing/2014/main" id="{6BD55E0D-628F-751D-9AC3-69DD030ECADD}"/>
                  </a:ext>
                </a:extLst>
              </p:cNvPr>
              <p:cNvSpPr/>
              <p:nvPr/>
            </p:nvSpPr>
            <p:spPr>
              <a:xfrm>
                <a:off x="5498755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5" name="Freeform 46664">
                <a:extLst>
                  <a:ext uri="{FF2B5EF4-FFF2-40B4-BE49-F238E27FC236}">
                    <a16:creationId xmlns:a16="http://schemas.microsoft.com/office/drawing/2014/main" id="{E6630D85-CD9A-4A03-52FA-361714367DA4}"/>
                  </a:ext>
                </a:extLst>
              </p:cNvPr>
              <p:cNvSpPr/>
              <p:nvPr/>
            </p:nvSpPr>
            <p:spPr>
              <a:xfrm>
                <a:off x="5499251" y="599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6" name="Freeform 46665">
                <a:extLst>
                  <a:ext uri="{FF2B5EF4-FFF2-40B4-BE49-F238E27FC236}">
                    <a16:creationId xmlns:a16="http://schemas.microsoft.com/office/drawing/2014/main" id="{CB70FBA0-C980-C513-6164-1541308BAF3A}"/>
                  </a:ext>
                </a:extLst>
              </p:cNvPr>
              <p:cNvSpPr/>
              <p:nvPr/>
            </p:nvSpPr>
            <p:spPr>
              <a:xfrm>
                <a:off x="5499747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7" name="Freeform 46666">
                <a:extLst>
                  <a:ext uri="{FF2B5EF4-FFF2-40B4-BE49-F238E27FC236}">
                    <a16:creationId xmlns:a16="http://schemas.microsoft.com/office/drawing/2014/main" id="{745E8167-FF3D-657C-5F2B-CC362B37A8D6}"/>
                  </a:ext>
                </a:extLst>
              </p:cNvPr>
              <p:cNvSpPr/>
              <p:nvPr/>
            </p:nvSpPr>
            <p:spPr>
              <a:xfrm>
                <a:off x="5500342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8" name="Freeform 46667">
                <a:extLst>
                  <a:ext uri="{FF2B5EF4-FFF2-40B4-BE49-F238E27FC236}">
                    <a16:creationId xmlns:a16="http://schemas.microsoft.com/office/drawing/2014/main" id="{A6EF3794-A734-171B-C588-A0B5FDA2D34D}"/>
                  </a:ext>
                </a:extLst>
              </p:cNvPr>
              <p:cNvSpPr/>
              <p:nvPr/>
            </p:nvSpPr>
            <p:spPr>
              <a:xfrm>
                <a:off x="5500838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69" name="Freeform 46668">
                <a:extLst>
                  <a:ext uri="{FF2B5EF4-FFF2-40B4-BE49-F238E27FC236}">
                    <a16:creationId xmlns:a16="http://schemas.microsoft.com/office/drawing/2014/main" id="{B6543EA5-2531-B7A2-1B9F-60640A9E622D}"/>
                  </a:ext>
                </a:extLst>
              </p:cNvPr>
              <p:cNvSpPr/>
              <p:nvPr/>
            </p:nvSpPr>
            <p:spPr>
              <a:xfrm>
                <a:off x="5501334" y="5975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0" name="Freeform 46669">
                <a:extLst>
                  <a:ext uri="{FF2B5EF4-FFF2-40B4-BE49-F238E27FC236}">
                    <a16:creationId xmlns:a16="http://schemas.microsoft.com/office/drawing/2014/main" id="{C2AF5995-34A1-EDBE-57AD-9EAF6F61163B}"/>
                  </a:ext>
                </a:extLst>
              </p:cNvPr>
              <p:cNvSpPr/>
              <p:nvPr/>
            </p:nvSpPr>
            <p:spPr>
              <a:xfrm>
                <a:off x="5501830" y="5978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1" name="Freeform 46670">
                <a:extLst>
                  <a:ext uri="{FF2B5EF4-FFF2-40B4-BE49-F238E27FC236}">
                    <a16:creationId xmlns:a16="http://schemas.microsoft.com/office/drawing/2014/main" id="{721EF99C-E248-46D7-DDDD-F090354B3384}"/>
                  </a:ext>
                </a:extLst>
              </p:cNvPr>
              <p:cNvSpPr/>
              <p:nvPr/>
            </p:nvSpPr>
            <p:spPr>
              <a:xfrm>
                <a:off x="5502426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2" name="Freeform 46671">
                <a:extLst>
                  <a:ext uri="{FF2B5EF4-FFF2-40B4-BE49-F238E27FC236}">
                    <a16:creationId xmlns:a16="http://schemas.microsoft.com/office/drawing/2014/main" id="{C56D26FD-B70C-2205-73E7-950B84C4719D}"/>
                  </a:ext>
                </a:extLst>
              </p:cNvPr>
              <p:cNvSpPr/>
              <p:nvPr/>
            </p:nvSpPr>
            <p:spPr>
              <a:xfrm>
                <a:off x="5502922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3" name="Freeform 46672">
                <a:extLst>
                  <a:ext uri="{FF2B5EF4-FFF2-40B4-BE49-F238E27FC236}">
                    <a16:creationId xmlns:a16="http://schemas.microsoft.com/office/drawing/2014/main" id="{F752E786-39D2-49B1-3D34-01D1EF622C2B}"/>
                  </a:ext>
                </a:extLst>
              </p:cNvPr>
              <p:cNvSpPr/>
              <p:nvPr/>
            </p:nvSpPr>
            <p:spPr>
              <a:xfrm>
                <a:off x="5503418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4" name="Freeform 46673">
                <a:extLst>
                  <a:ext uri="{FF2B5EF4-FFF2-40B4-BE49-F238E27FC236}">
                    <a16:creationId xmlns:a16="http://schemas.microsoft.com/office/drawing/2014/main" id="{FE69E8FE-A371-C8D6-1FB2-1F88A092EE8D}"/>
                  </a:ext>
                </a:extLst>
              </p:cNvPr>
              <p:cNvSpPr/>
              <p:nvPr/>
            </p:nvSpPr>
            <p:spPr>
              <a:xfrm>
                <a:off x="5504013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5" name="Freeform 46674">
                <a:extLst>
                  <a:ext uri="{FF2B5EF4-FFF2-40B4-BE49-F238E27FC236}">
                    <a16:creationId xmlns:a16="http://schemas.microsoft.com/office/drawing/2014/main" id="{5FB79F99-61BB-FF1B-CF92-F86969701C07}"/>
                  </a:ext>
                </a:extLst>
              </p:cNvPr>
              <p:cNvSpPr/>
              <p:nvPr/>
            </p:nvSpPr>
            <p:spPr>
              <a:xfrm>
                <a:off x="5504509" y="6011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6" name="Freeform 46675">
                <a:extLst>
                  <a:ext uri="{FF2B5EF4-FFF2-40B4-BE49-F238E27FC236}">
                    <a16:creationId xmlns:a16="http://schemas.microsoft.com/office/drawing/2014/main" id="{403B7472-2FE0-BB75-111A-AEB26788EF7D}"/>
                  </a:ext>
                </a:extLst>
              </p:cNvPr>
              <p:cNvSpPr/>
              <p:nvPr/>
            </p:nvSpPr>
            <p:spPr>
              <a:xfrm>
                <a:off x="550500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7" name="Freeform 46676">
                <a:extLst>
                  <a:ext uri="{FF2B5EF4-FFF2-40B4-BE49-F238E27FC236}">
                    <a16:creationId xmlns:a16="http://schemas.microsoft.com/office/drawing/2014/main" id="{FBF30C83-42A4-499D-17D2-E10C6D271648}"/>
                  </a:ext>
                </a:extLst>
              </p:cNvPr>
              <p:cNvSpPr/>
              <p:nvPr/>
            </p:nvSpPr>
            <p:spPr>
              <a:xfrm>
                <a:off x="550560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8" name="Freeform 46677">
                <a:extLst>
                  <a:ext uri="{FF2B5EF4-FFF2-40B4-BE49-F238E27FC236}">
                    <a16:creationId xmlns:a16="http://schemas.microsoft.com/office/drawing/2014/main" id="{D004811C-5DDE-CACD-30BB-B739CF91F3DD}"/>
                  </a:ext>
                </a:extLst>
              </p:cNvPr>
              <p:cNvSpPr/>
              <p:nvPr/>
            </p:nvSpPr>
            <p:spPr>
              <a:xfrm>
                <a:off x="550609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79" name="Freeform 46678">
                <a:extLst>
                  <a:ext uri="{FF2B5EF4-FFF2-40B4-BE49-F238E27FC236}">
                    <a16:creationId xmlns:a16="http://schemas.microsoft.com/office/drawing/2014/main" id="{BB6CF282-91A3-4C30-9B7F-95763578AC20}"/>
                  </a:ext>
                </a:extLst>
              </p:cNvPr>
              <p:cNvSpPr/>
              <p:nvPr/>
            </p:nvSpPr>
            <p:spPr>
              <a:xfrm>
                <a:off x="55065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0" name="Freeform 46679">
                <a:extLst>
                  <a:ext uri="{FF2B5EF4-FFF2-40B4-BE49-F238E27FC236}">
                    <a16:creationId xmlns:a16="http://schemas.microsoft.com/office/drawing/2014/main" id="{A9AE2743-F702-D338-909C-8597DC3DB25A}"/>
                  </a:ext>
                </a:extLst>
              </p:cNvPr>
              <p:cNvSpPr/>
              <p:nvPr/>
            </p:nvSpPr>
            <p:spPr>
              <a:xfrm>
                <a:off x="55071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1" name="Freeform 46680">
                <a:extLst>
                  <a:ext uri="{FF2B5EF4-FFF2-40B4-BE49-F238E27FC236}">
                    <a16:creationId xmlns:a16="http://schemas.microsoft.com/office/drawing/2014/main" id="{AFCF546E-2CEF-3A69-6892-51231B73B74B}"/>
                  </a:ext>
                </a:extLst>
              </p:cNvPr>
              <p:cNvSpPr/>
              <p:nvPr/>
            </p:nvSpPr>
            <p:spPr>
              <a:xfrm>
                <a:off x="55076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2" name="Freeform 46681">
                <a:extLst>
                  <a:ext uri="{FF2B5EF4-FFF2-40B4-BE49-F238E27FC236}">
                    <a16:creationId xmlns:a16="http://schemas.microsoft.com/office/drawing/2014/main" id="{642FD6A3-0BF3-72CF-924B-BE7CBDBC1366}"/>
                  </a:ext>
                </a:extLst>
              </p:cNvPr>
              <p:cNvSpPr/>
              <p:nvPr/>
            </p:nvSpPr>
            <p:spPr>
              <a:xfrm>
                <a:off x="55081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3" name="Freeform 46682">
                <a:extLst>
                  <a:ext uri="{FF2B5EF4-FFF2-40B4-BE49-F238E27FC236}">
                    <a16:creationId xmlns:a16="http://schemas.microsoft.com/office/drawing/2014/main" id="{66D0ED62-304C-521A-21AB-F07CE6222ADA}"/>
                  </a:ext>
                </a:extLst>
              </p:cNvPr>
              <p:cNvSpPr/>
              <p:nvPr/>
            </p:nvSpPr>
            <p:spPr>
              <a:xfrm>
                <a:off x="55087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4" name="Freeform 46683">
                <a:extLst>
                  <a:ext uri="{FF2B5EF4-FFF2-40B4-BE49-F238E27FC236}">
                    <a16:creationId xmlns:a16="http://schemas.microsoft.com/office/drawing/2014/main" id="{C6CBB640-FF46-2218-5A88-3EA6753C7383}"/>
                  </a:ext>
                </a:extLst>
              </p:cNvPr>
              <p:cNvSpPr/>
              <p:nvPr/>
            </p:nvSpPr>
            <p:spPr>
              <a:xfrm>
                <a:off x="55092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5" name="Freeform 46684">
                <a:extLst>
                  <a:ext uri="{FF2B5EF4-FFF2-40B4-BE49-F238E27FC236}">
                    <a16:creationId xmlns:a16="http://schemas.microsoft.com/office/drawing/2014/main" id="{A90FA36E-978B-BC8D-E71C-F8A72044E743}"/>
                  </a:ext>
                </a:extLst>
              </p:cNvPr>
              <p:cNvSpPr/>
              <p:nvPr/>
            </p:nvSpPr>
            <p:spPr>
              <a:xfrm>
                <a:off x="55097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6" name="Freeform 46685">
                <a:extLst>
                  <a:ext uri="{FF2B5EF4-FFF2-40B4-BE49-F238E27FC236}">
                    <a16:creationId xmlns:a16="http://schemas.microsoft.com/office/drawing/2014/main" id="{CC88E8D6-3992-8A88-2029-53CB264C9268}"/>
                  </a:ext>
                </a:extLst>
              </p:cNvPr>
              <p:cNvSpPr/>
              <p:nvPr/>
            </p:nvSpPr>
            <p:spPr>
              <a:xfrm>
                <a:off x="55103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7" name="Freeform 46686">
                <a:extLst>
                  <a:ext uri="{FF2B5EF4-FFF2-40B4-BE49-F238E27FC236}">
                    <a16:creationId xmlns:a16="http://schemas.microsoft.com/office/drawing/2014/main" id="{C90AABB8-DBD7-5480-F776-FC02502EA435}"/>
                  </a:ext>
                </a:extLst>
              </p:cNvPr>
              <p:cNvSpPr/>
              <p:nvPr/>
            </p:nvSpPr>
            <p:spPr>
              <a:xfrm>
                <a:off x="55108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8" name="Freeform 46687">
                <a:extLst>
                  <a:ext uri="{FF2B5EF4-FFF2-40B4-BE49-F238E27FC236}">
                    <a16:creationId xmlns:a16="http://schemas.microsoft.com/office/drawing/2014/main" id="{3416BEF7-304A-33D0-6C3D-6E2F47EF0902}"/>
                  </a:ext>
                </a:extLst>
              </p:cNvPr>
              <p:cNvSpPr/>
              <p:nvPr/>
            </p:nvSpPr>
            <p:spPr>
              <a:xfrm>
                <a:off x="55113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89" name="Freeform 46688">
                <a:extLst>
                  <a:ext uri="{FF2B5EF4-FFF2-40B4-BE49-F238E27FC236}">
                    <a16:creationId xmlns:a16="http://schemas.microsoft.com/office/drawing/2014/main" id="{2D713E44-01B9-7972-4F77-1011F1AD7938}"/>
                  </a:ext>
                </a:extLst>
              </p:cNvPr>
              <p:cNvSpPr/>
              <p:nvPr/>
            </p:nvSpPr>
            <p:spPr>
              <a:xfrm>
                <a:off x="55119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0" name="Freeform 46689">
                <a:extLst>
                  <a:ext uri="{FF2B5EF4-FFF2-40B4-BE49-F238E27FC236}">
                    <a16:creationId xmlns:a16="http://schemas.microsoft.com/office/drawing/2014/main" id="{C2F8A60C-059A-1A46-1B8B-81394FF0DEE9}"/>
                  </a:ext>
                </a:extLst>
              </p:cNvPr>
              <p:cNvSpPr/>
              <p:nvPr/>
            </p:nvSpPr>
            <p:spPr>
              <a:xfrm>
                <a:off x="551244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1" name="Freeform 46690">
                <a:extLst>
                  <a:ext uri="{FF2B5EF4-FFF2-40B4-BE49-F238E27FC236}">
                    <a16:creationId xmlns:a16="http://schemas.microsoft.com/office/drawing/2014/main" id="{C66E2AB7-41E9-38E0-7822-EA3C900D6768}"/>
                  </a:ext>
                </a:extLst>
              </p:cNvPr>
              <p:cNvSpPr/>
              <p:nvPr/>
            </p:nvSpPr>
            <p:spPr>
              <a:xfrm>
                <a:off x="551294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2" name="Freeform 46691">
                <a:extLst>
                  <a:ext uri="{FF2B5EF4-FFF2-40B4-BE49-F238E27FC236}">
                    <a16:creationId xmlns:a16="http://schemas.microsoft.com/office/drawing/2014/main" id="{EA5FBFF5-EB4E-F9D1-8B81-93CEEF052CCD}"/>
                  </a:ext>
                </a:extLst>
              </p:cNvPr>
              <p:cNvSpPr/>
              <p:nvPr/>
            </p:nvSpPr>
            <p:spPr>
              <a:xfrm>
                <a:off x="551343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3" name="Freeform 46692">
                <a:extLst>
                  <a:ext uri="{FF2B5EF4-FFF2-40B4-BE49-F238E27FC236}">
                    <a16:creationId xmlns:a16="http://schemas.microsoft.com/office/drawing/2014/main" id="{B48424CA-4B31-A171-0D01-FD323A3F2144}"/>
                  </a:ext>
                </a:extLst>
              </p:cNvPr>
              <p:cNvSpPr/>
              <p:nvPr/>
            </p:nvSpPr>
            <p:spPr>
              <a:xfrm>
                <a:off x="55140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4" name="Freeform 46693">
                <a:extLst>
                  <a:ext uri="{FF2B5EF4-FFF2-40B4-BE49-F238E27FC236}">
                    <a16:creationId xmlns:a16="http://schemas.microsoft.com/office/drawing/2014/main" id="{CF7EA892-220F-0D11-895B-0ADCD21F46A8}"/>
                  </a:ext>
                </a:extLst>
              </p:cNvPr>
              <p:cNvSpPr/>
              <p:nvPr/>
            </p:nvSpPr>
            <p:spPr>
              <a:xfrm>
                <a:off x="55145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5" name="Freeform 46694">
                <a:extLst>
                  <a:ext uri="{FF2B5EF4-FFF2-40B4-BE49-F238E27FC236}">
                    <a16:creationId xmlns:a16="http://schemas.microsoft.com/office/drawing/2014/main" id="{97CBADF3-654A-57E8-E31C-58D602D609D7}"/>
                  </a:ext>
                </a:extLst>
              </p:cNvPr>
              <p:cNvSpPr/>
              <p:nvPr/>
            </p:nvSpPr>
            <p:spPr>
              <a:xfrm>
                <a:off x="551502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6" name="Freeform 46695">
                <a:extLst>
                  <a:ext uri="{FF2B5EF4-FFF2-40B4-BE49-F238E27FC236}">
                    <a16:creationId xmlns:a16="http://schemas.microsoft.com/office/drawing/2014/main" id="{E3EBFD0A-4FA4-811E-9A8A-7A2693B93CD4}"/>
                  </a:ext>
                </a:extLst>
              </p:cNvPr>
              <p:cNvSpPr/>
              <p:nvPr/>
            </p:nvSpPr>
            <p:spPr>
              <a:xfrm>
                <a:off x="551562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7" name="Freeform 46696">
                <a:extLst>
                  <a:ext uri="{FF2B5EF4-FFF2-40B4-BE49-F238E27FC236}">
                    <a16:creationId xmlns:a16="http://schemas.microsoft.com/office/drawing/2014/main" id="{21F5A819-8BB7-C714-92FD-93E5C801DEFE}"/>
                  </a:ext>
                </a:extLst>
              </p:cNvPr>
              <p:cNvSpPr/>
              <p:nvPr/>
            </p:nvSpPr>
            <p:spPr>
              <a:xfrm>
                <a:off x="551611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8" name="Freeform 46697">
                <a:extLst>
                  <a:ext uri="{FF2B5EF4-FFF2-40B4-BE49-F238E27FC236}">
                    <a16:creationId xmlns:a16="http://schemas.microsoft.com/office/drawing/2014/main" id="{8EA67AFC-C7AD-A821-2ADD-765BD7F4330F}"/>
                  </a:ext>
                </a:extLst>
              </p:cNvPr>
              <p:cNvSpPr/>
              <p:nvPr/>
            </p:nvSpPr>
            <p:spPr>
              <a:xfrm>
                <a:off x="551661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99" name="Freeform 46698">
                <a:extLst>
                  <a:ext uri="{FF2B5EF4-FFF2-40B4-BE49-F238E27FC236}">
                    <a16:creationId xmlns:a16="http://schemas.microsoft.com/office/drawing/2014/main" id="{0BF5DAD2-B65D-F8D2-048C-B929B18DBA4D}"/>
                  </a:ext>
                </a:extLst>
              </p:cNvPr>
              <p:cNvSpPr/>
              <p:nvPr/>
            </p:nvSpPr>
            <p:spPr>
              <a:xfrm>
                <a:off x="551720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0" name="Freeform 46699">
                <a:extLst>
                  <a:ext uri="{FF2B5EF4-FFF2-40B4-BE49-F238E27FC236}">
                    <a16:creationId xmlns:a16="http://schemas.microsoft.com/office/drawing/2014/main" id="{8C80E6CD-A1C4-04B2-AB93-56A8E75DE508}"/>
                  </a:ext>
                </a:extLst>
              </p:cNvPr>
              <p:cNvSpPr/>
              <p:nvPr/>
            </p:nvSpPr>
            <p:spPr>
              <a:xfrm>
                <a:off x="551770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1" name="Freeform 46700">
                <a:extLst>
                  <a:ext uri="{FF2B5EF4-FFF2-40B4-BE49-F238E27FC236}">
                    <a16:creationId xmlns:a16="http://schemas.microsoft.com/office/drawing/2014/main" id="{78130F5C-80D5-DCF4-B9E5-541326963519}"/>
                  </a:ext>
                </a:extLst>
              </p:cNvPr>
              <p:cNvSpPr/>
              <p:nvPr/>
            </p:nvSpPr>
            <p:spPr>
              <a:xfrm>
                <a:off x="55182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2" name="Freeform 46701">
                <a:extLst>
                  <a:ext uri="{FF2B5EF4-FFF2-40B4-BE49-F238E27FC236}">
                    <a16:creationId xmlns:a16="http://schemas.microsoft.com/office/drawing/2014/main" id="{6E6BFCE6-24B3-D61D-BBA2-3F86A4BF8A23}"/>
                  </a:ext>
                </a:extLst>
              </p:cNvPr>
              <p:cNvSpPr/>
              <p:nvPr/>
            </p:nvSpPr>
            <p:spPr>
              <a:xfrm>
                <a:off x="55187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3" name="Freeform 46702">
                <a:extLst>
                  <a:ext uri="{FF2B5EF4-FFF2-40B4-BE49-F238E27FC236}">
                    <a16:creationId xmlns:a16="http://schemas.microsoft.com/office/drawing/2014/main" id="{7CFEC70D-0F19-1404-2947-04DEF7D6D03C}"/>
                  </a:ext>
                </a:extLst>
              </p:cNvPr>
              <p:cNvSpPr/>
              <p:nvPr/>
            </p:nvSpPr>
            <p:spPr>
              <a:xfrm>
                <a:off x="55192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4" name="Freeform 46703">
                <a:extLst>
                  <a:ext uri="{FF2B5EF4-FFF2-40B4-BE49-F238E27FC236}">
                    <a16:creationId xmlns:a16="http://schemas.microsoft.com/office/drawing/2014/main" id="{10EA343D-C74D-F935-8840-8CC6627182A9}"/>
                  </a:ext>
                </a:extLst>
              </p:cNvPr>
              <p:cNvSpPr/>
              <p:nvPr/>
            </p:nvSpPr>
            <p:spPr>
              <a:xfrm>
                <a:off x="55197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5" name="Freeform 46704">
                <a:extLst>
                  <a:ext uri="{FF2B5EF4-FFF2-40B4-BE49-F238E27FC236}">
                    <a16:creationId xmlns:a16="http://schemas.microsoft.com/office/drawing/2014/main" id="{C98E24DF-4769-1E82-8471-F05E0AFFFF61}"/>
                  </a:ext>
                </a:extLst>
              </p:cNvPr>
              <p:cNvSpPr/>
              <p:nvPr/>
            </p:nvSpPr>
            <p:spPr>
              <a:xfrm>
                <a:off x="55203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6" name="Freeform 46705">
                <a:extLst>
                  <a:ext uri="{FF2B5EF4-FFF2-40B4-BE49-F238E27FC236}">
                    <a16:creationId xmlns:a16="http://schemas.microsoft.com/office/drawing/2014/main" id="{67FFF3E5-21DA-AB65-AA29-E76095DCD8CD}"/>
                  </a:ext>
                </a:extLst>
              </p:cNvPr>
              <p:cNvSpPr/>
              <p:nvPr/>
            </p:nvSpPr>
            <p:spPr>
              <a:xfrm>
                <a:off x="55208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7" name="Freeform 46706">
                <a:extLst>
                  <a:ext uri="{FF2B5EF4-FFF2-40B4-BE49-F238E27FC236}">
                    <a16:creationId xmlns:a16="http://schemas.microsoft.com/office/drawing/2014/main" id="{37DA9B27-8BD9-0709-D038-98F997BFE3C9}"/>
                  </a:ext>
                </a:extLst>
              </p:cNvPr>
              <p:cNvSpPr/>
              <p:nvPr/>
            </p:nvSpPr>
            <p:spPr>
              <a:xfrm>
                <a:off x="55213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8" name="Freeform 46707">
                <a:extLst>
                  <a:ext uri="{FF2B5EF4-FFF2-40B4-BE49-F238E27FC236}">
                    <a16:creationId xmlns:a16="http://schemas.microsoft.com/office/drawing/2014/main" id="{11FC9D30-713F-3446-E2E9-3EF94FF69C62}"/>
                  </a:ext>
                </a:extLst>
              </p:cNvPr>
              <p:cNvSpPr/>
              <p:nvPr/>
            </p:nvSpPr>
            <p:spPr>
              <a:xfrm>
                <a:off x="55219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09" name="Freeform 46708">
                <a:extLst>
                  <a:ext uri="{FF2B5EF4-FFF2-40B4-BE49-F238E27FC236}">
                    <a16:creationId xmlns:a16="http://schemas.microsoft.com/office/drawing/2014/main" id="{04AAAB12-94E9-97CE-82A4-89FDDF655CD8}"/>
                  </a:ext>
                </a:extLst>
              </p:cNvPr>
              <p:cNvSpPr/>
              <p:nvPr/>
            </p:nvSpPr>
            <p:spPr>
              <a:xfrm>
                <a:off x="552246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0" name="Freeform 46709">
                <a:extLst>
                  <a:ext uri="{FF2B5EF4-FFF2-40B4-BE49-F238E27FC236}">
                    <a16:creationId xmlns:a16="http://schemas.microsoft.com/office/drawing/2014/main" id="{521D5A46-C398-A1E2-9A08-6B4449C957E6}"/>
                  </a:ext>
                </a:extLst>
              </p:cNvPr>
              <p:cNvSpPr/>
              <p:nvPr/>
            </p:nvSpPr>
            <p:spPr>
              <a:xfrm>
                <a:off x="55229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1" name="Freeform 46710">
                <a:extLst>
                  <a:ext uri="{FF2B5EF4-FFF2-40B4-BE49-F238E27FC236}">
                    <a16:creationId xmlns:a16="http://schemas.microsoft.com/office/drawing/2014/main" id="{250A4322-F80B-553C-6EC0-72B2BC950EFB}"/>
                  </a:ext>
                </a:extLst>
              </p:cNvPr>
              <p:cNvSpPr/>
              <p:nvPr/>
            </p:nvSpPr>
            <p:spPr>
              <a:xfrm>
                <a:off x="55235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2" name="Freeform 46711">
                <a:extLst>
                  <a:ext uri="{FF2B5EF4-FFF2-40B4-BE49-F238E27FC236}">
                    <a16:creationId xmlns:a16="http://schemas.microsoft.com/office/drawing/2014/main" id="{FE578AB4-CE8F-9FCE-18FA-127DE96232C2}"/>
                  </a:ext>
                </a:extLst>
              </p:cNvPr>
              <p:cNvSpPr/>
              <p:nvPr/>
            </p:nvSpPr>
            <p:spPr>
              <a:xfrm>
                <a:off x="55240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3" name="Freeform 46712">
                <a:extLst>
                  <a:ext uri="{FF2B5EF4-FFF2-40B4-BE49-F238E27FC236}">
                    <a16:creationId xmlns:a16="http://schemas.microsoft.com/office/drawing/2014/main" id="{2B58130E-2BB7-D61C-A84B-E8EDD6ED71CE}"/>
                  </a:ext>
                </a:extLst>
              </p:cNvPr>
              <p:cNvSpPr/>
              <p:nvPr/>
            </p:nvSpPr>
            <p:spPr>
              <a:xfrm>
                <a:off x="55245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4" name="Freeform 46713">
                <a:extLst>
                  <a:ext uri="{FF2B5EF4-FFF2-40B4-BE49-F238E27FC236}">
                    <a16:creationId xmlns:a16="http://schemas.microsoft.com/office/drawing/2014/main" id="{98903173-3D81-6855-63FC-1425F50DB501}"/>
                  </a:ext>
                </a:extLst>
              </p:cNvPr>
              <p:cNvSpPr/>
              <p:nvPr/>
            </p:nvSpPr>
            <p:spPr>
              <a:xfrm>
                <a:off x="55251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5" name="Freeform 46714">
                <a:extLst>
                  <a:ext uri="{FF2B5EF4-FFF2-40B4-BE49-F238E27FC236}">
                    <a16:creationId xmlns:a16="http://schemas.microsoft.com/office/drawing/2014/main" id="{859D9DED-AB0A-9D92-7006-4D4DF961BA29}"/>
                  </a:ext>
                </a:extLst>
              </p:cNvPr>
              <p:cNvSpPr/>
              <p:nvPr/>
            </p:nvSpPr>
            <p:spPr>
              <a:xfrm>
                <a:off x="55256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6" name="Freeform 46715">
                <a:extLst>
                  <a:ext uri="{FF2B5EF4-FFF2-40B4-BE49-F238E27FC236}">
                    <a16:creationId xmlns:a16="http://schemas.microsoft.com/office/drawing/2014/main" id="{F0968803-E242-962C-D4CE-6C157DEEBBF3}"/>
                  </a:ext>
                </a:extLst>
              </p:cNvPr>
              <p:cNvSpPr/>
              <p:nvPr/>
            </p:nvSpPr>
            <p:spPr>
              <a:xfrm>
                <a:off x="55261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7" name="Freeform 46716">
                <a:extLst>
                  <a:ext uri="{FF2B5EF4-FFF2-40B4-BE49-F238E27FC236}">
                    <a16:creationId xmlns:a16="http://schemas.microsoft.com/office/drawing/2014/main" id="{35050197-0088-F967-C60C-BCEB5644F6B6}"/>
                  </a:ext>
                </a:extLst>
              </p:cNvPr>
              <p:cNvSpPr/>
              <p:nvPr/>
            </p:nvSpPr>
            <p:spPr>
              <a:xfrm>
                <a:off x="552663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8" name="Freeform 46717">
                <a:extLst>
                  <a:ext uri="{FF2B5EF4-FFF2-40B4-BE49-F238E27FC236}">
                    <a16:creationId xmlns:a16="http://schemas.microsoft.com/office/drawing/2014/main" id="{0C28D93A-3A0E-F9DA-A84C-F4A141D22042}"/>
                  </a:ext>
                </a:extLst>
              </p:cNvPr>
              <p:cNvSpPr/>
              <p:nvPr/>
            </p:nvSpPr>
            <p:spPr>
              <a:xfrm>
                <a:off x="55272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19" name="Freeform 46718">
                <a:extLst>
                  <a:ext uri="{FF2B5EF4-FFF2-40B4-BE49-F238E27FC236}">
                    <a16:creationId xmlns:a16="http://schemas.microsoft.com/office/drawing/2014/main" id="{4BA97127-5F11-C6F4-CA1D-DBA3BE158C07}"/>
                  </a:ext>
                </a:extLst>
              </p:cNvPr>
              <p:cNvSpPr/>
              <p:nvPr/>
            </p:nvSpPr>
            <p:spPr>
              <a:xfrm>
                <a:off x="5527727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0" name="Freeform 46719">
                <a:extLst>
                  <a:ext uri="{FF2B5EF4-FFF2-40B4-BE49-F238E27FC236}">
                    <a16:creationId xmlns:a16="http://schemas.microsoft.com/office/drawing/2014/main" id="{A51C4EF4-D8A4-9187-3F8B-936081809182}"/>
                  </a:ext>
                </a:extLst>
              </p:cNvPr>
              <p:cNvSpPr/>
              <p:nvPr/>
            </p:nvSpPr>
            <p:spPr>
              <a:xfrm>
                <a:off x="5528223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1" name="Freeform 46720">
                <a:extLst>
                  <a:ext uri="{FF2B5EF4-FFF2-40B4-BE49-F238E27FC236}">
                    <a16:creationId xmlns:a16="http://schemas.microsoft.com/office/drawing/2014/main" id="{FAF876C1-CC95-E520-7989-009AAD366AD4}"/>
                  </a:ext>
                </a:extLst>
              </p:cNvPr>
              <p:cNvSpPr/>
              <p:nvPr/>
            </p:nvSpPr>
            <p:spPr>
              <a:xfrm>
                <a:off x="5528818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2" name="Freeform 46721">
                <a:extLst>
                  <a:ext uri="{FF2B5EF4-FFF2-40B4-BE49-F238E27FC236}">
                    <a16:creationId xmlns:a16="http://schemas.microsoft.com/office/drawing/2014/main" id="{0E988242-8B04-4369-A1D5-9A91634B3FF5}"/>
                  </a:ext>
                </a:extLst>
              </p:cNvPr>
              <p:cNvSpPr/>
              <p:nvPr/>
            </p:nvSpPr>
            <p:spPr>
              <a:xfrm>
                <a:off x="552931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3" name="Freeform 46722">
                <a:extLst>
                  <a:ext uri="{FF2B5EF4-FFF2-40B4-BE49-F238E27FC236}">
                    <a16:creationId xmlns:a16="http://schemas.microsoft.com/office/drawing/2014/main" id="{1365D2E5-9ACE-0D7C-099D-C77846CB1243}"/>
                  </a:ext>
                </a:extLst>
              </p:cNvPr>
              <p:cNvSpPr/>
              <p:nvPr/>
            </p:nvSpPr>
            <p:spPr>
              <a:xfrm>
                <a:off x="5529810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4" name="Freeform 46723">
                <a:extLst>
                  <a:ext uri="{FF2B5EF4-FFF2-40B4-BE49-F238E27FC236}">
                    <a16:creationId xmlns:a16="http://schemas.microsoft.com/office/drawing/2014/main" id="{E7B3B219-86A1-7948-2A77-7B5D3EFB8661}"/>
                  </a:ext>
                </a:extLst>
              </p:cNvPr>
              <p:cNvSpPr/>
              <p:nvPr/>
            </p:nvSpPr>
            <p:spPr>
              <a:xfrm>
                <a:off x="553040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5" name="Freeform 46724">
                <a:extLst>
                  <a:ext uri="{FF2B5EF4-FFF2-40B4-BE49-F238E27FC236}">
                    <a16:creationId xmlns:a16="http://schemas.microsoft.com/office/drawing/2014/main" id="{191895A5-7328-E5E9-3BB3-31D1CFA7803C}"/>
                  </a:ext>
                </a:extLst>
              </p:cNvPr>
              <p:cNvSpPr/>
              <p:nvPr/>
            </p:nvSpPr>
            <p:spPr>
              <a:xfrm>
                <a:off x="553090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6" name="Freeform 46725">
                <a:extLst>
                  <a:ext uri="{FF2B5EF4-FFF2-40B4-BE49-F238E27FC236}">
                    <a16:creationId xmlns:a16="http://schemas.microsoft.com/office/drawing/2014/main" id="{48C100B3-1B3C-24B5-60D2-9E759A6FD250}"/>
                  </a:ext>
                </a:extLst>
              </p:cNvPr>
              <p:cNvSpPr/>
              <p:nvPr/>
            </p:nvSpPr>
            <p:spPr>
              <a:xfrm>
                <a:off x="55313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7" name="Freeform 46726">
                <a:extLst>
                  <a:ext uri="{FF2B5EF4-FFF2-40B4-BE49-F238E27FC236}">
                    <a16:creationId xmlns:a16="http://schemas.microsoft.com/office/drawing/2014/main" id="{317086FE-8E5A-0123-4B61-45E3B9BA0C3E}"/>
                  </a:ext>
                </a:extLst>
              </p:cNvPr>
              <p:cNvSpPr/>
              <p:nvPr/>
            </p:nvSpPr>
            <p:spPr>
              <a:xfrm>
                <a:off x="553199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8" name="Freeform 46727">
                <a:extLst>
                  <a:ext uri="{FF2B5EF4-FFF2-40B4-BE49-F238E27FC236}">
                    <a16:creationId xmlns:a16="http://schemas.microsoft.com/office/drawing/2014/main" id="{96D0D230-8EB3-2DCB-B790-C383CE5C14F9}"/>
                  </a:ext>
                </a:extLst>
              </p:cNvPr>
              <p:cNvSpPr/>
              <p:nvPr/>
            </p:nvSpPr>
            <p:spPr>
              <a:xfrm>
                <a:off x="553248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29" name="Freeform 46728">
                <a:extLst>
                  <a:ext uri="{FF2B5EF4-FFF2-40B4-BE49-F238E27FC236}">
                    <a16:creationId xmlns:a16="http://schemas.microsoft.com/office/drawing/2014/main" id="{E5C0EB29-9D10-D133-2ECD-B80A912A729D}"/>
                  </a:ext>
                </a:extLst>
              </p:cNvPr>
              <p:cNvSpPr/>
              <p:nvPr/>
            </p:nvSpPr>
            <p:spPr>
              <a:xfrm>
                <a:off x="553298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0" name="Freeform 46729">
                <a:extLst>
                  <a:ext uri="{FF2B5EF4-FFF2-40B4-BE49-F238E27FC236}">
                    <a16:creationId xmlns:a16="http://schemas.microsoft.com/office/drawing/2014/main" id="{7F76184D-31DD-47E3-7EEC-525D001019D3}"/>
                  </a:ext>
                </a:extLst>
              </p:cNvPr>
              <p:cNvSpPr/>
              <p:nvPr/>
            </p:nvSpPr>
            <p:spPr>
              <a:xfrm>
                <a:off x="553358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1" name="Freeform 46730">
                <a:extLst>
                  <a:ext uri="{FF2B5EF4-FFF2-40B4-BE49-F238E27FC236}">
                    <a16:creationId xmlns:a16="http://schemas.microsoft.com/office/drawing/2014/main" id="{EC42935B-D54F-7444-1863-CCEAC84B80DB}"/>
                  </a:ext>
                </a:extLst>
              </p:cNvPr>
              <p:cNvSpPr/>
              <p:nvPr/>
            </p:nvSpPr>
            <p:spPr>
              <a:xfrm>
                <a:off x="55340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2" name="Freeform 46731">
                <a:extLst>
                  <a:ext uri="{FF2B5EF4-FFF2-40B4-BE49-F238E27FC236}">
                    <a16:creationId xmlns:a16="http://schemas.microsoft.com/office/drawing/2014/main" id="{C02CD387-F456-20F2-DFA5-7493CE5D8C7D}"/>
                  </a:ext>
                </a:extLst>
              </p:cNvPr>
              <p:cNvSpPr/>
              <p:nvPr/>
            </p:nvSpPr>
            <p:spPr>
              <a:xfrm>
                <a:off x="55345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3" name="Freeform 46732">
                <a:extLst>
                  <a:ext uri="{FF2B5EF4-FFF2-40B4-BE49-F238E27FC236}">
                    <a16:creationId xmlns:a16="http://schemas.microsoft.com/office/drawing/2014/main" id="{9538D6BD-51A3-F939-A7D3-D00DF3604294}"/>
                  </a:ext>
                </a:extLst>
              </p:cNvPr>
              <p:cNvSpPr/>
              <p:nvPr/>
            </p:nvSpPr>
            <p:spPr>
              <a:xfrm>
                <a:off x="55351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4" name="Freeform 46733">
                <a:extLst>
                  <a:ext uri="{FF2B5EF4-FFF2-40B4-BE49-F238E27FC236}">
                    <a16:creationId xmlns:a16="http://schemas.microsoft.com/office/drawing/2014/main" id="{106A7CC0-94AD-6C25-D4E4-A54CA2182DFE}"/>
                  </a:ext>
                </a:extLst>
              </p:cNvPr>
              <p:cNvSpPr/>
              <p:nvPr/>
            </p:nvSpPr>
            <p:spPr>
              <a:xfrm>
                <a:off x="55356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5" name="Freeform 46734">
                <a:extLst>
                  <a:ext uri="{FF2B5EF4-FFF2-40B4-BE49-F238E27FC236}">
                    <a16:creationId xmlns:a16="http://schemas.microsoft.com/office/drawing/2014/main" id="{C9DFF475-CBE9-D34F-E148-F06B27321B3E}"/>
                  </a:ext>
                </a:extLst>
              </p:cNvPr>
              <p:cNvSpPr/>
              <p:nvPr/>
            </p:nvSpPr>
            <p:spPr>
              <a:xfrm>
                <a:off x="55361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6" name="Freeform 46735">
                <a:extLst>
                  <a:ext uri="{FF2B5EF4-FFF2-40B4-BE49-F238E27FC236}">
                    <a16:creationId xmlns:a16="http://schemas.microsoft.com/office/drawing/2014/main" id="{E8A56F49-350B-6762-44AC-5EAAB0359A2B}"/>
                  </a:ext>
                </a:extLst>
              </p:cNvPr>
              <p:cNvSpPr/>
              <p:nvPr/>
            </p:nvSpPr>
            <p:spPr>
              <a:xfrm>
                <a:off x="55367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7" name="Freeform 46736">
                <a:extLst>
                  <a:ext uri="{FF2B5EF4-FFF2-40B4-BE49-F238E27FC236}">
                    <a16:creationId xmlns:a16="http://schemas.microsoft.com/office/drawing/2014/main" id="{CDA86D3C-3548-6F96-C701-4C8E143517A5}"/>
                  </a:ext>
                </a:extLst>
              </p:cNvPr>
              <p:cNvSpPr/>
              <p:nvPr/>
            </p:nvSpPr>
            <p:spPr>
              <a:xfrm>
                <a:off x="55372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8" name="Freeform 46737">
                <a:extLst>
                  <a:ext uri="{FF2B5EF4-FFF2-40B4-BE49-F238E27FC236}">
                    <a16:creationId xmlns:a16="http://schemas.microsoft.com/office/drawing/2014/main" id="{82E305B9-95F9-D98C-A3A1-9B9E516A8B31}"/>
                  </a:ext>
                </a:extLst>
              </p:cNvPr>
              <p:cNvSpPr/>
              <p:nvPr/>
            </p:nvSpPr>
            <p:spPr>
              <a:xfrm>
                <a:off x="55377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39" name="Freeform 46738">
                <a:extLst>
                  <a:ext uri="{FF2B5EF4-FFF2-40B4-BE49-F238E27FC236}">
                    <a16:creationId xmlns:a16="http://schemas.microsoft.com/office/drawing/2014/main" id="{85CB8371-3FD5-1E8A-AB16-7DCCBC4CC550}"/>
                  </a:ext>
                </a:extLst>
              </p:cNvPr>
              <p:cNvSpPr/>
              <p:nvPr/>
            </p:nvSpPr>
            <p:spPr>
              <a:xfrm>
                <a:off x="55382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0" name="Freeform 46739">
                <a:extLst>
                  <a:ext uri="{FF2B5EF4-FFF2-40B4-BE49-F238E27FC236}">
                    <a16:creationId xmlns:a16="http://schemas.microsoft.com/office/drawing/2014/main" id="{7C762897-605E-A492-2C7B-EA4B6BA8DC74}"/>
                  </a:ext>
                </a:extLst>
              </p:cNvPr>
              <p:cNvSpPr/>
              <p:nvPr/>
            </p:nvSpPr>
            <p:spPr>
              <a:xfrm>
                <a:off x="55388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1" name="Freeform 46740">
                <a:extLst>
                  <a:ext uri="{FF2B5EF4-FFF2-40B4-BE49-F238E27FC236}">
                    <a16:creationId xmlns:a16="http://schemas.microsoft.com/office/drawing/2014/main" id="{A0A78F37-6480-A38B-3765-D2A188E4D995}"/>
                  </a:ext>
                </a:extLst>
              </p:cNvPr>
              <p:cNvSpPr/>
              <p:nvPr/>
            </p:nvSpPr>
            <p:spPr>
              <a:xfrm>
                <a:off x="55393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2" name="Freeform 46741">
                <a:extLst>
                  <a:ext uri="{FF2B5EF4-FFF2-40B4-BE49-F238E27FC236}">
                    <a16:creationId xmlns:a16="http://schemas.microsoft.com/office/drawing/2014/main" id="{F36D4B7D-51B7-F5C3-A043-DEAD899F1B10}"/>
                  </a:ext>
                </a:extLst>
              </p:cNvPr>
              <p:cNvSpPr/>
              <p:nvPr/>
            </p:nvSpPr>
            <p:spPr>
              <a:xfrm>
                <a:off x="553983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3" name="Freeform 46742">
                <a:extLst>
                  <a:ext uri="{FF2B5EF4-FFF2-40B4-BE49-F238E27FC236}">
                    <a16:creationId xmlns:a16="http://schemas.microsoft.com/office/drawing/2014/main" id="{0727440F-BDD8-553A-5D4E-B192BDAD96DA}"/>
                  </a:ext>
                </a:extLst>
              </p:cNvPr>
              <p:cNvSpPr/>
              <p:nvPr/>
            </p:nvSpPr>
            <p:spPr>
              <a:xfrm>
                <a:off x="554042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4" name="Freeform 46743">
                <a:extLst>
                  <a:ext uri="{FF2B5EF4-FFF2-40B4-BE49-F238E27FC236}">
                    <a16:creationId xmlns:a16="http://schemas.microsoft.com/office/drawing/2014/main" id="{B0C611E2-CDA8-4755-354C-004A35AEA8FB}"/>
                  </a:ext>
                </a:extLst>
              </p:cNvPr>
              <p:cNvSpPr/>
              <p:nvPr/>
            </p:nvSpPr>
            <p:spPr>
              <a:xfrm>
                <a:off x="5540923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5" name="Freeform 46744">
                <a:extLst>
                  <a:ext uri="{FF2B5EF4-FFF2-40B4-BE49-F238E27FC236}">
                    <a16:creationId xmlns:a16="http://schemas.microsoft.com/office/drawing/2014/main" id="{13A2C615-B1A9-04BE-F64E-3FBE888A91A1}"/>
                  </a:ext>
                </a:extLst>
              </p:cNvPr>
              <p:cNvSpPr/>
              <p:nvPr/>
            </p:nvSpPr>
            <p:spPr>
              <a:xfrm>
                <a:off x="5541419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6" name="Freeform 46745">
                <a:extLst>
                  <a:ext uri="{FF2B5EF4-FFF2-40B4-BE49-F238E27FC236}">
                    <a16:creationId xmlns:a16="http://schemas.microsoft.com/office/drawing/2014/main" id="{5DF1FD75-3124-588C-F7D0-C2F44F086172}"/>
                  </a:ext>
                </a:extLst>
              </p:cNvPr>
              <p:cNvSpPr/>
              <p:nvPr/>
            </p:nvSpPr>
            <p:spPr>
              <a:xfrm>
                <a:off x="554201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7" name="Freeform 46746">
                <a:extLst>
                  <a:ext uri="{FF2B5EF4-FFF2-40B4-BE49-F238E27FC236}">
                    <a16:creationId xmlns:a16="http://schemas.microsoft.com/office/drawing/2014/main" id="{F0B6EE9E-54E3-F8FB-F1DD-65B82585FC33}"/>
                  </a:ext>
                </a:extLst>
              </p:cNvPr>
              <p:cNvSpPr/>
              <p:nvPr/>
            </p:nvSpPr>
            <p:spPr>
              <a:xfrm>
                <a:off x="554251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8" name="Freeform 46747">
                <a:extLst>
                  <a:ext uri="{FF2B5EF4-FFF2-40B4-BE49-F238E27FC236}">
                    <a16:creationId xmlns:a16="http://schemas.microsoft.com/office/drawing/2014/main" id="{32116159-CB85-05D2-73BC-F26FADE7C83F}"/>
                  </a:ext>
                </a:extLst>
              </p:cNvPr>
              <p:cNvSpPr/>
              <p:nvPr/>
            </p:nvSpPr>
            <p:spPr>
              <a:xfrm>
                <a:off x="554300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49" name="Freeform 46748">
                <a:extLst>
                  <a:ext uri="{FF2B5EF4-FFF2-40B4-BE49-F238E27FC236}">
                    <a16:creationId xmlns:a16="http://schemas.microsoft.com/office/drawing/2014/main" id="{9C76860F-5CE0-0019-ABD9-8DC6C5FA61E5}"/>
                  </a:ext>
                </a:extLst>
              </p:cNvPr>
              <p:cNvSpPr/>
              <p:nvPr/>
            </p:nvSpPr>
            <p:spPr>
              <a:xfrm>
                <a:off x="554360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0" name="Freeform 46749">
                <a:extLst>
                  <a:ext uri="{FF2B5EF4-FFF2-40B4-BE49-F238E27FC236}">
                    <a16:creationId xmlns:a16="http://schemas.microsoft.com/office/drawing/2014/main" id="{089CDDD1-5BDB-B01A-83A7-CC47C7C98D78}"/>
                  </a:ext>
                </a:extLst>
              </p:cNvPr>
              <p:cNvSpPr/>
              <p:nvPr/>
            </p:nvSpPr>
            <p:spPr>
              <a:xfrm>
                <a:off x="554409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1" name="Freeform 46750">
                <a:extLst>
                  <a:ext uri="{FF2B5EF4-FFF2-40B4-BE49-F238E27FC236}">
                    <a16:creationId xmlns:a16="http://schemas.microsoft.com/office/drawing/2014/main" id="{0B74EA3D-78A3-CC2A-356C-C1DDDA900909}"/>
                  </a:ext>
                </a:extLst>
              </p:cNvPr>
              <p:cNvSpPr/>
              <p:nvPr/>
            </p:nvSpPr>
            <p:spPr>
              <a:xfrm>
                <a:off x="554459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2" name="Freeform 46751">
                <a:extLst>
                  <a:ext uri="{FF2B5EF4-FFF2-40B4-BE49-F238E27FC236}">
                    <a16:creationId xmlns:a16="http://schemas.microsoft.com/office/drawing/2014/main" id="{147312CD-BCC4-CAF4-E2A0-3448CB3213FC}"/>
                  </a:ext>
                </a:extLst>
              </p:cNvPr>
              <p:cNvSpPr/>
              <p:nvPr/>
            </p:nvSpPr>
            <p:spPr>
              <a:xfrm>
                <a:off x="554518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3" name="Freeform 46752">
                <a:extLst>
                  <a:ext uri="{FF2B5EF4-FFF2-40B4-BE49-F238E27FC236}">
                    <a16:creationId xmlns:a16="http://schemas.microsoft.com/office/drawing/2014/main" id="{F158C210-15AB-2374-8724-3669D2405433}"/>
                  </a:ext>
                </a:extLst>
              </p:cNvPr>
              <p:cNvSpPr/>
              <p:nvPr/>
            </p:nvSpPr>
            <p:spPr>
              <a:xfrm>
                <a:off x="554568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4" name="Freeform 46753">
                <a:extLst>
                  <a:ext uri="{FF2B5EF4-FFF2-40B4-BE49-F238E27FC236}">
                    <a16:creationId xmlns:a16="http://schemas.microsoft.com/office/drawing/2014/main" id="{FFB5ECB1-81BD-BF94-11AD-A44F94A6FB14}"/>
                  </a:ext>
                </a:extLst>
              </p:cNvPr>
              <p:cNvSpPr/>
              <p:nvPr/>
            </p:nvSpPr>
            <p:spPr>
              <a:xfrm>
                <a:off x="554618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5" name="Freeform 46754">
                <a:extLst>
                  <a:ext uri="{FF2B5EF4-FFF2-40B4-BE49-F238E27FC236}">
                    <a16:creationId xmlns:a16="http://schemas.microsoft.com/office/drawing/2014/main" id="{BCF70833-015F-A35D-00CE-38B45600C1A1}"/>
                  </a:ext>
                </a:extLst>
              </p:cNvPr>
              <p:cNvSpPr/>
              <p:nvPr/>
            </p:nvSpPr>
            <p:spPr>
              <a:xfrm>
                <a:off x="55467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6" name="Freeform 46755">
                <a:extLst>
                  <a:ext uri="{FF2B5EF4-FFF2-40B4-BE49-F238E27FC236}">
                    <a16:creationId xmlns:a16="http://schemas.microsoft.com/office/drawing/2014/main" id="{F5385266-ECC9-CA9A-84E3-3BC973916263}"/>
                  </a:ext>
                </a:extLst>
              </p:cNvPr>
              <p:cNvSpPr/>
              <p:nvPr/>
            </p:nvSpPr>
            <p:spPr>
              <a:xfrm>
                <a:off x="55472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7" name="Freeform 46756">
                <a:extLst>
                  <a:ext uri="{FF2B5EF4-FFF2-40B4-BE49-F238E27FC236}">
                    <a16:creationId xmlns:a16="http://schemas.microsoft.com/office/drawing/2014/main" id="{44125172-DF8D-4E2B-41DF-3B9E0AA17444}"/>
                  </a:ext>
                </a:extLst>
              </p:cNvPr>
              <p:cNvSpPr/>
              <p:nvPr/>
            </p:nvSpPr>
            <p:spPr>
              <a:xfrm>
                <a:off x="55477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8" name="Freeform 46757">
                <a:extLst>
                  <a:ext uri="{FF2B5EF4-FFF2-40B4-BE49-F238E27FC236}">
                    <a16:creationId xmlns:a16="http://schemas.microsoft.com/office/drawing/2014/main" id="{8DDB92C5-8C5C-4803-DF86-D16A4DA1AF2A}"/>
                  </a:ext>
                </a:extLst>
              </p:cNvPr>
              <p:cNvSpPr/>
              <p:nvPr/>
            </p:nvSpPr>
            <p:spPr>
              <a:xfrm>
                <a:off x="55483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59" name="Freeform 46758">
                <a:extLst>
                  <a:ext uri="{FF2B5EF4-FFF2-40B4-BE49-F238E27FC236}">
                    <a16:creationId xmlns:a16="http://schemas.microsoft.com/office/drawing/2014/main" id="{C162547A-85B8-4E27-F451-8E23FD0969E0}"/>
                  </a:ext>
                </a:extLst>
              </p:cNvPr>
              <p:cNvSpPr/>
              <p:nvPr/>
            </p:nvSpPr>
            <p:spPr>
              <a:xfrm>
                <a:off x="55488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0" name="Freeform 46759">
                <a:extLst>
                  <a:ext uri="{FF2B5EF4-FFF2-40B4-BE49-F238E27FC236}">
                    <a16:creationId xmlns:a16="http://schemas.microsoft.com/office/drawing/2014/main" id="{EE80E069-6C43-3518-354C-B4BA356F3464}"/>
                  </a:ext>
                </a:extLst>
              </p:cNvPr>
              <p:cNvSpPr/>
              <p:nvPr/>
            </p:nvSpPr>
            <p:spPr>
              <a:xfrm>
                <a:off x="55493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1" name="Freeform 46760">
                <a:extLst>
                  <a:ext uri="{FF2B5EF4-FFF2-40B4-BE49-F238E27FC236}">
                    <a16:creationId xmlns:a16="http://schemas.microsoft.com/office/drawing/2014/main" id="{E24352AC-2C28-76A8-10A2-924C97F6E6AE}"/>
                  </a:ext>
                </a:extLst>
              </p:cNvPr>
              <p:cNvSpPr/>
              <p:nvPr/>
            </p:nvSpPr>
            <p:spPr>
              <a:xfrm>
                <a:off x="55498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2" name="Freeform 46761">
                <a:extLst>
                  <a:ext uri="{FF2B5EF4-FFF2-40B4-BE49-F238E27FC236}">
                    <a16:creationId xmlns:a16="http://schemas.microsoft.com/office/drawing/2014/main" id="{0A9F53A5-8B27-899B-7AAE-176EF8F67A8B}"/>
                  </a:ext>
                </a:extLst>
              </p:cNvPr>
              <p:cNvSpPr/>
              <p:nvPr/>
            </p:nvSpPr>
            <p:spPr>
              <a:xfrm>
                <a:off x="55504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3" name="Freeform 46762">
                <a:extLst>
                  <a:ext uri="{FF2B5EF4-FFF2-40B4-BE49-F238E27FC236}">
                    <a16:creationId xmlns:a16="http://schemas.microsoft.com/office/drawing/2014/main" id="{3B13E506-8740-B54B-6772-9CAAD089E695}"/>
                  </a:ext>
                </a:extLst>
              </p:cNvPr>
              <p:cNvSpPr/>
              <p:nvPr/>
            </p:nvSpPr>
            <p:spPr>
              <a:xfrm>
                <a:off x="55509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4" name="Freeform 46763">
                <a:extLst>
                  <a:ext uri="{FF2B5EF4-FFF2-40B4-BE49-F238E27FC236}">
                    <a16:creationId xmlns:a16="http://schemas.microsoft.com/office/drawing/2014/main" id="{EA14F42E-AB8F-ECC3-8E47-003F69A40A9B}"/>
                  </a:ext>
                </a:extLst>
              </p:cNvPr>
              <p:cNvSpPr/>
              <p:nvPr/>
            </p:nvSpPr>
            <p:spPr>
              <a:xfrm>
                <a:off x="55514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5" name="Freeform 46764">
                <a:extLst>
                  <a:ext uri="{FF2B5EF4-FFF2-40B4-BE49-F238E27FC236}">
                    <a16:creationId xmlns:a16="http://schemas.microsoft.com/office/drawing/2014/main" id="{DEB9FCFD-DEE9-ACED-80B6-CAB49543DA1D}"/>
                  </a:ext>
                </a:extLst>
              </p:cNvPr>
              <p:cNvSpPr/>
              <p:nvPr/>
            </p:nvSpPr>
            <p:spPr>
              <a:xfrm>
                <a:off x="555203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6" name="Freeform 46765">
                <a:extLst>
                  <a:ext uri="{FF2B5EF4-FFF2-40B4-BE49-F238E27FC236}">
                    <a16:creationId xmlns:a16="http://schemas.microsoft.com/office/drawing/2014/main" id="{D2B27B50-B92D-2D8F-CFA8-5E61EAE10A2D}"/>
                  </a:ext>
                </a:extLst>
              </p:cNvPr>
              <p:cNvSpPr/>
              <p:nvPr/>
            </p:nvSpPr>
            <p:spPr>
              <a:xfrm>
                <a:off x="555253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7" name="Freeform 46766">
                <a:extLst>
                  <a:ext uri="{FF2B5EF4-FFF2-40B4-BE49-F238E27FC236}">
                    <a16:creationId xmlns:a16="http://schemas.microsoft.com/office/drawing/2014/main" id="{540B419F-AF72-4612-E7A5-97F8A0D2AB39}"/>
                  </a:ext>
                </a:extLst>
              </p:cNvPr>
              <p:cNvSpPr/>
              <p:nvPr/>
            </p:nvSpPr>
            <p:spPr>
              <a:xfrm>
                <a:off x="555302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8" name="Freeform 46767">
                <a:extLst>
                  <a:ext uri="{FF2B5EF4-FFF2-40B4-BE49-F238E27FC236}">
                    <a16:creationId xmlns:a16="http://schemas.microsoft.com/office/drawing/2014/main" id="{C6F49618-C73A-9C48-F795-A263DEF6679B}"/>
                  </a:ext>
                </a:extLst>
              </p:cNvPr>
              <p:cNvSpPr/>
              <p:nvPr/>
            </p:nvSpPr>
            <p:spPr>
              <a:xfrm>
                <a:off x="5553623" y="5900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69" name="Freeform 46768">
                <a:extLst>
                  <a:ext uri="{FF2B5EF4-FFF2-40B4-BE49-F238E27FC236}">
                    <a16:creationId xmlns:a16="http://schemas.microsoft.com/office/drawing/2014/main" id="{40DFF88D-FBF5-59A9-AECB-088D99FCCEA2}"/>
                  </a:ext>
                </a:extLst>
              </p:cNvPr>
              <p:cNvSpPr/>
              <p:nvPr/>
            </p:nvSpPr>
            <p:spPr>
              <a:xfrm>
                <a:off x="5554119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0" name="Freeform 46769">
                <a:extLst>
                  <a:ext uri="{FF2B5EF4-FFF2-40B4-BE49-F238E27FC236}">
                    <a16:creationId xmlns:a16="http://schemas.microsoft.com/office/drawing/2014/main" id="{010A4658-A4D2-C850-A20C-B3C6970AF505}"/>
                  </a:ext>
                </a:extLst>
              </p:cNvPr>
              <p:cNvSpPr/>
              <p:nvPr/>
            </p:nvSpPr>
            <p:spPr>
              <a:xfrm>
                <a:off x="5554615" y="5966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1" name="Freeform 46770">
                <a:extLst>
                  <a:ext uri="{FF2B5EF4-FFF2-40B4-BE49-F238E27FC236}">
                    <a16:creationId xmlns:a16="http://schemas.microsoft.com/office/drawing/2014/main" id="{3E0740FA-B0DB-7176-93AB-5FED4B0AB883}"/>
                  </a:ext>
                </a:extLst>
              </p:cNvPr>
              <p:cNvSpPr/>
              <p:nvPr/>
            </p:nvSpPr>
            <p:spPr>
              <a:xfrm>
                <a:off x="5555210" y="5997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2" name="Freeform 46771">
                <a:extLst>
                  <a:ext uri="{FF2B5EF4-FFF2-40B4-BE49-F238E27FC236}">
                    <a16:creationId xmlns:a16="http://schemas.microsoft.com/office/drawing/2014/main" id="{39FE9F03-0B51-DA22-E6DC-C8A80E30D17D}"/>
                  </a:ext>
                </a:extLst>
              </p:cNvPr>
              <p:cNvSpPr/>
              <p:nvPr/>
            </p:nvSpPr>
            <p:spPr>
              <a:xfrm>
                <a:off x="5555706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3" name="Freeform 46772">
                <a:extLst>
                  <a:ext uri="{FF2B5EF4-FFF2-40B4-BE49-F238E27FC236}">
                    <a16:creationId xmlns:a16="http://schemas.microsoft.com/office/drawing/2014/main" id="{E793D50B-C570-E054-26CB-0E149E3FD3AF}"/>
                  </a:ext>
                </a:extLst>
              </p:cNvPr>
              <p:cNvSpPr/>
              <p:nvPr/>
            </p:nvSpPr>
            <p:spPr>
              <a:xfrm>
                <a:off x="5556202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4" name="Freeform 46773">
                <a:extLst>
                  <a:ext uri="{FF2B5EF4-FFF2-40B4-BE49-F238E27FC236}">
                    <a16:creationId xmlns:a16="http://schemas.microsoft.com/office/drawing/2014/main" id="{67788052-FD36-84BA-3B30-27FFA741B1F9}"/>
                  </a:ext>
                </a:extLst>
              </p:cNvPr>
              <p:cNvSpPr/>
              <p:nvPr/>
            </p:nvSpPr>
            <p:spPr>
              <a:xfrm>
                <a:off x="55567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5" name="Freeform 46774">
                <a:extLst>
                  <a:ext uri="{FF2B5EF4-FFF2-40B4-BE49-F238E27FC236}">
                    <a16:creationId xmlns:a16="http://schemas.microsoft.com/office/drawing/2014/main" id="{B29CB63F-EF77-0C27-0EED-1F5672B23306}"/>
                  </a:ext>
                </a:extLst>
              </p:cNvPr>
              <p:cNvSpPr/>
              <p:nvPr/>
            </p:nvSpPr>
            <p:spPr>
              <a:xfrm>
                <a:off x="555729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6" name="Freeform 46775">
                <a:extLst>
                  <a:ext uri="{FF2B5EF4-FFF2-40B4-BE49-F238E27FC236}">
                    <a16:creationId xmlns:a16="http://schemas.microsoft.com/office/drawing/2014/main" id="{3282F7F2-A7A0-5D04-2C1F-6FF5DF1055AF}"/>
                  </a:ext>
                </a:extLst>
              </p:cNvPr>
              <p:cNvSpPr/>
              <p:nvPr/>
            </p:nvSpPr>
            <p:spPr>
              <a:xfrm>
                <a:off x="555779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7" name="Freeform 46776">
                <a:extLst>
                  <a:ext uri="{FF2B5EF4-FFF2-40B4-BE49-F238E27FC236}">
                    <a16:creationId xmlns:a16="http://schemas.microsoft.com/office/drawing/2014/main" id="{3D138DB0-1874-18B2-1FBF-433EF2E018F7}"/>
                  </a:ext>
                </a:extLst>
              </p:cNvPr>
              <p:cNvSpPr/>
              <p:nvPr/>
            </p:nvSpPr>
            <p:spPr>
              <a:xfrm>
                <a:off x="55583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8" name="Freeform 46777">
                <a:extLst>
                  <a:ext uri="{FF2B5EF4-FFF2-40B4-BE49-F238E27FC236}">
                    <a16:creationId xmlns:a16="http://schemas.microsoft.com/office/drawing/2014/main" id="{2AB63B26-D52D-AA58-4E2B-B9F54D9CB5B1}"/>
                  </a:ext>
                </a:extLst>
              </p:cNvPr>
              <p:cNvSpPr/>
              <p:nvPr/>
            </p:nvSpPr>
            <p:spPr>
              <a:xfrm>
                <a:off x="555888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79" name="Freeform 46778">
                <a:extLst>
                  <a:ext uri="{FF2B5EF4-FFF2-40B4-BE49-F238E27FC236}">
                    <a16:creationId xmlns:a16="http://schemas.microsoft.com/office/drawing/2014/main" id="{C8FADA57-0821-25F6-F14B-B5520EC31FEC}"/>
                  </a:ext>
                </a:extLst>
              </p:cNvPr>
              <p:cNvSpPr/>
              <p:nvPr/>
            </p:nvSpPr>
            <p:spPr>
              <a:xfrm>
                <a:off x="55593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0" name="Freeform 46779">
                <a:extLst>
                  <a:ext uri="{FF2B5EF4-FFF2-40B4-BE49-F238E27FC236}">
                    <a16:creationId xmlns:a16="http://schemas.microsoft.com/office/drawing/2014/main" id="{C9E135BC-7BE1-291C-DB47-2A570193A63E}"/>
                  </a:ext>
                </a:extLst>
              </p:cNvPr>
              <p:cNvSpPr/>
              <p:nvPr/>
            </p:nvSpPr>
            <p:spPr>
              <a:xfrm>
                <a:off x="55599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1" name="Freeform 46780">
                <a:extLst>
                  <a:ext uri="{FF2B5EF4-FFF2-40B4-BE49-F238E27FC236}">
                    <a16:creationId xmlns:a16="http://schemas.microsoft.com/office/drawing/2014/main" id="{F9993E28-589D-212C-931A-C96087049AE3}"/>
                  </a:ext>
                </a:extLst>
              </p:cNvPr>
              <p:cNvSpPr/>
              <p:nvPr/>
            </p:nvSpPr>
            <p:spPr>
              <a:xfrm>
                <a:off x="55604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2" name="Freeform 46781">
                <a:extLst>
                  <a:ext uri="{FF2B5EF4-FFF2-40B4-BE49-F238E27FC236}">
                    <a16:creationId xmlns:a16="http://schemas.microsoft.com/office/drawing/2014/main" id="{7D2C78B1-E147-CD4C-CFFE-49C5F70586CD}"/>
                  </a:ext>
                </a:extLst>
              </p:cNvPr>
              <p:cNvSpPr/>
              <p:nvPr/>
            </p:nvSpPr>
            <p:spPr>
              <a:xfrm>
                <a:off x="55609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3" name="Freeform 46782">
                <a:extLst>
                  <a:ext uri="{FF2B5EF4-FFF2-40B4-BE49-F238E27FC236}">
                    <a16:creationId xmlns:a16="http://schemas.microsoft.com/office/drawing/2014/main" id="{9D11BC5A-2F7B-A837-4CD2-1E2F0720C191}"/>
                  </a:ext>
                </a:extLst>
              </p:cNvPr>
              <p:cNvSpPr/>
              <p:nvPr/>
            </p:nvSpPr>
            <p:spPr>
              <a:xfrm>
                <a:off x="55615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4" name="Freeform 46783">
                <a:extLst>
                  <a:ext uri="{FF2B5EF4-FFF2-40B4-BE49-F238E27FC236}">
                    <a16:creationId xmlns:a16="http://schemas.microsoft.com/office/drawing/2014/main" id="{EE929A9B-84CE-962C-F89D-2262EAB30576}"/>
                  </a:ext>
                </a:extLst>
              </p:cNvPr>
              <p:cNvSpPr/>
              <p:nvPr/>
            </p:nvSpPr>
            <p:spPr>
              <a:xfrm>
                <a:off x="55620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5" name="Freeform 46784">
                <a:extLst>
                  <a:ext uri="{FF2B5EF4-FFF2-40B4-BE49-F238E27FC236}">
                    <a16:creationId xmlns:a16="http://schemas.microsoft.com/office/drawing/2014/main" id="{6694F38C-0A3D-5ED7-1D12-093E97F6777C}"/>
                  </a:ext>
                </a:extLst>
              </p:cNvPr>
              <p:cNvSpPr/>
              <p:nvPr/>
            </p:nvSpPr>
            <p:spPr>
              <a:xfrm>
                <a:off x="55625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6" name="Freeform 46785">
                <a:extLst>
                  <a:ext uri="{FF2B5EF4-FFF2-40B4-BE49-F238E27FC236}">
                    <a16:creationId xmlns:a16="http://schemas.microsoft.com/office/drawing/2014/main" id="{54641A33-4231-AB16-6CAA-31507C02885C}"/>
                  </a:ext>
                </a:extLst>
              </p:cNvPr>
              <p:cNvSpPr/>
              <p:nvPr/>
            </p:nvSpPr>
            <p:spPr>
              <a:xfrm>
                <a:off x="55630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7" name="Freeform 46786">
                <a:extLst>
                  <a:ext uri="{FF2B5EF4-FFF2-40B4-BE49-F238E27FC236}">
                    <a16:creationId xmlns:a16="http://schemas.microsoft.com/office/drawing/2014/main" id="{FF7DA22F-A0B4-6C71-0CE6-5788F61F412E}"/>
                  </a:ext>
                </a:extLst>
              </p:cNvPr>
              <p:cNvSpPr/>
              <p:nvPr/>
            </p:nvSpPr>
            <p:spPr>
              <a:xfrm>
                <a:off x="55636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8" name="Freeform 46787">
                <a:extLst>
                  <a:ext uri="{FF2B5EF4-FFF2-40B4-BE49-F238E27FC236}">
                    <a16:creationId xmlns:a16="http://schemas.microsoft.com/office/drawing/2014/main" id="{972731DA-ACD9-4A06-E1FD-EB43D5179542}"/>
                  </a:ext>
                </a:extLst>
              </p:cNvPr>
              <p:cNvSpPr/>
              <p:nvPr/>
            </p:nvSpPr>
            <p:spPr>
              <a:xfrm>
                <a:off x="55641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89" name="Freeform 46788">
                <a:extLst>
                  <a:ext uri="{FF2B5EF4-FFF2-40B4-BE49-F238E27FC236}">
                    <a16:creationId xmlns:a16="http://schemas.microsoft.com/office/drawing/2014/main" id="{9E1CB0A2-5415-CB61-9D51-9EF097E5DC8E}"/>
                  </a:ext>
                </a:extLst>
              </p:cNvPr>
              <p:cNvSpPr/>
              <p:nvPr/>
            </p:nvSpPr>
            <p:spPr>
              <a:xfrm>
                <a:off x="55646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0" name="Freeform 46789">
                <a:extLst>
                  <a:ext uri="{FF2B5EF4-FFF2-40B4-BE49-F238E27FC236}">
                    <a16:creationId xmlns:a16="http://schemas.microsoft.com/office/drawing/2014/main" id="{21708B7A-81B1-48A0-E510-CFFDF07DF0C1}"/>
                  </a:ext>
                </a:extLst>
              </p:cNvPr>
              <p:cNvSpPr/>
              <p:nvPr/>
            </p:nvSpPr>
            <p:spPr>
              <a:xfrm>
                <a:off x="556523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1" name="Freeform 46790">
                <a:extLst>
                  <a:ext uri="{FF2B5EF4-FFF2-40B4-BE49-F238E27FC236}">
                    <a16:creationId xmlns:a16="http://schemas.microsoft.com/office/drawing/2014/main" id="{CD1D100D-06CD-00EB-73F4-991781516E31}"/>
                  </a:ext>
                </a:extLst>
              </p:cNvPr>
              <p:cNvSpPr/>
              <p:nvPr/>
            </p:nvSpPr>
            <p:spPr>
              <a:xfrm>
                <a:off x="556572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2" name="Freeform 46791">
                <a:extLst>
                  <a:ext uri="{FF2B5EF4-FFF2-40B4-BE49-F238E27FC236}">
                    <a16:creationId xmlns:a16="http://schemas.microsoft.com/office/drawing/2014/main" id="{2F59022C-ECA7-DEF2-AF99-24161F1A02DA}"/>
                  </a:ext>
                </a:extLst>
              </p:cNvPr>
              <p:cNvSpPr/>
              <p:nvPr/>
            </p:nvSpPr>
            <p:spPr>
              <a:xfrm>
                <a:off x="5566223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3" name="Freeform 46792">
                <a:extLst>
                  <a:ext uri="{FF2B5EF4-FFF2-40B4-BE49-F238E27FC236}">
                    <a16:creationId xmlns:a16="http://schemas.microsoft.com/office/drawing/2014/main" id="{304173BD-FACC-7FB2-B821-3A5D6BF071B1}"/>
                  </a:ext>
                </a:extLst>
              </p:cNvPr>
              <p:cNvSpPr/>
              <p:nvPr/>
            </p:nvSpPr>
            <p:spPr>
              <a:xfrm>
                <a:off x="5566819" y="6029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4" name="Freeform 46793">
                <a:extLst>
                  <a:ext uri="{FF2B5EF4-FFF2-40B4-BE49-F238E27FC236}">
                    <a16:creationId xmlns:a16="http://schemas.microsoft.com/office/drawing/2014/main" id="{9E43CD13-159E-D2E6-5A5E-287F7B7440E8}"/>
                  </a:ext>
                </a:extLst>
              </p:cNvPr>
              <p:cNvSpPr/>
              <p:nvPr/>
            </p:nvSpPr>
            <p:spPr>
              <a:xfrm>
                <a:off x="556731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5" name="Freeform 46794">
                <a:extLst>
                  <a:ext uri="{FF2B5EF4-FFF2-40B4-BE49-F238E27FC236}">
                    <a16:creationId xmlns:a16="http://schemas.microsoft.com/office/drawing/2014/main" id="{60C115F8-4093-58A5-546C-7A2F149D4ECC}"/>
                  </a:ext>
                </a:extLst>
              </p:cNvPr>
              <p:cNvSpPr/>
              <p:nvPr/>
            </p:nvSpPr>
            <p:spPr>
              <a:xfrm>
                <a:off x="556781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6" name="Freeform 46795">
                <a:extLst>
                  <a:ext uri="{FF2B5EF4-FFF2-40B4-BE49-F238E27FC236}">
                    <a16:creationId xmlns:a16="http://schemas.microsoft.com/office/drawing/2014/main" id="{44A9DF3C-52F3-6F2D-065A-A191A2E76AE1}"/>
                  </a:ext>
                </a:extLst>
              </p:cNvPr>
              <p:cNvSpPr/>
              <p:nvPr/>
            </p:nvSpPr>
            <p:spPr>
              <a:xfrm>
                <a:off x="556840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7" name="Freeform 46796">
                <a:extLst>
                  <a:ext uri="{FF2B5EF4-FFF2-40B4-BE49-F238E27FC236}">
                    <a16:creationId xmlns:a16="http://schemas.microsoft.com/office/drawing/2014/main" id="{752C7E64-6161-E73F-2A42-9639DC5D082E}"/>
                  </a:ext>
                </a:extLst>
              </p:cNvPr>
              <p:cNvSpPr/>
              <p:nvPr/>
            </p:nvSpPr>
            <p:spPr>
              <a:xfrm>
                <a:off x="556890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8" name="Freeform 46797">
                <a:extLst>
                  <a:ext uri="{FF2B5EF4-FFF2-40B4-BE49-F238E27FC236}">
                    <a16:creationId xmlns:a16="http://schemas.microsoft.com/office/drawing/2014/main" id="{600C95F8-BF3A-57F6-EE17-75F5891397EE}"/>
                  </a:ext>
                </a:extLst>
              </p:cNvPr>
              <p:cNvSpPr/>
              <p:nvPr/>
            </p:nvSpPr>
            <p:spPr>
              <a:xfrm>
                <a:off x="55693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99" name="Freeform 46798">
                <a:extLst>
                  <a:ext uri="{FF2B5EF4-FFF2-40B4-BE49-F238E27FC236}">
                    <a16:creationId xmlns:a16="http://schemas.microsoft.com/office/drawing/2014/main" id="{37B10AD3-BDC0-F041-711D-FF10D1168131}"/>
                  </a:ext>
                </a:extLst>
              </p:cNvPr>
              <p:cNvSpPr/>
              <p:nvPr/>
            </p:nvSpPr>
            <p:spPr>
              <a:xfrm>
                <a:off x="556999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0" name="Freeform 46799">
                <a:extLst>
                  <a:ext uri="{FF2B5EF4-FFF2-40B4-BE49-F238E27FC236}">
                    <a16:creationId xmlns:a16="http://schemas.microsoft.com/office/drawing/2014/main" id="{28BC6576-20F3-8D8E-9EFD-D46731D6A8B6}"/>
                  </a:ext>
                </a:extLst>
              </p:cNvPr>
              <p:cNvSpPr/>
              <p:nvPr/>
            </p:nvSpPr>
            <p:spPr>
              <a:xfrm>
                <a:off x="55704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1" name="Freeform 46800">
                <a:extLst>
                  <a:ext uri="{FF2B5EF4-FFF2-40B4-BE49-F238E27FC236}">
                    <a16:creationId xmlns:a16="http://schemas.microsoft.com/office/drawing/2014/main" id="{C2410D01-0694-CB69-75DD-CD4C7F3C12CB}"/>
                  </a:ext>
                </a:extLst>
              </p:cNvPr>
              <p:cNvSpPr/>
              <p:nvPr/>
            </p:nvSpPr>
            <p:spPr>
              <a:xfrm>
                <a:off x="55709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2" name="Freeform 46801">
                <a:extLst>
                  <a:ext uri="{FF2B5EF4-FFF2-40B4-BE49-F238E27FC236}">
                    <a16:creationId xmlns:a16="http://schemas.microsoft.com/office/drawing/2014/main" id="{9CB874C7-0D77-8753-96CE-93CDB0BCFA2F}"/>
                  </a:ext>
                </a:extLst>
              </p:cNvPr>
              <p:cNvSpPr/>
              <p:nvPr/>
            </p:nvSpPr>
            <p:spPr>
              <a:xfrm>
                <a:off x="55715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3" name="Freeform 46802">
                <a:extLst>
                  <a:ext uri="{FF2B5EF4-FFF2-40B4-BE49-F238E27FC236}">
                    <a16:creationId xmlns:a16="http://schemas.microsoft.com/office/drawing/2014/main" id="{0EB482F4-75E3-39F0-8172-31BDC4CB4D76}"/>
                  </a:ext>
                </a:extLst>
              </p:cNvPr>
              <p:cNvSpPr/>
              <p:nvPr/>
            </p:nvSpPr>
            <p:spPr>
              <a:xfrm>
                <a:off x="55720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4" name="Freeform 46803">
                <a:extLst>
                  <a:ext uri="{FF2B5EF4-FFF2-40B4-BE49-F238E27FC236}">
                    <a16:creationId xmlns:a16="http://schemas.microsoft.com/office/drawing/2014/main" id="{B725FD41-9D7F-4BC8-3BD3-5DC193D199BF}"/>
                  </a:ext>
                </a:extLst>
              </p:cNvPr>
              <p:cNvSpPr/>
              <p:nvPr/>
            </p:nvSpPr>
            <p:spPr>
              <a:xfrm>
                <a:off x="55725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5" name="Freeform 46804">
                <a:extLst>
                  <a:ext uri="{FF2B5EF4-FFF2-40B4-BE49-F238E27FC236}">
                    <a16:creationId xmlns:a16="http://schemas.microsoft.com/office/drawing/2014/main" id="{ADB15065-0304-E062-F1E2-ED3197BD81EF}"/>
                  </a:ext>
                </a:extLst>
              </p:cNvPr>
              <p:cNvSpPr/>
              <p:nvPr/>
            </p:nvSpPr>
            <p:spPr>
              <a:xfrm>
                <a:off x="55731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6" name="Freeform 46805">
                <a:extLst>
                  <a:ext uri="{FF2B5EF4-FFF2-40B4-BE49-F238E27FC236}">
                    <a16:creationId xmlns:a16="http://schemas.microsoft.com/office/drawing/2014/main" id="{FFF81D0C-DB49-3C4D-D3CB-802B2FCE5669}"/>
                  </a:ext>
                </a:extLst>
              </p:cNvPr>
              <p:cNvSpPr/>
              <p:nvPr/>
            </p:nvSpPr>
            <p:spPr>
              <a:xfrm>
                <a:off x="55736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7" name="Freeform 46806">
                <a:extLst>
                  <a:ext uri="{FF2B5EF4-FFF2-40B4-BE49-F238E27FC236}">
                    <a16:creationId xmlns:a16="http://schemas.microsoft.com/office/drawing/2014/main" id="{248B9B01-A2B1-606A-DC56-181D70B5FC1A}"/>
                  </a:ext>
                </a:extLst>
              </p:cNvPr>
              <p:cNvSpPr/>
              <p:nvPr/>
            </p:nvSpPr>
            <p:spPr>
              <a:xfrm>
                <a:off x="55741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8" name="Freeform 46807">
                <a:extLst>
                  <a:ext uri="{FF2B5EF4-FFF2-40B4-BE49-F238E27FC236}">
                    <a16:creationId xmlns:a16="http://schemas.microsoft.com/office/drawing/2014/main" id="{02D673E0-FA24-BE06-A3ED-73E2A79A3909}"/>
                  </a:ext>
                </a:extLst>
              </p:cNvPr>
              <p:cNvSpPr/>
              <p:nvPr/>
            </p:nvSpPr>
            <p:spPr>
              <a:xfrm>
                <a:off x="55746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09" name="Freeform 46808">
                <a:extLst>
                  <a:ext uri="{FF2B5EF4-FFF2-40B4-BE49-F238E27FC236}">
                    <a16:creationId xmlns:a16="http://schemas.microsoft.com/office/drawing/2014/main" id="{A3575D61-0B9A-B46B-F732-AB060769C0D8}"/>
                  </a:ext>
                </a:extLst>
              </p:cNvPr>
              <p:cNvSpPr/>
              <p:nvPr/>
            </p:nvSpPr>
            <p:spPr>
              <a:xfrm>
                <a:off x="55752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0" name="Freeform 46809">
                <a:extLst>
                  <a:ext uri="{FF2B5EF4-FFF2-40B4-BE49-F238E27FC236}">
                    <a16:creationId xmlns:a16="http://schemas.microsoft.com/office/drawing/2014/main" id="{4F9A7F79-80F2-C527-744C-8598E8E9347E}"/>
                  </a:ext>
                </a:extLst>
              </p:cNvPr>
              <p:cNvSpPr/>
              <p:nvPr/>
            </p:nvSpPr>
            <p:spPr>
              <a:xfrm>
                <a:off x="55757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1" name="Freeform 46810">
                <a:extLst>
                  <a:ext uri="{FF2B5EF4-FFF2-40B4-BE49-F238E27FC236}">
                    <a16:creationId xmlns:a16="http://schemas.microsoft.com/office/drawing/2014/main" id="{07AE5FB8-1E58-9AF5-384D-F00358160304}"/>
                  </a:ext>
                </a:extLst>
              </p:cNvPr>
              <p:cNvSpPr/>
              <p:nvPr/>
            </p:nvSpPr>
            <p:spPr>
              <a:xfrm>
                <a:off x="55762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2" name="Freeform 46811">
                <a:extLst>
                  <a:ext uri="{FF2B5EF4-FFF2-40B4-BE49-F238E27FC236}">
                    <a16:creationId xmlns:a16="http://schemas.microsoft.com/office/drawing/2014/main" id="{DD94E20B-E0D8-6721-BF1D-6715183878AE}"/>
                  </a:ext>
                </a:extLst>
              </p:cNvPr>
              <p:cNvSpPr/>
              <p:nvPr/>
            </p:nvSpPr>
            <p:spPr>
              <a:xfrm>
                <a:off x="55768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3" name="Freeform 46812">
                <a:extLst>
                  <a:ext uri="{FF2B5EF4-FFF2-40B4-BE49-F238E27FC236}">
                    <a16:creationId xmlns:a16="http://schemas.microsoft.com/office/drawing/2014/main" id="{A470A5F7-0B05-A931-EC53-472FB9E833BE}"/>
                  </a:ext>
                </a:extLst>
              </p:cNvPr>
              <p:cNvSpPr/>
              <p:nvPr/>
            </p:nvSpPr>
            <p:spPr>
              <a:xfrm>
                <a:off x="55773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4" name="Freeform 46813">
                <a:extLst>
                  <a:ext uri="{FF2B5EF4-FFF2-40B4-BE49-F238E27FC236}">
                    <a16:creationId xmlns:a16="http://schemas.microsoft.com/office/drawing/2014/main" id="{CCE32B9C-A94E-4546-9B6B-26C9EBF179A9}"/>
                  </a:ext>
                </a:extLst>
              </p:cNvPr>
              <p:cNvSpPr/>
              <p:nvPr/>
            </p:nvSpPr>
            <p:spPr>
              <a:xfrm>
                <a:off x="55778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5" name="Freeform 46814">
                <a:extLst>
                  <a:ext uri="{FF2B5EF4-FFF2-40B4-BE49-F238E27FC236}">
                    <a16:creationId xmlns:a16="http://schemas.microsoft.com/office/drawing/2014/main" id="{9CAB28FA-9E7F-2DE7-93EC-C9A01CD6F0F8}"/>
                  </a:ext>
                </a:extLst>
              </p:cNvPr>
              <p:cNvSpPr/>
              <p:nvPr/>
            </p:nvSpPr>
            <p:spPr>
              <a:xfrm>
                <a:off x="557842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6" name="Freeform 46815">
                <a:extLst>
                  <a:ext uri="{FF2B5EF4-FFF2-40B4-BE49-F238E27FC236}">
                    <a16:creationId xmlns:a16="http://schemas.microsoft.com/office/drawing/2014/main" id="{AFC4EEDC-30D4-8F25-0092-6132BB98333C}"/>
                  </a:ext>
                </a:extLst>
              </p:cNvPr>
              <p:cNvSpPr/>
              <p:nvPr/>
            </p:nvSpPr>
            <p:spPr>
              <a:xfrm>
                <a:off x="5578923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7" name="Freeform 46816">
                <a:extLst>
                  <a:ext uri="{FF2B5EF4-FFF2-40B4-BE49-F238E27FC236}">
                    <a16:creationId xmlns:a16="http://schemas.microsoft.com/office/drawing/2014/main" id="{E826D0F5-8360-2F94-A81D-35A11825F634}"/>
                  </a:ext>
                </a:extLst>
              </p:cNvPr>
              <p:cNvSpPr/>
              <p:nvPr/>
            </p:nvSpPr>
            <p:spPr>
              <a:xfrm>
                <a:off x="5579420" y="6037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8" name="Freeform 46817">
                <a:extLst>
                  <a:ext uri="{FF2B5EF4-FFF2-40B4-BE49-F238E27FC236}">
                    <a16:creationId xmlns:a16="http://schemas.microsoft.com/office/drawing/2014/main" id="{586B0820-9CF2-4C45-2E17-CC3D42097329}"/>
                  </a:ext>
                </a:extLst>
              </p:cNvPr>
              <p:cNvSpPr/>
              <p:nvPr/>
            </p:nvSpPr>
            <p:spPr>
              <a:xfrm>
                <a:off x="558001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19" name="Freeform 46818">
                <a:extLst>
                  <a:ext uri="{FF2B5EF4-FFF2-40B4-BE49-F238E27FC236}">
                    <a16:creationId xmlns:a16="http://schemas.microsoft.com/office/drawing/2014/main" id="{B769EA5B-8370-4C80-037C-7C497EE814F6}"/>
                  </a:ext>
                </a:extLst>
              </p:cNvPr>
              <p:cNvSpPr/>
              <p:nvPr/>
            </p:nvSpPr>
            <p:spPr>
              <a:xfrm>
                <a:off x="558051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0" name="Freeform 46819">
                <a:extLst>
                  <a:ext uri="{FF2B5EF4-FFF2-40B4-BE49-F238E27FC236}">
                    <a16:creationId xmlns:a16="http://schemas.microsoft.com/office/drawing/2014/main" id="{CC18D4EE-B8CA-2C76-8ABE-2429C9AF297E}"/>
                  </a:ext>
                </a:extLst>
              </p:cNvPr>
              <p:cNvSpPr/>
              <p:nvPr/>
            </p:nvSpPr>
            <p:spPr>
              <a:xfrm>
                <a:off x="558100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1" name="Freeform 46820">
                <a:extLst>
                  <a:ext uri="{FF2B5EF4-FFF2-40B4-BE49-F238E27FC236}">
                    <a16:creationId xmlns:a16="http://schemas.microsoft.com/office/drawing/2014/main" id="{0F2E2CE1-CE65-90CC-CC53-772382758A95}"/>
                  </a:ext>
                </a:extLst>
              </p:cNvPr>
              <p:cNvSpPr/>
              <p:nvPr/>
            </p:nvSpPr>
            <p:spPr>
              <a:xfrm>
                <a:off x="55816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2" name="Freeform 46821">
                <a:extLst>
                  <a:ext uri="{FF2B5EF4-FFF2-40B4-BE49-F238E27FC236}">
                    <a16:creationId xmlns:a16="http://schemas.microsoft.com/office/drawing/2014/main" id="{E46EA20A-C257-C001-2119-C7EE3FF762A2}"/>
                  </a:ext>
                </a:extLst>
              </p:cNvPr>
              <p:cNvSpPr/>
              <p:nvPr/>
            </p:nvSpPr>
            <p:spPr>
              <a:xfrm>
                <a:off x="55820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3" name="Freeform 46822">
                <a:extLst>
                  <a:ext uri="{FF2B5EF4-FFF2-40B4-BE49-F238E27FC236}">
                    <a16:creationId xmlns:a16="http://schemas.microsoft.com/office/drawing/2014/main" id="{98C8823D-87F7-0F2A-6147-A30AE8EABA4B}"/>
                  </a:ext>
                </a:extLst>
              </p:cNvPr>
              <p:cNvSpPr/>
              <p:nvPr/>
            </p:nvSpPr>
            <p:spPr>
              <a:xfrm>
                <a:off x="55825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4" name="Freeform 46823">
                <a:extLst>
                  <a:ext uri="{FF2B5EF4-FFF2-40B4-BE49-F238E27FC236}">
                    <a16:creationId xmlns:a16="http://schemas.microsoft.com/office/drawing/2014/main" id="{F8E1F1C5-F83C-2474-1F35-0D7A4B573D1D}"/>
                  </a:ext>
                </a:extLst>
              </p:cNvPr>
              <p:cNvSpPr/>
              <p:nvPr/>
            </p:nvSpPr>
            <p:spPr>
              <a:xfrm>
                <a:off x="55831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5" name="Freeform 46824">
                <a:extLst>
                  <a:ext uri="{FF2B5EF4-FFF2-40B4-BE49-F238E27FC236}">
                    <a16:creationId xmlns:a16="http://schemas.microsoft.com/office/drawing/2014/main" id="{84104C06-7F3C-C46D-8539-F390CABFFB99}"/>
                  </a:ext>
                </a:extLst>
              </p:cNvPr>
              <p:cNvSpPr/>
              <p:nvPr/>
            </p:nvSpPr>
            <p:spPr>
              <a:xfrm>
                <a:off x="55836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6" name="Freeform 46825">
                <a:extLst>
                  <a:ext uri="{FF2B5EF4-FFF2-40B4-BE49-F238E27FC236}">
                    <a16:creationId xmlns:a16="http://schemas.microsoft.com/office/drawing/2014/main" id="{DD4C9E90-313B-9B4E-4D61-2FADA4F0A23C}"/>
                  </a:ext>
                </a:extLst>
              </p:cNvPr>
              <p:cNvSpPr/>
              <p:nvPr/>
            </p:nvSpPr>
            <p:spPr>
              <a:xfrm>
                <a:off x="558418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7" name="Freeform 46826">
                <a:extLst>
                  <a:ext uri="{FF2B5EF4-FFF2-40B4-BE49-F238E27FC236}">
                    <a16:creationId xmlns:a16="http://schemas.microsoft.com/office/drawing/2014/main" id="{FB279102-3115-0ECD-111B-56ED1D6F20E0}"/>
                  </a:ext>
                </a:extLst>
              </p:cNvPr>
              <p:cNvSpPr/>
              <p:nvPr/>
            </p:nvSpPr>
            <p:spPr>
              <a:xfrm>
                <a:off x="55847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8" name="Freeform 46827">
                <a:extLst>
                  <a:ext uri="{FF2B5EF4-FFF2-40B4-BE49-F238E27FC236}">
                    <a16:creationId xmlns:a16="http://schemas.microsoft.com/office/drawing/2014/main" id="{32E5BAFF-658D-7F3C-7104-B33FAA482CF7}"/>
                  </a:ext>
                </a:extLst>
              </p:cNvPr>
              <p:cNvSpPr/>
              <p:nvPr/>
            </p:nvSpPr>
            <p:spPr>
              <a:xfrm>
                <a:off x="55852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29" name="Freeform 46828">
                <a:extLst>
                  <a:ext uri="{FF2B5EF4-FFF2-40B4-BE49-F238E27FC236}">
                    <a16:creationId xmlns:a16="http://schemas.microsoft.com/office/drawing/2014/main" id="{B17EDB35-969E-E583-1C42-5A69DE0140E3}"/>
                  </a:ext>
                </a:extLst>
              </p:cNvPr>
              <p:cNvSpPr/>
              <p:nvPr/>
            </p:nvSpPr>
            <p:spPr>
              <a:xfrm>
                <a:off x="55857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0" name="Freeform 46829">
                <a:extLst>
                  <a:ext uri="{FF2B5EF4-FFF2-40B4-BE49-F238E27FC236}">
                    <a16:creationId xmlns:a16="http://schemas.microsoft.com/office/drawing/2014/main" id="{1E2A19B5-0561-9FB5-6D70-7A476C72D199}"/>
                  </a:ext>
                </a:extLst>
              </p:cNvPr>
              <p:cNvSpPr/>
              <p:nvPr/>
            </p:nvSpPr>
            <p:spPr>
              <a:xfrm>
                <a:off x="55862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1" name="Freeform 46830">
                <a:extLst>
                  <a:ext uri="{FF2B5EF4-FFF2-40B4-BE49-F238E27FC236}">
                    <a16:creationId xmlns:a16="http://schemas.microsoft.com/office/drawing/2014/main" id="{813FD9FC-EF79-51DB-4D2F-F3C418C98961}"/>
                  </a:ext>
                </a:extLst>
              </p:cNvPr>
              <p:cNvSpPr/>
              <p:nvPr/>
            </p:nvSpPr>
            <p:spPr>
              <a:xfrm>
                <a:off x="55868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2" name="Freeform 46831">
                <a:extLst>
                  <a:ext uri="{FF2B5EF4-FFF2-40B4-BE49-F238E27FC236}">
                    <a16:creationId xmlns:a16="http://schemas.microsoft.com/office/drawing/2014/main" id="{50594466-BA8D-5ECE-49A9-C3FD8E32FD31}"/>
                  </a:ext>
                </a:extLst>
              </p:cNvPr>
              <p:cNvSpPr/>
              <p:nvPr/>
            </p:nvSpPr>
            <p:spPr>
              <a:xfrm>
                <a:off x="55873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3" name="Freeform 46832">
                <a:extLst>
                  <a:ext uri="{FF2B5EF4-FFF2-40B4-BE49-F238E27FC236}">
                    <a16:creationId xmlns:a16="http://schemas.microsoft.com/office/drawing/2014/main" id="{35C9A57C-1600-8102-EA6B-0EA0BA4EC27D}"/>
                  </a:ext>
                </a:extLst>
              </p:cNvPr>
              <p:cNvSpPr/>
              <p:nvPr/>
            </p:nvSpPr>
            <p:spPr>
              <a:xfrm>
                <a:off x="55878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4" name="Freeform 46833">
                <a:extLst>
                  <a:ext uri="{FF2B5EF4-FFF2-40B4-BE49-F238E27FC236}">
                    <a16:creationId xmlns:a16="http://schemas.microsoft.com/office/drawing/2014/main" id="{FCEDE42F-CF4E-5F01-8320-F9D4C756D475}"/>
                  </a:ext>
                </a:extLst>
              </p:cNvPr>
              <p:cNvSpPr/>
              <p:nvPr/>
            </p:nvSpPr>
            <p:spPr>
              <a:xfrm>
                <a:off x="55884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5" name="Freeform 46834">
                <a:extLst>
                  <a:ext uri="{FF2B5EF4-FFF2-40B4-BE49-F238E27FC236}">
                    <a16:creationId xmlns:a16="http://schemas.microsoft.com/office/drawing/2014/main" id="{EC0D1103-B892-EC34-CE49-DCCF1E70B596}"/>
                  </a:ext>
                </a:extLst>
              </p:cNvPr>
              <p:cNvSpPr/>
              <p:nvPr/>
            </p:nvSpPr>
            <p:spPr>
              <a:xfrm>
                <a:off x="55889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6" name="Freeform 46835">
                <a:extLst>
                  <a:ext uri="{FF2B5EF4-FFF2-40B4-BE49-F238E27FC236}">
                    <a16:creationId xmlns:a16="http://schemas.microsoft.com/office/drawing/2014/main" id="{4B1CDF95-B598-6F54-539D-7E72D69B20EB}"/>
                  </a:ext>
                </a:extLst>
              </p:cNvPr>
              <p:cNvSpPr/>
              <p:nvPr/>
            </p:nvSpPr>
            <p:spPr>
              <a:xfrm>
                <a:off x="55894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7" name="Freeform 46836">
                <a:extLst>
                  <a:ext uri="{FF2B5EF4-FFF2-40B4-BE49-F238E27FC236}">
                    <a16:creationId xmlns:a16="http://schemas.microsoft.com/office/drawing/2014/main" id="{5DA3227B-8861-84B5-8843-DE3CE99A747D}"/>
                  </a:ext>
                </a:extLst>
              </p:cNvPr>
              <p:cNvSpPr/>
              <p:nvPr/>
            </p:nvSpPr>
            <p:spPr>
              <a:xfrm>
                <a:off x="55900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8" name="Freeform 46837">
                <a:extLst>
                  <a:ext uri="{FF2B5EF4-FFF2-40B4-BE49-F238E27FC236}">
                    <a16:creationId xmlns:a16="http://schemas.microsoft.com/office/drawing/2014/main" id="{645A67A0-023A-E052-1F60-9CA81ADE06EA}"/>
                  </a:ext>
                </a:extLst>
              </p:cNvPr>
              <p:cNvSpPr/>
              <p:nvPr/>
            </p:nvSpPr>
            <p:spPr>
              <a:xfrm>
                <a:off x="55905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39" name="Freeform 46838">
                <a:extLst>
                  <a:ext uri="{FF2B5EF4-FFF2-40B4-BE49-F238E27FC236}">
                    <a16:creationId xmlns:a16="http://schemas.microsoft.com/office/drawing/2014/main" id="{2B3CCB53-F867-A3AF-CFDC-48FCB92C2378}"/>
                  </a:ext>
                </a:extLst>
              </p:cNvPr>
              <p:cNvSpPr/>
              <p:nvPr/>
            </p:nvSpPr>
            <p:spPr>
              <a:xfrm>
                <a:off x="559102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0" name="Freeform 46839">
                <a:extLst>
                  <a:ext uri="{FF2B5EF4-FFF2-40B4-BE49-F238E27FC236}">
                    <a16:creationId xmlns:a16="http://schemas.microsoft.com/office/drawing/2014/main" id="{9985B4E4-AFCC-5F42-C25D-344B961FEE9B}"/>
                  </a:ext>
                </a:extLst>
              </p:cNvPr>
              <p:cNvSpPr/>
              <p:nvPr/>
            </p:nvSpPr>
            <p:spPr>
              <a:xfrm>
                <a:off x="5591623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1" name="Freeform 46840">
                <a:extLst>
                  <a:ext uri="{FF2B5EF4-FFF2-40B4-BE49-F238E27FC236}">
                    <a16:creationId xmlns:a16="http://schemas.microsoft.com/office/drawing/2014/main" id="{DC9782B7-FFB9-6402-D898-00D5CF10CD9B}"/>
                  </a:ext>
                </a:extLst>
              </p:cNvPr>
              <p:cNvSpPr/>
              <p:nvPr/>
            </p:nvSpPr>
            <p:spPr>
              <a:xfrm>
                <a:off x="5592120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2" name="Freeform 46841">
                <a:extLst>
                  <a:ext uri="{FF2B5EF4-FFF2-40B4-BE49-F238E27FC236}">
                    <a16:creationId xmlns:a16="http://schemas.microsoft.com/office/drawing/2014/main" id="{101DC854-AED0-1CDB-D5D9-5DA282A05CE2}"/>
                  </a:ext>
                </a:extLst>
              </p:cNvPr>
              <p:cNvSpPr/>
              <p:nvPr/>
            </p:nvSpPr>
            <p:spPr>
              <a:xfrm>
                <a:off x="5592616" y="5947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3" name="Freeform 46842">
                <a:extLst>
                  <a:ext uri="{FF2B5EF4-FFF2-40B4-BE49-F238E27FC236}">
                    <a16:creationId xmlns:a16="http://schemas.microsoft.com/office/drawing/2014/main" id="{57FDA1AB-AE05-603E-D6D0-25760C8138DF}"/>
                  </a:ext>
                </a:extLst>
              </p:cNvPr>
              <p:cNvSpPr/>
              <p:nvPr/>
            </p:nvSpPr>
            <p:spPr>
              <a:xfrm>
                <a:off x="5593211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4" name="Freeform 46843">
                <a:extLst>
                  <a:ext uri="{FF2B5EF4-FFF2-40B4-BE49-F238E27FC236}">
                    <a16:creationId xmlns:a16="http://schemas.microsoft.com/office/drawing/2014/main" id="{FD8862DB-9F4C-E201-2990-A1FDE44AD2E5}"/>
                  </a:ext>
                </a:extLst>
              </p:cNvPr>
              <p:cNvSpPr/>
              <p:nvPr/>
            </p:nvSpPr>
            <p:spPr>
              <a:xfrm>
                <a:off x="559370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5" name="Freeform 46844">
                <a:extLst>
                  <a:ext uri="{FF2B5EF4-FFF2-40B4-BE49-F238E27FC236}">
                    <a16:creationId xmlns:a16="http://schemas.microsoft.com/office/drawing/2014/main" id="{9CCDFBB9-EC0F-4E18-2DFB-5D23B2C30DB7}"/>
                  </a:ext>
                </a:extLst>
              </p:cNvPr>
              <p:cNvSpPr/>
              <p:nvPr/>
            </p:nvSpPr>
            <p:spPr>
              <a:xfrm>
                <a:off x="559420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6" name="Freeform 46845">
                <a:extLst>
                  <a:ext uri="{FF2B5EF4-FFF2-40B4-BE49-F238E27FC236}">
                    <a16:creationId xmlns:a16="http://schemas.microsoft.com/office/drawing/2014/main" id="{FC14132F-27BB-77AC-0C6A-36656FA8CCC1}"/>
                  </a:ext>
                </a:extLst>
              </p:cNvPr>
              <p:cNvSpPr/>
              <p:nvPr/>
            </p:nvSpPr>
            <p:spPr>
              <a:xfrm>
                <a:off x="559479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7" name="Freeform 46846">
                <a:extLst>
                  <a:ext uri="{FF2B5EF4-FFF2-40B4-BE49-F238E27FC236}">
                    <a16:creationId xmlns:a16="http://schemas.microsoft.com/office/drawing/2014/main" id="{8FD43CEB-748B-D7B5-1FCF-98EF99F50727}"/>
                  </a:ext>
                </a:extLst>
              </p:cNvPr>
              <p:cNvSpPr/>
              <p:nvPr/>
            </p:nvSpPr>
            <p:spPr>
              <a:xfrm>
                <a:off x="559529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8" name="Freeform 46847">
                <a:extLst>
                  <a:ext uri="{FF2B5EF4-FFF2-40B4-BE49-F238E27FC236}">
                    <a16:creationId xmlns:a16="http://schemas.microsoft.com/office/drawing/2014/main" id="{185CB290-3B08-53A3-1539-E581756F1588}"/>
                  </a:ext>
                </a:extLst>
              </p:cNvPr>
              <p:cNvSpPr/>
              <p:nvPr/>
            </p:nvSpPr>
            <p:spPr>
              <a:xfrm>
                <a:off x="559579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49" name="Freeform 46848">
                <a:extLst>
                  <a:ext uri="{FF2B5EF4-FFF2-40B4-BE49-F238E27FC236}">
                    <a16:creationId xmlns:a16="http://schemas.microsoft.com/office/drawing/2014/main" id="{A9F1B630-F613-1A10-61A4-5C5D8CC348E7}"/>
                  </a:ext>
                </a:extLst>
              </p:cNvPr>
              <p:cNvSpPr/>
              <p:nvPr/>
            </p:nvSpPr>
            <p:spPr>
              <a:xfrm>
                <a:off x="559638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0" name="Freeform 46849">
                <a:extLst>
                  <a:ext uri="{FF2B5EF4-FFF2-40B4-BE49-F238E27FC236}">
                    <a16:creationId xmlns:a16="http://schemas.microsoft.com/office/drawing/2014/main" id="{F92DDC85-60B9-52B4-A24B-80037C56E810}"/>
                  </a:ext>
                </a:extLst>
              </p:cNvPr>
              <p:cNvSpPr/>
              <p:nvPr/>
            </p:nvSpPr>
            <p:spPr>
              <a:xfrm>
                <a:off x="5596882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1" name="Freeform 46850">
                <a:extLst>
                  <a:ext uri="{FF2B5EF4-FFF2-40B4-BE49-F238E27FC236}">
                    <a16:creationId xmlns:a16="http://schemas.microsoft.com/office/drawing/2014/main" id="{97D5F99D-D709-642A-A671-8FF112A8944D}"/>
                  </a:ext>
                </a:extLst>
              </p:cNvPr>
              <p:cNvSpPr/>
              <p:nvPr/>
            </p:nvSpPr>
            <p:spPr>
              <a:xfrm>
                <a:off x="55973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2" name="Freeform 46851">
                <a:extLst>
                  <a:ext uri="{FF2B5EF4-FFF2-40B4-BE49-F238E27FC236}">
                    <a16:creationId xmlns:a16="http://schemas.microsoft.com/office/drawing/2014/main" id="{E8FF469D-D12E-414E-153E-003AF36D99C3}"/>
                  </a:ext>
                </a:extLst>
              </p:cNvPr>
              <p:cNvSpPr/>
              <p:nvPr/>
            </p:nvSpPr>
            <p:spPr>
              <a:xfrm>
                <a:off x="55979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3" name="Freeform 46852">
                <a:extLst>
                  <a:ext uri="{FF2B5EF4-FFF2-40B4-BE49-F238E27FC236}">
                    <a16:creationId xmlns:a16="http://schemas.microsoft.com/office/drawing/2014/main" id="{5E3057A5-323A-F4BB-C639-E93F86BA1AD0}"/>
                  </a:ext>
                </a:extLst>
              </p:cNvPr>
              <p:cNvSpPr/>
              <p:nvPr/>
            </p:nvSpPr>
            <p:spPr>
              <a:xfrm>
                <a:off x="55984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4" name="Freeform 46853">
                <a:extLst>
                  <a:ext uri="{FF2B5EF4-FFF2-40B4-BE49-F238E27FC236}">
                    <a16:creationId xmlns:a16="http://schemas.microsoft.com/office/drawing/2014/main" id="{833F60CA-57D5-1264-DC34-4C69282EAD81}"/>
                  </a:ext>
                </a:extLst>
              </p:cNvPr>
              <p:cNvSpPr/>
              <p:nvPr/>
            </p:nvSpPr>
            <p:spPr>
              <a:xfrm>
                <a:off x="55989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5" name="Freeform 46854">
                <a:extLst>
                  <a:ext uri="{FF2B5EF4-FFF2-40B4-BE49-F238E27FC236}">
                    <a16:creationId xmlns:a16="http://schemas.microsoft.com/office/drawing/2014/main" id="{F929427D-7A98-1726-EA3A-61DDEF5EFEA4}"/>
                  </a:ext>
                </a:extLst>
              </p:cNvPr>
              <p:cNvSpPr/>
              <p:nvPr/>
            </p:nvSpPr>
            <p:spPr>
              <a:xfrm>
                <a:off x="55994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6" name="Freeform 46855">
                <a:extLst>
                  <a:ext uri="{FF2B5EF4-FFF2-40B4-BE49-F238E27FC236}">
                    <a16:creationId xmlns:a16="http://schemas.microsoft.com/office/drawing/2014/main" id="{7ABE6833-21E2-F07E-A2F3-CB4F22549A09}"/>
                  </a:ext>
                </a:extLst>
              </p:cNvPr>
              <p:cNvSpPr/>
              <p:nvPr/>
            </p:nvSpPr>
            <p:spPr>
              <a:xfrm>
                <a:off x="56000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7" name="Freeform 46856">
                <a:extLst>
                  <a:ext uri="{FF2B5EF4-FFF2-40B4-BE49-F238E27FC236}">
                    <a16:creationId xmlns:a16="http://schemas.microsoft.com/office/drawing/2014/main" id="{1A1257DC-E940-5444-DF48-EE94E2742521}"/>
                  </a:ext>
                </a:extLst>
              </p:cNvPr>
              <p:cNvSpPr/>
              <p:nvPr/>
            </p:nvSpPr>
            <p:spPr>
              <a:xfrm>
                <a:off x="56005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8" name="Freeform 46857">
                <a:extLst>
                  <a:ext uri="{FF2B5EF4-FFF2-40B4-BE49-F238E27FC236}">
                    <a16:creationId xmlns:a16="http://schemas.microsoft.com/office/drawing/2014/main" id="{261C2AB4-A423-AD12-6DE6-97BFE69B4A7A}"/>
                  </a:ext>
                </a:extLst>
              </p:cNvPr>
              <p:cNvSpPr/>
              <p:nvPr/>
            </p:nvSpPr>
            <p:spPr>
              <a:xfrm>
                <a:off x="56010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59" name="Freeform 46858">
                <a:extLst>
                  <a:ext uri="{FF2B5EF4-FFF2-40B4-BE49-F238E27FC236}">
                    <a16:creationId xmlns:a16="http://schemas.microsoft.com/office/drawing/2014/main" id="{90A94827-4CF5-01ED-783A-28B523A29323}"/>
                  </a:ext>
                </a:extLst>
              </p:cNvPr>
              <p:cNvSpPr/>
              <p:nvPr/>
            </p:nvSpPr>
            <p:spPr>
              <a:xfrm>
                <a:off x="56016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0" name="Freeform 46859">
                <a:extLst>
                  <a:ext uri="{FF2B5EF4-FFF2-40B4-BE49-F238E27FC236}">
                    <a16:creationId xmlns:a16="http://schemas.microsoft.com/office/drawing/2014/main" id="{A548D2C8-126B-9724-CC45-3C301BF17399}"/>
                  </a:ext>
                </a:extLst>
              </p:cNvPr>
              <p:cNvSpPr/>
              <p:nvPr/>
            </p:nvSpPr>
            <p:spPr>
              <a:xfrm>
                <a:off x="56021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1" name="Freeform 46860">
                <a:extLst>
                  <a:ext uri="{FF2B5EF4-FFF2-40B4-BE49-F238E27FC236}">
                    <a16:creationId xmlns:a16="http://schemas.microsoft.com/office/drawing/2014/main" id="{45F1EBBF-75DE-6118-577E-2F5D0D93BB70}"/>
                  </a:ext>
                </a:extLst>
              </p:cNvPr>
              <p:cNvSpPr/>
              <p:nvPr/>
            </p:nvSpPr>
            <p:spPr>
              <a:xfrm>
                <a:off x="56026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2" name="Freeform 46861">
                <a:extLst>
                  <a:ext uri="{FF2B5EF4-FFF2-40B4-BE49-F238E27FC236}">
                    <a16:creationId xmlns:a16="http://schemas.microsoft.com/office/drawing/2014/main" id="{60B084DB-10BE-E5CD-3C13-41E797BCCFA6}"/>
                  </a:ext>
                </a:extLst>
              </p:cNvPr>
              <p:cNvSpPr/>
              <p:nvPr/>
            </p:nvSpPr>
            <p:spPr>
              <a:xfrm>
                <a:off x="56032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3" name="Freeform 46862">
                <a:extLst>
                  <a:ext uri="{FF2B5EF4-FFF2-40B4-BE49-F238E27FC236}">
                    <a16:creationId xmlns:a16="http://schemas.microsoft.com/office/drawing/2014/main" id="{B29B73A4-064A-2877-EDCE-E9A3EF20B7BA}"/>
                  </a:ext>
                </a:extLst>
              </p:cNvPr>
              <p:cNvSpPr/>
              <p:nvPr/>
            </p:nvSpPr>
            <p:spPr>
              <a:xfrm>
                <a:off x="560372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4" name="Freeform 46863">
                <a:extLst>
                  <a:ext uri="{FF2B5EF4-FFF2-40B4-BE49-F238E27FC236}">
                    <a16:creationId xmlns:a16="http://schemas.microsoft.com/office/drawing/2014/main" id="{9DE580C8-3A2E-AF6F-48FE-CA57B783BD2A}"/>
                  </a:ext>
                </a:extLst>
              </p:cNvPr>
              <p:cNvSpPr/>
              <p:nvPr/>
            </p:nvSpPr>
            <p:spPr>
              <a:xfrm>
                <a:off x="5604224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5" name="Freeform 46864">
                <a:extLst>
                  <a:ext uri="{FF2B5EF4-FFF2-40B4-BE49-F238E27FC236}">
                    <a16:creationId xmlns:a16="http://schemas.microsoft.com/office/drawing/2014/main" id="{1C943E93-AFBC-F253-8E9D-4148AE8A314C}"/>
                  </a:ext>
                </a:extLst>
              </p:cNvPr>
              <p:cNvSpPr/>
              <p:nvPr/>
            </p:nvSpPr>
            <p:spPr>
              <a:xfrm>
                <a:off x="5604820" y="6007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6" name="Freeform 46865">
                <a:extLst>
                  <a:ext uri="{FF2B5EF4-FFF2-40B4-BE49-F238E27FC236}">
                    <a16:creationId xmlns:a16="http://schemas.microsoft.com/office/drawing/2014/main" id="{E1ADC8BB-8BDE-1C4A-6544-D7D871979132}"/>
                  </a:ext>
                </a:extLst>
              </p:cNvPr>
              <p:cNvSpPr/>
              <p:nvPr/>
            </p:nvSpPr>
            <p:spPr>
              <a:xfrm>
                <a:off x="560531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7" name="Freeform 46866">
                <a:extLst>
                  <a:ext uri="{FF2B5EF4-FFF2-40B4-BE49-F238E27FC236}">
                    <a16:creationId xmlns:a16="http://schemas.microsoft.com/office/drawing/2014/main" id="{497371E3-2E97-2C87-1C48-4F76A0FCDF46}"/>
                  </a:ext>
                </a:extLst>
              </p:cNvPr>
              <p:cNvSpPr/>
              <p:nvPr/>
            </p:nvSpPr>
            <p:spPr>
              <a:xfrm>
                <a:off x="560581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8" name="Freeform 46867">
                <a:extLst>
                  <a:ext uri="{FF2B5EF4-FFF2-40B4-BE49-F238E27FC236}">
                    <a16:creationId xmlns:a16="http://schemas.microsoft.com/office/drawing/2014/main" id="{50177771-B32D-4008-17BE-51282DEC4A5E}"/>
                  </a:ext>
                </a:extLst>
              </p:cNvPr>
              <p:cNvSpPr/>
              <p:nvPr/>
            </p:nvSpPr>
            <p:spPr>
              <a:xfrm>
                <a:off x="560640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69" name="Freeform 46868">
                <a:extLst>
                  <a:ext uri="{FF2B5EF4-FFF2-40B4-BE49-F238E27FC236}">
                    <a16:creationId xmlns:a16="http://schemas.microsoft.com/office/drawing/2014/main" id="{4ABE7084-C3B9-D533-3CBB-39BD24765CB2}"/>
                  </a:ext>
                </a:extLst>
              </p:cNvPr>
              <p:cNvSpPr/>
              <p:nvPr/>
            </p:nvSpPr>
            <p:spPr>
              <a:xfrm>
                <a:off x="560690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0" name="Freeform 46869">
                <a:extLst>
                  <a:ext uri="{FF2B5EF4-FFF2-40B4-BE49-F238E27FC236}">
                    <a16:creationId xmlns:a16="http://schemas.microsoft.com/office/drawing/2014/main" id="{8F8E5FE9-5012-7772-EE63-F9A68BA80977}"/>
                  </a:ext>
                </a:extLst>
              </p:cNvPr>
              <p:cNvSpPr/>
              <p:nvPr/>
            </p:nvSpPr>
            <p:spPr>
              <a:xfrm>
                <a:off x="5607399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1" name="Freeform 46870">
                <a:extLst>
                  <a:ext uri="{FF2B5EF4-FFF2-40B4-BE49-F238E27FC236}">
                    <a16:creationId xmlns:a16="http://schemas.microsoft.com/office/drawing/2014/main" id="{FC9A8570-F0B9-ADBC-91B9-D58412992563}"/>
                  </a:ext>
                </a:extLst>
              </p:cNvPr>
              <p:cNvSpPr/>
              <p:nvPr/>
            </p:nvSpPr>
            <p:spPr>
              <a:xfrm>
                <a:off x="560799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2" name="Freeform 46871">
                <a:extLst>
                  <a:ext uri="{FF2B5EF4-FFF2-40B4-BE49-F238E27FC236}">
                    <a16:creationId xmlns:a16="http://schemas.microsoft.com/office/drawing/2014/main" id="{A4A9AE24-9C45-D8C5-5164-2EE9F2742211}"/>
                  </a:ext>
                </a:extLst>
              </p:cNvPr>
              <p:cNvSpPr/>
              <p:nvPr/>
            </p:nvSpPr>
            <p:spPr>
              <a:xfrm>
                <a:off x="560849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3" name="Freeform 46872">
                <a:extLst>
                  <a:ext uri="{FF2B5EF4-FFF2-40B4-BE49-F238E27FC236}">
                    <a16:creationId xmlns:a16="http://schemas.microsoft.com/office/drawing/2014/main" id="{2D762946-E608-FD3C-7BF2-583B82C330E6}"/>
                  </a:ext>
                </a:extLst>
              </p:cNvPr>
              <p:cNvSpPr/>
              <p:nvPr/>
            </p:nvSpPr>
            <p:spPr>
              <a:xfrm>
                <a:off x="5608987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4" name="Freeform 46873">
                <a:extLst>
                  <a:ext uri="{FF2B5EF4-FFF2-40B4-BE49-F238E27FC236}">
                    <a16:creationId xmlns:a16="http://schemas.microsoft.com/office/drawing/2014/main" id="{FEF7B4B4-BF6B-E7BC-4A41-516622F40E7A}"/>
                  </a:ext>
                </a:extLst>
              </p:cNvPr>
              <p:cNvSpPr/>
              <p:nvPr/>
            </p:nvSpPr>
            <p:spPr>
              <a:xfrm>
                <a:off x="5609582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5" name="Freeform 46874">
                <a:extLst>
                  <a:ext uri="{FF2B5EF4-FFF2-40B4-BE49-F238E27FC236}">
                    <a16:creationId xmlns:a16="http://schemas.microsoft.com/office/drawing/2014/main" id="{95DCCC72-C99B-287D-3A3A-6FD86EB3C87B}"/>
                  </a:ext>
                </a:extLst>
              </p:cNvPr>
              <p:cNvSpPr/>
              <p:nvPr/>
            </p:nvSpPr>
            <p:spPr>
              <a:xfrm>
                <a:off x="56100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6" name="Freeform 46875">
                <a:extLst>
                  <a:ext uri="{FF2B5EF4-FFF2-40B4-BE49-F238E27FC236}">
                    <a16:creationId xmlns:a16="http://schemas.microsoft.com/office/drawing/2014/main" id="{6AD59FF9-034A-3586-EAD8-AA274FAE94F3}"/>
                  </a:ext>
                </a:extLst>
              </p:cNvPr>
              <p:cNvSpPr/>
              <p:nvPr/>
            </p:nvSpPr>
            <p:spPr>
              <a:xfrm>
                <a:off x="561057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7" name="Freeform 46876">
                <a:extLst>
                  <a:ext uri="{FF2B5EF4-FFF2-40B4-BE49-F238E27FC236}">
                    <a16:creationId xmlns:a16="http://schemas.microsoft.com/office/drawing/2014/main" id="{C8E6FCBF-87B5-27F5-2138-32A83BE12D33}"/>
                  </a:ext>
                </a:extLst>
              </p:cNvPr>
              <p:cNvSpPr/>
              <p:nvPr/>
            </p:nvSpPr>
            <p:spPr>
              <a:xfrm>
                <a:off x="56110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8" name="Freeform 46877">
                <a:extLst>
                  <a:ext uri="{FF2B5EF4-FFF2-40B4-BE49-F238E27FC236}">
                    <a16:creationId xmlns:a16="http://schemas.microsoft.com/office/drawing/2014/main" id="{C60E74FE-20AA-FF96-DC1F-BB449AD02A54}"/>
                  </a:ext>
                </a:extLst>
              </p:cNvPr>
              <p:cNvSpPr/>
              <p:nvPr/>
            </p:nvSpPr>
            <p:spPr>
              <a:xfrm>
                <a:off x="56116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79" name="Freeform 46878">
                <a:extLst>
                  <a:ext uri="{FF2B5EF4-FFF2-40B4-BE49-F238E27FC236}">
                    <a16:creationId xmlns:a16="http://schemas.microsoft.com/office/drawing/2014/main" id="{9D2BF29E-86E9-2A43-3ED3-3F49983D04AD}"/>
                  </a:ext>
                </a:extLst>
              </p:cNvPr>
              <p:cNvSpPr/>
              <p:nvPr/>
            </p:nvSpPr>
            <p:spPr>
              <a:xfrm>
                <a:off x="56121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0" name="Freeform 46879">
                <a:extLst>
                  <a:ext uri="{FF2B5EF4-FFF2-40B4-BE49-F238E27FC236}">
                    <a16:creationId xmlns:a16="http://schemas.microsoft.com/office/drawing/2014/main" id="{8212E639-D78C-2777-F113-4AE8DA64403D}"/>
                  </a:ext>
                </a:extLst>
              </p:cNvPr>
              <p:cNvSpPr/>
              <p:nvPr/>
            </p:nvSpPr>
            <p:spPr>
              <a:xfrm>
                <a:off x="56126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1" name="Freeform 46880">
                <a:extLst>
                  <a:ext uri="{FF2B5EF4-FFF2-40B4-BE49-F238E27FC236}">
                    <a16:creationId xmlns:a16="http://schemas.microsoft.com/office/drawing/2014/main" id="{153DCAE6-D639-808F-3A43-0FEC57D45B69}"/>
                  </a:ext>
                </a:extLst>
              </p:cNvPr>
              <p:cNvSpPr/>
              <p:nvPr/>
            </p:nvSpPr>
            <p:spPr>
              <a:xfrm>
                <a:off x="56132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2" name="Freeform 46881">
                <a:extLst>
                  <a:ext uri="{FF2B5EF4-FFF2-40B4-BE49-F238E27FC236}">
                    <a16:creationId xmlns:a16="http://schemas.microsoft.com/office/drawing/2014/main" id="{2E57EA1A-ADD0-3374-C0FD-9CEC33B2AF5A}"/>
                  </a:ext>
                </a:extLst>
              </p:cNvPr>
              <p:cNvSpPr/>
              <p:nvPr/>
            </p:nvSpPr>
            <p:spPr>
              <a:xfrm>
                <a:off x="56137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3" name="Freeform 46882">
                <a:extLst>
                  <a:ext uri="{FF2B5EF4-FFF2-40B4-BE49-F238E27FC236}">
                    <a16:creationId xmlns:a16="http://schemas.microsoft.com/office/drawing/2014/main" id="{A50691AB-13DB-F25D-8C36-DB1DDEC990C2}"/>
                  </a:ext>
                </a:extLst>
              </p:cNvPr>
              <p:cNvSpPr/>
              <p:nvPr/>
            </p:nvSpPr>
            <p:spPr>
              <a:xfrm>
                <a:off x="56142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4" name="Freeform 46883">
                <a:extLst>
                  <a:ext uri="{FF2B5EF4-FFF2-40B4-BE49-F238E27FC236}">
                    <a16:creationId xmlns:a16="http://schemas.microsoft.com/office/drawing/2014/main" id="{0E38DEA8-C38B-48AA-2634-7166F0DC5D8B}"/>
                  </a:ext>
                </a:extLst>
              </p:cNvPr>
              <p:cNvSpPr/>
              <p:nvPr/>
            </p:nvSpPr>
            <p:spPr>
              <a:xfrm>
                <a:off x="56148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5" name="Freeform 46884">
                <a:extLst>
                  <a:ext uri="{FF2B5EF4-FFF2-40B4-BE49-F238E27FC236}">
                    <a16:creationId xmlns:a16="http://schemas.microsoft.com/office/drawing/2014/main" id="{020518F1-809D-0DCB-B9F0-2A97840A692E}"/>
                  </a:ext>
                </a:extLst>
              </p:cNvPr>
              <p:cNvSpPr/>
              <p:nvPr/>
            </p:nvSpPr>
            <p:spPr>
              <a:xfrm>
                <a:off x="56153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6" name="Freeform 46885">
                <a:extLst>
                  <a:ext uri="{FF2B5EF4-FFF2-40B4-BE49-F238E27FC236}">
                    <a16:creationId xmlns:a16="http://schemas.microsoft.com/office/drawing/2014/main" id="{58DF7D4F-AC42-E3B5-5B96-73A2881E1074}"/>
                  </a:ext>
                </a:extLst>
              </p:cNvPr>
              <p:cNvSpPr/>
              <p:nvPr/>
            </p:nvSpPr>
            <p:spPr>
              <a:xfrm>
                <a:off x="56158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7" name="Freeform 46886">
                <a:extLst>
                  <a:ext uri="{FF2B5EF4-FFF2-40B4-BE49-F238E27FC236}">
                    <a16:creationId xmlns:a16="http://schemas.microsoft.com/office/drawing/2014/main" id="{6305DB31-44C9-4C4C-030C-4F8D685F6349}"/>
                  </a:ext>
                </a:extLst>
              </p:cNvPr>
              <p:cNvSpPr/>
              <p:nvPr/>
            </p:nvSpPr>
            <p:spPr>
              <a:xfrm>
                <a:off x="561642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8" name="Freeform 46887">
                <a:extLst>
                  <a:ext uri="{FF2B5EF4-FFF2-40B4-BE49-F238E27FC236}">
                    <a16:creationId xmlns:a16="http://schemas.microsoft.com/office/drawing/2014/main" id="{984AEDB5-0CEC-EE84-769A-24546E84ABB7}"/>
                  </a:ext>
                </a:extLst>
              </p:cNvPr>
              <p:cNvSpPr/>
              <p:nvPr/>
            </p:nvSpPr>
            <p:spPr>
              <a:xfrm>
                <a:off x="5616924" y="5990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89" name="Freeform 46888">
                <a:extLst>
                  <a:ext uri="{FF2B5EF4-FFF2-40B4-BE49-F238E27FC236}">
                    <a16:creationId xmlns:a16="http://schemas.microsoft.com/office/drawing/2014/main" id="{29CCA4CE-E15F-7901-CAFD-A7A794F6AAF1}"/>
                  </a:ext>
                </a:extLst>
              </p:cNvPr>
              <p:cNvSpPr/>
              <p:nvPr/>
            </p:nvSpPr>
            <p:spPr>
              <a:xfrm>
                <a:off x="5617420" y="6015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0" name="Freeform 46889">
                <a:extLst>
                  <a:ext uri="{FF2B5EF4-FFF2-40B4-BE49-F238E27FC236}">
                    <a16:creationId xmlns:a16="http://schemas.microsoft.com/office/drawing/2014/main" id="{2E85FEF8-04A0-1182-7909-7372CC74CA18}"/>
                  </a:ext>
                </a:extLst>
              </p:cNvPr>
              <p:cNvSpPr/>
              <p:nvPr/>
            </p:nvSpPr>
            <p:spPr>
              <a:xfrm>
                <a:off x="561801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1" name="Freeform 46890">
                <a:extLst>
                  <a:ext uri="{FF2B5EF4-FFF2-40B4-BE49-F238E27FC236}">
                    <a16:creationId xmlns:a16="http://schemas.microsoft.com/office/drawing/2014/main" id="{74EA99BA-5A32-8E78-33EA-E0BD8C99CE2F}"/>
                  </a:ext>
                </a:extLst>
              </p:cNvPr>
              <p:cNvSpPr/>
              <p:nvPr/>
            </p:nvSpPr>
            <p:spPr>
              <a:xfrm>
                <a:off x="561851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2" name="Freeform 46891">
                <a:extLst>
                  <a:ext uri="{FF2B5EF4-FFF2-40B4-BE49-F238E27FC236}">
                    <a16:creationId xmlns:a16="http://schemas.microsoft.com/office/drawing/2014/main" id="{A3A67B8C-2585-BEC1-3595-E2DC5743D5B1}"/>
                  </a:ext>
                </a:extLst>
              </p:cNvPr>
              <p:cNvSpPr/>
              <p:nvPr/>
            </p:nvSpPr>
            <p:spPr>
              <a:xfrm>
                <a:off x="561900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3" name="Freeform 46892">
                <a:extLst>
                  <a:ext uri="{FF2B5EF4-FFF2-40B4-BE49-F238E27FC236}">
                    <a16:creationId xmlns:a16="http://schemas.microsoft.com/office/drawing/2014/main" id="{217ED771-63B1-F663-990D-D406B78526C2}"/>
                  </a:ext>
                </a:extLst>
              </p:cNvPr>
              <p:cNvSpPr/>
              <p:nvPr/>
            </p:nvSpPr>
            <p:spPr>
              <a:xfrm>
                <a:off x="561960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4" name="Freeform 46893">
                <a:extLst>
                  <a:ext uri="{FF2B5EF4-FFF2-40B4-BE49-F238E27FC236}">
                    <a16:creationId xmlns:a16="http://schemas.microsoft.com/office/drawing/2014/main" id="{712C10B4-BFA8-D5AD-A132-35A9E0B77993}"/>
                  </a:ext>
                </a:extLst>
              </p:cNvPr>
              <p:cNvSpPr/>
              <p:nvPr/>
            </p:nvSpPr>
            <p:spPr>
              <a:xfrm>
                <a:off x="562009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5" name="Freeform 46894">
                <a:extLst>
                  <a:ext uri="{FF2B5EF4-FFF2-40B4-BE49-F238E27FC236}">
                    <a16:creationId xmlns:a16="http://schemas.microsoft.com/office/drawing/2014/main" id="{56C5510D-68B7-5CBC-FBB9-8F96D57F38C5}"/>
                  </a:ext>
                </a:extLst>
              </p:cNvPr>
              <p:cNvSpPr/>
              <p:nvPr/>
            </p:nvSpPr>
            <p:spPr>
              <a:xfrm>
                <a:off x="56205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6" name="Freeform 46895">
                <a:extLst>
                  <a:ext uri="{FF2B5EF4-FFF2-40B4-BE49-F238E27FC236}">
                    <a16:creationId xmlns:a16="http://schemas.microsoft.com/office/drawing/2014/main" id="{CE1B6CCB-2E12-05C4-2C4D-E32CDF580C2B}"/>
                  </a:ext>
                </a:extLst>
              </p:cNvPr>
              <p:cNvSpPr/>
              <p:nvPr/>
            </p:nvSpPr>
            <p:spPr>
              <a:xfrm>
                <a:off x="56211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7" name="Freeform 46896">
                <a:extLst>
                  <a:ext uri="{FF2B5EF4-FFF2-40B4-BE49-F238E27FC236}">
                    <a16:creationId xmlns:a16="http://schemas.microsoft.com/office/drawing/2014/main" id="{58F16E19-FFEE-8774-B0C6-96A9E67BB09B}"/>
                  </a:ext>
                </a:extLst>
              </p:cNvPr>
              <p:cNvSpPr/>
              <p:nvPr/>
            </p:nvSpPr>
            <p:spPr>
              <a:xfrm>
                <a:off x="562168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8" name="Freeform 46897">
                <a:extLst>
                  <a:ext uri="{FF2B5EF4-FFF2-40B4-BE49-F238E27FC236}">
                    <a16:creationId xmlns:a16="http://schemas.microsoft.com/office/drawing/2014/main" id="{79BD54EC-F44A-0446-DC76-BAC2E62E6EA1}"/>
                  </a:ext>
                </a:extLst>
              </p:cNvPr>
              <p:cNvSpPr/>
              <p:nvPr/>
            </p:nvSpPr>
            <p:spPr>
              <a:xfrm>
                <a:off x="562218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99" name="Freeform 46898">
                <a:extLst>
                  <a:ext uri="{FF2B5EF4-FFF2-40B4-BE49-F238E27FC236}">
                    <a16:creationId xmlns:a16="http://schemas.microsoft.com/office/drawing/2014/main" id="{D494385A-0D10-3D6B-3F64-8656CA6C671B}"/>
                  </a:ext>
                </a:extLst>
              </p:cNvPr>
              <p:cNvSpPr/>
              <p:nvPr/>
            </p:nvSpPr>
            <p:spPr>
              <a:xfrm>
                <a:off x="56226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0" name="Freeform 46899">
                <a:extLst>
                  <a:ext uri="{FF2B5EF4-FFF2-40B4-BE49-F238E27FC236}">
                    <a16:creationId xmlns:a16="http://schemas.microsoft.com/office/drawing/2014/main" id="{5CCA57C4-5DC4-E179-DF17-904A9288DBD5}"/>
                  </a:ext>
                </a:extLst>
              </p:cNvPr>
              <p:cNvSpPr/>
              <p:nvPr/>
            </p:nvSpPr>
            <p:spPr>
              <a:xfrm>
                <a:off x="562327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1" name="Freeform 46900">
                <a:extLst>
                  <a:ext uri="{FF2B5EF4-FFF2-40B4-BE49-F238E27FC236}">
                    <a16:creationId xmlns:a16="http://schemas.microsoft.com/office/drawing/2014/main" id="{22AA81CC-5DB6-BF99-F7AD-C682A7809B96}"/>
                  </a:ext>
                </a:extLst>
              </p:cNvPr>
              <p:cNvSpPr/>
              <p:nvPr/>
            </p:nvSpPr>
            <p:spPr>
              <a:xfrm>
                <a:off x="56237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2" name="Freeform 46901">
                <a:extLst>
                  <a:ext uri="{FF2B5EF4-FFF2-40B4-BE49-F238E27FC236}">
                    <a16:creationId xmlns:a16="http://schemas.microsoft.com/office/drawing/2014/main" id="{8DC08D09-9A85-68EB-BF48-07F792B33269}"/>
                  </a:ext>
                </a:extLst>
              </p:cNvPr>
              <p:cNvSpPr/>
              <p:nvPr/>
            </p:nvSpPr>
            <p:spPr>
              <a:xfrm>
                <a:off x="56242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3" name="Freeform 46902">
                <a:extLst>
                  <a:ext uri="{FF2B5EF4-FFF2-40B4-BE49-F238E27FC236}">
                    <a16:creationId xmlns:a16="http://schemas.microsoft.com/office/drawing/2014/main" id="{025B97EC-E3F3-AD26-E4B1-E3C76CF1DA53}"/>
                  </a:ext>
                </a:extLst>
              </p:cNvPr>
              <p:cNvSpPr/>
              <p:nvPr/>
            </p:nvSpPr>
            <p:spPr>
              <a:xfrm>
                <a:off x="56248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4" name="Freeform 46903">
                <a:extLst>
                  <a:ext uri="{FF2B5EF4-FFF2-40B4-BE49-F238E27FC236}">
                    <a16:creationId xmlns:a16="http://schemas.microsoft.com/office/drawing/2014/main" id="{CF911EF6-CB0C-B640-B37E-376FE8E95D25}"/>
                  </a:ext>
                </a:extLst>
              </p:cNvPr>
              <p:cNvSpPr/>
              <p:nvPr/>
            </p:nvSpPr>
            <p:spPr>
              <a:xfrm>
                <a:off x="56253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5" name="Freeform 46904">
                <a:extLst>
                  <a:ext uri="{FF2B5EF4-FFF2-40B4-BE49-F238E27FC236}">
                    <a16:creationId xmlns:a16="http://schemas.microsoft.com/office/drawing/2014/main" id="{00E144C3-8269-BA15-47D2-F5131AC09163}"/>
                  </a:ext>
                </a:extLst>
              </p:cNvPr>
              <p:cNvSpPr/>
              <p:nvPr/>
            </p:nvSpPr>
            <p:spPr>
              <a:xfrm>
                <a:off x="56258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6" name="Freeform 46905">
                <a:extLst>
                  <a:ext uri="{FF2B5EF4-FFF2-40B4-BE49-F238E27FC236}">
                    <a16:creationId xmlns:a16="http://schemas.microsoft.com/office/drawing/2014/main" id="{ED755E41-0F1E-E72D-D987-0E1FBA423145}"/>
                  </a:ext>
                </a:extLst>
              </p:cNvPr>
              <p:cNvSpPr/>
              <p:nvPr/>
            </p:nvSpPr>
            <p:spPr>
              <a:xfrm>
                <a:off x="56264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7" name="Freeform 46906">
                <a:extLst>
                  <a:ext uri="{FF2B5EF4-FFF2-40B4-BE49-F238E27FC236}">
                    <a16:creationId xmlns:a16="http://schemas.microsoft.com/office/drawing/2014/main" id="{BBEF16C9-D750-5E3D-8AEC-1EDCE3508EFC}"/>
                  </a:ext>
                </a:extLst>
              </p:cNvPr>
              <p:cNvSpPr/>
              <p:nvPr/>
            </p:nvSpPr>
            <p:spPr>
              <a:xfrm>
                <a:off x="56269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8" name="Freeform 46907">
                <a:extLst>
                  <a:ext uri="{FF2B5EF4-FFF2-40B4-BE49-F238E27FC236}">
                    <a16:creationId xmlns:a16="http://schemas.microsoft.com/office/drawing/2014/main" id="{C167EFB5-7E5D-206B-7F8D-61161D6EEC9E}"/>
                  </a:ext>
                </a:extLst>
              </p:cNvPr>
              <p:cNvSpPr/>
              <p:nvPr/>
            </p:nvSpPr>
            <p:spPr>
              <a:xfrm>
                <a:off x="56274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09" name="Freeform 46908">
                <a:extLst>
                  <a:ext uri="{FF2B5EF4-FFF2-40B4-BE49-F238E27FC236}">
                    <a16:creationId xmlns:a16="http://schemas.microsoft.com/office/drawing/2014/main" id="{91BFE0FF-9348-A462-626E-4D91CE5AACD3}"/>
                  </a:ext>
                </a:extLst>
              </p:cNvPr>
              <p:cNvSpPr/>
              <p:nvPr/>
            </p:nvSpPr>
            <p:spPr>
              <a:xfrm>
                <a:off x="56280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0" name="Freeform 46909">
                <a:extLst>
                  <a:ext uri="{FF2B5EF4-FFF2-40B4-BE49-F238E27FC236}">
                    <a16:creationId xmlns:a16="http://schemas.microsoft.com/office/drawing/2014/main" id="{4C691794-BCD2-5AC7-7675-EF88685CE4ED}"/>
                  </a:ext>
                </a:extLst>
              </p:cNvPr>
              <p:cNvSpPr/>
              <p:nvPr/>
            </p:nvSpPr>
            <p:spPr>
              <a:xfrm>
                <a:off x="562853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1" name="Freeform 46910">
                <a:extLst>
                  <a:ext uri="{FF2B5EF4-FFF2-40B4-BE49-F238E27FC236}">
                    <a16:creationId xmlns:a16="http://schemas.microsoft.com/office/drawing/2014/main" id="{08C6ACFD-BD21-EEE5-2939-63D293156197}"/>
                  </a:ext>
                </a:extLst>
              </p:cNvPr>
              <p:cNvSpPr/>
              <p:nvPr/>
            </p:nvSpPr>
            <p:spPr>
              <a:xfrm>
                <a:off x="562902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2" name="Freeform 46911">
                <a:extLst>
                  <a:ext uri="{FF2B5EF4-FFF2-40B4-BE49-F238E27FC236}">
                    <a16:creationId xmlns:a16="http://schemas.microsoft.com/office/drawing/2014/main" id="{42A15D63-2D22-E871-9241-680B824C3C2F}"/>
                  </a:ext>
                </a:extLst>
              </p:cNvPr>
              <p:cNvSpPr/>
              <p:nvPr/>
            </p:nvSpPr>
            <p:spPr>
              <a:xfrm>
                <a:off x="562962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3" name="Freeform 46912">
                <a:extLst>
                  <a:ext uri="{FF2B5EF4-FFF2-40B4-BE49-F238E27FC236}">
                    <a16:creationId xmlns:a16="http://schemas.microsoft.com/office/drawing/2014/main" id="{1E292430-CC1C-9CF5-D287-B8ADEE309D67}"/>
                  </a:ext>
                </a:extLst>
              </p:cNvPr>
              <p:cNvSpPr/>
              <p:nvPr/>
            </p:nvSpPr>
            <p:spPr>
              <a:xfrm>
                <a:off x="563012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4" name="Freeform 46913">
                <a:extLst>
                  <a:ext uri="{FF2B5EF4-FFF2-40B4-BE49-F238E27FC236}">
                    <a16:creationId xmlns:a16="http://schemas.microsoft.com/office/drawing/2014/main" id="{E5423F7E-0F1A-03CB-6DD0-E6EECE18D62F}"/>
                  </a:ext>
                </a:extLst>
              </p:cNvPr>
              <p:cNvSpPr/>
              <p:nvPr/>
            </p:nvSpPr>
            <p:spPr>
              <a:xfrm>
                <a:off x="563061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5" name="Freeform 46914">
                <a:extLst>
                  <a:ext uri="{FF2B5EF4-FFF2-40B4-BE49-F238E27FC236}">
                    <a16:creationId xmlns:a16="http://schemas.microsoft.com/office/drawing/2014/main" id="{BC1394A7-5205-1897-5AE6-9966B94B97C4}"/>
                  </a:ext>
                </a:extLst>
              </p:cNvPr>
              <p:cNvSpPr/>
              <p:nvPr/>
            </p:nvSpPr>
            <p:spPr>
              <a:xfrm>
                <a:off x="563121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6" name="Freeform 46915">
                <a:extLst>
                  <a:ext uri="{FF2B5EF4-FFF2-40B4-BE49-F238E27FC236}">
                    <a16:creationId xmlns:a16="http://schemas.microsoft.com/office/drawing/2014/main" id="{74C29BFB-E985-E426-A76A-35A83F65E186}"/>
                  </a:ext>
                </a:extLst>
              </p:cNvPr>
              <p:cNvSpPr/>
              <p:nvPr/>
            </p:nvSpPr>
            <p:spPr>
              <a:xfrm>
                <a:off x="563170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7" name="Freeform 46916">
                <a:extLst>
                  <a:ext uri="{FF2B5EF4-FFF2-40B4-BE49-F238E27FC236}">
                    <a16:creationId xmlns:a16="http://schemas.microsoft.com/office/drawing/2014/main" id="{1F2CB464-2FEE-99FB-03F8-4E1BBFFCC519}"/>
                  </a:ext>
                </a:extLst>
              </p:cNvPr>
              <p:cNvSpPr/>
              <p:nvPr/>
            </p:nvSpPr>
            <p:spPr>
              <a:xfrm>
                <a:off x="563220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8" name="Freeform 46917">
                <a:extLst>
                  <a:ext uri="{FF2B5EF4-FFF2-40B4-BE49-F238E27FC236}">
                    <a16:creationId xmlns:a16="http://schemas.microsoft.com/office/drawing/2014/main" id="{E68E8D48-1C9F-6D3F-0968-7FA3D0EFA4A2}"/>
                  </a:ext>
                </a:extLst>
              </p:cNvPr>
              <p:cNvSpPr/>
              <p:nvPr/>
            </p:nvSpPr>
            <p:spPr>
              <a:xfrm>
                <a:off x="563279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19" name="Freeform 46918">
                <a:extLst>
                  <a:ext uri="{FF2B5EF4-FFF2-40B4-BE49-F238E27FC236}">
                    <a16:creationId xmlns:a16="http://schemas.microsoft.com/office/drawing/2014/main" id="{DAAC86EA-A433-DEE0-DF3F-82F65006852B}"/>
                  </a:ext>
                </a:extLst>
              </p:cNvPr>
              <p:cNvSpPr/>
              <p:nvPr/>
            </p:nvSpPr>
            <p:spPr>
              <a:xfrm>
                <a:off x="56332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0" name="Freeform 46919">
                <a:extLst>
                  <a:ext uri="{FF2B5EF4-FFF2-40B4-BE49-F238E27FC236}">
                    <a16:creationId xmlns:a16="http://schemas.microsoft.com/office/drawing/2014/main" id="{5EB52346-4477-ECD5-4D72-21806DCEF7CF}"/>
                  </a:ext>
                </a:extLst>
              </p:cNvPr>
              <p:cNvSpPr/>
              <p:nvPr/>
            </p:nvSpPr>
            <p:spPr>
              <a:xfrm>
                <a:off x="56337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1" name="Freeform 46920">
                <a:extLst>
                  <a:ext uri="{FF2B5EF4-FFF2-40B4-BE49-F238E27FC236}">
                    <a16:creationId xmlns:a16="http://schemas.microsoft.com/office/drawing/2014/main" id="{B0611B22-529E-FC8D-4460-5D93D171546A}"/>
                  </a:ext>
                </a:extLst>
              </p:cNvPr>
              <p:cNvSpPr/>
              <p:nvPr/>
            </p:nvSpPr>
            <p:spPr>
              <a:xfrm>
                <a:off x="5634387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2" name="Freeform 46921">
                <a:extLst>
                  <a:ext uri="{FF2B5EF4-FFF2-40B4-BE49-F238E27FC236}">
                    <a16:creationId xmlns:a16="http://schemas.microsoft.com/office/drawing/2014/main" id="{9633B5CE-4309-7EA2-57BF-D6A45F74327D}"/>
                  </a:ext>
                </a:extLst>
              </p:cNvPr>
              <p:cNvSpPr/>
              <p:nvPr/>
            </p:nvSpPr>
            <p:spPr>
              <a:xfrm>
                <a:off x="563488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3" name="Freeform 46922">
                <a:extLst>
                  <a:ext uri="{FF2B5EF4-FFF2-40B4-BE49-F238E27FC236}">
                    <a16:creationId xmlns:a16="http://schemas.microsoft.com/office/drawing/2014/main" id="{2337393F-1FC1-ADEE-FDC4-F9F394E27955}"/>
                  </a:ext>
                </a:extLst>
              </p:cNvPr>
              <p:cNvSpPr/>
              <p:nvPr/>
            </p:nvSpPr>
            <p:spPr>
              <a:xfrm>
                <a:off x="56353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4" name="Freeform 46923">
                <a:extLst>
                  <a:ext uri="{FF2B5EF4-FFF2-40B4-BE49-F238E27FC236}">
                    <a16:creationId xmlns:a16="http://schemas.microsoft.com/office/drawing/2014/main" id="{32810D70-EB0D-B2F3-3AF9-1B84C9D0B1AF}"/>
                  </a:ext>
                </a:extLst>
              </p:cNvPr>
              <p:cNvSpPr/>
              <p:nvPr/>
            </p:nvSpPr>
            <p:spPr>
              <a:xfrm>
                <a:off x="563587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5" name="Freeform 46924">
                <a:extLst>
                  <a:ext uri="{FF2B5EF4-FFF2-40B4-BE49-F238E27FC236}">
                    <a16:creationId xmlns:a16="http://schemas.microsoft.com/office/drawing/2014/main" id="{A2DAE72D-A5D6-DAC6-2159-4F36D37317A2}"/>
                  </a:ext>
                </a:extLst>
              </p:cNvPr>
              <p:cNvSpPr/>
              <p:nvPr/>
            </p:nvSpPr>
            <p:spPr>
              <a:xfrm>
                <a:off x="56364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6" name="Freeform 46925">
                <a:extLst>
                  <a:ext uri="{FF2B5EF4-FFF2-40B4-BE49-F238E27FC236}">
                    <a16:creationId xmlns:a16="http://schemas.microsoft.com/office/drawing/2014/main" id="{D5710161-3C11-3C88-E31A-B4FEF2C17209}"/>
                  </a:ext>
                </a:extLst>
              </p:cNvPr>
              <p:cNvSpPr/>
              <p:nvPr/>
            </p:nvSpPr>
            <p:spPr>
              <a:xfrm>
                <a:off x="56369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7" name="Freeform 46926">
                <a:extLst>
                  <a:ext uri="{FF2B5EF4-FFF2-40B4-BE49-F238E27FC236}">
                    <a16:creationId xmlns:a16="http://schemas.microsoft.com/office/drawing/2014/main" id="{5690A070-02C4-35D7-A9BA-AFD17710B745}"/>
                  </a:ext>
                </a:extLst>
              </p:cNvPr>
              <p:cNvSpPr/>
              <p:nvPr/>
            </p:nvSpPr>
            <p:spPr>
              <a:xfrm>
                <a:off x="56374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8" name="Freeform 46927">
                <a:extLst>
                  <a:ext uri="{FF2B5EF4-FFF2-40B4-BE49-F238E27FC236}">
                    <a16:creationId xmlns:a16="http://schemas.microsoft.com/office/drawing/2014/main" id="{E7EADB95-F6FC-050F-9B23-431C33E65378}"/>
                  </a:ext>
                </a:extLst>
              </p:cNvPr>
              <p:cNvSpPr/>
              <p:nvPr/>
            </p:nvSpPr>
            <p:spPr>
              <a:xfrm>
                <a:off x="56380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29" name="Freeform 46928">
                <a:extLst>
                  <a:ext uri="{FF2B5EF4-FFF2-40B4-BE49-F238E27FC236}">
                    <a16:creationId xmlns:a16="http://schemas.microsoft.com/office/drawing/2014/main" id="{BA38395C-6BAD-E5C9-0FD7-CB27B52C19D4}"/>
                  </a:ext>
                </a:extLst>
              </p:cNvPr>
              <p:cNvSpPr/>
              <p:nvPr/>
            </p:nvSpPr>
            <p:spPr>
              <a:xfrm>
                <a:off x="56385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0" name="Freeform 46929">
                <a:extLst>
                  <a:ext uri="{FF2B5EF4-FFF2-40B4-BE49-F238E27FC236}">
                    <a16:creationId xmlns:a16="http://schemas.microsoft.com/office/drawing/2014/main" id="{BD91883D-975C-FF9B-82E2-75CD937AB015}"/>
                  </a:ext>
                </a:extLst>
              </p:cNvPr>
              <p:cNvSpPr/>
              <p:nvPr/>
            </p:nvSpPr>
            <p:spPr>
              <a:xfrm>
                <a:off x="56390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1" name="Freeform 46930">
                <a:extLst>
                  <a:ext uri="{FF2B5EF4-FFF2-40B4-BE49-F238E27FC236}">
                    <a16:creationId xmlns:a16="http://schemas.microsoft.com/office/drawing/2014/main" id="{E73FCF91-2789-432D-DADF-8477AA008F30}"/>
                  </a:ext>
                </a:extLst>
              </p:cNvPr>
              <p:cNvSpPr/>
              <p:nvPr/>
            </p:nvSpPr>
            <p:spPr>
              <a:xfrm>
                <a:off x="56396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2" name="Freeform 46931">
                <a:extLst>
                  <a:ext uri="{FF2B5EF4-FFF2-40B4-BE49-F238E27FC236}">
                    <a16:creationId xmlns:a16="http://schemas.microsoft.com/office/drawing/2014/main" id="{60A2755F-87C0-0249-01EA-52E22E2F4D09}"/>
                  </a:ext>
                </a:extLst>
              </p:cNvPr>
              <p:cNvSpPr/>
              <p:nvPr/>
            </p:nvSpPr>
            <p:spPr>
              <a:xfrm>
                <a:off x="56401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3" name="Freeform 46932">
                <a:extLst>
                  <a:ext uri="{FF2B5EF4-FFF2-40B4-BE49-F238E27FC236}">
                    <a16:creationId xmlns:a16="http://schemas.microsoft.com/office/drawing/2014/main" id="{C0ACF30B-489F-0C1E-129E-BEFE3166D0A7}"/>
                  </a:ext>
                </a:extLst>
              </p:cNvPr>
              <p:cNvSpPr/>
              <p:nvPr/>
            </p:nvSpPr>
            <p:spPr>
              <a:xfrm>
                <a:off x="56406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4" name="Freeform 46933">
                <a:extLst>
                  <a:ext uri="{FF2B5EF4-FFF2-40B4-BE49-F238E27FC236}">
                    <a16:creationId xmlns:a16="http://schemas.microsoft.com/office/drawing/2014/main" id="{DC007E15-4902-CA4C-B9D3-BD6AF6D1C712}"/>
                  </a:ext>
                </a:extLst>
              </p:cNvPr>
              <p:cNvSpPr/>
              <p:nvPr/>
            </p:nvSpPr>
            <p:spPr>
              <a:xfrm>
                <a:off x="564123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5" name="Freeform 46934">
                <a:extLst>
                  <a:ext uri="{FF2B5EF4-FFF2-40B4-BE49-F238E27FC236}">
                    <a16:creationId xmlns:a16="http://schemas.microsoft.com/office/drawing/2014/main" id="{819201CB-3F32-6183-623E-1BE28594A71D}"/>
                  </a:ext>
                </a:extLst>
              </p:cNvPr>
              <p:cNvSpPr/>
              <p:nvPr/>
            </p:nvSpPr>
            <p:spPr>
              <a:xfrm>
                <a:off x="564172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6" name="Freeform 46935">
                <a:extLst>
                  <a:ext uri="{FF2B5EF4-FFF2-40B4-BE49-F238E27FC236}">
                    <a16:creationId xmlns:a16="http://schemas.microsoft.com/office/drawing/2014/main" id="{AAA1677F-1715-5C47-98AF-558A9A799D04}"/>
                  </a:ext>
                </a:extLst>
              </p:cNvPr>
              <p:cNvSpPr/>
              <p:nvPr/>
            </p:nvSpPr>
            <p:spPr>
              <a:xfrm>
                <a:off x="5642225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7" name="Freeform 46936">
                <a:extLst>
                  <a:ext uri="{FF2B5EF4-FFF2-40B4-BE49-F238E27FC236}">
                    <a16:creationId xmlns:a16="http://schemas.microsoft.com/office/drawing/2014/main" id="{6B6558A2-C54F-6A25-BBE1-EFC09995792A}"/>
                  </a:ext>
                </a:extLst>
              </p:cNvPr>
              <p:cNvSpPr/>
              <p:nvPr/>
            </p:nvSpPr>
            <p:spPr>
              <a:xfrm>
                <a:off x="5642820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8" name="Freeform 46937">
                <a:extLst>
                  <a:ext uri="{FF2B5EF4-FFF2-40B4-BE49-F238E27FC236}">
                    <a16:creationId xmlns:a16="http://schemas.microsoft.com/office/drawing/2014/main" id="{D231EC9F-D163-A310-A308-B58B7AA26C67}"/>
                  </a:ext>
                </a:extLst>
              </p:cNvPr>
              <p:cNvSpPr/>
              <p:nvPr/>
            </p:nvSpPr>
            <p:spPr>
              <a:xfrm>
                <a:off x="564331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39" name="Freeform 46938">
                <a:extLst>
                  <a:ext uri="{FF2B5EF4-FFF2-40B4-BE49-F238E27FC236}">
                    <a16:creationId xmlns:a16="http://schemas.microsoft.com/office/drawing/2014/main" id="{0CF49664-33B3-6CA4-F453-1B32A1DA68B7}"/>
                  </a:ext>
                </a:extLst>
              </p:cNvPr>
              <p:cNvSpPr/>
              <p:nvPr/>
            </p:nvSpPr>
            <p:spPr>
              <a:xfrm>
                <a:off x="564381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0" name="Freeform 46939">
                <a:extLst>
                  <a:ext uri="{FF2B5EF4-FFF2-40B4-BE49-F238E27FC236}">
                    <a16:creationId xmlns:a16="http://schemas.microsoft.com/office/drawing/2014/main" id="{D21949D8-B4F2-9C43-9F7A-0E13E99B8B16}"/>
                  </a:ext>
                </a:extLst>
              </p:cNvPr>
              <p:cNvSpPr/>
              <p:nvPr/>
            </p:nvSpPr>
            <p:spPr>
              <a:xfrm>
                <a:off x="564440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1" name="Freeform 46940">
                <a:extLst>
                  <a:ext uri="{FF2B5EF4-FFF2-40B4-BE49-F238E27FC236}">
                    <a16:creationId xmlns:a16="http://schemas.microsoft.com/office/drawing/2014/main" id="{213EE982-13C7-23C5-1F94-43651738008C}"/>
                  </a:ext>
                </a:extLst>
              </p:cNvPr>
              <p:cNvSpPr/>
              <p:nvPr/>
            </p:nvSpPr>
            <p:spPr>
              <a:xfrm>
                <a:off x="564490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2" name="Freeform 46941">
                <a:extLst>
                  <a:ext uri="{FF2B5EF4-FFF2-40B4-BE49-F238E27FC236}">
                    <a16:creationId xmlns:a16="http://schemas.microsoft.com/office/drawing/2014/main" id="{81681D25-77CA-3A53-CD3B-A87F9C7C796B}"/>
                  </a:ext>
                </a:extLst>
              </p:cNvPr>
              <p:cNvSpPr/>
              <p:nvPr/>
            </p:nvSpPr>
            <p:spPr>
              <a:xfrm>
                <a:off x="564540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3" name="Freeform 46942">
                <a:extLst>
                  <a:ext uri="{FF2B5EF4-FFF2-40B4-BE49-F238E27FC236}">
                    <a16:creationId xmlns:a16="http://schemas.microsoft.com/office/drawing/2014/main" id="{DAA5BC7C-6FE7-7383-95C8-265FCFD39A1E}"/>
                  </a:ext>
                </a:extLst>
              </p:cNvPr>
              <p:cNvSpPr/>
              <p:nvPr/>
            </p:nvSpPr>
            <p:spPr>
              <a:xfrm>
                <a:off x="56459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4" name="Freeform 46943">
                <a:extLst>
                  <a:ext uri="{FF2B5EF4-FFF2-40B4-BE49-F238E27FC236}">
                    <a16:creationId xmlns:a16="http://schemas.microsoft.com/office/drawing/2014/main" id="{BBD30D4B-7FD6-EA7B-5254-03D57C302511}"/>
                  </a:ext>
                </a:extLst>
              </p:cNvPr>
              <p:cNvSpPr/>
              <p:nvPr/>
            </p:nvSpPr>
            <p:spPr>
              <a:xfrm>
                <a:off x="56464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5" name="Freeform 46944">
                <a:extLst>
                  <a:ext uri="{FF2B5EF4-FFF2-40B4-BE49-F238E27FC236}">
                    <a16:creationId xmlns:a16="http://schemas.microsoft.com/office/drawing/2014/main" id="{7DA0C277-6BC0-33C6-D12C-0B7744D38175}"/>
                  </a:ext>
                </a:extLst>
              </p:cNvPr>
              <p:cNvSpPr/>
              <p:nvPr/>
            </p:nvSpPr>
            <p:spPr>
              <a:xfrm>
                <a:off x="564698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6" name="Freeform 46945">
                <a:extLst>
                  <a:ext uri="{FF2B5EF4-FFF2-40B4-BE49-F238E27FC236}">
                    <a16:creationId xmlns:a16="http://schemas.microsoft.com/office/drawing/2014/main" id="{86530F05-E25D-2885-DED7-ED47AC7AAF9A}"/>
                  </a:ext>
                </a:extLst>
              </p:cNvPr>
              <p:cNvSpPr/>
              <p:nvPr/>
            </p:nvSpPr>
            <p:spPr>
              <a:xfrm>
                <a:off x="564748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7" name="Freeform 46946">
                <a:extLst>
                  <a:ext uri="{FF2B5EF4-FFF2-40B4-BE49-F238E27FC236}">
                    <a16:creationId xmlns:a16="http://schemas.microsoft.com/office/drawing/2014/main" id="{B27AC5E8-06B4-5FD8-3D92-3CE641C9D7E1}"/>
                  </a:ext>
                </a:extLst>
              </p:cNvPr>
              <p:cNvSpPr/>
              <p:nvPr/>
            </p:nvSpPr>
            <p:spPr>
              <a:xfrm>
                <a:off x="56480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8" name="Freeform 46947">
                <a:extLst>
                  <a:ext uri="{FF2B5EF4-FFF2-40B4-BE49-F238E27FC236}">
                    <a16:creationId xmlns:a16="http://schemas.microsoft.com/office/drawing/2014/main" id="{FAD0D6AB-0974-A132-DFA1-18B1C3AC74CF}"/>
                  </a:ext>
                </a:extLst>
              </p:cNvPr>
              <p:cNvSpPr/>
              <p:nvPr/>
            </p:nvSpPr>
            <p:spPr>
              <a:xfrm>
                <a:off x="56485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49" name="Freeform 46948">
                <a:extLst>
                  <a:ext uri="{FF2B5EF4-FFF2-40B4-BE49-F238E27FC236}">
                    <a16:creationId xmlns:a16="http://schemas.microsoft.com/office/drawing/2014/main" id="{EBD072B0-2436-D26F-019B-2C443A2232D2}"/>
                  </a:ext>
                </a:extLst>
              </p:cNvPr>
              <p:cNvSpPr/>
              <p:nvPr/>
            </p:nvSpPr>
            <p:spPr>
              <a:xfrm>
                <a:off x="56490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0" name="Freeform 46949">
                <a:extLst>
                  <a:ext uri="{FF2B5EF4-FFF2-40B4-BE49-F238E27FC236}">
                    <a16:creationId xmlns:a16="http://schemas.microsoft.com/office/drawing/2014/main" id="{0C83EFF2-481B-664D-1F32-40DAC783C1A3}"/>
                  </a:ext>
                </a:extLst>
              </p:cNvPr>
              <p:cNvSpPr/>
              <p:nvPr/>
            </p:nvSpPr>
            <p:spPr>
              <a:xfrm>
                <a:off x="56496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1" name="Freeform 46950">
                <a:extLst>
                  <a:ext uri="{FF2B5EF4-FFF2-40B4-BE49-F238E27FC236}">
                    <a16:creationId xmlns:a16="http://schemas.microsoft.com/office/drawing/2014/main" id="{366EDF78-21A9-B67B-655F-EFA654520F6C}"/>
                  </a:ext>
                </a:extLst>
              </p:cNvPr>
              <p:cNvSpPr/>
              <p:nvPr/>
            </p:nvSpPr>
            <p:spPr>
              <a:xfrm>
                <a:off x="56501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2" name="Freeform 46951">
                <a:extLst>
                  <a:ext uri="{FF2B5EF4-FFF2-40B4-BE49-F238E27FC236}">
                    <a16:creationId xmlns:a16="http://schemas.microsoft.com/office/drawing/2014/main" id="{43714C09-F736-F8B8-5DE3-E8C4FA113F2C}"/>
                  </a:ext>
                </a:extLst>
              </p:cNvPr>
              <p:cNvSpPr/>
              <p:nvPr/>
            </p:nvSpPr>
            <p:spPr>
              <a:xfrm>
                <a:off x="56506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3" name="Freeform 46952">
                <a:extLst>
                  <a:ext uri="{FF2B5EF4-FFF2-40B4-BE49-F238E27FC236}">
                    <a16:creationId xmlns:a16="http://schemas.microsoft.com/office/drawing/2014/main" id="{CAC7591E-760A-2DCC-2B4A-6B5443568582}"/>
                  </a:ext>
                </a:extLst>
              </p:cNvPr>
              <p:cNvSpPr/>
              <p:nvPr/>
            </p:nvSpPr>
            <p:spPr>
              <a:xfrm>
                <a:off x="56512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4" name="Freeform 46953">
                <a:extLst>
                  <a:ext uri="{FF2B5EF4-FFF2-40B4-BE49-F238E27FC236}">
                    <a16:creationId xmlns:a16="http://schemas.microsoft.com/office/drawing/2014/main" id="{86E900A8-B00A-EB6F-6E75-0A7D8BA1B1F6}"/>
                  </a:ext>
                </a:extLst>
              </p:cNvPr>
              <p:cNvSpPr/>
              <p:nvPr/>
            </p:nvSpPr>
            <p:spPr>
              <a:xfrm>
                <a:off x="56517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5" name="Freeform 46954">
                <a:extLst>
                  <a:ext uri="{FF2B5EF4-FFF2-40B4-BE49-F238E27FC236}">
                    <a16:creationId xmlns:a16="http://schemas.microsoft.com/office/drawing/2014/main" id="{E2E573B7-8FDA-E320-1AFA-EB0F2B43F867}"/>
                  </a:ext>
                </a:extLst>
              </p:cNvPr>
              <p:cNvSpPr/>
              <p:nvPr/>
            </p:nvSpPr>
            <p:spPr>
              <a:xfrm>
                <a:off x="56522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6" name="Freeform 46955">
                <a:extLst>
                  <a:ext uri="{FF2B5EF4-FFF2-40B4-BE49-F238E27FC236}">
                    <a16:creationId xmlns:a16="http://schemas.microsoft.com/office/drawing/2014/main" id="{9B2225C2-1C27-C044-377C-983927D4FDB8}"/>
                  </a:ext>
                </a:extLst>
              </p:cNvPr>
              <p:cNvSpPr/>
              <p:nvPr/>
            </p:nvSpPr>
            <p:spPr>
              <a:xfrm>
                <a:off x="56528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7" name="Freeform 46956">
                <a:extLst>
                  <a:ext uri="{FF2B5EF4-FFF2-40B4-BE49-F238E27FC236}">
                    <a16:creationId xmlns:a16="http://schemas.microsoft.com/office/drawing/2014/main" id="{04F05926-B88B-82D2-CDDE-C530C70C5D76}"/>
                  </a:ext>
                </a:extLst>
              </p:cNvPr>
              <p:cNvSpPr/>
              <p:nvPr/>
            </p:nvSpPr>
            <p:spPr>
              <a:xfrm>
                <a:off x="56533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8" name="Freeform 46957">
                <a:extLst>
                  <a:ext uri="{FF2B5EF4-FFF2-40B4-BE49-F238E27FC236}">
                    <a16:creationId xmlns:a16="http://schemas.microsoft.com/office/drawing/2014/main" id="{3B4DEC20-A77E-4175-BC41-E743EC1CA03A}"/>
                  </a:ext>
                </a:extLst>
              </p:cNvPr>
              <p:cNvSpPr/>
              <p:nvPr/>
            </p:nvSpPr>
            <p:spPr>
              <a:xfrm>
                <a:off x="56538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59" name="Freeform 46958">
                <a:extLst>
                  <a:ext uri="{FF2B5EF4-FFF2-40B4-BE49-F238E27FC236}">
                    <a16:creationId xmlns:a16="http://schemas.microsoft.com/office/drawing/2014/main" id="{7C94F4DC-D9BD-076C-BC81-74C017801DA9}"/>
                  </a:ext>
                </a:extLst>
              </p:cNvPr>
              <p:cNvSpPr/>
              <p:nvPr/>
            </p:nvSpPr>
            <p:spPr>
              <a:xfrm>
                <a:off x="5654429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0" name="Freeform 46959">
                <a:extLst>
                  <a:ext uri="{FF2B5EF4-FFF2-40B4-BE49-F238E27FC236}">
                    <a16:creationId xmlns:a16="http://schemas.microsoft.com/office/drawing/2014/main" id="{4CDBBD22-8D46-153A-F142-4A8CDA664657}"/>
                  </a:ext>
                </a:extLst>
              </p:cNvPr>
              <p:cNvSpPr/>
              <p:nvPr/>
            </p:nvSpPr>
            <p:spPr>
              <a:xfrm>
                <a:off x="5654925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1" name="Freeform 46960">
                <a:extLst>
                  <a:ext uri="{FF2B5EF4-FFF2-40B4-BE49-F238E27FC236}">
                    <a16:creationId xmlns:a16="http://schemas.microsoft.com/office/drawing/2014/main" id="{03346506-5E1D-10D5-513E-A6ACB3CC2C26}"/>
                  </a:ext>
                </a:extLst>
              </p:cNvPr>
              <p:cNvSpPr/>
              <p:nvPr/>
            </p:nvSpPr>
            <p:spPr>
              <a:xfrm>
                <a:off x="5655421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2" name="Freeform 46961">
                <a:extLst>
                  <a:ext uri="{FF2B5EF4-FFF2-40B4-BE49-F238E27FC236}">
                    <a16:creationId xmlns:a16="http://schemas.microsoft.com/office/drawing/2014/main" id="{973DF415-4406-650C-50BA-7262713A7B55}"/>
                  </a:ext>
                </a:extLst>
              </p:cNvPr>
              <p:cNvSpPr/>
              <p:nvPr/>
            </p:nvSpPr>
            <p:spPr>
              <a:xfrm>
                <a:off x="5656016" y="585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3" name="Freeform 46962">
                <a:extLst>
                  <a:ext uri="{FF2B5EF4-FFF2-40B4-BE49-F238E27FC236}">
                    <a16:creationId xmlns:a16="http://schemas.microsoft.com/office/drawing/2014/main" id="{326DC77D-B61E-5E05-2597-0949B23D794F}"/>
                  </a:ext>
                </a:extLst>
              </p:cNvPr>
              <p:cNvSpPr/>
              <p:nvPr/>
            </p:nvSpPr>
            <p:spPr>
              <a:xfrm>
                <a:off x="5656513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4" name="Freeform 46963">
                <a:extLst>
                  <a:ext uri="{FF2B5EF4-FFF2-40B4-BE49-F238E27FC236}">
                    <a16:creationId xmlns:a16="http://schemas.microsoft.com/office/drawing/2014/main" id="{2C8DFDC4-10B4-998D-AEE5-DD042D6E57EE}"/>
                  </a:ext>
                </a:extLst>
              </p:cNvPr>
              <p:cNvSpPr/>
              <p:nvPr/>
            </p:nvSpPr>
            <p:spPr>
              <a:xfrm>
                <a:off x="5657009" y="5992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5" name="Freeform 46964">
                <a:extLst>
                  <a:ext uri="{FF2B5EF4-FFF2-40B4-BE49-F238E27FC236}">
                    <a16:creationId xmlns:a16="http://schemas.microsoft.com/office/drawing/2014/main" id="{3C4ADC06-4FBD-366A-FF3F-4D43F3FDE90F}"/>
                  </a:ext>
                </a:extLst>
              </p:cNvPr>
              <p:cNvSpPr/>
              <p:nvPr/>
            </p:nvSpPr>
            <p:spPr>
              <a:xfrm>
                <a:off x="5657604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6" name="Freeform 46965">
                <a:extLst>
                  <a:ext uri="{FF2B5EF4-FFF2-40B4-BE49-F238E27FC236}">
                    <a16:creationId xmlns:a16="http://schemas.microsoft.com/office/drawing/2014/main" id="{07BBB71A-AF01-022C-81F9-CCD9376B5BC9}"/>
                  </a:ext>
                </a:extLst>
              </p:cNvPr>
              <p:cNvSpPr/>
              <p:nvPr/>
            </p:nvSpPr>
            <p:spPr>
              <a:xfrm>
                <a:off x="5658100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7" name="Freeform 46966">
                <a:extLst>
                  <a:ext uri="{FF2B5EF4-FFF2-40B4-BE49-F238E27FC236}">
                    <a16:creationId xmlns:a16="http://schemas.microsoft.com/office/drawing/2014/main" id="{4218C222-110C-70D9-CA21-CB6CE119A4F4}"/>
                  </a:ext>
                </a:extLst>
              </p:cNvPr>
              <p:cNvSpPr/>
              <p:nvPr/>
            </p:nvSpPr>
            <p:spPr>
              <a:xfrm>
                <a:off x="56585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8" name="Freeform 46967">
                <a:extLst>
                  <a:ext uri="{FF2B5EF4-FFF2-40B4-BE49-F238E27FC236}">
                    <a16:creationId xmlns:a16="http://schemas.microsoft.com/office/drawing/2014/main" id="{86DA2246-0F5E-2A61-5DB5-07B3F284CB47}"/>
                  </a:ext>
                </a:extLst>
              </p:cNvPr>
              <p:cNvSpPr/>
              <p:nvPr/>
            </p:nvSpPr>
            <p:spPr>
              <a:xfrm>
                <a:off x="56590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69" name="Freeform 46968">
                <a:extLst>
                  <a:ext uri="{FF2B5EF4-FFF2-40B4-BE49-F238E27FC236}">
                    <a16:creationId xmlns:a16="http://schemas.microsoft.com/office/drawing/2014/main" id="{03CC3AF2-AF7B-0AF5-21EE-B48E44D283B7}"/>
                  </a:ext>
                </a:extLst>
              </p:cNvPr>
              <p:cNvSpPr/>
              <p:nvPr/>
            </p:nvSpPr>
            <p:spPr>
              <a:xfrm>
                <a:off x="5659688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0" name="Freeform 46969">
                <a:extLst>
                  <a:ext uri="{FF2B5EF4-FFF2-40B4-BE49-F238E27FC236}">
                    <a16:creationId xmlns:a16="http://schemas.microsoft.com/office/drawing/2014/main" id="{F6599B76-88A4-BDA4-E663-FD2AA27F16BA}"/>
                  </a:ext>
                </a:extLst>
              </p:cNvPr>
              <p:cNvSpPr/>
              <p:nvPr/>
            </p:nvSpPr>
            <p:spPr>
              <a:xfrm>
                <a:off x="5660184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1" name="Freeform 46970">
                <a:extLst>
                  <a:ext uri="{FF2B5EF4-FFF2-40B4-BE49-F238E27FC236}">
                    <a16:creationId xmlns:a16="http://schemas.microsoft.com/office/drawing/2014/main" id="{BAB2A692-6751-C640-95A3-1A42B5BAEDB7}"/>
                  </a:ext>
                </a:extLst>
              </p:cNvPr>
              <p:cNvSpPr/>
              <p:nvPr/>
            </p:nvSpPr>
            <p:spPr>
              <a:xfrm>
                <a:off x="566068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2" name="Freeform 46971">
                <a:extLst>
                  <a:ext uri="{FF2B5EF4-FFF2-40B4-BE49-F238E27FC236}">
                    <a16:creationId xmlns:a16="http://schemas.microsoft.com/office/drawing/2014/main" id="{F8EEE39E-E67B-2A74-B91A-E88B647298BA}"/>
                  </a:ext>
                </a:extLst>
              </p:cNvPr>
              <p:cNvSpPr/>
              <p:nvPr/>
            </p:nvSpPr>
            <p:spPr>
              <a:xfrm>
                <a:off x="566127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3" name="Freeform 46972">
                <a:extLst>
                  <a:ext uri="{FF2B5EF4-FFF2-40B4-BE49-F238E27FC236}">
                    <a16:creationId xmlns:a16="http://schemas.microsoft.com/office/drawing/2014/main" id="{4EDC343B-39A7-B9FA-D4D7-E9F6C67C49EF}"/>
                  </a:ext>
                </a:extLst>
              </p:cNvPr>
              <p:cNvSpPr/>
              <p:nvPr/>
            </p:nvSpPr>
            <p:spPr>
              <a:xfrm>
                <a:off x="566177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4" name="Freeform 46973">
                <a:extLst>
                  <a:ext uri="{FF2B5EF4-FFF2-40B4-BE49-F238E27FC236}">
                    <a16:creationId xmlns:a16="http://schemas.microsoft.com/office/drawing/2014/main" id="{179A540F-F91C-3006-C687-050AD2A215F5}"/>
                  </a:ext>
                </a:extLst>
              </p:cNvPr>
              <p:cNvSpPr/>
              <p:nvPr/>
            </p:nvSpPr>
            <p:spPr>
              <a:xfrm>
                <a:off x="566226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5" name="Freeform 46974">
                <a:extLst>
                  <a:ext uri="{FF2B5EF4-FFF2-40B4-BE49-F238E27FC236}">
                    <a16:creationId xmlns:a16="http://schemas.microsoft.com/office/drawing/2014/main" id="{61A57AA7-8EE8-1A8F-7973-BED9F25F27BD}"/>
                  </a:ext>
                </a:extLst>
              </p:cNvPr>
              <p:cNvSpPr/>
              <p:nvPr/>
            </p:nvSpPr>
            <p:spPr>
              <a:xfrm>
                <a:off x="56628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6" name="Freeform 46975">
                <a:extLst>
                  <a:ext uri="{FF2B5EF4-FFF2-40B4-BE49-F238E27FC236}">
                    <a16:creationId xmlns:a16="http://schemas.microsoft.com/office/drawing/2014/main" id="{DCC0D812-6094-45B5-11D8-DFEF24F2A379}"/>
                  </a:ext>
                </a:extLst>
              </p:cNvPr>
              <p:cNvSpPr/>
              <p:nvPr/>
            </p:nvSpPr>
            <p:spPr>
              <a:xfrm>
                <a:off x="56633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7" name="Freeform 46976">
                <a:extLst>
                  <a:ext uri="{FF2B5EF4-FFF2-40B4-BE49-F238E27FC236}">
                    <a16:creationId xmlns:a16="http://schemas.microsoft.com/office/drawing/2014/main" id="{B05338C3-FA67-478B-9DC5-CA92CE4E4A66}"/>
                  </a:ext>
                </a:extLst>
              </p:cNvPr>
              <p:cNvSpPr/>
              <p:nvPr/>
            </p:nvSpPr>
            <p:spPr>
              <a:xfrm>
                <a:off x="566385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8" name="Freeform 46977">
                <a:extLst>
                  <a:ext uri="{FF2B5EF4-FFF2-40B4-BE49-F238E27FC236}">
                    <a16:creationId xmlns:a16="http://schemas.microsoft.com/office/drawing/2014/main" id="{D5BB4A51-4973-62E0-52B2-5DB89A85F027}"/>
                  </a:ext>
                </a:extLst>
              </p:cNvPr>
              <p:cNvSpPr/>
              <p:nvPr/>
            </p:nvSpPr>
            <p:spPr>
              <a:xfrm>
                <a:off x="566445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79" name="Freeform 46978">
                <a:extLst>
                  <a:ext uri="{FF2B5EF4-FFF2-40B4-BE49-F238E27FC236}">
                    <a16:creationId xmlns:a16="http://schemas.microsoft.com/office/drawing/2014/main" id="{CA0D56EA-D0AA-5E86-3146-86E30D40036E}"/>
                  </a:ext>
                </a:extLst>
              </p:cNvPr>
              <p:cNvSpPr/>
              <p:nvPr/>
            </p:nvSpPr>
            <p:spPr>
              <a:xfrm>
                <a:off x="566494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0" name="Freeform 46979">
                <a:extLst>
                  <a:ext uri="{FF2B5EF4-FFF2-40B4-BE49-F238E27FC236}">
                    <a16:creationId xmlns:a16="http://schemas.microsoft.com/office/drawing/2014/main" id="{89CDD304-E493-446F-1FBC-76F3B44D7E5B}"/>
                  </a:ext>
                </a:extLst>
              </p:cNvPr>
              <p:cNvSpPr/>
              <p:nvPr/>
            </p:nvSpPr>
            <p:spPr>
              <a:xfrm>
                <a:off x="56654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1" name="Freeform 46980">
                <a:extLst>
                  <a:ext uri="{FF2B5EF4-FFF2-40B4-BE49-F238E27FC236}">
                    <a16:creationId xmlns:a16="http://schemas.microsoft.com/office/drawing/2014/main" id="{75E403A6-F17C-F783-E6FF-B62CE130C134}"/>
                  </a:ext>
                </a:extLst>
              </p:cNvPr>
              <p:cNvSpPr/>
              <p:nvPr/>
            </p:nvSpPr>
            <p:spPr>
              <a:xfrm>
                <a:off x="56660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2" name="Freeform 46981">
                <a:extLst>
                  <a:ext uri="{FF2B5EF4-FFF2-40B4-BE49-F238E27FC236}">
                    <a16:creationId xmlns:a16="http://schemas.microsoft.com/office/drawing/2014/main" id="{ADCA62F5-8C5B-3DDC-4836-14CF82198432}"/>
                  </a:ext>
                </a:extLst>
              </p:cNvPr>
              <p:cNvSpPr/>
              <p:nvPr/>
            </p:nvSpPr>
            <p:spPr>
              <a:xfrm>
                <a:off x="56665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3" name="Freeform 46982">
                <a:extLst>
                  <a:ext uri="{FF2B5EF4-FFF2-40B4-BE49-F238E27FC236}">
                    <a16:creationId xmlns:a16="http://schemas.microsoft.com/office/drawing/2014/main" id="{8C7EAED1-659F-E889-C90C-E6AC2E69C2CC}"/>
                  </a:ext>
                </a:extLst>
              </p:cNvPr>
              <p:cNvSpPr/>
              <p:nvPr/>
            </p:nvSpPr>
            <p:spPr>
              <a:xfrm>
                <a:off x="5667030" y="6041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4" name="Freeform 46983">
                <a:extLst>
                  <a:ext uri="{FF2B5EF4-FFF2-40B4-BE49-F238E27FC236}">
                    <a16:creationId xmlns:a16="http://schemas.microsoft.com/office/drawing/2014/main" id="{596ABE09-B0A6-D2B8-EC2F-BED36CDA3E75}"/>
                  </a:ext>
                </a:extLst>
              </p:cNvPr>
              <p:cNvSpPr/>
              <p:nvPr/>
            </p:nvSpPr>
            <p:spPr>
              <a:xfrm>
                <a:off x="5667625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5" name="Freeform 46984">
                <a:extLst>
                  <a:ext uri="{FF2B5EF4-FFF2-40B4-BE49-F238E27FC236}">
                    <a16:creationId xmlns:a16="http://schemas.microsoft.com/office/drawing/2014/main" id="{F5BE208D-453A-7224-A423-88F1D88CF970}"/>
                  </a:ext>
                </a:extLst>
              </p:cNvPr>
              <p:cNvSpPr/>
              <p:nvPr/>
            </p:nvSpPr>
            <p:spPr>
              <a:xfrm>
                <a:off x="5668121" y="5792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6" name="Freeform 46985">
                <a:extLst>
                  <a:ext uri="{FF2B5EF4-FFF2-40B4-BE49-F238E27FC236}">
                    <a16:creationId xmlns:a16="http://schemas.microsoft.com/office/drawing/2014/main" id="{86436218-A136-30D6-57AA-D8C4E3066C6D}"/>
                  </a:ext>
                </a:extLst>
              </p:cNvPr>
              <p:cNvSpPr/>
              <p:nvPr/>
            </p:nvSpPr>
            <p:spPr>
              <a:xfrm>
                <a:off x="5668617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7" name="Freeform 46986">
                <a:extLst>
                  <a:ext uri="{FF2B5EF4-FFF2-40B4-BE49-F238E27FC236}">
                    <a16:creationId xmlns:a16="http://schemas.microsoft.com/office/drawing/2014/main" id="{8303F150-E1DB-B1A1-F31C-D931B89DA6CD}"/>
                  </a:ext>
                </a:extLst>
              </p:cNvPr>
              <p:cNvSpPr/>
              <p:nvPr/>
            </p:nvSpPr>
            <p:spPr>
              <a:xfrm>
                <a:off x="5669213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8" name="Freeform 46987">
                <a:extLst>
                  <a:ext uri="{FF2B5EF4-FFF2-40B4-BE49-F238E27FC236}">
                    <a16:creationId xmlns:a16="http://schemas.microsoft.com/office/drawing/2014/main" id="{70A9E50E-592C-D0ED-4D22-2D2B196CF61B}"/>
                  </a:ext>
                </a:extLst>
              </p:cNvPr>
              <p:cNvSpPr/>
              <p:nvPr/>
            </p:nvSpPr>
            <p:spPr>
              <a:xfrm>
                <a:off x="5669709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89" name="Freeform 46988">
                <a:extLst>
                  <a:ext uri="{FF2B5EF4-FFF2-40B4-BE49-F238E27FC236}">
                    <a16:creationId xmlns:a16="http://schemas.microsoft.com/office/drawing/2014/main" id="{D0176DE2-BD90-46E4-FC0E-6FDD44DD8CB7}"/>
                  </a:ext>
                </a:extLst>
              </p:cNvPr>
              <p:cNvSpPr/>
              <p:nvPr/>
            </p:nvSpPr>
            <p:spPr>
              <a:xfrm>
                <a:off x="5670205" y="5964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0" name="Freeform 46989">
                <a:extLst>
                  <a:ext uri="{FF2B5EF4-FFF2-40B4-BE49-F238E27FC236}">
                    <a16:creationId xmlns:a16="http://schemas.microsoft.com/office/drawing/2014/main" id="{0B3C4C85-FD06-4F4C-35BC-652B191A5D36}"/>
                  </a:ext>
                </a:extLst>
              </p:cNvPr>
              <p:cNvSpPr/>
              <p:nvPr/>
            </p:nvSpPr>
            <p:spPr>
              <a:xfrm>
                <a:off x="5670800" y="6031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1" name="Freeform 46990">
                <a:extLst>
                  <a:ext uri="{FF2B5EF4-FFF2-40B4-BE49-F238E27FC236}">
                    <a16:creationId xmlns:a16="http://schemas.microsoft.com/office/drawing/2014/main" id="{2CBDEAFF-F00C-0F9A-A24C-B1215FA7D211}"/>
                  </a:ext>
                </a:extLst>
              </p:cNvPr>
              <p:cNvSpPr/>
              <p:nvPr/>
            </p:nvSpPr>
            <p:spPr>
              <a:xfrm>
                <a:off x="56712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2" name="Freeform 46991">
                <a:extLst>
                  <a:ext uri="{FF2B5EF4-FFF2-40B4-BE49-F238E27FC236}">
                    <a16:creationId xmlns:a16="http://schemas.microsoft.com/office/drawing/2014/main" id="{8DA59E43-6885-FAAB-DEF6-EE1C11D73285}"/>
                  </a:ext>
                </a:extLst>
              </p:cNvPr>
              <p:cNvSpPr/>
              <p:nvPr/>
            </p:nvSpPr>
            <p:spPr>
              <a:xfrm>
                <a:off x="56717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3" name="Freeform 46992">
                <a:extLst>
                  <a:ext uri="{FF2B5EF4-FFF2-40B4-BE49-F238E27FC236}">
                    <a16:creationId xmlns:a16="http://schemas.microsoft.com/office/drawing/2014/main" id="{5864BE34-A3A4-6609-0EFE-EF04E4C4D518}"/>
                  </a:ext>
                </a:extLst>
              </p:cNvPr>
              <p:cNvSpPr/>
              <p:nvPr/>
            </p:nvSpPr>
            <p:spPr>
              <a:xfrm>
                <a:off x="56722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4" name="Freeform 46993">
                <a:extLst>
                  <a:ext uri="{FF2B5EF4-FFF2-40B4-BE49-F238E27FC236}">
                    <a16:creationId xmlns:a16="http://schemas.microsoft.com/office/drawing/2014/main" id="{55384754-9230-88A3-016E-922AE8F4F46D}"/>
                  </a:ext>
                </a:extLst>
              </p:cNvPr>
              <p:cNvSpPr/>
              <p:nvPr/>
            </p:nvSpPr>
            <p:spPr>
              <a:xfrm>
                <a:off x="5672884" y="604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5" name="Freeform 46994">
                <a:extLst>
                  <a:ext uri="{FF2B5EF4-FFF2-40B4-BE49-F238E27FC236}">
                    <a16:creationId xmlns:a16="http://schemas.microsoft.com/office/drawing/2014/main" id="{57F5AD17-8495-7AD6-A382-C29DB1DDFFE3}"/>
                  </a:ext>
                </a:extLst>
              </p:cNvPr>
              <p:cNvSpPr/>
              <p:nvPr/>
            </p:nvSpPr>
            <p:spPr>
              <a:xfrm>
                <a:off x="56733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6" name="Freeform 46995">
                <a:extLst>
                  <a:ext uri="{FF2B5EF4-FFF2-40B4-BE49-F238E27FC236}">
                    <a16:creationId xmlns:a16="http://schemas.microsoft.com/office/drawing/2014/main" id="{AD0FEB37-9D7C-8E95-03C6-C48E00190654}"/>
                  </a:ext>
                </a:extLst>
              </p:cNvPr>
              <p:cNvSpPr/>
              <p:nvPr/>
            </p:nvSpPr>
            <p:spPr>
              <a:xfrm>
                <a:off x="567387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7" name="Freeform 46996">
                <a:extLst>
                  <a:ext uri="{FF2B5EF4-FFF2-40B4-BE49-F238E27FC236}">
                    <a16:creationId xmlns:a16="http://schemas.microsoft.com/office/drawing/2014/main" id="{26AF9E2C-BB9C-F043-6D48-6A95E14348FE}"/>
                  </a:ext>
                </a:extLst>
              </p:cNvPr>
              <p:cNvSpPr/>
              <p:nvPr/>
            </p:nvSpPr>
            <p:spPr>
              <a:xfrm>
                <a:off x="567447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8" name="Freeform 46997">
                <a:extLst>
                  <a:ext uri="{FF2B5EF4-FFF2-40B4-BE49-F238E27FC236}">
                    <a16:creationId xmlns:a16="http://schemas.microsoft.com/office/drawing/2014/main" id="{2E1E9D95-FB05-6CF8-A4DC-A5CC877A4B31}"/>
                  </a:ext>
                </a:extLst>
              </p:cNvPr>
              <p:cNvSpPr/>
              <p:nvPr/>
            </p:nvSpPr>
            <p:spPr>
              <a:xfrm>
                <a:off x="567496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99" name="Freeform 46998">
                <a:extLst>
                  <a:ext uri="{FF2B5EF4-FFF2-40B4-BE49-F238E27FC236}">
                    <a16:creationId xmlns:a16="http://schemas.microsoft.com/office/drawing/2014/main" id="{DA52285C-E269-E3A8-39C0-3FA35CF3FB95}"/>
                  </a:ext>
                </a:extLst>
              </p:cNvPr>
              <p:cNvSpPr/>
              <p:nvPr/>
            </p:nvSpPr>
            <p:spPr>
              <a:xfrm>
                <a:off x="56754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0" name="Freeform 46999">
                <a:extLst>
                  <a:ext uri="{FF2B5EF4-FFF2-40B4-BE49-F238E27FC236}">
                    <a16:creationId xmlns:a16="http://schemas.microsoft.com/office/drawing/2014/main" id="{3D3F5639-F0CD-84FC-7657-1D69F7EF3E79}"/>
                  </a:ext>
                </a:extLst>
              </p:cNvPr>
              <p:cNvSpPr/>
              <p:nvPr/>
            </p:nvSpPr>
            <p:spPr>
              <a:xfrm>
                <a:off x="567605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1" name="Freeform 47000">
                <a:extLst>
                  <a:ext uri="{FF2B5EF4-FFF2-40B4-BE49-F238E27FC236}">
                    <a16:creationId xmlns:a16="http://schemas.microsoft.com/office/drawing/2014/main" id="{B1F19540-F673-B9A5-0D4D-2DC1325F7E09}"/>
                  </a:ext>
                </a:extLst>
              </p:cNvPr>
              <p:cNvSpPr/>
              <p:nvPr/>
            </p:nvSpPr>
            <p:spPr>
              <a:xfrm>
                <a:off x="56765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2" name="Freeform 47001">
                <a:extLst>
                  <a:ext uri="{FF2B5EF4-FFF2-40B4-BE49-F238E27FC236}">
                    <a16:creationId xmlns:a16="http://schemas.microsoft.com/office/drawing/2014/main" id="{8DA787DE-9AEC-896A-78A9-55D71D32A4AF}"/>
                  </a:ext>
                </a:extLst>
              </p:cNvPr>
              <p:cNvSpPr/>
              <p:nvPr/>
            </p:nvSpPr>
            <p:spPr>
              <a:xfrm>
                <a:off x="56770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3" name="Freeform 47002">
                <a:extLst>
                  <a:ext uri="{FF2B5EF4-FFF2-40B4-BE49-F238E27FC236}">
                    <a16:creationId xmlns:a16="http://schemas.microsoft.com/office/drawing/2014/main" id="{71633582-A4E5-899D-90CD-D3C3EF0A7186}"/>
                  </a:ext>
                </a:extLst>
              </p:cNvPr>
              <p:cNvSpPr/>
              <p:nvPr/>
            </p:nvSpPr>
            <p:spPr>
              <a:xfrm>
                <a:off x="56776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4" name="Freeform 47003">
                <a:extLst>
                  <a:ext uri="{FF2B5EF4-FFF2-40B4-BE49-F238E27FC236}">
                    <a16:creationId xmlns:a16="http://schemas.microsoft.com/office/drawing/2014/main" id="{1EA65126-13BC-F939-8C88-0FD89239BC91}"/>
                  </a:ext>
                </a:extLst>
              </p:cNvPr>
              <p:cNvSpPr/>
              <p:nvPr/>
            </p:nvSpPr>
            <p:spPr>
              <a:xfrm>
                <a:off x="56781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5" name="Freeform 47004">
                <a:extLst>
                  <a:ext uri="{FF2B5EF4-FFF2-40B4-BE49-F238E27FC236}">
                    <a16:creationId xmlns:a16="http://schemas.microsoft.com/office/drawing/2014/main" id="{07D139F7-92DC-29A9-1499-DE091022E3FA}"/>
                  </a:ext>
                </a:extLst>
              </p:cNvPr>
              <p:cNvSpPr/>
              <p:nvPr/>
            </p:nvSpPr>
            <p:spPr>
              <a:xfrm>
                <a:off x="567863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6" name="Freeform 47005">
                <a:extLst>
                  <a:ext uri="{FF2B5EF4-FFF2-40B4-BE49-F238E27FC236}">
                    <a16:creationId xmlns:a16="http://schemas.microsoft.com/office/drawing/2014/main" id="{F73F9C2E-5904-FD65-A0D1-38CCC071AE3A}"/>
                  </a:ext>
                </a:extLst>
              </p:cNvPr>
              <p:cNvSpPr/>
              <p:nvPr/>
            </p:nvSpPr>
            <p:spPr>
              <a:xfrm>
                <a:off x="56792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7" name="Freeform 47006">
                <a:extLst>
                  <a:ext uri="{FF2B5EF4-FFF2-40B4-BE49-F238E27FC236}">
                    <a16:creationId xmlns:a16="http://schemas.microsoft.com/office/drawing/2014/main" id="{8121C3D0-7607-3652-9403-2B212E9E4D67}"/>
                  </a:ext>
                </a:extLst>
              </p:cNvPr>
              <p:cNvSpPr/>
              <p:nvPr/>
            </p:nvSpPr>
            <p:spPr>
              <a:xfrm>
                <a:off x="567973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8" name="Freeform 47007">
                <a:extLst>
                  <a:ext uri="{FF2B5EF4-FFF2-40B4-BE49-F238E27FC236}">
                    <a16:creationId xmlns:a16="http://schemas.microsoft.com/office/drawing/2014/main" id="{8FFC6F63-BE6D-5A9F-4CD0-F43FAE66C919}"/>
                  </a:ext>
                </a:extLst>
              </p:cNvPr>
              <p:cNvSpPr/>
              <p:nvPr/>
            </p:nvSpPr>
            <p:spPr>
              <a:xfrm>
                <a:off x="5680226" y="5851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09" name="Freeform 47008">
                <a:extLst>
                  <a:ext uri="{FF2B5EF4-FFF2-40B4-BE49-F238E27FC236}">
                    <a16:creationId xmlns:a16="http://schemas.microsoft.com/office/drawing/2014/main" id="{561A4610-8D43-22D6-86DA-6E239092DA3B}"/>
                  </a:ext>
                </a:extLst>
              </p:cNvPr>
              <p:cNvSpPr/>
              <p:nvPr/>
            </p:nvSpPr>
            <p:spPr>
              <a:xfrm>
                <a:off x="5680821" y="5896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0" name="Freeform 47009">
                <a:extLst>
                  <a:ext uri="{FF2B5EF4-FFF2-40B4-BE49-F238E27FC236}">
                    <a16:creationId xmlns:a16="http://schemas.microsoft.com/office/drawing/2014/main" id="{7F4B85B4-608F-4746-3255-AB036F188A95}"/>
                  </a:ext>
                </a:extLst>
              </p:cNvPr>
              <p:cNvSpPr/>
              <p:nvPr/>
            </p:nvSpPr>
            <p:spPr>
              <a:xfrm>
                <a:off x="5681317" y="595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1" name="Freeform 47010">
                <a:extLst>
                  <a:ext uri="{FF2B5EF4-FFF2-40B4-BE49-F238E27FC236}">
                    <a16:creationId xmlns:a16="http://schemas.microsoft.com/office/drawing/2014/main" id="{771240FC-2EB9-395C-BA61-B78AE750A2DD}"/>
                  </a:ext>
                </a:extLst>
              </p:cNvPr>
              <p:cNvSpPr/>
              <p:nvPr/>
            </p:nvSpPr>
            <p:spPr>
              <a:xfrm>
                <a:off x="5681813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2" name="Freeform 47011">
                <a:extLst>
                  <a:ext uri="{FF2B5EF4-FFF2-40B4-BE49-F238E27FC236}">
                    <a16:creationId xmlns:a16="http://schemas.microsoft.com/office/drawing/2014/main" id="{99B4FBF3-6D28-B3B4-63B4-F8BF3B76E947}"/>
                  </a:ext>
                </a:extLst>
              </p:cNvPr>
              <p:cNvSpPr/>
              <p:nvPr/>
            </p:nvSpPr>
            <p:spPr>
              <a:xfrm>
                <a:off x="5682409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3" name="Freeform 47012">
                <a:extLst>
                  <a:ext uri="{FF2B5EF4-FFF2-40B4-BE49-F238E27FC236}">
                    <a16:creationId xmlns:a16="http://schemas.microsoft.com/office/drawing/2014/main" id="{E9958CFE-6B98-A97F-23E0-6860AA79AB20}"/>
                  </a:ext>
                </a:extLst>
              </p:cNvPr>
              <p:cNvSpPr/>
              <p:nvPr/>
            </p:nvSpPr>
            <p:spPr>
              <a:xfrm>
                <a:off x="5682905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4" name="Freeform 47013">
                <a:extLst>
                  <a:ext uri="{FF2B5EF4-FFF2-40B4-BE49-F238E27FC236}">
                    <a16:creationId xmlns:a16="http://schemas.microsoft.com/office/drawing/2014/main" id="{4FF0EDA0-ADDF-5BE5-BA7F-C4B65B2220E4}"/>
                  </a:ext>
                </a:extLst>
              </p:cNvPr>
              <p:cNvSpPr/>
              <p:nvPr/>
            </p:nvSpPr>
            <p:spPr>
              <a:xfrm>
                <a:off x="5683401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5" name="Freeform 47014">
                <a:extLst>
                  <a:ext uri="{FF2B5EF4-FFF2-40B4-BE49-F238E27FC236}">
                    <a16:creationId xmlns:a16="http://schemas.microsoft.com/office/drawing/2014/main" id="{6D6C100B-AF5E-2570-1020-11534702F9C0}"/>
                  </a:ext>
                </a:extLst>
              </p:cNvPr>
              <p:cNvSpPr/>
              <p:nvPr/>
            </p:nvSpPr>
            <p:spPr>
              <a:xfrm>
                <a:off x="5683897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6" name="Freeform 47015">
                <a:extLst>
                  <a:ext uri="{FF2B5EF4-FFF2-40B4-BE49-F238E27FC236}">
                    <a16:creationId xmlns:a16="http://schemas.microsoft.com/office/drawing/2014/main" id="{71D8B393-54A1-4665-60FD-8DEDEF4CBC4F}"/>
                  </a:ext>
                </a:extLst>
              </p:cNvPr>
              <p:cNvSpPr/>
              <p:nvPr/>
            </p:nvSpPr>
            <p:spPr>
              <a:xfrm>
                <a:off x="5684492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7" name="Freeform 47016">
                <a:extLst>
                  <a:ext uri="{FF2B5EF4-FFF2-40B4-BE49-F238E27FC236}">
                    <a16:creationId xmlns:a16="http://schemas.microsoft.com/office/drawing/2014/main" id="{911DB515-FE0C-4EA8-82A1-0519BBEF2A54}"/>
                  </a:ext>
                </a:extLst>
              </p:cNvPr>
              <p:cNvSpPr/>
              <p:nvPr/>
            </p:nvSpPr>
            <p:spPr>
              <a:xfrm>
                <a:off x="5684988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8" name="Freeform 47017">
                <a:extLst>
                  <a:ext uri="{FF2B5EF4-FFF2-40B4-BE49-F238E27FC236}">
                    <a16:creationId xmlns:a16="http://schemas.microsoft.com/office/drawing/2014/main" id="{240AF67B-C4DB-AF26-7827-7FAD8108A132}"/>
                  </a:ext>
                </a:extLst>
              </p:cNvPr>
              <p:cNvSpPr/>
              <p:nvPr/>
            </p:nvSpPr>
            <p:spPr>
              <a:xfrm>
                <a:off x="5685484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19" name="Freeform 47018">
                <a:extLst>
                  <a:ext uri="{FF2B5EF4-FFF2-40B4-BE49-F238E27FC236}">
                    <a16:creationId xmlns:a16="http://schemas.microsoft.com/office/drawing/2014/main" id="{E93CF0FC-C110-B30C-591B-846DA1F79637}"/>
                  </a:ext>
                </a:extLst>
              </p:cNvPr>
              <p:cNvSpPr/>
              <p:nvPr/>
            </p:nvSpPr>
            <p:spPr>
              <a:xfrm>
                <a:off x="56860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0" name="Freeform 47019">
                <a:extLst>
                  <a:ext uri="{FF2B5EF4-FFF2-40B4-BE49-F238E27FC236}">
                    <a16:creationId xmlns:a16="http://schemas.microsoft.com/office/drawing/2014/main" id="{629AC590-2EDB-C72B-BDB5-607245C7ABCB}"/>
                  </a:ext>
                </a:extLst>
              </p:cNvPr>
              <p:cNvSpPr/>
              <p:nvPr/>
            </p:nvSpPr>
            <p:spPr>
              <a:xfrm>
                <a:off x="56865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1" name="Freeform 47020">
                <a:extLst>
                  <a:ext uri="{FF2B5EF4-FFF2-40B4-BE49-F238E27FC236}">
                    <a16:creationId xmlns:a16="http://schemas.microsoft.com/office/drawing/2014/main" id="{DF3ECF92-ABB6-A349-5CB0-657C08E7B8A8}"/>
                  </a:ext>
                </a:extLst>
              </p:cNvPr>
              <p:cNvSpPr/>
              <p:nvPr/>
            </p:nvSpPr>
            <p:spPr>
              <a:xfrm>
                <a:off x="568707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2" name="Freeform 47021">
                <a:extLst>
                  <a:ext uri="{FF2B5EF4-FFF2-40B4-BE49-F238E27FC236}">
                    <a16:creationId xmlns:a16="http://schemas.microsoft.com/office/drawing/2014/main" id="{5FE3170B-4867-5527-9076-75FD181AA3A7}"/>
                  </a:ext>
                </a:extLst>
              </p:cNvPr>
              <p:cNvSpPr/>
              <p:nvPr/>
            </p:nvSpPr>
            <p:spPr>
              <a:xfrm>
                <a:off x="56876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3" name="Freeform 47022">
                <a:extLst>
                  <a:ext uri="{FF2B5EF4-FFF2-40B4-BE49-F238E27FC236}">
                    <a16:creationId xmlns:a16="http://schemas.microsoft.com/office/drawing/2014/main" id="{7FD0D8EB-6F69-7A0A-7A03-FCED56A631D3}"/>
                  </a:ext>
                </a:extLst>
              </p:cNvPr>
              <p:cNvSpPr/>
              <p:nvPr/>
            </p:nvSpPr>
            <p:spPr>
              <a:xfrm>
                <a:off x="56881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4" name="Freeform 47023">
                <a:extLst>
                  <a:ext uri="{FF2B5EF4-FFF2-40B4-BE49-F238E27FC236}">
                    <a16:creationId xmlns:a16="http://schemas.microsoft.com/office/drawing/2014/main" id="{513FF50F-5266-D6F4-CCF9-A300361A948A}"/>
                  </a:ext>
                </a:extLst>
              </p:cNvPr>
              <p:cNvSpPr/>
              <p:nvPr/>
            </p:nvSpPr>
            <p:spPr>
              <a:xfrm>
                <a:off x="56886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5" name="Freeform 47024">
                <a:extLst>
                  <a:ext uri="{FF2B5EF4-FFF2-40B4-BE49-F238E27FC236}">
                    <a16:creationId xmlns:a16="http://schemas.microsoft.com/office/drawing/2014/main" id="{A03AF734-D3EA-1D6B-5CD8-0834AE727A75}"/>
                  </a:ext>
                </a:extLst>
              </p:cNvPr>
              <p:cNvSpPr/>
              <p:nvPr/>
            </p:nvSpPr>
            <p:spPr>
              <a:xfrm>
                <a:off x="56892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6" name="Freeform 47025">
                <a:extLst>
                  <a:ext uri="{FF2B5EF4-FFF2-40B4-BE49-F238E27FC236}">
                    <a16:creationId xmlns:a16="http://schemas.microsoft.com/office/drawing/2014/main" id="{E2899B03-DD3F-65D5-D471-2019619004E7}"/>
                  </a:ext>
                </a:extLst>
              </p:cNvPr>
              <p:cNvSpPr/>
              <p:nvPr/>
            </p:nvSpPr>
            <p:spPr>
              <a:xfrm>
                <a:off x="56897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7" name="Freeform 47026">
                <a:extLst>
                  <a:ext uri="{FF2B5EF4-FFF2-40B4-BE49-F238E27FC236}">
                    <a16:creationId xmlns:a16="http://schemas.microsoft.com/office/drawing/2014/main" id="{00155395-A18C-DACB-3B32-AA6C2357FF55}"/>
                  </a:ext>
                </a:extLst>
              </p:cNvPr>
              <p:cNvSpPr/>
              <p:nvPr/>
            </p:nvSpPr>
            <p:spPr>
              <a:xfrm>
                <a:off x="56902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8" name="Freeform 47027">
                <a:extLst>
                  <a:ext uri="{FF2B5EF4-FFF2-40B4-BE49-F238E27FC236}">
                    <a16:creationId xmlns:a16="http://schemas.microsoft.com/office/drawing/2014/main" id="{D7BA0901-70C9-F631-4EBA-F0A22D16C3B9}"/>
                  </a:ext>
                </a:extLst>
              </p:cNvPr>
              <p:cNvSpPr/>
              <p:nvPr/>
            </p:nvSpPr>
            <p:spPr>
              <a:xfrm>
                <a:off x="56908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29" name="Freeform 47028">
                <a:extLst>
                  <a:ext uri="{FF2B5EF4-FFF2-40B4-BE49-F238E27FC236}">
                    <a16:creationId xmlns:a16="http://schemas.microsoft.com/office/drawing/2014/main" id="{68964AAB-1673-3510-602F-AAA0C85DA61D}"/>
                  </a:ext>
                </a:extLst>
              </p:cNvPr>
              <p:cNvSpPr/>
              <p:nvPr/>
            </p:nvSpPr>
            <p:spPr>
              <a:xfrm>
                <a:off x="56913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0" name="Freeform 47029">
                <a:extLst>
                  <a:ext uri="{FF2B5EF4-FFF2-40B4-BE49-F238E27FC236}">
                    <a16:creationId xmlns:a16="http://schemas.microsoft.com/office/drawing/2014/main" id="{52FE19D3-7C0E-0849-6597-3D1CC85731FA}"/>
                  </a:ext>
                </a:extLst>
              </p:cNvPr>
              <p:cNvSpPr/>
              <p:nvPr/>
            </p:nvSpPr>
            <p:spPr>
              <a:xfrm>
                <a:off x="56918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1" name="Freeform 47030">
                <a:extLst>
                  <a:ext uri="{FF2B5EF4-FFF2-40B4-BE49-F238E27FC236}">
                    <a16:creationId xmlns:a16="http://schemas.microsoft.com/office/drawing/2014/main" id="{7C02A422-155C-212C-6A77-99ED1F740BA2}"/>
                  </a:ext>
                </a:extLst>
              </p:cNvPr>
              <p:cNvSpPr/>
              <p:nvPr/>
            </p:nvSpPr>
            <p:spPr>
              <a:xfrm>
                <a:off x="5692430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2" name="Freeform 47031">
                <a:extLst>
                  <a:ext uri="{FF2B5EF4-FFF2-40B4-BE49-F238E27FC236}">
                    <a16:creationId xmlns:a16="http://schemas.microsoft.com/office/drawing/2014/main" id="{9A4DD61B-3CF9-4A17-10CA-8055D6EE4014}"/>
                  </a:ext>
                </a:extLst>
              </p:cNvPr>
              <p:cNvSpPr/>
              <p:nvPr/>
            </p:nvSpPr>
            <p:spPr>
              <a:xfrm>
                <a:off x="5692926" y="5917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3" name="Freeform 47032">
                <a:extLst>
                  <a:ext uri="{FF2B5EF4-FFF2-40B4-BE49-F238E27FC236}">
                    <a16:creationId xmlns:a16="http://schemas.microsoft.com/office/drawing/2014/main" id="{0EEF6D37-1334-DDCA-410F-8BB059356DAD}"/>
                  </a:ext>
                </a:extLst>
              </p:cNvPr>
              <p:cNvSpPr/>
              <p:nvPr/>
            </p:nvSpPr>
            <p:spPr>
              <a:xfrm>
                <a:off x="5693422" y="5918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4" name="Freeform 47033">
                <a:extLst>
                  <a:ext uri="{FF2B5EF4-FFF2-40B4-BE49-F238E27FC236}">
                    <a16:creationId xmlns:a16="http://schemas.microsoft.com/office/drawing/2014/main" id="{FC41F58E-EAEC-FD05-99B3-FD1BF3CA84D8}"/>
                  </a:ext>
                </a:extLst>
              </p:cNvPr>
              <p:cNvSpPr/>
              <p:nvPr/>
            </p:nvSpPr>
            <p:spPr>
              <a:xfrm>
                <a:off x="5694017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5" name="Freeform 47034">
                <a:extLst>
                  <a:ext uri="{FF2B5EF4-FFF2-40B4-BE49-F238E27FC236}">
                    <a16:creationId xmlns:a16="http://schemas.microsoft.com/office/drawing/2014/main" id="{A0C59606-3DCD-04B7-7496-5B9CFA654BCA}"/>
                  </a:ext>
                </a:extLst>
              </p:cNvPr>
              <p:cNvSpPr/>
              <p:nvPr/>
            </p:nvSpPr>
            <p:spPr>
              <a:xfrm>
                <a:off x="5694513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6" name="Freeform 47035">
                <a:extLst>
                  <a:ext uri="{FF2B5EF4-FFF2-40B4-BE49-F238E27FC236}">
                    <a16:creationId xmlns:a16="http://schemas.microsoft.com/office/drawing/2014/main" id="{23C0178A-16D2-DF06-F338-FFB3E8C108F0}"/>
                  </a:ext>
                </a:extLst>
              </p:cNvPr>
              <p:cNvSpPr/>
              <p:nvPr/>
            </p:nvSpPr>
            <p:spPr>
              <a:xfrm>
                <a:off x="5695009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7" name="Freeform 47036">
                <a:extLst>
                  <a:ext uri="{FF2B5EF4-FFF2-40B4-BE49-F238E27FC236}">
                    <a16:creationId xmlns:a16="http://schemas.microsoft.com/office/drawing/2014/main" id="{DEA58535-9FF3-1AFE-9B82-A22C5FF7C755}"/>
                  </a:ext>
                </a:extLst>
              </p:cNvPr>
              <p:cNvSpPr/>
              <p:nvPr/>
            </p:nvSpPr>
            <p:spPr>
              <a:xfrm>
                <a:off x="5695605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8" name="Freeform 47037">
                <a:extLst>
                  <a:ext uri="{FF2B5EF4-FFF2-40B4-BE49-F238E27FC236}">
                    <a16:creationId xmlns:a16="http://schemas.microsoft.com/office/drawing/2014/main" id="{5E6A7CE0-C4CF-C544-A293-51C531892E33}"/>
                  </a:ext>
                </a:extLst>
              </p:cNvPr>
              <p:cNvSpPr/>
              <p:nvPr/>
            </p:nvSpPr>
            <p:spPr>
              <a:xfrm>
                <a:off x="5696101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39" name="Freeform 47038">
                <a:extLst>
                  <a:ext uri="{FF2B5EF4-FFF2-40B4-BE49-F238E27FC236}">
                    <a16:creationId xmlns:a16="http://schemas.microsoft.com/office/drawing/2014/main" id="{1FCD514F-2BE7-6764-D9A1-DAE1256428DC}"/>
                  </a:ext>
                </a:extLst>
              </p:cNvPr>
              <p:cNvSpPr/>
              <p:nvPr/>
            </p:nvSpPr>
            <p:spPr>
              <a:xfrm>
                <a:off x="5696597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0" name="Freeform 47039">
                <a:extLst>
                  <a:ext uri="{FF2B5EF4-FFF2-40B4-BE49-F238E27FC236}">
                    <a16:creationId xmlns:a16="http://schemas.microsoft.com/office/drawing/2014/main" id="{A9337E49-C291-4527-D55B-3A18ED007D31}"/>
                  </a:ext>
                </a:extLst>
              </p:cNvPr>
              <p:cNvSpPr/>
              <p:nvPr/>
            </p:nvSpPr>
            <p:spPr>
              <a:xfrm>
                <a:off x="5697093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1" name="Freeform 47040">
                <a:extLst>
                  <a:ext uri="{FF2B5EF4-FFF2-40B4-BE49-F238E27FC236}">
                    <a16:creationId xmlns:a16="http://schemas.microsoft.com/office/drawing/2014/main" id="{1BC4EB67-7D75-D0CC-9E13-5EFB28BA5F19}"/>
                  </a:ext>
                </a:extLst>
              </p:cNvPr>
              <p:cNvSpPr/>
              <p:nvPr/>
            </p:nvSpPr>
            <p:spPr>
              <a:xfrm>
                <a:off x="5697688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2" name="Freeform 47041">
                <a:extLst>
                  <a:ext uri="{FF2B5EF4-FFF2-40B4-BE49-F238E27FC236}">
                    <a16:creationId xmlns:a16="http://schemas.microsoft.com/office/drawing/2014/main" id="{8D2AEFF6-96C6-2043-2AE7-9CB530C95B87}"/>
                  </a:ext>
                </a:extLst>
              </p:cNvPr>
              <p:cNvSpPr/>
              <p:nvPr/>
            </p:nvSpPr>
            <p:spPr>
              <a:xfrm>
                <a:off x="5698184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3" name="Freeform 47042">
                <a:extLst>
                  <a:ext uri="{FF2B5EF4-FFF2-40B4-BE49-F238E27FC236}">
                    <a16:creationId xmlns:a16="http://schemas.microsoft.com/office/drawing/2014/main" id="{8C2D0EB2-3E5A-8D9A-1D8E-F974E4E6517C}"/>
                  </a:ext>
                </a:extLst>
              </p:cNvPr>
              <p:cNvSpPr/>
              <p:nvPr/>
            </p:nvSpPr>
            <p:spPr>
              <a:xfrm>
                <a:off x="56986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4" name="Freeform 47043">
                <a:extLst>
                  <a:ext uri="{FF2B5EF4-FFF2-40B4-BE49-F238E27FC236}">
                    <a16:creationId xmlns:a16="http://schemas.microsoft.com/office/drawing/2014/main" id="{71691280-FE91-1718-F97D-249A163A545A}"/>
                  </a:ext>
                </a:extLst>
              </p:cNvPr>
              <p:cNvSpPr/>
              <p:nvPr/>
            </p:nvSpPr>
            <p:spPr>
              <a:xfrm>
                <a:off x="56992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5" name="Freeform 47044">
                <a:extLst>
                  <a:ext uri="{FF2B5EF4-FFF2-40B4-BE49-F238E27FC236}">
                    <a16:creationId xmlns:a16="http://schemas.microsoft.com/office/drawing/2014/main" id="{BBA59A69-4993-1D9D-F22A-C59F7596AA08}"/>
                  </a:ext>
                </a:extLst>
              </p:cNvPr>
              <p:cNvSpPr/>
              <p:nvPr/>
            </p:nvSpPr>
            <p:spPr>
              <a:xfrm>
                <a:off x="569977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6" name="Freeform 47045">
                <a:extLst>
                  <a:ext uri="{FF2B5EF4-FFF2-40B4-BE49-F238E27FC236}">
                    <a16:creationId xmlns:a16="http://schemas.microsoft.com/office/drawing/2014/main" id="{EB23CD33-B408-2089-91D4-BCD098B1AA01}"/>
                  </a:ext>
                </a:extLst>
              </p:cNvPr>
              <p:cNvSpPr/>
              <p:nvPr/>
            </p:nvSpPr>
            <p:spPr>
              <a:xfrm>
                <a:off x="570026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7" name="Freeform 47046">
                <a:extLst>
                  <a:ext uri="{FF2B5EF4-FFF2-40B4-BE49-F238E27FC236}">
                    <a16:creationId xmlns:a16="http://schemas.microsoft.com/office/drawing/2014/main" id="{12B80AB8-2119-096A-91DB-A1630D274780}"/>
                  </a:ext>
                </a:extLst>
              </p:cNvPr>
              <p:cNvSpPr/>
              <p:nvPr/>
            </p:nvSpPr>
            <p:spPr>
              <a:xfrm>
                <a:off x="57008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8" name="Freeform 47047">
                <a:extLst>
                  <a:ext uri="{FF2B5EF4-FFF2-40B4-BE49-F238E27FC236}">
                    <a16:creationId xmlns:a16="http://schemas.microsoft.com/office/drawing/2014/main" id="{49B93A6D-BE04-23D4-2F2E-752807918438}"/>
                  </a:ext>
                </a:extLst>
              </p:cNvPr>
              <p:cNvSpPr/>
              <p:nvPr/>
            </p:nvSpPr>
            <p:spPr>
              <a:xfrm>
                <a:off x="57013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49" name="Freeform 47048">
                <a:extLst>
                  <a:ext uri="{FF2B5EF4-FFF2-40B4-BE49-F238E27FC236}">
                    <a16:creationId xmlns:a16="http://schemas.microsoft.com/office/drawing/2014/main" id="{CF93481C-9C01-D54B-EACC-1AA5855442A9}"/>
                  </a:ext>
                </a:extLst>
              </p:cNvPr>
              <p:cNvSpPr/>
              <p:nvPr/>
            </p:nvSpPr>
            <p:spPr>
              <a:xfrm>
                <a:off x="57018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0" name="Freeform 47049">
                <a:extLst>
                  <a:ext uri="{FF2B5EF4-FFF2-40B4-BE49-F238E27FC236}">
                    <a16:creationId xmlns:a16="http://schemas.microsoft.com/office/drawing/2014/main" id="{5DC6855E-C23A-27A6-49E8-2070B23DC05A}"/>
                  </a:ext>
                </a:extLst>
              </p:cNvPr>
              <p:cNvSpPr/>
              <p:nvPr/>
            </p:nvSpPr>
            <p:spPr>
              <a:xfrm>
                <a:off x="57024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1" name="Freeform 47050">
                <a:extLst>
                  <a:ext uri="{FF2B5EF4-FFF2-40B4-BE49-F238E27FC236}">
                    <a16:creationId xmlns:a16="http://schemas.microsoft.com/office/drawing/2014/main" id="{9915F34F-D09F-2E33-3E47-9021E5ADDA03}"/>
                  </a:ext>
                </a:extLst>
              </p:cNvPr>
              <p:cNvSpPr/>
              <p:nvPr/>
            </p:nvSpPr>
            <p:spPr>
              <a:xfrm>
                <a:off x="57029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2" name="Freeform 47051">
                <a:extLst>
                  <a:ext uri="{FF2B5EF4-FFF2-40B4-BE49-F238E27FC236}">
                    <a16:creationId xmlns:a16="http://schemas.microsoft.com/office/drawing/2014/main" id="{351E0C76-6800-7666-6114-3C03D750298D}"/>
                  </a:ext>
                </a:extLst>
              </p:cNvPr>
              <p:cNvSpPr/>
              <p:nvPr/>
            </p:nvSpPr>
            <p:spPr>
              <a:xfrm>
                <a:off x="57034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3" name="Freeform 47052">
                <a:extLst>
                  <a:ext uri="{FF2B5EF4-FFF2-40B4-BE49-F238E27FC236}">
                    <a16:creationId xmlns:a16="http://schemas.microsoft.com/office/drawing/2014/main" id="{B48E167E-159F-D8FD-BE40-D85DAC9FFE76}"/>
                  </a:ext>
                </a:extLst>
              </p:cNvPr>
              <p:cNvSpPr/>
              <p:nvPr/>
            </p:nvSpPr>
            <p:spPr>
              <a:xfrm>
                <a:off x="57040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4" name="Freeform 47053">
                <a:extLst>
                  <a:ext uri="{FF2B5EF4-FFF2-40B4-BE49-F238E27FC236}">
                    <a16:creationId xmlns:a16="http://schemas.microsoft.com/office/drawing/2014/main" id="{B09BAF81-2CE0-BC54-15E1-C311268E0AD9}"/>
                  </a:ext>
                </a:extLst>
              </p:cNvPr>
              <p:cNvSpPr/>
              <p:nvPr/>
            </p:nvSpPr>
            <p:spPr>
              <a:xfrm>
                <a:off x="570453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5" name="Freeform 47054">
                <a:extLst>
                  <a:ext uri="{FF2B5EF4-FFF2-40B4-BE49-F238E27FC236}">
                    <a16:creationId xmlns:a16="http://schemas.microsoft.com/office/drawing/2014/main" id="{0F9F7855-DDAE-8FD0-E65A-CFD77DEAF5CF}"/>
                  </a:ext>
                </a:extLst>
              </p:cNvPr>
              <p:cNvSpPr/>
              <p:nvPr/>
            </p:nvSpPr>
            <p:spPr>
              <a:xfrm>
                <a:off x="5705030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6" name="Freeform 47055">
                <a:extLst>
                  <a:ext uri="{FF2B5EF4-FFF2-40B4-BE49-F238E27FC236}">
                    <a16:creationId xmlns:a16="http://schemas.microsoft.com/office/drawing/2014/main" id="{9E78BCAA-F0BF-1D10-F3F6-CBCEB5AB8410}"/>
                  </a:ext>
                </a:extLst>
              </p:cNvPr>
              <p:cNvSpPr/>
              <p:nvPr/>
            </p:nvSpPr>
            <p:spPr>
              <a:xfrm>
                <a:off x="5705626" y="5801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7" name="Freeform 47056">
                <a:extLst>
                  <a:ext uri="{FF2B5EF4-FFF2-40B4-BE49-F238E27FC236}">
                    <a16:creationId xmlns:a16="http://schemas.microsoft.com/office/drawing/2014/main" id="{7C96336A-A50B-8F4B-FB92-83E8F8435DB8}"/>
                  </a:ext>
                </a:extLst>
              </p:cNvPr>
              <p:cNvSpPr/>
              <p:nvPr/>
            </p:nvSpPr>
            <p:spPr>
              <a:xfrm>
                <a:off x="5706122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8" name="Freeform 47057">
                <a:extLst>
                  <a:ext uri="{FF2B5EF4-FFF2-40B4-BE49-F238E27FC236}">
                    <a16:creationId xmlns:a16="http://schemas.microsoft.com/office/drawing/2014/main" id="{89CEF8C2-AAA6-D333-5C50-2B0E2B89A0F0}"/>
                  </a:ext>
                </a:extLst>
              </p:cNvPr>
              <p:cNvSpPr/>
              <p:nvPr/>
            </p:nvSpPr>
            <p:spPr>
              <a:xfrm>
                <a:off x="5706618" y="5807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59" name="Freeform 47058">
                <a:extLst>
                  <a:ext uri="{FF2B5EF4-FFF2-40B4-BE49-F238E27FC236}">
                    <a16:creationId xmlns:a16="http://schemas.microsoft.com/office/drawing/2014/main" id="{F6683876-F862-92A2-5EBC-768E72BC6F13}"/>
                  </a:ext>
                </a:extLst>
              </p:cNvPr>
              <p:cNvSpPr/>
              <p:nvPr/>
            </p:nvSpPr>
            <p:spPr>
              <a:xfrm>
                <a:off x="5707213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0" name="Freeform 47059">
                <a:extLst>
                  <a:ext uri="{FF2B5EF4-FFF2-40B4-BE49-F238E27FC236}">
                    <a16:creationId xmlns:a16="http://schemas.microsoft.com/office/drawing/2014/main" id="{F7FDF8D2-B991-9F89-F9DC-DDA611B5184F}"/>
                  </a:ext>
                </a:extLst>
              </p:cNvPr>
              <p:cNvSpPr/>
              <p:nvPr/>
            </p:nvSpPr>
            <p:spPr>
              <a:xfrm>
                <a:off x="5707709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1" name="Freeform 47060">
                <a:extLst>
                  <a:ext uri="{FF2B5EF4-FFF2-40B4-BE49-F238E27FC236}">
                    <a16:creationId xmlns:a16="http://schemas.microsoft.com/office/drawing/2014/main" id="{5955319A-5C28-BA46-9A8D-2834B2D2756C}"/>
                  </a:ext>
                </a:extLst>
              </p:cNvPr>
              <p:cNvSpPr/>
              <p:nvPr/>
            </p:nvSpPr>
            <p:spPr>
              <a:xfrm>
                <a:off x="5708205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2" name="Freeform 47061">
                <a:extLst>
                  <a:ext uri="{FF2B5EF4-FFF2-40B4-BE49-F238E27FC236}">
                    <a16:creationId xmlns:a16="http://schemas.microsoft.com/office/drawing/2014/main" id="{D70C93FE-C1C8-1BC1-755A-794ABD9B9730}"/>
                  </a:ext>
                </a:extLst>
              </p:cNvPr>
              <p:cNvSpPr/>
              <p:nvPr/>
            </p:nvSpPr>
            <p:spPr>
              <a:xfrm>
                <a:off x="5708702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3" name="Freeform 47062">
                <a:extLst>
                  <a:ext uri="{FF2B5EF4-FFF2-40B4-BE49-F238E27FC236}">
                    <a16:creationId xmlns:a16="http://schemas.microsoft.com/office/drawing/2014/main" id="{333495AC-FA89-BFCB-6F49-9A64FCAB869E}"/>
                  </a:ext>
                </a:extLst>
              </p:cNvPr>
              <p:cNvSpPr/>
              <p:nvPr/>
            </p:nvSpPr>
            <p:spPr>
              <a:xfrm>
                <a:off x="5709297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4" name="Freeform 47063">
                <a:extLst>
                  <a:ext uri="{FF2B5EF4-FFF2-40B4-BE49-F238E27FC236}">
                    <a16:creationId xmlns:a16="http://schemas.microsoft.com/office/drawing/2014/main" id="{2DBEA560-3771-A972-1272-BA882F990698}"/>
                  </a:ext>
                </a:extLst>
              </p:cNvPr>
              <p:cNvSpPr/>
              <p:nvPr/>
            </p:nvSpPr>
            <p:spPr>
              <a:xfrm>
                <a:off x="5709793" y="6047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5" name="Freeform 47064">
                <a:extLst>
                  <a:ext uri="{FF2B5EF4-FFF2-40B4-BE49-F238E27FC236}">
                    <a16:creationId xmlns:a16="http://schemas.microsoft.com/office/drawing/2014/main" id="{DBCD3D2C-BA42-A67D-7931-FF66055E8628}"/>
                  </a:ext>
                </a:extLst>
              </p:cNvPr>
              <p:cNvSpPr/>
              <p:nvPr/>
            </p:nvSpPr>
            <p:spPr>
              <a:xfrm>
                <a:off x="5710289" y="603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6" name="Freeform 47065">
                <a:extLst>
                  <a:ext uri="{FF2B5EF4-FFF2-40B4-BE49-F238E27FC236}">
                    <a16:creationId xmlns:a16="http://schemas.microsoft.com/office/drawing/2014/main" id="{A4A05D41-E6EC-EFAD-488B-2E9D76EB4E94}"/>
                  </a:ext>
                </a:extLst>
              </p:cNvPr>
              <p:cNvSpPr/>
              <p:nvPr/>
            </p:nvSpPr>
            <p:spPr>
              <a:xfrm>
                <a:off x="5710884" y="6040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7" name="Freeform 47066">
                <a:extLst>
                  <a:ext uri="{FF2B5EF4-FFF2-40B4-BE49-F238E27FC236}">
                    <a16:creationId xmlns:a16="http://schemas.microsoft.com/office/drawing/2014/main" id="{B3B4C93F-C934-117B-6EFF-C1E30B06B89D}"/>
                  </a:ext>
                </a:extLst>
              </p:cNvPr>
              <p:cNvSpPr/>
              <p:nvPr/>
            </p:nvSpPr>
            <p:spPr>
              <a:xfrm>
                <a:off x="57113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8" name="Freeform 47067">
                <a:extLst>
                  <a:ext uri="{FF2B5EF4-FFF2-40B4-BE49-F238E27FC236}">
                    <a16:creationId xmlns:a16="http://schemas.microsoft.com/office/drawing/2014/main" id="{973A61E9-1745-D003-211C-45AEF93B7462}"/>
                  </a:ext>
                </a:extLst>
              </p:cNvPr>
              <p:cNvSpPr/>
              <p:nvPr/>
            </p:nvSpPr>
            <p:spPr>
              <a:xfrm>
                <a:off x="57118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69" name="Freeform 47068">
                <a:extLst>
                  <a:ext uri="{FF2B5EF4-FFF2-40B4-BE49-F238E27FC236}">
                    <a16:creationId xmlns:a16="http://schemas.microsoft.com/office/drawing/2014/main" id="{0487C0FD-6251-62E6-829E-A7350AFCF772}"/>
                  </a:ext>
                </a:extLst>
              </p:cNvPr>
              <p:cNvSpPr/>
              <p:nvPr/>
            </p:nvSpPr>
            <p:spPr>
              <a:xfrm>
                <a:off x="571247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0" name="Freeform 47069">
                <a:extLst>
                  <a:ext uri="{FF2B5EF4-FFF2-40B4-BE49-F238E27FC236}">
                    <a16:creationId xmlns:a16="http://schemas.microsoft.com/office/drawing/2014/main" id="{4BA94422-2FDF-55A8-7C34-B6E6AEA1FEE3}"/>
                  </a:ext>
                </a:extLst>
              </p:cNvPr>
              <p:cNvSpPr/>
              <p:nvPr/>
            </p:nvSpPr>
            <p:spPr>
              <a:xfrm>
                <a:off x="571296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1" name="Freeform 47070">
                <a:extLst>
                  <a:ext uri="{FF2B5EF4-FFF2-40B4-BE49-F238E27FC236}">
                    <a16:creationId xmlns:a16="http://schemas.microsoft.com/office/drawing/2014/main" id="{1D63120A-7489-351B-2975-3EE7B04E3CAC}"/>
                  </a:ext>
                </a:extLst>
              </p:cNvPr>
              <p:cNvSpPr/>
              <p:nvPr/>
            </p:nvSpPr>
            <p:spPr>
              <a:xfrm>
                <a:off x="57134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2" name="Freeform 47071">
                <a:extLst>
                  <a:ext uri="{FF2B5EF4-FFF2-40B4-BE49-F238E27FC236}">
                    <a16:creationId xmlns:a16="http://schemas.microsoft.com/office/drawing/2014/main" id="{487B5D40-6959-A5B6-6A42-7D2108D09712}"/>
                  </a:ext>
                </a:extLst>
              </p:cNvPr>
              <p:cNvSpPr/>
              <p:nvPr/>
            </p:nvSpPr>
            <p:spPr>
              <a:xfrm>
                <a:off x="57140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3" name="Freeform 47072">
                <a:extLst>
                  <a:ext uri="{FF2B5EF4-FFF2-40B4-BE49-F238E27FC236}">
                    <a16:creationId xmlns:a16="http://schemas.microsoft.com/office/drawing/2014/main" id="{C1D63480-E0B8-0960-2832-BADE4018BC7C}"/>
                  </a:ext>
                </a:extLst>
              </p:cNvPr>
              <p:cNvSpPr/>
              <p:nvPr/>
            </p:nvSpPr>
            <p:spPr>
              <a:xfrm>
                <a:off x="57145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4" name="Freeform 47073">
                <a:extLst>
                  <a:ext uri="{FF2B5EF4-FFF2-40B4-BE49-F238E27FC236}">
                    <a16:creationId xmlns:a16="http://schemas.microsoft.com/office/drawing/2014/main" id="{4638B597-8FE4-9142-3B42-9F9762130498}"/>
                  </a:ext>
                </a:extLst>
              </p:cNvPr>
              <p:cNvSpPr/>
              <p:nvPr/>
            </p:nvSpPr>
            <p:spPr>
              <a:xfrm>
                <a:off x="57150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5" name="Freeform 47074">
                <a:extLst>
                  <a:ext uri="{FF2B5EF4-FFF2-40B4-BE49-F238E27FC236}">
                    <a16:creationId xmlns:a16="http://schemas.microsoft.com/office/drawing/2014/main" id="{310BBDF0-510C-D4CB-EF58-7B0FA77CC883}"/>
                  </a:ext>
                </a:extLst>
              </p:cNvPr>
              <p:cNvSpPr/>
              <p:nvPr/>
            </p:nvSpPr>
            <p:spPr>
              <a:xfrm>
                <a:off x="57156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6" name="Freeform 47075">
                <a:extLst>
                  <a:ext uri="{FF2B5EF4-FFF2-40B4-BE49-F238E27FC236}">
                    <a16:creationId xmlns:a16="http://schemas.microsoft.com/office/drawing/2014/main" id="{AB78591E-04EF-2E44-5DF6-75791FDCC7F3}"/>
                  </a:ext>
                </a:extLst>
              </p:cNvPr>
              <p:cNvSpPr/>
              <p:nvPr/>
            </p:nvSpPr>
            <p:spPr>
              <a:xfrm>
                <a:off x="57161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7" name="Freeform 47076">
                <a:extLst>
                  <a:ext uri="{FF2B5EF4-FFF2-40B4-BE49-F238E27FC236}">
                    <a16:creationId xmlns:a16="http://schemas.microsoft.com/office/drawing/2014/main" id="{1C4EF506-0AC1-763C-7425-2DCBE34679D7}"/>
                  </a:ext>
                </a:extLst>
              </p:cNvPr>
              <p:cNvSpPr/>
              <p:nvPr/>
            </p:nvSpPr>
            <p:spPr>
              <a:xfrm>
                <a:off x="571663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8" name="Freeform 47077">
                <a:extLst>
                  <a:ext uri="{FF2B5EF4-FFF2-40B4-BE49-F238E27FC236}">
                    <a16:creationId xmlns:a16="http://schemas.microsoft.com/office/drawing/2014/main" id="{959A5A6C-E127-0D05-115F-3DF2E0005CA0}"/>
                  </a:ext>
                </a:extLst>
              </p:cNvPr>
              <p:cNvSpPr/>
              <p:nvPr/>
            </p:nvSpPr>
            <p:spPr>
              <a:xfrm>
                <a:off x="57172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79" name="Freeform 47078">
                <a:extLst>
                  <a:ext uri="{FF2B5EF4-FFF2-40B4-BE49-F238E27FC236}">
                    <a16:creationId xmlns:a16="http://schemas.microsoft.com/office/drawing/2014/main" id="{352E8B02-7104-AD94-83DF-CA5C6709B39B}"/>
                  </a:ext>
                </a:extLst>
              </p:cNvPr>
              <p:cNvSpPr/>
              <p:nvPr/>
            </p:nvSpPr>
            <p:spPr>
              <a:xfrm>
                <a:off x="5717730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0" name="Freeform 47079">
                <a:extLst>
                  <a:ext uri="{FF2B5EF4-FFF2-40B4-BE49-F238E27FC236}">
                    <a16:creationId xmlns:a16="http://schemas.microsoft.com/office/drawing/2014/main" id="{70AD7970-8374-8953-13B6-79A4E8BCA2A7}"/>
                  </a:ext>
                </a:extLst>
              </p:cNvPr>
              <p:cNvSpPr/>
              <p:nvPr/>
            </p:nvSpPr>
            <p:spPr>
              <a:xfrm>
                <a:off x="5718227" y="5825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1" name="Freeform 47080">
                <a:extLst>
                  <a:ext uri="{FF2B5EF4-FFF2-40B4-BE49-F238E27FC236}">
                    <a16:creationId xmlns:a16="http://schemas.microsoft.com/office/drawing/2014/main" id="{BE09069D-E365-D707-475A-051237E4D90E}"/>
                  </a:ext>
                </a:extLst>
              </p:cNvPr>
              <p:cNvSpPr/>
              <p:nvPr/>
            </p:nvSpPr>
            <p:spPr>
              <a:xfrm>
                <a:off x="5718822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2" name="Freeform 47081">
                <a:extLst>
                  <a:ext uri="{FF2B5EF4-FFF2-40B4-BE49-F238E27FC236}">
                    <a16:creationId xmlns:a16="http://schemas.microsoft.com/office/drawing/2014/main" id="{08644B8F-5390-51D3-35D1-A2AF889A3570}"/>
                  </a:ext>
                </a:extLst>
              </p:cNvPr>
              <p:cNvSpPr/>
              <p:nvPr/>
            </p:nvSpPr>
            <p:spPr>
              <a:xfrm>
                <a:off x="5719318" y="5832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3" name="Freeform 47082">
                <a:extLst>
                  <a:ext uri="{FF2B5EF4-FFF2-40B4-BE49-F238E27FC236}">
                    <a16:creationId xmlns:a16="http://schemas.microsoft.com/office/drawing/2014/main" id="{285E2542-A7EC-94EA-446B-714227D36CDF}"/>
                  </a:ext>
                </a:extLst>
              </p:cNvPr>
              <p:cNvSpPr/>
              <p:nvPr/>
            </p:nvSpPr>
            <p:spPr>
              <a:xfrm>
                <a:off x="5719814" y="593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4" name="Freeform 47083">
                <a:extLst>
                  <a:ext uri="{FF2B5EF4-FFF2-40B4-BE49-F238E27FC236}">
                    <a16:creationId xmlns:a16="http://schemas.microsoft.com/office/drawing/2014/main" id="{6C780C87-03C8-7402-9D37-D2B96E08F9E5}"/>
                  </a:ext>
                </a:extLst>
              </p:cNvPr>
              <p:cNvSpPr/>
              <p:nvPr/>
            </p:nvSpPr>
            <p:spPr>
              <a:xfrm>
                <a:off x="5720310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5" name="Freeform 47084">
                <a:extLst>
                  <a:ext uri="{FF2B5EF4-FFF2-40B4-BE49-F238E27FC236}">
                    <a16:creationId xmlns:a16="http://schemas.microsoft.com/office/drawing/2014/main" id="{96C88CCA-7E3A-0E38-83EC-7C55C33EF514}"/>
                  </a:ext>
                </a:extLst>
              </p:cNvPr>
              <p:cNvSpPr/>
              <p:nvPr/>
            </p:nvSpPr>
            <p:spPr>
              <a:xfrm>
                <a:off x="5720905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6" name="Freeform 47085">
                <a:extLst>
                  <a:ext uri="{FF2B5EF4-FFF2-40B4-BE49-F238E27FC236}">
                    <a16:creationId xmlns:a16="http://schemas.microsoft.com/office/drawing/2014/main" id="{089F0177-BADA-F9FD-D3B0-B4138EE7E2DF}"/>
                  </a:ext>
                </a:extLst>
              </p:cNvPr>
              <p:cNvSpPr/>
              <p:nvPr/>
            </p:nvSpPr>
            <p:spPr>
              <a:xfrm>
                <a:off x="5721402" y="6035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7" name="Freeform 47086">
                <a:extLst>
                  <a:ext uri="{FF2B5EF4-FFF2-40B4-BE49-F238E27FC236}">
                    <a16:creationId xmlns:a16="http://schemas.microsoft.com/office/drawing/2014/main" id="{7BCB5514-C269-FB81-080C-D5CB6392A6E8}"/>
                  </a:ext>
                </a:extLst>
              </p:cNvPr>
              <p:cNvSpPr/>
              <p:nvPr/>
            </p:nvSpPr>
            <p:spPr>
              <a:xfrm>
                <a:off x="5721898" y="6040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8" name="Freeform 47087">
                <a:extLst>
                  <a:ext uri="{FF2B5EF4-FFF2-40B4-BE49-F238E27FC236}">
                    <a16:creationId xmlns:a16="http://schemas.microsoft.com/office/drawing/2014/main" id="{FE1F2BD5-53A2-B66E-9A94-8E185733A377}"/>
                  </a:ext>
                </a:extLst>
              </p:cNvPr>
              <p:cNvSpPr/>
              <p:nvPr/>
            </p:nvSpPr>
            <p:spPr>
              <a:xfrm>
                <a:off x="5722493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89" name="Freeform 47088">
                <a:extLst>
                  <a:ext uri="{FF2B5EF4-FFF2-40B4-BE49-F238E27FC236}">
                    <a16:creationId xmlns:a16="http://schemas.microsoft.com/office/drawing/2014/main" id="{6C0D4B01-DBFC-C449-F7B0-18B1822ACEAB}"/>
                  </a:ext>
                </a:extLst>
              </p:cNvPr>
              <p:cNvSpPr/>
              <p:nvPr/>
            </p:nvSpPr>
            <p:spPr>
              <a:xfrm>
                <a:off x="5722989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0" name="Freeform 47089">
                <a:extLst>
                  <a:ext uri="{FF2B5EF4-FFF2-40B4-BE49-F238E27FC236}">
                    <a16:creationId xmlns:a16="http://schemas.microsoft.com/office/drawing/2014/main" id="{765BC1E6-09BF-7506-1A57-5A95F589D8A2}"/>
                  </a:ext>
                </a:extLst>
              </p:cNvPr>
              <p:cNvSpPr/>
              <p:nvPr/>
            </p:nvSpPr>
            <p:spPr>
              <a:xfrm>
                <a:off x="5723485" y="6016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1" name="Freeform 47090">
                <a:extLst>
                  <a:ext uri="{FF2B5EF4-FFF2-40B4-BE49-F238E27FC236}">
                    <a16:creationId xmlns:a16="http://schemas.microsoft.com/office/drawing/2014/main" id="{FA514B6D-3480-8B09-972D-7378970EF443}"/>
                  </a:ext>
                </a:extLst>
              </p:cNvPr>
              <p:cNvSpPr/>
              <p:nvPr/>
            </p:nvSpPr>
            <p:spPr>
              <a:xfrm>
                <a:off x="5724080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2" name="Freeform 47091">
                <a:extLst>
                  <a:ext uri="{FF2B5EF4-FFF2-40B4-BE49-F238E27FC236}">
                    <a16:creationId xmlns:a16="http://schemas.microsoft.com/office/drawing/2014/main" id="{8BA0D3C4-1D42-CDFC-A4F8-3463FC41010E}"/>
                  </a:ext>
                </a:extLst>
              </p:cNvPr>
              <p:cNvSpPr/>
              <p:nvPr/>
            </p:nvSpPr>
            <p:spPr>
              <a:xfrm>
                <a:off x="5724577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3" name="Freeform 47092">
                <a:extLst>
                  <a:ext uri="{FF2B5EF4-FFF2-40B4-BE49-F238E27FC236}">
                    <a16:creationId xmlns:a16="http://schemas.microsoft.com/office/drawing/2014/main" id="{237DCDE0-3BCE-D916-2D01-CF2F8BAD5A0A}"/>
                  </a:ext>
                </a:extLst>
              </p:cNvPr>
              <p:cNvSpPr/>
              <p:nvPr/>
            </p:nvSpPr>
            <p:spPr>
              <a:xfrm>
                <a:off x="5725073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4" name="Freeform 47093">
                <a:extLst>
                  <a:ext uri="{FF2B5EF4-FFF2-40B4-BE49-F238E27FC236}">
                    <a16:creationId xmlns:a16="http://schemas.microsoft.com/office/drawing/2014/main" id="{ACA9370A-AFD1-A0DF-E5F8-BE8D115C8A86}"/>
                  </a:ext>
                </a:extLst>
              </p:cNvPr>
              <p:cNvSpPr/>
              <p:nvPr/>
            </p:nvSpPr>
            <p:spPr>
              <a:xfrm>
                <a:off x="572566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5" name="Freeform 47094">
                <a:extLst>
                  <a:ext uri="{FF2B5EF4-FFF2-40B4-BE49-F238E27FC236}">
                    <a16:creationId xmlns:a16="http://schemas.microsoft.com/office/drawing/2014/main" id="{75592682-CE05-67C4-7F7E-FA9E0FE618A1}"/>
                  </a:ext>
                </a:extLst>
              </p:cNvPr>
              <p:cNvSpPr/>
              <p:nvPr/>
            </p:nvSpPr>
            <p:spPr>
              <a:xfrm>
                <a:off x="572616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6" name="Freeform 47095">
                <a:extLst>
                  <a:ext uri="{FF2B5EF4-FFF2-40B4-BE49-F238E27FC236}">
                    <a16:creationId xmlns:a16="http://schemas.microsoft.com/office/drawing/2014/main" id="{DC72AC7B-1D1F-E7DD-CE36-9B5B0D13E882}"/>
                  </a:ext>
                </a:extLst>
              </p:cNvPr>
              <p:cNvSpPr/>
              <p:nvPr/>
            </p:nvSpPr>
            <p:spPr>
              <a:xfrm>
                <a:off x="572666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7" name="Freeform 47096">
                <a:extLst>
                  <a:ext uri="{FF2B5EF4-FFF2-40B4-BE49-F238E27FC236}">
                    <a16:creationId xmlns:a16="http://schemas.microsoft.com/office/drawing/2014/main" id="{C2D7FFFC-6BA3-F9FF-946A-A0E7EC9FA633}"/>
                  </a:ext>
                </a:extLst>
              </p:cNvPr>
              <p:cNvSpPr/>
              <p:nvPr/>
            </p:nvSpPr>
            <p:spPr>
              <a:xfrm>
                <a:off x="57272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8" name="Freeform 47097">
                <a:extLst>
                  <a:ext uri="{FF2B5EF4-FFF2-40B4-BE49-F238E27FC236}">
                    <a16:creationId xmlns:a16="http://schemas.microsoft.com/office/drawing/2014/main" id="{8FEFBCB9-034E-5A39-259C-585B4F022270}"/>
                  </a:ext>
                </a:extLst>
              </p:cNvPr>
              <p:cNvSpPr/>
              <p:nvPr/>
            </p:nvSpPr>
            <p:spPr>
              <a:xfrm>
                <a:off x="57277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99" name="Freeform 47098">
                <a:extLst>
                  <a:ext uri="{FF2B5EF4-FFF2-40B4-BE49-F238E27FC236}">
                    <a16:creationId xmlns:a16="http://schemas.microsoft.com/office/drawing/2014/main" id="{DE34D3CB-8D86-64FA-99AB-C2776709FA6A}"/>
                  </a:ext>
                </a:extLst>
              </p:cNvPr>
              <p:cNvSpPr/>
              <p:nvPr/>
            </p:nvSpPr>
            <p:spPr>
              <a:xfrm>
                <a:off x="57282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0" name="Freeform 47099">
                <a:extLst>
                  <a:ext uri="{FF2B5EF4-FFF2-40B4-BE49-F238E27FC236}">
                    <a16:creationId xmlns:a16="http://schemas.microsoft.com/office/drawing/2014/main" id="{1449EC84-4294-8FA9-F70A-77BDAB71BC9F}"/>
                  </a:ext>
                </a:extLst>
              </p:cNvPr>
              <p:cNvSpPr/>
              <p:nvPr/>
            </p:nvSpPr>
            <p:spPr>
              <a:xfrm>
                <a:off x="572884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1" name="Freeform 47100">
                <a:extLst>
                  <a:ext uri="{FF2B5EF4-FFF2-40B4-BE49-F238E27FC236}">
                    <a16:creationId xmlns:a16="http://schemas.microsoft.com/office/drawing/2014/main" id="{1D6F7C7F-4AC7-CAFE-4BCC-202F9B5B227C}"/>
                  </a:ext>
                </a:extLst>
              </p:cNvPr>
              <p:cNvSpPr/>
              <p:nvPr/>
            </p:nvSpPr>
            <p:spPr>
              <a:xfrm>
                <a:off x="572933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2" name="Freeform 47101">
                <a:extLst>
                  <a:ext uri="{FF2B5EF4-FFF2-40B4-BE49-F238E27FC236}">
                    <a16:creationId xmlns:a16="http://schemas.microsoft.com/office/drawing/2014/main" id="{6F186133-E632-A5F3-F57C-60C5C30C88B9}"/>
                  </a:ext>
                </a:extLst>
              </p:cNvPr>
              <p:cNvSpPr/>
              <p:nvPr/>
            </p:nvSpPr>
            <p:spPr>
              <a:xfrm>
                <a:off x="572983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3" name="Freeform 47102">
                <a:extLst>
                  <a:ext uri="{FF2B5EF4-FFF2-40B4-BE49-F238E27FC236}">
                    <a16:creationId xmlns:a16="http://schemas.microsoft.com/office/drawing/2014/main" id="{AE5703DD-55FB-8E91-86DF-0E21F2E8D863}"/>
                  </a:ext>
                </a:extLst>
              </p:cNvPr>
              <p:cNvSpPr/>
              <p:nvPr/>
            </p:nvSpPr>
            <p:spPr>
              <a:xfrm>
                <a:off x="5730430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4" name="Freeform 47103">
                <a:extLst>
                  <a:ext uri="{FF2B5EF4-FFF2-40B4-BE49-F238E27FC236}">
                    <a16:creationId xmlns:a16="http://schemas.microsoft.com/office/drawing/2014/main" id="{78C2754B-425E-9582-8402-D252BD9972CB}"/>
                  </a:ext>
                </a:extLst>
              </p:cNvPr>
              <p:cNvSpPr/>
              <p:nvPr/>
            </p:nvSpPr>
            <p:spPr>
              <a:xfrm>
                <a:off x="5730927" y="5814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5" name="Freeform 47104">
                <a:extLst>
                  <a:ext uri="{FF2B5EF4-FFF2-40B4-BE49-F238E27FC236}">
                    <a16:creationId xmlns:a16="http://schemas.microsoft.com/office/drawing/2014/main" id="{13F521BA-9D54-9F01-9703-533E3F9DF066}"/>
                  </a:ext>
                </a:extLst>
              </p:cNvPr>
              <p:cNvSpPr/>
              <p:nvPr/>
            </p:nvSpPr>
            <p:spPr>
              <a:xfrm>
                <a:off x="5731423" y="5814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6" name="Freeform 47105">
                <a:extLst>
                  <a:ext uri="{FF2B5EF4-FFF2-40B4-BE49-F238E27FC236}">
                    <a16:creationId xmlns:a16="http://schemas.microsoft.com/office/drawing/2014/main" id="{84B48D4D-F2D6-FF80-0EE3-8C2A7773D55A}"/>
                  </a:ext>
                </a:extLst>
              </p:cNvPr>
              <p:cNvSpPr/>
              <p:nvPr/>
            </p:nvSpPr>
            <p:spPr>
              <a:xfrm>
                <a:off x="5732018" y="581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7" name="Freeform 47106">
                <a:extLst>
                  <a:ext uri="{FF2B5EF4-FFF2-40B4-BE49-F238E27FC236}">
                    <a16:creationId xmlns:a16="http://schemas.microsoft.com/office/drawing/2014/main" id="{F30A6874-65CA-452D-0AEF-3D2F8CCDD77C}"/>
                  </a:ext>
                </a:extLst>
              </p:cNvPr>
              <p:cNvSpPr/>
              <p:nvPr/>
            </p:nvSpPr>
            <p:spPr>
              <a:xfrm>
                <a:off x="5732514" y="5896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8" name="Freeform 47107">
                <a:extLst>
                  <a:ext uri="{FF2B5EF4-FFF2-40B4-BE49-F238E27FC236}">
                    <a16:creationId xmlns:a16="http://schemas.microsoft.com/office/drawing/2014/main" id="{4B3191D7-F9A4-8D5A-98E4-0BCD91F9B3D1}"/>
                  </a:ext>
                </a:extLst>
              </p:cNvPr>
              <p:cNvSpPr/>
              <p:nvPr/>
            </p:nvSpPr>
            <p:spPr>
              <a:xfrm>
                <a:off x="5733010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09" name="Freeform 47108">
                <a:extLst>
                  <a:ext uri="{FF2B5EF4-FFF2-40B4-BE49-F238E27FC236}">
                    <a16:creationId xmlns:a16="http://schemas.microsoft.com/office/drawing/2014/main" id="{D349BBB1-C639-A683-244F-C6FBEEADFBFE}"/>
                  </a:ext>
                </a:extLst>
              </p:cNvPr>
              <p:cNvSpPr/>
              <p:nvPr/>
            </p:nvSpPr>
            <p:spPr>
              <a:xfrm>
                <a:off x="5733506" y="5975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0" name="Freeform 47109">
                <a:extLst>
                  <a:ext uri="{FF2B5EF4-FFF2-40B4-BE49-F238E27FC236}">
                    <a16:creationId xmlns:a16="http://schemas.microsoft.com/office/drawing/2014/main" id="{7FCA4825-CD05-0D42-CBA6-F9CA5C2DDA1F}"/>
                  </a:ext>
                </a:extLst>
              </p:cNvPr>
              <p:cNvSpPr/>
              <p:nvPr/>
            </p:nvSpPr>
            <p:spPr>
              <a:xfrm>
                <a:off x="5734102" y="602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1" name="Freeform 47110">
                <a:extLst>
                  <a:ext uri="{FF2B5EF4-FFF2-40B4-BE49-F238E27FC236}">
                    <a16:creationId xmlns:a16="http://schemas.microsoft.com/office/drawing/2014/main" id="{1E85A1D4-271B-ADED-CC02-C9C44CCCF6E7}"/>
                  </a:ext>
                </a:extLst>
              </p:cNvPr>
              <p:cNvSpPr/>
              <p:nvPr/>
            </p:nvSpPr>
            <p:spPr>
              <a:xfrm>
                <a:off x="5734598" y="6039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2" name="Freeform 47111">
                <a:extLst>
                  <a:ext uri="{FF2B5EF4-FFF2-40B4-BE49-F238E27FC236}">
                    <a16:creationId xmlns:a16="http://schemas.microsoft.com/office/drawing/2014/main" id="{1D708660-0E50-B0D2-B96E-4523CCBD853E}"/>
                  </a:ext>
                </a:extLst>
              </p:cNvPr>
              <p:cNvSpPr/>
              <p:nvPr/>
            </p:nvSpPr>
            <p:spPr>
              <a:xfrm>
                <a:off x="5735094" y="6037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3" name="Freeform 47112">
                <a:extLst>
                  <a:ext uri="{FF2B5EF4-FFF2-40B4-BE49-F238E27FC236}">
                    <a16:creationId xmlns:a16="http://schemas.microsoft.com/office/drawing/2014/main" id="{246D1010-4926-EB34-C36A-0FC47663A881}"/>
                  </a:ext>
                </a:extLst>
              </p:cNvPr>
              <p:cNvSpPr/>
              <p:nvPr/>
            </p:nvSpPr>
            <p:spPr>
              <a:xfrm>
                <a:off x="5735689" y="6033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4" name="Freeform 47113">
                <a:extLst>
                  <a:ext uri="{FF2B5EF4-FFF2-40B4-BE49-F238E27FC236}">
                    <a16:creationId xmlns:a16="http://schemas.microsoft.com/office/drawing/2014/main" id="{DB843DB8-B2FC-BC47-8D94-029BB7FAAE86}"/>
                  </a:ext>
                </a:extLst>
              </p:cNvPr>
              <p:cNvSpPr/>
              <p:nvPr/>
            </p:nvSpPr>
            <p:spPr>
              <a:xfrm>
                <a:off x="5736185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5" name="Freeform 47114">
                <a:extLst>
                  <a:ext uri="{FF2B5EF4-FFF2-40B4-BE49-F238E27FC236}">
                    <a16:creationId xmlns:a16="http://schemas.microsoft.com/office/drawing/2014/main" id="{E2025DAA-DC85-803A-A990-3CC44E4F3FA6}"/>
                  </a:ext>
                </a:extLst>
              </p:cNvPr>
              <p:cNvSpPr/>
              <p:nvPr/>
            </p:nvSpPr>
            <p:spPr>
              <a:xfrm>
                <a:off x="5736681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6" name="Freeform 47115">
                <a:extLst>
                  <a:ext uri="{FF2B5EF4-FFF2-40B4-BE49-F238E27FC236}">
                    <a16:creationId xmlns:a16="http://schemas.microsoft.com/office/drawing/2014/main" id="{1F3A1FFD-0F21-E433-CE3E-5C663AC05F9F}"/>
                  </a:ext>
                </a:extLst>
              </p:cNvPr>
              <p:cNvSpPr/>
              <p:nvPr/>
            </p:nvSpPr>
            <p:spPr>
              <a:xfrm>
                <a:off x="5737277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7" name="Freeform 47116">
                <a:extLst>
                  <a:ext uri="{FF2B5EF4-FFF2-40B4-BE49-F238E27FC236}">
                    <a16:creationId xmlns:a16="http://schemas.microsoft.com/office/drawing/2014/main" id="{CA6C2404-D7BC-4797-C814-B17C66674440}"/>
                  </a:ext>
                </a:extLst>
              </p:cNvPr>
              <p:cNvSpPr/>
              <p:nvPr/>
            </p:nvSpPr>
            <p:spPr>
              <a:xfrm>
                <a:off x="5737773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8" name="Freeform 47117">
                <a:extLst>
                  <a:ext uri="{FF2B5EF4-FFF2-40B4-BE49-F238E27FC236}">
                    <a16:creationId xmlns:a16="http://schemas.microsoft.com/office/drawing/2014/main" id="{9F77D8FB-9F82-A2BA-9C7C-2A12A57C9770}"/>
                  </a:ext>
                </a:extLst>
              </p:cNvPr>
              <p:cNvSpPr/>
              <p:nvPr/>
            </p:nvSpPr>
            <p:spPr>
              <a:xfrm>
                <a:off x="57382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19" name="Freeform 47118">
                <a:extLst>
                  <a:ext uri="{FF2B5EF4-FFF2-40B4-BE49-F238E27FC236}">
                    <a16:creationId xmlns:a16="http://schemas.microsoft.com/office/drawing/2014/main" id="{F67E155C-6423-46F3-04A0-1089DDA27EFA}"/>
                  </a:ext>
                </a:extLst>
              </p:cNvPr>
              <p:cNvSpPr/>
              <p:nvPr/>
            </p:nvSpPr>
            <p:spPr>
              <a:xfrm>
                <a:off x="57388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0" name="Freeform 47119">
                <a:extLst>
                  <a:ext uri="{FF2B5EF4-FFF2-40B4-BE49-F238E27FC236}">
                    <a16:creationId xmlns:a16="http://schemas.microsoft.com/office/drawing/2014/main" id="{FD838C0E-3C36-07D8-F8C8-544EB38C7D01}"/>
                  </a:ext>
                </a:extLst>
              </p:cNvPr>
              <p:cNvSpPr/>
              <p:nvPr/>
            </p:nvSpPr>
            <p:spPr>
              <a:xfrm>
                <a:off x="57393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1" name="Freeform 47120">
                <a:extLst>
                  <a:ext uri="{FF2B5EF4-FFF2-40B4-BE49-F238E27FC236}">
                    <a16:creationId xmlns:a16="http://schemas.microsoft.com/office/drawing/2014/main" id="{3D70562E-5840-A2CC-765D-D177D32A86EB}"/>
                  </a:ext>
                </a:extLst>
              </p:cNvPr>
              <p:cNvSpPr/>
              <p:nvPr/>
            </p:nvSpPr>
            <p:spPr>
              <a:xfrm>
                <a:off x="57398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2" name="Freeform 47121">
                <a:extLst>
                  <a:ext uri="{FF2B5EF4-FFF2-40B4-BE49-F238E27FC236}">
                    <a16:creationId xmlns:a16="http://schemas.microsoft.com/office/drawing/2014/main" id="{2646DF0A-CBDE-7B7A-9792-565884034327}"/>
                  </a:ext>
                </a:extLst>
              </p:cNvPr>
              <p:cNvSpPr/>
              <p:nvPr/>
            </p:nvSpPr>
            <p:spPr>
              <a:xfrm>
                <a:off x="57404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3" name="Freeform 47122">
                <a:extLst>
                  <a:ext uri="{FF2B5EF4-FFF2-40B4-BE49-F238E27FC236}">
                    <a16:creationId xmlns:a16="http://schemas.microsoft.com/office/drawing/2014/main" id="{54A49223-F8DC-D47E-B16D-D73439C7AB5E}"/>
                  </a:ext>
                </a:extLst>
              </p:cNvPr>
              <p:cNvSpPr/>
              <p:nvPr/>
            </p:nvSpPr>
            <p:spPr>
              <a:xfrm>
                <a:off x="57409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4" name="Freeform 47123">
                <a:extLst>
                  <a:ext uri="{FF2B5EF4-FFF2-40B4-BE49-F238E27FC236}">
                    <a16:creationId xmlns:a16="http://schemas.microsoft.com/office/drawing/2014/main" id="{465513DF-19B5-C065-8DE7-4142788AAC90}"/>
                  </a:ext>
                </a:extLst>
              </p:cNvPr>
              <p:cNvSpPr/>
              <p:nvPr/>
            </p:nvSpPr>
            <p:spPr>
              <a:xfrm>
                <a:off x="57414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5" name="Freeform 47124">
                <a:extLst>
                  <a:ext uri="{FF2B5EF4-FFF2-40B4-BE49-F238E27FC236}">
                    <a16:creationId xmlns:a16="http://schemas.microsoft.com/office/drawing/2014/main" id="{1B1B1862-B4A3-DBE7-A2E2-57DEE9ABB8F9}"/>
                  </a:ext>
                </a:extLst>
              </p:cNvPr>
              <p:cNvSpPr/>
              <p:nvPr/>
            </p:nvSpPr>
            <p:spPr>
              <a:xfrm>
                <a:off x="574203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6" name="Freeform 47125">
                <a:extLst>
                  <a:ext uri="{FF2B5EF4-FFF2-40B4-BE49-F238E27FC236}">
                    <a16:creationId xmlns:a16="http://schemas.microsoft.com/office/drawing/2014/main" id="{F21C7973-D3A8-D495-DD16-CEC6DDB88460}"/>
                  </a:ext>
                </a:extLst>
              </p:cNvPr>
              <p:cNvSpPr/>
              <p:nvPr/>
            </p:nvSpPr>
            <p:spPr>
              <a:xfrm>
                <a:off x="574253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7" name="Freeform 47126">
                <a:extLst>
                  <a:ext uri="{FF2B5EF4-FFF2-40B4-BE49-F238E27FC236}">
                    <a16:creationId xmlns:a16="http://schemas.microsoft.com/office/drawing/2014/main" id="{1108029A-3300-0EBD-7802-56EFFF6CCD11}"/>
                  </a:ext>
                </a:extLst>
              </p:cNvPr>
              <p:cNvSpPr/>
              <p:nvPr/>
            </p:nvSpPr>
            <p:spPr>
              <a:xfrm>
                <a:off x="5743031" y="6038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8" name="Freeform 47127">
                <a:extLst>
                  <a:ext uri="{FF2B5EF4-FFF2-40B4-BE49-F238E27FC236}">
                    <a16:creationId xmlns:a16="http://schemas.microsoft.com/office/drawing/2014/main" id="{15D34127-9274-8951-6421-73DC7902BF85}"/>
                  </a:ext>
                </a:extLst>
              </p:cNvPr>
              <p:cNvSpPr/>
              <p:nvPr/>
            </p:nvSpPr>
            <p:spPr>
              <a:xfrm>
                <a:off x="5743627" y="5740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29" name="Freeform 47128">
                <a:extLst>
                  <a:ext uri="{FF2B5EF4-FFF2-40B4-BE49-F238E27FC236}">
                    <a16:creationId xmlns:a16="http://schemas.microsoft.com/office/drawing/2014/main" id="{D09091EA-AA86-F5C0-757B-93D82EAEADD0}"/>
                  </a:ext>
                </a:extLst>
              </p:cNvPr>
              <p:cNvSpPr/>
              <p:nvPr/>
            </p:nvSpPr>
            <p:spPr>
              <a:xfrm>
                <a:off x="5744123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0" name="Freeform 47129">
                <a:extLst>
                  <a:ext uri="{FF2B5EF4-FFF2-40B4-BE49-F238E27FC236}">
                    <a16:creationId xmlns:a16="http://schemas.microsoft.com/office/drawing/2014/main" id="{4629FAC9-3D91-3E48-205C-A01F15DED815}"/>
                  </a:ext>
                </a:extLst>
              </p:cNvPr>
              <p:cNvSpPr/>
              <p:nvPr/>
            </p:nvSpPr>
            <p:spPr>
              <a:xfrm>
                <a:off x="5744619" y="582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1" name="Freeform 47130">
                <a:extLst>
                  <a:ext uri="{FF2B5EF4-FFF2-40B4-BE49-F238E27FC236}">
                    <a16:creationId xmlns:a16="http://schemas.microsoft.com/office/drawing/2014/main" id="{B48A6AAC-5BD7-9402-F9D9-7852779F8187}"/>
                  </a:ext>
                </a:extLst>
              </p:cNvPr>
              <p:cNvSpPr/>
              <p:nvPr/>
            </p:nvSpPr>
            <p:spPr>
              <a:xfrm>
                <a:off x="5745115" y="5767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2" name="Freeform 47131">
                <a:extLst>
                  <a:ext uri="{FF2B5EF4-FFF2-40B4-BE49-F238E27FC236}">
                    <a16:creationId xmlns:a16="http://schemas.microsoft.com/office/drawing/2014/main" id="{4F755DCC-F07A-3E07-723A-E9DF74E40857}"/>
                  </a:ext>
                </a:extLst>
              </p:cNvPr>
              <p:cNvSpPr/>
              <p:nvPr/>
            </p:nvSpPr>
            <p:spPr>
              <a:xfrm>
                <a:off x="5745710" y="5882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3" name="Freeform 47132">
                <a:extLst>
                  <a:ext uri="{FF2B5EF4-FFF2-40B4-BE49-F238E27FC236}">
                    <a16:creationId xmlns:a16="http://schemas.microsoft.com/office/drawing/2014/main" id="{12424AE9-86A6-728F-0989-0E44C695A751}"/>
                  </a:ext>
                </a:extLst>
              </p:cNvPr>
              <p:cNvSpPr/>
              <p:nvPr/>
            </p:nvSpPr>
            <p:spPr>
              <a:xfrm>
                <a:off x="5746206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4" name="Freeform 47133">
                <a:extLst>
                  <a:ext uri="{FF2B5EF4-FFF2-40B4-BE49-F238E27FC236}">
                    <a16:creationId xmlns:a16="http://schemas.microsoft.com/office/drawing/2014/main" id="{3D587085-A5E4-28CD-840B-D875E1D071B5}"/>
                  </a:ext>
                </a:extLst>
              </p:cNvPr>
              <p:cNvSpPr/>
              <p:nvPr/>
            </p:nvSpPr>
            <p:spPr>
              <a:xfrm>
                <a:off x="5746702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5" name="Freeform 47134">
                <a:extLst>
                  <a:ext uri="{FF2B5EF4-FFF2-40B4-BE49-F238E27FC236}">
                    <a16:creationId xmlns:a16="http://schemas.microsoft.com/office/drawing/2014/main" id="{4744D48B-381B-F996-86F1-C9CE842F8C8C}"/>
                  </a:ext>
                </a:extLst>
              </p:cNvPr>
              <p:cNvSpPr/>
              <p:nvPr/>
            </p:nvSpPr>
            <p:spPr>
              <a:xfrm>
                <a:off x="5747298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6" name="Freeform 47135">
                <a:extLst>
                  <a:ext uri="{FF2B5EF4-FFF2-40B4-BE49-F238E27FC236}">
                    <a16:creationId xmlns:a16="http://schemas.microsoft.com/office/drawing/2014/main" id="{B45F2ADD-A0CC-912F-0938-1C2C557878B5}"/>
                  </a:ext>
                </a:extLst>
              </p:cNvPr>
              <p:cNvSpPr/>
              <p:nvPr/>
            </p:nvSpPr>
            <p:spPr>
              <a:xfrm>
                <a:off x="5747794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7" name="Freeform 47136">
                <a:extLst>
                  <a:ext uri="{FF2B5EF4-FFF2-40B4-BE49-F238E27FC236}">
                    <a16:creationId xmlns:a16="http://schemas.microsoft.com/office/drawing/2014/main" id="{8394BC7C-AFA7-1445-9EE1-3DA2FA2B29D8}"/>
                  </a:ext>
                </a:extLst>
              </p:cNvPr>
              <p:cNvSpPr/>
              <p:nvPr/>
            </p:nvSpPr>
            <p:spPr>
              <a:xfrm>
                <a:off x="5748290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8" name="Freeform 47137">
                <a:extLst>
                  <a:ext uri="{FF2B5EF4-FFF2-40B4-BE49-F238E27FC236}">
                    <a16:creationId xmlns:a16="http://schemas.microsoft.com/office/drawing/2014/main" id="{26DA8CA7-6865-B422-FC26-AC14CE182055}"/>
                  </a:ext>
                </a:extLst>
              </p:cNvPr>
              <p:cNvSpPr/>
              <p:nvPr/>
            </p:nvSpPr>
            <p:spPr>
              <a:xfrm>
                <a:off x="5748885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39" name="Freeform 47138">
                <a:extLst>
                  <a:ext uri="{FF2B5EF4-FFF2-40B4-BE49-F238E27FC236}">
                    <a16:creationId xmlns:a16="http://schemas.microsoft.com/office/drawing/2014/main" id="{65F8AC94-D263-D99F-AF7D-F4BE90C95092}"/>
                  </a:ext>
                </a:extLst>
              </p:cNvPr>
              <p:cNvSpPr/>
              <p:nvPr/>
            </p:nvSpPr>
            <p:spPr>
              <a:xfrm>
                <a:off x="574938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0" name="Freeform 47139">
                <a:extLst>
                  <a:ext uri="{FF2B5EF4-FFF2-40B4-BE49-F238E27FC236}">
                    <a16:creationId xmlns:a16="http://schemas.microsoft.com/office/drawing/2014/main" id="{6255FB47-D04E-81AF-98DC-F1E725448D7B}"/>
                  </a:ext>
                </a:extLst>
              </p:cNvPr>
              <p:cNvSpPr/>
              <p:nvPr/>
            </p:nvSpPr>
            <p:spPr>
              <a:xfrm>
                <a:off x="57498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1" name="Freeform 47140">
                <a:extLst>
                  <a:ext uri="{FF2B5EF4-FFF2-40B4-BE49-F238E27FC236}">
                    <a16:creationId xmlns:a16="http://schemas.microsoft.com/office/drawing/2014/main" id="{C51E2E52-3EAC-F21C-C5F8-EDFDAF9D6461}"/>
                  </a:ext>
                </a:extLst>
              </p:cNvPr>
              <p:cNvSpPr/>
              <p:nvPr/>
            </p:nvSpPr>
            <p:spPr>
              <a:xfrm>
                <a:off x="57504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2" name="Freeform 47141">
                <a:extLst>
                  <a:ext uri="{FF2B5EF4-FFF2-40B4-BE49-F238E27FC236}">
                    <a16:creationId xmlns:a16="http://schemas.microsoft.com/office/drawing/2014/main" id="{6B5A4702-1ADD-D0A9-BEEE-30E165354DD2}"/>
                  </a:ext>
                </a:extLst>
              </p:cNvPr>
              <p:cNvSpPr/>
              <p:nvPr/>
            </p:nvSpPr>
            <p:spPr>
              <a:xfrm>
                <a:off x="575096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3" name="Freeform 47142">
                <a:extLst>
                  <a:ext uri="{FF2B5EF4-FFF2-40B4-BE49-F238E27FC236}">
                    <a16:creationId xmlns:a16="http://schemas.microsoft.com/office/drawing/2014/main" id="{2532D34F-9EC7-D3DC-2220-12610A1C30EC}"/>
                  </a:ext>
                </a:extLst>
              </p:cNvPr>
              <p:cNvSpPr/>
              <p:nvPr/>
            </p:nvSpPr>
            <p:spPr>
              <a:xfrm>
                <a:off x="575146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4" name="Freeform 47143">
                <a:extLst>
                  <a:ext uri="{FF2B5EF4-FFF2-40B4-BE49-F238E27FC236}">
                    <a16:creationId xmlns:a16="http://schemas.microsoft.com/office/drawing/2014/main" id="{151768B2-74AF-AB2D-2378-66AB1554272F}"/>
                  </a:ext>
                </a:extLst>
              </p:cNvPr>
              <p:cNvSpPr/>
              <p:nvPr/>
            </p:nvSpPr>
            <p:spPr>
              <a:xfrm>
                <a:off x="575206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5" name="Freeform 47144">
                <a:extLst>
                  <a:ext uri="{FF2B5EF4-FFF2-40B4-BE49-F238E27FC236}">
                    <a16:creationId xmlns:a16="http://schemas.microsoft.com/office/drawing/2014/main" id="{4467E206-C946-C172-E6C6-9307DDA71267}"/>
                  </a:ext>
                </a:extLst>
              </p:cNvPr>
              <p:cNvSpPr/>
              <p:nvPr/>
            </p:nvSpPr>
            <p:spPr>
              <a:xfrm>
                <a:off x="57525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6" name="Freeform 47145">
                <a:extLst>
                  <a:ext uri="{FF2B5EF4-FFF2-40B4-BE49-F238E27FC236}">
                    <a16:creationId xmlns:a16="http://schemas.microsoft.com/office/drawing/2014/main" id="{F490490A-1F59-60D6-B3F0-CEC0ABDF160B}"/>
                  </a:ext>
                </a:extLst>
              </p:cNvPr>
              <p:cNvSpPr/>
              <p:nvPr/>
            </p:nvSpPr>
            <p:spPr>
              <a:xfrm>
                <a:off x="575305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7" name="Freeform 47146">
                <a:extLst>
                  <a:ext uri="{FF2B5EF4-FFF2-40B4-BE49-F238E27FC236}">
                    <a16:creationId xmlns:a16="http://schemas.microsoft.com/office/drawing/2014/main" id="{11A694BD-13C6-C3D9-0205-EA8041CEA703}"/>
                  </a:ext>
                </a:extLst>
              </p:cNvPr>
              <p:cNvSpPr/>
              <p:nvPr/>
            </p:nvSpPr>
            <p:spPr>
              <a:xfrm>
                <a:off x="57536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8" name="Freeform 47147">
                <a:extLst>
                  <a:ext uri="{FF2B5EF4-FFF2-40B4-BE49-F238E27FC236}">
                    <a16:creationId xmlns:a16="http://schemas.microsoft.com/office/drawing/2014/main" id="{0BE2B78F-DB98-FE27-1585-61DEBB471A68}"/>
                  </a:ext>
                </a:extLst>
              </p:cNvPr>
              <p:cNvSpPr/>
              <p:nvPr/>
            </p:nvSpPr>
            <p:spPr>
              <a:xfrm>
                <a:off x="57541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49" name="Freeform 47148">
                <a:extLst>
                  <a:ext uri="{FF2B5EF4-FFF2-40B4-BE49-F238E27FC236}">
                    <a16:creationId xmlns:a16="http://schemas.microsoft.com/office/drawing/2014/main" id="{172109AA-046A-D926-B3F0-AF3711F6BE44}"/>
                  </a:ext>
                </a:extLst>
              </p:cNvPr>
              <p:cNvSpPr/>
              <p:nvPr/>
            </p:nvSpPr>
            <p:spPr>
              <a:xfrm>
                <a:off x="575464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0" name="Freeform 47149">
                <a:extLst>
                  <a:ext uri="{FF2B5EF4-FFF2-40B4-BE49-F238E27FC236}">
                    <a16:creationId xmlns:a16="http://schemas.microsoft.com/office/drawing/2014/main" id="{F91321E7-70CF-1ADA-0033-446D32100C20}"/>
                  </a:ext>
                </a:extLst>
              </p:cNvPr>
              <p:cNvSpPr/>
              <p:nvPr/>
            </p:nvSpPr>
            <p:spPr>
              <a:xfrm>
                <a:off x="575523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1" name="Freeform 47150">
                <a:extLst>
                  <a:ext uri="{FF2B5EF4-FFF2-40B4-BE49-F238E27FC236}">
                    <a16:creationId xmlns:a16="http://schemas.microsoft.com/office/drawing/2014/main" id="{361CE672-C1D8-720E-D6C5-044EB7C123C2}"/>
                  </a:ext>
                </a:extLst>
              </p:cNvPr>
              <p:cNvSpPr/>
              <p:nvPr/>
            </p:nvSpPr>
            <p:spPr>
              <a:xfrm>
                <a:off x="5755731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2" name="Freeform 47151">
                <a:extLst>
                  <a:ext uri="{FF2B5EF4-FFF2-40B4-BE49-F238E27FC236}">
                    <a16:creationId xmlns:a16="http://schemas.microsoft.com/office/drawing/2014/main" id="{0369F544-1F6C-4A4F-9E4A-298E42BF8B86}"/>
                  </a:ext>
                </a:extLst>
              </p:cNvPr>
              <p:cNvSpPr/>
              <p:nvPr/>
            </p:nvSpPr>
            <p:spPr>
              <a:xfrm>
                <a:off x="5756227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3" name="Freeform 47152">
                <a:extLst>
                  <a:ext uri="{FF2B5EF4-FFF2-40B4-BE49-F238E27FC236}">
                    <a16:creationId xmlns:a16="http://schemas.microsoft.com/office/drawing/2014/main" id="{30E563CF-EE54-D433-F35E-27550A39D905}"/>
                  </a:ext>
                </a:extLst>
              </p:cNvPr>
              <p:cNvSpPr/>
              <p:nvPr/>
            </p:nvSpPr>
            <p:spPr>
              <a:xfrm>
                <a:off x="5756723" y="5887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4" name="Freeform 47153">
                <a:extLst>
                  <a:ext uri="{FF2B5EF4-FFF2-40B4-BE49-F238E27FC236}">
                    <a16:creationId xmlns:a16="http://schemas.microsoft.com/office/drawing/2014/main" id="{4C4EE3DA-ACA0-769F-D6AD-DBDA6F496BB1}"/>
                  </a:ext>
                </a:extLst>
              </p:cNvPr>
              <p:cNvSpPr/>
              <p:nvPr/>
            </p:nvSpPr>
            <p:spPr>
              <a:xfrm>
                <a:off x="5757319" y="5948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5" name="Freeform 47154">
                <a:extLst>
                  <a:ext uri="{FF2B5EF4-FFF2-40B4-BE49-F238E27FC236}">
                    <a16:creationId xmlns:a16="http://schemas.microsoft.com/office/drawing/2014/main" id="{59E6EB72-9FDC-97BA-F1B2-251D4383C94C}"/>
                  </a:ext>
                </a:extLst>
              </p:cNvPr>
              <p:cNvSpPr/>
              <p:nvPr/>
            </p:nvSpPr>
            <p:spPr>
              <a:xfrm>
                <a:off x="5757815" y="5949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6" name="Freeform 47155">
                <a:extLst>
                  <a:ext uri="{FF2B5EF4-FFF2-40B4-BE49-F238E27FC236}">
                    <a16:creationId xmlns:a16="http://schemas.microsoft.com/office/drawing/2014/main" id="{D8632F22-FDF0-5C3E-885C-C0AED4718085}"/>
                  </a:ext>
                </a:extLst>
              </p:cNvPr>
              <p:cNvSpPr/>
              <p:nvPr/>
            </p:nvSpPr>
            <p:spPr>
              <a:xfrm>
                <a:off x="5758311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7" name="Freeform 47156">
                <a:extLst>
                  <a:ext uri="{FF2B5EF4-FFF2-40B4-BE49-F238E27FC236}">
                    <a16:creationId xmlns:a16="http://schemas.microsoft.com/office/drawing/2014/main" id="{B77879A6-3E18-C416-4C20-3D38520E6513}"/>
                  </a:ext>
                </a:extLst>
              </p:cNvPr>
              <p:cNvSpPr/>
              <p:nvPr/>
            </p:nvSpPr>
            <p:spPr>
              <a:xfrm>
                <a:off x="5758906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8" name="Freeform 47157">
                <a:extLst>
                  <a:ext uri="{FF2B5EF4-FFF2-40B4-BE49-F238E27FC236}">
                    <a16:creationId xmlns:a16="http://schemas.microsoft.com/office/drawing/2014/main" id="{F7D141DE-3E91-BEBC-C068-8043D0DC7716}"/>
                  </a:ext>
                </a:extLst>
              </p:cNvPr>
              <p:cNvSpPr/>
              <p:nvPr/>
            </p:nvSpPr>
            <p:spPr>
              <a:xfrm>
                <a:off x="5759402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59" name="Freeform 47158">
                <a:extLst>
                  <a:ext uri="{FF2B5EF4-FFF2-40B4-BE49-F238E27FC236}">
                    <a16:creationId xmlns:a16="http://schemas.microsoft.com/office/drawing/2014/main" id="{9CCA0A8F-834D-0686-416C-A2BAEB8B03CB}"/>
                  </a:ext>
                </a:extLst>
              </p:cNvPr>
              <p:cNvSpPr/>
              <p:nvPr/>
            </p:nvSpPr>
            <p:spPr>
              <a:xfrm>
                <a:off x="5759898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0" name="Freeform 47159">
                <a:extLst>
                  <a:ext uri="{FF2B5EF4-FFF2-40B4-BE49-F238E27FC236}">
                    <a16:creationId xmlns:a16="http://schemas.microsoft.com/office/drawing/2014/main" id="{B862BECB-42F7-ED18-442C-48467E0083D7}"/>
                  </a:ext>
                </a:extLst>
              </p:cNvPr>
              <p:cNvSpPr/>
              <p:nvPr/>
            </p:nvSpPr>
            <p:spPr>
              <a:xfrm>
                <a:off x="5760494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1" name="Freeform 47160">
                <a:extLst>
                  <a:ext uri="{FF2B5EF4-FFF2-40B4-BE49-F238E27FC236}">
                    <a16:creationId xmlns:a16="http://schemas.microsoft.com/office/drawing/2014/main" id="{1A80BBAE-DAD9-39CA-F6B0-E82AF1EB1653}"/>
                  </a:ext>
                </a:extLst>
              </p:cNvPr>
              <p:cNvSpPr/>
              <p:nvPr/>
            </p:nvSpPr>
            <p:spPr>
              <a:xfrm>
                <a:off x="5760990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2" name="Freeform 47161">
                <a:extLst>
                  <a:ext uri="{FF2B5EF4-FFF2-40B4-BE49-F238E27FC236}">
                    <a16:creationId xmlns:a16="http://schemas.microsoft.com/office/drawing/2014/main" id="{2B827FB4-08BA-4D65-8049-13D2ECA73CD1}"/>
                  </a:ext>
                </a:extLst>
              </p:cNvPr>
              <p:cNvSpPr/>
              <p:nvPr/>
            </p:nvSpPr>
            <p:spPr>
              <a:xfrm>
                <a:off x="5761486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3" name="Freeform 47162">
                <a:extLst>
                  <a:ext uri="{FF2B5EF4-FFF2-40B4-BE49-F238E27FC236}">
                    <a16:creationId xmlns:a16="http://schemas.microsoft.com/office/drawing/2014/main" id="{6C91C50D-7F76-C1FA-DCAA-CFB8C47F0C90}"/>
                  </a:ext>
                </a:extLst>
              </p:cNvPr>
              <p:cNvSpPr/>
              <p:nvPr/>
            </p:nvSpPr>
            <p:spPr>
              <a:xfrm>
                <a:off x="5762081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4" name="Freeform 47163">
                <a:extLst>
                  <a:ext uri="{FF2B5EF4-FFF2-40B4-BE49-F238E27FC236}">
                    <a16:creationId xmlns:a16="http://schemas.microsoft.com/office/drawing/2014/main" id="{490687C2-30F3-4AD3-7FA0-452EC472F66F}"/>
                  </a:ext>
                </a:extLst>
              </p:cNvPr>
              <p:cNvSpPr/>
              <p:nvPr/>
            </p:nvSpPr>
            <p:spPr>
              <a:xfrm>
                <a:off x="5762577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5" name="Freeform 47164">
                <a:extLst>
                  <a:ext uri="{FF2B5EF4-FFF2-40B4-BE49-F238E27FC236}">
                    <a16:creationId xmlns:a16="http://schemas.microsoft.com/office/drawing/2014/main" id="{908B4C86-6E5C-6F6F-7CB4-7C5493679229}"/>
                  </a:ext>
                </a:extLst>
              </p:cNvPr>
              <p:cNvSpPr/>
              <p:nvPr/>
            </p:nvSpPr>
            <p:spPr>
              <a:xfrm>
                <a:off x="57630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6" name="Freeform 47165">
                <a:extLst>
                  <a:ext uri="{FF2B5EF4-FFF2-40B4-BE49-F238E27FC236}">
                    <a16:creationId xmlns:a16="http://schemas.microsoft.com/office/drawing/2014/main" id="{89AF81B8-7F8F-A378-7314-43631B9DB8B1}"/>
                  </a:ext>
                </a:extLst>
              </p:cNvPr>
              <p:cNvSpPr/>
              <p:nvPr/>
            </p:nvSpPr>
            <p:spPr>
              <a:xfrm>
                <a:off x="57636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7" name="Freeform 47166">
                <a:extLst>
                  <a:ext uri="{FF2B5EF4-FFF2-40B4-BE49-F238E27FC236}">
                    <a16:creationId xmlns:a16="http://schemas.microsoft.com/office/drawing/2014/main" id="{0ED47106-E41C-8173-AB42-28B7A3D89E0E}"/>
                  </a:ext>
                </a:extLst>
              </p:cNvPr>
              <p:cNvSpPr/>
              <p:nvPr/>
            </p:nvSpPr>
            <p:spPr>
              <a:xfrm>
                <a:off x="57641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8" name="Freeform 47167">
                <a:extLst>
                  <a:ext uri="{FF2B5EF4-FFF2-40B4-BE49-F238E27FC236}">
                    <a16:creationId xmlns:a16="http://schemas.microsoft.com/office/drawing/2014/main" id="{5C733C9A-F017-1226-C53B-9367A5D3B5E9}"/>
                  </a:ext>
                </a:extLst>
              </p:cNvPr>
              <p:cNvSpPr/>
              <p:nvPr/>
            </p:nvSpPr>
            <p:spPr>
              <a:xfrm>
                <a:off x="57646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69" name="Freeform 47168">
                <a:extLst>
                  <a:ext uri="{FF2B5EF4-FFF2-40B4-BE49-F238E27FC236}">
                    <a16:creationId xmlns:a16="http://schemas.microsoft.com/office/drawing/2014/main" id="{DD2AA491-900D-CA73-AD4F-02710A62ABB4}"/>
                  </a:ext>
                </a:extLst>
              </p:cNvPr>
              <p:cNvSpPr/>
              <p:nvPr/>
            </p:nvSpPr>
            <p:spPr>
              <a:xfrm>
                <a:off x="57652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0" name="Freeform 47169">
                <a:extLst>
                  <a:ext uri="{FF2B5EF4-FFF2-40B4-BE49-F238E27FC236}">
                    <a16:creationId xmlns:a16="http://schemas.microsoft.com/office/drawing/2014/main" id="{06259FF2-3957-5587-943C-BE4998C20678}"/>
                  </a:ext>
                </a:extLst>
              </p:cNvPr>
              <p:cNvSpPr/>
              <p:nvPr/>
            </p:nvSpPr>
            <p:spPr>
              <a:xfrm>
                <a:off x="57657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1" name="Freeform 47170">
                <a:extLst>
                  <a:ext uri="{FF2B5EF4-FFF2-40B4-BE49-F238E27FC236}">
                    <a16:creationId xmlns:a16="http://schemas.microsoft.com/office/drawing/2014/main" id="{4ED35DA8-D55F-6961-A3B5-E30C968CCFE6}"/>
                  </a:ext>
                </a:extLst>
              </p:cNvPr>
              <p:cNvSpPr/>
              <p:nvPr/>
            </p:nvSpPr>
            <p:spPr>
              <a:xfrm>
                <a:off x="57662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2" name="Freeform 47171">
                <a:extLst>
                  <a:ext uri="{FF2B5EF4-FFF2-40B4-BE49-F238E27FC236}">
                    <a16:creationId xmlns:a16="http://schemas.microsoft.com/office/drawing/2014/main" id="{E62D09F5-CE63-540E-45B3-7F752DE6B245}"/>
                  </a:ext>
                </a:extLst>
              </p:cNvPr>
              <p:cNvSpPr/>
              <p:nvPr/>
            </p:nvSpPr>
            <p:spPr>
              <a:xfrm>
                <a:off x="57668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3" name="Freeform 47172">
                <a:extLst>
                  <a:ext uri="{FF2B5EF4-FFF2-40B4-BE49-F238E27FC236}">
                    <a16:creationId xmlns:a16="http://schemas.microsoft.com/office/drawing/2014/main" id="{C800FEA9-1EC5-E942-6AB6-063A1D64E9D6}"/>
                  </a:ext>
                </a:extLst>
              </p:cNvPr>
              <p:cNvSpPr/>
              <p:nvPr/>
            </p:nvSpPr>
            <p:spPr>
              <a:xfrm>
                <a:off x="57673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4" name="Freeform 47173">
                <a:extLst>
                  <a:ext uri="{FF2B5EF4-FFF2-40B4-BE49-F238E27FC236}">
                    <a16:creationId xmlns:a16="http://schemas.microsoft.com/office/drawing/2014/main" id="{418772C0-2FCE-B1B6-5177-ECD6E79695C5}"/>
                  </a:ext>
                </a:extLst>
              </p:cNvPr>
              <p:cNvSpPr/>
              <p:nvPr/>
            </p:nvSpPr>
            <p:spPr>
              <a:xfrm>
                <a:off x="57678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5" name="Freeform 47174">
                <a:extLst>
                  <a:ext uri="{FF2B5EF4-FFF2-40B4-BE49-F238E27FC236}">
                    <a16:creationId xmlns:a16="http://schemas.microsoft.com/office/drawing/2014/main" id="{527FEB04-A382-2EBB-CDD4-0CEAA1F379E3}"/>
                  </a:ext>
                </a:extLst>
              </p:cNvPr>
              <p:cNvSpPr/>
              <p:nvPr/>
            </p:nvSpPr>
            <p:spPr>
              <a:xfrm>
                <a:off x="576843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6" name="Freeform 47175">
                <a:extLst>
                  <a:ext uri="{FF2B5EF4-FFF2-40B4-BE49-F238E27FC236}">
                    <a16:creationId xmlns:a16="http://schemas.microsoft.com/office/drawing/2014/main" id="{7A19FE22-3BA4-D948-0E1A-909197B1DBEA}"/>
                  </a:ext>
                </a:extLst>
              </p:cNvPr>
              <p:cNvSpPr/>
              <p:nvPr/>
            </p:nvSpPr>
            <p:spPr>
              <a:xfrm>
                <a:off x="5768927" y="5851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7" name="Freeform 47176">
                <a:extLst>
                  <a:ext uri="{FF2B5EF4-FFF2-40B4-BE49-F238E27FC236}">
                    <a16:creationId xmlns:a16="http://schemas.microsoft.com/office/drawing/2014/main" id="{778CD42B-0550-C278-606D-07332BAE0108}"/>
                  </a:ext>
                </a:extLst>
              </p:cNvPr>
              <p:cNvSpPr/>
              <p:nvPr/>
            </p:nvSpPr>
            <p:spPr>
              <a:xfrm>
                <a:off x="5769423" y="5854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8" name="Freeform 47177">
                <a:extLst>
                  <a:ext uri="{FF2B5EF4-FFF2-40B4-BE49-F238E27FC236}">
                    <a16:creationId xmlns:a16="http://schemas.microsoft.com/office/drawing/2014/main" id="{95B61467-70F0-76F3-4C40-5DAD96A5903E}"/>
                  </a:ext>
                </a:extLst>
              </p:cNvPr>
              <p:cNvSpPr/>
              <p:nvPr/>
            </p:nvSpPr>
            <p:spPr>
              <a:xfrm>
                <a:off x="5769920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79" name="Freeform 47178">
                <a:extLst>
                  <a:ext uri="{FF2B5EF4-FFF2-40B4-BE49-F238E27FC236}">
                    <a16:creationId xmlns:a16="http://schemas.microsoft.com/office/drawing/2014/main" id="{353D203E-01F3-56A7-ACA9-1BAEE422E038}"/>
                  </a:ext>
                </a:extLst>
              </p:cNvPr>
              <p:cNvSpPr/>
              <p:nvPr/>
            </p:nvSpPr>
            <p:spPr>
              <a:xfrm>
                <a:off x="5770515" y="589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0" name="Freeform 47179">
                <a:extLst>
                  <a:ext uri="{FF2B5EF4-FFF2-40B4-BE49-F238E27FC236}">
                    <a16:creationId xmlns:a16="http://schemas.microsoft.com/office/drawing/2014/main" id="{48343D93-EEB9-ACD4-DF41-DD7199F33A14}"/>
                  </a:ext>
                </a:extLst>
              </p:cNvPr>
              <p:cNvSpPr/>
              <p:nvPr/>
            </p:nvSpPr>
            <p:spPr>
              <a:xfrm>
                <a:off x="5771011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1" name="Freeform 47180">
                <a:extLst>
                  <a:ext uri="{FF2B5EF4-FFF2-40B4-BE49-F238E27FC236}">
                    <a16:creationId xmlns:a16="http://schemas.microsoft.com/office/drawing/2014/main" id="{2789448A-91E9-0736-65AF-6EF62A602FCE}"/>
                  </a:ext>
                </a:extLst>
              </p:cNvPr>
              <p:cNvSpPr/>
              <p:nvPr/>
            </p:nvSpPr>
            <p:spPr>
              <a:xfrm>
                <a:off x="5771507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2" name="Freeform 47181">
                <a:extLst>
                  <a:ext uri="{FF2B5EF4-FFF2-40B4-BE49-F238E27FC236}">
                    <a16:creationId xmlns:a16="http://schemas.microsoft.com/office/drawing/2014/main" id="{119AC09F-A4B4-3D61-CFD3-1622DFB8B138}"/>
                  </a:ext>
                </a:extLst>
              </p:cNvPr>
              <p:cNvSpPr/>
              <p:nvPr/>
            </p:nvSpPr>
            <p:spPr>
              <a:xfrm>
                <a:off x="577210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3" name="Freeform 47182">
                <a:extLst>
                  <a:ext uri="{FF2B5EF4-FFF2-40B4-BE49-F238E27FC236}">
                    <a16:creationId xmlns:a16="http://schemas.microsoft.com/office/drawing/2014/main" id="{BA2E63DA-5F05-7A9F-DA55-F55D0914830A}"/>
                  </a:ext>
                </a:extLst>
              </p:cNvPr>
              <p:cNvSpPr/>
              <p:nvPr/>
            </p:nvSpPr>
            <p:spPr>
              <a:xfrm>
                <a:off x="577259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4" name="Freeform 47183">
                <a:extLst>
                  <a:ext uri="{FF2B5EF4-FFF2-40B4-BE49-F238E27FC236}">
                    <a16:creationId xmlns:a16="http://schemas.microsoft.com/office/drawing/2014/main" id="{97F7E6E2-FC39-88FC-B1AB-9B485A62AB31}"/>
                  </a:ext>
                </a:extLst>
              </p:cNvPr>
              <p:cNvSpPr/>
              <p:nvPr/>
            </p:nvSpPr>
            <p:spPr>
              <a:xfrm>
                <a:off x="577309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5" name="Freeform 47184">
                <a:extLst>
                  <a:ext uri="{FF2B5EF4-FFF2-40B4-BE49-F238E27FC236}">
                    <a16:creationId xmlns:a16="http://schemas.microsoft.com/office/drawing/2014/main" id="{18F33A32-7777-A70A-70CE-CBB212560C35}"/>
                  </a:ext>
                </a:extLst>
              </p:cNvPr>
              <p:cNvSpPr/>
              <p:nvPr/>
            </p:nvSpPr>
            <p:spPr>
              <a:xfrm>
                <a:off x="5773690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6" name="Freeform 47185">
                <a:extLst>
                  <a:ext uri="{FF2B5EF4-FFF2-40B4-BE49-F238E27FC236}">
                    <a16:creationId xmlns:a16="http://schemas.microsoft.com/office/drawing/2014/main" id="{6324172D-E9DF-FCEC-DDB2-A5D8803DCF6C}"/>
                  </a:ext>
                </a:extLst>
              </p:cNvPr>
              <p:cNvSpPr/>
              <p:nvPr/>
            </p:nvSpPr>
            <p:spPr>
              <a:xfrm>
                <a:off x="5774186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7" name="Freeform 47186">
                <a:extLst>
                  <a:ext uri="{FF2B5EF4-FFF2-40B4-BE49-F238E27FC236}">
                    <a16:creationId xmlns:a16="http://schemas.microsoft.com/office/drawing/2014/main" id="{C3E84B4A-0D1C-2710-91C1-8DF24B2D0479}"/>
                  </a:ext>
                </a:extLst>
              </p:cNvPr>
              <p:cNvSpPr/>
              <p:nvPr/>
            </p:nvSpPr>
            <p:spPr>
              <a:xfrm>
                <a:off x="57746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8" name="Freeform 47187">
                <a:extLst>
                  <a:ext uri="{FF2B5EF4-FFF2-40B4-BE49-F238E27FC236}">
                    <a16:creationId xmlns:a16="http://schemas.microsoft.com/office/drawing/2014/main" id="{DBF3727A-A47C-9BE1-CFDA-034530CF247A}"/>
                  </a:ext>
                </a:extLst>
              </p:cNvPr>
              <p:cNvSpPr/>
              <p:nvPr/>
            </p:nvSpPr>
            <p:spPr>
              <a:xfrm>
                <a:off x="57752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89" name="Freeform 47188">
                <a:extLst>
                  <a:ext uri="{FF2B5EF4-FFF2-40B4-BE49-F238E27FC236}">
                    <a16:creationId xmlns:a16="http://schemas.microsoft.com/office/drawing/2014/main" id="{0A0E426E-1122-5837-E423-5070C0DF62C0}"/>
                  </a:ext>
                </a:extLst>
              </p:cNvPr>
              <p:cNvSpPr/>
              <p:nvPr/>
            </p:nvSpPr>
            <p:spPr>
              <a:xfrm>
                <a:off x="57757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0" name="Freeform 47189">
                <a:extLst>
                  <a:ext uri="{FF2B5EF4-FFF2-40B4-BE49-F238E27FC236}">
                    <a16:creationId xmlns:a16="http://schemas.microsoft.com/office/drawing/2014/main" id="{04F4DF14-5234-9B40-4290-CD48F836E5CD}"/>
                  </a:ext>
                </a:extLst>
              </p:cNvPr>
              <p:cNvSpPr/>
              <p:nvPr/>
            </p:nvSpPr>
            <p:spPr>
              <a:xfrm>
                <a:off x="57762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1" name="Freeform 47190">
                <a:extLst>
                  <a:ext uri="{FF2B5EF4-FFF2-40B4-BE49-F238E27FC236}">
                    <a16:creationId xmlns:a16="http://schemas.microsoft.com/office/drawing/2014/main" id="{6F8D87C3-5560-5C8D-B541-A2FFB826E75E}"/>
                  </a:ext>
                </a:extLst>
              </p:cNvPr>
              <p:cNvSpPr/>
              <p:nvPr/>
            </p:nvSpPr>
            <p:spPr>
              <a:xfrm>
                <a:off x="57768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2" name="Freeform 47191">
                <a:extLst>
                  <a:ext uri="{FF2B5EF4-FFF2-40B4-BE49-F238E27FC236}">
                    <a16:creationId xmlns:a16="http://schemas.microsoft.com/office/drawing/2014/main" id="{F5C8C39B-0EFE-5A4C-8DB0-44F1558E000C}"/>
                  </a:ext>
                </a:extLst>
              </p:cNvPr>
              <p:cNvSpPr/>
              <p:nvPr/>
            </p:nvSpPr>
            <p:spPr>
              <a:xfrm>
                <a:off x="57773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3" name="Freeform 47192">
                <a:extLst>
                  <a:ext uri="{FF2B5EF4-FFF2-40B4-BE49-F238E27FC236}">
                    <a16:creationId xmlns:a16="http://schemas.microsoft.com/office/drawing/2014/main" id="{D56E6CF9-7C2A-5344-7E8D-571B3635256F}"/>
                  </a:ext>
                </a:extLst>
              </p:cNvPr>
              <p:cNvSpPr/>
              <p:nvPr/>
            </p:nvSpPr>
            <p:spPr>
              <a:xfrm>
                <a:off x="57778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4" name="Freeform 47193">
                <a:extLst>
                  <a:ext uri="{FF2B5EF4-FFF2-40B4-BE49-F238E27FC236}">
                    <a16:creationId xmlns:a16="http://schemas.microsoft.com/office/drawing/2014/main" id="{F7961A01-D389-B97D-6759-C41148AD03CF}"/>
                  </a:ext>
                </a:extLst>
              </p:cNvPr>
              <p:cNvSpPr/>
              <p:nvPr/>
            </p:nvSpPr>
            <p:spPr>
              <a:xfrm>
                <a:off x="57784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5" name="Freeform 47194">
                <a:extLst>
                  <a:ext uri="{FF2B5EF4-FFF2-40B4-BE49-F238E27FC236}">
                    <a16:creationId xmlns:a16="http://schemas.microsoft.com/office/drawing/2014/main" id="{1DB9A831-91DB-EF90-8C2D-2B40A068A5F9}"/>
                  </a:ext>
                </a:extLst>
              </p:cNvPr>
              <p:cNvSpPr/>
              <p:nvPr/>
            </p:nvSpPr>
            <p:spPr>
              <a:xfrm>
                <a:off x="57789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6" name="Freeform 47195">
                <a:extLst>
                  <a:ext uri="{FF2B5EF4-FFF2-40B4-BE49-F238E27FC236}">
                    <a16:creationId xmlns:a16="http://schemas.microsoft.com/office/drawing/2014/main" id="{BBBB65F3-09EE-7FD3-3D77-44D5F94344E0}"/>
                  </a:ext>
                </a:extLst>
              </p:cNvPr>
              <p:cNvSpPr/>
              <p:nvPr/>
            </p:nvSpPr>
            <p:spPr>
              <a:xfrm>
                <a:off x="57794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7" name="Freeform 47196">
                <a:extLst>
                  <a:ext uri="{FF2B5EF4-FFF2-40B4-BE49-F238E27FC236}">
                    <a16:creationId xmlns:a16="http://schemas.microsoft.com/office/drawing/2014/main" id="{9EC0EBB3-7AE6-5633-D08B-455191C6E691}"/>
                  </a:ext>
                </a:extLst>
              </p:cNvPr>
              <p:cNvSpPr/>
              <p:nvPr/>
            </p:nvSpPr>
            <p:spPr>
              <a:xfrm>
                <a:off x="57800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8" name="Freeform 47197">
                <a:extLst>
                  <a:ext uri="{FF2B5EF4-FFF2-40B4-BE49-F238E27FC236}">
                    <a16:creationId xmlns:a16="http://schemas.microsoft.com/office/drawing/2014/main" id="{0548E508-D09F-31FA-AB33-9FED9AB4CFC9}"/>
                  </a:ext>
                </a:extLst>
              </p:cNvPr>
              <p:cNvSpPr/>
              <p:nvPr/>
            </p:nvSpPr>
            <p:spPr>
              <a:xfrm>
                <a:off x="578053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99" name="Freeform 47198">
                <a:extLst>
                  <a:ext uri="{FF2B5EF4-FFF2-40B4-BE49-F238E27FC236}">
                    <a16:creationId xmlns:a16="http://schemas.microsoft.com/office/drawing/2014/main" id="{E8328CC9-D8D1-C888-4E66-978ED4F57C0E}"/>
                  </a:ext>
                </a:extLst>
              </p:cNvPr>
              <p:cNvSpPr/>
              <p:nvPr/>
            </p:nvSpPr>
            <p:spPr>
              <a:xfrm>
                <a:off x="578103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0" name="Freeform 47199">
                <a:extLst>
                  <a:ext uri="{FF2B5EF4-FFF2-40B4-BE49-F238E27FC236}">
                    <a16:creationId xmlns:a16="http://schemas.microsoft.com/office/drawing/2014/main" id="{444A6BF3-51F2-C7DB-8F2D-03C385F92A45}"/>
                  </a:ext>
                </a:extLst>
              </p:cNvPr>
              <p:cNvSpPr/>
              <p:nvPr/>
            </p:nvSpPr>
            <p:spPr>
              <a:xfrm>
                <a:off x="5781528" y="5896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1" name="Freeform 47200">
                <a:extLst>
                  <a:ext uri="{FF2B5EF4-FFF2-40B4-BE49-F238E27FC236}">
                    <a16:creationId xmlns:a16="http://schemas.microsoft.com/office/drawing/2014/main" id="{DC27C64E-661F-436D-7E75-C78F6F018BEC}"/>
                  </a:ext>
                </a:extLst>
              </p:cNvPr>
              <p:cNvSpPr/>
              <p:nvPr/>
            </p:nvSpPr>
            <p:spPr>
              <a:xfrm>
                <a:off x="5782123" y="5894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2" name="Freeform 47201">
                <a:extLst>
                  <a:ext uri="{FF2B5EF4-FFF2-40B4-BE49-F238E27FC236}">
                    <a16:creationId xmlns:a16="http://schemas.microsoft.com/office/drawing/2014/main" id="{4CBBC443-9B21-0612-6BE8-8864FDC4CEB7}"/>
                  </a:ext>
                </a:extLst>
              </p:cNvPr>
              <p:cNvSpPr/>
              <p:nvPr/>
            </p:nvSpPr>
            <p:spPr>
              <a:xfrm>
                <a:off x="5782620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3" name="Freeform 47202">
                <a:extLst>
                  <a:ext uri="{FF2B5EF4-FFF2-40B4-BE49-F238E27FC236}">
                    <a16:creationId xmlns:a16="http://schemas.microsoft.com/office/drawing/2014/main" id="{B58DC4FC-BDE7-4C09-E330-D3F96D43CE09}"/>
                  </a:ext>
                </a:extLst>
              </p:cNvPr>
              <p:cNvSpPr/>
              <p:nvPr/>
            </p:nvSpPr>
            <p:spPr>
              <a:xfrm>
                <a:off x="5783116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4" name="Freeform 47203">
                <a:extLst>
                  <a:ext uri="{FF2B5EF4-FFF2-40B4-BE49-F238E27FC236}">
                    <a16:creationId xmlns:a16="http://schemas.microsoft.com/office/drawing/2014/main" id="{CCF30CFD-F9FC-B492-D02D-6930750C5EB1}"/>
                  </a:ext>
                </a:extLst>
              </p:cNvPr>
              <p:cNvSpPr/>
              <p:nvPr/>
            </p:nvSpPr>
            <p:spPr>
              <a:xfrm>
                <a:off x="578371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5" name="Freeform 47204">
                <a:extLst>
                  <a:ext uri="{FF2B5EF4-FFF2-40B4-BE49-F238E27FC236}">
                    <a16:creationId xmlns:a16="http://schemas.microsoft.com/office/drawing/2014/main" id="{36226196-EDB5-5FCE-131B-EA9828155C18}"/>
                  </a:ext>
                </a:extLst>
              </p:cNvPr>
              <p:cNvSpPr/>
              <p:nvPr/>
            </p:nvSpPr>
            <p:spPr>
              <a:xfrm>
                <a:off x="578420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6" name="Freeform 47205">
                <a:extLst>
                  <a:ext uri="{FF2B5EF4-FFF2-40B4-BE49-F238E27FC236}">
                    <a16:creationId xmlns:a16="http://schemas.microsoft.com/office/drawing/2014/main" id="{47731460-C356-9107-F1AE-5E219179BF55}"/>
                  </a:ext>
                </a:extLst>
              </p:cNvPr>
              <p:cNvSpPr/>
              <p:nvPr/>
            </p:nvSpPr>
            <p:spPr>
              <a:xfrm>
                <a:off x="5784703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7" name="Freeform 47206">
                <a:extLst>
                  <a:ext uri="{FF2B5EF4-FFF2-40B4-BE49-F238E27FC236}">
                    <a16:creationId xmlns:a16="http://schemas.microsoft.com/office/drawing/2014/main" id="{136F1142-0255-170D-3768-E9356CEB78D0}"/>
                  </a:ext>
                </a:extLst>
              </p:cNvPr>
              <p:cNvSpPr/>
              <p:nvPr/>
            </p:nvSpPr>
            <p:spPr>
              <a:xfrm>
                <a:off x="578529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8" name="Freeform 47207">
                <a:extLst>
                  <a:ext uri="{FF2B5EF4-FFF2-40B4-BE49-F238E27FC236}">
                    <a16:creationId xmlns:a16="http://schemas.microsoft.com/office/drawing/2014/main" id="{5EBDDA99-9282-E159-F7BB-0B8263A460D7}"/>
                  </a:ext>
                </a:extLst>
              </p:cNvPr>
              <p:cNvSpPr/>
              <p:nvPr/>
            </p:nvSpPr>
            <p:spPr>
              <a:xfrm>
                <a:off x="578579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09" name="Freeform 47208">
                <a:extLst>
                  <a:ext uri="{FF2B5EF4-FFF2-40B4-BE49-F238E27FC236}">
                    <a16:creationId xmlns:a16="http://schemas.microsoft.com/office/drawing/2014/main" id="{08B659A4-2877-6E12-0BEB-E200D7D00DBD}"/>
                  </a:ext>
                </a:extLst>
              </p:cNvPr>
              <p:cNvSpPr/>
              <p:nvPr/>
            </p:nvSpPr>
            <p:spPr>
              <a:xfrm>
                <a:off x="5786291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0" name="Freeform 47209">
                <a:extLst>
                  <a:ext uri="{FF2B5EF4-FFF2-40B4-BE49-F238E27FC236}">
                    <a16:creationId xmlns:a16="http://schemas.microsoft.com/office/drawing/2014/main" id="{EBCD6EC4-8733-A9CB-7B2F-EE956853BC8D}"/>
                  </a:ext>
                </a:extLst>
              </p:cNvPr>
              <p:cNvSpPr/>
              <p:nvPr/>
            </p:nvSpPr>
            <p:spPr>
              <a:xfrm>
                <a:off x="5786886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1" name="Freeform 47210">
                <a:extLst>
                  <a:ext uri="{FF2B5EF4-FFF2-40B4-BE49-F238E27FC236}">
                    <a16:creationId xmlns:a16="http://schemas.microsoft.com/office/drawing/2014/main" id="{B33E7079-2C38-8B89-B679-E8DA8201458D}"/>
                  </a:ext>
                </a:extLst>
              </p:cNvPr>
              <p:cNvSpPr/>
              <p:nvPr/>
            </p:nvSpPr>
            <p:spPr>
              <a:xfrm>
                <a:off x="57873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2" name="Freeform 47211">
                <a:extLst>
                  <a:ext uri="{FF2B5EF4-FFF2-40B4-BE49-F238E27FC236}">
                    <a16:creationId xmlns:a16="http://schemas.microsoft.com/office/drawing/2014/main" id="{6F9300F5-1354-8976-89F3-6F5F660E4511}"/>
                  </a:ext>
                </a:extLst>
              </p:cNvPr>
              <p:cNvSpPr/>
              <p:nvPr/>
            </p:nvSpPr>
            <p:spPr>
              <a:xfrm>
                <a:off x="57878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3" name="Freeform 47212">
                <a:extLst>
                  <a:ext uri="{FF2B5EF4-FFF2-40B4-BE49-F238E27FC236}">
                    <a16:creationId xmlns:a16="http://schemas.microsoft.com/office/drawing/2014/main" id="{1752FF6E-A69A-4B79-A417-74026568CB9C}"/>
                  </a:ext>
                </a:extLst>
              </p:cNvPr>
              <p:cNvSpPr/>
              <p:nvPr/>
            </p:nvSpPr>
            <p:spPr>
              <a:xfrm>
                <a:off x="57884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4" name="Freeform 47213">
                <a:extLst>
                  <a:ext uri="{FF2B5EF4-FFF2-40B4-BE49-F238E27FC236}">
                    <a16:creationId xmlns:a16="http://schemas.microsoft.com/office/drawing/2014/main" id="{C6096849-E3F2-444C-9E7E-11CB5F944A45}"/>
                  </a:ext>
                </a:extLst>
              </p:cNvPr>
              <p:cNvSpPr/>
              <p:nvPr/>
            </p:nvSpPr>
            <p:spPr>
              <a:xfrm>
                <a:off x="57889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5" name="Freeform 47214">
                <a:extLst>
                  <a:ext uri="{FF2B5EF4-FFF2-40B4-BE49-F238E27FC236}">
                    <a16:creationId xmlns:a16="http://schemas.microsoft.com/office/drawing/2014/main" id="{BCA9E8C2-89A1-EBFC-4A04-7DF14310D430}"/>
                  </a:ext>
                </a:extLst>
              </p:cNvPr>
              <p:cNvSpPr/>
              <p:nvPr/>
            </p:nvSpPr>
            <p:spPr>
              <a:xfrm>
                <a:off x="57894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6" name="Freeform 47215">
                <a:extLst>
                  <a:ext uri="{FF2B5EF4-FFF2-40B4-BE49-F238E27FC236}">
                    <a16:creationId xmlns:a16="http://schemas.microsoft.com/office/drawing/2014/main" id="{DBC18683-DC02-97C0-A324-983E6FBFCC05}"/>
                  </a:ext>
                </a:extLst>
              </p:cNvPr>
              <p:cNvSpPr/>
              <p:nvPr/>
            </p:nvSpPr>
            <p:spPr>
              <a:xfrm>
                <a:off x="57900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7" name="Freeform 47216">
                <a:extLst>
                  <a:ext uri="{FF2B5EF4-FFF2-40B4-BE49-F238E27FC236}">
                    <a16:creationId xmlns:a16="http://schemas.microsoft.com/office/drawing/2014/main" id="{00B16B52-FAAB-B760-E6EB-5715317B0CC0}"/>
                  </a:ext>
                </a:extLst>
              </p:cNvPr>
              <p:cNvSpPr/>
              <p:nvPr/>
            </p:nvSpPr>
            <p:spPr>
              <a:xfrm>
                <a:off x="57905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8" name="Freeform 47217">
                <a:extLst>
                  <a:ext uri="{FF2B5EF4-FFF2-40B4-BE49-F238E27FC236}">
                    <a16:creationId xmlns:a16="http://schemas.microsoft.com/office/drawing/2014/main" id="{FE6BAC9C-9BC0-B96B-D127-B1C3975E4F4F}"/>
                  </a:ext>
                </a:extLst>
              </p:cNvPr>
              <p:cNvSpPr/>
              <p:nvPr/>
            </p:nvSpPr>
            <p:spPr>
              <a:xfrm>
                <a:off x="57910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19" name="Freeform 47218">
                <a:extLst>
                  <a:ext uri="{FF2B5EF4-FFF2-40B4-BE49-F238E27FC236}">
                    <a16:creationId xmlns:a16="http://schemas.microsoft.com/office/drawing/2014/main" id="{262B37B7-EF18-3A82-0E2D-78E8F0CA0B7D}"/>
                  </a:ext>
                </a:extLst>
              </p:cNvPr>
              <p:cNvSpPr/>
              <p:nvPr/>
            </p:nvSpPr>
            <p:spPr>
              <a:xfrm>
                <a:off x="57916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0" name="Freeform 47219">
                <a:extLst>
                  <a:ext uri="{FF2B5EF4-FFF2-40B4-BE49-F238E27FC236}">
                    <a16:creationId xmlns:a16="http://schemas.microsoft.com/office/drawing/2014/main" id="{4DDDE07D-FD1D-ABE3-290B-F45257FE813F}"/>
                  </a:ext>
                </a:extLst>
              </p:cNvPr>
              <p:cNvSpPr/>
              <p:nvPr/>
            </p:nvSpPr>
            <p:spPr>
              <a:xfrm>
                <a:off x="57921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1" name="Freeform 47220">
                <a:extLst>
                  <a:ext uri="{FF2B5EF4-FFF2-40B4-BE49-F238E27FC236}">
                    <a16:creationId xmlns:a16="http://schemas.microsoft.com/office/drawing/2014/main" id="{DABE021D-1D87-A75A-1B41-234EE4C67DD9}"/>
                  </a:ext>
                </a:extLst>
              </p:cNvPr>
              <p:cNvSpPr/>
              <p:nvPr/>
            </p:nvSpPr>
            <p:spPr>
              <a:xfrm>
                <a:off x="57926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2" name="Freeform 47221">
                <a:extLst>
                  <a:ext uri="{FF2B5EF4-FFF2-40B4-BE49-F238E27FC236}">
                    <a16:creationId xmlns:a16="http://schemas.microsoft.com/office/drawing/2014/main" id="{AC076619-EB76-AAA0-6C92-CA87DFF6C828}"/>
                  </a:ext>
                </a:extLst>
              </p:cNvPr>
              <p:cNvSpPr/>
              <p:nvPr/>
            </p:nvSpPr>
            <p:spPr>
              <a:xfrm>
                <a:off x="57931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3" name="Freeform 47222">
                <a:extLst>
                  <a:ext uri="{FF2B5EF4-FFF2-40B4-BE49-F238E27FC236}">
                    <a16:creationId xmlns:a16="http://schemas.microsoft.com/office/drawing/2014/main" id="{3328B8B1-490E-E6FA-B177-A643A3412580}"/>
                  </a:ext>
                </a:extLst>
              </p:cNvPr>
              <p:cNvSpPr/>
              <p:nvPr/>
            </p:nvSpPr>
            <p:spPr>
              <a:xfrm>
                <a:off x="579373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4" name="Freeform 47223">
                <a:extLst>
                  <a:ext uri="{FF2B5EF4-FFF2-40B4-BE49-F238E27FC236}">
                    <a16:creationId xmlns:a16="http://schemas.microsoft.com/office/drawing/2014/main" id="{E1565BC8-B29D-2443-2395-163818D964EE}"/>
                  </a:ext>
                </a:extLst>
              </p:cNvPr>
              <p:cNvSpPr/>
              <p:nvPr/>
            </p:nvSpPr>
            <p:spPr>
              <a:xfrm>
                <a:off x="5794228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5" name="Freeform 47224">
                <a:extLst>
                  <a:ext uri="{FF2B5EF4-FFF2-40B4-BE49-F238E27FC236}">
                    <a16:creationId xmlns:a16="http://schemas.microsoft.com/office/drawing/2014/main" id="{B7C53E4B-5A51-AE2F-9153-FDBD5E48B768}"/>
                  </a:ext>
                </a:extLst>
              </p:cNvPr>
              <p:cNvSpPr/>
              <p:nvPr/>
            </p:nvSpPr>
            <p:spPr>
              <a:xfrm>
                <a:off x="5794724" y="590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6" name="Freeform 47225">
                <a:extLst>
                  <a:ext uri="{FF2B5EF4-FFF2-40B4-BE49-F238E27FC236}">
                    <a16:creationId xmlns:a16="http://schemas.microsoft.com/office/drawing/2014/main" id="{07E63AC7-B43D-560E-9F09-089C32CF2069}"/>
                  </a:ext>
                </a:extLst>
              </p:cNvPr>
              <p:cNvSpPr/>
              <p:nvPr/>
            </p:nvSpPr>
            <p:spPr>
              <a:xfrm>
                <a:off x="5795320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7" name="Freeform 47226">
                <a:extLst>
                  <a:ext uri="{FF2B5EF4-FFF2-40B4-BE49-F238E27FC236}">
                    <a16:creationId xmlns:a16="http://schemas.microsoft.com/office/drawing/2014/main" id="{BD7EE477-A8D6-4D73-9657-606F58FA6DAD}"/>
                  </a:ext>
                </a:extLst>
              </p:cNvPr>
              <p:cNvSpPr/>
              <p:nvPr/>
            </p:nvSpPr>
            <p:spPr>
              <a:xfrm>
                <a:off x="5795816" y="603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8" name="Freeform 47227">
                <a:extLst>
                  <a:ext uri="{FF2B5EF4-FFF2-40B4-BE49-F238E27FC236}">
                    <a16:creationId xmlns:a16="http://schemas.microsoft.com/office/drawing/2014/main" id="{C0FB3AAB-2744-F20A-1271-A0FE2558BE2F}"/>
                  </a:ext>
                </a:extLst>
              </p:cNvPr>
              <p:cNvSpPr/>
              <p:nvPr/>
            </p:nvSpPr>
            <p:spPr>
              <a:xfrm>
                <a:off x="579631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29" name="Freeform 47228">
                <a:extLst>
                  <a:ext uri="{FF2B5EF4-FFF2-40B4-BE49-F238E27FC236}">
                    <a16:creationId xmlns:a16="http://schemas.microsoft.com/office/drawing/2014/main" id="{A128E9A7-B268-E64C-A919-E1BA1E2880F3}"/>
                  </a:ext>
                </a:extLst>
              </p:cNvPr>
              <p:cNvSpPr/>
              <p:nvPr/>
            </p:nvSpPr>
            <p:spPr>
              <a:xfrm>
                <a:off x="5796907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0" name="Freeform 47229">
                <a:extLst>
                  <a:ext uri="{FF2B5EF4-FFF2-40B4-BE49-F238E27FC236}">
                    <a16:creationId xmlns:a16="http://schemas.microsoft.com/office/drawing/2014/main" id="{62562DF5-00ED-D6B0-D65C-7D0BEAA41163}"/>
                  </a:ext>
                </a:extLst>
              </p:cNvPr>
              <p:cNvSpPr/>
              <p:nvPr/>
            </p:nvSpPr>
            <p:spPr>
              <a:xfrm>
                <a:off x="579740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1" name="Freeform 47230">
                <a:extLst>
                  <a:ext uri="{FF2B5EF4-FFF2-40B4-BE49-F238E27FC236}">
                    <a16:creationId xmlns:a16="http://schemas.microsoft.com/office/drawing/2014/main" id="{B6FA0806-19D8-97E4-D175-86B5A51F2041}"/>
                  </a:ext>
                </a:extLst>
              </p:cNvPr>
              <p:cNvSpPr/>
              <p:nvPr/>
            </p:nvSpPr>
            <p:spPr>
              <a:xfrm>
                <a:off x="579789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2" name="Freeform 47231">
                <a:extLst>
                  <a:ext uri="{FF2B5EF4-FFF2-40B4-BE49-F238E27FC236}">
                    <a16:creationId xmlns:a16="http://schemas.microsoft.com/office/drawing/2014/main" id="{9738531E-0EAC-0C03-FE54-B3515CE37CF1}"/>
                  </a:ext>
                </a:extLst>
              </p:cNvPr>
              <p:cNvSpPr/>
              <p:nvPr/>
            </p:nvSpPr>
            <p:spPr>
              <a:xfrm>
                <a:off x="579849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3" name="Freeform 47232">
                <a:extLst>
                  <a:ext uri="{FF2B5EF4-FFF2-40B4-BE49-F238E27FC236}">
                    <a16:creationId xmlns:a16="http://schemas.microsoft.com/office/drawing/2014/main" id="{8A807229-57A3-F99E-4CD0-34221B37414A}"/>
                  </a:ext>
                </a:extLst>
              </p:cNvPr>
              <p:cNvSpPr/>
              <p:nvPr/>
            </p:nvSpPr>
            <p:spPr>
              <a:xfrm>
                <a:off x="5798991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4" name="Freeform 47233">
                <a:extLst>
                  <a:ext uri="{FF2B5EF4-FFF2-40B4-BE49-F238E27FC236}">
                    <a16:creationId xmlns:a16="http://schemas.microsoft.com/office/drawing/2014/main" id="{542B5FAB-A74C-23E3-6075-880A8BC3B5EF}"/>
                  </a:ext>
                </a:extLst>
              </p:cNvPr>
              <p:cNvSpPr/>
              <p:nvPr/>
            </p:nvSpPr>
            <p:spPr>
              <a:xfrm>
                <a:off x="5799487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5" name="Freeform 47234">
                <a:extLst>
                  <a:ext uri="{FF2B5EF4-FFF2-40B4-BE49-F238E27FC236}">
                    <a16:creationId xmlns:a16="http://schemas.microsoft.com/office/drawing/2014/main" id="{830FCE13-2E12-C606-3DB1-5E5A8B49777F}"/>
                  </a:ext>
                </a:extLst>
              </p:cNvPr>
              <p:cNvSpPr/>
              <p:nvPr/>
            </p:nvSpPr>
            <p:spPr>
              <a:xfrm>
                <a:off x="58000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6" name="Freeform 47235">
                <a:extLst>
                  <a:ext uri="{FF2B5EF4-FFF2-40B4-BE49-F238E27FC236}">
                    <a16:creationId xmlns:a16="http://schemas.microsoft.com/office/drawing/2014/main" id="{263B31D5-2B45-5358-3EBF-64E7D66250A9}"/>
                  </a:ext>
                </a:extLst>
              </p:cNvPr>
              <p:cNvSpPr/>
              <p:nvPr/>
            </p:nvSpPr>
            <p:spPr>
              <a:xfrm>
                <a:off x="58005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7" name="Freeform 47236">
                <a:extLst>
                  <a:ext uri="{FF2B5EF4-FFF2-40B4-BE49-F238E27FC236}">
                    <a16:creationId xmlns:a16="http://schemas.microsoft.com/office/drawing/2014/main" id="{F795A0AD-3828-E7B0-51EC-89E0F3CCCE02}"/>
                  </a:ext>
                </a:extLst>
              </p:cNvPr>
              <p:cNvSpPr/>
              <p:nvPr/>
            </p:nvSpPr>
            <p:spPr>
              <a:xfrm>
                <a:off x="58010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8" name="Freeform 47237">
                <a:extLst>
                  <a:ext uri="{FF2B5EF4-FFF2-40B4-BE49-F238E27FC236}">
                    <a16:creationId xmlns:a16="http://schemas.microsoft.com/office/drawing/2014/main" id="{737DA32D-784C-0490-0B82-C2DB839CE791}"/>
                  </a:ext>
                </a:extLst>
              </p:cNvPr>
              <p:cNvSpPr/>
              <p:nvPr/>
            </p:nvSpPr>
            <p:spPr>
              <a:xfrm>
                <a:off x="58016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39" name="Freeform 47238">
                <a:extLst>
                  <a:ext uri="{FF2B5EF4-FFF2-40B4-BE49-F238E27FC236}">
                    <a16:creationId xmlns:a16="http://schemas.microsoft.com/office/drawing/2014/main" id="{ECEF4F75-3AEE-280A-48D2-316FF587614B}"/>
                  </a:ext>
                </a:extLst>
              </p:cNvPr>
              <p:cNvSpPr/>
              <p:nvPr/>
            </p:nvSpPr>
            <p:spPr>
              <a:xfrm>
                <a:off x="58021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0" name="Freeform 47239">
                <a:extLst>
                  <a:ext uri="{FF2B5EF4-FFF2-40B4-BE49-F238E27FC236}">
                    <a16:creationId xmlns:a16="http://schemas.microsoft.com/office/drawing/2014/main" id="{EC434BAE-DCB8-5C8A-828B-E25DF468365F}"/>
                  </a:ext>
                </a:extLst>
              </p:cNvPr>
              <p:cNvSpPr/>
              <p:nvPr/>
            </p:nvSpPr>
            <p:spPr>
              <a:xfrm>
                <a:off x="58026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1" name="Freeform 47240">
                <a:extLst>
                  <a:ext uri="{FF2B5EF4-FFF2-40B4-BE49-F238E27FC236}">
                    <a16:creationId xmlns:a16="http://schemas.microsoft.com/office/drawing/2014/main" id="{030437CA-71F4-0A76-2B44-496726F512AF}"/>
                  </a:ext>
                </a:extLst>
              </p:cNvPr>
              <p:cNvSpPr/>
              <p:nvPr/>
            </p:nvSpPr>
            <p:spPr>
              <a:xfrm>
                <a:off x="58032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2" name="Freeform 47241">
                <a:extLst>
                  <a:ext uri="{FF2B5EF4-FFF2-40B4-BE49-F238E27FC236}">
                    <a16:creationId xmlns:a16="http://schemas.microsoft.com/office/drawing/2014/main" id="{A2BC0E95-D7BE-2110-A803-6A836BD0300E}"/>
                  </a:ext>
                </a:extLst>
              </p:cNvPr>
              <p:cNvSpPr/>
              <p:nvPr/>
            </p:nvSpPr>
            <p:spPr>
              <a:xfrm>
                <a:off x="58037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3" name="Freeform 47242">
                <a:extLst>
                  <a:ext uri="{FF2B5EF4-FFF2-40B4-BE49-F238E27FC236}">
                    <a16:creationId xmlns:a16="http://schemas.microsoft.com/office/drawing/2014/main" id="{6043CC8A-B156-A83F-9A0B-5D5D9969BA05}"/>
                  </a:ext>
                </a:extLst>
              </p:cNvPr>
              <p:cNvSpPr/>
              <p:nvPr/>
            </p:nvSpPr>
            <p:spPr>
              <a:xfrm>
                <a:off x="58042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4" name="Freeform 47243">
                <a:extLst>
                  <a:ext uri="{FF2B5EF4-FFF2-40B4-BE49-F238E27FC236}">
                    <a16:creationId xmlns:a16="http://schemas.microsoft.com/office/drawing/2014/main" id="{3809E770-F165-0BD3-9904-B5D47AA5FA6C}"/>
                  </a:ext>
                </a:extLst>
              </p:cNvPr>
              <p:cNvSpPr/>
              <p:nvPr/>
            </p:nvSpPr>
            <p:spPr>
              <a:xfrm>
                <a:off x="58048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5" name="Freeform 47244">
                <a:extLst>
                  <a:ext uri="{FF2B5EF4-FFF2-40B4-BE49-F238E27FC236}">
                    <a16:creationId xmlns:a16="http://schemas.microsoft.com/office/drawing/2014/main" id="{259086DA-717C-CA08-6FDB-1D5A50E4FB87}"/>
                  </a:ext>
                </a:extLst>
              </p:cNvPr>
              <p:cNvSpPr/>
              <p:nvPr/>
            </p:nvSpPr>
            <p:spPr>
              <a:xfrm>
                <a:off x="58053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6" name="Freeform 47245">
                <a:extLst>
                  <a:ext uri="{FF2B5EF4-FFF2-40B4-BE49-F238E27FC236}">
                    <a16:creationId xmlns:a16="http://schemas.microsoft.com/office/drawing/2014/main" id="{47AF9070-4FA5-0DFE-3629-6C617067DC82}"/>
                  </a:ext>
                </a:extLst>
              </p:cNvPr>
              <p:cNvSpPr/>
              <p:nvPr/>
            </p:nvSpPr>
            <p:spPr>
              <a:xfrm>
                <a:off x="580583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7" name="Freeform 47246">
                <a:extLst>
                  <a:ext uri="{FF2B5EF4-FFF2-40B4-BE49-F238E27FC236}">
                    <a16:creationId xmlns:a16="http://schemas.microsoft.com/office/drawing/2014/main" id="{7EED6B13-FABA-9C99-539B-120D6787FE93}"/>
                  </a:ext>
                </a:extLst>
              </p:cNvPr>
              <p:cNvSpPr/>
              <p:nvPr/>
            </p:nvSpPr>
            <p:spPr>
              <a:xfrm>
                <a:off x="5806333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8" name="Freeform 47247">
                <a:extLst>
                  <a:ext uri="{FF2B5EF4-FFF2-40B4-BE49-F238E27FC236}">
                    <a16:creationId xmlns:a16="http://schemas.microsoft.com/office/drawing/2014/main" id="{99F10828-6D12-02E3-5A1A-DDFE22440CAC}"/>
                  </a:ext>
                </a:extLst>
              </p:cNvPr>
              <p:cNvSpPr/>
              <p:nvPr/>
            </p:nvSpPr>
            <p:spPr>
              <a:xfrm>
                <a:off x="5806928" y="5817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49" name="Freeform 47248">
                <a:extLst>
                  <a:ext uri="{FF2B5EF4-FFF2-40B4-BE49-F238E27FC236}">
                    <a16:creationId xmlns:a16="http://schemas.microsoft.com/office/drawing/2014/main" id="{4047C999-1E81-D125-B052-1EAB6C63090E}"/>
                  </a:ext>
                </a:extLst>
              </p:cNvPr>
              <p:cNvSpPr/>
              <p:nvPr/>
            </p:nvSpPr>
            <p:spPr>
              <a:xfrm>
                <a:off x="5807424" y="5813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0" name="Freeform 47249">
                <a:extLst>
                  <a:ext uri="{FF2B5EF4-FFF2-40B4-BE49-F238E27FC236}">
                    <a16:creationId xmlns:a16="http://schemas.microsoft.com/office/drawing/2014/main" id="{B820A4BB-AED3-60FD-A1A6-B8B402153799}"/>
                  </a:ext>
                </a:extLst>
              </p:cNvPr>
              <p:cNvSpPr/>
              <p:nvPr/>
            </p:nvSpPr>
            <p:spPr>
              <a:xfrm>
                <a:off x="5807920" y="580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1" name="Freeform 47250">
                <a:extLst>
                  <a:ext uri="{FF2B5EF4-FFF2-40B4-BE49-F238E27FC236}">
                    <a16:creationId xmlns:a16="http://schemas.microsoft.com/office/drawing/2014/main" id="{41E590B7-FCFB-5352-2DC5-2480607AE8C2}"/>
                  </a:ext>
                </a:extLst>
              </p:cNvPr>
              <p:cNvSpPr/>
              <p:nvPr/>
            </p:nvSpPr>
            <p:spPr>
              <a:xfrm>
                <a:off x="5808516" y="5894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2" name="Freeform 47251">
                <a:extLst>
                  <a:ext uri="{FF2B5EF4-FFF2-40B4-BE49-F238E27FC236}">
                    <a16:creationId xmlns:a16="http://schemas.microsoft.com/office/drawing/2014/main" id="{B0A6DD62-F1B0-4380-EC07-05EF72746ECB}"/>
                  </a:ext>
                </a:extLst>
              </p:cNvPr>
              <p:cNvSpPr/>
              <p:nvPr/>
            </p:nvSpPr>
            <p:spPr>
              <a:xfrm>
                <a:off x="5809012" y="5927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3" name="Freeform 47252">
                <a:extLst>
                  <a:ext uri="{FF2B5EF4-FFF2-40B4-BE49-F238E27FC236}">
                    <a16:creationId xmlns:a16="http://schemas.microsoft.com/office/drawing/2014/main" id="{D24C4D36-15F4-63E2-5434-B617814AE1F3}"/>
                  </a:ext>
                </a:extLst>
              </p:cNvPr>
              <p:cNvSpPr/>
              <p:nvPr/>
            </p:nvSpPr>
            <p:spPr>
              <a:xfrm>
                <a:off x="5809508" y="5946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4" name="Freeform 47253">
                <a:extLst>
                  <a:ext uri="{FF2B5EF4-FFF2-40B4-BE49-F238E27FC236}">
                    <a16:creationId xmlns:a16="http://schemas.microsoft.com/office/drawing/2014/main" id="{665383C0-6903-AB2C-CF12-2353FE4533C9}"/>
                  </a:ext>
                </a:extLst>
              </p:cNvPr>
              <p:cNvSpPr/>
              <p:nvPr/>
            </p:nvSpPr>
            <p:spPr>
              <a:xfrm>
                <a:off x="5810103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5" name="Freeform 47254">
                <a:extLst>
                  <a:ext uri="{FF2B5EF4-FFF2-40B4-BE49-F238E27FC236}">
                    <a16:creationId xmlns:a16="http://schemas.microsoft.com/office/drawing/2014/main" id="{1DEC1DF0-AE59-AEE5-5741-0075CDAFF2D3}"/>
                  </a:ext>
                </a:extLst>
              </p:cNvPr>
              <p:cNvSpPr/>
              <p:nvPr/>
            </p:nvSpPr>
            <p:spPr>
              <a:xfrm>
                <a:off x="5810599" y="6014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6" name="Freeform 47255">
                <a:extLst>
                  <a:ext uri="{FF2B5EF4-FFF2-40B4-BE49-F238E27FC236}">
                    <a16:creationId xmlns:a16="http://schemas.microsoft.com/office/drawing/2014/main" id="{01FDD22F-FFAE-FF0A-6563-6E8D88F30D4C}"/>
                  </a:ext>
                </a:extLst>
              </p:cNvPr>
              <p:cNvSpPr/>
              <p:nvPr/>
            </p:nvSpPr>
            <p:spPr>
              <a:xfrm>
                <a:off x="5811095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7" name="Freeform 47256">
                <a:extLst>
                  <a:ext uri="{FF2B5EF4-FFF2-40B4-BE49-F238E27FC236}">
                    <a16:creationId xmlns:a16="http://schemas.microsoft.com/office/drawing/2014/main" id="{2699C98F-8D8B-2641-FFAB-C4E3F6766F80}"/>
                  </a:ext>
                </a:extLst>
              </p:cNvPr>
              <p:cNvSpPr/>
              <p:nvPr/>
            </p:nvSpPr>
            <p:spPr>
              <a:xfrm>
                <a:off x="5811691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8" name="Freeform 47257">
                <a:extLst>
                  <a:ext uri="{FF2B5EF4-FFF2-40B4-BE49-F238E27FC236}">
                    <a16:creationId xmlns:a16="http://schemas.microsoft.com/office/drawing/2014/main" id="{5436346E-7566-4814-AF9A-37B814F67B57}"/>
                  </a:ext>
                </a:extLst>
              </p:cNvPr>
              <p:cNvSpPr/>
              <p:nvPr/>
            </p:nvSpPr>
            <p:spPr>
              <a:xfrm>
                <a:off x="5812187" y="602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59" name="Freeform 47258">
                <a:extLst>
                  <a:ext uri="{FF2B5EF4-FFF2-40B4-BE49-F238E27FC236}">
                    <a16:creationId xmlns:a16="http://schemas.microsoft.com/office/drawing/2014/main" id="{1DAA3E40-ADC1-F074-C30E-C4C753D4C932}"/>
                  </a:ext>
                </a:extLst>
              </p:cNvPr>
              <p:cNvSpPr/>
              <p:nvPr/>
            </p:nvSpPr>
            <p:spPr>
              <a:xfrm>
                <a:off x="581268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0" name="Freeform 47259">
                <a:extLst>
                  <a:ext uri="{FF2B5EF4-FFF2-40B4-BE49-F238E27FC236}">
                    <a16:creationId xmlns:a16="http://schemas.microsoft.com/office/drawing/2014/main" id="{39484004-490F-FB8D-334A-8BD9B3C9CB44}"/>
                  </a:ext>
                </a:extLst>
              </p:cNvPr>
              <p:cNvSpPr/>
              <p:nvPr/>
            </p:nvSpPr>
            <p:spPr>
              <a:xfrm>
                <a:off x="58132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1" name="Freeform 47260">
                <a:extLst>
                  <a:ext uri="{FF2B5EF4-FFF2-40B4-BE49-F238E27FC236}">
                    <a16:creationId xmlns:a16="http://schemas.microsoft.com/office/drawing/2014/main" id="{B8A2AA85-9CD9-49C5-64E2-AD42102A0815}"/>
                  </a:ext>
                </a:extLst>
              </p:cNvPr>
              <p:cNvSpPr/>
              <p:nvPr/>
            </p:nvSpPr>
            <p:spPr>
              <a:xfrm>
                <a:off x="58137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2" name="Freeform 47261">
                <a:extLst>
                  <a:ext uri="{FF2B5EF4-FFF2-40B4-BE49-F238E27FC236}">
                    <a16:creationId xmlns:a16="http://schemas.microsoft.com/office/drawing/2014/main" id="{26A1CCFC-D9BF-5A31-2445-F9D05149CC1F}"/>
                  </a:ext>
                </a:extLst>
              </p:cNvPr>
              <p:cNvSpPr/>
              <p:nvPr/>
            </p:nvSpPr>
            <p:spPr>
              <a:xfrm>
                <a:off x="58142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3" name="Freeform 47262">
                <a:extLst>
                  <a:ext uri="{FF2B5EF4-FFF2-40B4-BE49-F238E27FC236}">
                    <a16:creationId xmlns:a16="http://schemas.microsoft.com/office/drawing/2014/main" id="{8EA32871-5A42-D5BB-FE75-3AD514B75E0A}"/>
                  </a:ext>
                </a:extLst>
              </p:cNvPr>
              <p:cNvSpPr/>
              <p:nvPr/>
            </p:nvSpPr>
            <p:spPr>
              <a:xfrm>
                <a:off x="58148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4" name="Freeform 47263">
                <a:extLst>
                  <a:ext uri="{FF2B5EF4-FFF2-40B4-BE49-F238E27FC236}">
                    <a16:creationId xmlns:a16="http://schemas.microsoft.com/office/drawing/2014/main" id="{FDF85855-776E-549B-8709-C1BABBD867C2}"/>
                  </a:ext>
                </a:extLst>
              </p:cNvPr>
              <p:cNvSpPr/>
              <p:nvPr/>
            </p:nvSpPr>
            <p:spPr>
              <a:xfrm>
                <a:off x="58153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5" name="Freeform 47264">
                <a:extLst>
                  <a:ext uri="{FF2B5EF4-FFF2-40B4-BE49-F238E27FC236}">
                    <a16:creationId xmlns:a16="http://schemas.microsoft.com/office/drawing/2014/main" id="{3CC4C34F-6B34-F039-2F96-24FA3F44DE98}"/>
                  </a:ext>
                </a:extLst>
              </p:cNvPr>
              <p:cNvSpPr/>
              <p:nvPr/>
            </p:nvSpPr>
            <p:spPr>
              <a:xfrm>
                <a:off x="58158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6" name="Freeform 47265">
                <a:extLst>
                  <a:ext uri="{FF2B5EF4-FFF2-40B4-BE49-F238E27FC236}">
                    <a16:creationId xmlns:a16="http://schemas.microsoft.com/office/drawing/2014/main" id="{FA9FFB01-39C1-26F9-4C70-D3209ADDA24E}"/>
                  </a:ext>
                </a:extLst>
              </p:cNvPr>
              <p:cNvSpPr/>
              <p:nvPr/>
            </p:nvSpPr>
            <p:spPr>
              <a:xfrm>
                <a:off x="58164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7" name="Freeform 47266">
                <a:extLst>
                  <a:ext uri="{FF2B5EF4-FFF2-40B4-BE49-F238E27FC236}">
                    <a16:creationId xmlns:a16="http://schemas.microsoft.com/office/drawing/2014/main" id="{DDA6EE35-81E8-F532-CD9F-8AE559E0B410}"/>
                  </a:ext>
                </a:extLst>
              </p:cNvPr>
              <p:cNvSpPr/>
              <p:nvPr/>
            </p:nvSpPr>
            <p:spPr>
              <a:xfrm>
                <a:off x="58169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8" name="Freeform 47267">
                <a:extLst>
                  <a:ext uri="{FF2B5EF4-FFF2-40B4-BE49-F238E27FC236}">
                    <a16:creationId xmlns:a16="http://schemas.microsoft.com/office/drawing/2014/main" id="{1AE97A45-4586-3834-7A49-68ADB85708A5}"/>
                  </a:ext>
                </a:extLst>
              </p:cNvPr>
              <p:cNvSpPr/>
              <p:nvPr/>
            </p:nvSpPr>
            <p:spPr>
              <a:xfrm>
                <a:off x="58174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69" name="Freeform 47268">
                <a:extLst>
                  <a:ext uri="{FF2B5EF4-FFF2-40B4-BE49-F238E27FC236}">
                    <a16:creationId xmlns:a16="http://schemas.microsoft.com/office/drawing/2014/main" id="{60058550-E48D-43E1-0921-3E08005C646C}"/>
                  </a:ext>
                </a:extLst>
              </p:cNvPr>
              <p:cNvSpPr/>
              <p:nvPr/>
            </p:nvSpPr>
            <p:spPr>
              <a:xfrm>
                <a:off x="58179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0" name="Freeform 47269">
                <a:extLst>
                  <a:ext uri="{FF2B5EF4-FFF2-40B4-BE49-F238E27FC236}">
                    <a16:creationId xmlns:a16="http://schemas.microsoft.com/office/drawing/2014/main" id="{AFCD70AF-803D-7A10-41A8-307825691562}"/>
                  </a:ext>
                </a:extLst>
              </p:cNvPr>
              <p:cNvSpPr/>
              <p:nvPr/>
            </p:nvSpPr>
            <p:spPr>
              <a:xfrm>
                <a:off x="58185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1" name="Freeform 47270">
                <a:extLst>
                  <a:ext uri="{FF2B5EF4-FFF2-40B4-BE49-F238E27FC236}">
                    <a16:creationId xmlns:a16="http://schemas.microsoft.com/office/drawing/2014/main" id="{E3EA32DA-864D-A018-194A-D4D888F96E45}"/>
                  </a:ext>
                </a:extLst>
              </p:cNvPr>
              <p:cNvSpPr/>
              <p:nvPr/>
            </p:nvSpPr>
            <p:spPr>
              <a:xfrm>
                <a:off x="5819033" y="6011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2" name="Freeform 47271">
                <a:extLst>
                  <a:ext uri="{FF2B5EF4-FFF2-40B4-BE49-F238E27FC236}">
                    <a16:creationId xmlns:a16="http://schemas.microsoft.com/office/drawing/2014/main" id="{3BA92EBE-2BBB-B4BF-AD8C-6A6AFED3A11F}"/>
                  </a:ext>
                </a:extLst>
              </p:cNvPr>
              <p:cNvSpPr/>
              <p:nvPr/>
            </p:nvSpPr>
            <p:spPr>
              <a:xfrm>
                <a:off x="5819529" y="575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3" name="Freeform 47272">
                <a:extLst>
                  <a:ext uri="{FF2B5EF4-FFF2-40B4-BE49-F238E27FC236}">
                    <a16:creationId xmlns:a16="http://schemas.microsoft.com/office/drawing/2014/main" id="{6A3A35E5-2147-9CBC-374A-D499EF31E139}"/>
                  </a:ext>
                </a:extLst>
              </p:cNvPr>
              <p:cNvSpPr/>
              <p:nvPr/>
            </p:nvSpPr>
            <p:spPr>
              <a:xfrm>
                <a:off x="5820124" y="5781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4" name="Freeform 47273">
                <a:extLst>
                  <a:ext uri="{FF2B5EF4-FFF2-40B4-BE49-F238E27FC236}">
                    <a16:creationId xmlns:a16="http://schemas.microsoft.com/office/drawing/2014/main" id="{37DDDD0F-01B0-E091-CD36-EAD400425773}"/>
                  </a:ext>
                </a:extLst>
              </p:cNvPr>
              <p:cNvSpPr/>
              <p:nvPr/>
            </p:nvSpPr>
            <p:spPr>
              <a:xfrm>
                <a:off x="5820620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5" name="Freeform 47274">
                <a:extLst>
                  <a:ext uri="{FF2B5EF4-FFF2-40B4-BE49-F238E27FC236}">
                    <a16:creationId xmlns:a16="http://schemas.microsoft.com/office/drawing/2014/main" id="{E1292F4B-45CC-204D-547F-B67E9DC7C957}"/>
                  </a:ext>
                </a:extLst>
              </p:cNvPr>
              <p:cNvSpPr/>
              <p:nvPr/>
            </p:nvSpPr>
            <p:spPr>
              <a:xfrm>
                <a:off x="5821116" y="577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6" name="Freeform 47275">
                <a:extLst>
                  <a:ext uri="{FF2B5EF4-FFF2-40B4-BE49-F238E27FC236}">
                    <a16:creationId xmlns:a16="http://schemas.microsoft.com/office/drawing/2014/main" id="{3E639061-C373-A47D-CE98-1201CA34F33D}"/>
                  </a:ext>
                </a:extLst>
              </p:cNvPr>
              <p:cNvSpPr/>
              <p:nvPr/>
            </p:nvSpPr>
            <p:spPr>
              <a:xfrm>
                <a:off x="5821712" y="5788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7" name="Freeform 47276">
                <a:extLst>
                  <a:ext uri="{FF2B5EF4-FFF2-40B4-BE49-F238E27FC236}">
                    <a16:creationId xmlns:a16="http://schemas.microsoft.com/office/drawing/2014/main" id="{5B3656D3-FAB7-BEBD-B309-07B27E9EB51D}"/>
                  </a:ext>
                </a:extLst>
              </p:cNvPr>
              <p:cNvSpPr/>
              <p:nvPr/>
            </p:nvSpPr>
            <p:spPr>
              <a:xfrm>
                <a:off x="5822208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8" name="Freeform 47277">
                <a:extLst>
                  <a:ext uri="{FF2B5EF4-FFF2-40B4-BE49-F238E27FC236}">
                    <a16:creationId xmlns:a16="http://schemas.microsoft.com/office/drawing/2014/main" id="{A4C74D62-DF18-F5EF-53B4-F8467735A9C7}"/>
                  </a:ext>
                </a:extLst>
              </p:cNvPr>
              <p:cNvSpPr/>
              <p:nvPr/>
            </p:nvSpPr>
            <p:spPr>
              <a:xfrm>
                <a:off x="5822704" y="603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79" name="Freeform 47278">
                <a:extLst>
                  <a:ext uri="{FF2B5EF4-FFF2-40B4-BE49-F238E27FC236}">
                    <a16:creationId xmlns:a16="http://schemas.microsoft.com/office/drawing/2014/main" id="{2104BC4F-0DCF-99B9-DFAB-C93C2C0DDAAA}"/>
                  </a:ext>
                </a:extLst>
              </p:cNvPr>
              <p:cNvSpPr/>
              <p:nvPr/>
            </p:nvSpPr>
            <p:spPr>
              <a:xfrm>
                <a:off x="5823299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0" name="Freeform 47279">
                <a:extLst>
                  <a:ext uri="{FF2B5EF4-FFF2-40B4-BE49-F238E27FC236}">
                    <a16:creationId xmlns:a16="http://schemas.microsoft.com/office/drawing/2014/main" id="{5048E71E-9EE8-C228-0EF7-BB2A6FCA5664}"/>
                  </a:ext>
                </a:extLst>
              </p:cNvPr>
              <p:cNvSpPr/>
              <p:nvPr/>
            </p:nvSpPr>
            <p:spPr>
              <a:xfrm>
                <a:off x="5823795" y="6043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1" name="Freeform 47280">
                <a:extLst>
                  <a:ext uri="{FF2B5EF4-FFF2-40B4-BE49-F238E27FC236}">
                    <a16:creationId xmlns:a16="http://schemas.microsoft.com/office/drawing/2014/main" id="{3A6E987D-9854-D3FD-4A54-618901C8877B}"/>
                  </a:ext>
                </a:extLst>
              </p:cNvPr>
              <p:cNvSpPr/>
              <p:nvPr/>
            </p:nvSpPr>
            <p:spPr>
              <a:xfrm>
                <a:off x="5824291" y="6041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2" name="Freeform 47281">
                <a:extLst>
                  <a:ext uri="{FF2B5EF4-FFF2-40B4-BE49-F238E27FC236}">
                    <a16:creationId xmlns:a16="http://schemas.microsoft.com/office/drawing/2014/main" id="{B8F1A6DD-DC75-5437-1EDD-AB1D7E56DAE8}"/>
                  </a:ext>
                </a:extLst>
              </p:cNvPr>
              <p:cNvSpPr/>
              <p:nvPr/>
            </p:nvSpPr>
            <p:spPr>
              <a:xfrm>
                <a:off x="5824887" y="603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3" name="Freeform 47282">
                <a:extLst>
                  <a:ext uri="{FF2B5EF4-FFF2-40B4-BE49-F238E27FC236}">
                    <a16:creationId xmlns:a16="http://schemas.microsoft.com/office/drawing/2014/main" id="{C8016E8D-9DC1-53AD-2C20-1E7C232ACA9C}"/>
                  </a:ext>
                </a:extLst>
              </p:cNvPr>
              <p:cNvSpPr/>
              <p:nvPr/>
            </p:nvSpPr>
            <p:spPr>
              <a:xfrm>
                <a:off x="5825383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4" name="Freeform 47283">
                <a:extLst>
                  <a:ext uri="{FF2B5EF4-FFF2-40B4-BE49-F238E27FC236}">
                    <a16:creationId xmlns:a16="http://schemas.microsoft.com/office/drawing/2014/main" id="{ACCF6A2A-D725-D1DF-4636-BEAD8362DD91}"/>
                  </a:ext>
                </a:extLst>
              </p:cNvPr>
              <p:cNvSpPr/>
              <p:nvPr/>
            </p:nvSpPr>
            <p:spPr>
              <a:xfrm>
                <a:off x="5825879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5" name="Freeform 47284">
                <a:extLst>
                  <a:ext uri="{FF2B5EF4-FFF2-40B4-BE49-F238E27FC236}">
                    <a16:creationId xmlns:a16="http://schemas.microsoft.com/office/drawing/2014/main" id="{956C6C2A-CA53-0422-163D-98F68853D98E}"/>
                  </a:ext>
                </a:extLst>
              </p:cNvPr>
              <p:cNvSpPr/>
              <p:nvPr/>
            </p:nvSpPr>
            <p:spPr>
              <a:xfrm>
                <a:off x="582647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6" name="Freeform 47285">
                <a:extLst>
                  <a:ext uri="{FF2B5EF4-FFF2-40B4-BE49-F238E27FC236}">
                    <a16:creationId xmlns:a16="http://schemas.microsoft.com/office/drawing/2014/main" id="{DBAD67A2-6B11-174F-28CF-B8B1CC144D31}"/>
                  </a:ext>
                </a:extLst>
              </p:cNvPr>
              <p:cNvSpPr/>
              <p:nvPr/>
            </p:nvSpPr>
            <p:spPr>
              <a:xfrm>
                <a:off x="58269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7" name="Freeform 47286">
                <a:extLst>
                  <a:ext uri="{FF2B5EF4-FFF2-40B4-BE49-F238E27FC236}">
                    <a16:creationId xmlns:a16="http://schemas.microsoft.com/office/drawing/2014/main" id="{7D4776F0-3A57-B377-1790-226A040370C3}"/>
                  </a:ext>
                </a:extLst>
              </p:cNvPr>
              <p:cNvSpPr/>
              <p:nvPr/>
            </p:nvSpPr>
            <p:spPr>
              <a:xfrm>
                <a:off x="58274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8" name="Freeform 47287">
                <a:extLst>
                  <a:ext uri="{FF2B5EF4-FFF2-40B4-BE49-F238E27FC236}">
                    <a16:creationId xmlns:a16="http://schemas.microsoft.com/office/drawing/2014/main" id="{82CA28AB-255A-E1A1-0C03-0C42A3EC2377}"/>
                  </a:ext>
                </a:extLst>
              </p:cNvPr>
              <p:cNvSpPr/>
              <p:nvPr/>
            </p:nvSpPr>
            <p:spPr>
              <a:xfrm>
                <a:off x="58280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89" name="Freeform 47288">
                <a:extLst>
                  <a:ext uri="{FF2B5EF4-FFF2-40B4-BE49-F238E27FC236}">
                    <a16:creationId xmlns:a16="http://schemas.microsoft.com/office/drawing/2014/main" id="{CFAD9AF4-2EC7-5105-B5F7-74F08331EC74}"/>
                  </a:ext>
                </a:extLst>
              </p:cNvPr>
              <p:cNvSpPr/>
              <p:nvPr/>
            </p:nvSpPr>
            <p:spPr>
              <a:xfrm>
                <a:off x="58285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0" name="Freeform 47289">
                <a:extLst>
                  <a:ext uri="{FF2B5EF4-FFF2-40B4-BE49-F238E27FC236}">
                    <a16:creationId xmlns:a16="http://schemas.microsoft.com/office/drawing/2014/main" id="{88CD20E4-C25A-FA56-03B2-B03C51D5E209}"/>
                  </a:ext>
                </a:extLst>
              </p:cNvPr>
              <p:cNvSpPr/>
              <p:nvPr/>
            </p:nvSpPr>
            <p:spPr>
              <a:xfrm>
                <a:off x="582905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1" name="Freeform 47290">
                <a:extLst>
                  <a:ext uri="{FF2B5EF4-FFF2-40B4-BE49-F238E27FC236}">
                    <a16:creationId xmlns:a16="http://schemas.microsoft.com/office/drawing/2014/main" id="{C76B91A7-8F7F-F408-8CC1-6F8A498E22A5}"/>
                  </a:ext>
                </a:extLst>
              </p:cNvPr>
              <p:cNvSpPr/>
              <p:nvPr/>
            </p:nvSpPr>
            <p:spPr>
              <a:xfrm>
                <a:off x="582955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2" name="Freeform 47291">
                <a:extLst>
                  <a:ext uri="{FF2B5EF4-FFF2-40B4-BE49-F238E27FC236}">
                    <a16:creationId xmlns:a16="http://schemas.microsoft.com/office/drawing/2014/main" id="{72E7A6A7-44D8-AB34-26F6-775AFA893078}"/>
                  </a:ext>
                </a:extLst>
              </p:cNvPr>
              <p:cNvSpPr/>
              <p:nvPr/>
            </p:nvSpPr>
            <p:spPr>
              <a:xfrm>
                <a:off x="583014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3" name="Freeform 47292">
                <a:extLst>
                  <a:ext uri="{FF2B5EF4-FFF2-40B4-BE49-F238E27FC236}">
                    <a16:creationId xmlns:a16="http://schemas.microsoft.com/office/drawing/2014/main" id="{0E07A014-FD94-DA12-B01A-FB8294EECACF}"/>
                  </a:ext>
                </a:extLst>
              </p:cNvPr>
              <p:cNvSpPr/>
              <p:nvPr/>
            </p:nvSpPr>
            <p:spPr>
              <a:xfrm>
                <a:off x="583064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4" name="Freeform 47293">
                <a:extLst>
                  <a:ext uri="{FF2B5EF4-FFF2-40B4-BE49-F238E27FC236}">
                    <a16:creationId xmlns:a16="http://schemas.microsoft.com/office/drawing/2014/main" id="{DC5FC95F-2FB4-4AB5-EC09-AE69EE0C77DB}"/>
                  </a:ext>
                </a:extLst>
              </p:cNvPr>
              <p:cNvSpPr/>
              <p:nvPr/>
            </p:nvSpPr>
            <p:spPr>
              <a:xfrm>
                <a:off x="583113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5" name="Freeform 47294">
                <a:extLst>
                  <a:ext uri="{FF2B5EF4-FFF2-40B4-BE49-F238E27FC236}">
                    <a16:creationId xmlns:a16="http://schemas.microsoft.com/office/drawing/2014/main" id="{E7030D2E-DCE7-D98C-D51A-2BDFB4F5A566}"/>
                  </a:ext>
                </a:extLst>
              </p:cNvPr>
              <p:cNvSpPr/>
              <p:nvPr/>
            </p:nvSpPr>
            <p:spPr>
              <a:xfrm>
                <a:off x="5831733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6" name="Freeform 47295">
                <a:extLst>
                  <a:ext uri="{FF2B5EF4-FFF2-40B4-BE49-F238E27FC236}">
                    <a16:creationId xmlns:a16="http://schemas.microsoft.com/office/drawing/2014/main" id="{9F8D3F95-59F4-DD61-174A-98C60C015D9E}"/>
                  </a:ext>
                </a:extLst>
              </p:cNvPr>
              <p:cNvSpPr/>
              <p:nvPr/>
            </p:nvSpPr>
            <p:spPr>
              <a:xfrm>
                <a:off x="5832229" y="5829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7" name="Freeform 47296">
                <a:extLst>
                  <a:ext uri="{FF2B5EF4-FFF2-40B4-BE49-F238E27FC236}">
                    <a16:creationId xmlns:a16="http://schemas.microsoft.com/office/drawing/2014/main" id="{E514213C-7405-26D5-A21D-989A096BC4A6}"/>
                  </a:ext>
                </a:extLst>
              </p:cNvPr>
              <p:cNvSpPr/>
              <p:nvPr/>
            </p:nvSpPr>
            <p:spPr>
              <a:xfrm>
                <a:off x="5832725" y="5838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8" name="Freeform 47297">
                <a:extLst>
                  <a:ext uri="{FF2B5EF4-FFF2-40B4-BE49-F238E27FC236}">
                    <a16:creationId xmlns:a16="http://schemas.microsoft.com/office/drawing/2014/main" id="{BD2BCCEC-03F4-F78F-4B43-368A817F2DF7}"/>
                  </a:ext>
                </a:extLst>
              </p:cNvPr>
              <p:cNvSpPr/>
              <p:nvPr/>
            </p:nvSpPr>
            <p:spPr>
              <a:xfrm>
                <a:off x="5833320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99" name="Freeform 47298">
                <a:extLst>
                  <a:ext uri="{FF2B5EF4-FFF2-40B4-BE49-F238E27FC236}">
                    <a16:creationId xmlns:a16="http://schemas.microsoft.com/office/drawing/2014/main" id="{C893D3B5-DF15-F4F7-AF9C-49407A34D065}"/>
                  </a:ext>
                </a:extLst>
              </p:cNvPr>
              <p:cNvSpPr/>
              <p:nvPr/>
            </p:nvSpPr>
            <p:spPr>
              <a:xfrm>
                <a:off x="5833816" y="5890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0" name="Freeform 47299">
                <a:extLst>
                  <a:ext uri="{FF2B5EF4-FFF2-40B4-BE49-F238E27FC236}">
                    <a16:creationId xmlns:a16="http://schemas.microsoft.com/office/drawing/2014/main" id="{CB49F787-B70F-48C7-8367-96FD4A275E76}"/>
                  </a:ext>
                </a:extLst>
              </p:cNvPr>
              <p:cNvSpPr/>
              <p:nvPr/>
            </p:nvSpPr>
            <p:spPr>
              <a:xfrm>
                <a:off x="5834313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1" name="Freeform 47300">
                <a:extLst>
                  <a:ext uri="{FF2B5EF4-FFF2-40B4-BE49-F238E27FC236}">
                    <a16:creationId xmlns:a16="http://schemas.microsoft.com/office/drawing/2014/main" id="{8E0D570B-6B79-7E33-B6BF-B517F7518DB4}"/>
                  </a:ext>
                </a:extLst>
              </p:cNvPr>
              <p:cNvSpPr/>
              <p:nvPr/>
            </p:nvSpPr>
            <p:spPr>
              <a:xfrm>
                <a:off x="5834908" y="6014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2" name="Freeform 47301">
                <a:extLst>
                  <a:ext uri="{FF2B5EF4-FFF2-40B4-BE49-F238E27FC236}">
                    <a16:creationId xmlns:a16="http://schemas.microsoft.com/office/drawing/2014/main" id="{AC4D8063-FEFD-9689-FE6D-AB9D325B6A69}"/>
                  </a:ext>
                </a:extLst>
              </p:cNvPr>
              <p:cNvSpPr/>
              <p:nvPr/>
            </p:nvSpPr>
            <p:spPr>
              <a:xfrm>
                <a:off x="583540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3" name="Freeform 47302">
                <a:extLst>
                  <a:ext uri="{FF2B5EF4-FFF2-40B4-BE49-F238E27FC236}">
                    <a16:creationId xmlns:a16="http://schemas.microsoft.com/office/drawing/2014/main" id="{0D820363-FF86-094A-53C0-1462F633182C}"/>
                  </a:ext>
                </a:extLst>
              </p:cNvPr>
              <p:cNvSpPr/>
              <p:nvPr/>
            </p:nvSpPr>
            <p:spPr>
              <a:xfrm>
                <a:off x="583590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4" name="Freeform 47303">
                <a:extLst>
                  <a:ext uri="{FF2B5EF4-FFF2-40B4-BE49-F238E27FC236}">
                    <a16:creationId xmlns:a16="http://schemas.microsoft.com/office/drawing/2014/main" id="{82DA2E8B-3598-A4EF-2502-D39B23E2E710}"/>
                  </a:ext>
                </a:extLst>
              </p:cNvPr>
              <p:cNvSpPr/>
              <p:nvPr/>
            </p:nvSpPr>
            <p:spPr>
              <a:xfrm>
                <a:off x="58364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5" name="Freeform 47304">
                <a:extLst>
                  <a:ext uri="{FF2B5EF4-FFF2-40B4-BE49-F238E27FC236}">
                    <a16:creationId xmlns:a16="http://schemas.microsoft.com/office/drawing/2014/main" id="{D1D515AE-079E-E8C2-1CED-C34927CE2698}"/>
                  </a:ext>
                </a:extLst>
              </p:cNvPr>
              <p:cNvSpPr/>
              <p:nvPr/>
            </p:nvSpPr>
            <p:spPr>
              <a:xfrm>
                <a:off x="58369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6" name="Freeform 47305">
                <a:extLst>
                  <a:ext uri="{FF2B5EF4-FFF2-40B4-BE49-F238E27FC236}">
                    <a16:creationId xmlns:a16="http://schemas.microsoft.com/office/drawing/2014/main" id="{C0CB68CA-5209-8E30-F489-621BA90F2CA5}"/>
                  </a:ext>
                </a:extLst>
              </p:cNvPr>
              <p:cNvSpPr/>
              <p:nvPr/>
            </p:nvSpPr>
            <p:spPr>
              <a:xfrm>
                <a:off x="5837488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7" name="Freeform 47306">
                <a:extLst>
                  <a:ext uri="{FF2B5EF4-FFF2-40B4-BE49-F238E27FC236}">
                    <a16:creationId xmlns:a16="http://schemas.microsoft.com/office/drawing/2014/main" id="{7DC9D91A-8028-6256-66F4-2F69EC01A205}"/>
                  </a:ext>
                </a:extLst>
              </p:cNvPr>
              <p:cNvSpPr/>
              <p:nvPr/>
            </p:nvSpPr>
            <p:spPr>
              <a:xfrm>
                <a:off x="58380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8" name="Freeform 47307">
                <a:extLst>
                  <a:ext uri="{FF2B5EF4-FFF2-40B4-BE49-F238E27FC236}">
                    <a16:creationId xmlns:a16="http://schemas.microsoft.com/office/drawing/2014/main" id="{CE5FF99A-C021-5C20-0EEB-744ABD4619F1}"/>
                  </a:ext>
                </a:extLst>
              </p:cNvPr>
              <p:cNvSpPr/>
              <p:nvPr/>
            </p:nvSpPr>
            <p:spPr>
              <a:xfrm>
                <a:off x="58385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09" name="Freeform 47308">
                <a:extLst>
                  <a:ext uri="{FF2B5EF4-FFF2-40B4-BE49-F238E27FC236}">
                    <a16:creationId xmlns:a16="http://schemas.microsoft.com/office/drawing/2014/main" id="{0A0033BF-0CFD-54CB-4947-151FC8F2F36B}"/>
                  </a:ext>
                </a:extLst>
              </p:cNvPr>
              <p:cNvSpPr/>
              <p:nvPr/>
            </p:nvSpPr>
            <p:spPr>
              <a:xfrm>
                <a:off x="58390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0" name="Freeform 47309">
                <a:extLst>
                  <a:ext uri="{FF2B5EF4-FFF2-40B4-BE49-F238E27FC236}">
                    <a16:creationId xmlns:a16="http://schemas.microsoft.com/office/drawing/2014/main" id="{68D53222-BAF5-6160-0B08-A370A69CC269}"/>
                  </a:ext>
                </a:extLst>
              </p:cNvPr>
              <p:cNvSpPr/>
              <p:nvPr/>
            </p:nvSpPr>
            <p:spPr>
              <a:xfrm>
                <a:off x="58396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1" name="Freeform 47310">
                <a:extLst>
                  <a:ext uri="{FF2B5EF4-FFF2-40B4-BE49-F238E27FC236}">
                    <a16:creationId xmlns:a16="http://schemas.microsoft.com/office/drawing/2014/main" id="{6A1CD086-9703-65B4-FE9F-F8EF8D2A6D55}"/>
                  </a:ext>
                </a:extLst>
              </p:cNvPr>
              <p:cNvSpPr/>
              <p:nvPr/>
            </p:nvSpPr>
            <p:spPr>
              <a:xfrm>
                <a:off x="58401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2" name="Freeform 47311">
                <a:extLst>
                  <a:ext uri="{FF2B5EF4-FFF2-40B4-BE49-F238E27FC236}">
                    <a16:creationId xmlns:a16="http://schemas.microsoft.com/office/drawing/2014/main" id="{3503E70B-3245-5748-CA5B-2162DB3EB27E}"/>
                  </a:ext>
                </a:extLst>
              </p:cNvPr>
              <p:cNvSpPr/>
              <p:nvPr/>
            </p:nvSpPr>
            <p:spPr>
              <a:xfrm>
                <a:off x="58406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3" name="Freeform 47312">
                <a:extLst>
                  <a:ext uri="{FF2B5EF4-FFF2-40B4-BE49-F238E27FC236}">
                    <a16:creationId xmlns:a16="http://schemas.microsoft.com/office/drawing/2014/main" id="{43877015-25C2-7374-4E99-41EEAE87A9B1}"/>
                  </a:ext>
                </a:extLst>
              </p:cNvPr>
              <p:cNvSpPr/>
              <p:nvPr/>
            </p:nvSpPr>
            <p:spPr>
              <a:xfrm>
                <a:off x="58412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4" name="Freeform 47313">
                <a:extLst>
                  <a:ext uri="{FF2B5EF4-FFF2-40B4-BE49-F238E27FC236}">
                    <a16:creationId xmlns:a16="http://schemas.microsoft.com/office/drawing/2014/main" id="{0F22AE92-F7F2-EFE3-7E60-74CA1F3C02BF}"/>
                  </a:ext>
                </a:extLst>
              </p:cNvPr>
              <p:cNvSpPr/>
              <p:nvPr/>
            </p:nvSpPr>
            <p:spPr>
              <a:xfrm>
                <a:off x="58417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5" name="Freeform 47314">
                <a:extLst>
                  <a:ext uri="{FF2B5EF4-FFF2-40B4-BE49-F238E27FC236}">
                    <a16:creationId xmlns:a16="http://schemas.microsoft.com/office/drawing/2014/main" id="{C1EF41F1-1727-737A-A09C-AA0A95EF3403}"/>
                  </a:ext>
                </a:extLst>
              </p:cNvPr>
              <p:cNvSpPr/>
              <p:nvPr/>
            </p:nvSpPr>
            <p:spPr>
              <a:xfrm>
                <a:off x="58422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6" name="Freeform 47315">
                <a:extLst>
                  <a:ext uri="{FF2B5EF4-FFF2-40B4-BE49-F238E27FC236}">
                    <a16:creationId xmlns:a16="http://schemas.microsoft.com/office/drawing/2014/main" id="{AA532D64-E576-9C8F-A709-DD9E2EFCEA1A}"/>
                  </a:ext>
                </a:extLst>
              </p:cNvPr>
              <p:cNvSpPr/>
              <p:nvPr/>
            </p:nvSpPr>
            <p:spPr>
              <a:xfrm>
                <a:off x="58427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7" name="Freeform 47316">
                <a:extLst>
                  <a:ext uri="{FF2B5EF4-FFF2-40B4-BE49-F238E27FC236}">
                    <a16:creationId xmlns:a16="http://schemas.microsoft.com/office/drawing/2014/main" id="{DF11FB54-C494-E472-08B9-CBD1CAB68F4A}"/>
                  </a:ext>
                </a:extLst>
              </p:cNvPr>
              <p:cNvSpPr/>
              <p:nvPr/>
            </p:nvSpPr>
            <p:spPr>
              <a:xfrm>
                <a:off x="58433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8" name="Freeform 47317">
                <a:extLst>
                  <a:ext uri="{FF2B5EF4-FFF2-40B4-BE49-F238E27FC236}">
                    <a16:creationId xmlns:a16="http://schemas.microsoft.com/office/drawing/2014/main" id="{3E78793B-053C-B195-E6B9-5EF4B3C7F5B1}"/>
                  </a:ext>
                </a:extLst>
              </p:cNvPr>
              <p:cNvSpPr/>
              <p:nvPr/>
            </p:nvSpPr>
            <p:spPr>
              <a:xfrm>
                <a:off x="58438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19" name="Freeform 47318">
                <a:extLst>
                  <a:ext uri="{FF2B5EF4-FFF2-40B4-BE49-F238E27FC236}">
                    <a16:creationId xmlns:a16="http://schemas.microsoft.com/office/drawing/2014/main" id="{AC10F6B2-9267-212B-EFC2-3F0220BD1F0C}"/>
                  </a:ext>
                </a:extLst>
              </p:cNvPr>
              <p:cNvSpPr/>
              <p:nvPr/>
            </p:nvSpPr>
            <p:spPr>
              <a:xfrm>
                <a:off x="58443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0" name="Freeform 47319">
                <a:extLst>
                  <a:ext uri="{FF2B5EF4-FFF2-40B4-BE49-F238E27FC236}">
                    <a16:creationId xmlns:a16="http://schemas.microsoft.com/office/drawing/2014/main" id="{F50525E0-3D28-E325-998A-72456E8B3F68}"/>
                  </a:ext>
                </a:extLst>
              </p:cNvPr>
              <p:cNvSpPr/>
              <p:nvPr/>
            </p:nvSpPr>
            <p:spPr>
              <a:xfrm>
                <a:off x="5844929" y="5886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1" name="Freeform 47320">
                <a:extLst>
                  <a:ext uri="{FF2B5EF4-FFF2-40B4-BE49-F238E27FC236}">
                    <a16:creationId xmlns:a16="http://schemas.microsoft.com/office/drawing/2014/main" id="{E4A58661-4F1B-A981-5C04-A0464BCAEAE0}"/>
                  </a:ext>
                </a:extLst>
              </p:cNvPr>
              <p:cNvSpPr/>
              <p:nvPr/>
            </p:nvSpPr>
            <p:spPr>
              <a:xfrm>
                <a:off x="5845425" y="5882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2" name="Freeform 47321">
                <a:extLst>
                  <a:ext uri="{FF2B5EF4-FFF2-40B4-BE49-F238E27FC236}">
                    <a16:creationId xmlns:a16="http://schemas.microsoft.com/office/drawing/2014/main" id="{942EB367-0E06-136A-A60A-26D45D163DD5}"/>
                  </a:ext>
                </a:extLst>
              </p:cNvPr>
              <p:cNvSpPr/>
              <p:nvPr/>
            </p:nvSpPr>
            <p:spPr>
              <a:xfrm>
                <a:off x="5845921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3" name="Freeform 47322">
                <a:extLst>
                  <a:ext uri="{FF2B5EF4-FFF2-40B4-BE49-F238E27FC236}">
                    <a16:creationId xmlns:a16="http://schemas.microsoft.com/office/drawing/2014/main" id="{68D1C58D-F636-8A78-3BFD-23696CEC4328}"/>
                  </a:ext>
                </a:extLst>
              </p:cNvPr>
              <p:cNvSpPr/>
              <p:nvPr/>
            </p:nvSpPr>
            <p:spPr>
              <a:xfrm>
                <a:off x="5846516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4" name="Freeform 47323">
                <a:extLst>
                  <a:ext uri="{FF2B5EF4-FFF2-40B4-BE49-F238E27FC236}">
                    <a16:creationId xmlns:a16="http://schemas.microsoft.com/office/drawing/2014/main" id="{899D70A2-1DB8-08B8-4318-673F3A1F6C1F}"/>
                  </a:ext>
                </a:extLst>
              </p:cNvPr>
              <p:cNvSpPr/>
              <p:nvPr/>
            </p:nvSpPr>
            <p:spPr>
              <a:xfrm>
                <a:off x="5847013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5" name="Freeform 47324">
                <a:extLst>
                  <a:ext uri="{FF2B5EF4-FFF2-40B4-BE49-F238E27FC236}">
                    <a16:creationId xmlns:a16="http://schemas.microsoft.com/office/drawing/2014/main" id="{B543B43A-2978-BC20-5425-A13CFF6BED63}"/>
                  </a:ext>
                </a:extLst>
              </p:cNvPr>
              <p:cNvSpPr/>
              <p:nvPr/>
            </p:nvSpPr>
            <p:spPr>
              <a:xfrm>
                <a:off x="5847509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6" name="Freeform 47325">
                <a:extLst>
                  <a:ext uri="{FF2B5EF4-FFF2-40B4-BE49-F238E27FC236}">
                    <a16:creationId xmlns:a16="http://schemas.microsoft.com/office/drawing/2014/main" id="{318A0244-7669-EC98-92C4-5B7AA702E75D}"/>
                  </a:ext>
                </a:extLst>
              </p:cNvPr>
              <p:cNvSpPr/>
              <p:nvPr/>
            </p:nvSpPr>
            <p:spPr>
              <a:xfrm>
                <a:off x="584810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7" name="Freeform 47326">
                <a:extLst>
                  <a:ext uri="{FF2B5EF4-FFF2-40B4-BE49-F238E27FC236}">
                    <a16:creationId xmlns:a16="http://schemas.microsoft.com/office/drawing/2014/main" id="{7E2E5FFD-A185-BB4F-CDC0-EEBD0FBC943C}"/>
                  </a:ext>
                </a:extLst>
              </p:cNvPr>
              <p:cNvSpPr/>
              <p:nvPr/>
            </p:nvSpPr>
            <p:spPr>
              <a:xfrm>
                <a:off x="584860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8" name="Freeform 47327">
                <a:extLst>
                  <a:ext uri="{FF2B5EF4-FFF2-40B4-BE49-F238E27FC236}">
                    <a16:creationId xmlns:a16="http://schemas.microsoft.com/office/drawing/2014/main" id="{1E677E84-DC6C-77CE-D4AE-E53084E6C105}"/>
                  </a:ext>
                </a:extLst>
              </p:cNvPr>
              <p:cNvSpPr/>
              <p:nvPr/>
            </p:nvSpPr>
            <p:spPr>
              <a:xfrm>
                <a:off x="58490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29" name="Freeform 47328">
                <a:extLst>
                  <a:ext uri="{FF2B5EF4-FFF2-40B4-BE49-F238E27FC236}">
                    <a16:creationId xmlns:a16="http://schemas.microsoft.com/office/drawing/2014/main" id="{508ECD70-A746-4CCD-0A2F-7528CE33F037}"/>
                  </a:ext>
                </a:extLst>
              </p:cNvPr>
              <p:cNvSpPr/>
              <p:nvPr/>
            </p:nvSpPr>
            <p:spPr>
              <a:xfrm>
                <a:off x="58496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0" name="Freeform 47329">
                <a:extLst>
                  <a:ext uri="{FF2B5EF4-FFF2-40B4-BE49-F238E27FC236}">
                    <a16:creationId xmlns:a16="http://schemas.microsoft.com/office/drawing/2014/main" id="{81D211C2-EAEE-8C4C-7F60-1007AC949DE1}"/>
                  </a:ext>
                </a:extLst>
              </p:cNvPr>
              <p:cNvSpPr/>
              <p:nvPr/>
            </p:nvSpPr>
            <p:spPr>
              <a:xfrm>
                <a:off x="58501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1" name="Freeform 47330">
                <a:extLst>
                  <a:ext uri="{FF2B5EF4-FFF2-40B4-BE49-F238E27FC236}">
                    <a16:creationId xmlns:a16="http://schemas.microsoft.com/office/drawing/2014/main" id="{2A01986C-6DFD-23AB-A3EE-AAF4E843A35A}"/>
                  </a:ext>
                </a:extLst>
              </p:cNvPr>
              <p:cNvSpPr/>
              <p:nvPr/>
            </p:nvSpPr>
            <p:spPr>
              <a:xfrm>
                <a:off x="58506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2" name="Freeform 47331">
                <a:extLst>
                  <a:ext uri="{FF2B5EF4-FFF2-40B4-BE49-F238E27FC236}">
                    <a16:creationId xmlns:a16="http://schemas.microsoft.com/office/drawing/2014/main" id="{01FD43F0-AE6C-90CC-A87F-71644F90455C}"/>
                  </a:ext>
                </a:extLst>
              </p:cNvPr>
              <p:cNvSpPr/>
              <p:nvPr/>
            </p:nvSpPr>
            <p:spPr>
              <a:xfrm>
                <a:off x="585127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3" name="Freeform 47332">
                <a:extLst>
                  <a:ext uri="{FF2B5EF4-FFF2-40B4-BE49-F238E27FC236}">
                    <a16:creationId xmlns:a16="http://schemas.microsoft.com/office/drawing/2014/main" id="{293E94E0-0F71-F83E-3827-71819A67EEB1}"/>
                  </a:ext>
                </a:extLst>
              </p:cNvPr>
              <p:cNvSpPr/>
              <p:nvPr/>
            </p:nvSpPr>
            <p:spPr>
              <a:xfrm>
                <a:off x="58517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4" name="Freeform 47333">
                <a:extLst>
                  <a:ext uri="{FF2B5EF4-FFF2-40B4-BE49-F238E27FC236}">
                    <a16:creationId xmlns:a16="http://schemas.microsoft.com/office/drawing/2014/main" id="{74153E74-DD5E-B18E-50D8-9EC4D7896D8D}"/>
                  </a:ext>
                </a:extLst>
              </p:cNvPr>
              <p:cNvSpPr/>
              <p:nvPr/>
            </p:nvSpPr>
            <p:spPr>
              <a:xfrm>
                <a:off x="58522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5" name="Freeform 47334">
                <a:extLst>
                  <a:ext uri="{FF2B5EF4-FFF2-40B4-BE49-F238E27FC236}">
                    <a16:creationId xmlns:a16="http://schemas.microsoft.com/office/drawing/2014/main" id="{BA84186B-87B5-A5D0-8114-16E8D08DE0C4}"/>
                  </a:ext>
                </a:extLst>
              </p:cNvPr>
              <p:cNvSpPr/>
              <p:nvPr/>
            </p:nvSpPr>
            <p:spPr>
              <a:xfrm>
                <a:off x="58528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6" name="Freeform 47335">
                <a:extLst>
                  <a:ext uri="{FF2B5EF4-FFF2-40B4-BE49-F238E27FC236}">
                    <a16:creationId xmlns:a16="http://schemas.microsoft.com/office/drawing/2014/main" id="{4F636616-2358-FDCD-D56B-7683FFAC1814}"/>
                  </a:ext>
                </a:extLst>
              </p:cNvPr>
              <p:cNvSpPr/>
              <p:nvPr/>
            </p:nvSpPr>
            <p:spPr>
              <a:xfrm>
                <a:off x="58533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7" name="Freeform 47336">
                <a:extLst>
                  <a:ext uri="{FF2B5EF4-FFF2-40B4-BE49-F238E27FC236}">
                    <a16:creationId xmlns:a16="http://schemas.microsoft.com/office/drawing/2014/main" id="{99E82A5B-3CA9-681F-390D-3CE854F4B080}"/>
                  </a:ext>
                </a:extLst>
              </p:cNvPr>
              <p:cNvSpPr/>
              <p:nvPr/>
            </p:nvSpPr>
            <p:spPr>
              <a:xfrm>
                <a:off x="58538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8" name="Freeform 47337">
                <a:extLst>
                  <a:ext uri="{FF2B5EF4-FFF2-40B4-BE49-F238E27FC236}">
                    <a16:creationId xmlns:a16="http://schemas.microsoft.com/office/drawing/2014/main" id="{18BA6042-789D-E16E-5DAD-8B0A77362A16}"/>
                  </a:ext>
                </a:extLst>
              </p:cNvPr>
              <p:cNvSpPr/>
              <p:nvPr/>
            </p:nvSpPr>
            <p:spPr>
              <a:xfrm>
                <a:off x="58543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39" name="Freeform 47338">
                <a:extLst>
                  <a:ext uri="{FF2B5EF4-FFF2-40B4-BE49-F238E27FC236}">
                    <a16:creationId xmlns:a16="http://schemas.microsoft.com/office/drawing/2014/main" id="{E948DA64-FD0D-120B-B1C0-667EB8DF51EF}"/>
                  </a:ext>
                </a:extLst>
              </p:cNvPr>
              <p:cNvSpPr/>
              <p:nvPr/>
            </p:nvSpPr>
            <p:spPr>
              <a:xfrm>
                <a:off x="58549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0" name="Freeform 47339">
                <a:extLst>
                  <a:ext uri="{FF2B5EF4-FFF2-40B4-BE49-F238E27FC236}">
                    <a16:creationId xmlns:a16="http://schemas.microsoft.com/office/drawing/2014/main" id="{E7513193-6755-3492-FC68-B7E45D8043BC}"/>
                  </a:ext>
                </a:extLst>
              </p:cNvPr>
              <p:cNvSpPr/>
              <p:nvPr/>
            </p:nvSpPr>
            <p:spPr>
              <a:xfrm>
                <a:off x="58554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1" name="Freeform 47340">
                <a:extLst>
                  <a:ext uri="{FF2B5EF4-FFF2-40B4-BE49-F238E27FC236}">
                    <a16:creationId xmlns:a16="http://schemas.microsoft.com/office/drawing/2014/main" id="{867B70D4-D619-3C71-591B-49E9DF0E568D}"/>
                  </a:ext>
                </a:extLst>
              </p:cNvPr>
              <p:cNvSpPr/>
              <p:nvPr/>
            </p:nvSpPr>
            <p:spPr>
              <a:xfrm>
                <a:off x="58559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2" name="Freeform 47341">
                <a:extLst>
                  <a:ext uri="{FF2B5EF4-FFF2-40B4-BE49-F238E27FC236}">
                    <a16:creationId xmlns:a16="http://schemas.microsoft.com/office/drawing/2014/main" id="{7C1E6F6D-7FD9-1F8E-0908-605169402B57}"/>
                  </a:ext>
                </a:extLst>
              </p:cNvPr>
              <p:cNvSpPr/>
              <p:nvPr/>
            </p:nvSpPr>
            <p:spPr>
              <a:xfrm>
                <a:off x="58565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3" name="Freeform 47342">
                <a:extLst>
                  <a:ext uri="{FF2B5EF4-FFF2-40B4-BE49-F238E27FC236}">
                    <a16:creationId xmlns:a16="http://schemas.microsoft.com/office/drawing/2014/main" id="{1FBD37A6-4817-7ABE-90BD-3E3A34BDBDA6}"/>
                  </a:ext>
                </a:extLst>
              </p:cNvPr>
              <p:cNvSpPr/>
              <p:nvPr/>
            </p:nvSpPr>
            <p:spPr>
              <a:xfrm>
                <a:off x="58570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4" name="Freeform 47343">
                <a:extLst>
                  <a:ext uri="{FF2B5EF4-FFF2-40B4-BE49-F238E27FC236}">
                    <a16:creationId xmlns:a16="http://schemas.microsoft.com/office/drawing/2014/main" id="{49C2C1E9-6D8D-9E9C-459B-FDAD2A4DBB6F}"/>
                  </a:ext>
                </a:extLst>
              </p:cNvPr>
              <p:cNvSpPr/>
              <p:nvPr/>
            </p:nvSpPr>
            <p:spPr>
              <a:xfrm>
                <a:off x="5857530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5" name="Freeform 47344">
                <a:extLst>
                  <a:ext uri="{FF2B5EF4-FFF2-40B4-BE49-F238E27FC236}">
                    <a16:creationId xmlns:a16="http://schemas.microsoft.com/office/drawing/2014/main" id="{5871F423-3B92-42FF-726A-758C91EBC344}"/>
                  </a:ext>
                </a:extLst>
              </p:cNvPr>
              <p:cNvSpPr/>
              <p:nvPr/>
            </p:nvSpPr>
            <p:spPr>
              <a:xfrm>
                <a:off x="5858125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6" name="Freeform 47345">
                <a:extLst>
                  <a:ext uri="{FF2B5EF4-FFF2-40B4-BE49-F238E27FC236}">
                    <a16:creationId xmlns:a16="http://schemas.microsoft.com/office/drawing/2014/main" id="{345880C1-DDD0-C6D3-F377-35361F26C857}"/>
                  </a:ext>
                </a:extLst>
              </p:cNvPr>
              <p:cNvSpPr/>
              <p:nvPr/>
            </p:nvSpPr>
            <p:spPr>
              <a:xfrm>
                <a:off x="5858621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7" name="Freeform 47346">
                <a:extLst>
                  <a:ext uri="{FF2B5EF4-FFF2-40B4-BE49-F238E27FC236}">
                    <a16:creationId xmlns:a16="http://schemas.microsoft.com/office/drawing/2014/main" id="{FDDE2F43-E2EC-0B02-0C6B-796D0ED5B2A8}"/>
                  </a:ext>
                </a:extLst>
              </p:cNvPr>
              <p:cNvSpPr/>
              <p:nvPr/>
            </p:nvSpPr>
            <p:spPr>
              <a:xfrm>
                <a:off x="5859117" y="6040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8" name="Freeform 47347">
                <a:extLst>
                  <a:ext uri="{FF2B5EF4-FFF2-40B4-BE49-F238E27FC236}">
                    <a16:creationId xmlns:a16="http://schemas.microsoft.com/office/drawing/2014/main" id="{8B8D8807-21B6-4565-EBAA-7059A29E0257}"/>
                  </a:ext>
                </a:extLst>
              </p:cNvPr>
              <p:cNvSpPr/>
              <p:nvPr/>
            </p:nvSpPr>
            <p:spPr>
              <a:xfrm>
                <a:off x="5859713" y="6040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49" name="Freeform 47348">
                <a:extLst>
                  <a:ext uri="{FF2B5EF4-FFF2-40B4-BE49-F238E27FC236}">
                    <a16:creationId xmlns:a16="http://schemas.microsoft.com/office/drawing/2014/main" id="{A5A0B6BC-1F6E-8A22-8887-B692A52860AC}"/>
                  </a:ext>
                </a:extLst>
              </p:cNvPr>
              <p:cNvSpPr/>
              <p:nvPr/>
            </p:nvSpPr>
            <p:spPr>
              <a:xfrm>
                <a:off x="586020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0" name="Freeform 47349">
                <a:extLst>
                  <a:ext uri="{FF2B5EF4-FFF2-40B4-BE49-F238E27FC236}">
                    <a16:creationId xmlns:a16="http://schemas.microsoft.com/office/drawing/2014/main" id="{F4FCC28B-FF65-DCB1-8792-6F9DE6E1D42E}"/>
                  </a:ext>
                </a:extLst>
              </p:cNvPr>
              <p:cNvSpPr/>
              <p:nvPr/>
            </p:nvSpPr>
            <p:spPr>
              <a:xfrm>
                <a:off x="586070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1" name="Freeform 47350">
                <a:extLst>
                  <a:ext uri="{FF2B5EF4-FFF2-40B4-BE49-F238E27FC236}">
                    <a16:creationId xmlns:a16="http://schemas.microsoft.com/office/drawing/2014/main" id="{A95BB750-F09C-0D07-6C56-5B4AF72BD8CD}"/>
                  </a:ext>
                </a:extLst>
              </p:cNvPr>
              <p:cNvSpPr/>
              <p:nvPr/>
            </p:nvSpPr>
            <p:spPr>
              <a:xfrm>
                <a:off x="586130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2" name="Freeform 47351">
                <a:extLst>
                  <a:ext uri="{FF2B5EF4-FFF2-40B4-BE49-F238E27FC236}">
                    <a16:creationId xmlns:a16="http://schemas.microsoft.com/office/drawing/2014/main" id="{5CA52EB2-EB10-F188-2BB5-DC321288FCAC}"/>
                  </a:ext>
                </a:extLst>
              </p:cNvPr>
              <p:cNvSpPr/>
              <p:nvPr/>
            </p:nvSpPr>
            <p:spPr>
              <a:xfrm>
                <a:off x="58617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3" name="Freeform 47352">
                <a:extLst>
                  <a:ext uri="{FF2B5EF4-FFF2-40B4-BE49-F238E27FC236}">
                    <a16:creationId xmlns:a16="http://schemas.microsoft.com/office/drawing/2014/main" id="{FD2EE3B7-B011-8EBF-68A1-670AB1DCD420}"/>
                  </a:ext>
                </a:extLst>
              </p:cNvPr>
              <p:cNvSpPr/>
              <p:nvPr/>
            </p:nvSpPr>
            <p:spPr>
              <a:xfrm>
                <a:off x="586229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4" name="Freeform 47353">
                <a:extLst>
                  <a:ext uri="{FF2B5EF4-FFF2-40B4-BE49-F238E27FC236}">
                    <a16:creationId xmlns:a16="http://schemas.microsoft.com/office/drawing/2014/main" id="{DCEF8C6A-A9A0-8885-D64C-D2C140D5B1CF}"/>
                  </a:ext>
                </a:extLst>
              </p:cNvPr>
              <p:cNvSpPr/>
              <p:nvPr/>
            </p:nvSpPr>
            <p:spPr>
              <a:xfrm>
                <a:off x="58628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5" name="Freeform 47354">
                <a:extLst>
                  <a:ext uri="{FF2B5EF4-FFF2-40B4-BE49-F238E27FC236}">
                    <a16:creationId xmlns:a16="http://schemas.microsoft.com/office/drawing/2014/main" id="{851A2DE4-8F18-9265-4BB7-498B053F59B4}"/>
                  </a:ext>
                </a:extLst>
              </p:cNvPr>
              <p:cNvSpPr/>
              <p:nvPr/>
            </p:nvSpPr>
            <p:spPr>
              <a:xfrm>
                <a:off x="58633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6" name="Freeform 47355">
                <a:extLst>
                  <a:ext uri="{FF2B5EF4-FFF2-40B4-BE49-F238E27FC236}">
                    <a16:creationId xmlns:a16="http://schemas.microsoft.com/office/drawing/2014/main" id="{5EE4EC54-91AF-6F1C-4F5F-BEB1264CD741}"/>
                  </a:ext>
                </a:extLst>
              </p:cNvPr>
              <p:cNvSpPr/>
              <p:nvPr/>
            </p:nvSpPr>
            <p:spPr>
              <a:xfrm>
                <a:off x="58638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7" name="Freeform 47356">
                <a:extLst>
                  <a:ext uri="{FF2B5EF4-FFF2-40B4-BE49-F238E27FC236}">
                    <a16:creationId xmlns:a16="http://schemas.microsoft.com/office/drawing/2014/main" id="{3A24524C-A9A1-349B-9404-DE2CBD76D692}"/>
                  </a:ext>
                </a:extLst>
              </p:cNvPr>
              <p:cNvSpPr/>
              <p:nvPr/>
            </p:nvSpPr>
            <p:spPr>
              <a:xfrm>
                <a:off x="58644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8" name="Freeform 47357">
                <a:extLst>
                  <a:ext uri="{FF2B5EF4-FFF2-40B4-BE49-F238E27FC236}">
                    <a16:creationId xmlns:a16="http://schemas.microsoft.com/office/drawing/2014/main" id="{682C40F0-41C1-E760-A965-FA8D6D8067E2}"/>
                  </a:ext>
                </a:extLst>
              </p:cNvPr>
              <p:cNvSpPr/>
              <p:nvPr/>
            </p:nvSpPr>
            <p:spPr>
              <a:xfrm>
                <a:off x="58649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59" name="Freeform 47358">
                <a:extLst>
                  <a:ext uri="{FF2B5EF4-FFF2-40B4-BE49-F238E27FC236}">
                    <a16:creationId xmlns:a16="http://schemas.microsoft.com/office/drawing/2014/main" id="{7F0F8768-4F3D-C106-2B5E-9F95BEEB8F1E}"/>
                  </a:ext>
                </a:extLst>
              </p:cNvPr>
              <p:cNvSpPr/>
              <p:nvPr/>
            </p:nvSpPr>
            <p:spPr>
              <a:xfrm>
                <a:off x="58654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0" name="Freeform 47359">
                <a:extLst>
                  <a:ext uri="{FF2B5EF4-FFF2-40B4-BE49-F238E27FC236}">
                    <a16:creationId xmlns:a16="http://schemas.microsoft.com/office/drawing/2014/main" id="{5B990838-5FFE-20B2-429F-6E71AF741619}"/>
                  </a:ext>
                </a:extLst>
              </p:cNvPr>
              <p:cNvSpPr/>
              <p:nvPr/>
            </p:nvSpPr>
            <p:spPr>
              <a:xfrm>
                <a:off x="58660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1" name="Freeform 47360">
                <a:extLst>
                  <a:ext uri="{FF2B5EF4-FFF2-40B4-BE49-F238E27FC236}">
                    <a16:creationId xmlns:a16="http://schemas.microsoft.com/office/drawing/2014/main" id="{B27998AA-EA4D-D568-EFEA-3EE10FED5708}"/>
                  </a:ext>
                </a:extLst>
              </p:cNvPr>
              <p:cNvSpPr/>
              <p:nvPr/>
            </p:nvSpPr>
            <p:spPr>
              <a:xfrm>
                <a:off x="58665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2" name="Freeform 47361">
                <a:extLst>
                  <a:ext uri="{FF2B5EF4-FFF2-40B4-BE49-F238E27FC236}">
                    <a16:creationId xmlns:a16="http://schemas.microsoft.com/office/drawing/2014/main" id="{1046F6AA-E277-5D5C-80FC-C2511FF7E8F9}"/>
                  </a:ext>
                </a:extLst>
              </p:cNvPr>
              <p:cNvSpPr/>
              <p:nvPr/>
            </p:nvSpPr>
            <p:spPr>
              <a:xfrm>
                <a:off x="58670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3" name="Freeform 47362">
                <a:extLst>
                  <a:ext uri="{FF2B5EF4-FFF2-40B4-BE49-F238E27FC236}">
                    <a16:creationId xmlns:a16="http://schemas.microsoft.com/office/drawing/2014/main" id="{8F1777EB-ACFF-403C-62C6-27C0308B04B6}"/>
                  </a:ext>
                </a:extLst>
              </p:cNvPr>
              <p:cNvSpPr/>
              <p:nvPr/>
            </p:nvSpPr>
            <p:spPr>
              <a:xfrm>
                <a:off x="58675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4" name="Freeform 47363">
                <a:extLst>
                  <a:ext uri="{FF2B5EF4-FFF2-40B4-BE49-F238E27FC236}">
                    <a16:creationId xmlns:a16="http://schemas.microsoft.com/office/drawing/2014/main" id="{93704680-D84D-89B0-0DE6-572A47CC6203}"/>
                  </a:ext>
                </a:extLst>
              </p:cNvPr>
              <p:cNvSpPr/>
              <p:nvPr/>
            </p:nvSpPr>
            <p:spPr>
              <a:xfrm>
                <a:off x="58681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5" name="Freeform 47364">
                <a:extLst>
                  <a:ext uri="{FF2B5EF4-FFF2-40B4-BE49-F238E27FC236}">
                    <a16:creationId xmlns:a16="http://schemas.microsoft.com/office/drawing/2014/main" id="{FCCAF9C4-6BFA-21D4-671C-F988B0071DD2}"/>
                  </a:ext>
                </a:extLst>
              </p:cNvPr>
              <p:cNvSpPr/>
              <p:nvPr/>
            </p:nvSpPr>
            <p:spPr>
              <a:xfrm>
                <a:off x="58686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6" name="Freeform 47365">
                <a:extLst>
                  <a:ext uri="{FF2B5EF4-FFF2-40B4-BE49-F238E27FC236}">
                    <a16:creationId xmlns:a16="http://schemas.microsoft.com/office/drawing/2014/main" id="{1ECD5F3E-A255-E1E7-D142-8066EB10E835}"/>
                  </a:ext>
                </a:extLst>
              </p:cNvPr>
              <p:cNvSpPr/>
              <p:nvPr/>
            </p:nvSpPr>
            <p:spPr>
              <a:xfrm>
                <a:off x="586913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7" name="Freeform 47366">
                <a:extLst>
                  <a:ext uri="{FF2B5EF4-FFF2-40B4-BE49-F238E27FC236}">
                    <a16:creationId xmlns:a16="http://schemas.microsoft.com/office/drawing/2014/main" id="{306FE34A-5826-6BF1-710B-00D057950775}"/>
                  </a:ext>
                </a:extLst>
              </p:cNvPr>
              <p:cNvSpPr/>
              <p:nvPr/>
            </p:nvSpPr>
            <p:spPr>
              <a:xfrm>
                <a:off x="58697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8" name="Freeform 47367">
                <a:extLst>
                  <a:ext uri="{FF2B5EF4-FFF2-40B4-BE49-F238E27FC236}">
                    <a16:creationId xmlns:a16="http://schemas.microsoft.com/office/drawing/2014/main" id="{F764391F-E6A9-4E72-094B-C70C68AEA6E7}"/>
                  </a:ext>
                </a:extLst>
              </p:cNvPr>
              <p:cNvSpPr/>
              <p:nvPr/>
            </p:nvSpPr>
            <p:spPr>
              <a:xfrm>
                <a:off x="5870230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69" name="Freeform 47368">
                <a:extLst>
                  <a:ext uri="{FF2B5EF4-FFF2-40B4-BE49-F238E27FC236}">
                    <a16:creationId xmlns:a16="http://schemas.microsoft.com/office/drawing/2014/main" id="{7A3C5BB1-0746-BF8D-05E4-F1BEFEBE643E}"/>
                  </a:ext>
                </a:extLst>
              </p:cNvPr>
              <p:cNvSpPr/>
              <p:nvPr/>
            </p:nvSpPr>
            <p:spPr>
              <a:xfrm>
                <a:off x="5870726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0" name="Freeform 47369">
                <a:extLst>
                  <a:ext uri="{FF2B5EF4-FFF2-40B4-BE49-F238E27FC236}">
                    <a16:creationId xmlns:a16="http://schemas.microsoft.com/office/drawing/2014/main" id="{109D518E-B74D-CE3F-B765-C53C9990656D}"/>
                  </a:ext>
                </a:extLst>
              </p:cNvPr>
              <p:cNvSpPr/>
              <p:nvPr/>
            </p:nvSpPr>
            <p:spPr>
              <a:xfrm>
                <a:off x="5871321" y="5889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1" name="Freeform 47370">
                <a:extLst>
                  <a:ext uri="{FF2B5EF4-FFF2-40B4-BE49-F238E27FC236}">
                    <a16:creationId xmlns:a16="http://schemas.microsoft.com/office/drawing/2014/main" id="{82B64D6F-4345-460B-3FF1-75610960FD5C}"/>
                  </a:ext>
                </a:extLst>
              </p:cNvPr>
              <p:cNvSpPr/>
              <p:nvPr/>
            </p:nvSpPr>
            <p:spPr>
              <a:xfrm>
                <a:off x="5871817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2" name="Freeform 47371">
                <a:extLst>
                  <a:ext uri="{FF2B5EF4-FFF2-40B4-BE49-F238E27FC236}">
                    <a16:creationId xmlns:a16="http://schemas.microsoft.com/office/drawing/2014/main" id="{1E848257-BDB8-B977-B125-ED74C30B9995}"/>
                  </a:ext>
                </a:extLst>
              </p:cNvPr>
              <p:cNvSpPr/>
              <p:nvPr/>
            </p:nvSpPr>
            <p:spPr>
              <a:xfrm>
                <a:off x="58723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3" name="Freeform 47372">
                <a:extLst>
                  <a:ext uri="{FF2B5EF4-FFF2-40B4-BE49-F238E27FC236}">
                    <a16:creationId xmlns:a16="http://schemas.microsoft.com/office/drawing/2014/main" id="{A34C4C1F-D738-89B8-5E5C-1DBC6E15E20C}"/>
                  </a:ext>
                </a:extLst>
              </p:cNvPr>
              <p:cNvSpPr/>
              <p:nvPr/>
            </p:nvSpPr>
            <p:spPr>
              <a:xfrm>
                <a:off x="58729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4" name="Freeform 47373">
                <a:extLst>
                  <a:ext uri="{FF2B5EF4-FFF2-40B4-BE49-F238E27FC236}">
                    <a16:creationId xmlns:a16="http://schemas.microsoft.com/office/drawing/2014/main" id="{BE9A7403-5FC9-215A-0681-C96D89AD1D64}"/>
                  </a:ext>
                </a:extLst>
              </p:cNvPr>
              <p:cNvSpPr/>
              <p:nvPr/>
            </p:nvSpPr>
            <p:spPr>
              <a:xfrm>
                <a:off x="58734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5" name="Freeform 47374">
                <a:extLst>
                  <a:ext uri="{FF2B5EF4-FFF2-40B4-BE49-F238E27FC236}">
                    <a16:creationId xmlns:a16="http://schemas.microsoft.com/office/drawing/2014/main" id="{7913C225-B662-7F92-4C90-E4F0983CF560}"/>
                  </a:ext>
                </a:extLst>
              </p:cNvPr>
              <p:cNvSpPr/>
              <p:nvPr/>
            </p:nvSpPr>
            <p:spPr>
              <a:xfrm>
                <a:off x="587390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6" name="Freeform 47375">
                <a:extLst>
                  <a:ext uri="{FF2B5EF4-FFF2-40B4-BE49-F238E27FC236}">
                    <a16:creationId xmlns:a16="http://schemas.microsoft.com/office/drawing/2014/main" id="{4BED66BF-1CAE-F74F-9125-1A4E700804B6}"/>
                  </a:ext>
                </a:extLst>
              </p:cNvPr>
              <p:cNvSpPr/>
              <p:nvPr/>
            </p:nvSpPr>
            <p:spPr>
              <a:xfrm>
                <a:off x="58744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7" name="Freeform 47376">
                <a:extLst>
                  <a:ext uri="{FF2B5EF4-FFF2-40B4-BE49-F238E27FC236}">
                    <a16:creationId xmlns:a16="http://schemas.microsoft.com/office/drawing/2014/main" id="{844D0900-3B2B-9FAA-60DA-808D8E872552}"/>
                  </a:ext>
                </a:extLst>
              </p:cNvPr>
              <p:cNvSpPr/>
              <p:nvPr/>
            </p:nvSpPr>
            <p:spPr>
              <a:xfrm>
                <a:off x="58749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8" name="Freeform 47377">
                <a:extLst>
                  <a:ext uri="{FF2B5EF4-FFF2-40B4-BE49-F238E27FC236}">
                    <a16:creationId xmlns:a16="http://schemas.microsoft.com/office/drawing/2014/main" id="{B702F4A8-4BCD-77FB-5FDB-085AF337CC63}"/>
                  </a:ext>
                </a:extLst>
              </p:cNvPr>
              <p:cNvSpPr/>
              <p:nvPr/>
            </p:nvSpPr>
            <p:spPr>
              <a:xfrm>
                <a:off x="58754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79" name="Freeform 47378">
                <a:extLst>
                  <a:ext uri="{FF2B5EF4-FFF2-40B4-BE49-F238E27FC236}">
                    <a16:creationId xmlns:a16="http://schemas.microsoft.com/office/drawing/2014/main" id="{B3306F8E-3760-D91C-FB5B-3BF774A64199}"/>
                  </a:ext>
                </a:extLst>
              </p:cNvPr>
              <p:cNvSpPr/>
              <p:nvPr/>
            </p:nvSpPr>
            <p:spPr>
              <a:xfrm>
                <a:off x="58760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0" name="Freeform 47379">
                <a:extLst>
                  <a:ext uri="{FF2B5EF4-FFF2-40B4-BE49-F238E27FC236}">
                    <a16:creationId xmlns:a16="http://schemas.microsoft.com/office/drawing/2014/main" id="{A1F49127-2C9A-4C80-89C3-FE1A18A794ED}"/>
                  </a:ext>
                </a:extLst>
              </p:cNvPr>
              <p:cNvSpPr/>
              <p:nvPr/>
            </p:nvSpPr>
            <p:spPr>
              <a:xfrm>
                <a:off x="58765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1" name="Freeform 47380">
                <a:extLst>
                  <a:ext uri="{FF2B5EF4-FFF2-40B4-BE49-F238E27FC236}">
                    <a16:creationId xmlns:a16="http://schemas.microsoft.com/office/drawing/2014/main" id="{6282E815-3F64-EEFC-6423-21965DB20228}"/>
                  </a:ext>
                </a:extLst>
              </p:cNvPr>
              <p:cNvSpPr/>
              <p:nvPr/>
            </p:nvSpPr>
            <p:spPr>
              <a:xfrm>
                <a:off x="58770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2" name="Freeform 47381">
                <a:extLst>
                  <a:ext uri="{FF2B5EF4-FFF2-40B4-BE49-F238E27FC236}">
                    <a16:creationId xmlns:a16="http://schemas.microsoft.com/office/drawing/2014/main" id="{44BD2FB3-3282-AFE0-33F4-C5132184CC68}"/>
                  </a:ext>
                </a:extLst>
              </p:cNvPr>
              <p:cNvSpPr/>
              <p:nvPr/>
            </p:nvSpPr>
            <p:spPr>
              <a:xfrm>
                <a:off x="58776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3" name="Freeform 47382">
                <a:extLst>
                  <a:ext uri="{FF2B5EF4-FFF2-40B4-BE49-F238E27FC236}">
                    <a16:creationId xmlns:a16="http://schemas.microsoft.com/office/drawing/2014/main" id="{C7E930D4-1EB2-8F0B-8CC7-A2B730551A1E}"/>
                  </a:ext>
                </a:extLst>
              </p:cNvPr>
              <p:cNvSpPr/>
              <p:nvPr/>
            </p:nvSpPr>
            <p:spPr>
              <a:xfrm>
                <a:off x="58781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4" name="Freeform 47383">
                <a:extLst>
                  <a:ext uri="{FF2B5EF4-FFF2-40B4-BE49-F238E27FC236}">
                    <a16:creationId xmlns:a16="http://schemas.microsoft.com/office/drawing/2014/main" id="{BC21F7E7-CE32-138F-0D3A-7876113DBB1C}"/>
                  </a:ext>
                </a:extLst>
              </p:cNvPr>
              <p:cNvSpPr/>
              <p:nvPr/>
            </p:nvSpPr>
            <p:spPr>
              <a:xfrm>
                <a:off x="58786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5" name="Freeform 47384">
                <a:extLst>
                  <a:ext uri="{FF2B5EF4-FFF2-40B4-BE49-F238E27FC236}">
                    <a16:creationId xmlns:a16="http://schemas.microsoft.com/office/drawing/2014/main" id="{78129DC8-3F6E-C11F-4369-03EDE1B5540A}"/>
                  </a:ext>
                </a:extLst>
              </p:cNvPr>
              <p:cNvSpPr/>
              <p:nvPr/>
            </p:nvSpPr>
            <p:spPr>
              <a:xfrm>
                <a:off x="58791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6" name="Freeform 47385">
                <a:extLst>
                  <a:ext uri="{FF2B5EF4-FFF2-40B4-BE49-F238E27FC236}">
                    <a16:creationId xmlns:a16="http://schemas.microsoft.com/office/drawing/2014/main" id="{1378C157-F587-502B-3F7F-A8BC52E24994}"/>
                  </a:ext>
                </a:extLst>
              </p:cNvPr>
              <p:cNvSpPr/>
              <p:nvPr/>
            </p:nvSpPr>
            <p:spPr>
              <a:xfrm>
                <a:off x="58797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7" name="Freeform 47386">
                <a:extLst>
                  <a:ext uri="{FF2B5EF4-FFF2-40B4-BE49-F238E27FC236}">
                    <a16:creationId xmlns:a16="http://schemas.microsoft.com/office/drawing/2014/main" id="{EC8069F9-7B3B-4416-F4BB-09BAD2B7DDEE}"/>
                  </a:ext>
                </a:extLst>
              </p:cNvPr>
              <p:cNvSpPr/>
              <p:nvPr/>
            </p:nvSpPr>
            <p:spPr>
              <a:xfrm>
                <a:off x="58802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8" name="Freeform 47387">
                <a:extLst>
                  <a:ext uri="{FF2B5EF4-FFF2-40B4-BE49-F238E27FC236}">
                    <a16:creationId xmlns:a16="http://schemas.microsoft.com/office/drawing/2014/main" id="{5AA576BB-666C-027E-C710-D0BD66D988C4}"/>
                  </a:ext>
                </a:extLst>
              </p:cNvPr>
              <p:cNvSpPr/>
              <p:nvPr/>
            </p:nvSpPr>
            <p:spPr>
              <a:xfrm>
                <a:off x="58807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89" name="Freeform 47388">
                <a:extLst>
                  <a:ext uri="{FF2B5EF4-FFF2-40B4-BE49-F238E27FC236}">
                    <a16:creationId xmlns:a16="http://schemas.microsoft.com/office/drawing/2014/main" id="{E54AAD90-0E8D-BD60-285D-FE31DE5840CF}"/>
                  </a:ext>
                </a:extLst>
              </p:cNvPr>
              <p:cNvSpPr/>
              <p:nvPr/>
            </p:nvSpPr>
            <p:spPr>
              <a:xfrm>
                <a:off x="58813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0" name="Freeform 47389">
                <a:extLst>
                  <a:ext uri="{FF2B5EF4-FFF2-40B4-BE49-F238E27FC236}">
                    <a16:creationId xmlns:a16="http://schemas.microsoft.com/office/drawing/2014/main" id="{6F8BF4AE-AB5C-66E6-2248-B955CDE2DD19}"/>
                  </a:ext>
                </a:extLst>
              </p:cNvPr>
              <p:cNvSpPr/>
              <p:nvPr/>
            </p:nvSpPr>
            <p:spPr>
              <a:xfrm>
                <a:off x="58818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1" name="Freeform 47390">
                <a:extLst>
                  <a:ext uri="{FF2B5EF4-FFF2-40B4-BE49-F238E27FC236}">
                    <a16:creationId xmlns:a16="http://schemas.microsoft.com/office/drawing/2014/main" id="{3AC3F558-9208-DA86-55B7-E7CB701194F0}"/>
                  </a:ext>
                </a:extLst>
              </p:cNvPr>
              <p:cNvSpPr/>
              <p:nvPr/>
            </p:nvSpPr>
            <p:spPr>
              <a:xfrm>
                <a:off x="58823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2" name="Freeform 47391">
                <a:extLst>
                  <a:ext uri="{FF2B5EF4-FFF2-40B4-BE49-F238E27FC236}">
                    <a16:creationId xmlns:a16="http://schemas.microsoft.com/office/drawing/2014/main" id="{F44090FB-BAE4-F8E4-FC54-4739276E3160}"/>
                  </a:ext>
                </a:extLst>
              </p:cNvPr>
              <p:cNvSpPr/>
              <p:nvPr/>
            </p:nvSpPr>
            <p:spPr>
              <a:xfrm>
                <a:off x="588293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3" name="Freeform 47392">
                <a:extLst>
                  <a:ext uri="{FF2B5EF4-FFF2-40B4-BE49-F238E27FC236}">
                    <a16:creationId xmlns:a16="http://schemas.microsoft.com/office/drawing/2014/main" id="{70400AA2-A48C-A5B7-4102-247BD3959B35}"/>
                  </a:ext>
                </a:extLst>
              </p:cNvPr>
              <p:cNvSpPr/>
              <p:nvPr/>
            </p:nvSpPr>
            <p:spPr>
              <a:xfrm>
                <a:off x="588342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4" name="Freeform 47393">
                <a:extLst>
                  <a:ext uri="{FF2B5EF4-FFF2-40B4-BE49-F238E27FC236}">
                    <a16:creationId xmlns:a16="http://schemas.microsoft.com/office/drawing/2014/main" id="{31C05F28-55C1-7AAF-00AC-068FC283F320}"/>
                  </a:ext>
                </a:extLst>
              </p:cNvPr>
              <p:cNvSpPr/>
              <p:nvPr/>
            </p:nvSpPr>
            <p:spPr>
              <a:xfrm>
                <a:off x="588392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5" name="Freeform 47394">
                <a:extLst>
                  <a:ext uri="{FF2B5EF4-FFF2-40B4-BE49-F238E27FC236}">
                    <a16:creationId xmlns:a16="http://schemas.microsoft.com/office/drawing/2014/main" id="{EB09551C-6087-6D5B-6726-E9990A9BBF52}"/>
                  </a:ext>
                </a:extLst>
              </p:cNvPr>
              <p:cNvSpPr/>
              <p:nvPr/>
            </p:nvSpPr>
            <p:spPr>
              <a:xfrm>
                <a:off x="588451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6" name="Freeform 47395">
                <a:extLst>
                  <a:ext uri="{FF2B5EF4-FFF2-40B4-BE49-F238E27FC236}">
                    <a16:creationId xmlns:a16="http://schemas.microsoft.com/office/drawing/2014/main" id="{A763323C-924A-811B-B704-6BBEB649BF86}"/>
                  </a:ext>
                </a:extLst>
              </p:cNvPr>
              <p:cNvSpPr/>
              <p:nvPr/>
            </p:nvSpPr>
            <p:spPr>
              <a:xfrm>
                <a:off x="58850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7" name="Freeform 47396">
                <a:extLst>
                  <a:ext uri="{FF2B5EF4-FFF2-40B4-BE49-F238E27FC236}">
                    <a16:creationId xmlns:a16="http://schemas.microsoft.com/office/drawing/2014/main" id="{0E545DD5-F133-6C08-AE4F-F34A1FFA9502}"/>
                  </a:ext>
                </a:extLst>
              </p:cNvPr>
              <p:cNvSpPr/>
              <p:nvPr/>
            </p:nvSpPr>
            <p:spPr>
              <a:xfrm>
                <a:off x="58855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8" name="Freeform 47397">
                <a:extLst>
                  <a:ext uri="{FF2B5EF4-FFF2-40B4-BE49-F238E27FC236}">
                    <a16:creationId xmlns:a16="http://schemas.microsoft.com/office/drawing/2014/main" id="{E5C691D7-B996-72D6-F3D6-97FECEB68960}"/>
                  </a:ext>
                </a:extLst>
              </p:cNvPr>
              <p:cNvSpPr/>
              <p:nvPr/>
            </p:nvSpPr>
            <p:spPr>
              <a:xfrm>
                <a:off x="58861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99" name="Freeform 47398">
                <a:extLst>
                  <a:ext uri="{FF2B5EF4-FFF2-40B4-BE49-F238E27FC236}">
                    <a16:creationId xmlns:a16="http://schemas.microsoft.com/office/drawing/2014/main" id="{6613103E-1816-57EC-FD43-A2B5CC3E4BA8}"/>
                  </a:ext>
                </a:extLst>
              </p:cNvPr>
              <p:cNvSpPr/>
              <p:nvPr/>
            </p:nvSpPr>
            <p:spPr>
              <a:xfrm>
                <a:off x="588660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0" name="Freeform 47399">
                <a:extLst>
                  <a:ext uri="{FF2B5EF4-FFF2-40B4-BE49-F238E27FC236}">
                    <a16:creationId xmlns:a16="http://schemas.microsoft.com/office/drawing/2014/main" id="{A47E4ABA-8630-ACDC-312D-7FB9FA33473D}"/>
                  </a:ext>
                </a:extLst>
              </p:cNvPr>
              <p:cNvSpPr/>
              <p:nvPr/>
            </p:nvSpPr>
            <p:spPr>
              <a:xfrm>
                <a:off x="588709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1" name="Freeform 47400">
                <a:extLst>
                  <a:ext uri="{FF2B5EF4-FFF2-40B4-BE49-F238E27FC236}">
                    <a16:creationId xmlns:a16="http://schemas.microsoft.com/office/drawing/2014/main" id="{37EF5721-735A-EEFD-1774-9E07E0E974B7}"/>
                  </a:ext>
                </a:extLst>
              </p:cNvPr>
              <p:cNvSpPr/>
              <p:nvPr/>
            </p:nvSpPr>
            <p:spPr>
              <a:xfrm>
                <a:off x="58876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2" name="Freeform 47401">
                <a:extLst>
                  <a:ext uri="{FF2B5EF4-FFF2-40B4-BE49-F238E27FC236}">
                    <a16:creationId xmlns:a16="http://schemas.microsoft.com/office/drawing/2014/main" id="{F4E27C3B-B955-D0D3-A093-E38CA36F9228}"/>
                  </a:ext>
                </a:extLst>
              </p:cNvPr>
              <p:cNvSpPr/>
              <p:nvPr/>
            </p:nvSpPr>
            <p:spPr>
              <a:xfrm>
                <a:off x="58881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3" name="Freeform 47402">
                <a:extLst>
                  <a:ext uri="{FF2B5EF4-FFF2-40B4-BE49-F238E27FC236}">
                    <a16:creationId xmlns:a16="http://schemas.microsoft.com/office/drawing/2014/main" id="{D6F88035-98B6-9C95-0CFC-988072D7D016}"/>
                  </a:ext>
                </a:extLst>
              </p:cNvPr>
              <p:cNvSpPr/>
              <p:nvPr/>
            </p:nvSpPr>
            <p:spPr>
              <a:xfrm>
                <a:off x="58886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4" name="Freeform 47403">
                <a:extLst>
                  <a:ext uri="{FF2B5EF4-FFF2-40B4-BE49-F238E27FC236}">
                    <a16:creationId xmlns:a16="http://schemas.microsoft.com/office/drawing/2014/main" id="{77A3CAE3-6F00-07EA-1C69-256BF9B532BB}"/>
                  </a:ext>
                </a:extLst>
              </p:cNvPr>
              <p:cNvSpPr/>
              <p:nvPr/>
            </p:nvSpPr>
            <p:spPr>
              <a:xfrm>
                <a:off x="58892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5" name="Freeform 47404">
                <a:extLst>
                  <a:ext uri="{FF2B5EF4-FFF2-40B4-BE49-F238E27FC236}">
                    <a16:creationId xmlns:a16="http://schemas.microsoft.com/office/drawing/2014/main" id="{14FA6096-FBB6-9CD5-2E11-AA8FCCF469E3}"/>
                  </a:ext>
                </a:extLst>
              </p:cNvPr>
              <p:cNvSpPr/>
              <p:nvPr/>
            </p:nvSpPr>
            <p:spPr>
              <a:xfrm>
                <a:off x="58897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6" name="Freeform 47405">
                <a:extLst>
                  <a:ext uri="{FF2B5EF4-FFF2-40B4-BE49-F238E27FC236}">
                    <a16:creationId xmlns:a16="http://schemas.microsoft.com/office/drawing/2014/main" id="{F1A29F18-9070-EDD3-41B5-8420E78D04BF}"/>
                  </a:ext>
                </a:extLst>
              </p:cNvPr>
              <p:cNvSpPr/>
              <p:nvPr/>
            </p:nvSpPr>
            <p:spPr>
              <a:xfrm>
                <a:off x="58902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7" name="Freeform 47406">
                <a:extLst>
                  <a:ext uri="{FF2B5EF4-FFF2-40B4-BE49-F238E27FC236}">
                    <a16:creationId xmlns:a16="http://schemas.microsoft.com/office/drawing/2014/main" id="{2194741D-DB63-5649-808F-80B322D671A2}"/>
                  </a:ext>
                </a:extLst>
              </p:cNvPr>
              <p:cNvSpPr/>
              <p:nvPr/>
            </p:nvSpPr>
            <p:spPr>
              <a:xfrm>
                <a:off x="58907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8" name="Freeform 47407">
                <a:extLst>
                  <a:ext uri="{FF2B5EF4-FFF2-40B4-BE49-F238E27FC236}">
                    <a16:creationId xmlns:a16="http://schemas.microsoft.com/office/drawing/2014/main" id="{438199CD-1315-4D33-9BEB-5E66415E3C90}"/>
                  </a:ext>
                </a:extLst>
              </p:cNvPr>
              <p:cNvSpPr/>
              <p:nvPr/>
            </p:nvSpPr>
            <p:spPr>
              <a:xfrm>
                <a:off x="58913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09" name="Freeform 47408">
                <a:extLst>
                  <a:ext uri="{FF2B5EF4-FFF2-40B4-BE49-F238E27FC236}">
                    <a16:creationId xmlns:a16="http://schemas.microsoft.com/office/drawing/2014/main" id="{A1B1275C-68FD-3D72-4AFC-B5D5EB2D6F10}"/>
                  </a:ext>
                </a:extLst>
              </p:cNvPr>
              <p:cNvSpPr/>
              <p:nvPr/>
            </p:nvSpPr>
            <p:spPr>
              <a:xfrm>
                <a:off x="58918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0" name="Freeform 47409">
                <a:extLst>
                  <a:ext uri="{FF2B5EF4-FFF2-40B4-BE49-F238E27FC236}">
                    <a16:creationId xmlns:a16="http://schemas.microsoft.com/office/drawing/2014/main" id="{C030C46E-6777-FD19-69E6-56A0C7A164BC}"/>
                  </a:ext>
                </a:extLst>
              </p:cNvPr>
              <p:cNvSpPr/>
              <p:nvPr/>
            </p:nvSpPr>
            <p:spPr>
              <a:xfrm>
                <a:off x="58923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1" name="Freeform 47410">
                <a:extLst>
                  <a:ext uri="{FF2B5EF4-FFF2-40B4-BE49-F238E27FC236}">
                    <a16:creationId xmlns:a16="http://schemas.microsoft.com/office/drawing/2014/main" id="{56FCBD13-730F-7E09-BBED-8D1C2717A649}"/>
                  </a:ext>
                </a:extLst>
              </p:cNvPr>
              <p:cNvSpPr/>
              <p:nvPr/>
            </p:nvSpPr>
            <p:spPr>
              <a:xfrm>
                <a:off x="58929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2" name="Freeform 47411">
                <a:extLst>
                  <a:ext uri="{FF2B5EF4-FFF2-40B4-BE49-F238E27FC236}">
                    <a16:creationId xmlns:a16="http://schemas.microsoft.com/office/drawing/2014/main" id="{DDB7954F-D776-E248-615B-F1EC4FB7D9F6}"/>
                  </a:ext>
                </a:extLst>
              </p:cNvPr>
              <p:cNvSpPr/>
              <p:nvPr/>
            </p:nvSpPr>
            <p:spPr>
              <a:xfrm>
                <a:off x="58934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3" name="Freeform 47412">
                <a:extLst>
                  <a:ext uri="{FF2B5EF4-FFF2-40B4-BE49-F238E27FC236}">
                    <a16:creationId xmlns:a16="http://schemas.microsoft.com/office/drawing/2014/main" id="{E390BB94-3E7F-9217-AB24-F975E606E238}"/>
                  </a:ext>
                </a:extLst>
              </p:cNvPr>
              <p:cNvSpPr/>
              <p:nvPr/>
            </p:nvSpPr>
            <p:spPr>
              <a:xfrm>
                <a:off x="58939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4" name="Freeform 47413">
                <a:extLst>
                  <a:ext uri="{FF2B5EF4-FFF2-40B4-BE49-F238E27FC236}">
                    <a16:creationId xmlns:a16="http://schemas.microsoft.com/office/drawing/2014/main" id="{DBF4A2AE-5812-86A6-B9A6-8B5CC76BB29A}"/>
                  </a:ext>
                </a:extLst>
              </p:cNvPr>
              <p:cNvSpPr/>
              <p:nvPr/>
            </p:nvSpPr>
            <p:spPr>
              <a:xfrm>
                <a:off x="58945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5" name="Freeform 47414">
                <a:extLst>
                  <a:ext uri="{FF2B5EF4-FFF2-40B4-BE49-F238E27FC236}">
                    <a16:creationId xmlns:a16="http://schemas.microsoft.com/office/drawing/2014/main" id="{433907FA-4D5D-21BC-3BA3-991AFBCEBEE5}"/>
                  </a:ext>
                </a:extLst>
              </p:cNvPr>
              <p:cNvSpPr/>
              <p:nvPr/>
            </p:nvSpPr>
            <p:spPr>
              <a:xfrm>
                <a:off x="58950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6" name="Freeform 47415">
                <a:extLst>
                  <a:ext uri="{FF2B5EF4-FFF2-40B4-BE49-F238E27FC236}">
                    <a16:creationId xmlns:a16="http://schemas.microsoft.com/office/drawing/2014/main" id="{3BB3FA42-D611-256D-6DF0-F4D316AFA243}"/>
                  </a:ext>
                </a:extLst>
              </p:cNvPr>
              <p:cNvSpPr/>
              <p:nvPr/>
            </p:nvSpPr>
            <p:spPr>
              <a:xfrm>
                <a:off x="589553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7" name="Freeform 47416">
                <a:extLst>
                  <a:ext uri="{FF2B5EF4-FFF2-40B4-BE49-F238E27FC236}">
                    <a16:creationId xmlns:a16="http://schemas.microsoft.com/office/drawing/2014/main" id="{80B1B0A4-952D-79B7-2D93-09557266D3A9}"/>
                  </a:ext>
                </a:extLst>
              </p:cNvPr>
              <p:cNvSpPr/>
              <p:nvPr/>
            </p:nvSpPr>
            <p:spPr>
              <a:xfrm>
                <a:off x="589612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8" name="Freeform 47417">
                <a:extLst>
                  <a:ext uri="{FF2B5EF4-FFF2-40B4-BE49-F238E27FC236}">
                    <a16:creationId xmlns:a16="http://schemas.microsoft.com/office/drawing/2014/main" id="{C636A65B-93E1-CA49-C1C0-DE95BB4AFCE2}"/>
                  </a:ext>
                </a:extLst>
              </p:cNvPr>
              <p:cNvSpPr/>
              <p:nvPr/>
            </p:nvSpPr>
            <p:spPr>
              <a:xfrm>
                <a:off x="589662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19" name="Freeform 47418">
                <a:extLst>
                  <a:ext uri="{FF2B5EF4-FFF2-40B4-BE49-F238E27FC236}">
                    <a16:creationId xmlns:a16="http://schemas.microsoft.com/office/drawing/2014/main" id="{0AA7A98E-A5D7-37A0-9F97-F8BBA1CDF893}"/>
                  </a:ext>
                </a:extLst>
              </p:cNvPr>
              <p:cNvSpPr/>
              <p:nvPr/>
            </p:nvSpPr>
            <p:spPr>
              <a:xfrm>
                <a:off x="589711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0" name="Freeform 47419">
                <a:extLst>
                  <a:ext uri="{FF2B5EF4-FFF2-40B4-BE49-F238E27FC236}">
                    <a16:creationId xmlns:a16="http://schemas.microsoft.com/office/drawing/2014/main" id="{563D5D82-6218-680C-48C8-FB8457B5496C}"/>
                  </a:ext>
                </a:extLst>
              </p:cNvPr>
              <p:cNvSpPr/>
              <p:nvPr/>
            </p:nvSpPr>
            <p:spPr>
              <a:xfrm>
                <a:off x="589771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1" name="Freeform 47420">
                <a:extLst>
                  <a:ext uri="{FF2B5EF4-FFF2-40B4-BE49-F238E27FC236}">
                    <a16:creationId xmlns:a16="http://schemas.microsoft.com/office/drawing/2014/main" id="{E3FCD391-2514-A824-8EF0-DC68B2378F1A}"/>
                  </a:ext>
                </a:extLst>
              </p:cNvPr>
              <p:cNvSpPr/>
              <p:nvPr/>
            </p:nvSpPr>
            <p:spPr>
              <a:xfrm>
                <a:off x="5898209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2" name="Freeform 47421">
                <a:extLst>
                  <a:ext uri="{FF2B5EF4-FFF2-40B4-BE49-F238E27FC236}">
                    <a16:creationId xmlns:a16="http://schemas.microsoft.com/office/drawing/2014/main" id="{5299F57A-CCE9-1946-2A12-B1423B03CAA5}"/>
                  </a:ext>
                </a:extLst>
              </p:cNvPr>
              <p:cNvSpPr/>
              <p:nvPr/>
            </p:nvSpPr>
            <p:spPr>
              <a:xfrm>
                <a:off x="58987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3" name="Freeform 47422">
                <a:extLst>
                  <a:ext uri="{FF2B5EF4-FFF2-40B4-BE49-F238E27FC236}">
                    <a16:creationId xmlns:a16="http://schemas.microsoft.com/office/drawing/2014/main" id="{62B6BE1A-BBC1-E9D1-1699-633B6FBCCF23}"/>
                  </a:ext>
                </a:extLst>
              </p:cNvPr>
              <p:cNvSpPr/>
              <p:nvPr/>
            </p:nvSpPr>
            <p:spPr>
              <a:xfrm>
                <a:off x="589930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4" name="Freeform 47423">
                <a:extLst>
                  <a:ext uri="{FF2B5EF4-FFF2-40B4-BE49-F238E27FC236}">
                    <a16:creationId xmlns:a16="http://schemas.microsoft.com/office/drawing/2014/main" id="{2994095B-54FE-C04E-4926-9FDBB472A3EB}"/>
                  </a:ext>
                </a:extLst>
              </p:cNvPr>
              <p:cNvSpPr/>
              <p:nvPr/>
            </p:nvSpPr>
            <p:spPr>
              <a:xfrm>
                <a:off x="589979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5" name="Freeform 47424">
                <a:extLst>
                  <a:ext uri="{FF2B5EF4-FFF2-40B4-BE49-F238E27FC236}">
                    <a16:creationId xmlns:a16="http://schemas.microsoft.com/office/drawing/2014/main" id="{2F4810D4-473D-8627-D633-4E1B6F26B11C}"/>
                  </a:ext>
                </a:extLst>
              </p:cNvPr>
              <p:cNvSpPr/>
              <p:nvPr/>
            </p:nvSpPr>
            <p:spPr>
              <a:xfrm>
                <a:off x="5900293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6" name="Freeform 47425">
                <a:extLst>
                  <a:ext uri="{FF2B5EF4-FFF2-40B4-BE49-F238E27FC236}">
                    <a16:creationId xmlns:a16="http://schemas.microsoft.com/office/drawing/2014/main" id="{2E320061-F226-B359-4F57-F34AB10CFFCE}"/>
                  </a:ext>
                </a:extLst>
              </p:cNvPr>
              <p:cNvSpPr/>
              <p:nvPr/>
            </p:nvSpPr>
            <p:spPr>
              <a:xfrm>
                <a:off x="59008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7" name="Freeform 47426">
                <a:extLst>
                  <a:ext uri="{FF2B5EF4-FFF2-40B4-BE49-F238E27FC236}">
                    <a16:creationId xmlns:a16="http://schemas.microsoft.com/office/drawing/2014/main" id="{084C0037-F390-BC93-7CDA-218619893376}"/>
                  </a:ext>
                </a:extLst>
              </p:cNvPr>
              <p:cNvSpPr/>
              <p:nvPr/>
            </p:nvSpPr>
            <p:spPr>
              <a:xfrm>
                <a:off x="59013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8" name="Freeform 47427">
                <a:extLst>
                  <a:ext uri="{FF2B5EF4-FFF2-40B4-BE49-F238E27FC236}">
                    <a16:creationId xmlns:a16="http://schemas.microsoft.com/office/drawing/2014/main" id="{6874C937-300F-C4FF-5446-9D6BD2E2FCCD}"/>
                  </a:ext>
                </a:extLst>
              </p:cNvPr>
              <p:cNvSpPr/>
              <p:nvPr/>
            </p:nvSpPr>
            <p:spPr>
              <a:xfrm>
                <a:off x="59018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29" name="Freeform 47428">
                <a:extLst>
                  <a:ext uri="{FF2B5EF4-FFF2-40B4-BE49-F238E27FC236}">
                    <a16:creationId xmlns:a16="http://schemas.microsoft.com/office/drawing/2014/main" id="{7B557B47-3D99-3ADE-1A5C-26D448EDB16E}"/>
                  </a:ext>
                </a:extLst>
              </p:cNvPr>
              <p:cNvSpPr/>
              <p:nvPr/>
            </p:nvSpPr>
            <p:spPr>
              <a:xfrm>
                <a:off x="59024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0" name="Freeform 47429">
                <a:extLst>
                  <a:ext uri="{FF2B5EF4-FFF2-40B4-BE49-F238E27FC236}">
                    <a16:creationId xmlns:a16="http://schemas.microsoft.com/office/drawing/2014/main" id="{8BD3D247-3643-AE28-2391-4E5C9DBF6769}"/>
                  </a:ext>
                </a:extLst>
              </p:cNvPr>
              <p:cNvSpPr/>
              <p:nvPr/>
            </p:nvSpPr>
            <p:spPr>
              <a:xfrm>
                <a:off x="59029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1" name="Freeform 47430">
                <a:extLst>
                  <a:ext uri="{FF2B5EF4-FFF2-40B4-BE49-F238E27FC236}">
                    <a16:creationId xmlns:a16="http://schemas.microsoft.com/office/drawing/2014/main" id="{1F25C529-115A-B033-DD17-CFDD2E444181}"/>
                  </a:ext>
                </a:extLst>
              </p:cNvPr>
              <p:cNvSpPr/>
              <p:nvPr/>
            </p:nvSpPr>
            <p:spPr>
              <a:xfrm>
                <a:off x="59034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2" name="Freeform 47431">
                <a:extLst>
                  <a:ext uri="{FF2B5EF4-FFF2-40B4-BE49-F238E27FC236}">
                    <a16:creationId xmlns:a16="http://schemas.microsoft.com/office/drawing/2014/main" id="{E1FA46B2-A378-4880-CD59-F0C6BD61781E}"/>
                  </a:ext>
                </a:extLst>
              </p:cNvPr>
              <p:cNvSpPr/>
              <p:nvPr/>
            </p:nvSpPr>
            <p:spPr>
              <a:xfrm>
                <a:off x="59039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3" name="Freeform 47432">
                <a:extLst>
                  <a:ext uri="{FF2B5EF4-FFF2-40B4-BE49-F238E27FC236}">
                    <a16:creationId xmlns:a16="http://schemas.microsoft.com/office/drawing/2014/main" id="{8DE8AF3A-88B3-7761-E2D4-2E3DEF920B28}"/>
                  </a:ext>
                </a:extLst>
              </p:cNvPr>
              <p:cNvSpPr/>
              <p:nvPr/>
            </p:nvSpPr>
            <p:spPr>
              <a:xfrm>
                <a:off x="59045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4" name="Freeform 47433">
                <a:extLst>
                  <a:ext uri="{FF2B5EF4-FFF2-40B4-BE49-F238E27FC236}">
                    <a16:creationId xmlns:a16="http://schemas.microsoft.com/office/drawing/2014/main" id="{17826EE1-B444-9D27-6054-D106514E020D}"/>
                  </a:ext>
                </a:extLst>
              </p:cNvPr>
              <p:cNvSpPr/>
              <p:nvPr/>
            </p:nvSpPr>
            <p:spPr>
              <a:xfrm>
                <a:off x="59050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5" name="Freeform 47434">
                <a:extLst>
                  <a:ext uri="{FF2B5EF4-FFF2-40B4-BE49-F238E27FC236}">
                    <a16:creationId xmlns:a16="http://schemas.microsoft.com/office/drawing/2014/main" id="{C737DDE5-7917-8AE4-9E4E-5B1501EC85BC}"/>
                  </a:ext>
                </a:extLst>
              </p:cNvPr>
              <p:cNvSpPr/>
              <p:nvPr/>
            </p:nvSpPr>
            <p:spPr>
              <a:xfrm>
                <a:off x="59055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6" name="Freeform 47435">
                <a:extLst>
                  <a:ext uri="{FF2B5EF4-FFF2-40B4-BE49-F238E27FC236}">
                    <a16:creationId xmlns:a16="http://schemas.microsoft.com/office/drawing/2014/main" id="{64F634AD-4843-4FBA-65FA-9BB7AD6DB509}"/>
                  </a:ext>
                </a:extLst>
              </p:cNvPr>
              <p:cNvSpPr/>
              <p:nvPr/>
            </p:nvSpPr>
            <p:spPr>
              <a:xfrm>
                <a:off x="59061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7" name="Freeform 47436">
                <a:extLst>
                  <a:ext uri="{FF2B5EF4-FFF2-40B4-BE49-F238E27FC236}">
                    <a16:creationId xmlns:a16="http://schemas.microsoft.com/office/drawing/2014/main" id="{19BCBAEB-FA44-2AB8-E939-9265C7C3674E}"/>
                  </a:ext>
                </a:extLst>
              </p:cNvPr>
              <p:cNvSpPr/>
              <p:nvPr/>
            </p:nvSpPr>
            <p:spPr>
              <a:xfrm>
                <a:off x="59066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8" name="Freeform 47437">
                <a:extLst>
                  <a:ext uri="{FF2B5EF4-FFF2-40B4-BE49-F238E27FC236}">
                    <a16:creationId xmlns:a16="http://schemas.microsoft.com/office/drawing/2014/main" id="{0B712D49-1EB8-DDD6-CAC7-39A21EF1C39A}"/>
                  </a:ext>
                </a:extLst>
              </p:cNvPr>
              <p:cNvSpPr/>
              <p:nvPr/>
            </p:nvSpPr>
            <p:spPr>
              <a:xfrm>
                <a:off x="59071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39" name="Freeform 47438">
                <a:extLst>
                  <a:ext uri="{FF2B5EF4-FFF2-40B4-BE49-F238E27FC236}">
                    <a16:creationId xmlns:a16="http://schemas.microsoft.com/office/drawing/2014/main" id="{68449D3C-0BEE-FDB2-AFEA-13641D4AB044}"/>
                  </a:ext>
                </a:extLst>
              </p:cNvPr>
              <p:cNvSpPr/>
              <p:nvPr/>
            </p:nvSpPr>
            <p:spPr>
              <a:xfrm>
                <a:off x="590773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0" name="Freeform 47439">
                <a:extLst>
                  <a:ext uri="{FF2B5EF4-FFF2-40B4-BE49-F238E27FC236}">
                    <a16:creationId xmlns:a16="http://schemas.microsoft.com/office/drawing/2014/main" id="{6C54F2E5-90C1-0D76-D7E8-FCA1A7316881}"/>
                  </a:ext>
                </a:extLst>
              </p:cNvPr>
              <p:cNvSpPr/>
              <p:nvPr/>
            </p:nvSpPr>
            <p:spPr>
              <a:xfrm>
                <a:off x="590823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1" name="Freeform 47440">
                <a:extLst>
                  <a:ext uri="{FF2B5EF4-FFF2-40B4-BE49-F238E27FC236}">
                    <a16:creationId xmlns:a16="http://schemas.microsoft.com/office/drawing/2014/main" id="{B87CF997-53B0-0680-6A26-40EB0EFA6C38}"/>
                  </a:ext>
                </a:extLst>
              </p:cNvPr>
              <p:cNvSpPr/>
              <p:nvPr/>
            </p:nvSpPr>
            <p:spPr>
              <a:xfrm>
                <a:off x="590872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2" name="Freeform 47441">
                <a:extLst>
                  <a:ext uri="{FF2B5EF4-FFF2-40B4-BE49-F238E27FC236}">
                    <a16:creationId xmlns:a16="http://schemas.microsoft.com/office/drawing/2014/main" id="{54847C31-6A83-3B37-2BD6-8C19AD765247}"/>
                  </a:ext>
                </a:extLst>
              </p:cNvPr>
              <p:cNvSpPr/>
              <p:nvPr/>
            </p:nvSpPr>
            <p:spPr>
              <a:xfrm>
                <a:off x="590932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3" name="Freeform 47442">
                <a:extLst>
                  <a:ext uri="{FF2B5EF4-FFF2-40B4-BE49-F238E27FC236}">
                    <a16:creationId xmlns:a16="http://schemas.microsoft.com/office/drawing/2014/main" id="{DF89A5F7-EF3D-6533-A21D-D38FC9075C3F}"/>
                  </a:ext>
                </a:extLst>
              </p:cNvPr>
              <p:cNvSpPr/>
              <p:nvPr/>
            </p:nvSpPr>
            <p:spPr>
              <a:xfrm>
                <a:off x="590981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4" name="Freeform 47443">
                <a:extLst>
                  <a:ext uri="{FF2B5EF4-FFF2-40B4-BE49-F238E27FC236}">
                    <a16:creationId xmlns:a16="http://schemas.microsoft.com/office/drawing/2014/main" id="{1BDA95F9-0F37-529C-70C0-C15FAD995127}"/>
                  </a:ext>
                </a:extLst>
              </p:cNvPr>
              <p:cNvSpPr/>
              <p:nvPr/>
            </p:nvSpPr>
            <p:spPr>
              <a:xfrm>
                <a:off x="591031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5" name="Freeform 47444">
                <a:extLst>
                  <a:ext uri="{FF2B5EF4-FFF2-40B4-BE49-F238E27FC236}">
                    <a16:creationId xmlns:a16="http://schemas.microsoft.com/office/drawing/2014/main" id="{DB75A07B-C518-6A51-B014-E09537B2E5E3}"/>
                  </a:ext>
                </a:extLst>
              </p:cNvPr>
              <p:cNvSpPr/>
              <p:nvPr/>
            </p:nvSpPr>
            <p:spPr>
              <a:xfrm>
                <a:off x="591090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6" name="Freeform 47445">
                <a:extLst>
                  <a:ext uri="{FF2B5EF4-FFF2-40B4-BE49-F238E27FC236}">
                    <a16:creationId xmlns:a16="http://schemas.microsoft.com/office/drawing/2014/main" id="{FF969A11-E5C1-F02D-C8FE-333B473AEA04}"/>
                  </a:ext>
                </a:extLst>
              </p:cNvPr>
              <p:cNvSpPr/>
              <p:nvPr/>
            </p:nvSpPr>
            <p:spPr>
              <a:xfrm>
                <a:off x="591140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7" name="Freeform 47446">
                <a:extLst>
                  <a:ext uri="{FF2B5EF4-FFF2-40B4-BE49-F238E27FC236}">
                    <a16:creationId xmlns:a16="http://schemas.microsoft.com/office/drawing/2014/main" id="{DC1778C8-D689-1949-5CFD-30BD072FF22D}"/>
                  </a:ext>
                </a:extLst>
              </p:cNvPr>
              <p:cNvSpPr/>
              <p:nvPr/>
            </p:nvSpPr>
            <p:spPr>
              <a:xfrm>
                <a:off x="59119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8" name="Freeform 47447">
                <a:extLst>
                  <a:ext uri="{FF2B5EF4-FFF2-40B4-BE49-F238E27FC236}">
                    <a16:creationId xmlns:a16="http://schemas.microsoft.com/office/drawing/2014/main" id="{1F518B6B-50EE-F204-9680-4F448AEAE3D2}"/>
                  </a:ext>
                </a:extLst>
              </p:cNvPr>
              <p:cNvSpPr/>
              <p:nvPr/>
            </p:nvSpPr>
            <p:spPr>
              <a:xfrm>
                <a:off x="591249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49" name="Freeform 47448">
                <a:extLst>
                  <a:ext uri="{FF2B5EF4-FFF2-40B4-BE49-F238E27FC236}">
                    <a16:creationId xmlns:a16="http://schemas.microsoft.com/office/drawing/2014/main" id="{CECDAFFA-5F3E-F7AE-4553-C7BE305188DC}"/>
                  </a:ext>
                </a:extLst>
              </p:cNvPr>
              <p:cNvSpPr/>
              <p:nvPr/>
            </p:nvSpPr>
            <p:spPr>
              <a:xfrm>
                <a:off x="5912993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0" name="Freeform 47449">
                <a:extLst>
                  <a:ext uri="{FF2B5EF4-FFF2-40B4-BE49-F238E27FC236}">
                    <a16:creationId xmlns:a16="http://schemas.microsoft.com/office/drawing/2014/main" id="{0CC9609C-F7BF-3B82-B67F-A09D7CA5C658}"/>
                  </a:ext>
                </a:extLst>
              </p:cNvPr>
              <p:cNvSpPr/>
              <p:nvPr/>
            </p:nvSpPr>
            <p:spPr>
              <a:xfrm>
                <a:off x="5913489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1" name="Freeform 47450">
                <a:extLst>
                  <a:ext uri="{FF2B5EF4-FFF2-40B4-BE49-F238E27FC236}">
                    <a16:creationId xmlns:a16="http://schemas.microsoft.com/office/drawing/2014/main" id="{27697BA4-0A99-9390-64CB-678B7FE0AAE3}"/>
                  </a:ext>
                </a:extLst>
              </p:cNvPr>
              <p:cNvSpPr/>
              <p:nvPr/>
            </p:nvSpPr>
            <p:spPr>
              <a:xfrm>
                <a:off x="59140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2" name="Freeform 47451">
                <a:extLst>
                  <a:ext uri="{FF2B5EF4-FFF2-40B4-BE49-F238E27FC236}">
                    <a16:creationId xmlns:a16="http://schemas.microsoft.com/office/drawing/2014/main" id="{B084D564-603F-9ED2-2217-48C748C38BBA}"/>
                  </a:ext>
                </a:extLst>
              </p:cNvPr>
              <p:cNvSpPr/>
              <p:nvPr/>
            </p:nvSpPr>
            <p:spPr>
              <a:xfrm>
                <a:off x="59145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3" name="Freeform 47452">
                <a:extLst>
                  <a:ext uri="{FF2B5EF4-FFF2-40B4-BE49-F238E27FC236}">
                    <a16:creationId xmlns:a16="http://schemas.microsoft.com/office/drawing/2014/main" id="{2E8AD8C9-F655-6AE4-605A-4427E8C281A0}"/>
                  </a:ext>
                </a:extLst>
              </p:cNvPr>
              <p:cNvSpPr/>
              <p:nvPr/>
            </p:nvSpPr>
            <p:spPr>
              <a:xfrm>
                <a:off x="59150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4" name="Freeform 47453">
                <a:extLst>
                  <a:ext uri="{FF2B5EF4-FFF2-40B4-BE49-F238E27FC236}">
                    <a16:creationId xmlns:a16="http://schemas.microsoft.com/office/drawing/2014/main" id="{17F02B4D-22EB-1BD8-0536-C17D17B41758}"/>
                  </a:ext>
                </a:extLst>
              </p:cNvPr>
              <p:cNvSpPr/>
              <p:nvPr/>
            </p:nvSpPr>
            <p:spPr>
              <a:xfrm>
                <a:off x="59155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5" name="Freeform 47454">
                <a:extLst>
                  <a:ext uri="{FF2B5EF4-FFF2-40B4-BE49-F238E27FC236}">
                    <a16:creationId xmlns:a16="http://schemas.microsoft.com/office/drawing/2014/main" id="{C54FF736-C63D-D8DF-6416-AED9CBD26E55}"/>
                  </a:ext>
                </a:extLst>
              </p:cNvPr>
              <p:cNvSpPr/>
              <p:nvPr/>
            </p:nvSpPr>
            <p:spPr>
              <a:xfrm>
                <a:off x="591616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6" name="Freeform 47455">
                <a:extLst>
                  <a:ext uri="{FF2B5EF4-FFF2-40B4-BE49-F238E27FC236}">
                    <a16:creationId xmlns:a16="http://schemas.microsoft.com/office/drawing/2014/main" id="{93053DEA-8ADC-CC0B-76D0-CABD61DC623C}"/>
                  </a:ext>
                </a:extLst>
              </p:cNvPr>
              <p:cNvSpPr/>
              <p:nvPr/>
            </p:nvSpPr>
            <p:spPr>
              <a:xfrm>
                <a:off x="59166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7" name="Freeform 47456">
                <a:extLst>
                  <a:ext uri="{FF2B5EF4-FFF2-40B4-BE49-F238E27FC236}">
                    <a16:creationId xmlns:a16="http://schemas.microsoft.com/office/drawing/2014/main" id="{FC9BB6DA-DD97-1AB7-C61D-BF4D7EFEBACE}"/>
                  </a:ext>
                </a:extLst>
              </p:cNvPr>
              <p:cNvSpPr/>
              <p:nvPr/>
            </p:nvSpPr>
            <p:spPr>
              <a:xfrm>
                <a:off x="59171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8" name="Freeform 47457">
                <a:extLst>
                  <a:ext uri="{FF2B5EF4-FFF2-40B4-BE49-F238E27FC236}">
                    <a16:creationId xmlns:a16="http://schemas.microsoft.com/office/drawing/2014/main" id="{7A3B1161-5312-F8C6-AEB1-6AC5664665CB}"/>
                  </a:ext>
                </a:extLst>
              </p:cNvPr>
              <p:cNvSpPr/>
              <p:nvPr/>
            </p:nvSpPr>
            <p:spPr>
              <a:xfrm>
                <a:off x="59177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59" name="Freeform 47458">
                <a:extLst>
                  <a:ext uri="{FF2B5EF4-FFF2-40B4-BE49-F238E27FC236}">
                    <a16:creationId xmlns:a16="http://schemas.microsoft.com/office/drawing/2014/main" id="{80FD616E-BE20-0620-814D-C22962156D24}"/>
                  </a:ext>
                </a:extLst>
              </p:cNvPr>
              <p:cNvSpPr/>
              <p:nvPr/>
            </p:nvSpPr>
            <p:spPr>
              <a:xfrm>
                <a:off x="59182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0" name="Freeform 47459">
                <a:extLst>
                  <a:ext uri="{FF2B5EF4-FFF2-40B4-BE49-F238E27FC236}">
                    <a16:creationId xmlns:a16="http://schemas.microsoft.com/office/drawing/2014/main" id="{C7546BFD-A890-5187-FB64-50DFBF731ECB}"/>
                  </a:ext>
                </a:extLst>
              </p:cNvPr>
              <p:cNvSpPr/>
              <p:nvPr/>
            </p:nvSpPr>
            <p:spPr>
              <a:xfrm>
                <a:off x="59187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1" name="Freeform 47460">
                <a:extLst>
                  <a:ext uri="{FF2B5EF4-FFF2-40B4-BE49-F238E27FC236}">
                    <a16:creationId xmlns:a16="http://schemas.microsoft.com/office/drawing/2014/main" id="{FABB8620-13A4-BCD7-A808-B4E9AF7D837D}"/>
                  </a:ext>
                </a:extLst>
              </p:cNvPr>
              <p:cNvSpPr/>
              <p:nvPr/>
            </p:nvSpPr>
            <p:spPr>
              <a:xfrm>
                <a:off x="59193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2" name="Freeform 47461">
                <a:extLst>
                  <a:ext uri="{FF2B5EF4-FFF2-40B4-BE49-F238E27FC236}">
                    <a16:creationId xmlns:a16="http://schemas.microsoft.com/office/drawing/2014/main" id="{E6F28578-986E-63B7-9236-26FB9E09D559}"/>
                  </a:ext>
                </a:extLst>
              </p:cNvPr>
              <p:cNvSpPr/>
              <p:nvPr/>
            </p:nvSpPr>
            <p:spPr>
              <a:xfrm>
                <a:off x="59198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3" name="Freeform 47462">
                <a:extLst>
                  <a:ext uri="{FF2B5EF4-FFF2-40B4-BE49-F238E27FC236}">
                    <a16:creationId xmlns:a16="http://schemas.microsoft.com/office/drawing/2014/main" id="{90DAAC0D-BE11-09FE-2002-8D8036E8D300}"/>
                  </a:ext>
                </a:extLst>
              </p:cNvPr>
              <p:cNvSpPr/>
              <p:nvPr/>
            </p:nvSpPr>
            <p:spPr>
              <a:xfrm>
                <a:off x="592033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4" name="Freeform 47463">
                <a:extLst>
                  <a:ext uri="{FF2B5EF4-FFF2-40B4-BE49-F238E27FC236}">
                    <a16:creationId xmlns:a16="http://schemas.microsoft.com/office/drawing/2014/main" id="{EE1F5BA5-0C87-ADC0-908D-7DB6CCCB3798}"/>
                  </a:ext>
                </a:extLst>
              </p:cNvPr>
              <p:cNvSpPr/>
              <p:nvPr/>
            </p:nvSpPr>
            <p:spPr>
              <a:xfrm>
                <a:off x="5920930" y="5900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5" name="Freeform 47464">
                <a:extLst>
                  <a:ext uri="{FF2B5EF4-FFF2-40B4-BE49-F238E27FC236}">
                    <a16:creationId xmlns:a16="http://schemas.microsoft.com/office/drawing/2014/main" id="{63AC5C75-8AFB-917D-0497-B655D3148479}"/>
                  </a:ext>
                </a:extLst>
              </p:cNvPr>
              <p:cNvSpPr/>
              <p:nvPr/>
            </p:nvSpPr>
            <p:spPr>
              <a:xfrm>
                <a:off x="5921427" y="5893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6" name="Freeform 47465">
                <a:extLst>
                  <a:ext uri="{FF2B5EF4-FFF2-40B4-BE49-F238E27FC236}">
                    <a16:creationId xmlns:a16="http://schemas.microsoft.com/office/drawing/2014/main" id="{5DC1545C-A05F-40FA-E438-155C27D23F21}"/>
                  </a:ext>
                </a:extLst>
              </p:cNvPr>
              <p:cNvSpPr/>
              <p:nvPr/>
            </p:nvSpPr>
            <p:spPr>
              <a:xfrm>
                <a:off x="5921923" y="5893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7" name="Freeform 47466">
                <a:extLst>
                  <a:ext uri="{FF2B5EF4-FFF2-40B4-BE49-F238E27FC236}">
                    <a16:creationId xmlns:a16="http://schemas.microsoft.com/office/drawing/2014/main" id="{D72F5004-ABCB-13D4-EA42-0EE85F1804A2}"/>
                  </a:ext>
                </a:extLst>
              </p:cNvPr>
              <p:cNvSpPr/>
              <p:nvPr/>
            </p:nvSpPr>
            <p:spPr>
              <a:xfrm>
                <a:off x="5922518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8" name="Freeform 47467">
                <a:extLst>
                  <a:ext uri="{FF2B5EF4-FFF2-40B4-BE49-F238E27FC236}">
                    <a16:creationId xmlns:a16="http://schemas.microsoft.com/office/drawing/2014/main" id="{CD74ABE8-43FD-C36D-4FCB-4359ED77393C}"/>
                  </a:ext>
                </a:extLst>
              </p:cNvPr>
              <p:cNvSpPr/>
              <p:nvPr/>
            </p:nvSpPr>
            <p:spPr>
              <a:xfrm>
                <a:off x="5923014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69" name="Freeform 47468">
                <a:extLst>
                  <a:ext uri="{FF2B5EF4-FFF2-40B4-BE49-F238E27FC236}">
                    <a16:creationId xmlns:a16="http://schemas.microsoft.com/office/drawing/2014/main" id="{B453EC12-6E8F-917A-10DF-C6FC97B38EFC}"/>
                  </a:ext>
                </a:extLst>
              </p:cNvPr>
              <p:cNvSpPr/>
              <p:nvPr/>
            </p:nvSpPr>
            <p:spPr>
              <a:xfrm>
                <a:off x="5923510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0" name="Freeform 47469">
                <a:extLst>
                  <a:ext uri="{FF2B5EF4-FFF2-40B4-BE49-F238E27FC236}">
                    <a16:creationId xmlns:a16="http://schemas.microsoft.com/office/drawing/2014/main" id="{E99AB25D-0A6E-354A-4FB2-F8DA8F56AAFD}"/>
                  </a:ext>
                </a:extLst>
              </p:cNvPr>
              <p:cNvSpPr/>
              <p:nvPr/>
            </p:nvSpPr>
            <p:spPr>
              <a:xfrm>
                <a:off x="592410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1" name="Freeform 47470">
                <a:extLst>
                  <a:ext uri="{FF2B5EF4-FFF2-40B4-BE49-F238E27FC236}">
                    <a16:creationId xmlns:a16="http://schemas.microsoft.com/office/drawing/2014/main" id="{E45C80BD-33F5-A0E8-ACDC-FFA5EA090C0A}"/>
                  </a:ext>
                </a:extLst>
              </p:cNvPr>
              <p:cNvSpPr/>
              <p:nvPr/>
            </p:nvSpPr>
            <p:spPr>
              <a:xfrm>
                <a:off x="5924602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2" name="Freeform 47471">
                <a:extLst>
                  <a:ext uri="{FF2B5EF4-FFF2-40B4-BE49-F238E27FC236}">
                    <a16:creationId xmlns:a16="http://schemas.microsoft.com/office/drawing/2014/main" id="{14528FAC-FEA7-40B6-57D4-88DC1529D25E}"/>
                  </a:ext>
                </a:extLst>
              </p:cNvPr>
              <p:cNvSpPr/>
              <p:nvPr/>
            </p:nvSpPr>
            <p:spPr>
              <a:xfrm>
                <a:off x="5925098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3" name="Freeform 47472">
                <a:extLst>
                  <a:ext uri="{FF2B5EF4-FFF2-40B4-BE49-F238E27FC236}">
                    <a16:creationId xmlns:a16="http://schemas.microsoft.com/office/drawing/2014/main" id="{524DF616-BC08-9B72-1BFE-C9EF34E02ACC}"/>
                  </a:ext>
                </a:extLst>
              </p:cNvPr>
              <p:cNvSpPr/>
              <p:nvPr/>
            </p:nvSpPr>
            <p:spPr>
              <a:xfrm>
                <a:off x="5925693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4" name="Freeform 47473">
                <a:extLst>
                  <a:ext uri="{FF2B5EF4-FFF2-40B4-BE49-F238E27FC236}">
                    <a16:creationId xmlns:a16="http://schemas.microsoft.com/office/drawing/2014/main" id="{EA5EB772-CA36-9883-2ABE-8DAE2219E83B}"/>
                  </a:ext>
                </a:extLst>
              </p:cNvPr>
              <p:cNvSpPr/>
              <p:nvPr/>
            </p:nvSpPr>
            <p:spPr>
              <a:xfrm>
                <a:off x="5926189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5" name="Freeform 47474">
                <a:extLst>
                  <a:ext uri="{FF2B5EF4-FFF2-40B4-BE49-F238E27FC236}">
                    <a16:creationId xmlns:a16="http://schemas.microsoft.com/office/drawing/2014/main" id="{132EFEFC-74C1-AAF9-5FCD-42BE7555901B}"/>
                  </a:ext>
                </a:extLst>
              </p:cNvPr>
              <p:cNvSpPr/>
              <p:nvPr/>
            </p:nvSpPr>
            <p:spPr>
              <a:xfrm>
                <a:off x="59266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6" name="Freeform 47475">
                <a:extLst>
                  <a:ext uri="{FF2B5EF4-FFF2-40B4-BE49-F238E27FC236}">
                    <a16:creationId xmlns:a16="http://schemas.microsoft.com/office/drawing/2014/main" id="{36A21E0A-B9FA-6F89-E411-8C576B66CAA9}"/>
                  </a:ext>
                </a:extLst>
              </p:cNvPr>
              <p:cNvSpPr/>
              <p:nvPr/>
            </p:nvSpPr>
            <p:spPr>
              <a:xfrm>
                <a:off x="59271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7" name="Freeform 47476">
                <a:extLst>
                  <a:ext uri="{FF2B5EF4-FFF2-40B4-BE49-F238E27FC236}">
                    <a16:creationId xmlns:a16="http://schemas.microsoft.com/office/drawing/2014/main" id="{91BB8C24-930F-A670-4D9C-847301047316}"/>
                  </a:ext>
                </a:extLst>
              </p:cNvPr>
              <p:cNvSpPr/>
              <p:nvPr/>
            </p:nvSpPr>
            <p:spPr>
              <a:xfrm>
                <a:off x="59277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8" name="Freeform 47477">
                <a:extLst>
                  <a:ext uri="{FF2B5EF4-FFF2-40B4-BE49-F238E27FC236}">
                    <a16:creationId xmlns:a16="http://schemas.microsoft.com/office/drawing/2014/main" id="{61E18CA0-6A50-9DE7-CB55-BF2CA35A3B23}"/>
                  </a:ext>
                </a:extLst>
              </p:cNvPr>
              <p:cNvSpPr/>
              <p:nvPr/>
            </p:nvSpPr>
            <p:spPr>
              <a:xfrm>
                <a:off x="59282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79" name="Freeform 47478">
                <a:extLst>
                  <a:ext uri="{FF2B5EF4-FFF2-40B4-BE49-F238E27FC236}">
                    <a16:creationId xmlns:a16="http://schemas.microsoft.com/office/drawing/2014/main" id="{FAB0A339-F5D5-55FB-E0CB-1C48029AB8B2}"/>
                  </a:ext>
                </a:extLst>
              </p:cNvPr>
              <p:cNvSpPr/>
              <p:nvPr/>
            </p:nvSpPr>
            <p:spPr>
              <a:xfrm>
                <a:off x="59287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0" name="Freeform 47479">
                <a:extLst>
                  <a:ext uri="{FF2B5EF4-FFF2-40B4-BE49-F238E27FC236}">
                    <a16:creationId xmlns:a16="http://schemas.microsoft.com/office/drawing/2014/main" id="{8872CBBE-5220-078D-5A74-D66E64FC2F72}"/>
                  </a:ext>
                </a:extLst>
              </p:cNvPr>
              <p:cNvSpPr/>
              <p:nvPr/>
            </p:nvSpPr>
            <p:spPr>
              <a:xfrm>
                <a:off x="59293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1" name="Freeform 47480">
                <a:extLst>
                  <a:ext uri="{FF2B5EF4-FFF2-40B4-BE49-F238E27FC236}">
                    <a16:creationId xmlns:a16="http://schemas.microsoft.com/office/drawing/2014/main" id="{3D271473-2732-33E8-8747-B3537F4E3D68}"/>
                  </a:ext>
                </a:extLst>
              </p:cNvPr>
              <p:cNvSpPr/>
              <p:nvPr/>
            </p:nvSpPr>
            <p:spPr>
              <a:xfrm>
                <a:off x="59298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2" name="Freeform 47481">
                <a:extLst>
                  <a:ext uri="{FF2B5EF4-FFF2-40B4-BE49-F238E27FC236}">
                    <a16:creationId xmlns:a16="http://schemas.microsoft.com/office/drawing/2014/main" id="{A1875EAD-AA4A-9735-867E-0D06DFCE5239}"/>
                  </a:ext>
                </a:extLst>
              </p:cNvPr>
              <p:cNvSpPr/>
              <p:nvPr/>
            </p:nvSpPr>
            <p:spPr>
              <a:xfrm>
                <a:off x="59303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3" name="Freeform 47482">
                <a:extLst>
                  <a:ext uri="{FF2B5EF4-FFF2-40B4-BE49-F238E27FC236}">
                    <a16:creationId xmlns:a16="http://schemas.microsoft.com/office/drawing/2014/main" id="{18C3117A-C710-2F2F-121F-344EA0C761E3}"/>
                  </a:ext>
                </a:extLst>
              </p:cNvPr>
              <p:cNvSpPr/>
              <p:nvPr/>
            </p:nvSpPr>
            <p:spPr>
              <a:xfrm>
                <a:off x="59309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4" name="Freeform 47483">
                <a:extLst>
                  <a:ext uri="{FF2B5EF4-FFF2-40B4-BE49-F238E27FC236}">
                    <a16:creationId xmlns:a16="http://schemas.microsoft.com/office/drawing/2014/main" id="{C79F9EB2-FADB-2D49-22A6-FDC19F2A56C9}"/>
                  </a:ext>
                </a:extLst>
              </p:cNvPr>
              <p:cNvSpPr/>
              <p:nvPr/>
            </p:nvSpPr>
            <p:spPr>
              <a:xfrm>
                <a:off x="59314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5" name="Freeform 47484">
                <a:extLst>
                  <a:ext uri="{FF2B5EF4-FFF2-40B4-BE49-F238E27FC236}">
                    <a16:creationId xmlns:a16="http://schemas.microsoft.com/office/drawing/2014/main" id="{0759FD97-1614-C936-F67D-3220B97EC7CE}"/>
                  </a:ext>
                </a:extLst>
              </p:cNvPr>
              <p:cNvSpPr/>
              <p:nvPr/>
            </p:nvSpPr>
            <p:spPr>
              <a:xfrm>
                <a:off x="59319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6" name="Freeform 47485">
                <a:extLst>
                  <a:ext uri="{FF2B5EF4-FFF2-40B4-BE49-F238E27FC236}">
                    <a16:creationId xmlns:a16="http://schemas.microsoft.com/office/drawing/2014/main" id="{8AD52327-0F15-1212-59BE-8A96BB307D90}"/>
                  </a:ext>
                </a:extLst>
              </p:cNvPr>
              <p:cNvSpPr/>
              <p:nvPr/>
            </p:nvSpPr>
            <p:spPr>
              <a:xfrm>
                <a:off x="593253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7" name="Freeform 47486">
                <a:extLst>
                  <a:ext uri="{FF2B5EF4-FFF2-40B4-BE49-F238E27FC236}">
                    <a16:creationId xmlns:a16="http://schemas.microsoft.com/office/drawing/2014/main" id="{66D30483-C1C0-6E11-4B41-51842B1F67AB}"/>
                  </a:ext>
                </a:extLst>
              </p:cNvPr>
              <p:cNvSpPr/>
              <p:nvPr/>
            </p:nvSpPr>
            <p:spPr>
              <a:xfrm>
                <a:off x="593303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8" name="Freeform 47487">
                <a:extLst>
                  <a:ext uri="{FF2B5EF4-FFF2-40B4-BE49-F238E27FC236}">
                    <a16:creationId xmlns:a16="http://schemas.microsoft.com/office/drawing/2014/main" id="{92130789-E7E4-9E15-3C30-6C911B207DB3}"/>
                  </a:ext>
                </a:extLst>
              </p:cNvPr>
              <p:cNvSpPr/>
              <p:nvPr/>
            </p:nvSpPr>
            <p:spPr>
              <a:xfrm>
                <a:off x="5933531" y="589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89" name="Freeform 47488">
                <a:extLst>
                  <a:ext uri="{FF2B5EF4-FFF2-40B4-BE49-F238E27FC236}">
                    <a16:creationId xmlns:a16="http://schemas.microsoft.com/office/drawing/2014/main" id="{FFA23820-1A17-40CB-C0D3-6D9A687439BC}"/>
                  </a:ext>
                </a:extLst>
              </p:cNvPr>
              <p:cNvSpPr/>
              <p:nvPr/>
            </p:nvSpPr>
            <p:spPr>
              <a:xfrm>
                <a:off x="5934127" y="5890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0" name="Freeform 47489">
                <a:extLst>
                  <a:ext uri="{FF2B5EF4-FFF2-40B4-BE49-F238E27FC236}">
                    <a16:creationId xmlns:a16="http://schemas.microsoft.com/office/drawing/2014/main" id="{BACE5307-6B76-6B76-C682-9571229F1870}"/>
                  </a:ext>
                </a:extLst>
              </p:cNvPr>
              <p:cNvSpPr/>
              <p:nvPr/>
            </p:nvSpPr>
            <p:spPr>
              <a:xfrm>
                <a:off x="5934623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1" name="Freeform 47490">
                <a:extLst>
                  <a:ext uri="{FF2B5EF4-FFF2-40B4-BE49-F238E27FC236}">
                    <a16:creationId xmlns:a16="http://schemas.microsoft.com/office/drawing/2014/main" id="{7E1E6949-29DE-A779-014E-A116C4D13788}"/>
                  </a:ext>
                </a:extLst>
              </p:cNvPr>
              <p:cNvSpPr/>
              <p:nvPr/>
            </p:nvSpPr>
            <p:spPr>
              <a:xfrm>
                <a:off x="5935119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2" name="Freeform 47491">
                <a:extLst>
                  <a:ext uri="{FF2B5EF4-FFF2-40B4-BE49-F238E27FC236}">
                    <a16:creationId xmlns:a16="http://schemas.microsoft.com/office/drawing/2014/main" id="{B90C0D33-DE4A-7E33-3AFD-A0C684D23366}"/>
                  </a:ext>
                </a:extLst>
              </p:cNvPr>
              <p:cNvSpPr/>
              <p:nvPr/>
            </p:nvSpPr>
            <p:spPr>
              <a:xfrm>
                <a:off x="5935714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3" name="Freeform 47492">
                <a:extLst>
                  <a:ext uri="{FF2B5EF4-FFF2-40B4-BE49-F238E27FC236}">
                    <a16:creationId xmlns:a16="http://schemas.microsoft.com/office/drawing/2014/main" id="{698B67F9-CCB9-9FB0-C355-74285EBDEC23}"/>
                  </a:ext>
                </a:extLst>
              </p:cNvPr>
              <p:cNvSpPr/>
              <p:nvPr/>
            </p:nvSpPr>
            <p:spPr>
              <a:xfrm>
                <a:off x="5936210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4" name="Freeform 47493">
                <a:extLst>
                  <a:ext uri="{FF2B5EF4-FFF2-40B4-BE49-F238E27FC236}">
                    <a16:creationId xmlns:a16="http://schemas.microsoft.com/office/drawing/2014/main" id="{8EF68AB7-83EB-7282-EE2E-48BE7AE54403}"/>
                  </a:ext>
                </a:extLst>
              </p:cNvPr>
              <p:cNvSpPr/>
              <p:nvPr/>
            </p:nvSpPr>
            <p:spPr>
              <a:xfrm>
                <a:off x="5936706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5" name="Freeform 47494">
                <a:extLst>
                  <a:ext uri="{FF2B5EF4-FFF2-40B4-BE49-F238E27FC236}">
                    <a16:creationId xmlns:a16="http://schemas.microsoft.com/office/drawing/2014/main" id="{A28F7F12-C474-E11F-5AEE-97F65A6111E8}"/>
                  </a:ext>
                </a:extLst>
              </p:cNvPr>
              <p:cNvSpPr/>
              <p:nvPr/>
            </p:nvSpPr>
            <p:spPr>
              <a:xfrm>
                <a:off x="5937302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6" name="Freeform 47495">
                <a:extLst>
                  <a:ext uri="{FF2B5EF4-FFF2-40B4-BE49-F238E27FC236}">
                    <a16:creationId xmlns:a16="http://schemas.microsoft.com/office/drawing/2014/main" id="{88378E1A-C6B5-4FC2-8603-8AFF21A5B69B}"/>
                  </a:ext>
                </a:extLst>
              </p:cNvPr>
              <p:cNvSpPr/>
              <p:nvPr/>
            </p:nvSpPr>
            <p:spPr>
              <a:xfrm>
                <a:off x="5937798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7" name="Freeform 47496">
                <a:extLst>
                  <a:ext uri="{FF2B5EF4-FFF2-40B4-BE49-F238E27FC236}">
                    <a16:creationId xmlns:a16="http://schemas.microsoft.com/office/drawing/2014/main" id="{083958D3-9115-042D-EE8E-4B6B15970DEE}"/>
                  </a:ext>
                </a:extLst>
              </p:cNvPr>
              <p:cNvSpPr/>
              <p:nvPr/>
            </p:nvSpPr>
            <p:spPr>
              <a:xfrm>
                <a:off x="5938294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8" name="Freeform 47497">
                <a:extLst>
                  <a:ext uri="{FF2B5EF4-FFF2-40B4-BE49-F238E27FC236}">
                    <a16:creationId xmlns:a16="http://schemas.microsoft.com/office/drawing/2014/main" id="{F12820F2-8DCD-1A53-E422-CB9C0925DC75}"/>
                  </a:ext>
                </a:extLst>
              </p:cNvPr>
              <p:cNvSpPr/>
              <p:nvPr/>
            </p:nvSpPr>
            <p:spPr>
              <a:xfrm>
                <a:off x="5938889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99" name="Freeform 47498">
                <a:extLst>
                  <a:ext uri="{FF2B5EF4-FFF2-40B4-BE49-F238E27FC236}">
                    <a16:creationId xmlns:a16="http://schemas.microsoft.com/office/drawing/2014/main" id="{0C4EB90D-D2E9-C4FA-67A3-436145D819C8}"/>
                  </a:ext>
                </a:extLst>
              </p:cNvPr>
              <p:cNvSpPr/>
              <p:nvPr/>
            </p:nvSpPr>
            <p:spPr>
              <a:xfrm>
                <a:off x="59393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0" name="Freeform 47499">
                <a:extLst>
                  <a:ext uri="{FF2B5EF4-FFF2-40B4-BE49-F238E27FC236}">
                    <a16:creationId xmlns:a16="http://schemas.microsoft.com/office/drawing/2014/main" id="{17EBB69A-048C-5352-8D18-64B1937C2284}"/>
                  </a:ext>
                </a:extLst>
              </p:cNvPr>
              <p:cNvSpPr/>
              <p:nvPr/>
            </p:nvSpPr>
            <p:spPr>
              <a:xfrm>
                <a:off x="59398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1" name="Freeform 47500">
                <a:extLst>
                  <a:ext uri="{FF2B5EF4-FFF2-40B4-BE49-F238E27FC236}">
                    <a16:creationId xmlns:a16="http://schemas.microsoft.com/office/drawing/2014/main" id="{33EB0E0D-9720-F37F-3ED1-DB8D1ACD1B85}"/>
                  </a:ext>
                </a:extLst>
              </p:cNvPr>
              <p:cNvSpPr/>
              <p:nvPr/>
            </p:nvSpPr>
            <p:spPr>
              <a:xfrm>
                <a:off x="59403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2" name="Freeform 47501">
                <a:extLst>
                  <a:ext uri="{FF2B5EF4-FFF2-40B4-BE49-F238E27FC236}">
                    <a16:creationId xmlns:a16="http://schemas.microsoft.com/office/drawing/2014/main" id="{5835D8FD-0943-D40B-55E0-330A5D42B1C6}"/>
                  </a:ext>
                </a:extLst>
              </p:cNvPr>
              <p:cNvSpPr/>
              <p:nvPr/>
            </p:nvSpPr>
            <p:spPr>
              <a:xfrm>
                <a:off x="59409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3" name="Freeform 47502">
                <a:extLst>
                  <a:ext uri="{FF2B5EF4-FFF2-40B4-BE49-F238E27FC236}">
                    <a16:creationId xmlns:a16="http://schemas.microsoft.com/office/drawing/2014/main" id="{B6B63D60-6C29-9790-B799-249093DD5C06}"/>
                  </a:ext>
                </a:extLst>
              </p:cNvPr>
              <p:cNvSpPr/>
              <p:nvPr/>
            </p:nvSpPr>
            <p:spPr>
              <a:xfrm>
                <a:off x="59414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4" name="Freeform 47503">
                <a:extLst>
                  <a:ext uri="{FF2B5EF4-FFF2-40B4-BE49-F238E27FC236}">
                    <a16:creationId xmlns:a16="http://schemas.microsoft.com/office/drawing/2014/main" id="{50AED104-A94A-F8D0-C9E1-2A16A4A2AF87}"/>
                  </a:ext>
                </a:extLst>
              </p:cNvPr>
              <p:cNvSpPr/>
              <p:nvPr/>
            </p:nvSpPr>
            <p:spPr>
              <a:xfrm>
                <a:off x="59419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5" name="Freeform 47504">
                <a:extLst>
                  <a:ext uri="{FF2B5EF4-FFF2-40B4-BE49-F238E27FC236}">
                    <a16:creationId xmlns:a16="http://schemas.microsoft.com/office/drawing/2014/main" id="{7B6B79A6-2F3D-E029-8EB6-28B8B0BA8425}"/>
                  </a:ext>
                </a:extLst>
              </p:cNvPr>
              <p:cNvSpPr/>
              <p:nvPr/>
            </p:nvSpPr>
            <p:spPr>
              <a:xfrm>
                <a:off x="59425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6" name="Freeform 47505">
                <a:extLst>
                  <a:ext uri="{FF2B5EF4-FFF2-40B4-BE49-F238E27FC236}">
                    <a16:creationId xmlns:a16="http://schemas.microsoft.com/office/drawing/2014/main" id="{5A597EDA-F70E-7EEE-132C-943247B3F795}"/>
                  </a:ext>
                </a:extLst>
              </p:cNvPr>
              <p:cNvSpPr/>
              <p:nvPr/>
            </p:nvSpPr>
            <p:spPr>
              <a:xfrm>
                <a:off x="59430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7" name="Freeform 47506">
                <a:extLst>
                  <a:ext uri="{FF2B5EF4-FFF2-40B4-BE49-F238E27FC236}">
                    <a16:creationId xmlns:a16="http://schemas.microsoft.com/office/drawing/2014/main" id="{D4109CAB-B7F8-F05B-5DB4-52F4AE5141E8}"/>
                  </a:ext>
                </a:extLst>
              </p:cNvPr>
              <p:cNvSpPr/>
              <p:nvPr/>
            </p:nvSpPr>
            <p:spPr>
              <a:xfrm>
                <a:off x="59435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8" name="Freeform 47507">
                <a:extLst>
                  <a:ext uri="{FF2B5EF4-FFF2-40B4-BE49-F238E27FC236}">
                    <a16:creationId xmlns:a16="http://schemas.microsoft.com/office/drawing/2014/main" id="{C22550B9-19C2-5BCC-3D6D-D62C1E07FB12}"/>
                  </a:ext>
                </a:extLst>
              </p:cNvPr>
              <p:cNvSpPr/>
              <p:nvPr/>
            </p:nvSpPr>
            <p:spPr>
              <a:xfrm>
                <a:off x="59441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09" name="Freeform 47508">
                <a:extLst>
                  <a:ext uri="{FF2B5EF4-FFF2-40B4-BE49-F238E27FC236}">
                    <a16:creationId xmlns:a16="http://schemas.microsoft.com/office/drawing/2014/main" id="{80FA96CD-539C-A4A6-85CA-6C6F064D056D}"/>
                  </a:ext>
                </a:extLst>
              </p:cNvPr>
              <p:cNvSpPr/>
              <p:nvPr/>
            </p:nvSpPr>
            <p:spPr>
              <a:xfrm>
                <a:off x="59446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0" name="Freeform 47509">
                <a:extLst>
                  <a:ext uri="{FF2B5EF4-FFF2-40B4-BE49-F238E27FC236}">
                    <a16:creationId xmlns:a16="http://schemas.microsoft.com/office/drawing/2014/main" id="{6F8EF08D-D628-111D-1233-EA3EAE388A55}"/>
                  </a:ext>
                </a:extLst>
              </p:cNvPr>
              <p:cNvSpPr/>
              <p:nvPr/>
            </p:nvSpPr>
            <p:spPr>
              <a:xfrm>
                <a:off x="59451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1" name="Freeform 47510">
                <a:extLst>
                  <a:ext uri="{FF2B5EF4-FFF2-40B4-BE49-F238E27FC236}">
                    <a16:creationId xmlns:a16="http://schemas.microsoft.com/office/drawing/2014/main" id="{E328EAAB-A1DE-02A4-B518-2616C5B14BB3}"/>
                  </a:ext>
                </a:extLst>
              </p:cNvPr>
              <p:cNvSpPr/>
              <p:nvPr/>
            </p:nvSpPr>
            <p:spPr>
              <a:xfrm>
                <a:off x="594573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2" name="Freeform 47511">
                <a:extLst>
                  <a:ext uri="{FF2B5EF4-FFF2-40B4-BE49-F238E27FC236}">
                    <a16:creationId xmlns:a16="http://schemas.microsoft.com/office/drawing/2014/main" id="{F09C48E0-7471-94DC-BA19-33397AA40C0B}"/>
                  </a:ext>
                </a:extLst>
              </p:cNvPr>
              <p:cNvSpPr/>
              <p:nvPr/>
            </p:nvSpPr>
            <p:spPr>
              <a:xfrm>
                <a:off x="5946231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3" name="Freeform 47512">
                <a:extLst>
                  <a:ext uri="{FF2B5EF4-FFF2-40B4-BE49-F238E27FC236}">
                    <a16:creationId xmlns:a16="http://schemas.microsoft.com/office/drawing/2014/main" id="{2FA32698-E405-FDB2-BD42-79412B46B97B}"/>
                  </a:ext>
                </a:extLst>
              </p:cNvPr>
              <p:cNvSpPr/>
              <p:nvPr/>
            </p:nvSpPr>
            <p:spPr>
              <a:xfrm>
                <a:off x="5946727" y="5835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4" name="Freeform 47513">
                <a:extLst>
                  <a:ext uri="{FF2B5EF4-FFF2-40B4-BE49-F238E27FC236}">
                    <a16:creationId xmlns:a16="http://schemas.microsoft.com/office/drawing/2014/main" id="{F765F31F-38DD-5331-F8C2-D41F39AD97A7}"/>
                  </a:ext>
                </a:extLst>
              </p:cNvPr>
              <p:cNvSpPr/>
              <p:nvPr/>
            </p:nvSpPr>
            <p:spPr>
              <a:xfrm>
                <a:off x="5947323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5" name="Freeform 47514">
                <a:extLst>
                  <a:ext uri="{FF2B5EF4-FFF2-40B4-BE49-F238E27FC236}">
                    <a16:creationId xmlns:a16="http://schemas.microsoft.com/office/drawing/2014/main" id="{F653C484-447E-CCD8-2F4B-43FF5FBCE041}"/>
                  </a:ext>
                </a:extLst>
              </p:cNvPr>
              <p:cNvSpPr/>
              <p:nvPr/>
            </p:nvSpPr>
            <p:spPr>
              <a:xfrm>
                <a:off x="5947819" y="5950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6" name="Freeform 47515">
                <a:extLst>
                  <a:ext uri="{FF2B5EF4-FFF2-40B4-BE49-F238E27FC236}">
                    <a16:creationId xmlns:a16="http://schemas.microsoft.com/office/drawing/2014/main" id="{FBB84FB4-0643-8CC7-146A-073C13488DE0}"/>
                  </a:ext>
                </a:extLst>
              </p:cNvPr>
              <p:cNvSpPr/>
              <p:nvPr/>
            </p:nvSpPr>
            <p:spPr>
              <a:xfrm>
                <a:off x="5948315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7" name="Freeform 47516">
                <a:extLst>
                  <a:ext uri="{FF2B5EF4-FFF2-40B4-BE49-F238E27FC236}">
                    <a16:creationId xmlns:a16="http://schemas.microsoft.com/office/drawing/2014/main" id="{5D8BF4E9-2C3B-7969-352B-8C04299CA6D5}"/>
                  </a:ext>
                </a:extLst>
              </p:cNvPr>
              <p:cNvSpPr/>
              <p:nvPr/>
            </p:nvSpPr>
            <p:spPr>
              <a:xfrm>
                <a:off x="5948910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8" name="Freeform 47517">
                <a:extLst>
                  <a:ext uri="{FF2B5EF4-FFF2-40B4-BE49-F238E27FC236}">
                    <a16:creationId xmlns:a16="http://schemas.microsoft.com/office/drawing/2014/main" id="{B124A9DA-604E-3195-2B1B-8AD6232BE448}"/>
                  </a:ext>
                </a:extLst>
              </p:cNvPr>
              <p:cNvSpPr/>
              <p:nvPr/>
            </p:nvSpPr>
            <p:spPr>
              <a:xfrm>
                <a:off x="5949406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19" name="Freeform 47518">
                <a:extLst>
                  <a:ext uri="{FF2B5EF4-FFF2-40B4-BE49-F238E27FC236}">
                    <a16:creationId xmlns:a16="http://schemas.microsoft.com/office/drawing/2014/main" id="{B0215D8D-3D8C-6404-65C5-0029C1972D97}"/>
                  </a:ext>
                </a:extLst>
              </p:cNvPr>
              <p:cNvSpPr/>
              <p:nvPr/>
            </p:nvSpPr>
            <p:spPr>
              <a:xfrm>
                <a:off x="5949902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0" name="Freeform 47519">
                <a:extLst>
                  <a:ext uri="{FF2B5EF4-FFF2-40B4-BE49-F238E27FC236}">
                    <a16:creationId xmlns:a16="http://schemas.microsoft.com/office/drawing/2014/main" id="{EF4AB994-66A4-2A71-592F-EAB329F70975}"/>
                  </a:ext>
                </a:extLst>
              </p:cNvPr>
              <p:cNvSpPr/>
              <p:nvPr/>
            </p:nvSpPr>
            <p:spPr>
              <a:xfrm>
                <a:off x="5950498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1" name="Freeform 47520">
                <a:extLst>
                  <a:ext uri="{FF2B5EF4-FFF2-40B4-BE49-F238E27FC236}">
                    <a16:creationId xmlns:a16="http://schemas.microsoft.com/office/drawing/2014/main" id="{552D029B-ACB5-BE13-5FF9-332205584134}"/>
                  </a:ext>
                </a:extLst>
              </p:cNvPr>
              <p:cNvSpPr/>
              <p:nvPr/>
            </p:nvSpPr>
            <p:spPr>
              <a:xfrm>
                <a:off x="5950994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2" name="Freeform 47521">
                <a:extLst>
                  <a:ext uri="{FF2B5EF4-FFF2-40B4-BE49-F238E27FC236}">
                    <a16:creationId xmlns:a16="http://schemas.microsoft.com/office/drawing/2014/main" id="{7337A256-2F45-2081-5BD2-0B6443E32558}"/>
                  </a:ext>
                </a:extLst>
              </p:cNvPr>
              <p:cNvSpPr/>
              <p:nvPr/>
            </p:nvSpPr>
            <p:spPr>
              <a:xfrm>
                <a:off x="5951490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3" name="Freeform 47522">
                <a:extLst>
                  <a:ext uri="{FF2B5EF4-FFF2-40B4-BE49-F238E27FC236}">
                    <a16:creationId xmlns:a16="http://schemas.microsoft.com/office/drawing/2014/main" id="{E0221884-6072-B74C-32D9-B82551432DD7}"/>
                  </a:ext>
                </a:extLst>
              </p:cNvPr>
              <p:cNvSpPr/>
              <p:nvPr/>
            </p:nvSpPr>
            <p:spPr>
              <a:xfrm>
                <a:off x="595198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4" name="Freeform 47523">
                <a:extLst>
                  <a:ext uri="{FF2B5EF4-FFF2-40B4-BE49-F238E27FC236}">
                    <a16:creationId xmlns:a16="http://schemas.microsoft.com/office/drawing/2014/main" id="{8064457A-FED6-7AAA-F4BA-72520899488F}"/>
                  </a:ext>
                </a:extLst>
              </p:cNvPr>
              <p:cNvSpPr/>
              <p:nvPr/>
            </p:nvSpPr>
            <p:spPr>
              <a:xfrm>
                <a:off x="59525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5" name="Freeform 47524">
                <a:extLst>
                  <a:ext uri="{FF2B5EF4-FFF2-40B4-BE49-F238E27FC236}">
                    <a16:creationId xmlns:a16="http://schemas.microsoft.com/office/drawing/2014/main" id="{60C01215-8C17-79A9-CAAE-9FB889D017DE}"/>
                  </a:ext>
                </a:extLst>
              </p:cNvPr>
              <p:cNvSpPr/>
              <p:nvPr/>
            </p:nvSpPr>
            <p:spPr>
              <a:xfrm>
                <a:off x="59530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6" name="Freeform 47525">
                <a:extLst>
                  <a:ext uri="{FF2B5EF4-FFF2-40B4-BE49-F238E27FC236}">
                    <a16:creationId xmlns:a16="http://schemas.microsoft.com/office/drawing/2014/main" id="{23F978D7-0474-2DC1-02A1-B882921E38D3}"/>
                  </a:ext>
                </a:extLst>
              </p:cNvPr>
              <p:cNvSpPr/>
              <p:nvPr/>
            </p:nvSpPr>
            <p:spPr>
              <a:xfrm>
                <a:off x="59535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7" name="Freeform 47526">
                <a:extLst>
                  <a:ext uri="{FF2B5EF4-FFF2-40B4-BE49-F238E27FC236}">
                    <a16:creationId xmlns:a16="http://schemas.microsoft.com/office/drawing/2014/main" id="{A2F5C83C-C29D-2FBE-CCC2-3042189D42BB}"/>
                  </a:ext>
                </a:extLst>
              </p:cNvPr>
              <p:cNvSpPr/>
              <p:nvPr/>
            </p:nvSpPr>
            <p:spPr>
              <a:xfrm>
                <a:off x="59541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8" name="Freeform 47527">
                <a:extLst>
                  <a:ext uri="{FF2B5EF4-FFF2-40B4-BE49-F238E27FC236}">
                    <a16:creationId xmlns:a16="http://schemas.microsoft.com/office/drawing/2014/main" id="{29E9CD6D-D742-098A-B2A6-70B96765FF3A}"/>
                  </a:ext>
                </a:extLst>
              </p:cNvPr>
              <p:cNvSpPr/>
              <p:nvPr/>
            </p:nvSpPr>
            <p:spPr>
              <a:xfrm>
                <a:off x="59546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29" name="Freeform 47528">
                <a:extLst>
                  <a:ext uri="{FF2B5EF4-FFF2-40B4-BE49-F238E27FC236}">
                    <a16:creationId xmlns:a16="http://schemas.microsoft.com/office/drawing/2014/main" id="{65B6F0BA-2B56-3AA0-9F3C-5D65C674C6A9}"/>
                  </a:ext>
                </a:extLst>
              </p:cNvPr>
              <p:cNvSpPr/>
              <p:nvPr/>
            </p:nvSpPr>
            <p:spPr>
              <a:xfrm>
                <a:off x="59551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0" name="Freeform 47529">
                <a:extLst>
                  <a:ext uri="{FF2B5EF4-FFF2-40B4-BE49-F238E27FC236}">
                    <a16:creationId xmlns:a16="http://schemas.microsoft.com/office/drawing/2014/main" id="{63DB71B3-3989-13E9-561B-D9FB1B124D5B}"/>
                  </a:ext>
                </a:extLst>
              </p:cNvPr>
              <p:cNvSpPr/>
              <p:nvPr/>
            </p:nvSpPr>
            <p:spPr>
              <a:xfrm>
                <a:off x="59557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1" name="Freeform 47530">
                <a:extLst>
                  <a:ext uri="{FF2B5EF4-FFF2-40B4-BE49-F238E27FC236}">
                    <a16:creationId xmlns:a16="http://schemas.microsoft.com/office/drawing/2014/main" id="{27C31F44-F2A1-AAAF-2590-1B0A2C7E1449}"/>
                  </a:ext>
                </a:extLst>
              </p:cNvPr>
              <p:cNvSpPr/>
              <p:nvPr/>
            </p:nvSpPr>
            <p:spPr>
              <a:xfrm>
                <a:off x="59562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2" name="Freeform 47531">
                <a:extLst>
                  <a:ext uri="{FF2B5EF4-FFF2-40B4-BE49-F238E27FC236}">
                    <a16:creationId xmlns:a16="http://schemas.microsoft.com/office/drawing/2014/main" id="{0E02DB46-E83F-54E7-6272-B0F91E57F2C2}"/>
                  </a:ext>
                </a:extLst>
              </p:cNvPr>
              <p:cNvSpPr/>
              <p:nvPr/>
            </p:nvSpPr>
            <p:spPr>
              <a:xfrm>
                <a:off x="59567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3" name="Freeform 47532">
                <a:extLst>
                  <a:ext uri="{FF2B5EF4-FFF2-40B4-BE49-F238E27FC236}">
                    <a16:creationId xmlns:a16="http://schemas.microsoft.com/office/drawing/2014/main" id="{6C576BF7-005B-D178-DEB1-702BAA0E37B1}"/>
                  </a:ext>
                </a:extLst>
              </p:cNvPr>
              <p:cNvSpPr/>
              <p:nvPr/>
            </p:nvSpPr>
            <p:spPr>
              <a:xfrm>
                <a:off x="595734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4" name="Freeform 47533">
                <a:extLst>
                  <a:ext uri="{FF2B5EF4-FFF2-40B4-BE49-F238E27FC236}">
                    <a16:creationId xmlns:a16="http://schemas.microsoft.com/office/drawing/2014/main" id="{35EB0876-FFE8-6206-92FF-A6C4556FD36A}"/>
                  </a:ext>
                </a:extLst>
              </p:cNvPr>
              <p:cNvSpPr/>
              <p:nvPr/>
            </p:nvSpPr>
            <p:spPr>
              <a:xfrm>
                <a:off x="59578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5" name="Freeform 47534">
                <a:extLst>
                  <a:ext uri="{FF2B5EF4-FFF2-40B4-BE49-F238E27FC236}">
                    <a16:creationId xmlns:a16="http://schemas.microsoft.com/office/drawing/2014/main" id="{22CA7A70-D836-B434-D8FA-8CE2146F1313}"/>
                  </a:ext>
                </a:extLst>
              </p:cNvPr>
              <p:cNvSpPr/>
              <p:nvPr/>
            </p:nvSpPr>
            <p:spPr>
              <a:xfrm>
                <a:off x="5958336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6" name="Freeform 47535">
                <a:extLst>
                  <a:ext uri="{FF2B5EF4-FFF2-40B4-BE49-F238E27FC236}">
                    <a16:creationId xmlns:a16="http://schemas.microsoft.com/office/drawing/2014/main" id="{78C8031F-235A-78BF-AEE8-040569478B2A}"/>
                  </a:ext>
                </a:extLst>
              </p:cNvPr>
              <p:cNvSpPr/>
              <p:nvPr/>
            </p:nvSpPr>
            <p:spPr>
              <a:xfrm>
                <a:off x="5958931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7" name="Freeform 47536">
                <a:extLst>
                  <a:ext uri="{FF2B5EF4-FFF2-40B4-BE49-F238E27FC236}">
                    <a16:creationId xmlns:a16="http://schemas.microsoft.com/office/drawing/2014/main" id="{E6EB0F0C-2172-087C-3398-811263223AB1}"/>
                  </a:ext>
                </a:extLst>
              </p:cNvPr>
              <p:cNvSpPr/>
              <p:nvPr/>
            </p:nvSpPr>
            <p:spPr>
              <a:xfrm>
                <a:off x="5959427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8" name="Freeform 47537">
                <a:extLst>
                  <a:ext uri="{FF2B5EF4-FFF2-40B4-BE49-F238E27FC236}">
                    <a16:creationId xmlns:a16="http://schemas.microsoft.com/office/drawing/2014/main" id="{08B6D50E-1F9E-B97B-ED1A-C949F793E47E}"/>
                  </a:ext>
                </a:extLst>
              </p:cNvPr>
              <p:cNvSpPr/>
              <p:nvPr/>
            </p:nvSpPr>
            <p:spPr>
              <a:xfrm>
                <a:off x="5959923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39" name="Freeform 47538">
                <a:extLst>
                  <a:ext uri="{FF2B5EF4-FFF2-40B4-BE49-F238E27FC236}">
                    <a16:creationId xmlns:a16="http://schemas.microsoft.com/office/drawing/2014/main" id="{6631842F-E2CC-D8C1-1439-F15357A3A3BE}"/>
                  </a:ext>
                </a:extLst>
              </p:cNvPr>
              <p:cNvSpPr/>
              <p:nvPr/>
            </p:nvSpPr>
            <p:spPr>
              <a:xfrm>
                <a:off x="5960519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0" name="Freeform 47539">
                <a:extLst>
                  <a:ext uri="{FF2B5EF4-FFF2-40B4-BE49-F238E27FC236}">
                    <a16:creationId xmlns:a16="http://schemas.microsoft.com/office/drawing/2014/main" id="{CBBF4EE0-825F-08DA-01E4-D567753AF76D}"/>
                  </a:ext>
                </a:extLst>
              </p:cNvPr>
              <p:cNvSpPr/>
              <p:nvPr/>
            </p:nvSpPr>
            <p:spPr>
              <a:xfrm>
                <a:off x="5961015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1" name="Freeform 47540">
                <a:extLst>
                  <a:ext uri="{FF2B5EF4-FFF2-40B4-BE49-F238E27FC236}">
                    <a16:creationId xmlns:a16="http://schemas.microsoft.com/office/drawing/2014/main" id="{09CAEE9E-EBBC-32B6-367E-57C74C81C6F4}"/>
                  </a:ext>
                </a:extLst>
              </p:cNvPr>
              <p:cNvSpPr/>
              <p:nvPr/>
            </p:nvSpPr>
            <p:spPr>
              <a:xfrm>
                <a:off x="5961511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2" name="Freeform 47541">
                <a:extLst>
                  <a:ext uri="{FF2B5EF4-FFF2-40B4-BE49-F238E27FC236}">
                    <a16:creationId xmlns:a16="http://schemas.microsoft.com/office/drawing/2014/main" id="{2841919B-171A-D50D-AAE3-A7CDE84A40BA}"/>
                  </a:ext>
                </a:extLst>
              </p:cNvPr>
              <p:cNvSpPr/>
              <p:nvPr/>
            </p:nvSpPr>
            <p:spPr>
              <a:xfrm>
                <a:off x="5962106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3" name="Freeform 47542">
                <a:extLst>
                  <a:ext uri="{FF2B5EF4-FFF2-40B4-BE49-F238E27FC236}">
                    <a16:creationId xmlns:a16="http://schemas.microsoft.com/office/drawing/2014/main" id="{E77D1CF9-CE4F-2C24-508A-44E0E9558A28}"/>
                  </a:ext>
                </a:extLst>
              </p:cNvPr>
              <p:cNvSpPr/>
              <p:nvPr/>
            </p:nvSpPr>
            <p:spPr>
              <a:xfrm>
                <a:off x="5962602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4" name="Freeform 47543">
                <a:extLst>
                  <a:ext uri="{FF2B5EF4-FFF2-40B4-BE49-F238E27FC236}">
                    <a16:creationId xmlns:a16="http://schemas.microsoft.com/office/drawing/2014/main" id="{950A1199-B0DC-8DBE-00E2-E4A31FAC878C}"/>
                  </a:ext>
                </a:extLst>
              </p:cNvPr>
              <p:cNvSpPr/>
              <p:nvPr/>
            </p:nvSpPr>
            <p:spPr>
              <a:xfrm>
                <a:off x="5963098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5" name="Freeform 47544">
                <a:extLst>
                  <a:ext uri="{FF2B5EF4-FFF2-40B4-BE49-F238E27FC236}">
                    <a16:creationId xmlns:a16="http://schemas.microsoft.com/office/drawing/2014/main" id="{F3BEE757-25EC-2E57-DF1A-ED30975D52A9}"/>
                  </a:ext>
                </a:extLst>
              </p:cNvPr>
              <p:cNvSpPr/>
              <p:nvPr/>
            </p:nvSpPr>
            <p:spPr>
              <a:xfrm>
                <a:off x="5963595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6" name="Freeform 47545">
                <a:extLst>
                  <a:ext uri="{FF2B5EF4-FFF2-40B4-BE49-F238E27FC236}">
                    <a16:creationId xmlns:a16="http://schemas.microsoft.com/office/drawing/2014/main" id="{05015BCE-0BB7-2743-D229-088526F0D017}"/>
                  </a:ext>
                </a:extLst>
              </p:cNvPr>
              <p:cNvSpPr/>
              <p:nvPr/>
            </p:nvSpPr>
            <p:spPr>
              <a:xfrm>
                <a:off x="5964190" y="6050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7" name="Freeform 47546">
                <a:extLst>
                  <a:ext uri="{FF2B5EF4-FFF2-40B4-BE49-F238E27FC236}">
                    <a16:creationId xmlns:a16="http://schemas.microsoft.com/office/drawing/2014/main" id="{E306B4BE-DB42-1723-4138-6CB1BCE5BB4F}"/>
                  </a:ext>
                </a:extLst>
              </p:cNvPr>
              <p:cNvSpPr/>
              <p:nvPr/>
            </p:nvSpPr>
            <p:spPr>
              <a:xfrm>
                <a:off x="59646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8" name="Freeform 47547">
                <a:extLst>
                  <a:ext uri="{FF2B5EF4-FFF2-40B4-BE49-F238E27FC236}">
                    <a16:creationId xmlns:a16="http://schemas.microsoft.com/office/drawing/2014/main" id="{8342084D-99E1-75DD-D0A3-1ACD3DA0AE1F}"/>
                  </a:ext>
                </a:extLst>
              </p:cNvPr>
              <p:cNvSpPr/>
              <p:nvPr/>
            </p:nvSpPr>
            <p:spPr>
              <a:xfrm>
                <a:off x="596518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49" name="Freeform 47548">
                <a:extLst>
                  <a:ext uri="{FF2B5EF4-FFF2-40B4-BE49-F238E27FC236}">
                    <a16:creationId xmlns:a16="http://schemas.microsoft.com/office/drawing/2014/main" id="{E89ACC11-6606-5FAE-804B-2417353F19AB}"/>
                  </a:ext>
                </a:extLst>
              </p:cNvPr>
              <p:cNvSpPr/>
              <p:nvPr/>
            </p:nvSpPr>
            <p:spPr>
              <a:xfrm>
                <a:off x="59657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0" name="Freeform 47549">
                <a:extLst>
                  <a:ext uri="{FF2B5EF4-FFF2-40B4-BE49-F238E27FC236}">
                    <a16:creationId xmlns:a16="http://schemas.microsoft.com/office/drawing/2014/main" id="{8E9F11E1-8FCA-48AA-096B-693C7ACCC282}"/>
                  </a:ext>
                </a:extLst>
              </p:cNvPr>
              <p:cNvSpPr/>
              <p:nvPr/>
            </p:nvSpPr>
            <p:spPr>
              <a:xfrm>
                <a:off x="59662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1" name="Freeform 47550">
                <a:extLst>
                  <a:ext uri="{FF2B5EF4-FFF2-40B4-BE49-F238E27FC236}">
                    <a16:creationId xmlns:a16="http://schemas.microsoft.com/office/drawing/2014/main" id="{0DAF7CDD-EF0C-8E93-1CB1-76E64BA782AF}"/>
                  </a:ext>
                </a:extLst>
              </p:cNvPr>
              <p:cNvSpPr/>
              <p:nvPr/>
            </p:nvSpPr>
            <p:spPr>
              <a:xfrm>
                <a:off x="59667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2" name="Freeform 47551">
                <a:extLst>
                  <a:ext uri="{FF2B5EF4-FFF2-40B4-BE49-F238E27FC236}">
                    <a16:creationId xmlns:a16="http://schemas.microsoft.com/office/drawing/2014/main" id="{6303441B-B5DF-3027-E3E4-874217A5AD30}"/>
                  </a:ext>
                </a:extLst>
              </p:cNvPr>
              <p:cNvSpPr/>
              <p:nvPr/>
            </p:nvSpPr>
            <p:spPr>
              <a:xfrm>
                <a:off x="59673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3" name="Freeform 47552">
                <a:extLst>
                  <a:ext uri="{FF2B5EF4-FFF2-40B4-BE49-F238E27FC236}">
                    <a16:creationId xmlns:a16="http://schemas.microsoft.com/office/drawing/2014/main" id="{E71FB15E-1FB6-83E0-0F1D-841CD0B16A05}"/>
                  </a:ext>
                </a:extLst>
              </p:cNvPr>
              <p:cNvSpPr/>
              <p:nvPr/>
            </p:nvSpPr>
            <p:spPr>
              <a:xfrm>
                <a:off x="59678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4" name="Freeform 47553">
                <a:extLst>
                  <a:ext uri="{FF2B5EF4-FFF2-40B4-BE49-F238E27FC236}">
                    <a16:creationId xmlns:a16="http://schemas.microsoft.com/office/drawing/2014/main" id="{8E2E0568-9DA8-85AD-4C89-6BBDAFB12E7E}"/>
                  </a:ext>
                </a:extLst>
              </p:cNvPr>
              <p:cNvSpPr/>
              <p:nvPr/>
            </p:nvSpPr>
            <p:spPr>
              <a:xfrm>
                <a:off x="59683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5" name="Freeform 47554">
                <a:extLst>
                  <a:ext uri="{FF2B5EF4-FFF2-40B4-BE49-F238E27FC236}">
                    <a16:creationId xmlns:a16="http://schemas.microsoft.com/office/drawing/2014/main" id="{A72160C8-3806-0E5D-68DF-A11FF34726D6}"/>
                  </a:ext>
                </a:extLst>
              </p:cNvPr>
              <p:cNvSpPr/>
              <p:nvPr/>
            </p:nvSpPr>
            <p:spPr>
              <a:xfrm>
                <a:off x="59689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6" name="Freeform 47555">
                <a:extLst>
                  <a:ext uri="{FF2B5EF4-FFF2-40B4-BE49-F238E27FC236}">
                    <a16:creationId xmlns:a16="http://schemas.microsoft.com/office/drawing/2014/main" id="{1C6EF12A-F442-A686-1619-AF1C2261B13C}"/>
                  </a:ext>
                </a:extLst>
              </p:cNvPr>
              <p:cNvSpPr/>
              <p:nvPr/>
            </p:nvSpPr>
            <p:spPr>
              <a:xfrm>
                <a:off x="59694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7" name="Freeform 47556">
                <a:extLst>
                  <a:ext uri="{FF2B5EF4-FFF2-40B4-BE49-F238E27FC236}">
                    <a16:creationId xmlns:a16="http://schemas.microsoft.com/office/drawing/2014/main" id="{2FB0D264-CA9B-CE52-C21F-E5B2F2FC7A1A}"/>
                  </a:ext>
                </a:extLst>
              </p:cNvPr>
              <p:cNvSpPr/>
              <p:nvPr/>
            </p:nvSpPr>
            <p:spPr>
              <a:xfrm>
                <a:off x="59699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8" name="Freeform 47557">
                <a:extLst>
                  <a:ext uri="{FF2B5EF4-FFF2-40B4-BE49-F238E27FC236}">
                    <a16:creationId xmlns:a16="http://schemas.microsoft.com/office/drawing/2014/main" id="{6BBF818E-E19F-1D2F-E184-916398D515B9}"/>
                  </a:ext>
                </a:extLst>
              </p:cNvPr>
              <p:cNvSpPr/>
              <p:nvPr/>
            </p:nvSpPr>
            <p:spPr>
              <a:xfrm>
                <a:off x="597054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59" name="Freeform 47558">
                <a:extLst>
                  <a:ext uri="{FF2B5EF4-FFF2-40B4-BE49-F238E27FC236}">
                    <a16:creationId xmlns:a16="http://schemas.microsoft.com/office/drawing/2014/main" id="{CEEFF220-DFCF-7CEC-A8FE-0ABE4E72F4E5}"/>
                  </a:ext>
                </a:extLst>
              </p:cNvPr>
              <p:cNvSpPr/>
              <p:nvPr/>
            </p:nvSpPr>
            <p:spPr>
              <a:xfrm>
                <a:off x="5971036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0" name="Freeform 47559">
                <a:extLst>
                  <a:ext uri="{FF2B5EF4-FFF2-40B4-BE49-F238E27FC236}">
                    <a16:creationId xmlns:a16="http://schemas.microsoft.com/office/drawing/2014/main" id="{D1D9CD83-B367-B416-E632-52C9060AD220}"/>
                  </a:ext>
                </a:extLst>
              </p:cNvPr>
              <p:cNvSpPr/>
              <p:nvPr/>
            </p:nvSpPr>
            <p:spPr>
              <a:xfrm>
                <a:off x="5971532" y="5793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1" name="Freeform 47560">
                <a:extLst>
                  <a:ext uri="{FF2B5EF4-FFF2-40B4-BE49-F238E27FC236}">
                    <a16:creationId xmlns:a16="http://schemas.microsoft.com/office/drawing/2014/main" id="{E59832F8-7EA9-D5BB-5443-163C19E32B7F}"/>
                  </a:ext>
                </a:extLst>
              </p:cNvPr>
              <p:cNvSpPr/>
              <p:nvPr/>
            </p:nvSpPr>
            <p:spPr>
              <a:xfrm>
                <a:off x="5972127" y="5788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2" name="Freeform 47561">
                <a:extLst>
                  <a:ext uri="{FF2B5EF4-FFF2-40B4-BE49-F238E27FC236}">
                    <a16:creationId xmlns:a16="http://schemas.microsoft.com/office/drawing/2014/main" id="{726D3719-9345-8849-9339-7D8A2F2B5E64}"/>
                  </a:ext>
                </a:extLst>
              </p:cNvPr>
              <p:cNvSpPr/>
              <p:nvPr/>
            </p:nvSpPr>
            <p:spPr>
              <a:xfrm>
                <a:off x="5972623" y="5829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3" name="Freeform 47562">
                <a:extLst>
                  <a:ext uri="{FF2B5EF4-FFF2-40B4-BE49-F238E27FC236}">
                    <a16:creationId xmlns:a16="http://schemas.microsoft.com/office/drawing/2014/main" id="{42D3411E-9C1B-D1F3-32C9-4F21A1078693}"/>
                  </a:ext>
                </a:extLst>
              </p:cNvPr>
              <p:cNvSpPr/>
              <p:nvPr/>
            </p:nvSpPr>
            <p:spPr>
              <a:xfrm>
                <a:off x="5973120" y="5864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4" name="Freeform 47563">
                <a:extLst>
                  <a:ext uri="{FF2B5EF4-FFF2-40B4-BE49-F238E27FC236}">
                    <a16:creationId xmlns:a16="http://schemas.microsoft.com/office/drawing/2014/main" id="{5346BC2C-A306-6E71-0D82-0487331AC427}"/>
                  </a:ext>
                </a:extLst>
              </p:cNvPr>
              <p:cNvSpPr/>
              <p:nvPr/>
            </p:nvSpPr>
            <p:spPr>
              <a:xfrm>
                <a:off x="5973715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5" name="Freeform 47564">
                <a:extLst>
                  <a:ext uri="{FF2B5EF4-FFF2-40B4-BE49-F238E27FC236}">
                    <a16:creationId xmlns:a16="http://schemas.microsoft.com/office/drawing/2014/main" id="{6880A77F-64E7-7453-DA1A-CBF00789EFCF}"/>
                  </a:ext>
                </a:extLst>
              </p:cNvPr>
              <p:cNvSpPr/>
              <p:nvPr/>
            </p:nvSpPr>
            <p:spPr>
              <a:xfrm>
                <a:off x="5974211" y="5982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6" name="Freeform 47565">
                <a:extLst>
                  <a:ext uri="{FF2B5EF4-FFF2-40B4-BE49-F238E27FC236}">
                    <a16:creationId xmlns:a16="http://schemas.microsoft.com/office/drawing/2014/main" id="{D1A58F59-9679-71DF-FCA6-9232067F18D1}"/>
                  </a:ext>
                </a:extLst>
              </p:cNvPr>
              <p:cNvSpPr/>
              <p:nvPr/>
            </p:nvSpPr>
            <p:spPr>
              <a:xfrm>
                <a:off x="5974707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7" name="Freeform 47566">
                <a:extLst>
                  <a:ext uri="{FF2B5EF4-FFF2-40B4-BE49-F238E27FC236}">
                    <a16:creationId xmlns:a16="http://schemas.microsoft.com/office/drawing/2014/main" id="{BA563430-F600-DC01-BF97-33126169379A}"/>
                  </a:ext>
                </a:extLst>
              </p:cNvPr>
              <p:cNvSpPr/>
              <p:nvPr/>
            </p:nvSpPr>
            <p:spPr>
              <a:xfrm>
                <a:off x="5975302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8" name="Freeform 47567">
                <a:extLst>
                  <a:ext uri="{FF2B5EF4-FFF2-40B4-BE49-F238E27FC236}">
                    <a16:creationId xmlns:a16="http://schemas.microsoft.com/office/drawing/2014/main" id="{23B1D1BB-2978-4002-28CE-F92D1C57DF5D}"/>
                  </a:ext>
                </a:extLst>
              </p:cNvPr>
              <p:cNvSpPr/>
              <p:nvPr/>
            </p:nvSpPr>
            <p:spPr>
              <a:xfrm>
                <a:off x="5975798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69" name="Freeform 47568">
                <a:extLst>
                  <a:ext uri="{FF2B5EF4-FFF2-40B4-BE49-F238E27FC236}">
                    <a16:creationId xmlns:a16="http://schemas.microsoft.com/office/drawing/2014/main" id="{244844C7-5CFE-EAE8-D758-9B63CEE5DA6D}"/>
                  </a:ext>
                </a:extLst>
              </p:cNvPr>
              <p:cNvSpPr/>
              <p:nvPr/>
            </p:nvSpPr>
            <p:spPr>
              <a:xfrm>
                <a:off x="5976295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0" name="Freeform 47569">
                <a:extLst>
                  <a:ext uri="{FF2B5EF4-FFF2-40B4-BE49-F238E27FC236}">
                    <a16:creationId xmlns:a16="http://schemas.microsoft.com/office/drawing/2014/main" id="{83DAD542-ABC4-A186-54D6-EEE0F51D94DA}"/>
                  </a:ext>
                </a:extLst>
              </p:cNvPr>
              <p:cNvSpPr/>
              <p:nvPr/>
            </p:nvSpPr>
            <p:spPr>
              <a:xfrm>
                <a:off x="5976791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1" name="Freeform 47570">
                <a:extLst>
                  <a:ext uri="{FF2B5EF4-FFF2-40B4-BE49-F238E27FC236}">
                    <a16:creationId xmlns:a16="http://schemas.microsoft.com/office/drawing/2014/main" id="{3210B2AC-3F69-ABEB-FF2A-7320362BE59A}"/>
                  </a:ext>
                </a:extLst>
              </p:cNvPr>
              <p:cNvSpPr/>
              <p:nvPr/>
            </p:nvSpPr>
            <p:spPr>
              <a:xfrm>
                <a:off x="5977386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2" name="Freeform 47571">
                <a:extLst>
                  <a:ext uri="{FF2B5EF4-FFF2-40B4-BE49-F238E27FC236}">
                    <a16:creationId xmlns:a16="http://schemas.microsoft.com/office/drawing/2014/main" id="{DC603EF7-4930-90B8-A3EA-696E79F99AD0}"/>
                  </a:ext>
                </a:extLst>
              </p:cNvPr>
              <p:cNvSpPr/>
              <p:nvPr/>
            </p:nvSpPr>
            <p:spPr>
              <a:xfrm>
                <a:off x="597788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3" name="Freeform 47572">
                <a:extLst>
                  <a:ext uri="{FF2B5EF4-FFF2-40B4-BE49-F238E27FC236}">
                    <a16:creationId xmlns:a16="http://schemas.microsoft.com/office/drawing/2014/main" id="{BB94A104-1405-272C-0AEF-F9E9E1CE1D02}"/>
                  </a:ext>
                </a:extLst>
              </p:cNvPr>
              <p:cNvSpPr/>
              <p:nvPr/>
            </p:nvSpPr>
            <p:spPr>
              <a:xfrm>
                <a:off x="597837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4" name="Freeform 47573">
                <a:extLst>
                  <a:ext uri="{FF2B5EF4-FFF2-40B4-BE49-F238E27FC236}">
                    <a16:creationId xmlns:a16="http://schemas.microsoft.com/office/drawing/2014/main" id="{17C3F03F-13D1-7C6B-2187-3F050CCF29E8}"/>
                  </a:ext>
                </a:extLst>
              </p:cNvPr>
              <p:cNvSpPr/>
              <p:nvPr/>
            </p:nvSpPr>
            <p:spPr>
              <a:xfrm>
                <a:off x="59789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5" name="Freeform 47574">
                <a:extLst>
                  <a:ext uri="{FF2B5EF4-FFF2-40B4-BE49-F238E27FC236}">
                    <a16:creationId xmlns:a16="http://schemas.microsoft.com/office/drawing/2014/main" id="{2F0070AD-1541-0FE6-1873-FBBBD0F5B900}"/>
                  </a:ext>
                </a:extLst>
              </p:cNvPr>
              <p:cNvSpPr/>
              <p:nvPr/>
            </p:nvSpPr>
            <p:spPr>
              <a:xfrm>
                <a:off x="597947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6" name="Freeform 47575">
                <a:extLst>
                  <a:ext uri="{FF2B5EF4-FFF2-40B4-BE49-F238E27FC236}">
                    <a16:creationId xmlns:a16="http://schemas.microsoft.com/office/drawing/2014/main" id="{4B66F7CD-A051-416F-81BF-2831805E755C}"/>
                  </a:ext>
                </a:extLst>
              </p:cNvPr>
              <p:cNvSpPr/>
              <p:nvPr/>
            </p:nvSpPr>
            <p:spPr>
              <a:xfrm>
                <a:off x="597996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7" name="Freeform 47576">
                <a:extLst>
                  <a:ext uri="{FF2B5EF4-FFF2-40B4-BE49-F238E27FC236}">
                    <a16:creationId xmlns:a16="http://schemas.microsoft.com/office/drawing/2014/main" id="{E11DD920-6792-AAEE-1022-FB4DAD1BB7F7}"/>
                  </a:ext>
                </a:extLst>
              </p:cNvPr>
              <p:cNvSpPr/>
              <p:nvPr/>
            </p:nvSpPr>
            <p:spPr>
              <a:xfrm>
                <a:off x="598056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8" name="Freeform 47577">
                <a:extLst>
                  <a:ext uri="{FF2B5EF4-FFF2-40B4-BE49-F238E27FC236}">
                    <a16:creationId xmlns:a16="http://schemas.microsoft.com/office/drawing/2014/main" id="{52ADD680-FD3F-878B-1F5A-2D856C4874BE}"/>
                  </a:ext>
                </a:extLst>
              </p:cNvPr>
              <p:cNvSpPr/>
              <p:nvPr/>
            </p:nvSpPr>
            <p:spPr>
              <a:xfrm>
                <a:off x="59810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79" name="Freeform 47578">
                <a:extLst>
                  <a:ext uri="{FF2B5EF4-FFF2-40B4-BE49-F238E27FC236}">
                    <a16:creationId xmlns:a16="http://schemas.microsoft.com/office/drawing/2014/main" id="{B8A5B2F3-FAFC-5EB4-A6C0-0F9989BEC1CB}"/>
                  </a:ext>
                </a:extLst>
              </p:cNvPr>
              <p:cNvSpPr/>
              <p:nvPr/>
            </p:nvSpPr>
            <p:spPr>
              <a:xfrm>
                <a:off x="59815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0" name="Freeform 47579">
                <a:extLst>
                  <a:ext uri="{FF2B5EF4-FFF2-40B4-BE49-F238E27FC236}">
                    <a16:creationId xmlns:a16="http://schemas.microsoft.com/office/drawing/2014/main" id="{26832F14-8B30-ECC7-5F1A-34A8FDEB8321}"/>
                  </a:ext>
                </a:extLst>
              </p:cNvPr>
              <p:cNvSpPr/>
              <p:nvPr/>
            </p:nvSpPr>
            <p:spPr>
              <a:xfrm>
                <a:off x="59821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1" name="Freeform 47580">
                <a:extLst>
                  <a:ext uri="{FF2B5EF4-FFF2-40B4-BE49-F238E27FC236}">
                    <a16:creationId xmlns:a16="http://schemas.microsoft.com/office/drawing/2014/main" id="{07B2D87C-6CE3-F19D-42D6-51794781DBBA}"/>
                  </a:ext>
                </a:extLst>
              </p:cNvPr>
              <p:cNvSpPr/>
              <p:nvPr/>
            </p:nvSpPr>
            <p:spPr>
              <a:xfrm>
                <a:off x="59826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2" name="Freeform 47581">
                <a:extLst>
                  <a:ext uri="{FF2B5EF4-FFF2-40B4-BE49-F238E27FC236}">
                    <a16:creationId xmlns:a16="http://schemas.microsoft.com/office/drawing/2014/main" id="{BE0E830D-FE97-82A9-83D6-7719436CEF10}"/>
                  </a:ext>
                </a:extLst>
              </p:cNvPr>
              <p:cNvSpPr/>
              <p:nvPr/>
            </p:nvSpPr>
            <p:spPr>
              <a:xfrm>
                <a:off x="598314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3" name="Freeform 47582">
                <a:extLst>
                  <a:ext uri="{FF2B5EF4-FFF2-40B4-BE49-F238E27FC236}">
                    <a16:creationId xmlns:a16="http://schemas.microsoft.com/office/drawing/2014/main" id="{330A3BB1-5C65-D03C-D5D2-124BF0A9E8A6}"/>
                  </a:ext>
                </a:extLst>
              </p:cNvPr>
              <p:cNvSpPr/>
              <p:nvPr/>
            </p:nvSpPr>
            <p:spPr>
              <a:xfrm>
                <a:off x="598373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4" name="Freeform 47583">
                <a:extLst>
                  <a:ext uri="{FF2B5EF4-FFF2-40B4-BE49-F238E27FC236}">
                    <a16:creationId xmlns:a16="http://schemas.microsoft.com/office/drawing/2014/main" id="{23D5B946-7456-A1A4-F355-9F5C495D6992}"/>
                  </a:ext>
                </a:extLst>
              </p:cNvPr>
              <p:cNvSpPr/>
              <p:nvPr/>
            </p:nvSpPr>
            <p:spPr>
              <a:xfrm>
                <a:off x="5984232" y="5930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5" name="Freeform 47584">
                <a:extLst>
                  <a:ext uri="{FF2B5EF4-FFF2-40B4-BE49-F238E27FC236}">
                    <a16:creationId xmlns:a16="http://schemas.microsoft.com/office/drawing/2014/main" id="{4FAEB947-2FD5-24A5-8070-DAB4DDF38B1D}"/>
                  </a:ext>
                </a:extLst>
              </p:cNvPr>
              <p:cNvSpPr/>
              <p:nvPr/>
            </p:nvSpPr>
            <p:spPr>
              <a:xfrm>
                <a:off x="5984728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6" name="Freeform 47585">
                <a:extLst>
                  <a:ext uri="{FF2B5EF4-FFF2-40B4-BE49-F238E27FC236}">
                    <a16:creationId xmlns:a16="http://schemas.microsoft.com/office/drawing/2014/main" id="{803191DA-6949-5752-5875-BCAB825ED541}"/>
                  </a:ext>
                </a:extLst>
              </p:cNvPr>
              <p:cNvSpPr/>
              <p:nvPr/>
            </p:nvSpPr>
            <p:spPr>
              <a:xfrm>
                <a:off x="5985323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7" name="Freeform 47586">
                <a:extLst>
                  <a:ext uri="{FF2B5EF4-FFF2-40B4-BE49-F238E27FC236}">
                    <a16:creationId xmlns:a16="http://schemas.microsoft.com/office/drawing/2014/main" id="{09FA5141-38ED-BCD4-CD44-B355B8049292}"/>
                  </a:ext>
                </a:extLst>
              </p:cNvPr>
              <p:cNvSpPr/>
              <p:nvPr/>
            </p:nvSpPr>
            <p:spPr>
              <a:xfrm>
                <a:off x="5985820" y="604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8" name="Freeform 47587">
                <a:extLst>
                  <a:ext uri="{FF2B5EF4-FFF2-40B4-BE49-F238E27FC236}">
                    <a16:creationId xmlns:a16="http://schemas.microsoft.com/office/drawing/2014/main" id="{DD90F923-43A7-F471-F5C6-87BAE65E6684}"/>
                  </a:ext>
                </a:extLst>
              </p:cNvPr>
              <p:cNvSpPr/>
              <p:nvPr/>
            </p:nvSpPr>
            <p:spPr>
              <a:xfrm>
                <a:off x="5986316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89" name="Freeform 47588">
                <a:extLst>
                  <a:ext uri="{FF2B5EF4-FFF2-40B4-BE49-F238E27FC236}">
                    <a16:creationId xmlns:a16="http://schemas.microsoft.com/office/drawing/2014/main" id="{C14C8DAF-FD13-05CC-3FEB-9DDEF5FC32C0}"/>
                  </a:ext>
                </a:extLst>
              </p:cNvPr>
              <p:cNvSpPr/>
              <p:nvPr/>
            </p:nvSpPr>
            <p:spPr>
              <a:xfrm>
                <a:off x="5986911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0" name="Freeform 47589">
                <a:extLst>
                  <a:ext uri="{FF2B5EF4-FFF2-40B4-BE49-F238E27FC236}">
                    <a16:creationId xmlns:a16="http://schemas.microsoft.com/office/drawing/2014/main" id="{0C4BE3C1-E321-4205-369A-EA7C8D094FCF}"/>
                  </a:ext>
                </a:extLst>
              </p:cNvPr>
              <p:cNvSpPr/>
              <p:nvPr/>
            </p:nvSpPr>
            <p:spPr>
              <a:xfrm>
                <a:off x="5987407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1" name="Freeform 47590">
                <a:extLst>
                  <a:ext uri="{FF2B5EF4-FFF2-40B4-BE49-F238E27FC236}">
                    <a16:creationId xmlns:a16="http://schemas.microsoft.com/office/drawing/2014/main" id="{D6F5FCF1-73E2-638E-E7E2-1092A6A59BF8}"/>
                  </a:ext>
                </a:extLst>
              </p:cNvPr>
              <p:cNvSpPr/>
              <p:nvPr/>
            </p:nvSpPr>
            <p:spPr>
              <a:xfrm>
                <a:off x="5987903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2" name="Freeform 47591">
                <a:extLst>
                  <a:ext uri="{FF2B5EF4-FFF2-40B4-BE49-F238E27FC236}">
                    <a16:creationId xmlns:a16="http://schemas.microsoft.com/office/drawing/2014/main" id="{5C419442-4D93-F4C6-D816-7ACC0CAB68F1}"/>
                  </a:ext>
                </a:extLst>
              </p:cNvPr>
              <p:cNvSpPr/>
              <p:nvPr/>
            </p:nvSpPr>
            <p:spPr>
              <a:xfrm>
                <a:off x="5988399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3" name="Freeform 47592">
                <a:extLst>
                  <a:ext uri="{FF2B5EF4-FFF2-40B4-BE49-F238E27FC236}">
                    <a16:creationId xmlns:a16="http://schemas.microsoft.com/office/drawing/2014/main" id="{DAE83F2B-A4C2-EEFC-F3BC-EAEDC408F03B}"/>
                  </a:ext>
                </a:extLst>
              </p:cNvPr>
              <p:cNvSpPr/>
              <p:nvPr/>
            </p:nvSpPr>
            <p:spPr>
              <a:xfrm>
                <a:off x="5988995" y="6041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4" name="Freeform 47593">
                <a:extLst>
                  <a:ext uri="{FF2B5EF4-FFF2-40B4-BE49-F238E27FC236}">
                    <a16:creationId xmlns:a16="http://schemas.microsoft.com/office/drawing/2014/main" id="{5FAD3150-D114-C7FE-81E4-7B00AB7B8422}"/>
                  </a:ext>
                </a:extLst>
              </p:cNvPr>
              <p:cNvSpPr/>
              <p:nvPr/>
            </p:nvSpPr>
            <p:spPr>
              <a:xfrm>
                <a:off x="5989491" y="6040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5" name="Freeform 47594">
                <a:extLst>
                  <a:ext uri="{FF2B5EF4-FFF2-40B4-BE49-F238E27FC236}">
                    <a16:creationId xmlns:a16="http://schemas.microsoft.com/office/drawing/2014/main" id="{44866689-F934-F547-40B7-4ED8BD8D88F9}"/>
                  </a:ext>
                </a:extLst>
              </p:cNvPr>
              <p:cNvSpPr/>
              <p:nvPr/>
            </p:nvSpPr>
            <p:spPr>
              <a:xfrm>
                <a:off x="598998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6" name="Freeform 47595">
                <a:extLst>
                  <a:ext uri="{FF2B5EF4-FFF2-40B4-BE49-F238E27FC236}">
                    <a16:creationId xmlns:a16="http://schemas.microsoft.com/office/drawing/2014/main" id="{B3365CF6-F180-4A35-579F-C07D017E3EA1}"/>
                  </a:ext>
                </a:extLst>
              </p:cNvPr>
              <p:cNvSpPr/>
              <p:nvPr/>
            </p:nvSpPr>
            <p:spPr>
              <a:xfrm>
                <a:off x="59905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7" name="Freeform 47596">
                <a:extLst>
                  <a:ext uri="{FF2B5EF4-FFF2-40B4-BE49-F238E27FC236}">
                    <a16:creationId xmlns:a16="http://schemas.microsoft.com/office/drawing/2014/main" id="{606069A6-BE3F-7C13-52A2-1FE60CF24629}"/>
                  </a:ext>
                </a:extLst>
              </p:cNvPr>
              <p:cNvSpPr/>
              <p:nvPr/>
            </p:nvSpPr>
            <p:spPr>
              <a:xfrm>
                <a:off x="599107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8" name="Freeform 47597">
                <a:extLst>
                  <a:ext uri="{FF2B5EF4-FFF2-40B4-BE49-F238E27FC236}">
                    <a16:creationId xmlns:a16="http://schemas.microsoft.com/office/drawing/2014/main" id="{402267CA-7D8A-CDB2-E84C-1A98B72BA2F2}"/>
                  </a:ext>
                </a:extLst>
              </p:cNvPr>
              <p:cNvSpPr/>
              <p:nvPr/>
            </p:nvSpPr>
            <p:spPr>
              <a:xfrm>
                <a:off x="599157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99" name="Freeform 47598">
                <a:extLst>
                  <a:ext uri="{FF2B5EF4-FFF2-40B4-BE49-F238E27FC236}">
                    <a16:creationId xmlns:a16="http://schemas.microsoft.com/office/drawing/2014/main" id="{543BCA78-20B0-B763-B3D7-A8F75EA63D16}"/>
                  </a:ext>
                </a:extLst>
              </p:cNvPr>
              <p:cNvSpPr/>
              <p:nvPr/>
            </p:nvSpPr>
            <p:spPr>
              <a:xfrm>
                <a:off x="59921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0" name="Freeform 47599">
                <a:extLst>
                  <a:ext uri="{FF2B5EF4-FFF2-40B4-BE49-F238E27FC236}">
                    <a16:creationId xmlns:a16="http://schemas.microsoft.com/office/drawing/2014/main" id="{A4E8CAA8-3017-5E45-2C45-C520EE77FA43}"/>
                  </a:ext>
                </a:extLst>
              </p:cNvPr>
              <p:cNvSpPr/>
              <p:nvPr/>
            </p:nvSpPr>
            <p:spPr>
              <a:xfrm>
                <a:off x="59926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1" name="Freeform 47600">
                <a:extLst>
                  <a:ext uri="{FF2B5EF4-FFF2-40B4-BE49-F238E27FC236}">
                    <a16:creationId xmlns:a16="http://schemas.microsoft.com/office/drawing/2014/main" id="{998BE26B-A623-90F4-9868-7E33641D73F6}"/>
                  </a:ext>
                </a:extLst>
              </p:cNvPr>
              <p:cNvSpPr/>
              <p:nvPr/>
            </p:nvSpPr>
            <p:spPr>
              <a:xfrm>
                <a:off x="59931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2" name="Freeform 47601">
                <a:extLst>
                  <a:ext uri="{FF2B5EF4-FFF2-40B4-BE49-F238E27FC236}">
                    <a16:creationId xmlns:a16="http://schemas.microsoft.com/office/drawing/2014/main" id="{C5658905-F15D-6DDB-C5C1-EF9C786602A9}"/>
                  </a:ext>
                </a:extLst>
              </p:cNvPr>
              <p:cNvSpPr/>
              <p:nvPr/>
            </p:nvSpPr>
            <p:spPr>
              <a:xfrm>
                <a:off x="59937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3" name="Freeform 47602">
                <a:extLst>
                  <a:ext uri="{FF2B5EF4-FFF2-40B4-BE49-F238E27FC236}">
                    <a16:creationId xmlns:a16="http://schemas.microsoft.com/office/drawing/2014/main" id="{0C343A5D-54B6-210A-BEF6-9923D8AAC48E}"/>
                  </a:ext>
                </a:extLst>
              </p:cNvPr>
              <p:cNvSpPr/>
              <p:nvPr/>
            </p:nvSpPr>
            <p:spPr>
              <a:xfrm>
                <a:off x="59942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4" name="Freeform 47603">
                <a:extLst>
                  <a:ext uri="{FF2B5EF4-FFF2-40B4-BE49-F238E27FC236}">
                    <a16:creationId xmlns:a16="http://schemas.microsoft.com/office/drawing/2014/main" id="{A1C697E4-3685-2334-4071-E5E2BA0E402A}"/>
                  </a:ext>
                </a:extLst>
              </p:cNvPr>
              <p:cNvSpPr/>
              <p:nvPr/>
            </p:nvSpPr>
            <p:spPr>
              <a:xfrm>
                <a:off x="59947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5" name="Freeform 47604">
                <a:extLst>
                  <a:ext uri="{FF2B5EF4-FFF2-40B4-BE49-F238E27FC236}">
                    <a16:creationId xmlns:a16="http://schemas.microsoft.com/office/drawing/2014/main" id="{A739C1EE-0959-7F44-D756-631E203FF1B4}"/>
                  </a:ext>
                </a:extLst>
              </p:cNvPr>
              <p:cNvSpPr/>
              <p:nvPr/>
            </p:nvSpPr>
            <p:spPr>
              <a:xfrm>
                <a:off x="59953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6" name="Freeform 47605">
                <a:extLst>
                  <a:ext uri="{FF2B5EF4-FFF2-40B4-BE49-F238E27FC236}">
                    <a16:creationId xmlns:a16="http://schemas.microsoft.com/office/drawing/2014/main" id="{47F0E333-BF94-B09C-6204-C7CED7DF9BCA}"/>
                  </a:ext>
                </a:extLst>
              </p:cNvPr>
              <p:cNvSpPr/>
              <p:nvPr/>
            </p:nvSpPr>
            <p:spPr>
              <a:xfrm>
                <a:off x="59958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7" name="Freeform 47606">
                <a:extLst>
                  <a:ext uri="{FF2B5EF4-FFF2-40B4-BE49-F238E27FC236}">
                    <a16:creationId xmlns:a16="http://schemas.microsoft.com/office/drawing/2014/main" id="{00FEC430-611C-6E6F-9272-24A9D0BD54F7}"/>
                  </a:ext>
                </a:extLst>
              </p:cNvPr>
              <p:cNvSpPr/>
              <p:nvPr/>
            </p:nvSpPr>
            <p:spPr>
              <a:xfrm>
                <a:off x="59963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8" name="Freeform 47607">
                <a:extLst>
                  <a:ext uri="{FF2B5EF4-FFF2-40B4-BE49-F238E27FC236}">
                    <a16:creationId xmlns:a16="http://schemas.microsoft.com/office/drawing/2014/main" id="{B16B965C-019F-B3C5-4B0A-5DB73DCF14E2}"/>
                  </a:ext>
                </a:extLst>
              </p:cNvPr>
              <p:cNvSpPr/>
              <p:nvPr/>
            </p:nvSpPr>
            <p:spPr>
              <a:xfrm>
                <a:off x="5996932" y="584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09" name="Freeform 47608">
                <a:extLst>
                  <a:ext uri="{FF2B5EF4-FFF2-40B4-BE49-F238E27FC236}">
                    <a16:creationId xmlns:a16="http://schemas.microsoft.com/office/drawing/2014/main" id="{30C305D8-B8ED-2CD6-A68E-524AFDF22323}"/>
                  </a:ext>
                </a:extLst>
              </p:cNvPr>
              <p:cNvSpPr/>
              <p:nvPr/>
            </p:nvSpPr>
            <p:spPr>
              <a:xfrm>
                <a:off x="5997428" y="5849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0" name="Freeform 47609">
                <a:extLst>
                  <a:ext uri="{FF2B5EF4-FFF2-40B4-BE49-F238E27FC236}">
                    <a16:creationId xmlns:a16="http://schemas.microsoft.com/office/drawing/2014/main" id="{A2502930-88B0-9EB9-D53A-E7FE60FCF09B}"/>
                  </a:ext>
                </a:extLst>
              </p:cNvPr>
              <p:cNvSpPr/>
              <p:nvPr/>
            </p:nvSpPr>
            <p:spPr>
              <a:xfrm>
                <a:off x="5997924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1" name="Freeform 47610">
                <a:extLst>
                  <a:ext uri="{FF2B5EF4-FFF2-40B4-BE49-F238E27FC236}">
                    <a16:creationId xmlns:a16="http://schemas.microsoft.com/office/drawing/2014/main" id="{74E1C08E-D68B-FF8C-7F5D-719E863ADC03}"/>
                  </a:ext>
                </a:extLst>
              </p:cNvPr>
              <p:cNvSpPr/>
              <p:nvPr/>
            </p:nvSpPr>
            <p:spPr>
              <a:xfrm>
                <a:off x="5998520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2" name="Freeform 47611">
                <a:extLst>
                  <a:ext uri="{FF2B5EF4-FFF2-40B4-BE49-F238E27FC236}">
                    <a16:creationId xmlns:a16="http://schemas.microsoft.com/office/drawing/2014/main" id="{F1B01292-3F76-8500-C600-8603E4DCA5EB}"/>
                  </a:ext>
                </a:extLst>
              </p:cNvPr>
              <p:cNvSpPr/>
              <p:nvPr/>
            </p:nvSpPr>
            <p:spPr>
              <a:xfrm>
                <a:off x="5999016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3" name="Freeform 47612">
                <a:extLst>
                  <a:ext uri="{FF2B5EF4-FFF2-40B4-BE49-F238E27FC236}">
                    <a16:creationId xmlns:a16="http://schemas.microsoft.com/office/drawing/2014/main" id="{2AC3DE69-022D-34A2-2C2A-7EF4FFECC95A}"/>
                  </a:ext>
                </a:extLst>
              </p:cNvPr>
              <p:cNvSpPr/>
              <p:nvPr/>
            </p:nvSpPr>
            <p:spPr>
              <a:xfrm>
                <a:off x="5999512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4" name="Freeform 47613">
                <a:extLst>
                  <a:ext uri="{FF2B5EF4-FFF2-40B4-BE49-F238E27FC236}">
                    <a16:creationId xmlns:a16="http://schemas.microsoft.com/office/drawing/2014/main" id="{3D02401B-29EA-03CE-B7DA-8419EE161561}"/>
                  </a:ext>
                </a:extLst>
              </p:cNvPr>
              <p:cNvSpPr/>
              <p:nvPr/>
            </p:nvSpPr>
            <p:spPr>
              <a:xfrm>
                <a:off x="6000008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5" name="Freeform 47614">
                <a:extLst>
                  <a:ext uri="{FF2B5EF4-FFF2-40B4-BE49-F238E27FC236}">
                    <a16:creationId xmlns:a16="http://schemas.microsoft.com/office/drawing/2014/main" id="{6288A092-9D78-853B-E2C7-5F99B84CFC66}"/>
                  </a:ext>
                </a:extLst>
              </p:cNvPr>
              <p:cNvSpPr/>
              <p:nvPr/>
            </p:nvSpPr>
            <p:spPr>
              <a:xfrm>
                <a:off x="6000603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6" name="Freeform 47615">
                <a:extLst>
                  <a:ext uri="{FF2B5EF4-FFF2-40B4-BE49-F238E27FC236}">
                    <a16:creationId xmlns:a16="http://schemas.microsoft.com/office/drawing/2014/main" id="{467B3E77-3D21-E3B7-6132-63208FF19685}"/>
                  </a:ext>
                </a:extLst>
              </p:cNvPr>
              <p:cNvSpPr/>
              <p:nvPr/>
            </p:nvSpPr>
            <p:spPr>
              <a:xfrm>
                <a:off x="6001099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7" name="Freeform 47616">
                <a:extLst>
                  <a:ext uri="{FF2B5EF4-FFF2-40B4-BE49-F238E27FC236}">
                    <a16:creationId xmlns:a16="http://schemas.microsoft.com/office/drawing/2014/main" id="{D06F0CA6-8123-46F5-2C44-8D152D342A31}"/>
                  </a:ext>
                </a:extLst>
              </p:cNvPr>
              <p:cNvSpPr/>
              <p:nvPr/>
            </p:nvSpPr>
            <p:spPr>
              <a:xfrm>
                <a:off x="6001595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8" name="Freeform 47617">
                <a:extLst>
                  <a:ext uri="{FF2B5EF4-FFF2-40B4-BE49-F238E27FC236}">
                    <a16:creationId xmlns:a16="http://schemas.microsoft.com/office/drawing/2014/main" id="{2105A6D9-D90C-B6C6-E59C-937ACC741CBF}"/>
                  </a:ext>
                </a:extLst>
              </p:cNvPr>
              <p:cNvSpPr/>
              <p:nvPr/>
            </p:nvSpPr>
            <p:spPr>
              <a:xfrm>
                <a:off x="6002191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19" name="Freeform 47618">
                <a:extLst>
                  <a:ext uri="{FF2B5EF4-FFF2-40B4-BE49-F238E27FC236}">
                    <a16:creationId xmlns:a16="http://schemas.microsoft.com/office/drawing/2014/main" id="{CEFEEB96-B4A0-BC6B-F0D0-9246A3E077A0}"/>
                  </a:ext>
                </a:extLst>
              </p:cNvPr>
              <p:cNvSpPr/>
              <p:nvPr/>
            </p:nvSpPr>
            <p:spPr>
              <a:xfrm>
                <a:off x="600268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0" name="Freeform 47619">
                <a:extLst>
                  <a:ext uri="{FF2B5EF4-FFF2-40B4-BE49-F238E27FC236}">
                    <a16:creationId xmlns:a16="http://schemas.microsoft.com/office/drawing/2014/main" id="{E6D4DF71-D1FF-5F82-6156-19E0A36BA088}"/>
                  </a:ext>
                </a:extLst>
              </p:cNvPr>
              <p:cNvSpPr/>
              <p:nvPr/>
            </p:nvSpPr>
            <p:spPr>
              <a:xfrm>
                <a:off x="60031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1" name="Freeform 47620">
                <a:extLst>
                  <a:ext uri="{FF2B5EF4-FFF2-40B4-BE49-F238E27FC236}">
                    <a16:creationId xmlns:a16="http://schemas.microsoft.com/office/drawing/2014/main" id="{EA7D2C1C-1F03-CF17-E9E8-FDCAC7EF022C}"/>
                  </a:ext>
                </a:extLst>
              </p:cNvPr>
              <p:cNvSpPr/>
              <p:nvPr/>
            </p:nvSpPr>
            <p:spPr>
              <a:xfrm>
                <a:off x="600377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2" name="Freeform 47621">
                <a:extLst>
                  <a:ext uri="{FF2B5EF4-FFF2-40B4-BE49-F238E27FC236}">
                    <a16:creationId xmlns:a16="http://schemas.microsoft.com/office/drawing/2014/main" id="{C3F8E970-D52A-318C-6246-CF2B73ECCD69}"/>
                  </a:ext>
                </a:extLst>
              </p:cNvPr>
              <p:cNvSpPr/>
              <p:nvPr/>
            </p:nvSpPr>
            <p:spPr>
              <a:xfrm>
                <a:off x="60042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3" name="Freeform 47622">
                <a:extLst>
                  <a:ext uri="{FF2B5EF4-FFF2-40B4-BE49-F238E27FC236}">
                    <a16:creationId xmlns:a16="http://schemas.microsoft.com/office/drawing/2014/main" id="{E111DED0-6060-7E19-F88F-D484E917C34F}"/>
                  </a:ext>
                </a:extLst>
              </p:cNvPr>
              <p:cNvSpPr/>
              <p:nvPr/>
            </p:nvSpPr>
            <p:spPr>
              <a:xfrm>
                <a:off x="60047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4" name="Freeform 47623">
                <a:extLst>
                  <a:ext uri="{FF2B5EF4-FFF2-40B4-BE49-F238E27FC236}">
                    <a16:creationId xmlns:a16="http://schemas.microsoft.com/office/drawing/2014/main" id="{B6938CE7-754F-D86C-18D4-ED9355C3AE1A}"/>
                  </a:ext>
                </a:extLst>
              </p:cNvPr>
              <p:cNvSpPr/>
              <p:nvPr/>
            </p:nvSpPr>
            <p:spPr>
              <a:xfrm>
                <a:off x="60053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5" name="Freeform 47624">
                <a:extLst>
                  <a:ext uri="{FF2B5EF4-FFF2-40B4-BE49-F238E27FC236}">
                    <a16:creationId xmlns:a16="http://schemas.microsoft.com/office/drawing/2014/main" id="{10EE84E0-AC43-6BA9-C1BD-A68A7BF96BC4}"/>
                  </a:ext>
                </a:extLst>
              </p:cNvPr>
              <p:cNvSpPr/>
              <p:nvPr/>
            </p:nvSpPr>
            <p:spPr>
              <a:xfrm>
                <a:off x="60058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6" name="Freeform 47625">
                <a:extLst>
                  <a:ext uri="{FF2B5EF4-FFF2-40B4-BE49-F238E27FC236}">
                    <a16:creationId xmlns:a16="http://schemas.microsoft.com/office/drawing/2014/main" id="{C10920AC-186B-DA69-26C0-3D8A4E0F91E1}"/>
                  </a:ext>
                </a:extLst>
              </p:cNvPr>
              <p:cNvSpPr/>
              <p:nvPr/>
            </p:nvSpPr>
            <p:spPr>
              <a:xfrm>
                <a:off x="60063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7" name="Freeform 47626">
                <a:extLst>
                  <a:ext uri="{FF2B5EF4-FFF2-40B4-BE49-F238E27FC236}">
                    <a16:creationId xmlns:a16="http://schemas.microsoft.com/office/drawing/2014/main" id="{69293F92-AFBB-D4DC-6AA6-2943368FDE81}"/>
                  </a:ext>
                </a:extLst>
              </p:cNvPr>
              <p:cNvSpPr/>
              <p:nvPr/>
            </p:nvSpPr>
            <p:spPr>
              <a:xfrm>
                <a:off x="60069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8" name="Freeform 47627">
                <a:extLst>
                  <a:ext uri="{FF2B5EF4-FFF2-40B4-BE49-F238E27FC236}">
                    <a16:creationId xmlns:a16="http://schemas.microsoft.com/office/drawing/2014/main" id="{ABA3777D-B60C-A5AE-DA87-AE8284E96E17}"/>
                  </a:ext>
                </a:extLst>
              </p:cNvPr>
              <p:cNvSpPr/>
              <p:nvPr/>
            </p:nvSpPr>
            <p:spPr>
              <a:xfrm>
                <a:off x="60074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29" name="Freeform 47628">
                <a:extLst>
                  <a:ext uri="{FF2B5EF4-FFF2-40B4-BE49-F238E27FC236}">
                    <a16:creationId xmlns:a16="http://schemas.microsoft.com/office/drawing/2014/main" id="{42DF7B34-5CB1-CED6-5800-8593B7B6F29E}"/>
                  </a:ext>
                </a:extLst>
              </p:cNvPr>
              <p:cNvSpPr/>
              <p:nvPr/>
            </p:nvSpPr>
            <p:spPr>
              <a:xfrm>
                <a:off x="60079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0" name="Freeform 47629">
                <a:extLst>
                  <a:ext uri="{FF2B5EF4-FFF2-40B4-BE49-F238E27FC236}">
                    <a16:creationId xmlns:a16="http://schemas.microsoft.com/office/drawing/2014/main" id="{F53414EB-FCB9-CCFC-220C-FCB9991645E9}"/>
                  </a:ext>
                </a:extLst>
              </p:cNvPr>
              <p:cNvSpPr/>
              <p:nvPr/>
            </p:nvSpPr>
            <p:spPr>
              <a:xfrm>
                <a:off x="60085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1" name="Freeform 47630">
                <a:extLst>
                  <a:ext uri="{FF2B5EF4-FFF2-40B4-BE49-F238E27FC236}">
                    <a16:creationId xmlns:a16="http://schemas.microsoft.com/office/drawing/2014/main" id="{3E42611B-FDC1-6EA8-D59A-322831EA51A0}"/>
                  </a:ext>
                </a:extLst>
              </p:cNvPr>
              <p:cNvSpPr/>
              <p:nvPr/>
            </p:nvSpPr>
            <p:spPr>
              <a:xfrm>
                <a:off x="600903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2" name="Freeform 47631">
                <a:extLst>
                  <a:ext uri="{FF2B5EF4-FFF2-40B4-BE49-F238E27FC236}">
                    <a16:creationId xmlns:a16="http://schemas.microsoft.com/office/drawing/2014/main" id="{77D86E2A-4173-8020-EDFF-36545A2B6012}"/>
                  </a:ext>
                </a:extLst>
              </p:cNvPr>
              <p:cNvSpPr/>
              <p:nvPr/>
            </p:nvSpPr>
            <p:spPr>
              <a:xfrm>
                <a:off x="6009533" y="5902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3" name="Freeform 47632">
                <a:extLst>
                  <a:ext uri="{FF2B5EF4-FFF2-40B4-BE49-F238E27FC236}">
                    <a16:creationId xmlns:a16="http://schemas.microsoft.com/office/drawing/2014/main" id="{574464CD-6E34-A520-3A22-55CE4D8F61E3}"/>
                  </a:ext>
                </a:extLst>
              </p:cNvPr>
              <p:cNvSpPr/>
              <p:nvPr/>
            </p:nvSpPr>
            <p:spPr>
              <a:xfrm>
                <a:off x="6010128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4" name="Freeform 47633">
                <a:extLst>
                  <a:ext uri="{FF2B5EF4-FFF2-40B4-BE49-F238E27FC236}">
                    <a16:creationId xmlns:a16="http://schemas.microsoft.com/office/drawing/2014/main" id="{757B085B-F4BB-FBEC-6038-600A758ABFAC}"/>
                  </a:ext>
                </a:extLst>
              </p:cNvPr>
              <p:cNvSpPr/>
              <p:nvPr/>
            </p:nvSpPr>
            <p:spPr>
              <a:xfrm>
                <a:off x="6010624" y="5927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5" name="Freeform 47634">
                <a:extLst>
                  <a:ext uri="{FF2B5EF4-FFF2-40B4-BE49-F238E27FC236}">
                    <a16:creationId xmlns:a16="http://schemas.microsoft.com/office/drawing/2014/main" id="{A9C8ABFC-D60C-99B1-6AB4-07F6F5C54F38}"/>
                  </a:ext>
                </a:extLst>
              </p:cNvPr>
              <p:cNvSpPr/>
              <p:nvPr/>
            </p:nvSpPr>
            <p:spPr>
              <a:xfrm>
                <a:off x="6011120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6" name="Freeform 47635">
                <a:extLst>
                  <a:ext uri="{FF2B5EF4-FFF2-40B4-BE49-F238E27FC236}">
                    <a16:creationId xmlns:a16="http://schemas.microsoft.com/office/drawing/2014/main" id="{38BC9423-F1FA-0AAB-F3F6-AE7B9960F1FB}"/>
                  </a:ext>
                </a:extLst>
              </p:cNvPr>
              <p:cNvSpPr/>
              <p:nvPr/>
            </p:nvSpPr>
            <p:spPr>
              <a:xfrm>
                <a:off x="6011716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7" name="Freeform 47636">
                <a:extLst>
                  <a:ext uri="{FF2B5EF4-FFF2-40B4-BE49-F238E27FC236}">
                    <a16:creationId xmlns:a16="http://schemas.microsoft.com/office/drawing/2014/main" id="{5BBD1466-5641-98AA-2606-42186715814C}"/>
                  </a:ext>
                </a:extLst>
              </p:cNvPr>
              <p:cNvSpPr/>
              <p:nvPr/>
            </p:nvSpPr>
            <p:spPr>
              <a:xfrm>
                <a:off x="6012212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8" name="Freeform 47637">
                <a:extLst>
                  <a:ext uri="{FF2B5EF4-FFF2-40B4-BE49-F238E27FC236}">
                    <a16:creationId xmlns:a16="http://schemas.microsoft.com/office/drawing/2014/main" id="{3F36B77A-CE96-A1DF-42EA-98EB37FA8259}"/>
                  </a:ext>
                </a:extLst>
              </p:cNvPr>
              <p:cNvSpPr/>
              <p:nvPr/>
            </p:nvSpPr>
            <p:spPr>
              <a:xfrm>
                <a:off x="6012708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39" name="Freeform 47638">
                <a:extLst>
                  <a:ext uri="{FF2B5EF4-FFF2-40B4-BE49-F238E27FC236}">
                    <a16:creationId xmlns:a16="http://schemas.microsoft.com/office/drawing/2014/main" id="{595ECC60-5FC1-B2DF-BF24-027DE75059C0}"/>
                  </a:ext>
                </a:extLst>
              </p:cNvPr>
              <p:cNvSpPr/>
              <p:nvPr/>
            </p:nvSpPr>
            <p:spPr>
              <a:xfrm>
                <a:off x="6013204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0" name="Freeform 47639">
                <a:extLst>
                  <a:ext uri="{FF2B5EF4-FFF2-40B4-BE49-F238E27FC236}">
                    <a16:creationId xmlns:a16="http://schemas.microsoft.com/office/drawing/2014/main" id="{76BBB7BD-D1D2-38F9-B770-FBDB8ED22F66}"/>
                  </a:ext>
                </a:extLst>
              </p:cNvPr>
              <p:cNvSpPr/>
              <p:nvPr/>
            </p:nvSpPr>
            <p:spPr>
              <a:xfrm>
                <a:off x="6013799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1" name="Freeform 47640">
                <a:extLst>
                  <a:ext uri="{FF2B5EF4-FFF2-40B4-BE49-F238E27FC236}">
                    <a16:creationId xmlns:a16="http://schemas.microsoft.com/office/drawing/2014/main" id="{6458BCCE-CBCD-50D4-0ADF-A68F7873753F}"/>
                  </a:ext>
                </a:extLst>
              </p:cNvPr>
              <p:cNvSpPr/>
              <p:nvPr/>
            </p:nvSpPr>
            <p:spPr>
              <a:xfrm>
                <a:off x="6014295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2" name="Freeform 47641">
                <a:extLst>
                  <a:ext uri="{FF2B5EF4-FFF2-40B4-BE49-F238E27FC236}">
                    <a16:creationId xmlns:a16="http://schemas.microsoft.com/office/drawing/2014/main" id="{056EF98C-E6BC-75F9-1AA7-111722866751}"/>
                  </a:ext>
                </a:extLst>
              </p:cNvPr>
              <p:cNvSpPr/>
              <p:nvPr/>
            </p:nvSpPr>
            <p:spPr>
              <a:xfrm>
                <a:off x="6014791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3" name="Freeform 47642">
                <a:extLst>
                  <a:ext uri="{FF2B5EF4-FFF2-40B4-BE49-F238E27FC236}">
                    <a16:creationId xmlns:a16="http://schemas.microsoft.com/office/drawing/2014/main" id="{276044E5-A541-43AA-3027-D262BD565E0A}"/>
                  </a:ext>
                </a:extLst>
              </p:cNvPr>
              <p:cNvSpPr/>
              <p:nvPr/>
            </p:nvSpPr>
            <p:spPr>
              <a:xfrm>
                <a:off x="60153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4" name="Freeform 47643">
                <a:extLst>
                  <a:ext uri="{FF2B5EF4-FFF2-40B4-BE49-F238E27FC236}">
                    <a16:creationId xmlns:a16="http://schemas.microsoft.com/office/drawing/2014/main" id="{C2C45FC1-1608-98C6-2F94-BC58457C3306}"/>
                  </a:ext>
                </a:extLst>
              </p:cNvPr>
              <p:cNvSpPr/>
              <p:nvPr/>
            </p:nvSpPr>
            <p:spPr>
              <a:xfrm>
                <a:off x="601588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5" name="Freeform 47644">
                <a:extLst>
                  <a:ext uri="{FF2B5EF4-FFF2-40B4-BE49-F238E27FC236}">
                    <a16:creationId xmlns:a16="http://schemas.microsoft.com/office/drawing/2014/main" id="{101BD810-72F7-0F91-E6BE-88982710D207}"/>
                  </a:ext>
                </a:extLst>
              </p:cNvPr>
              <p:cNvSpPr/>
              <p:nvPr/>
            </p:nvSpPr>
            <p:spPr>
              <a:xfrm>
                <a:off x="601637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6" name="Freeform 47645">
                <a:extLst>
                  <a:ext uri="{FF2B5EF4-FFF2-40B4-BE49-F238E27FC236}">
                    <a16:creationId xmlns:a16="http://schemas.microsoft.com/office/drawing/2014/main" id="{86C454B8-204F-2E71-9501-9E033A68CDD1}"/>
                  </a:ext>
                </a:extLst>
              </p:cNvPr>
              <p:cNvSpPr/>
              <p:nvPr/>
            </p:nvSpPr>
            <p:spPr>
              <a:xfrm>
                <a:off x="60169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7" name="Freeform 47646">
                <a:extLst>
                  <a:ext uri="{FF2B5EF4-FFF2-40B4-BE49-F238E27FC236}">
                    <a16:creationId xmlns:a16="http://schemas.microsoft.com/office/drawing/2014/main" id="{96C590AD-A42F-C2EE-EAFF-7150BFAEF6EB}"/>
                  </a:ext>
                </a:extLst>
              </p:cNvPr>
              <p:cNvSpPr/>
              <p:nvPr/>
            </p:nvSpPr>
            <p:spPr>
              <a:xfrm>
                <a:off x="60174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8" name="Freeform 47647">
                <a:extLst>
                  <a:ext uri="{FF2B5EF4-FFF2-40B4-BE49-F238E27FC236}">
                    <a16:creationId xmlns:a16="http://schemas.microsoft.com/office/drawing/2014/main" id="{030C8EA5-A1EB-0621-1EFF-778925C65199}"/>
                  </a:ext>
                </a:extLst>
              </p:cNvPr>
              <p:cNvSpPr/>
              <p:nvPr/>
            </p:nvSpPr>
            <p:spPr>
              <a:xfrm>
                <a:off x="60179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49" name="Freeform 47648">
                <a:extLst>
                  <a:ext uri="{FF2B5EF4-FFF2-40B4-BE49-F238E27FC236}">
                    <a16:creationId xmlns:a16="http://schemas.microsoft.com/office/drawing/2014/main" id="{28324BA1-E039-B29C-9CCE-5FE21973F24D}"/>
                  </a:ext>
                </a:extLst>
              </p:cNvPr>
              <p:cNvSpPr/>
              <p:nvPr/>
            </p:nvSpPr>
            <p:spPr>
              <a:xfrm>
                <a:off x="60185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0" name="Freeform 47649">
                <a:extLst>
                  <a:ext uri="{FF2B5EF4-FFF2-40B4-BE49-F238E27FC236}">
                    <a16:creationId xmlns:a16="http://schemas.microsoft.com/office/drawing/2014/main" id="{93306EA1-383C-923C-B2CF-D028ACA01C73}"/>
                  </a:ext>
                </a:extLst>
              </p:cNvPr>
              <p:cNvSpPr/>
              <p:nvPr/>
            </p:nvSpPr>
            <p:spPr>
              <a:xfrm>
                <a:off x="60190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1" name="Freeform 47650">
                <a:extLst>
                  <a:ext uri="{FF2B5EF4-FFF2-40B4-BE49-F238E27FC236}">
                    <a16:creationId xmlns:a16="http://schemas.microsoft.com/office/drawing/2014/main" id="{8EA708AA-FC7B-7FFD-3CFF-23AC9C946BB2}"/>
                  </a:ext>
                </a:extLst>
              </p:cNvPr>
              <p:cNvSpPr/>
              <p:nvPr/>
            </p:nvSpPr>
            <p:spPr>
              <a:xfrm>
                <a:off x="60195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2" name="Freeform 47651">
                <a:extLst>
                  <a:ext uri="{FF2B5EF4-FFF2-40B4-BE49-F238E27FC236}">
                    <a16:creationId xmlns:a16="http://schemas.microsoft.com/office/drawing/2014/main" id="{C822503D-1FC2-3778-1E14-06631C76747B}"/>
                  </a:ext>
                </a:extLst>
              </p:cNvPr>
              <p:cNvSpPr/>
              <p:nvPr/>
            </p:nvSpPr>
            <p:spPr>
              <a:xfrm>
                <a:off x="60201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3" name="Freeform 47652">
                <a:extLst>
                  <a:ext uri="{FF2B5EF4-FFF2-40B4-BE49-F238E27FC236}">
                    <a16:creationId xmlns:a16="http://schemas.microsoft.com/office/drawing/2014/main" id="{CDB1374B-1DC8-A5A1-9DBD-4EDFC19A2453}"/>
                  </a:ext>
                </a:extLst>
              </p:cNvPr>
              <p:cNvSpPr/>
              <p:nvPr/>
            </p:nvSpPr>
            <p:spPr>
              <a:xfrm>
                <a:off x="60206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4" name="Freeform 47653">
                <a:extLst>
                  <a:ext uri="{FF2B5EF4-FFF2-40B4-BE49-F238E27FC236}">
                    <a16:creationId xmlns:a16="http://schemas.microsoft.com/office/drawing/2014/main" id="{1BA9F7B1-28B9-AF08-E306-31DECAD7B076}"/>
                  </a:ext>
                </a:extLst>
              </p:cNvPr>
              <p:cNvSpPr/>
              <p:nvPr/>
            </p:nvSpPr>
            <p:spPr>
              <a:xfrm>
                <a:off x="60211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5" name="Freeform 47654">
                <a:extLst>
                  <a:ext uri="{FF2B5EF4-FFF2-40B4-BE49-F238E27FC236}">
                    <a16:creationId xmlns:a16="http://schemas.microsoft.com/office/drawing/2014/main" id="{A83AE996-66BB-2759-6EC0-B1DAE43BE302}"/>
                  </a:ext>
                </a:extLst>
              </p:cNvPr>
              <p:cNvSpPr/>
              <p:nvPr/>
            </p:nvSpPr>
            <p:spPr>
              <a:xfrm>
                <a:off x="6021737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6" name="Freeform 47655">
                <a:extLst>
                  <a:ext uri="{FF2B5EF4-FFF2-40B4-BE49-F238E27FC236}">
                    <a16:creationId xmlns:a16="http://schemas.microsoft.com/office/drawing/2014/main" id="{25654692-8535-FBD0-D970-38BFA41D6FC8}"/>
                  </a:ext>
                </a:extLst>
              </p:cNvPr>
              <p:cNvSpPr/>
              <p:nvPr/>
            </p:nvSpPr>
            <p:spPr>
              <a:xfrm>
                <a:off x="6022233" y="5933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7" name="Freeform 47656">
                <a:extLst>
                  <a:ext uri="{FF2B5EF4-FFF2-40B4-BE49-F238E27FC236}">
                    <a16:creationId xmlns:a16="http://schemas.microsoft.com/office/drawing/2014/main" id="{CAD51DF5-2D9F-7955-22A6-09D9A1DB1580}"/>
                  </a:ext>
                </a:extLst>
              </p:cNvPr>
              <p:cNvSpPr/>
              <p:nvPr/>
            </p:nvSpPr>
            <p:spPr>
              <a:xfrm>
                <a:off x="6022729" y="592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8" name="Freeform 47657">
                <a:extLst>
                  <a:ext uri="{FF2B5EF4-FFF2-40B4-BE49-F238E27FC236}">
                    <a16:creationId xmlns:a16="http://schemas.microsoft.com/office/drawing/2014/main" id="{6840587E-4B1A-42FF-FD66-A4B1537DEB95}"/>
                  </a:ext>
                </a:extLst>
              </p:cNvPr>
              <p:cNvSpPr/>
              <p:nvPr/>
            </p:nvSpPr>
            <p:spPr>
              <a:xfrm>
                <a:off x="6023324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59" name="Freeform 47658">
                <a:extLst>
                  <a:ext uri="{FF2B5EF4-FFF2-40B4-BE49-F238E27FC236}">
                    <a16:creationId xmlns:a16="http://schemas.microsoft.com/office/drawing/2014/main" id="{C13A4299-F556-1C3F-F334-B5046AB10E59}"/>
                  </a:ext>
                </a:extLst>
              </p:cNvPr>
              <p:cNvSpPr/>
              <p:nvPr/>
            </p:nvSpPr>
            <p:spPr>
              <a:xfrm>
                <a:off x="6023820" y="6026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0" name="Freeform 47659">
                <a:extLst>
                  <a:ext uri="{FF2B5EF4-FFF2-40B4-BE49-F238E27FC236}">
                    <a16:creationId xmlns:a16="http://schemas.microsoft.com/office/drawing/2014/main" id="{C440BA90-9F38-D11D-1B6B-F4E717DFB22A}"/>
                  </a:ext>
                </a:extLst>
              </p:cNvPr>
              <p:cNvSpPr/>
              <p:nvPr/>
            </p:nvSpPr>
            <p:spPr>
              <a:xfrm>
                <a:off x="6024316" y="603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1" name="Freeform 47660">
                <a:extLst>
                  <a:ext uri="{FF2B5EF4-FFF2-40B4-BE49-F238E27FC236}">
                    <a16:creationId xmlns:a16="http://schemas.microsoft.com/office/drawing/2014/main" id="{D1131574-0BBF-A946-243B-0772CE8E26D0}"/>
                  </a:ext>
                </a:extLst>
              </p:cNvPr>
              <p:cNvSpPr/>
              <p:nvPr/>
            </p:nvSpPr>
            <p:spPr>
              <a:xfrm>
                <a:off x="6024813" y="6032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2" name="Freeform 47661">
                <a:extLst>
                  <a:ext uri="{FF2B5EF4-FFF2-40B4-BE49-F238E27FC236}">
                    <a16:creationId xmlns:a16="http://schemas.microsoft.com/office/drawing/2014/main" id="{A88749A2-522B-F793-2494-D4A83592ECD5}"/>
                  </a:ext>
                </a:extLst>
              </p:cNvPr>
              <p:cNvSpPr/>
              <p:nvPr/>
            </p:nvSpPr>
            <p:spPr>
              <a:xfrm>
                <a:off x="6025408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3" name="Freeform 47662">
                <a:extLst>
                  <a:ext uri="{FF2B5EF4-FFF2-40B4-BE49-F238E27FC236}">
                    <a16:creationId xmlns:a16="http://schemas.microsoft.com/office/drawing/2014/main" id="{1966AAC6-CA86-6718-E3EA-61D5E4B021BC}"/>
                  </a:ext>
                </a:extLst>
              </p:cNvPr>
              <p:cNvSpPr/>
              <p:nvPr/>
            </p:nvSpPr>
            <p:spPr>
              <a:xfrm>
                <a:off x="6025904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4" name="Freeform 47663">
                <a:extLst>
                  <a:ext uri="{FF2B5EF4-FFF2-40B4-BE49-F238E27FC236}">
                    <a16:creationId xmlns:a16="http://schemas.microsoft.com/office/drawing/2014/main" id="{C9D526BE-FBE0-7160-5185-F75874348B21}"/>
                  </a:ext>
                </a:extLst>
              </p:cNvPr>
              <p:cNvSpPr/>
              <p:nvPr/>
            </p:nvSpPr>
            <p:spPr>
              <a:xfrm>
                <a:off x="6026400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5" name="Freeform 47664">
                <a:extLst>
                  <a:ext uri="{FF2B5EF4-FFF2-40B4-BE49-F238E27FC236}">
                    <a16:creationId xmlns:a16="http://schemas.microsoft.com/office/drawing/2014/main" id="{CEE78CAC-11CB-A892-CAB8-E6FA57470D59}"/>
                  </a:ext>
                </a:extLst>
              </p:cNvPr>
              <p:cNvSpPr/>
              <p:nvPr/>
            </p:nvSpPr>
            <p:spPr>
              <a:xfrm>
                <a:off x="6026995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6" name="Freeform 47665">
                <a:extLst>
                  <a:ext uri="{FF2B5EF4-FFF2-40B4-BE49-F238E27FC236}">
                    <a16:creationId xmlns:a16="http://schemas.microsoft.com/office/drawing/2014/main" id="{9061FBEB-C9EB-E396-9404-1DB08ADF9BCF}"/>
                  </a:ext>
                </a:extLst>
              </p:cNvPr>
              <p:cNvSpPr/>
              <p:nvPr/>
            </p:nvSpPr>
            <p:spPr>
              <a:xfrm>
                <a:off x="6027491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7" name="Freeform 47666">
                <a:extLst>
                  <a:ext uri="{FF2B5EF4-FFF2-40B4-BE49-F238E27FC236}">
                    <a16:creationId xmlns:a16="http://schemas.microsoft.com/office/drawing/2014/main" id="{A29B02C9-084E-A08E-3188-F9C785AB2901}"/>
                  </a:ext>
                </a:extLst>
              </p:cNvPr>
              <p:cNvSpPr/>
              <p:nvPr/>
            </p:nvSpPr>
            <p:spPr>
              <a:xfrm>
                <a:off x="60279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8" name="Freeform 47667">
                <a:extLst>
                  <a:ext uri="{FF2B5EF4-FFF2-40B4-BE49-F238E27FC236}">
                    <a16:creationId xmlns:a16="http://schemas.microsoft.com/office/drawing/2014/main" id="{4E5054FD-74CF-C469-D73C-BD954BD15186}"/>
                  </a:ext>
                </a:extLst>
              </p:cNvPr>
              <p:cNvSpPr/>
              <p:nvPr/>
            </p:nvSpPr>
            <p:spPr>
              <a:xfrm>
                <a:off x="602858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69" name="Freeform 47668">
                <a:extLst>
                  <a:ext uri="{FF2B5EF4-FFF2-40B4-BE49-F238E27FC236}">
                    <a16:creationId xmlns:a16="http://schemas.microsoft.com/office/drawing/2014/main" id="{47C01ECB-972F-90EA-F3C3-2FD554EFA570}"/>
                  </a:ext>
                </a:extLst>
              </p:cNvPr>
              <p:cNvSpPr/>
              <p:nvPr/>
            </p:nvSpPr>
            <p:spPr>
              <a:xfrm>
                <a:off x="602907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0" name="Freeform 47669">
                <a:extLst>
                  <a:ext uri="{FF2B5EF4-FFF2-40B4-BE49-F238E27FC236}">
                    <a16:creationId xmlns:a16="http://schemas.microsoft.com/office/drawing/2014/main" id="{E6D5E8BD-CCE3-0FAD-98BB-F3D4E2A4BB57}"/>
                  </a:ext>
                </a:extLst>
              </p:cNvPr>
              <p:cNvSpPr/>
              <p:nvPr/>
            </p:nvSpPr>
            <p:spPr>
              <a:xfrm>
                <a:off x="60295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1" name="Freeform 47670">
                <a:extLst>
                  <a:ext uri="{FF2B5EF4-FFF2-40B4-BE49-F238E27FC236}">
                    <a16:creationId xmlns:a16="http://schemas.microsoft.com/office/drawing/2014/main" id="{44039741-776B-67B3-5881-16A527D1950C}"/>
                  </a:ext>
                </a:extLst>
              </p:cNvPr>
              <p:cNvSpPr/>
              <p:nvPr/>
            </p:nvSpPr>
            <p:spPr>
              <a:xfrm>
                <a:off x="60301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2" name="Freeform 47671">
                <a:extLst>
                  <a:ext uri="{FF2B5EF4-FFF2-40B4-BE49-F238E27FC236}">
                    <a16:creationId xmlns:a16="http://schemas.microsoft.com/office/drawing/2014/main" id="{B1505C73-1A75-3EBA-59F2-DFDF6062D280}"/>
                  </a:ext>
                </a:extLst>
              </p:cNvPr>
              <p:cNvSpPr/>
              <p:nvPr/>
            </p:nvSpPr>
            <p:spPr>
              <a:xfrm>
                <a:off x="60306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3" name="Freeform 47672">
                <a:extLst>
                  <a:ext uri="{FF2B5EF4-FFF2-40B4-BE49-F238E27FC236}">
                    <a16:creationId xmlns:a16="http://schemas.microsoft.com/office/drawing/2014/main" id="{BDE1E7E1-2F50-9B4B-8BF4-4BC1DC7B4D4C}"/>
                  </a:ext>
                </a:extLst>
              </p:cNvPr>
              <p:cNvSpPr/>
              <p:nvPr/>
            </p:nvSpPr>
            <p:spPr>
              <a:xfrm>
                <a:off x="60311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4" name="Freeform 47673">
                <a:extLst>
                  <a:ext uri="{FF2B5EF4-FFF2-40B4-BE49-F238E27FC236}">
                    <a16:creationId xmlns:a16="http://schemas.microsoft.com/office/drawing/2014/main" id="{AF24EC74-C9A6-5970-067F-F88D41009856}"/>
                  </a:ext>
                </a:extLst>
              </p:cNvPr>
              <p:cNvSpPr/>
              <p:nvPr/>
            </p:nvSpPr>
            <p:spPr>
              <a:xfrm>
                <a:off x="60317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5" name="Freeform 47674">
                <a:extLst>
                  <a:ext uri="{FF2B5EF4-FFF2-40B4-BE49-F238E27FC236}">
                    <a16:creationId xmlns:a16="http://schemas.microsoft.com/office/drawing/2014/main" id="{4E9109C4-CB38-9C0F-2C5A-D8BFE0D4F6D8}"/>
                  </a:ext>
                </a:extLst>
              </p:cNvPr>
              <p:cNvSpPr/>
              <p:nvPr/>
            </p:nvSpPr>
            <p:spPr>
              <a:xfrm>
                <a:off x="60322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6" name="Freeform 47675">
                <a:extLst>
                  <a:ext uri="{FF2B5EF4-FFF2-40B4-BE49-F238E27FC236}">
                    <a16:creationId xmlns:a16="http://schemas.microsoft.com/office/drawing/2014/main" id="{1AF680BA-E620-3CA7-D97E-09908E622526}"/>
                  </a:ext>
                </a:extLst>
              </p:cNvPr>
              <p:cNvSpPr/>
              <p:nvPr/>
            </p:nvSpPr>
            <p:spPr>
              <a:xfrm>
                <a:off x="60327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7" name="Freeform 47676">
                <a:extLst>
                  <a:ext uri="{FF2B5EF4-FFF2-40B4-BE49-F238E27FC236}">
                    <a16:creationId xmlns:a16="http://schemas.microsoft.com/office/drawing/2014/main" id="{7B9B9F11-4C1C-3436-8BE5-F4591CF3D4BF}"/>
                  </a:ext>
                </a:extLst>
              </p:cNvPr>
              <p:cNvSpPr/>
              <p:nvPr/>
            </p:nvSpPr>
            <p:spPr>
              <a:xfrm>
                <a:off x="60333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8" name="Freeform 47677">
                <a:extLst>
                  <a:ext uri="{FF2B5EF4-FFF2-40B4-BE49-F238E27FC236}">
                    <a16:creationId xmlns:a16="http://schemas.microsoft.com/office/drawing/2014/main" id="{FA1A8561-88A2-B696-DD0A-C2BD64303277}"/>
                  </a:ext>
                </a:extLst>
              </p:cNvPr>
              <p:cNvSpPr/>
              <p:nvPr/>
            </p:nvSpPr>
            <p:spPr>
              <a:xfrm>
                <a:off x="603384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79" name="Freeform 47678">
                <a:extLst>
                  <a:ext uri="{FF2B5EF4-FFF2-40B4-BE49-F238E27FC236}">
                    <a16:creationId xmlns:a16="http://schemas.microsoft.com/office/drawing/2014/main" id="{1C872AB4-E8E5-0D03-B60D-6C3D983CC2E8}"/>
                  </a:ext>
                </a:extLst>
              </p:cNvPr>
              <p:cNvSpPr/>
              <p:nvPr/>
            </p:nvSpPr>
            <p:spPr>
              <a:xfrm>
                <a:off x="6034338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0" name="Freeform 47679">
                <a:extLst>
                  <a:ext uri="{FF2B5EF4-FFF2-40B4-BE49-F238E27FC236}">
                    <a16:creationId xmlns:a16="http://schemas.microsoft.com/office/drawing/2014/main" id="{03EDF686-9278-C313-5A8C-3FF499363F7A}"/>
                  </a:ext>
                </a:extLst>
              </p:cNvPr>
              <p:cNvSpPr/>
              <p:nvPr/>
            </p:nvSpPr>
            <p:spPr>
              <a:xfrm>
                <a:off x="6034933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1" name="Freeform 47680">
                <a:extLst>
                  <a:ext uri="{FF2B5EF4-FFF2-40B4-BE49-F238E27FC236}">
                    <a16:creationId xmlns:a16="http://schemas.microsoft.com/office/drawing/2014/main" id="{B22D8F7A-3D9B-F903-9845-1AD2D87F8971}"/>
                  </a:ext>
                </a:extLst>
              </p:cNvPr>
              <p:cNvSpPr/>
              <p:nvPr/>
            </p:nvSpPr>
            <p:spPr>
              <a:xfrm>
                <a:off x="6035429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2" name="Freeform 47681">
                <a:extLst>
                  <a:ext uri="{FF2B5EF4-FFF2-40B4-BE49-F238E27FC236}">
                    <a16:creationId xmlns:a16="http://schemas.microsoft.com/office/drawing/2014/main" id="{F9207E50-E8DB-0281-4F2F-B133F25F787F}"/>
                  </a:ext>
                </a:extLst>
              </p:cNvPr>
              <p:cNvSpPr/>
              <p:nvPr/>
            </p:nvSpPr>
            <p:spPr>
              <a:xfrm>
                <a:off x="6035925" y="5820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3" name="Freeform 47682">
                <a:extLst>
                  <a:ext uri="{FF2B5EF4-FFF2-40B4-BE49-F238E27FC236}">
                    <a16:creationId xmlns:a16="http://schemas.microsoft.com/office/drawing/2014/main" id="{79F7C4B2-596F-57B1-0D66-6FDE5DCAFFF2}"/>
                  </a:ext>
                </a:extLst>
              </p:cNvPr>
              <p:cNvSpPr/>
              <p:nvPr/>
            </p:nvSpPr>
            <p:spPr>
              <a:xfrm>
                <a:off x="6036520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4" name="Freeform 47683">
                <a:extLst>
                  <a:ext uri="{FF2B5EF4-FFF2-40B4-BE49-F238E27FC236}">
                    <a16:creationId xmlns:a16="http://schemas.microsoft.com/office/drawing/2014/main" id="{F96C9108-B5BA-B802-FD81-96FDAC8F2D3D}"/>
                  </a:ext>
                </a:extLst>
              </p:cNvPr>
              <p:cNvSpPr/>
              <p:nvPr/>
            </p:nvSpPr>
            <p:spPr>
              <a:xfrm>
                <a:off x="6037016" y="592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5" name="Freeform 47684">
                <a:extLst>
                  <a:ext uri="{FF2B5EF4-FFF2-40B4-BE49-F238E27FC236}">
                    <a16:creationId xmlns:a16="http://schemas.microsoft.com/office/drawing/2014/main" id="{4BD3A873-D430-FA7F-CDAF-3C04E7D5B1FF}"/>
                  </a:ext>
                </a:extLst>
              </p:cNvPr>
              <p:cNvSpPr/>
              <p:nvPr/>
            </p:nvSpPr>
            <p:spPr>
              <a:xfrm>
                <a:off x="6037513" y="5979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6" name="Freeform 47685">
                <a:extLst>
                  <a:ext uri="{FF2B5EF4-FFF2-40B4-BE49-F238E27FC236}">
                    <a16:creationId xmlns:a16="http://schemas.microsoft.com/office/drawing/2014/main" id="{ED0B0F41-EEBA-FDB6-54A5-CE2C3DE2A44A}"/>
                  </a:ext>
                </a:extLst>
              </p:cNvPr>
              <p:cNvSpPr/>
              <p:nvPr/>
            </p:nvSpPr>
            <p:spPr>
              <a:xfrm>
                <a:off x="6038009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7" name="Freeform 47686">
                <a:extLst>
                  <a:ext uri="{FF2B5EF4-FFF2-40B4-BE49-F238E27FC236}">
                    <a16:creationId xmlns:a16="http://schemas.microsoft.com/office/drawing/2014/main" id="{0BBB9F49-4BA5-E2D2-C636-B272852B8317}"/>
                  </a:ext>
                </a:extLst>
              </p:cNvPr>
              <p:cNvSpPr/>
              <p:nvPr/>
            </p:nvSpPr>
            <p:spPr>
              <a:xfrm>
                <a:off x="6038604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8" name="Freeform 47687">
                <a:extLst>
                  <a:ext uri="{FF2B5EF4-FFF2-40B4-BE49-F238E27FC236}">
                    <a16:creationId xmlns:a16="http://schemas.microsoft.com/office/drawing/2014/main" id="{377D5A74-053D-C3A6-AFFF-83715B426D4E}"/>
                  </a:ext>
                </a:extLst>
              </p:cNvPr>
              <p:cNvSpPr/>
              <p:nvPr/>
            </p:nvSpPr>
            <p:spPr>
              <a:xfrm>
                <a:off x="6039100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89" name="Freeform 47688">
                <a:extLst>
                  <a:ext uri="{FF2B5EF4-FFF2-40B4-BE49-F238E27FC236}">
                    <a16:creationId xmlns:a16="http://schemas.microsoft.com/office/drawing/2014/main" id="{8A5FA779-B82D-E2FD-48E6-D4CDD0234BC7}"/>
                  </a:ext>
                </a:extLst>
              </p:cNvPr>
              <p:cNvSpPr/>
              <p:nvPr/>
            </p:nvSpPr>
            <p:spPr>
              <a:xfrm>
                <a:off x="6039596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0" name="Freeform 47689">
                <a:extLst>
                  <a:ext uri="{FF2B5EF4-FFF2-40B4-BE49-F238E27FC236}">
                    <a16:creationId xmlns:a16="http://schemas.microsoft.com/office/drawing/2014/main" id="{729AF7CE-BA08-F2C7-635F-DB223A923CB9}"/>
                  </a:ext>
                </a:extLst>
              </p:cNvPr>
              <p:cNvSpPr/>
              <p:nvPr/>
            </p:nvSpPr>
            <p:spPr>
              <a:xfrm>
                <a:off x="6040191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1" name="Freeform 47690">
                <a:extLst>
                  <a:ext uri="{FF2B5EF4-FFF2-40B4-BE49-F238E27FC236}">
                    <a16:creationId xmlns:a16="http://schemas.microsoft.com/office/drawing/2014/main" id="{70DE09C7-69B5-D89C-D944-A3C56F8F2DB7}"/>
                  </a:ext>
                </a:extLst>
              </p:cNvPr>
              <p:cNvSpPr/>
              <p:nvPr/>
            </p:nvSpPr>
            <p:spPr>
              <a:xfrm>
                <a:off x="604068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2" name="Freeform 47691">
                <a:extLst>
                  <a:ext uri="{FF2B5EF4-FFF2-40B4-BE49-F238E27FC236}">
                    <a16:creationId xmlns:a16="http://schemas.microsoft.com/office/drawing/2014/main" id="{D5CE952B-C785-5DC6-54E6-364032EA28F5}"/>
                  </a:ext>
                </a:extLst>
              </p:cNvPr>
              <p:cNvSpPr/>
              <p:nvPr/>
            </p:nvSpPr>
            <p:spPr>
              <a:xfrm>
                <a:off x="60411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3" name="Freeform 47692">
                <a:extLst>
                  <a:ext uri="{FF2B5EF4-FFF2-40B4-BE49-F238E27FC236}">
                    <a16:creationId xmlns:a16="http://schemas.microsoft.com/office/drawing/2014/main" id="{1CBE14F3-EF33-20FF-02DC-53CEB727AE1B}"/>
                  </a:ext>
                </a:extLst>
              </p:cNvPr>
              <p:cNvSpPr/>
              <p:nvPr/>
            </p:nvSpPr>
            <p:spPr>
              <a:xfrm>
                <a:off x="60417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4" name="Freeform 47693">
                <a:extLst>
                  <a:ext uri="{FF2B5EF4-FFF2-40B4-BE49-F238E27FC236}">
                    <a16:creationId xmlns:a16="http://schemas.microsoft.com/office/drawing/2014/main" id="{1131CCBF-3596-B214-BC3D-7163E15424A6}"/>
                  </a:ext>
                </a:extLst>
              </p:cNvPr>
              <p:cNvSpPr/>
              <p:nvPr/>
            </p:nvSpPr>
            <p:spPr>
              <a:xfrm>
                <a:off x="604227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5" name="Freeform 47694">
                <a:extLst>
                  <a:ext uri="{FF2B5EF4-FFF2-40B4-BE49-F238E27FC236}">
                    <a16:creationId xmlns:a16="http://schemas.microsoft.com/office/drawing/2014/main" id="{1EB126B5-6059-0DD2-FBDE-30D9772EEAB5}"/>
                  </a:ext>
                </a:extLst>
              </p:cNvPr>
              <p:cNvSpPr/>
              <p:nvPr/>
            </p:nvSpPr>
            <p:spPr>
              <a:xfrm>
                <a:off x="604277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6" name="Freeform 47695">
                <a:extLst>
                  <a:ext uri="{FF2B5EF4-FFF2-40B4-BE49-F238E27FC236}">
                    <a16:creationId xmlns:a16="http://schemas.microsoft.com/office/drawing/2014/main" id="{02A90380-3269-58F0-8E40-B1F61FB47CA7}"/>
                  </a:ext>
                </a:extLst>
              </p:cNvPr>
              <p:cNvSpPr/>
              <p:nvPr/>
            </p:nvSpPr>
            <p:spPr>
              <a:xfrm>
                <a:off x="60433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7" name="Freeform 47696">
                <a:extLst>
                  <a:ext uri="{FF2B5EF4-FFF2-40B4-BE49-F238E27FC236}">
                    <a16:creationId xmlns:a16="http://schemas.microsoft.com/office/drawing/2014/main" id="{051EC43B-498C-36B1-7201-B39D6E423657}"/>
                  </a:ext>
                </a:extLst>
              </p:cNvPr>
              <p:cNvSpPr/>
              <p:nvPr/>
            </p:nvSpPr>
            <p:spPr>
              <a:xfrm>
                <a:off x="60438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8" name="Freeform 47697">
                <a:extLst>
                  <a:ext uri="{FF2B5EF4-FFF2-40B4-BE49-F238E27FC236}">
                    <a16:creationId xmlns:a16="http://schemas.microsoft.com/office/drawing/2014/main" id="{E5C84B6C-80DC-3B19-F176-73996C0AB46D}"/>
                  </a:ext>
                </a:extLst>
              </p:cNvPr>
              <p:cNvSpPr/>
              <p:nvPr/>
            </p:nvSpPr>
            <p:spPr>
              <a:xfrm>
                <a:off x="60443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99" name="Freeform 47698">
                <a:extLst>
                  <a:ext uri="{FF2B5EF4-FFF2-40B4-BE49-F238E27FC236}">
                    <a16:creationId xmlns:a16="http://schemas.microsoft.com/office/drawing/2014/main" id="{E2CE12E2-ED02-72BA-2826-DB6CC5DF771D}"/>
                  </a:ext>
                </a:extLst>
              </p:cNvPr>
              <p:cNvSpPr/>
              <p:nvPr/>
            </p:nvSpPr>
            <p:spPr>
              <a:xfrm>
                <a:off x="60449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0" name="Freeform 47699">
                <a:extLst>
                  <a:ext uri="{FF2B5EF4-FFF2-40B4-BE49-F238E27FC236}">
                    <a16:creationId xmlns:a16="http://schemas.microsoft.com/office/drawing/2014/main" id="{9F76FDF3-5D6D-F04F-12D2-BF530A5D9988}"/>
                  </a:ext>
                </a:extLst>
              </p:cNvPr>
              <p:cNvSpPr/>
              <p:nvPr/>
            </p:nvSpPr>
            <p:spPr>
              <a:xfrm>
                <a:off x="60454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1" name="Freeform 47700">
                <a:extLst>
                  <a:ext uri="{FF2B5EF4-FFF2-40B4-BE49-F238E27FC236}">
                    <a16:creationId xmlns:a16="http://schemas.microsoft.com/office/drawing/2014/main" id="{B8F0BBC9-049D-B972-BE82-9FA1C6E25B7D}"/>
                  </a:ext>
                </a:extLst>
              </p:cNvPr>
              <p:cNvSpPr/>
              <p:nvPr/>
            </p:nvSpPr>
            <p:spPr>
              <a:xfrm>
                <a:off x="60459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2" name="Freeform 47701">
                <a:extLst>
                  <a:ext uri="{FF2B5EF4-FFF2-40B4-BE49-F238E27FC236}">
                    <a16:creationId xmlns:a16="http://schemas.microsoft.com/office/drawing/2014/main" id="{1F9BC54C-D552-3B91-D682-F5B1F192C6FE}"/>
                  </a:ext>
                </a:extLst>
              </p:cNvPr>
              <p:cNvSpPr/>
              <p:nvPr/>
            </p:nvSpPr>
            <p:spPr>
              <a:xfrm>
                <a:off x="60465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3" name="Freeform 47702">
                <a:extLst>
                  <a:ext uri="{FF2B5EF4-FFF2-40B4-BE49-F238E27FC236}">
                    <a16:creationId xmlns:a16="http://schemas.microsoft.com/office/drawing/2014/main" id="{D5CACA03-0D67-6673-D7CA-88D3D40F8092}"/>
                  </a:ext>
                </a:extLst>
              </p:cNvPr>
              <p:cNvSpPr/>
              <p:nvPr/>
            </p:nvSpPr>
            <p:spPr>
              <a:xfrm>
                <a:off x="60470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4" name="Freeform 47703">
                <a:extLst>
                  <a:ext uri="{FF2B5EF4-FFF2-40B4-BE49-F238E27FC236}">
                    <a16:creationId xmlns:a16="http://schemas.microsoft.com/office/drawing/2014/main" id="{9CB99148-9D02-14E6-61A7-D59C4DE48A5B}"/>
                  </a:ext>
                </a:extLst>
              </p:cNvPr>
              <p:cNvSpPr/>
              <p:nvPr/>
            </p:nvSpPr>
            <p:spPr>
              <a:xfrm>
                <a:off x="6047534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5" name="Freeform 47704">
                <a:extLst>
                  <a:ext uri="{FF2B5EF4-FFF2-40B4-BE49-F238E27FC236}">
                    <a16:creationId xmlns:a16="http://schemas.microsoft.com/office/drawing/2014/main" id="{C978E4D6-2783-8BDD-25C7-0636410E3D1F}"/>
                  </a:ext>
                </a:extLst>
              </p:cNvPr>
              <p:cNvSpPr/>
              <p:nvPr/>
            </p:nvSpPr>
            <p:spPr>
              <a:xfrm>
                <a:off x="6048129" y="5843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6" name="Freeform 47705">
                <a:extLst>
                  <a:ext uri="{FF2B5EF4-FFF2-40B4-BE49-F238E27FC236}">
                    <a16:creationId xmlns:a16="http://schemas.microsoft.com/office/drawing/2014/main" id="{A44D1162-B5E7-303B-6400-934DCA7F9C52}"/>
                  </a:ext>
                </a:extLst>
              </p:cNvPr>
              <p:cNvSpPr/>
              <p:nvPr/>
            </p:nvSpPr>
            <p:spPr>
              <a:xfrm>
                <a:off x="6048625" y="5891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7" name="Freeform 47706">
                <a:extLst>
                  <a:ext uri="{FF2B5EF4-FFF2-40B4-BE49-F238E27FC236}">
                    <a16:creationId xmlns:a16="http://schemas.microsoft.com/office/drawing/2014/main" id="{36184BBE-7C57-D7A1-C8E2-4D1B4A7D04FA}"/>
                  </a:ext>
                </a:extLst>
              </p:cNvPr>
              <p:cNvSpPr/>
              <p:nvPr/>
            </p:nvSpPr>
            <p:spPr>
              <a:xfrm>
                <a:off x="6049121" y="5947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8" name="Freeform 47707">
                <a:extLst>
                  <a:ext uri="{FF2B5EF4-FFF2-40B4-BE49-F238E27FC236}">
                    <a16:creationId xmlns:a16="http://schemas.microsoft.com/office/drawing/2014/main" id="{9F6197C9-6C4A-F08B-70EA-244D31E02566}"/>
                  </a:ext>
                </a:extLst>
              </p:cNvPr>
              <p:cNvSpPr/>
              <p:nvPr/>
            </p:nvSpPr>
            <p:spPr>
              <a:xfrm>
                <a:off x="6049617" y="599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09" name="Freeform 47708">
                <a:extLst>
                  <a:ext uri="{FF2B5EF4-FFF2-40B4-BE49-F238E27FC236}">
                    <a16:creationId xmlns:a16="http://schemas.microsoft.com/office/drawing/2014/main" id="{1FEB77DF-5F9A-1321-415C-5A1C58624644}"/>
                  </a:ext>
                </a:extLst>
              </p:cNvPr>
              <p:cNvSpPr/>
              <p:nvPr/>
            </p:nvSpPr>
            <p:spPr>
              <a:xfrm>
                <a:off x="6050213" y="6020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0" name="Freeform 47709">
                <a:extLst>
                  <a:ext uri="{FF2B5EF4-FFF2-40B4-BE49-F238E27FC236}">
                    <a16:creationId xmlns:a16="http://schemas.microsoft.com/office/drawing/2014/main" id="{8B6E9CBF-3B68-A47F-FA8D-8840804FE98E}"/>
                  </a:ext>
                </a:extLst>
              </p:cNvPr>
              <p:cNvSpPr/>
              <p:nvPr/>
            </p:nvSpPr>
            <p:spPr>
              <a:xfrm>
                <a:off x="6050709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1" name="Freeform 47710">
                <a:extLst>
                  <a:ext uri="{FF2B5EF4-FFF2-40B4-BE49-F238E27FC236}">
                    <a16:creationId xmlns:a16="http://schemas.microsoft.com/office/drawing/2014/main" id="{7D790070-5CE0-7551-38EF-15B05112AA5B}"/>
                  </a:ext>
                </a:extLst>
              </p:cNvPr>
              <p:cNvSpPr/>
              <p:nvPr/>
            </p:nvSpPr>
            <p:spPr>
              <a:xfrm>
                <a:off x="605120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2" name="Freeform 47711">
                <a:extLst>
                  <a:ext uri="{FF2B5EF4-FFF2-40B4-BE49-F238E27FC236}">
                    <a16:creationId xmlns:a16="http://schemas.microsoft.com/office/drawing/2014/main" id="{AAC1A5C4-F332-3407-8881-C4A7903A9078}"/>
                  </a:ext>
                </a:extLst>
              </p:cNvPr>
              <p:cNvSpPr/>
              <p:nvPr/>
            </p:nvSpPr>
            <p:spPr>
              <a:xfrm>
                <a:off x="605180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3" name="Freeform 47712">
                <a:extLst>
                  <a:ext uri="{FF2B5EF4-FFF2-40B4-BE49-F238E27FC236}">
                    <a16:creationId xmlns:a16="http://schemas.microsoft.com/office/drawing/2014/main" id="{5AF4B38F-BACC-E976-01F4-FB25EA7BB362}"/>
                  </a:ext>
                </a:extLst>
              </p:cNvPr>
              <p:cNvSpPr/>
              <p:nvPr/>
            </p:nvSpPr>
            <p:spPr>
              <a:xfrm>
                <a:off x="6052296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4" name="Freeform 47713">
                <a:extLst>
                  <a:ext uri="{FF2B5EF4-FFF2-40B4-BE49-F238E27FC236}">
                    <a16:creationId xmlns:a16="http://schemas.microsoft.com/office/drawing/2014/main" id="{00393F6C-9FFD-77B2-91CB-A186AF038F65}"/>
                  </a:ext>
                </a:extLst>
              </p:cNvPr>
              <p:cNvSpPr/>
              <p:nvPr/>
            </p:nvSpPr>
            <p:spPr>
              <a:xfrm>
                <a:off x="6052792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5" name="Freeform 47714">
                <a:extLst>
                  <a:ext uri="{FF2B5EF4-FFF2-40B4-BE49-F238E27FC236}">
                    <a16:creationId xmlns:a16="http://schemas.microsoft.com/office/drawing/2014/main" id="{BFBB4629-4BDD-E989-4BFA-4DA441C08E0C}"/>
                  </a:ext>
                </a:extLst>
              </p:cNvPr>
              <p:cNvSpPr/>
              <p:nvPr/>
            </p:nvSpPr>
            <p:spPr>
              <a:xfrm>
                <a:off x="60533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6" name="Freeform 47715">
                <a:extLst>
                  <a:ext uri="{FF2B5EF4-FFF2-40B4-BE49-F238E27FC236}">
                    <a16:creationId xmlns:a16="http://schemas.microsoft.com/office/drawing/2014/main" id="{FAC64835-49D4-25E2-2095-9122BB7F2CF5}"/>
                  </a:ext>
                </a:extLst>
              </p:cNvPr>
              <p:cNvSpPr/>
              <p:nvPr/>
            </p:nvSpPr>
            <p:spPr>
              <a:xfrm>
                <a:off x="60538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7" name="Freeform 47716">
                <a:extLst>
                  <a:ext uri="{FF2B5EF4-FFF2-40B4-BE49-F238E27FC236}">
                    <a16:creationId xmlns:a16="http://schemas.microsoft.com/office/drawing/2014/main" id="{49E6D6C0-371E-5B0E-94A0-3AC467CBDAC2}"/>
                  </a:ext>
                </a:extLst>
              </p:cNvPr>
              <p:cNvSpPr/>
              <p:nvPr/>
            </p:nvSpPr>
            <p:spPr>
              <a:xfrm>
                <a:off x="60543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8" name="Freeform 47717">
                <a:extLst>
                  <a:ext uri="{FF2B5EF4-FFF2-40B4-BE49-F238E27FC236}">
                    <a16:creationId xmlns:a16="http://schemas.microsoft.com/office/drawing/2014/main" id="{B3B2283A-616E-42BE-A17E-F7A8B9CD2A11}"/>
                  </a:ext>
                </a:extLst>
              </p:cNvPr>
              <p:cNvSpPr/>
              <p:nvPr/>
            </p:nvSpPr>
            <p:spPr>
              <a:xfrm>
                <a:off x="60549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19" name="Freeform 47718">
                <a:extLst>
                  <a:ext uri="{FF2B5EF4-FFF2-40B4-BE49-F238E27FC236}">
                    <a16:creationId xmlns:a16="http://schemas.microsoft.com/office/drawing/2014/main" id="{FFDCC7DD-4174-F439-8E40-F3C5DD8F5D7B}"/>
                  </a:ext>
                </a:extLst>
              </p:cNvPr>
              <p:cNvSpPr/>
              <p:nvPr/>
            </p:nvSpPr>
            <p:spPr>
              <a:xfrm>
                <a:off x="60554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0" name="Freeform 47719">
                <a:extLst>
                  <a:ext uri="{FF2B5EF4-FFF2-40B4-BE49-F238E27FC236}">
                    <a16:creationId xmlns:a16="http://schemas.microsoft.com/office/drawing/2014/main" id="{6EF9A819-F763-6D79-EBF9-7DD495C17F6F}"/>
                  </a:ext>
                </a:extLst>
              </p:cNvPr>
              <p:cNvSpPr/>
              <p:nvPr/>
            </p:nvSpPr>
            <p:spPr>
              <a:xfrm>
                <a:off x="60559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1" name="Freeform 47720">
                <a:extLst>
                  <a:ext uri="{FF2B5EF4-FFF2-40B4-BE49-F238E27FC236}">
                    <a16:creationId xmlns:a16="http://schemas.microsoft.com/office/drawing/2014/main" id="{2CA18647-EE83-CF5F-ABF7-2838B0BA7FCD}"/>
                  </a:ext>
                </a:extLst>
              </p:cNvPr>
              <p:cNvSpPr/>
              <p:nvPr/>
            </p:nvSpPr>
            <p:spPr>
              <a:xfrm>
                <a:off x="60565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2" name="Freeform 47721">
                <a:extLst>
                  <a:ext uri="{FF2B5EF4-FFF2-40B4-BE49-F238E27FC236}">
                    <a16:creationId xmlns:a16="http://schemas.microsoft.com/office/drawing/2014/main" id="{87BABEB3-0D52-34CC-7AB9-ED9ECCC0724D}"/>
                  </a:ext>
                </a:extLst>
              </p:cNvPr>
              <p:cNvSpPr/>
              <p:nvPr/>
            </p:nvSpPr>
            <p:spPr>
              <a:xfrm>
                <a:off x="60570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3" name="Freeform 47722">
                <a:extLst>
                  <a:ext uri="{FF2B5EF4-FFF2-40B4-BE49-F238E27FC236}">
                    <a16:creationId xmlns:a16="http://schemas.microsoft.com/office/drawing/2014/main" id="{757B5C64-6455-3C4A-095F-47C838C97DB1}"/>
                  </a:ext>
                </a:extLst>
              </p:cNvPr>
              <p:cNvSpPr/>
              <p:nvPr/>
            </p:nvSpPr>
            <p:spPr>
              <a:xfrm>
                <a:off x="60575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4" name="Freeform 47723">
                <a:extLst>
                  <a:ext uri="{FF2B5EF4-FFF2-40B4-BE49-F238E27FC236}">
                    <a16:creationId xmlns:a16="http://schemas.microsoft.com/office/drawing/2014/main" id="{24610756-B6DF-737D-56E3-8B7D5A894352}"/>
                  </a:ext>
                </a:extLst>
              </p:cNvPr>
              <p:cNvSpPr/>
              <p:nvPr/>
            </p:nvSpPr>
            <p:spPr>
              <a:xfrm>
                <a:off x="60581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5" name="Freeform 47724">
                <a:extLst>
                  <a:ext uri="{FF2B5EF4-FFF2-40B4-BE49-F238E27FC236}">
                    <a16:creationId xmlns:a16="http://schemas.microsoft.com/office/drawing/2014/main" id="{C48B85E3-1047-F64A-B8CB-E71AB1389B75}"/>
                  </a:ext>
                </a:extLst>
              </p:cNvPr>
              <p:cNvSpPr/>
              <p:nvPr/>
            </p:nvSpPr>
            <p:spPr>
              <a:xfrm>
                <a:off x="60586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6" name="Freeform 47725">
                <a:extLst>
                  <a:ext uri="{FF2B5EF4-FFF2-40B4-BE49-F238E27FC236}">
                    <a16:creationId xmlns:a16="http://schemas.microsoft.com/office/drawing/2014/main" id="{40EA5565-D00E-5CF7-EF60-1AA6288804FE}"/>
                  </a:ext>
                </a:extLst>
              </p:cNvPr>
              <p:cNvSpPr/>
              <p:nvPr/>
            </p:nvSpPr>
            <p:spPr>
              <a:xfrm>
                <a:off x="60591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7" name="Freeform 47726">
                <a:extLst>
                  <a:ext uri="{FF2B5EF4-FFF2-40B4-BE49-F238E27FC236}">
                    <a16:creationId xmlns:a16="http://schemas.microsoft.com/office/drawing/2014/main" id="{BBB6E756-325D-BD6F-4DC3-6F4895A2E217}"/>
                  </a:ext>
                </a:extLst>
              </p:cNvPr>
              <p:cNvSpPr/>
              <p:nvPr/>
            </p:nvSpPr>
            <p:spPr>
              <a:xfrm>
                <a:off x="60597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8" name="Freeform 47727">
                <a:extLst>
                  <a:ext uri="{FF2B5EF4-FFF2-40B4-BE49-F238E27FC236}">
                    <a16:creationId xmlns:a16="http://schemas.microsoft.com/office/drawing/2014/main" id="{7BCAF2D3-9390-3905-E2F4-36FFDDED70B8}"/>
                  </a:ext>
                </a:extLst>
              </p:cNvPr>
              <p:cNvSpPr/>
              <p:nvPr/>
            </p:nvSpPr>
            <p:spPr>
              <a:xfrm>
                <a:off x="6060234" y="5940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29" name="Freeform 47728">
                <a:extLst>
                  <a:ext uri="{FF2B5EF4-FFF2-40B4-BE49-F238E27FC236}">
                    <a16:creationId xmlns:a16="http://schemas.microsoft.com/office/drawing/2014/main" id="{C5AB5F31-5404-2C90-884C-E2A33F3A5F74}"/>
                  </a:ext>
                </a:extLst>
              </p:cNvPr>
              <p:cNvSpPr/>
              <p:nvPr/>
            </p:nvSpPr>
            <p:spPr>
              <a:xfrm>
                <a:off x="6060730" y="5914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0" name="Freeform 47729">
                <a:extLst>
                  <a:ext uri="{FF2B5EF4-FFF2-40B4-BE49-F238E27FC236}">
                    <a16:creationId xmlns:a16="http://schemas.microsoft.com/office/drawing/2014/main" id="{7932A476-A953-A49F-1C3D-D1B497CB9673}"/>
                  </a:ext>
                </a:extLst>
              </p:cNvPr>
              <p:cNvSpPr/>
              <p:nvPr/>
            </p:nvSpPr>
            <p:spPr>
              <a:xfrm>
                <a:off x="6061226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1" name="Freeform 47730">
                <a:extLst>
                  <a:ext uri="{FF2B5EF4-FFF2-40B4-BE49-F238E27FC236}">
                    <a16:creationId xmlns:a16="http://schemas.microsoft.com/office/drawing/2014/main" id="{B0EFCFDB-42A9-E550-5788-63B6C279F33B}"/>
                  </a:ext>
                </a:extLst>
              </p:cNvPr>
              <p:cNvSpPr/>
              <p:nvPr/>
            </p:nvSpPr>
            <p:spPr>
              <a:xfrm>
                <a:off x="606182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2" name="Freeform 47731">
                <a:extLst>
                  <a:ext uri="{FF2B5EF4-FFF2-40B4-BE49-F238E27FC236}">
                    <a16:creationId xmlns:a16="http://schemas.microsoft.com/office/drawing/2014/main" id="{2EE34E99-1643-2CB4-24E4-4938D9ED1E83}"/>
                  </a:ext>
                </a:extLst>
              </p:cNvPr>
              <p:cNvSpPr/>
              <p:nvPr/>
            </p:nvSpPr>
            <p:spPr>
              <a:xfrm>
                <a:off x="606231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3" name="Freeform 47732">
                <a:extLst>
                  <a:ext uri="{FF2B5EF4-FFF2-40B4-BE49-F238E27FC236}">
                    <a16:creationId xmlns:a16="http://schemas.microsoft.com/office/drawing/2014/main" id="{4E6BA1BB-34EE-7CDB-0F98-A8A3AD82DBA8}"/>
                  </a:ext>
                </a:extLst>
              </p:cNvPr>
              <p:cNvSpPr/>
              <p:nvPr/>
            </p:nvSpPr>
            <p:spPr>
              <a:xfrm>
                <a:off x="60628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4" name="Freeform 47733">
                <a:extLst>
                  <a:ext uri="{FF2B5EF4-FFF2-40B4-BE49-F238E27FC236}">
                    <a16:creationId xmlns:a16="http://schemas.microsoft.com/office/drawing/2014/main" id="{9A8283D3-E7B1-DDAC-D505-517638E70CF2}"/>
                  </a:ext>
                </a:extLst>
              </p:cNvPr>
              <p:cNvSpPr/>
              <p:nvPr/>
            </p:nvSpPr>
            <p:spPr>
              <a:xfrm>
                <a:off x="60634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5" name="Freeform 47734">
                <a:extLst>
                  <a:ext uri="{FF2B5EF4-FFF2-40B4-BE49-F238E27FC236}">
                    <a16:creationId xmlns:a16="http://schemas.microsoft.com/office/drawing/2014/main" id="{E83F723B-02A7-8B53-7D96-E304CCFB63E6}"/>
                  </a:ext>
                </a:extLst>
              </p:cNvPr>
              <p:cNvSpPr/>
              <p:nvPr/>
            </p:nvSpPr>
            <p:spPr>
              <a:xfrm>
                <a:off x="60639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6" name="Freeform 47735">
                <a:extLst>
                  <a:ext uri="{FF2B5EF4-FFF2-40B4-BE49-F238E27FC236}">
                    <a16:creationId xmlns:a16="http://schemas.microsoft.com/office/drawing/2014/main" id="{2BDA8853-288C-F9A8-DD9C-3302913E2BF8}"/>
                  </a:ext>
                </a:extLst>
              </p:cNvPr>
              <p:cNvSpPr/>
              <p:nvPr/>
            </p:nvSpPr>
            <p:spPr>
              <a:xfrm>
                <a:off x="606440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7" name="Freeform 47736">
                <a:extLst>
                  <a:ext uri="{FF2B5EF4-FFF2-40B4-BE49-F238E27FC236}">
                    <a16:creationId xmlns:a16="http://schemas.microsoft.com/office/drawing/2014/main" id="{0B85559F-CA15-E36E-67AF-506B6439302A}"/>
                  </a:ext>
                </a:extLst>
              </p:cNvPr>
              <p:cNvSpPr/>
              <p:nvPr/>
            </p:nvSpPr>
            <p:spPr>
              <a:xfrm>
                <a:off x="60649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8" name="Freeform 47737">
                <a:extLst>
                  <a:ext uri="{FF2B5EF4-FFF2-40B4-BE49-F238E27FC236}">
                    <a16:creationId xmlns:a16="http://schemas.microsoft.com/office/drawing/2014/main" id="{00F06C38-C3DF-0693-5EA7-289C250A174E}"/>
                  </a:ext>
                </a:extLst>
              </p:cNvPr>
              <p:cNvSpPr/>
              <p:nvPr/>
            </p:nvSpPr>
            <p:spPr>
              <a:xfrm>
                <a:off x="60654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39" name="Freeform 47738">
                <a:extLst>
                  <a:ext uri="{FF2B5EF4-FFF2-40B4-BE49-F238E27FC236}">
                    <a16:creationId xmlns:a16="http://schemas.microsoft.com/office/drawing/2014/main" id="{62D2777D-2B53-0AA6-3466-D17AD2D2BF80}"/>
                  </a:ext>
                </a:extLst>
              </p:cNvPr>
              <p:cNvSpPr/>
              <p:nvPr/>
            </p:nvSpPr>
            <p:spPr>
              <a:xfrm>
                <a:off x="60659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0" name="Freeform 47739">
                <a:extLst>
                  <a:ext uri="{FF2B5EF4-FFF2-40B4-BE49-F238E27FC236}">
                    <a16:creationId xmlns:a16="http://schemas.microsoft.com/office/drawing/2014/main" id="{E2C74824-6429-B383-BD9D-A17DA33F1857}"/>
                  </a:ext>
                </a:extLst>
              </p:cNvPr>
              <p:cNvSpPr/>
              <p:nvPr/>
            </p:nvSpPr>
            <p:spPr>
              <a:xfrm>
                <a:off x="60665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1" name="Freeform 47740">
                <a:extLst>
                  <a:ext uri="{FF2B5EF4-FFF2-40B4-BE49-F238E27FC236}">
                    <a16:creationId xmlns:a16="http://schemas.microsoft.com/office/drawing/2014/main" id="{74DAC351-09A1-A42B-CF25-8A479BFB4411}"/>
                  </a:ext>
                </a:extLst>
              </p:cNvPr>
              <p:cNvSpPr/>
              <p:nvPr/>
            </p:nvSpPr>
            <p:spPr>
              <a:xfrm>
                <a:off x="60670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2" name="Freeform 47741">
                <a:extLst>
                  <a:ext uri="{FF2B5EF4-FFF2-40B4-BE49-F238E27FC236}">
                    <a16:creationId xmlns:a16="http://schemas.microsoft.com/office/drawing/2014/main" id="{8973A5B4-DF43-7FBC-F700-452BE9B9B839}"/>
                  </a:ext>
                </a:extLst>
              </p:cNvPr>
              <p:cNvSpPr/>
              <p:nvPr/>
            </p:nvSpPr>
            <p:spPr>
              <a:xfrm>
                <a:off x="60675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3" name="Freeform 47742">
                <a:extLst>
                  <a:ext uri="{FF2B5EF4-FFF2-40B4-BE49-F238E27FC236}">
                    <a16:creationId xmlns:a16="http://schemas.microsoft.com/office/drawing/2014/main" id="{655BC28F-5216-7FF6-4654-2DD7E64B731D}"/>
                  </a:ext>
                </a:extLst>
              </p:cNvPr>
              <p:cNvSpPr/>
              <p:nvPr/>
            </p:nvSpPr>
            <p:spPr>
              <a:xfrm>
                <a:off x="60681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4" name="Freeform 47743">
                <a:extLst>
                  <a:ext uri="{FF2B5EF4-FFF2-40B4-BE49-F238E27FC236}">
                    <a16:creationId xmlns:a16="http://schemas.microsoft.com/office/drawing/2014/main" id="{5419DF23-F673-2DF4-C6D4-C51C4552D14C}"/>
                  </a:ext>
                </a:extLst>
              </p:cNvPr>
              <p:cNvSpPr/>
              <p:nvPr/>
            </p:nvSpPr>
            <p:spPr>
              <a:xfrm>
                <a:off x="60686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5" name="Freeform 47744">
                <a:extLst>
                  <a:ext uri="{FF2B5EF4-FFF2-40B4-BE49-F238E27FC236}">
                    <a16:creationId xmlns:a16="http://schemas.microsoft.com/office/drawing/2014/main" id="{BB47DE6D-D5F1-8F5D-F051-C946A8C757F6}"/>
                  </a:ext>
                </a:extLst>
              </p:cNvPr>
              <p:cNvSpPr/>
              <p:nvPr/>
            </p:nvSpPr>
            <p:spPr>
              <a:xfrm>
                <a:off x="60691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6" name="Freeform 47745">
                <a:extLst>
                  <a:ext uri="{FF2B5EF4-FFF2-40B4-BE49-F238E27FC236}">
                    <a16:creationId xmlns:a16="http://schemas.microsoft.com/office/drawing/2014/main" id="{5C5EC42B-B061-0FCB-6841-BE3A8CD0A694}"/>
                  </a:ext>
                </a:extLst>
              </p:cNvPr>
              <p:cNvSpPr/>
              <p:nvPr/>
            </p:nvSpPr>
            <p:spPr>
              <a:xfrm>
                <a:off x="60697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7" name="Freeform 47746">
                <a:extLst>
                  <a:ext uri="{FF2B5EF4-FFF2-40B4-BE49-F238E27FC236}">
                    <a16:creationId xmlns:a16="http://schemas.microsoft.com/office/drawing/2014/main" id="{24B6F015-D480-42F8-9A82-9424BB872475}"/>
                  </a:ext>
                </a:extLst>
              </p:cNvPr>
              <p:cNvSpPr/>
              <p:nvPr/>
            </p:nvSpPr>
            <p:spPr>
              <a:xfrm>
                <a:off x="60702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8" name="Freeform 47747">
                <a:extLst>
                  <a:ext uri="{FF2B5EF4-FFF2-40B4-BE49-F238E27FC236}">
                    <a16:creationId xmlns:a16="http://schemas.microsoft.com/office/drawing/2014/main" id="{86AAF6D4-E091-452C-E1CC-6D60DBFEB0EB}"/>
                  </a:ext>
                </a:extLst>
              </p:cNvPr>
              <p:cNvSpPr/>
              <p:nvPr/>
            </p:nvSpPr>
            <p:spPr>
              <a:xfrm>
                <a:off x="60707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49" name="Freeform 47748">
                <a:extLst>
                  <a:ext uri="{FF2B5EF4-FFF2-40B4-BE49-F238E27FC236}">
                    <a16:creationId xmlns:a16="http://schemas.microsoft.com/office/drawing/2014/main" id="{82075B1D-F7C2-7CC0-0295-90774607C3FA}"/>
                  </a:ext>
                </a:extLst>
              </p:cNvPr>
              <p:cNvSpPr/>
              <p:nvPr/>
            </p:nvSpPr>
            <p:spPr>
              <a:xfrm>
                <a:off x="60713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0" name="Freeform 47749">
                <a:extLst>
                  <a:ext uri="{FF2B5EF4-FFF2-40B4-BE49-F238E27FC236}">
                    <a16:creationId xmlns:a16="http://schemas.microsoft.com/office/drawing/2014/main" id="{7F8AA336-D1D6-1708-3200-288819FDDBA6}"/>
                  </a:ext>
                </a:extLst>
              </p:cNvPr>
              <p:cNvSpPr/>
              <p:nvPr/>
            </p:nvSpPr>
            <p:spPr>
              <a:xfrm>
                <a:off x="60718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1" name="Freeform 47750">
                <a:extLst>
                  <a:ext uri="{FF2B5EF4-FFF2-40B4-BE49-F238E27FC236}">
                    <a16:creationId xmlns:a16="http://schemas.microsoft.com/office/drawing/2014/main" id="{C4E25889-C5CA-345B-A5FD-E033F2A56B41}"/>
                  </a:ext>
                </a:extLst>
              </p:cNvPr>
              <p:cNvSpPr/>
              <p:nvPr/>
            </p:nvSpPr>
            <p:spPr>
              <a:xfrm>
                <a:off x="607233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2" name="Freeform 47751">
                <a:extLst>
                  <a:ext uri="{FF2B5EF4-FFF2-40B4-BE49-F238E27FC236}">
                    <a16:creationId xmlns:a16="http://schemas.microsoft.com/office/drawing/2014/main" id="{1D82D463-A954-63C0-E4BA-BE7C401ED582}"/>
                  </a:ext>
                </a:extLst>
              </p:cNvPr>
              <p:cNvSpPr/>
              <p:nvPr/>
            </p:nvSpPr>
            <p:spPr>
              <a:xfrm>
                <a:off x="607293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3" name="Freeform 47752">
                <a:extLst>
                  <a:ext uri="{FF2B5EF4-FFF2-40B4-BE49-F238E27FC236}">
                    <a16:creationId xmlns:a16="http://schemas.microsoft.com/office/drawing/2014/main" id="{95392FA2-FAAD-EDC3-D42C-C6BD152F9686}"/>
                  </a:ext>
                </a:extLst>
              </p:cNvPr>
              <p:cNvSpPr/>
              <p:nvPr/>
            </p:nvSpPr>
            <p:spPr>
              <a:xfrm>
                <a:off x="607343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4" name="Freeform 47753">
                <a:extLst>
                  <a:ext uri="{FF2B5EF4-FFF2-40B4-BE49-F238E27FC236}">
                    <a16:creationId xmlns:a16="http://schemas.microsoft.com/office/drawing/2014/main" id="{45AAA1C9-DB0D-5D45-D91C-2763800EB70E}"/>
                  </a:ext>
                </a:extLst>
              </p:cNvPr>
              <p:cNvSpPr/>
              <p:nvPr/>
            </p:nvSpPr>
            <p:spPr>
              <a:xfrm>
                <a:off x="607392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5" name="Freeform 47754">
                <a:extLst>
                  <a:ext uri="{FF2B5EF4-FFF2-40B4-BE49-F238E27FC236}">
                    <a16:creationId xmlns:a16="http://schemas.microsoft.com/office/drawing/2014/main" id="{88D3F21C-C760-626E-ED33-14B1E762151A}"/>
                  </a:ext>
                </a:extLst>
              </p:cNvPr>
              <p:cNvSpPr/>
              <p:nvPr/>
            </p:nvSpPr>
            <p:spPr>
              <a:xfrm>
                <a:off x="607442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6" name="Freeform 47755">
                <a:extLst>
                  <a:ext uri="{FF2B5EF4-FFF2-40B4-BE49-F238E27FC236}">
                    <a16:creationId xmlns:a16="http://schemas.microsoft.com/office/drawing/2014/main" id="{5579628E-2E8C-E5CF-9E3F-90C8A21AAEFB}"/>
                  </a:ext>
                </a:extLst>
              </p:cNvPr>
              <p:cNvSpPr/>
              <p:nvPr/>
            </p:nvSpPr>
            <p:spPr>
              <a:xfrm>
                <a:off x="607501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7" name="Freeform 47756">
                <a:extLst>
                  <a:ext uri="{FF2B5EF4-FFF2-40B4-BE49-F238E27FC236}">
                    <a16:creationId xmlns:a16="http://schemas.microsoft.com/office/drawing/2014/main" id="{E9190870-D55A-0E10-E815-E0814B78CF24}"/>
                  </a:ext>
                </a:extLst>
              </p:cNvPr>
              <p:cNvSpPr/>
              <p:nvPr/>
            </p:nvSpPr>
            <p:spPr>
              <a:xfrm>
                <a:off x="60755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8" name="Freeform 47757">
                <a:extLst>
                  <a:ext uri="{FF2B5EF4-FFF2-40B4-BE49-F238E27FC236}">
                    <a16:creationId xmlns:a16="http://schemas.microsoft.com/office/drawing/2014/main" id="{98C5D71D-8C2D-467C-94B5-5504AFAB9760}"/>
                  </a:ext>
                </a:extLst>
              </p:cNvPr>
              <p:cNvSpPr/>
              <p:nvPr/>
            </p:nvSpPr>
            <p:spPr>
              <a:xfrm>
                <a:off x="607600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59" name="Freeform 47758">
                <a:extLst>
                  <a:ext uri="{FF2B5EF4-FFF2-40B4-BE49-F238E27FC236}">
                    <a16:creationId xmlns:a16="http://schemas.microsoft.com/office/drawing/2014/main" id="{B0DBD7E9-8192-2C64-D3C8-3CAE92F261E2}"/>
                  </a:ext>
                </a:extLst>
              </p:cNvPr>
              <p:cNvSpPr/>
              <p:nvPr/>
            </p:nvSpPr>
            <p:spPr>
              <a:xfrm>
                <a:off x="607660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0" name="Freeform 47759">
                <a:extLst>
                  <a:ext uri="{FF2B5EF4-FFF2-40B4-BE49-F238E27FC236}">
                    <a16:creationId xmlns:a16="http://schemas.microsoft.com/office/drawing/2014/main" id="{45F05763-2F91-7425-F071-00A8573AAA24}"/>
                  </a:ext>
                </a:extLst>
              </p:cNvPr>
              <p:cNvSpPr/>
              <p:nvPr/>
            </p:nvSpPr>
            <p:spPr>
              <a:xfrm>
                <a:off x="607710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1" name="Freeform 47760">
                <a:extLst>
                  <a:ext uri="{FF2B5EF4-FFF2-40B4-BE49-F238E27FC236}">
                    <a16:creationId xmlns:a16="http://schemas.microsoft.com/office/drawing/2014/main" id="{7A3B3BD2-23DC-3FDE-5D1C-A3078D40CB37}"/>
                  </a:ext>
                </a:extLst>
              </p:cNvPr>
              <p:cNvSpPr/>
              <p:nvPr/>
            </p:nvSpPr>
            <p:spPr>
              <a:xfrm>
                <a:off x="607759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2" name="Freeform 47761">
                <a:extLst>
                  <a:ext uri="{FF2B5EF4-FFF2-40B4-BE49-F238E27FC236}">
                    <a16:creationId xmlns:a16="http://schemas.microsoft.com/office/drawing/2014/main" id="{F41B1DE9-F356-19CD-17AD-2EA8BB59DDDC}"/>
                  </a:ext>
                </a:extLst>
              </p:cNvPr>
              <p:cNvSpPr/>
              <p:nvPr/>
            </p:nvSpPr>
            <p:spPr>
              <a:xfrm>
                <a:off x="60781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3" name="Freeform 47762">
                <a:extLst>
                  <a:ext uri="{FF2B5EF4-FFF2-40B4-BE49-F238E27FC236}">
                    <a16:creationId xmlns:a16="http://schemas.microsoft.com/office/drawing/2014/main" id="{8970586A-617D-6DB7-B614-4D8672244130}"/>
                  </a:ext>
                </a:extLst>
              </p:cNvPr>
              <p:cNvSpPr/>
              <p:nvPr/>
            </p:nvSpPr>
            <p:spPr>
              <a:xfrm>
                <a:off x="60786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4" name="Freeform 47763">
                <a:extLst>
                  <a:ext uri="{FF2B5EF4-FFF2-40B4-BE49-F238E27FC236}">
                    <a16:creationId xmlns:a16="http://schemas.microsoft.com/office/drawing/2014/main" id="{E080A7CD-D6C3-4AAA-9F69-51E6589C4C17}"/>
                  </a:ext>
                </a:extLst>
              </p:cNvPr>
              <p:cNvSpPr/>
              <p:nvPr/>
            </p:nvSpPr>
            <p:spPr>
              <a:xfrm>
                <a:off x="60791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5" name="Freeform 47764">
                <a:extLst>
                  <a:ext uri="{FF2B5EF4-FFF2-40B4-BE49-F238E27FC236}">
                    <a16:creationId xmlns:a16="http://schemas.microsoft.com/office/drawing/2014/main" id="{21E4C4AA-AC36-DAA6-17FA-93AE76126509}"/>
                  </a:ext>
                </a:extLst>
              </p:cNvPr>
              <p:cNvSpPr/>
              <p:nvPr/>
            </p:nvSpPr>
            <p:spPr>
              <a:xfrm>
                <a:off x="60797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6" name="Freeform 47765">
                <a:extLst>
                  <a:ext uri="{FF2B5EF4-FFF2-40B4-BE49-F238E27FC236}">
                    <a16:creationId xmlns:a16="http://schemas.microsoft.com/office/drawing/2014/main" id="{3A02F7A3-7952-12AF-B884-4B16367F08ED}"/>
                  </a:ext>
                </a:extLst>
              </p:cNvPr>
              <p:cNvSpPr/>
              <p:nvPr/>
            </p:nvSpPr>
            <p:spPr>
              <a:xfrm>
                <a:off x="60802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7" name="Freeform 47766">
                <a:extLst>
                  <a:ext uri="{FF2B5EF4-FFF2-40B4-BE49-F238E27FC236}">
                    <a16:creationId xmlns:a16="http://schemas.microsoft.com/office/drawing/2014/main" id="{92031E1E-E913-7CE9-AB0A-FA0A21F0019C}"/>
                  </a:ext>
                </a:extLst>
              </p:cNvPr>
              <p:cNvSpPr/>
              <p:nvPr/>
            </p:nvSpPr>
            <p:spPr>
              <a:xfrm>
                <a:off x="608077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8" name="Freeform 47767">
                <a:extLst>
                  <a:ext uri="{FF2B5EF4-FFF2-40B4-BE49-F238E27FC236}">
                    <a16:creationId xmlns:a16="http://schemas.microsoft.com/office/drawing/2014/main" id="{76053EAF-49BD-D986-38D7-3E0A488BFBC8}"/>
                  </a:ext>
                </a:extLst>
              </p:cNvPr>
              <p:cNvSpPr/>
              <p:nvPr/>
            </p:nvSpPr>
            <p:spPr>
              <a:xfrm>
                <a:off x="60813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69" name="Freeform 47768">
                <a:extLst>
                  <a:ext uri="{FF2B5EF4-FFF2-40B4-BE49-F238E27FC236}">
                    <a16:creationId xmlns:a16="http://schemas.microsoft.com/office/drawing/2014/main" id="{87A49A41-563C-8AC5-9145-E24BC93FFE06}"/>
                  </a:ext>
                </a:extLst>
              </p:cNvPr>
              <p:cNvSpPr/>
              <p:nvPr/>
            </p:nvSpPr>
            <p:spPr>
              <a:xfrm>
                <a:off x="60818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0" name="Freeform 47769">
                <a:extLst>
                  <a:ext uri="{FF2B5EF4-FFF2-40B4-BE49-F238E27FC236}">
                    <a16:creationId xmlns:a16="http://schemas.microsoft.com/office/drawing/2014/main" id="{287037EE-D45E-3F1D-F96E-811519BDDB48}"/>
                  </a:ext>
                </a:extLst>
              </p:cNvPr>
              <p:cNvSpPr/>
              <p:nvPr/>
            </p:nvSpPr>
            <p:spPr>
              <a:xfrm>
                <a:off x="60823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1" name="Freeform 47770">
                <a:extLst>
                  <a:ext uri="{FF2B5EF4-FFF2-40B4-BE49-F238E27FC236}">
                    <a16:creationId xmlns:a16="http://schemas.microsoft.com/office/drawing/2014/main" id="{40AB6D8F-37CD-87F9-B547-5225BA96FF75}"/>
                  </a:ext>
                </a:extLst>
              </p:cNvPr>
              <p:cNvSpPr/>
              <p:nvPr/>
            </p:nvSpPr>
            <p:spPr>
              <a:xfrm>
                <a:off x="60829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2" name="Freeform 47771">
                <a:extLst>
                  <a:ext uri="{FF2B5EF4-FFF2-40B4-BE49-F238E27FC236}">
                    <a16:creationId xmlns:a16="http://schemas.microsoft.com/office/drawing/2014/main" id="{864B5063-8CE4-5F08-3A8A-4EDD20E780C1}"/>
                  </a:ext>
                </a:extLst>
              </p:cNvPr>
              <p:cNvSpPr/>
              <p:nvPr/>
            </p:nvSpPr>
            <p:spPr>
              <a:xfrm>
                <a:off x="60834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3" name="Freeform 47772">
                <a:extLst>
                  <a:ext uri="{FF2B5EF4-FFF2-40B4-BE49-F238E27FC236}">
                    <a16:creationId xmlns:a16="http://schemas.microsoft.com/office/drawing/2014/main" id="{DB93CD63-C2FC-0BEE-1B59-7591DFDDC686}"/>
                  </a:ext>
                </a:extLst>
              </p:cNvPr>
              <p:cNvSpPr/>
              <p:nvPr/>
            </p:nvSpPr>
            <p:spPr>
              <a:xfrm>
                <a:off x="60839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4" name="Freeform 47773">
                <a:extLst>
                  <a:ext uri="{FF2B5EF4-FFF2-40B4-BE49-F238E27FC236}">
                    <a16:creationId xmlns:a16="http://schemas.microsoft.com/office/drawing/2014/main" id="{7D0D8B2D-6EAE-29F6-AE78-1104FBA7DF16}"/>
                  </a:ext>
                </a:extLst>
              </p:cNvPr>
              <p:cNvSpPr/>
              <p:nvPr/>
            </p:nvSpPr>
            <p:spPr>
              <a:xfrm>
                <a:off x="608454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5" name="Freeform 47774">
                <a:extLst>
                  <a:ext uri="{FF2B5EF4-FFF2-40B4-BE49-F238E27FC236}">
                    <a16:creationId xmlns:a16="http://schemas.microsoft.com/office/drawing/2014/main" id="{3175AEE9-785A-6D1B-A8D7-213214067A9B}"/>
                  </a:ext>
                </a:extLst>
              </p:cNvPr>
              <p:cNvSpPr/>
              <p:nvPr/>
            </p:nvSpPr>
            <p:spPr>
              <a:xfrm>
                <a:off x="608503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6" name="Freeform 47775">
                <a:extLst>
                  <a:ext uri="{FF2B5EF4-FFF2-40B4-BE49-F238E27FC236}">
                    <a16:creationId xmlns:a16="http://schemas.microsoft.com/office/drawing/2014/main" id="{0F12A2AB-9082-DE4A-A70B-E797B7AEDE02}"/>
                  </a:ext>
                </a:extLst>
              </p:cNvPr>
              <p:cNvSpPr/>
              <p:nvPr/>
            </p:nvSpPr>
            <p:spPr>
              <a:xfrm>
                <a:off x="6085534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7" name="Freeform 47776">
                <a:extLst>
                  <a:ext uri="{FF2B5EF4-FFF2-40B4-BE49-F238E27FC236}">
                    <a16:creationId xmlns:a16="http://schemas.microsoft.com/office/drawing/2014/main" id="{BBF8083E-B13A-1AD4-4288-66AE72ECEA1E}"/>
                  </a:ext>
                </a:extLst>
              </p:cNvPr>
              <p:cNvSpPr/>
              <p:nvPr/>
            </p:nvSpPr>
            <p:spPr>
              <a:xfrm>
                <a:off x="6086030" y="595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8" name="Freeform 47777">
                <a:extLst>
                  <a:ext uri="{FF2B5EF4-FFF2-40B4-BE49-F238E27FC236}">
                    <a16:creationId xmlns:a16="http://schemas.microsoft.com/office/drawing/2014/main" id="{22DE99BC-4682-F0E9-E4D8-047FEE27640D}"/>
                  </a:ext>
                </a:extLst>
              </p:cNvPr>
              <p:cNvSpPr/>
              <p:nvPr/>
            </p:nvSpPr>
            <p:spPr>
              <a:xfrm>
                <a:off x="6086626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79" name="Freeform 47778">
                <a:extLst>
                  <a:ext uri="{FF2B5EF4-FFF2-40B4-BE49-F238E27FC236}">
                    <a16:creationId xmlns:a16="http://schemas.microsoft.com/office/drawing/2014/main" id="{D6B5DBC4-9550-8D3B-11B9-47D27F97B26D}"/>
                  </a:ext>
                </a:extLst>
              </p:cNvPr>
              <p:cNvSpPr/>
              <p:nvPr/>
            </p:nvSpPr>
            <p:spPr>
              <a:xfrm>
                <a:off x="6087122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0" name="Freeform 47779">
                <a:extLst>
                  <a:ext uri="{FF2B5EF4-FFF2-40B4-BE49-F238E27FC236}">
                    <a16:creationId xmlns:a16="http://schemas.microsoft.com/office/drawing/2014/main" id="{FE6A1BE5-DB38-8C63-7BB3-DBB34E16BBA6}"/>
                  </a:ext>
                </a:extLst>
              </p:cNvPr>
              <p:cNvSpPr/>
              <p:nvPr/>
            </p:nvSpPr>
            <p:spPr>
              <a:xfrm>
                <a:off x="6087618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1" name="Freeform 47780">
                <a:extLst>
                  <a:ext uri="{FF2B5EF4-FFF2-40B4-BE49-F238E27FC236}">
                    <a16:creationId xmlns:a16="http://schemas.microsoft.com/office/drawing/2014/main" id="{BADF41EE-89E2-E2C7-65CE-41FDE663C0FF}"/>
                  </a:ext>
                </a:extLst>
              </p:cNvPr>
              <p:cNvSpPr/>
              <p:nvPr/>
            </p:nvSpPr>
            <p:spPr>
              <a:xfrm>
                <a:off x="6088213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2" name="Freeform 47781">
                <a:extLst>
                  <a:ext uri="{FF2B5EF4-FFF2-40B4-BE49-F238E27FC236}">
                    <a16:creationId xmlns:a16="http://schemas.microsoft.com/office/drawing/2014/main" id="{A6B23FE8-C576-A971-0B03-12A7753B9A13}"/>
                  </a:ext>
                </a:extLst>
              </p:cNvPr>
              <p:cNvSpPr/>
              <p:nvPr/>
            </p:nvSpPr>
            <p:spPr>
              <a:xfrm>
                <a:off x="6088709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3" name="Freeform 47782">
                <a:extLst>
                  <a:ext uri="{FF2B5EF4-FFF2-40B4-BE49-F238E27FC236}">
                    <a16:creationId xmlns:a16="http://schemas.microsoft.com/office/drawing/2014/main" id="{269144A6-C285-608E-928C-E39A6802D8D0}"/>
                  </a:ext>
                </a:extLst>
              </p:cNvPr>
              <p:cNvSpPr/>
              <p:nvPr/>
            </p:nvSpPr>
            <p:spPr>
              <a:xfrm>
                <a:off x="6089205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4" name="Freeform 47783">
                <a:extLst>
                  <a:ext uri="{FF2B5EF4-FFF2-40B4-BE49-F238E27FC236}">
                    <a16:creationId xmlns:a16="http://schemas.microsoft.com/office/drawing/2014/main" id="{414BA01A-29A9-0E9B-DFA1-5544E9D11E5D}"/>
                  </a:ext>
                </a:extLst>
              </p:cNvPr>
              <p:cNvSpPr/>
              <p:nvPr/>
            </p:nvSpPr>
            <p:spPr>
              <a:xfrm>
                <a:off x="6089801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5" name="Freeform 47784">
                <a:extLst>
                  <a:ext uri="{FF2B5EF4-FFF2-40B4-BE49-F238E27FC236}">
                    <a16:creationId xmlns:a16="http://schemas.microsoft.com/office/drawing/2014/main" id="{A3AE3534-6A78-9A21-23FF-59AE5F2BA6C3}"/>
                  </a:ext>
                </a:extLst>
              </p:cNvPr>
              <p:cNvSpPr/>
              <p:nvPr/>
            </p:nvSpPr>
            <p:spPr>
              <a:xfrm>
                <a:off x="6090297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6" name="Freeform 47785">
                <a:extLst>
                  <a:ext uri="{FF2B5EF4-FFF2-40B4-BE49-F238E27FC236}">
                    <a16:creationId xmlns:a16="http://schemas.microsoft.com/office/drawing/2014/main" id="{D9119EEB-ED45-3E2C-BB37-F0ABF1E6844D}"/>
                  </a:ext>
                </a:extLst>
              </p:cNvPr>
              <p:cNvSpPr/>
              <p:nvPr/>
            </p:nvSpPr>
            <p:spPr>
              <a:xfrm>
                <a:off x="6090793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7" name="Freeform 47786">
                <a:extLst>
                  <a:ext uri="{FF2B5EF4-FFF2-40B4-BE49-F238E27FC236}">
                    <a16:creationId xmlns:a16="http://schemas.microsoft.com/office/drawing/2014/main" id="{25281560-96CB-96C8-D75D-DD4677747C95}"/>
                  </a:ext>
                </a:extLst>
              </p:cNvPr>
              <p:cNvSpPr/>
              <p:nvPr/>
            </p:nvSpPr>
            <p:spPr>
              <a:xfrm>
                <a:off x="60913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8" name="Freeform 47787">
                <a:extLst>
                  <a:ext uri="{FF2B5EF4-FFF2-40B4-BE49-F238E27FC236}">
                    <a16:creationId xmlns:a16="http://schemas.microsoft.com/office/drawing/2014/main" id="{AD5B3D42-7FDC-2F13-DA7F-487CDAE92830}"/>
                  </a:ext>
                </a:extLst>
              </p:cNvPr>
              <p:cNvSpPr/>
              <p:nvPr/>
            </p:nvSpPr>
            <p:spPr>
              <a:xfrm>
                <a:off x="60918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89" name="Freeform 47788">
                <a:extLst>
                  <a:ext uri="{FF2B5EF4-FFF2-40B4-BE49-F238E27FC236}">
                    <a16:creationId xmlns:a16="http://schemas.microsoft.com/office/drawing/2014/main" id="{781B65DC-2CE8-8BC7-C199-6D9DF701B786}"/>
                  </a:ext>
                </a:extLst>
              </p:cNvPr>
              <p:cNvSpPr/>
              <p:nvPr/>
            </p:nvSpPr>
            <p:spPr>
              <a:xfrm>
                <a:off x="60923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0" name="Freeform 47789">
                <a:extLst>
                  <a:ext uri="{FF2B5EF4-FFF2-40B4-BE49-F238E27FC236}">
                    <a16:creationId xmlns:a16="http://schemas.microsoft.com/office/drawing/2014/main" id="{64B1737F-F678-9BEC-7F15-140254E3F44C}"/>
                  </a:ext>
                </a:extLst>
              </p:cNvPr>
              <p:cNvSpPr/>
              <p:nvPr/>
            </p:nvSpPr>
            <p:spPr>
              <a:xfrm>
                <a:off x="60929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1" name="Freeform 47790">
                <a:extLst>
                  <a:ext uri="{FF2B5EF4-FFF2-40B4-BE49-F238E27FC236}">
                    <a16:creationId xmlns:a16="http://schemas.microsoft.com/office/drawing/2014/main" id="{5E992120-7B53-17CD-F8CA-D90F8EDF75AE}"/>
                  </a:ext>
                </a:extLst>
              </p:cNvPr>
              <p:cNvSpPr/>
              <p:nvPr/>
            </p:nvSpPr>
            <p:spPr>
              <a:xfrm>
                <a:off x="609347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2" name="Freeform 47791">
                <a:extLst>
                  <a:ext uri="{FF2B5EF4-FFF2-40B4-BE49-F238E27FC236}">
                    <a16:creationId xmlns:a16="http://schemas.microsoft.com/office/drawing/2014/main" id="{8E0DEC3C-C544-C877-6B7E-3890BA0F3EDC}"/>
                  </a:ext>
                </a:extLst>
              </p:cNvPr>
              <p:cNvSpPr/>
              <p:nvPr/>
            </p:nvSpPr>
            <p:spPr>
              <a:xfrm>
                <a:off x="609396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3" name="Freeform 47792">
                <a:extLst>
                  <a:ext uri="{FF2B5EF4-FFF2-40B4-BE49-F238E27FC236}">
                    <a16:creationId xmlns:a16="http://schemas.microsoft.com/office/drawing/2014/main" id="{CB75D211-679A-2115-297F-8C9E74569C48}"/>
                  </a:ext>
                </a:extLst>
              </p:cNvPr>
              <p:cNvSpPr/>
              <p:nvPr/>
            </p:nvSpPr>
            <p:spPr>
              <a:xfrm>
                <a:off x="60945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4" name="Freeform 47793">
                <a:extLst>
                  <a:ext uri="{FF2B5EF4-FFF2-40B4-BE49-F238E27FC236}">
                    <a16:creationId xmlns:a16="http://schemas.microsoft.com/office/drawing/2014/main" id="{F0AAFAF0-26AD-92A5-6455-8AA7E545329E}"/>
                  </a:ext>
                </a:extLst>
              </p:cNvPr>
              <p:cNvSpPr/>
              <p:nvPr/>
            </p:nvSpPr>
            <p:spPr>
              <a:xfrm>
                <a:off x="60950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5" name="Freeform 47794">
                <a:extLst>
                  <a:ext uri="{FF2B5EF4-FFF2-40B4-BE49-F238E27FC236}">
                    <a16:creationId xmlns:a16="http://schemas.microsoft.com/office/drawing/2014/main" id="{8311018B-5C8A-7FA2-D45D-63397364F2F7}"/>
                  </a:ext>
                </a:extLst>
              </p:cNvPr>
              <p:cNvSpPr/>
              <p:nvPr/>
            </p:nvSpPr>
            <p:spPr>
              <a:xfrm>
                <a:off x="60955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6" name="Freeform 47795">
                <a:extLst>
                  <a:ext uri="{FF2B5EF4-FFF2-40B4-BE49-F238E27FC236}">
                    <a16:creationId xmlns:a16="http://schemas.microsoft.com/office/drawing/2014/main" id="{826CE95A-4CB3-A98D-0712-86A7B5656AB0}"/>
                  </a:ext>
                </a:extLst>
              </p:cNvPr>
              <p:cNvSpPr/>
              <p:nvPr/>
            </p:nvSpPr>
            <p:spPr>
              <a:xfrm>
                <a:off x="60961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7" name="Freeform 47796">
                <a:extLst>
                  <a:ext uri="{FF2B5EF4-FFF2-40B4-BE49-F238E27FC236}">
                    <a16:creationId xmlns:a16="http://schemas.microsoft.com/office/drawing/2014/main" id="{29AB8CA5-D09B-A4E8-93BF-A02F47A968AF}"/>
                  </a:ext>
                </a:extLst>
              </p:cNvPr>
              <p:cNvSpPr/>
              <p:nvPr/>
            </p:nvSpPr>
            <p:spPr>
              <a:xfrm>
                <a:off x="60966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8" name="Freeform 47797">
                <a:extLst>
                  <a:ext uri="{FF2B5EF4-FFF2-40B4-BE49-F238E27FC236}">
                    <a16:creationId xmlns:a16="http://schemas.microsoft.com/office/drawing/2014/main" id="{0FB689CD-A585-B735-5FB7-A6C9CA4F3F6A}"/>
                  </a:ext>
                </a:extLst>
              </p:cNvPr>
              <p:cNvSpPr/>
              <p:nvPr/>
            </p:nvSpPr>
            <p:spPr>
              <a:xfrm>
                <a:off x="609714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99" name="Freeform 47798">
                <a:extLst>
                  <a:ext uri="{FF2B5EF4-FFF2-40B4-BE49-F238E27FC236}">
                    <a16:creationId xmlns:a16="http://schemas.microsoft.com/office/drawing/2014/main" id="{3EAAB866-586A-7148-28FA-81623A133FBC}"/>
                  </a:ext>
                </a:extLst>
              </p:cNvPr>
              <p:cNvSpPr/>
              <p:nvPr/>
            </p:nvSpPr>
            <p:spPr>
              <a:xfrm>
                <a:off x="6097639" y="6041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0" name="Freeform 47799">
                <a:extLst>
                  <a:ext uri="{FF2B5EF4-FFF2-40B4-BE49-F238E27FC236}">
                    <a16:creationId xmlns:a16="http://schemas.microsoft.com/office/drawing/2014/main" id="{49567C5E-1B73-9881-A6E7-D48CC80B76F8}"/>
                  </a:ext>
                </a:extLst>
              </p:cNvPr>
              <p:cNvSpPr/>
              <p:nvPr/>
            </p:nvSpPr>
            <p:spPr>
              <a:xfrm>
                <a:off x="6098234" y="5761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1" name="Freeform 47800">
                <a:extLst>
                  <a:ext uri="{FF2B5EF4-FFF2-40B4-BE49-F238E27FC236}">
                    <a16:creationId xmlns:a16="http://schemas.microsoft.com/office/drawing/2014/main" id="{5CD75183-F75E-9983-337A-B7D66737783E}"/>
                  </a:ext>
                </a:extLst>
              </p:cNvPr>
              <p:cNvSpPr/>
              <p:nvPr/>
            </p:nvSpPr>
            <p:spPr>
              <a:xfrm>
                <a:off x="6098730" y="5748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2" name="Freeform 47801">
                <a:extLst>
                  <a:ext uri="{FF2B5EF4-FFF2-40B4-BE49-F238E27FC236}">
                    <a16:creationId xmlns:a16="http://schemas.microsoft.com/office/drawing/2014/main" id="{FED62862-CAB9-300F-3EDC-86B7A855C3A6}"/>
                  </a:ext>
                </a:extLst>
              </p:cNvPr>
              <p:cNvSpPr/>
              <p:nvPr/>
            </p:nvSpPr>
            <p:spPr>
              <a:xfrm>
                <a:off x="6099227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3" name="Freeform 47802">
                <a:extLst>
                  <a:ext uri="{FF2B5EF4-FFF2-40B4-BE49-F238E27FC236}">
                    <a16:creationId xmlns:a16="http://schemas.microsoft.com/office/drawing/2014/main" id="{9BDA9BAE-E9E3-A396-28E7-C64194F7B2D1}"/>
                  </a:ext>
                </a:extLst>
              </p:cNvPr>
              <p:cNvSpPr/>
              <p:nvPr/>
            </p:nvSpPr>
            <p:spPr>
              <a:xfrm>
                <a:off x="6099822" y="582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4" name="Freeform 47803">
                <a:extLst>
                  <a:ext uri="{FF2B5EF4-FFF2-40B4-BE49-F238E27FC236}">
                    <a16:creationId xmlns:a16="http://schemas.microsoft.com/office/drawing/2014/main" id="{3E13EA7D-F918-2DB1-12E2-07F6A0EE43F3}"/>
                  </a:ext>
                </a:extLst>
              </p:cNvPr>
              <p:cNvSpPr/>
              <p:nvPr/>
            </p:nvSpPr>
            <p:spPr>
              <a:xfrm>
                <a:off x="6100318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5" name="Freeform 47804">
                <a:extLst>
                  <a:ext uri="{FF2B5EF4-FFF2-40B4-BE49-F238E27FC236}">
                    <a16:creationId xmlns:a16="http://schemas.microsoft.com/office/drawing/2014/main" id="{BCD0CE0D-7654-775C-C71A-C8D92D8B0E7B}"/>
                  </a:ext>
                </a:extLst>
              </p:cNvPr>
              <p:cNvSpPr/>
              <p:nvPr/>
            </p:nvSpPr>
            <p:spPr>
              <a:xfrm>
                <a:off x="6100814" y="593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6" name="Freeform 47805">
                <a:extLst>
                  <a:ext uri="{FF2B5EF4-FFF2-40B4-BE49-F238E27FC236}">
                    <a16:creationId xmlns:a16="http://schemas.microsoft.com/office/drawing/2014/main" id="{FD02AA22-B9A9-3394-C583-BE1388F9CB85}"/>
                  </a:ext>
                </a:extLst>
              </p:cNvPr>
              <p:cNvSpPr/>
              <p:nvPr/>
            </p:nvSpPr>
            <p:spPr>
              <a:xfrm>
                <a:off x="6101409" y="6032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7" name="Freeform 47806">
                <a:extLst>
                  <a:ext uri="{FF2B5EF4-FFF2-40B4-BE49-F238E27FC236}">
                    <a16:creationId xmlns:a16="http://schemas.microsoft.com/office/drawing/2014/main" id="{8C368568-C20F-C81A-E83A-AE7A831A12BB}"/>
                  </a:ext>
                </a:extLst>
              </p:cNvPr>
              <p:cNvSpPr/>
              <p:nvPr/>
            </p:nvSpPr>
            <p:spPr>
              <a:xfrm>
                <a:off x="6101905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8" name="Freeform 47807">
                <a:extLst>
                  <a:ext uri="{FF2B5EF4-FFF2-40B4-BE49-F238E27FC236}">
                    <a16:creationId xmlns:a16="http://schemas.microsoft.com/office/drawing/2014/main" id="{807F3CA2-987E-3B7D-044E-2F0AD530D7AD}"/>
                  </a:ext>
                </a:extLst>
              </p:cNvPr>
              <p:cNvSpPr/>
              <p:nvPr/>
            </p:nvSpPr>
            <p:spPr>
              <a:xfrm>
                <a:off x="6102402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09" name="Freeform 47808">
                <a:extLst>
                  <a:ext uri="{FF2B5EF4-FFF2-40B4-BE49-F238E27FC236}">
                    <a16:creationId xmlns:a16="http://schemas.microsoft.com/office/drawing/2014/main" id="{CD41A727-E9C5-640D-B091-E8368037AF69}"/>
                  </a:ext>
                </a:extLst>
              </p:cNvPr>
              <p:cNvSpPr/>
              <p:nvPr/>
            </p:nvSpPr>
            <p:spPr>
              <a:xfrm>
                <a:off x="6102997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0" name="Freeform 47809">
                <a:extLst>
                  <a:ext uri="{FF2B5EF4-FFF2-40B4-BE49-F238E27FC236}">
                    <a16:creationId xmlns:a16="http://schemas.microsoft.com/office/drawing/2014/main" id="{F2B4C32A-D2B7-AE40-F3EB-6BDC0D73A0A7}"/>
                  </a:ext>
                </a:extLst>
              </p:cNvPr>
              <p:cNvSpPr/>
              <p:nvPr/>
            </p:nvSpPr>
            <p:spPr>
              <a:xfrm>
                <a:off x="6103493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1" name="Freeform 47810">
                <a:extLst>
                  <a:ext uri="{FF2B5EF4-FFF2-40B4-BE49-F238E27FC236}">
                    <a16:creationId xmlns:a16="http://schemas.microsoft.com/office/drawing/2014/main" id="{E63B609A-A0FD-D33B-D479-52331EBD8A1D}"/>
                  </a:ext>
                </a:extLst>
              </p:cNvPr>
              <p:cNvSpPr/>
              <p:nvPr/>
            </p:nvSpPr>
            <p:spPr>
              <a:xfrm>
                <a:off x="610398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2" name="Freeform 47811">
                <a:extLst>
                  <a:ext uri="{FF2B5EF4-FFF2-40B4-BE49-F238E27FC236}">
                    <a16:creationId xmlns:a16="http://schemas.microsoft.com/office/drawing/2014/main" id="{FA55372E-D472-9E6D-6AE2-76BF67390B88}"/>
                  </a:ext>
                </a:extLst>
              </p:cNvPr>
              <p:cNvSpPr/>
              <p:nvPr/>
            </p:nvSpPr>
            <p:spPr>
              <a:xfrm>
                <a:off x="61045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3" name="Freeform 47812">
                <a:extLst>
                  <a:ext uri="{FF2B5EF4-FFF2-40B4-BE49-F238E27FC236}">
                    <a16:creationId xmlns:a16="http://schemas.microsoft.com/office/drawing/2014/main" id="{A631D7B9-7157-6170-CE19-5C0AD1CD0435}"/>
                  </a:ext>
                </a:extLst>
              </p:cNvPr>
              <p:cNvSpPr/>
              <p:nvPr/>
            </p:nvSpPr>
            <p:spPr>
              <a:xfrm>
                <a:off x="61050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4" name="Freeform 47813">
                <a:extLst>
                  <a:ext uri="{FF2B5EF4-FFF2-40B4-BE49-F238E27FC236}">
                    <a16:creationId xmlns:a16="http://schemas.microsoft.com/office/drawing/2014/main" id="{76AC7C9A-5340-6AF3-D22B-EAEE88C5057E}"/>
                  </a:ext>
                </a:extLst>
              </p:cNvPr>
              <p:cNvSpPr/>
              <p:nvPr/>
            </p:nvSpPr>
            <p:spPr>
              <a:xfrm>
                <a:off x="61055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5" name="Freeform 47814">
                <a:extLst>
                  <a:ext uri="{FF2B5EF4-FFF2-40B4-BE49-F238E27FC236}">
                    <a16:creationId xmlns:a16="http://schemas.microsoft.com/office/drawing/2014/main" id="{8FE52C16-635B-A829-88A8-2D22AF6BA179}"/>
                  </a:ext>
                </a:extLst>
              </p:cNvPr>
              <p:cNvSpPr/>
              <p:nvPr/>
            </p:nvSpPr>
            <p:spPr>
              <a:xfrm>
                <a:off x="61061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6" name="Freeform 47815">
                <a:extLst>
                  <a:ext uri="{FF2B5EF4-FFF2-40B4-BE49-F238E27FC236}">
                    <a16:creationId xmlns:a16="http://schemas.microsoft.com/office/drawing/2014/main" id="{6557AA13-EC06-C192-B320-5B9ACCE4A283}"/>
                  </a:ext>
                </a:extLst>
              </p:cNvPr>
              <p:cNvSpPr/>
              <p:nvPr/>
            </p:nvSpPr>
            <p:spPr>
              <a:xfrm>
                <a:off x="61066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7" name="Freeform 47816">
                <a:extLst>
                  <a:ext uri="{FF2B5EF4-FFF2-40B4-BE49-F238E27FC236}">
                    <a16:creationId xmlns:a16="http://schemas.microsoft.com/office/drawing/2014/main" id="{7A2AE333-57F5-5CD5-1544-F76EA0163560}"/>
                  </a:ext>
                </a:extLst>
              </p:cNvPr>
              <p:cNvSpPr/>
              <p:nvPr/>
            </p:nvSpPr>
            <p:spPr>
              <a:xfrm>
                <a:off x="61071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8" name="Freeform 47817">
                <a:extLst>
                  <a:ext uri="{FF2B5EF4-FFF2-40B4-BE49-F238E27FC236}">
                    <a16:creationId xmlns:a16="http://schemas.microsoft.com/office/drawing/2014/main" id="{32F15B54-5FE4-8D87-3462-1899E05EDCE1}"/>
                  </a:ext>
                </a:extLst>
              </p:cNvPr>
              <p:cNvSpPr/>
              <p:nvPr/>
            </p:nvSpPr>
            <p:spPr>
              <a:xfrm>
                <a:off x="61077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19" name="Freeform 47818">
                <a:extLst>
                  <a:ext uri="{FF2B5EF4-FFF2-40B4-BE49-F238E27FC236}">
                    <a16:creationId xmlns:a16="http://schemas.microsoft.com/office/drawing/2014/main" id="{B41B4875-9D15-94CB-FE49-6115B35B6768}"/>
                  </a:ext>
                </a:extLst>
              </p:cNvPr>
              <p:cNvSpPr/>
              <p:nvPr/>
            </p:nvSpPr>
            <p:spPr>
              <a:xfrm>
                <a:off x="61082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0" name="Freeform 47819">
                <a:extLst>
                  <a:ext uri="{FF2B5EF4-FFF2-40B4-BE49-F238E27FC236}">
                    <a16:creationId xmlns:a16="http://schemas.microsoft.com/office/drawing/2014/main" id="{7BA91B59-3A87-558F-0D72-BC877BB2CEDA}"/>
                  </a:ext>
                </a:extLst>
              </p:cNvPr>
              <p:cNvSpPr/>
              <p:nvPr/>
            </p:nvSpPr>
            <p:spPr>
              <a:xfrm>
                <a:off x="61087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1" name="Freeform 47820">
                <a:extLst>
                  <a:ext uri="{FF2B5EF4-FFF2-40B4-BE49-F238E27FC236}">
                    <a16:creationId xmlns:a16="http://schemas.microsoft.com/office/drawing/2014/main" id="{E9EEBD97-755E-C6A8-D774-CEDC389DE7AA}"/>
                  </a:ext>
                </a:extLst>
              </p:cNvPr>
              <p:cNvSpPr/>
              <p:nvPr/>
            </p:nvSpPr>
            <p:spPr>
              <a:xfrm>
                <a:off x="610934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2" name="Freeform 47821">
                <a:extLst>
                  <a:ext uri="{FF2B5EF4-FFF2-40B4-BE49-F238E27FC236}">
                    <a16:creationId xmlns:a16="http://schemas.microsoft.com/office/drawing/2014/main" id="{CA4D234B-26C0-BD48-240E-8CA4FFB8D599}"/>
                  </a:ext>
                </a:extLst>
              </p:cNvPr>
              <p:cNvSpPr/>
              <p:nvPr/>
            </p:nvSpPr>
            <p:spPr>
              <a:xfrm>
                <a:off x="610984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3" name="Freeform 47822">
                <a:extLst>
                  <a:ext uri="{FF2B5EF4-FFF2-40B4-BE49-F238E27FC236}">
                    <a16:creationId xmlns:a16="http://schemas.microsoft.com/office/drawing/2014/main" id="{7D46631F-9CD1-AACA-C329-46A5CDC744EC}"/>
                  </a:ext>
                </a:extLst>
              </p:cNvPr>
              <p:cNvSpPr/>
              <p:nvPr/>
            </p:nvSpPr>
            <p:spPr>
              <a:xfrm>
                <a:off x="611033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4" name="Freeform 47823">
                <a:extLst>
                  <a:ext uri="{FF2B5EF4-FFF2-40B4-BE49-F238E27FC236}">
                    <a16:creationId xmlns:a16="http://schemas.microsoft.com/office/drawing/2014/main" id="{60DA2581-8CAC-5BE7-EF17-CED67ADA0FA8}"/>
                  </a:ext>
                </a:extLst>
              </p:cNvPr>
              <p:cNvSpPr/>
              <p:nvPr/>
            </p:nvSpPr>
            <p:spPr>
              <a:xfrm>
                <a:off x="6110835" y="5846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5" name="Freeform 47824">
                <a:extLst>
                  <a:ext uri="{FF2B5EF4-FFF2-40B4-BE49-F238E27FC236}">
                    <a16:creationId xmlns:a16="http://schemas.microsoft.com/office/drawing/2014/main" id="{F097B470-729D-3421-A57F-76E6DC591BEF}"/>
                  </a:ext>
                </a:extLst>
              </p:cNvPr>
              <p:cNvSpPr/>
              <p:nvPr/>
            </p:nvSpPr>
            <p:spPr>
              <a:xfrm>
                <a:off x="6111430" y="5832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6" name="Freeform 47825">
                <a:extLst>
                  <a:ext uri="{FF2B5EF4-FFF2-40B4-BE49-F238E27FC236}">
                    <a16:creationId xmlns:a16="http://schemas.microsoft.com/office/drawing/2014/main" id="{D1CF836E-CD01-4E60-1AA0-F998A7A8CC2B}"/>
                  </a:ext>
                </a:extLst>
              </p:cNvPr>
              <p:cNvSpPr/>
              <p:nvPr/>
            </p:nvSpPr>
            <p:spPr>
              <a:xfrm>
                <a:off x="6111927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7" name="Freeform 47826">
                <a:extLst>
                  <a:ext uri="{FF2B5EF4-FFF2-40B4-BE49-F238E27FC236}">
                    <a16:creationId xmlns:a16="http://schemas.microsoft.com/office/drawing/2014/main" id="{57BCFC6E-4959-3372-36D3-4A5CBA2C5AB5}"/>
                  </a:ext>
                </a:extLst>
              </p:cNvPr>
              <p:cNvSpPr/>
              <p:nvPr/>
            </p:nvSpPr>
            <p:spPr>
              <a:xfrm>
                <a:off x="6112423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8" name="Freeform 47827">
                <a:extLst>
                  <a:ext uri="{FF2B5EF4-FFF2-40B4-BE49-F238E27FC236}">
                    <a16:creationId xmlns:a16="http://schemas.microsoft.com/office/drawing/2014/main" id="{7A5BB467-EB29-E660-06D3-6B4B82A4CF6C}"/>
                  </a:ext>
                </a:extLst>
              </p:cNvPr>
              <p:cNvSpPr/>
              <p:nvPr/>
            </p:nvSpPr>
            <p:spPr>
              <a:xfrm>
                <a:off x="6113018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29" name="Freeform 47828">
                <a:extLst>
                  <a:ext uri="{FF2B5EF4-FFF2-40B4-BE49-F238E27FC236}">
                    <a16:creationId xmlns:a16="http://schemas.microsoft.com/office/drawing/2014/main" id="{0914F8F5-B4D4-983D-ABBF-9B8DCEE7C869}"/>
                  </a:ext>
                </a:extLst>
              </p:cNvPr>
              <p:cNvSpPr/>
              <p:nvPr/>
            </p:nvSpPr>
            <p:spPr>
              <a:xfrm>
                <a:off x="6113514" y="6012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0" name="Freeform 47829">
                <a:extLst>
                  <a:ext uri="{FF2B5EF4-FFF2-40B4-BE49-F238E27FC236}">
                    <a16:creationId xmlns:a16="http://schemas.microsoft.com/office/drawing/2014/main" id="{6A4F5509-7676-A053-78CD-E315159CC557}"/>
                  </a:ext>
                </a:extLst>
              </p:cNvPr>
              <p:cNvSpPr/>
              <p:nvPr/>
            </p:nvSpPr>
            <p:spPr>
              <a:xfrm>
                <a:off x="6114010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1" name="Freeform 47830">
                <a:extLst>
                  <a:ext uri="{FF2B5EF4-FFF2-40B4-BE49-F238E27FC236}">
                    <a16:creationId xmlns:a16="http://schemas.microsoft.com/office/drawing/2014/main" id="{75E3B5B7-0203-399E-B64F-B7E29365DBCA}"/>
                  </a:ext>
                </a:extLst>
              </p:cNvPr>
              <p:cNvSpPr/>
              <p:nvPr/>
            </p:nvSpPr>
            <p:spPr>
              <a:xfrm>
                <a:off x="6114605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2" name="Freeform 47831">
                <a:extLst>
                  <a:ext uri="{FF2B5EF4-FFF2-40B4-BE49-F238E27FC236}">
                    <a16:creationId xmlns:a16="http://schemas.microsoft.com/office/drawing/2014/main" id="{32216DDC-F1D2-BEE8-ED37-5849E5CC757C}"/>
                  </a:ext>
                </a:extLst>
              </p:cNvPr>
              <p:cNvSpPr/>
              <p:nvPr/>
            </p:nvSpPr>
            <p:spPr>
              <a:xfrm>
                <a:off x="6115102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3" name="Freeform 47832">
                <a:extLst>
                  <a:ext uri="{FF2B5EF4-FFF2-40B4-BE49-F238E27FC236}">
                    <a16:creationId xmlns:a16="http://schemas.microsoft.com/office/drawing/2014/main" id="{8D18DE1C-095C-A6DB-6EE9-7FDC104404B4}"/>
                  </a:ext>
                </a:extLst>
              </p:cNvPr>
              <p:cNvSpPr/>
              <p:nvPr/>
            </p:nvSpPr>
            <p:spPr>
              <a:xfrm>
                <a:off x="6115598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4" name="Freeform 47833">
                <a:extLst>
                  <a:ext uri="{FF2B5EF4-FFF2-40B4-BE49-F238E27FC236}">
                    <a16:creationId xmlns:a16="http://schemas.microsoft.com/office/drawing/2014/main" id="{BA776516-019A-0114-D3AA-0D9635FD732D}"/>
                  </a:ext>
                </a:extLst>
              </p:cNvPr>
              <p:cNvSpPr/>
              <p:nvPr/>
            </p:nvSpPr>
            <p:spPr>
              <a:xfrm>
                <a:off x="6116193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5" name="Freeform 47834">
                <a:extLst>
                  <a:ext uri="{FF2B5EF4-FFF2-40B4-BE49-F238E27FC236}">
                    <a16:creationId xmlns:a16="http://schemas.microsoft.com/office/drawing/2014/main" id="{6C424292-BDA0-04DF-1D92-CD61946C232E}"/>
                  </a:ext>
                </a:extLst>
              </p:cNvPr>
              <p:cNvSpPr/>
              <p:nvPr/>
            </p:nvSpPr>
            <p:spPr>
              <a:xfrm>
                <a:off x="61166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6" name="Freeform 47835">
                <a:extLst>
                  <a:ext uri="{FF2B5EF4-FFF2-40B4-BE49-F238E27FC236}">
                    <a16:creationId xmlns:a16="http://schemas.microsoft.com/office/drawing/2014/main" id="{C89021DD-6D67-2C22-80CF-95F733222723}"/>
                  </a:ext>
                </a:extLst>
              </p:cNvPr>
              <p:cNvSpPr/>
              <p:nvPr/>
            </p:nvSpPr>
            <p:spPr>
              <a:xfrm>
                <a:off x="61171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7" name="Freeform 47836">
                <a:extLst>
                  <a:ext uri="{FF2B5EF4-FFF2-40B4-BE49-F238E27FC236}">
                    <a16:creationId xmlns:a16="http://schemas.microsoft.com/office/drawing/2014/main" id="{8C558D91-D6CE-33BA-D549-314ED9E78D60}"/>
                  </a:ext>
                </a:extLst>
              </p:cNvPr>
              <p:cNvSpPr/>
              <p:nvPr/>
            </p:nvSpPr>
            <p:spPr>
              <a:xfrm>
                <a:off x="61177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8" name="Freeform 47837">
                <a:extLst>
                  <a:ext uri="{FF2B5EF4-FFF2-40B4-BE49-F238E27FC236}">
                    <a16:creationId xmlns:a16="http://schemas.microsoft.com/office/drawing/2014/main" id="{2E042BEB-5849-084B-3385-4B9B13512326}"/>
                  </a:ext>
                </a:extLst>
              </p:cNvPr>
              <p:cNvSpPr/>
              <p:nvPr/>
            </p:nvSpPr>
            <p:spPr>
              <a:xfrm>
                <a:off x="61182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39" name="Freeform 47838">
                <a:extLst>
                  <a:ext uri="{FF2B5EF4-FFF2-40B4-BE49-F238E27FC236}">
                    <a16:creationId xmlns:a16="http://schemas.microsoft.com/office/drawing/2014/main" id="{DC899A9C-574A-83D4-0C65-31D4E1CB6319}"/>
                  </a:ext>
                </a:extLst>
              </p:cNvPr>
              <p:cNvSpPr/>
              <p:nvPr/>
            </p:nvSpPr>
            <p:spPr>
              <a:xfrm>
                <a:off x="61187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0" name="Freeform 47839">
                <a:extLst>
                  <a:ext uri="{FF2B5EF4-FFF2-40B4-BE49-F238E27FC236}">
                    <a16:creationId xmlns:a16="http://schemas.microsoft.com/office/drawing/2014/main" id="{BB716A33-7DB6-0321-6EF8-9B5011F7CA09}"/>
                  </a:ext>
                </a:extLst>
              </p:cNvPr>
              <p:cNvSpPr/>
              <p:nvPr/>
            </p:nvSpPr>
            <p:spPr>
              <a:xfrm>
                <a:off x="61193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1" name="Freeform 47840">
                <a:extLst>
                  <a:ext uri="{FF2B5EF4-FFF2-40B4-BE49-F238E27FC236}">
                    <a16:creationId xmlns:a16="http://schemas.microsoft.com/office/drawing/2014/main" id="{F5581639-EE0E-66BA-18DF-9844BBFA7317}"/>
                  </a:ext>
                </a:extLst>
              </p:cNvPr>
              <p:cNvSpPr/>
              <p:nvPr/>
            </p:nvSpPr>
            <p:spPr>
              <a:xfrm>
                <a:off x="61198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2" name="Freeform 47841">
                <a:extLst>
                  <a:ext uri="{FF2B5EF4-FFF2-40B4-BE49-F238E27FC236}">
                    <a16:creationId xmlns:a16="http://schemas.microsoft.com/office/drawing/2014/main" id="{28F68BC0-2688-9544-44E5-73AFBAC432AF}"/>
                  </a:ext>
                </a:extLst>
              </p:cNvPr>
              <p:cNvSpPr/>
              <p:nvPr/>
            </p:nvSpPr>
            <p:spPr>
              <a:xfrm>
                <a:off x="61203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3" name="Freeform 47842">
                <a:extLst>
                  <a:ext uri="{FF2B5EF4-FFF2-40B4-BE49-F238E27FC236}">
                    <a16:creationId xmlns:a16="http://schemas.microsoft.com/office/drawing/2014/main" id="{5E905DDA-B651-507E-289F-39B69E609E55}"/>
                  </a:ext>
                </a:extLst>
              </p:cNvPr>
              <p:cNvSpPr/>
              <p:nvPr/>
            </p:nvSpPr>
            <p:spPr>
              <a:xfrm>
                <a:off x="61209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4" name="Freeform 47843">
                <a:extLst>
                  <a:ext uri="{FF2B5EF4-FFF2-40B4-BE49-F238E27FC236}">
                    <a16:creationId xmlns:a16="http://schemas.microsoft.com/office/drawing/2014/main" id="{F9170EA4-FAD3-E0F5-999B-DC703C738E36}"/>
                  </a:ext>
                </a:extLst>
              </p:cNvPr>
              <p:cNvSpPr/>
              <p:nvPr/>
            </p:nvSpPr>
            <p:spPr>
              <a:xfrm>
                <a:off x="61214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5" name="Freeform 47844">
                <a:extLst>
                  <a:ext uri="{FF2B5EF4-FFF2-40B4-BE49-F238E27FC236}">
                    <a16:creationId xmlns:a16="http://schemas.microsoft.com/office/drawing/2014/main" id="{EAB8B0C7-379E-431B-7227-2DB29F3E5E59}"/>
                  </a:ext>
                </a:extLst>
              </p:cNvPr>
              <p:cNvSpPr/>
              <p:nvPr/>
            </p:nvSpPr>
            <p:spPr>
              <a:xfrm>
                <a:off x="61219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6" name="Freeform 47845">
                <a:extLst>
                  <a:ext uri="{FF2B5EF4-FFF2-40B4-BE49-F238E27FC236}">
                    <a16:creationId xmlns:a16="http://schemas.microsoft.com/office/drawing/2014/main" id="{340D6017-7488-2416-EC4C-4503806BC0D4}"/>
                  </a:ext>
                </a:extLst>
              </p:cNvPr>
              <p:cNvSpPr/>
              <p:nvPr/>
            </p:nvSpPr>
            <p:spPr>
              <a:xfrm>
                <a:off x="61224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7" name="Freeform 47846">
                <a:extLst>
                  <a:ext uri="{FF2B5EF4-FFF2-40B4-BE49-F238E27FC236}">
                    <a16:creationId xmlns:a16="http://schemas.microsoft.com/office/drawing/2014/main" id="{60A55551-E07E-0500-820D-2E6D2D945896}"/>
                  </a:ext>
                </a:extLst>
              </p:cNvPr>
              <p:cNvSpPr/>
              <p:nvPr/>
            </p:nvSpPr>
            <p:spPr>
              <a:xfrm>
                <a:off x="612303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8" name="Freeform 47847">
                <a:extLst>
                  <a:ext uri="{FF2B5EF4-FFF2-40B4-BE49-F238E27FC236}">
                    <a16:creationId xmlns:a16="http://schemas.microsoft.com/office/drawing/2014/main" id="{3622E187-34B8-60ED-C9EC-A28F715832E1}"/>
                  </a:ext>
                </a:extLst>
              </p:cNvPr>
              <p:cNvSpPr/>
              <p:nvPr/>
            </p:nvSpPr>
            <p:spPr>
              <a:xfrm>
                <a:off x="6123535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49" name="Freeform 47848">
                <a:extLst>
                  <a:ext uri="{FF2B5EF4-FFF2-40B4-BE49-F238E27FC236}">
                    <a16:creationId xmlns:a16="http://schemas.microsoft.com/office/drawing/2014/main" id="{F6CBE49E-006F-81A0-BB96-C0ABFD392195}"/>
                  </a:ext>
                </a:extLst>
              </p:cNvPr>
              <p:cNvSpPr/>
              <p:nvPr/>
            </p:nvSpPr>
            <p:spPr>
              <a:xfrm>
                <a:off x="6124031" y="5849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0" name="Freeform 47849">
                <a:extLst>
                  <a:ext uri="{FF2B5EF4-FFF2-40B4-BE49-F238E27FC236}">
                    <a16:creationId xmlns:a16="http://schemas.microsoft.com/office/drawing/2014/main" id="{7B32A3EE-33DC-FB25-B6EE-2D294A9CC0DD}"/>
                  </a:ext>
                </a:extLst>
              </p:cNvPr>
              <p:cNvSpPr/>
              <p:nvPr/>
            </p:nvSpPr>
            <p:spPr>
              <a:xfrm>
                <a:off x="6124627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1" name="Freeform 47850">
                <a:extLst>
                  <a:ext uri="{FF2B5EF4-FFF2-40B4-BE49-F238E27FC236}">
                    <a16:creationId xmlns:a16="http://schemas.microsoft.com/office/drawing/2014/main" id="{3C333952-1498-8FF5-22A5-C9FE03631DC9}"/>
                  </a:ext>
                </a:extLst>
              </p:cNvPr>
              <p:cNvSpPr/>
              <p:nvPr/>
            </p:nvSpPr>
            <p:spPr>
              <a:xfrm>
                <a:off x="6125123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2" name="Freeform 47851">
                <a:extLst>
                  <a:ext uri="{FF2B5EF4-FFF2-40B4-BE49-F238E27FC236}">
                    <a16:creationId xmlns:a16="http://schemas.microsoft.com/office/drawing/2014/main" id="{B3096D48-C17E-A11E-0939-97576B3F7F0E}"/>
                  </a:ext>
                </a:extLst>
              </p:cNvPr>
              <p:cNvSpPr/>
              <p:nvPr/>
            </p:nvSpPr>
            <p:spPr>
              <a:xfrm>
                <a:off x="6125619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3" name="Freeform 47852">
                <a:extLst>
                  <a:ext uri="{FF2B5EF4-FFF2-40B4-BE49-F238E27FC236}">
                    <a16:creationId xmlns:a16="http://schemas.microsoft.com/office/drawing/2014/main" id="{D764EF40-DE01-B7A5-C391-38103F7C774C}"/>
                  </a:ext>
                </a:extLst>
              </p:cNvPr>
              <p:cNvSpPr/>
              <p:nvPr/>
            </p:nvSpPr>
            <p:spPr>
              <a:xfrm>
                <a:off x="6126214" y="6018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4" name="Freeform 47853">
                <a:extLst>
                  <a:ext uri="{FF2B5EF4-FFF2-40B4-BE49-F238E27FC236}">
                    <a16:creationId xmlns:a16="http://schemas.microsoft.com/office/drawing/2014/main" id="{C7300F97-E7EC-FA77-83AA-1B12F08FEF88}"/>
                  </a:ext>
                </a:extLst>
              </p:cNvPr>
              <p:cNvSpPr/>
              <p:nvPr/>
            </p:nvSpPr>
            <p:spPr>
              <a:xfrm>
                <a:off x="6126710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5" name="Freeform 47854">
                <a:extLst>
                  <a:ext uri="{FF2B5EF4-FFF2-40B4-BE49-F238E27FC236}">
                    <a16:creationId xmlns:a16="http://schemas.microsoft.com/office/drawing/2014/main" id="{77F9D94C-0D71-14F2-C5C9-DA24CBFD500C}"/>
                  </a:ext>
                </a:extLst>
              </p:cNvPr>
              <p:cNvSpPr/>
              <p:nvPr/>
            </p:nvSpPr>
            <p:spPr>
              <a:xfrm>
                <a:off x="6127206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6" name="Freeform 47855">
                <a:extLst>
                  <a:ext uri="{FF2B5EF4-FFF2-40B4-BE49-F238E27FC236}">
                    <a16:creationId xmlns:a16="http://schemas.microsoft.com/office/drawing/2014/main" id="{8729F16C-A659-7BEB-D9DD-65976122AD04}"/>
                  </a:ext>
                </a:extLst>
              </p:cNvPr>
              <p:cNvSpPr/>
              <p:nvPr/>
            </p:nvSpPr>
            <p:spPr>
              <a:xfrm>
                <a:off x="6127802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7" name="Freeform 47856">
                <a:extLst>
                  <a:ext uri="{FF2B5EF4-FFF2-40B4-BE49-F238E27FC236}">
                    <a16:creationId xmlns:a16="http://schemas.microsoft.com/office/drawing/2014/main" id="{D07F89B0-A4DF-0599-EB98-D0D95325853F}"/>
                  </a:ext>
                </a:extLst>
              </p:cNvPr>
              <p:cNvSpPr/>
              <p:nvPr/>
            </p:nvSpPr>
            <p:spPr>
              <a:xfrm>
                <a:off x="6128298" y="6050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8" name="Freeform 47857">
                <a:extLst>
                  <a:ext uri="{FF2B5EF4-FFF2-40B4-BE49-F238E27FC236}">
                    <a16:creationId xmlns:a16="http://schemas.microsoft.com/office/drawing/2014/main" id="{CC377A9F-4123-D62F-144D-90F8D0CB7703}"/>
                  </a:ext>
                </a:extLst>
              </p:cNvPr>
              <p:cNvSpPr/>
              <p:nvPr/>
            </p:nvSpPr>
            <p:spPr>
              <a:xfrm>
                <a:off x="6128794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59" name="Freeform 47858">
                <a:extLst>
                  <a:ext uri="{FF2B5EF4-FFF2-40B4-BE49-F238E27FC236}">
                    <a16:creationId xmlns:a16="http://schemas.microsoft.com/office/drawing/2014/main" id="{576B8B83-20ED-7426-625F-AA948FE3DD83}"/>
                  </a:ext>
                </a:extLst>
              </p:cNvPr>
              <p:cNvSpPr/>
              <p:nvPr/>
            </p:nvSpPr>
            <p:spPr>
              <a:xfrm>
                <a:off x="61293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0" name="Freeform 47859">
                <a:extLst>
                  <a:ext uri="{FF2B5EF4-FFF2-40B4-BE49-F238E27FC236}">
                    <a16:creationId xmlns:a16="http://schemas.microsoft.com/office/drawing/2014/main" id="{6BACE379-9E59-1B1D-A792-0A5B28D5FED7}"/>
                  </a:ext>
                </a:extLst>
              </p:cNvPr>
              <p:cNvSpPr/>
              <p:nvPr/>
            </p:nvSpPr>
            <p:spPr>
              <a:xfrm>
                <a:off x="61298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1" name="Freeform 47860">
                <a:extLst>
                  <a:ext uri="{FF2B5EF4-FFF2-40B4-BE49-F238E27FC236}">
                    <a16:creationId xmlns:a16="http://schemas.microsoft.com/office/drawing/2014/main" id="{2AEED04E-2A35-0C19-0E3E-DFDA880BF1F1}"/>
                  </a:ext>
                </a:extLst>
              </p:cNvPr>
              <p:cNvSpPr/>
              <p:nvPr/>
            </p:nvSpPr>
            <p:spPr>
              <a:xfrm>
                <a:off x="613038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2" name="Freeform 47861">
                <a:extLst>
                  <a:ext uri="{FF2B5EF4-FFF2-40B4-BE49-F238E27FC236}">
                    <a16:creationId xmlns:a16="http://schemas.microsoft.com/office/drawing/2014/main" id="{2289FA82-E7D8-FE38-BDAC-3F87A2C3EB53}"/>
                  </a:ext>
                </a:extLst>
              </p:cNvPr>
              <p:cNvSpPr/>
              <p:nvPr/>
            </p:nvSpPr>
            <p:spPr>
              <a:xfrm>
                <a:off x="61309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3" name="Freeform 47862">
                <a:extLst>
                  <a:ext uri="{FF2B5EF4-FFF2-40B4-BE49-F238E27FC236}">
                    <a16:creationId xmlns:a16="http://schemas.microsoft.com/office/drawing/2014/main" id="{4F54F73D-58EB-32A4-E0D1-EDB943CE42F7}"/>
                  </a:ext>
                </a:extLst>
              </p:cNvPr>
              <p:cNvSpPr/>
              <p:nvPr/>
            </p:nvSpPr>
            <p:spPr>
              <a:xfrm>
                <a:off x="61314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4" name="Freeform 47863">
                <a:extLst>
                  <a:ext uri="{FF2B5EF4-FFF2-40B4-BE49-F238E27FC236}">
                    <a16:creationId xmlns:a16="http://schemas.microsoft.com/office/drawing/2014/main" id="{670278B4-B814-5AE2-4C98-A3D20B5B914F}"/>
                  </a:ext>
                </a:extLst>
              </p:cNvPr>
              <p:cNvSpPr/>
              <p:nvPr/>
            </p:nvSpPr>
            <p:spPr>
              <a:xfrm>
                <a:off x="61319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5" name="Freeform 47864">
                <a:extLst>
                  <a:ext uri="{FF2B5EF4-FFF2-40B4-BE49-F238E27FC236}">
                    <a16:creationId xmlns:a16="http://schemas.microsoft.com/office/drawing/2014/main" id="{E3BECD42-B11F-537D-B582-12093FCAFA57}"/>
                  </a:ext>
                </a:extLst>
              </p:cNvPr>
              <p:cNvSpPr/>
              <p:nvPr/>
            </p:nvSpPr>
            <p:spPr>
              <a:xfrm>
                <a:off x="613256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6" name="Freeform 47865">
                <a:extLst>
                  <a:ext uri="{FF2B5EF4-FFF2-40B4-BE49-F238E27FC236}">
                    <a16:creationId xmlns:a16="http://schemas.microsoft.com/office/drawing/2014/main" id="{B24BD4D3-5D35-5DFC-2F0E-5D0539D29EEB}"/>
                  </a:ext>
                </a:extLst>
              </p:cNvPr>
              <p:cNvSpPr/>
              <p:nvPr/>
            </p:nvSpPr>
            <p:spPr>
              <a:xfrm>
                <a:off x="61330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7" name="Freeform 47866">
                <a:extLst>
                  <a:ext uri="{FF2B5EF4-FFF2-40B4-BE49-F238E27FC236}">
                    <a16:creationId xmlns:a16="http://schemas.microsoft.com/office/drawing/2014/main" id="{47BA4EFB-DDF8-80BB-7F14-76296DFECA67}"/>
                  </a:ext>
                </a:extLst>
              </p:cNvPr>
              <p:cNvSpPr/>
              <p:nvPr/>
            </p:nvSpPr>
            <p:spPr>
              <a:xfrm>
                <a:off x="61335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8" name="Freeform 47867">
                <a:extLst>
                  <a:ext uri="{FF2B5EF4-FFF2-40B4-BE49-F238E27FC236}">
                    <a16:creationId xmlns:a16="http://schemas.microsoft.com/office/drawing/2014/main" id="{7620294D-82C0-5E8D-D9AE-2CE71E5502A9}"/>
                  </a:ext>
                </a:extLst>
              </p:cNvPr>
              <p:cNvSpPr/>
              <p:nvPr/>
            </p:nvSpPr>
            <p:spPr>
              <a:xfrm>
                <a:off x="61340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69" name="Freeform 47868">
                <a:extLst>
                  <a:ext uri="{FF2B5EF4-FFF2-40B4-BE49-F238E27FC236}">
                    <a16:creationId xmlns:a16="http://schemas.microsoft.com/office/drawing/2014/main" id="{39D9BEAC-9041-BCB1-335F-B45E58612B31}"/>
                  </a:ext>
                </a:extLst>
              </p:cNvPr>
              <p:cNvSpPr/>
              <p:nvPr/>
            </p:nvSpPr>
            <p:spPr>
              <a:xfrm>
                <a:off x="61346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0" name="Freeform 47869">
                <a:extLst>
                  <a:ext uri="{FF2B5EF4-FFF2-40B4-BE49-F238E27FC236}">
                    <a16:creationId xmlns:a16="http://schemas.microsoft.com/office/drawing/2014/main" id="{94C965C5-8576-F247-98B3-89B25061E4CF}"/>
                  </a:ext>
                </a:extLst>
              </p:cNvPr>
              <p:cNvSpPr/>
              <p:nvPr/>
            </p:nvSpPr>
            <p:spPr>
              <a:xfrm>
                <a:off x="61351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1" name="Freeform 47870">
                <a:extLst>
                  <a:ext uri="{FF2B5EF4-FFF2-40B4-BE49-F238E27FC236}">
                    <a16:creationId xmlns:a16="http://schemas.microsoft.com/office/drawing/2014/main" id="{C3378052-2D03-8C8C-995D-58936270CED3}"/>
                  </a:ext>
                </a:extLst>
              </p:cNvPr>
              <p:cNvSpPr/>
              <p:nvPr/>
            </p:nvSpPr>
            <p:spPr>
              <a:xfrm>
                <a:off x="613564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2" name="Freeform 47871">
                <a:extLst>
                  <a:ext uri="{FF2B5EF4-FFF2-40B4-BE49-F238E27FC236}">
                    <a16:creationId xmlns:a16="http://schemas.microsoft.com/office/drawing/2014/main" id="{3F6A78D0-E49E-2FEA-6FBF-6BBA0F52548C}"/>
                  </a:ext>
                </a:extLst>
              </p:cNvPr>
              <p:cNvSpPr/>
              <p:nvPr/>
            </p:nvSpPr>
            <p:spPr>
              <a:xfrm>
                <a:off x="6136235" y="5862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3" name="Freeform 47872">
                <a:extLst>
                  <a:ext uri="{FF2B5EF4-FFF2-40B4-BE49-F238E27FC236}">
                    <a16:creationId xmlns:a16="http://schemas.microsoft.com/office/drawing/2014/main" id="{2196D8F3-5FAD-7511-83E2-1872684304C1}"/>
                  </a:ext>
                </a:extLst>
              </p:cNvPr>
              <p:cNvSpPr/>
              <p:nvPr/>
            </p:nvSpPr>
            <p:spPr>
              <a:xfrm>
                <a:off x="6136731" y="5867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4" name="Freeform 47873">
                <a:extLst>
                  <a:ext uri="{FF2B5EF4-FFF2-40B4-BE49-F238E27FC236}">
                    <a16:creationId xmlns:a16="http://schemas.microsoft.com/office/drawing/2014/main" id="{4DE143B3-8067-BFAC-4CA5-85BF015FC643}"/>
                  </a:ext>
                </a:extLst>
              </p:cNvPr>
              <p:cNvSpPr/>
              <p:nvPr/>
            </p:nvSpPr>
            <p:spPr>
              <a:xfrm>
                <a:off x="6137227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5" name="Freeform 47874">
                <a:extLst>
                  <a:ext uri="{FF2B5EF4-FFF2-40B4-BE49-F238E27FC236}">
                    <a16:creationId xmlns:a16="http://schemas.microsoft.com/office/drawing/2014/main" id="{2FF1804F-2DBF-39F5-4BE6-164AAA6BC09A}"/>
                  </a:ext>
                </a:extLst>
              </p:cNvPr>
              <p:cNvSpPr/>
              <p:nvPr/>
            </p:nvSpPr>
            <p:spPr>
              <a:xfrm>
                <a:off x="6137823" y="596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6" name="Freeform 47875">
                <a:extLst>
                  <a:ext uri="{FF2B5EF4-FFF2-40B4-BE49-F238E27FC236}">
                    <a16:creationId xmlns:a16="http://schemas.microsoft.com/office/drawing/2014/main" id="{6D418E38-E2C5-CF62-9428-01282FB3C8D0}"/>
                  </a:ext>
                </a:extLst>
              </p:cNvPr>
              <p:cNvSpPr/>
              <p:nvPr/>
            </p:nvSpPr>
            <p:spPr>
              <a:xfrm>
                <a:off x="6138319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7" name="Freeform 47876">
                <a:extLst>
                  <a:ext uri="{FF2B5EF4-FFF2-40B4-BE49-F238E27FC236}">
                    <a16:creationId xmlns:a16="http://schemas.microsoft.com/office/drawing/2014/main" id="{F986168C-3E75-D755-0351-4776BC14C70E}"/>
                  </a:ext>
                </a:extLst>
              </p:cNvPr>
              <p:cNvSpPr/>
              <p:nvPr/>
            </p:nvSpPr>
            <p:spPr>
              <a:xfrm>
                <a:off x="6138815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8" name="Freeform 47877">
                <a:extLst>
                  <a:ext uri="{FF2B5EF4-FFF2-40B4-BE49-F238E27FC236}">
                    <a16:creationId xmlns:a16="http://schemas.microsoft.com/office/drawing/2014/main" id="{DE74141C-AD83-C802-7DFE-F9C0F52AEE2A}"/>
                  </a:ext>
                </a:extLst>
              </p:cNvPr>
              <p:cNvSpPr/>
              <p:nvPr/>
            </p:nvSpPr>
            <p:spPr>
              <a:xfrm>
                <a:off x="6139410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79" name="Freeform 47878">
                <a:extLst>
                  <a:ext uri="{FF2B5EF4-FFF2-40B4-BE49-F238E27FC236}">
                    <a16:creationId xmlns:a16="http://schemas.microsoft.com/office/drawing/2014/main" id="{A832587D-8996-9EE8-07E9-23F010163E14}"/>
                  </a:ext>
                </a:extLst>
              </p:cNvPr>
              <p:cNvSpPr/>
              <p:nvPr/>
            </p:nvSpPr>
            <p:spPr>
              <a:xfrm>
                <a:off x="6139906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0" name="Freeform 47879">
                <a:extLst>
                  <a:ext uri="{FF2B5EF4-FFF2-40B4-BE49-F238E27FC236}">
                    <a16:creationId xmlns:a16="http://schemas.microsoft.com/office/drawing/2014/main" id="{F196702E-995F-4879-1B7D-383680577FF7}"/>
                  </a:ext>
                </a:extLst>
              </p:cNvPr>
              <p:cNvSpPr/>
              <p:nvPr/>
            </p:nvSpPr>
            <p:spPr>
              <a:xfrm>
                <a:off x="6140402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1" name="Freeform 47880">
                <a:extLst>
                  <a:ext uri="{FF2B5EF4-FFF2-40B4-BE49-F238E27FC236}">
                    <a16:creationId xmlns:a16="http://schemas.microsoft.com/office/drawing/2014/main" id="{18901DB5-6718-19CD-03D9-8AC7EAC29444}"/>
                  </a:ext>
                </a:extLst>
              </p:cNvPr>
              <p:cNvSpPr/>
              <p:nvPr/>
            </p:nvSpPr>
            <p:spPr>
              <a:xfrm>
                <a:off x="6140998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2" name="Freeform 47881">
                <a:extLst>
                  <a:ext uri="{FF2B5EF4-FFF2-40B4-BE49-F238E27FC236}">
                    <a16:creationId xmlns:a16="http://schemas.microsoft.com/office/drawing/2014/main" id="{A63CA022-9011-2137-D3BA-07B3531A7172}"/>
                  </a:ext>
                </a:extLst>
              </p:cNvPr>
              <p:cNvSpPr/>
              <p:nvPr/>
            </p:nvSpPr>
            <p:spPr>
              <a:xfrm>
                <a:off x="6141494" y="6050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3" name="Freeform 47882">
                <a:extLst>
                  <a:ext uri="{FF2B5EF4-FFF2-40B4-BE49-F238E27FC236}">
                    <a16:creationId xmlns:a16="http://schemas.microsoft.com/office/drawing/2014/main" id="{1A69D970-8299-E794-0882-9C90B6D5C49F}"/>
                  </a:ext>
                </a:extLst>
              </p:cNvPr>
              <p:cNvSpPr/>
              <p:nvPr/>
            </p:nvSpPr>
            <p:spPr>
              <a:xfrm>
                <a:off x="61419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4" name="Freeform 47883">
                <a:extLst>
                  <a:ext uri="{FF2B5EF4-FFF2-40B4-BE49-F238E27FC236}">
                    <a16:creationId xmlns:a16="http://schemas.microsoft.com/office/drawing/2014/main" id="{2400AA7D-547E-A37C-5A11-8D9A81C1F839}"/>
                  </a:ext>
                </a:extLst>
              </p:cNvPr>
              <p:cNvSpPr/>
              <p:nvPr/>
            </p:nvSpPr>
            <p:spPr>
              <a:xfrm>
                <a:off x="614258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5" name="Freeform 47884">
                <a:extLst>
                  <a:ext uri="{FF2B5EF4-FFF2-40B4-BE49-F238E27FC236}">
                    <a16:creationId xmlns:a16="http://schemas.microsoft.com/office/drawing/2014/main" id="{01EC48CA-11D4-743B-BAB0-5D5DC9F2E456}"/>
                  </a:ext>
                </a:extLst>
              </p:cNvPr>
              <p:cNvSpPr/>
              <p:nvPr/>
            </p:nvSpPr>
            <p:spPr>
              <a:xfrm>
                <a:off x="614308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6" name="Freeform 47885">
                <a:extLst>
                  <a:ext uri="{FF2B5EF4-FFF2-40B4-BE49-F238E27FC236}">
                    <a16:creationId xmlns:a16="http://schemas.microsoft.com/office/drawing/2014/main" id="{1E8BC8B4-1CE3-8D77-4BDB-DFEA2BFC8F54}"/>
                  </a:ext>
                </a:extLst>
              </p:cNvPr>
              <p:cNvSpPr/>
              <p:nvPr/>
            </p:nvSpPr>
            <p:spPr>
              <a:xfrm>
                <a:off x="61435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7" name="Freeform 47886">
                <a:extLst>
                  <a:ext uri="{FF2B5EF4-FFF2-40B4-BE49-F238E27FC236}">
                    <a16:creationId xmlns:a16="http://schemas.microsoft.com/office/drawing/2014/main" id="{F1410D42-401D-A57B-742B-34705E889281}"/>
                  </a:ext>
                </a:extLst>
              </p:cNvPr>
              <p:cNvSpPr/>
              <p:nvPr/>
            </p:nvSpPr>
            <p:spPr>
              <a:xfrm>
                <a:off x="61441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8" name="Freeform 47887">
                <a:extLst>
                  <a:ext uri="{FF2B5EF4-FFF2-40B4-BE49-F238E27FC236}">
                    <a16:creationId xmlns:a16="http://schemas.microsoft.com/office/drawing/2014/main" id="{DE763D69-E077-F2F8-EF59-E24B5EA3891D}"/>
                  </a:ext>
                </a:extLst>
              </p:cNvPr>
              <p:cNvSpPr/>
              <p:nvPr/>
            </p:nvSpPr>
            <p:spPr>
              <a:xfrm>
                <a:off x="61446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89" name="Freeform 47888">
                <a:extLst>
                  <a:ext uri="{FF2B5EF4-FFF2-40B4-BE49-F238E27FC236}">
                    <a16:creationId xmlns:a16="http://schemas.microsoft.com/office/drawing/2014/main" id="{99722854-8A5B-8D23-76EE-1C323AFE1DCD}"/>
                  </a:ext>
                </a:extLst>
              </p:cNvPr>
              <p:cNvSpPr/>
              <p:nvPr/>
            </p:nvSpPr>
            <p:spPr>
              <a:xfrm>
                <a:off x="61451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0" name="Freeform 47889">
                <a:extLst>
                  <a:ext uri="{FF2B5EF4-FFF2-40B4-BE49-F238E27FC236}">
                    <a16:creationId xmlns:a16="http://schemas.microsoft.com/office/drawing/2014/main" id="{326C99F8-E34A-85FA-C43A-67A83ED8CBDD}"/>
                  </a:ext>
                </a:extLst>
              </p:cNvPr>
              <p:cNvSpPr/>
              <p:nvPr/>
            </p:nvSpPr>
            <p:spPr>
              <a:xfrm>
                <a:off x="61457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1" name="Freeform 47890">
                <a:extLst>
                  <a:ext uri="{FF2B5EF4-FFF2-40B4-BE49-F238E27FC236}">
                    <a16:creationId xmlns:a16="http://schemas.microsoft.com/office/drawing/2014/main" id="{11296841-FFCF-86BA-64CD-023484C9FB44}"/>
                  </a:ext>
                </a:extLst>
              </p:cNvPr>
              <p:cNvSpPr/>
              <p:nvPr/>
            </p:nvSpPr>
            <p:spPr>
              <a:xfrm>
                <a:off x="614625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2" name="Freeform 47891">
                <a:extLst>
                  <a:ext uri="{FF2B5EF4-FFF2-40B4-BE49-F238E27FC236}">
                    <a16:creationId xmlns:a16="http://schemas.microsoft.com/office/drawing/2014/main" id="{604145B6-B0A8-C08E-6D03-A32A0095D64A}"/>
                  </a:ext>
                </a:extLst>
              </p:cNvPr>
              <p:cNvSpPr/>
              <p:nvPr/>
            </p:nvSpPr>
            <p:spPr>
              <a:xfrm>
                <a:off x="61467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3" name="Freeform 47892">
                <a:extLst>
                  <a:ext uri="{FF2B5EF4-FFF2-40B4-BE49-F238E27FC236}">
                    <a16:creationId xmlns:a16="http://schemas.microsoft.com/office/drawing/2014/main" id="{4D641D21-E95F-225A-4AC3-1765D8C6D6D5}"/>
                  </a:ext>
                </a:extLst>
              </p:cNvPr>
              <p:cNvSpPr/>
              <p:nvPr/>
            </p:nvSpPr>
            <p:spPr>
              <a:xfrm>
                <a:off x="61472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4" name="Freeform 47893">
                <a:extLst>
                  <a:ext uri="{FF2B5EF4-FFF2-40B4-BE49-F238E27FC236}">
                    <a16:creationId xmlns:a16="http://schemas.microsoft.com/office/drawing/2014/main" id="{D81C9EF5-8B78-92D1-796B-8FDBD5CB0F03}"/>
                  </a:ext>
                </a:extLst>
              </p:cNvPr>
              <p:cNvSpPr/>
              <p:nvPr/>
            </p:nvSpPr>
            <p:spPr>
              <a:xfrm>
                <a:off x="614784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5" name="Freeform 47894">
                <a:extLst>
                  <a:ext uri="{FF2B5EF4-FFF2-40B4-BE49-F238E27FC236}">
                    <a16:creationId xmlns:a16="http://schemas.microsoft.com/office/drawing/2014/main" id="{F3F6D19A-3732-B527-8ECB-2C68E064093A}"/>
                  </a:ext>
                </a:extLst>
              </p:cNvPr>
              <p:cNvSpPr/>
              <p:nvPr/>
            </p:nvSpPr>
            <p:spPr>
              <a:xfrm>
                <a:off x="614834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6" name="Freeform 47895">
                <a:extLst>
                  <a:ext uri="{FF2B5EF4-FFF2-40B4-BE49-F238E27FC236}">
                    <a16:creationId xmlns:a16="http://schemas.microsoft.com/office/drawing/2014/main" id="{88A9024E-8848-DAB0-2F7A-8B047903AAB6}"/>
                  </a:ext>
                </a:extLst>
              </p:cNvPr>
              <p:cNvSpPr/>
              <p:nvPr/>
            </p:nvSpPr>
            <p:spPr>
              <a:xfrm>
                <a:off x="6148836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7" name="Freeform 47896">
                <a:extLst>
                  <a:ext uri="{FF2B5EF4-FFF2-40B4-BE49-F238E27FC236}">
                    <a16:creationId xmlns:a16="http://schemas.microsoft.com/office/drawing/2014/main" id="{C8CC834A-EDBA-A16F-8BCD-FE39407F3A2C}"/>
                  </a:ext>
                </a:extLst>
              </p:cNvPr>
              <p:cNvSpPr/>
              <p:nvPr/>
            </p:nvSpPr>
            <p:spPr>
              <a:xfrm>
                <a:off x="6149431" y="5809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8" name="Freeform 47897">
                <a:extLst>
                  <a:ext uri="{FF2B5EF4-FFF2-40B4-BE49-F238E27FC236}">
                    <a16:creationId xmlns:a16="http://schemas.microsoft.com/office/drawing/2014/main" id="{94919144-E6E4-33EE-FC16-8184B0E825D4}"/>
                  </a:ext>
                </a:extLst>
              </p:cNvPr>
              <p:cNvSpPr/>
              <p:nvPr/>
            </p:nvSpPr>
            <p:spPr>
              <a:xfrm>
                <a:off x="6149927" y="5852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99" name="Freeform 47898">
                <a:extLst>
                  <a:ext uri="{FF2B5EF4-FFF2-40B4-BE49-F238E27FC236}">
                    <a16:creationId xmlns:a16="http://schemas.microsoft.com/office/drawing/2014/main" id="{3F936575-971C-A584-F1F2-75FD78F3BFE4}"/>
                  </a:ext>
                </a:extLst>
              </p:cNvPr>
              <p:cNvSpPr/>
              <p:nvPr/>
            </p:nvSpPr>
            <p:spPr>
              <a:xfrm>
                <a:off x="6150423" y="5900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0" name="Freeform 47899">
                <a:extLst>
                  <a:ext uri="{FF2B5EF4-FFF2-40B4-BE49-F238E27FC236}">
                    <a16:creationId xmlns:a16="http://schemas.microsoft.com/office/drawing/2014/main" id="{1FF2DEAF-6EC6-6BB2-3B61-9590CDDD1AE0}"/>
                  </a:ext>
                </a:extLst>
              </p:cNvPr>
              <p:cNvSpPr/>
              <p:nvPr/>
            </p:nvSpPr>
            <p:spPr>
              <a:xfrm>
                <a:off x="6151019" y="5917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1" name="Freeform 47900">
                <a:extLst>
                  <a:ext uri="{FF2B5EF4-FFF2-40B4-BE49-F238E27FC236}">
                    <a16:creationId xmlns:a16="http://schemas.microsoft.com/office/drawing/2014/main" id="{DC7C20DE-2C3F-8A06-5DF1-9B5A5F628041}"/>
                  </a:ext>
                </a:extLst>
              </p:cNvPr>
              <p:cNvSpPr/>
              <p:nvPr/>
            </p:nvSpPr>
            <p:spPr>
              <a:xfrm>
                <a:off x="6151515" y="597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2" name="Freeform 47901">
                <a:extLst>
                  <a:ext uri="{FF2B5EF4-FFF2-40B4-BE49-F238E27FC236}">
                    <a16:creationId xmlns:a16="http://schemas.microsoft.com/office/drawing/2014/main" id="{6CD80699-87F5-5B87-9989-BD52B730F977}"/>
                  </a:ext>
                </a:extLst>
              </p:cNvPr>
              <p:cNvSpPr/>
              <p:nvPr/>
            </p:nvSpPr>
            <p:spPr>
              <a:xfrm>
                <a:off x="6152011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3" name="Freeform 47902">
                <a:extLst>
                  <a:ext uri="{FF2B5EF4-FFF2-40B4-BE49-F238E27FC236}">
                    <a16:creationId xmlns:a16="http://schemas.microsoft.com/office/drawing/2014/main" id="{36259A64-31B7-E60A-E724-3BC984C48ACC}"/>
                  </a:ext>
                </a:extLst>
              </p:cNvPr>
              <p:cNvSpPr/>
              <p:nvPr/>
            </p:nvSpPr>
            <p:spPr>
              <a:xfrm>
                <a:off x="6152606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4" name="Freeform 47903">
                <a:extLst>
                  <a:ext uri="{FF2B5EF4-FFF2-40B4-BE49-F238E27FC236}">
                    <a16:creationId xmlns:a16="http://schemas.microsoft.com/office/drawing/2014/main" id="{C3DBA069-0312-BB86-49FC-0380D564DE2C}"/>
                  </a:ext>
                </a:extLst>
              </p:cNvPr>
              <p:cNvSpPr/>
              <p:nvPr/>
            </p:nvSpPr>
            <p:spPr>
              <a:xfrm>
                <a:off x="6153102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5" name="Freeform 47904">
                <a:extLst>
                  <a:ext uri="{FF2B5EF4-FFF2-40B4-BE49-F238E27FC236}">
                    <a16:creationId xmlns:a16="http://schemas.microsoft.com/office/drawing/2014/main" id="{258B949C-831D-360A-E54F-78655974D50F}"/>
                  </a:ext>
                </a:extLst>
              </p:cNvPr>
              <p:cNvSpPr/>
              <p:nvPr/>
            </p:nvSpPr>
            <p:spPr>
              <a:xfrm>
                <a:off x="6153598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6" name="Freeform 47905">
                <a:extLst>
                  <a:ext uri="{FF2B5EF4-FFF2-40B4-BE49-F238E27FC236}">
                    <a16:creationId xmlns:a16="http://schemas.microsoft.com/office/drawing/2014/main" id="{3CEE841C-4763-8E27-CAFE-4AAC092615CF}"/>
                  </a:ext>
                </a:extLst>
              </p:cNvPr>
              <p:cNvSpPr/>
              <p:nvPr/>
            </p:nvSpPr>
            <p:spPr>
              <a:xfrm>
                <a:off x="6154194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7" name="Freeform 47906">
                <a:extLst>
                  <a:ext uri="{FF2B5EF4-FFF2-40B4-BE49-F238E27FC236}">
                    <a16:creationId xmlns:a16="http://schemas.microsoft.com/office/drawing/2014/main" id="{CA56078E-995D-8659-CCB2-1853998061E5}"/>
                  </a:ext>
                </a:extLst>
              </p:cNvPr>
              <p:cNvSpPr/>
              <p:nvPr/>
            </p:nvSpPr>
            <p:spPr>
              <a:xfrm>
                <a:off x="61546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8" name="Freeform 47907">
                <a:extLst>
                  <a:ext uri="{FF2B5EF4-FFF2-40B4-BE49-F238E27FC236}">
                    <a16:creationId xmlns:a16="http://schemas.microsoft.com/office/drawing/2014/main" id="{E3877601-B5EC-E76A-89AF-E9C8D6A20A5D}"/>
                  </a:ext>
                </a:extLst>
              </p:cNvPr>
              <p:cNvSpPr/>
              <p:nvPr/>
            </p:nvSpPr>
            <p:spPr>
              <a:xfrm>
                <a:off x="61551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09" name="Freeform 47908">
                <a:extLst>
                  <a:ext uri="{FF2B5EF4-FFF2-40B4-BE49-F238E27FC236}">
                    <a16:creationId xmlns:a16="http://schemas.microsoft.com/office/drawing/2014/main" id="{2D9A825C-BF0D-1ACD-049E-ACC0E20271A2}"/>
                  </a:ext>
                </a:extLst>
              </p:cNvPr>
              <p:cNvSpPr/>
              <p:nvPr/>
            </p:nvSpPr>
            <p:spPr>
              <a:xfrm>
                <a:off x="615578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0" name="Freeform 47909">
                <a:extLst>
                  <a:ext uri="{FF2B5EF4-FFF2-40B4-BE49-F238E27FC236}">
                    <a16:creationId xmlns:a16="http://schemas.microsoft.com/office/drawing/2014/main" id="{28F44A5D-71B2-72B5-6C53-94473228F0B1}"/>
                  </a:ext>
                </a:extLst>
              </p:cNvPr>
              <p:cNvSpPr/>
              <p:nvPr/>
            </p:nvSpPr>
            <p:spPr>
              <a:xfrm>
                <a:off x="61562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1" name="Freeform 47910">
                <a:extLst>
                  <a:ext uri="{FF2B5EF4-FFF2-40B4-BE49-F238E27FC236}">
                    <a16:creationId xmlns:a16="http://schemas.microsoft.com/office/drawing/2014/main" id="{26A56EA4-CFD8-FFFA-F3F9-9E3BB7EB1996}"/>
                  </a:ext>
                </a:extLst>
              </p:cNvPr>
              <p:cNvSpPr/>
              <p:nvPr/>
            </p:nvSpPr>
            <p:spPr>
              <a:xfrm>
                <a:off x="61567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2" name="Freeform 47911">
                <a:extLst>
                  <a:ext uri="{FF2B5EF4-FFF2-40B4-BE49-F238E27FC236}">
                    <a16:creationId xmlns:a16="http://schemas.microsoft.com/office/drawing/2014/main" id="{11798564-B6B9-9A42-6404-B1790140BBCD}"/>
                  </a:ext>
                </a:extLst>
              </p:cNvPr>
              <p:cNvSpPr/>
              <p:nvPr/>
            </p:nvSpPr>
            <p:spPr>
              <a:xfrm>
                <a:off x="61573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3" name="Freeform 47912">
                <a:extLst>
                  <a:ext uri="{FF2B5EF4-FFF2-40B4-BE49-F238E27FC236}">
                    <a16:creationId xmlns:a16="http://schemas.microsoft.com/office/drawing/2014/main" id="{F1D78EA0-6EB6-21F3-CED8-01F46460E798}"/>
                  </a:ext>
                </a:extLst>
              </p:cNvPr>
              <p:cNvSpPr/>
              <p:nvPr/>
            </p:nvSpPr>
            <p:spPr>
              <a:xfrm>
                <a:off x="615786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4" name="Freeform 47913">
                <a:extLst>
                  <a:ext uri="{FF2B5EF4-FFF2-40B4-BE49-F238E27FC236}">
                    <a16:creationId xmlns:a16="http://schemas.microsoft.com/office/drawing/2014/main" id="{6D76EB1D-AA28-114C-4E66-9E88C7A4D6D1}"/>
                  </a:ext>
                </a:extLst>
              </p:cNvPr>
              <p:cNvSpPr/>
              <p:nvPr/>
            </p:nvSpPr>
            <p:spPr>
              <a:xfrm>
                <a:off x="61583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5" name="Freeform 47914">
                <a:extLst>
                  <a:ext uri="{FF2B5EF4-FFF2-40B4-BE49-F238E27FC236}">
                    <a16:creationId xmlns:a16="http://schemas.microsoft.com/office/drawing/2014/main" id="{6BC4D96A-9F5F-7306-2A81-1816AEA025AC}"/>
                  </a:ext>
                </a:extLst>
              </p:cNvPr>
              <p:cNvSpPr/>
              <p:nvPr/>
            </p:nvSpPr>
            <p:spPr>
              <a:xfrm>
                <a:off x="61588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6" name="Freeform 47915">
                <a:extLst>
                  <a:ext uri="{FF2B5EF4-FFF2-40B4-BE49-F238E27FC236}">
                    <a16:creationId xmlns:a16="http://schemas.microsoft.com/office/drawing/2014/main" id="{D4419782-7D76-062A-2659-0289E8AF8A50}"/>
                  </a:ext>
                </a:extLst>
              </p:cNvPr>
              <p:cNvSpPr/>
              <p:nvPr/>
            </p:nvSpPr>
            <p:spPr>
              <a:xfrm>
                <a:off x="61594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7" name="Freeform 47916">
                <a:extLst>
                  <a:ext uri="{FF2B5EF4-FFF2-40B4-BE49-F238E27FC236}">
                    <a16:creationId xmlns:a16="http://schemas.microsoft.com/office/drawing/2014/main" id="{1E5F8679-E54F-56CB-5A03-9384C5DF7E64}"/>
                  </a:ext>
                </a:extLst>
              </p:cNvPr>
              <p:cNvSpPr/>
              <p:nvPr/>
            </p:nvSpPr>
            <p:spPr>
              <a:xfrm>
                <a:off x="615994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8" name="Freeform 47917">
                <a:extLst>
                  <a:ext uri="{FF2B5EF4-FFF2-40B4-BE49-F238E27FC236}">
                    <a16:creationId xmlns:a16="http://schemas.microsoft.com/office/drawing/2014/main" id="{F2DF58FB-706D-E7D5-05F6-98BDEFA46A81}"/>
                  </a:ext>
                </a:extLst>
              </p:cNvPr>
              <p:cNvSpPr/>
              <p:nvPr/>
            </p:nvSpPr>
            <p:spPr>
              <a:xfrm>
                <a:off x="61604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19" name="Freeform 47918">
                <a:extLst>
                  <a:ext uri="{FF2B5EF4-FFF2-40B4-BE49-F238E27FC236}">
                    <a16:creationId xmlns:a16="http://schemas.microsoft.com/office/drawing/2014/main" id="{F159D152-29B0-2A6C-C7AB-678C8B80763F}"/>
                  </a:ext>
                </a:extLst>
              </p:cNvPr>
              <p:cNvSpPr/>
              <p:nvPr/>
            </p:nvSpPr>
            <p:spPr>
              <a:xfrm>
                <a:off x="616104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0" name="Freeform 47919">
                <a:extLst>
                  <a:ext uri="{FF2B5EF4-FFF2-40B4-BE49-F238E27FC236}">
                    <a16:creationId xmlns:a16="http://schemas.microsoft.com/office/drawing/2014/main" id="{4363F56B-EDBC-9CFB-0432-9D44394657BC}"/>
                  </a:ext>
                </a:extLst>
              </p:cNvPr>
              <p:cNvSpPr/>
              <p:nvPr/>
            </p:nvSpPr>
            <p:spPr>
              <a:xfrm>
                <a:off x="6161536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1" name="Freeform 47920">
                <a:extLst>
                  <a:ext uri="{FF2B5EF4-FFF2-40B4-BE49-F238E27FC236}">
                    <a16:creationId xmlns:a16="http://schemas.microsoft.com/office/drawing/2014/main" id="{D68EFBA4-A4DC-B834-EFAA-148E7074C14B}"/>
                  </a:ext>
                </a:extLst>
              </p:cNvPr>
              <p:cNvSpPr/>
              <p:nvPr/>
            </p:nvSpPr>
            <p:spPr>
              <a:xfrm>
                <a:off x="6162032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2" name="Freeform 47921">
                <a:extLst>
                  <a:ext uri="{FF2B5EF4-FFF2-40B4-BE49-F238E27FC236}">
                    <a16:creationId xmlns:a16="http://schemas.microsoft.com/office/drawing/2014/main" id="{96CF3874-3AA1-1F2B-5F1E-C0136356D6C8}"/>
                  </a:ext>
                </a:extLst>
              </p:cNvPr>
              <p:cNvSpPr/>
              <p:nvPr/>
            </p:nvSpPr>
            <p:spPr>
              <a:xfrm>
                <a:off x="6162627" y="5818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3" name="Freeform 47922">
                <a:extLst>
                  <a:ext uri="{FF2B5EF4-FFF2-40B4-BE49-F238E27FC236}">
                    <a16:creationId xmlns:a16="http://schemas.microsoft.com/office/drawing/2014/main" id="{83D85805-1D20-80E4-401D-28CCF0E64F20}"/>
                  </a:ext>
                </a:extLst>
              </p:cNvPr>
              <p:cNvSpPr/>
              <p:nvPr/>
            </p:nvSpPr>
            <p:spPr>
              <a:xfrm>
                <a:off x="6163123" y="5885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4" name="Freeform 47923">
                <a:extLst>
                  <a:ext uri="{FF2B5EF4-FFF2-40B4-BE49-F238E27FC236}">
                    <a16:creationId xmlns:a16="http://schemas.microsoft.com/office/drawing/2014/main" id="{4840B637-8A5D-D787-80BD-4891AD609942}"/>
                  </a:ext>
                </a:extLst>
              </p:cNvPr>
              <p:cNvSpPr/>
              <p:nvPr/>
            </p:nvSpPr>
            <p:spPr>
              <a:xfrm>
                <a:off x="6163620" y="5928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5" name="Freeform 47924">
                <a:extLst>
                  <a:ext uri="{FF2B5EF4-FFF2-40B4-BE49-F238E27FC236}">
                    <a16:creationId xmlns:a16="http://schemas.microsoft.com/office/drawing/2014/main" id="{30CD730F-FDC1-493E-5B76-7E63566173AA}"/>
                  </a:ext>
                </a:extLst>
              </p:cNvPr>
              <p:cNvSpPr/>
              <p:nvPr/>
            </p:nvSpPr>
            <p:spPr>
              <a:xfrm>
                <a:off x="6164215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6" name="Freeform 47925">
                <a:extLst>
                  <a:ext uri="{FF2B5EF4-FFF2-40B4-BE49-F238E27FC236}">
                    <a16:creationId xmlns:a16="http://schemas.microsoft.com/office/drawing/2014/main" id="{D4B5F2E9-6F77-954A-F00C-5BE5F85CE193}"/>
                  </a:ext>
                </a:extLst>
              </p:cNvPr>
              <p:cNvSpPr/>
              <p:nvPr/>
            </p:nvSpPr>
            <p:spPr>
              <a:xfrm>
                <a:off x="6164711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7" name="Freeform 47926">
                <a:extLst>
                  <a:ext uri="{FF2B5EF4-FFF2-40B4-BE49-F238E27FC236}">
                    <a16:creationId xmlns:a16="http://schemas.microsoft.com/office/drawing/2014/main" id="{3B3A61BE-DCD7-AAAB-720A-113A24854D04}"/>
                  </a:ext>
                </a:extLst>
              </p:cNvPr>
              <p:cNvSpPr/>
              <p:nvPr/>
            </p:nvSpPr>
            <p:spPr>
              <a:xfrm>
                <a:off x="6165207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8" name="Freeform 47927">
                <a:extLst>
                  <a:ext uri="{FF2B5EF4-FFF2-40B4-BE49-F238E27FC236}">
                    <a16:creationId xmlns:a16="http://schemas.microsoft.com/office/drawing/2014/main" id="{3DB2E100-F3D2-FD83-D768-60192E594AFE}"/>
                  </a:ext>
                </a:extLst>
              </p:cNvPr>
              <p:cNvSpPr/>
              <p:nvPr/>
            </p:nvSpPr>
            <p:spPr>
              <a:xfrm>
                <a:off x="6165802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29" name="Freeform 47928">
                <a:extLst>
                  <a:ext uri="{FF2B5EF4-FFF2-40B4-BE49-F238E27FC236}">
                    <a16:creationId xmlns:a16="http://schemas.microsoft.com/office/drawing/2014/main" id="{9B386926-1351-CDE5-F0F6-0AA8C9E6A9A4}"/>
                  </a:ext>
                </a:extLst>
              </p:cNvPr>
              <p:cNvSpPr/>
              <p:nvPr/>
            </p:nvSpPr>
            <p:spPr>
              <a:xfrm>
                <a:off x="6166298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0" name="Freeform 47929">
                <a:extLst>
                  <a:ext uri="{FF2B5EF4-FFF2-40B4-BE49-F238E27FC236}">
                    <a16:creationId xmlns:a16="http://schemas.microsoft.com/office/drawing/2014/main" id="{7F7C8916-01FF-70AA-527C-7BB48C5BEA99}"/>
                  </a:ext>
                </a:extLst>
              </p:cNvPr>
              <p:cNvSpPr/>
              <p:nvPr/>
            </p:nvSpPr>
            <p:spPr>
              <a:xfrm>
                <a:off x="6166795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1" name="Freeform 47930">
                <a:extLst>
                  <a:ext uri="{FF2B5EF4-FFF2-40B4-BE49-F238E27FC236}">
                    <a16:creationId xmlns:a16="http://schemas.microsoft.com/office/drawing/2014/main" id="{A95C7692-377D-80B1-57C0-4CEED09C8F35}"/>
                  </a:ext>
                </a:extLst>
              </p:cNvPr>
              <p:cNvSpPr/>
              <p:nvPr/>
            </p:nvSpPr>
            <p:spPr>
              <a:xfrm>
                <a:off x="61673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2" name="Freeform 47931">
                <a:extLst>
                  <a:ext uri="{FF2B5EF4-FFF2-40B4-BE49-F238E27FC236}">
                    <a16:creationId xmlns:a16="http://schemas.microsoft.com/office/drawing/2014/main" id="{18B77AE7-DED7-82D3-D65B-356DBEB6128F}"/>
                  </a:ext>
                </a:extLst>
              </p:cNvPr>
              <p:cNvSpPr/>
              <p:nvPr/>
            </p:nvSpPr>
            <p:spPr>
              <a:xfrm>
                <a:off x="61678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3" name="Freeform 47932">
                <a:extLst>
                  <a:ext uri="{FF2B5EF4-FFF2-40B4-BE49-F238E27FC236}">
                    <a16:creationId xmlns:a16="http://schemas.microsoft.com/office/drawing/2014/main" id="{26A4DE27-D18D-7886-D71F-80ADA2C284D8}"/>
                  </a:ext>
                </a:extLst>
              </p:cNvPr>
              <p:cNvSpPr/>
              <p:nvPr/>
            </p:nvSpPr>
            <p:spPr>
              <a:xfrm>
                <a:off x="616838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4" name="Freeform 47933">
                <a:extLst>
                  <a:ext uri="{FF2B5EF4-FFF2-40B4-BE49-F238E27FC236}">
                    <a16:creationId xmlns:a16="http://schemas.microsoft.com/office/drawing/2014/main" id="{3DF1F437-575C-73D8-A8E5-0661EBF8F118}"/>
                  </a:ext>
                </a:extLst>
              </p:cNvPr>
              <p:cNvSpPr/>
              <p:nvPr/>
            </p:nvSpPr>
            <p:spPr>
              <a:xfrm>
                <a:off x="61689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5" name="Freeform 47934">
                <a:extLst>
                  <a:ext uri="{FF2B5EF4-FFF2-40B4-BE49-F238E27FC236}">
                    <a16:creationId xmlns:a16="http://schemas.microsoft.com/office/drawing/2014/main" id="{E4794A18-A99B-BB4B-0FEE-7C30B277CDE0}"/>
                  </a:ext>
                </a:extLst>
              </p:cNvPr>
              <p:cNvSpPr/>
              <p:nvPr/>
            </p:nvSpPr>
            <p:spPr>
              <a:xfrm>
                <a:off x="61694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6" name="Freeform 47935">
                <a:extLst>
                  <a:ext uri="{FF2B5EF4-FFF2-40B4-BE49-F238E27FC236}">
                    <a16:creationId xmlns:a16="http://schemas.microsoft.com/office/drawing/2014/main" id="{BD4123BB-A45D-1870-1E6D-463335358B3A}"/>
                  </a:ext>
                </a:extLst>
              </p:cNvPr>
              <p:cNvSpPr/>
              <p:nvPr/>
            </p:nvSpPr>
            <p:spPr>
              <a:xfrm>
                <a:off x="61699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7" name="Freeform 47936">
                <a:extLst>
                  <a:ext uri="{FF2B5EF4-FFF2-40B4-BE49-F238E27FC236}">
                    <a16:creationId xmlns:a16="http://schemas.microsoft.com/office/drawing/2014/main" id="{1C104884-4A40-6191-EE24-5532294ECCB0}"/>
                  </a:ext>
                </a:extLst>
              </p:cNvPr>
              <p:cNvSpPr/>
              <p:nvPr/>
            </p:nvSpPr>
            <p:spPr>
              <a:xfrm>
                <a:off x="61704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8" name="Freeform 47937">
                <a:extLst>
                  <a:ext uri="{FF2B5EF4-FFF2-40B4-BE49-F238E27FC236}">
                    <a16:creationId xmlns:a16="http://schemas.microsoft.com/office/drawing/2014/main" id="{6732929E-5FD4-7A5B-3906-6DDE3C6EEF80}"/>
                  </a:ext>
                </a:extLst>
              </p:cNvPr>
              <p:cNvSpPr/>
              <p:nvPr/>
            </p:nvSpPr>
            <p:spPr>
              <a:xfrm>
                <a:off x="61710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39" name="Freeform 47938">
                <a:extLst>
                  <a:ext uri="{FF2B5EF4-FFF2-40B4-BE49-F238E27FC236}">
                    <a16:creationId xmlns:a16="http://schemas.microsoft.com/office/drawing/2014/main" id="{AA5B6586-220F-159A-F682-088D1C841187}"/>
                  </a:ext>
                </a:extLst>
              </p:cNvPr>
              <p:cNvSpPr/>
              <p:nvPr/>
            </p:nvSpPr>
            <p:spPr>
              <a:xfrm>
                <a:off x="61715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0" name="Freeform 47939">
                <a:extLst>
                  <a:ext uri="{FF2B5EF4-FFF2-40B4-BE49-F238E27FC236}">
                    <a16:creationId xmlns:a16="http://schemas.microsoft.com/office/drawing/2014/main" id="{76979D9D-356F-9D3C-AF7A-0A6FA23C5C55}"/>
                  </a:ext>
                </a:extLst>
              </p:cNvPr>
              <p:cNvSpPr/>
              <p:nvPr/>
            </p:nvSpPr>
            <p:spPr>
              <a:xfrm>
                <a:off x="61720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1" name="Freeform 47940">
                <a:extLst>
                  <a:ext uri="{FF2B5EF4-FFF2-40B4-BE49-F238E27FC236}">
                    <a16:creationId xmlns:a16="http://schemas.microsoft.com/office/drawing/2014/main" id="{52602825-9CD5-B270-2781-2FEBA0779288}"/>
                  </a:ext>
                </a:extLst>
              </p:cNvPr>
              <p:cNvSpPr/>
              <p:nvPr/>
            </p:nvSpPr>
            <p:spPr>
              <a:xfrm>
                <a:off x="61726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2" name="Freeform 47941">
                <a:extLst>
                  <a:ext uri="{FF2B5EF4-FFF2-40B4-BE49-F238E27FC236}">
                    <a16:creationId xmlns:a16="http://schemas.microsoft.com/office/drawing/2014/main" id="{353B256E-4DD8-8617-184E-BE0BA87E1E81}"/>
                  </a:ext>
                </a:extLst>
              </p:cNvPr>
              <p:cNvSpPr/>
              <p:nvPr/>
            </p:nvSpPr>
            <p:spPr>
              <a:xfrm>
                <a:off x="61731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3" name="Freeform 47942">
                <a:extLst>
                  <a:ext uri="{FF2B5EF4-FFF2-40B4-BE49-F238E27FC236}">
                    <a16:creationId xmlns:a16="http://schemas.microsoft.com/office/drawing/2014/main" id="{7B489252-7AD9-2FA1-EBE3-974BBF5C84E1}"/>
                  </a:ext>
                </a:extLst>
              </p:cNvPr>
              <p:cNvSpPr/>
              <p:nvPr/>
            </p:nvSpPr>
            <p:spPr>
              <a:xfrm>
                <a:off x="61736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4" name="Freeform 47943">
                <a:extLst>
                  <a:ext uri="{FF2B5EF4-FFF2-40B4-BE49-F238E27FC236}">
                    <a16:creationId xmlns:a16="http://schemas.microsoft.com/office/drawing/2014/main" id="{32597711-AF26-04F9-1125-A9E3A05354C8}"/>
                  </a:ext>
                </a:extLst>
              </p:cNvPr>
              <p:cNvSpPr/>
              <p:nvPr/>
            </p:nvSpPr>
            <p:spPr>
              <a:xfrm>
                <a:off x="6174236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5" name="Freeform 47944">
                <a:extLst>
                  <a:ext uri="{FF2B5EF4-FFF2-40B4-BE49-F238E27FC236}">
                    <a16:creationId xmlns:a16="http://schemas.microsoft.com/office/drawing/2014/main" id="{2D6968A5-C806-42BA-C19B-FCF45D211563}"/>
                  </a:ext>
                </a:extLst>
              </p:cNvPr>
              <p:cNvSpPr/>
              <p:nvPr/>
            </p:nvSpPr>
            <p:spPr>
              <a:xfrm>
                <a:off x="6174732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6" name="Freeform 47945">
                <a:extLst>
                  <a:ext uri="{FF2B5EF4-FFF2-40B4-BE49-F238E27FC236}">
                    <a16:creationId xmlns:a16="http://schemas.microsoft.com/office/drawing/2014/main" id="{455A2309-FE06-E238-2835-32BE937B485D}"/>
                  </a:ext>
                </a:extLst>
              </p:cNvPr>
              <p:cNvSpPr/>
              <p:nvPr/>
            </p:nvSpPr>
            <p:spPr>
              <a:xfrm>
                <a:off x="6175228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7" name="Freeform 47946">
                <a:extLst>
                  <a:ext uri="{FF2B5EF4-FFF2-40B4-BE49-F238E27FC236}">
                    <a16:creationId xmlns:a16="http://schemas.microsoft.com/office/drawing/2014/main" id="{2B17BF75-3DC8-46B6-1BEA-A78688476E23}"/>
                  </a:ext>
                </a:extLst>
              </p:cNvPr>
              <p:cNvSpPr/>
              <p:nvPr/>
            </p:nvSpPr>
            <p:spPr>
              <a:xfrm>
                <a:off x="6175823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8" name="Freeform 47947">
                <a:extLst>
                  <a:ext uri="{FF2B5EF4-FFF2-40B4-BE49-F238E27FC236}">
                    <a16:creationId xmlns:a16="http://schemas.microsoft.com/office/drawing/2014/main" id="{363848AF-8EBF-92B4-E627-B7A4F57A90E7}"/>
                  </a:ext>
                </a:extLst>
              </p:cNvPr>
              <p:cNvSpPr/>
              <p:nvPr/>
            </p:nvSpPr>
            <p:spPr>
              <a:xfrm>
                <a:off x="6176320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49" name="Freeform 47948">
                <a:extLst>
                  <a:ext uri="{FF2B5EF4-FFF2-40B4-BE49-F238E27FC236}">
                    <a16:creationId xmlns:a16="http://schemas.microsoft.com/office/drawing/2014/main" id="{C41F6B1B-1927-DF53-0AC7-0AA3E24B447E}"/>
                  </a:ext>
                </a:extLst>
              </p:cNvPr>
              <p:cNvSpPr/>
              <p:nvPr/>
            </p:nvSpPr>
            <p:spPr>
              <a:xfrm>
                <a:off x="6176816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0" name="Freeform 47949">
                <a:extLst>
                  <a:ext uri="{FF2B5EF4-FFF2-40B4-BE49-F238E27FC236}">
                    <a16:creationId xmlns:a16="http://schemas.microsoft.com/office/drawing/2014/main" id="{D859197D-3A0B-C7AA-118C-635AFE23749D}"/>
                  </a:ext>
                </a:extLst>
              </p:cNvPr>
              <p:cNvSpPr/>
              <p:nvPr/>
            </p:nvSpPr>
            <p:spPr>
              <a:xfrm>
                <a:off x="6177411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1" name="Freeform 47950">
                <a:extLst>
                  <a:ext uri="{FF2B5EF4-FFF2-40B4-BE49-F238E27FC236}">
                    <a16:creationId xmlns:a16="http://schemas.microsoft.com/office/drawing/2014/main" id="{DE3FB03E-1F3B-6C32-49D0-F7119031DA6E}"/>
                  </a:ext>
                </a:extLst>
              </p:cNvPr>
              <p:cNvSpPr/>
              <p:nvPr/>
            </p:nvSpPr>
            <p:spPr>
              <a:xfrm>
                <a:off x="6177907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2" name="Freeform 47951">
                <a:extLst>
                  <a:ext uri="{FF2B5EF4-FFF2-40B4-BE49-F238E27FC236}">
                    <a16:creationId xmlns:a16="http://schemas.microsoft.com/office/drawing/2014/main" id="{69329E2E-6BD7-BD73-607A-17A0EC7D4340}"/>
                  </a:ext>
                </a:extLst>
              </p:cNvPr>
              <p:cNvSpPr/>
              <p:nvPr/>
            </p:nvSpPr>
            <p:spPr>
              <a:xfrm>
                <a:off x="6178403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3" name="Freeform 47952">
                <a:extLst>
                  <a:ext uri="{FF2B5EF4-FFF2-40B4-BE49-F238E27FC236}">
                    <a16:creationId xmlns:a16="http://schemas.microsoft.com/office/drawing/2014/main" id="{59ADEE52-5DD1-862D-58E1-8EF263AFA754}"/>
                  </a:ext>
                </a:extLst>
              </p:cNvPr>
              <p:cNvSpPr/>
              <p:nvPr/>
            </p:nvSpPr>
            <p:spPr>
              <a:xfrm>
                <a:off x="6178998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4" name="Freeform 47953">
                <a:extLst>
                  <a:ext uri="{FF2B5EF4-FFF2-40B4-BE49-F238E27FC236}">
                    <a16:creationId xmlns:a16="http://schemas.microsoft.com/office/drawing/2014/main" id="{4DE9BB7A-DB0F-86F1-8E73-E34EFA131C42}"/>
                  </a:ext>
                </a:extLst>
              </p:cNvPr>
              <p:cNvSpPr/>
              <p:nvPr/>
            </p:nvSpPr>
            <p:spPr>
              <a:xfrm>
                <a:off x="6179495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5" name="Freeform 47954">
                <a:extLst>
                  <a:ext uri="{FF2B5EF4-FFF2-40B4-BE49-F238E27FC236}">
                    <a16:creationId xmlns:a16="http://schemas.microsoft.com/office/drawing/2014/main" id="{7CCF235D-8719-BD7F-E84F-FB113EDD2AD7}"/>
                  </a:ext>
                </a:extLst>
              </p:cNvPr>
              <p:cNvSpPr/>
              <p:nvPr/>
            </p:nvSpPr>
            <p:spPr>
              <a:xfrm>
                <a:off x="61799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6" name="Freeform 47955">
                <a:extLst>
                  <a:ext uri="{FF2B5EF4-FFF2-40B4-BE49-F238E27FC236}">
                    <a16:creationId xmlns:a16="http://schemas.microsoft.com/office/drawing/2014/main" id="{BD231508-1F34-D99E-6E45-8480392D382D}"/>
                  </a:ext>
                </a:extLst>
              </p:cNvPr>
              <p:cNvSpPr/>
              <p:nvPr/>
            </p:nvSpPr>
            <p:spPr>
              <a:xfrm>
                <a:off x="61805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7" name="Freeform 47956">
                <a:extLst>
                  <a:ext uri="{FF2B5EF4-FFF2-40B4-BE49-F238E27FC236}">
                    <a16:creationId xmlns:a16="http://schemas.microsoft.com/office/drawing/2014/main" id="{CCFEF537-DDAD-5A0E-8106-AEA2A24EC958}"/>
                  </a:ext>
                </a:extLst>
              </p:cNvPr>
              <p:cNvSpPr/>
              <p:nvPr/>
            </p:nvSpPr>
            <p:spPr>
              <a:xfrm>
                <a:off x="61810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8" name="Freeform 47957">
                <a:extLst>
                  <a:ext uri="{FF2B5EF4-FFF2-40B4-BE49-F238E27FC236}">
                    <a16:creationId xmlns:a16="http://schemas.microsoft.com/office/drawing/2014/main" id="{9B959DA5-634B-4149-6FA7-C29BD8317538}"/>
                  </a:ext>
                </a:extLst>
              </p:cNvPr>
              <p:cNvSpPr/>
              <p:nvPr/>
            </p:nvSpPr>
            <p:spPr>
              <a:xfrm>
                <a:off x="618157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59" name="Freeform 47958">
                <a:extLst>
                  <a:ext uri="{FF2B5EF4-FFF2-40B4-BE49-F238E27FC236}">
                    <a16:creationId xmlns:a16="http://schemas.microsoft.com/office/drawing/2014/main" id="{9687C11B-C79B-1C47-B01D-64323A0E9963}"/>
                  </a:ext>
                </a:extLst>
              </p:cNvPr>
              <p:cNvSpPr/>
              <p:nvPr/>
            </p:nvSpPr>
            <p:spPr>
              <a:xfrm>
                <a:off x="61821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0" name="Freeform 47959">
                <a:extLst>
                  <a:ext uri="{FF2B5EF4-FFF2-40B4-BE49-F238E27FC236}">
                    <a16:creationId xmlns:a16="http://schemas.microsoft.com/office/drawing/2014/main" id="{5F80C376-3D8A-D5BB-B044-40136BF696AD}"/>
                  </a:ext>
                </a:extLst>
              </p:cNvPr>
              <p:cNvSpPr/>
              <p:nvPr/>
            </p:nvSpPr>
            <p:spPr>
              <a:xfrm>
                <a:off x="61826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1" name="Freeform 47960">
                <a:extLst>
                  <a:ext uri="{FF2B5EF4-FFF2-40B4-BE49-F238E27FC236}">
                    <a16:creationId xmlns:a16="http://schemas.microsoft.com/office/drawing/2014/main" id="{2AAAE62B-2843-E866-09E7-C9AFD68DBE5E}"/>
                  </a:ext>
                </a:extLst>
              </p:cNvPr>
              <p:cNvSpPr/>
              <p:nvPr/>
            </p:nvSpPr>
            <p:spPr>
              <a:xfrm>
                <a:off x="61831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2" name="Freeform 47961">
                <a:extLst>
                  <a:ext uri="{FF2B5EF4-FFF2-40B4-BE49-F238E27FC236}">
                    <a16:creationId xmlns:a16="http://schemas.microsoft.com/office/drawing/2014/main" id="{98B55C30-E470-1DB0-9E2E-0E5816CA4F00}"/>
                  </a:ext>
                </a:extLst>
              </p:cNvPr>
              <p:cNvSpPr/>
              <p:nvPr/>
            </p:nvSpPr>
            <p:spPr>
              <a:xfrm>
                <a:off x="61836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3" name="Freeform 47962">
                <a:extLst>
                  <a:ext uri="{FF2B5EF4-FFF2-40B4-BE49-F238E27FC236}">
                    <a16:creationId xmlns:a16="http://schemas.microsoft.com/office/drawing/2014/main" id="{C879E84E-6D90-C722-1280-6DE96D83180D}"/>
                  </a:ext>
                </a:extLst>
              </p:cNvPr>
              <p:cNvSpPr/>
              <p:nvPr/>
            </p:nvSpPr>
            <p:spPr>
              <a:xfrm>
                <a:off x="61842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4" name="Freeform 47963">
                <a:extLst>
                  <a:ext uri="{FF2B5EF4-FFF2-40B4-BE49-F238E27FC236}">
                    <a16:creationId xmlns:a16="http://schemas.microsoft.com/office/drawing/2014/main" id="{A43B6720-8BE4-13F6-71C7-2300B4BEAD85}"/>
                  </a:ext>
                </a:extLst>
              </p:cNvPr>
              <p:cNvSpPr/>
              <p:nvPr/>
            </p:nvSpPr>
            <p:spPr>
              <a:xfrm>
                <a:off x="61847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5" name="Freeform 47964">
                <a:extLst>
                  <a:ext uri="{FF2B5EF4-FFF2-40B4-BE49-F238E27FC236}">
                    <a16:creationId xmlns:a16="http://schemas.microsoft.com/office/drawing/2014/main" id="{030EF855-8CC2-28B6-ECE1-315B04D03D4D}"/>
                  </a:ext>
                </a:extLst>
              </p:cNvPr>
              <p:cNvSpPr/>
              <p:nvPr/>
            </p:nvSpPr>
            <p:spPr>
              <a:xfrm>
                <a:off x="61852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6" name="Freeform 47965">
                <a:extLst>
                  <a:ext uri="{FF2B5EF4-FFF2-40B4-BE49-F238E27FC236}">
                    <a16:creationId xmlns:a16="http://schemas.microsoft.com/office/drawing/2014/main" id="{A72778C6-D657-E6CE-7672-3D7992C76B26}"/>
                  </a:ext>
                </a:extLst>
              </p:cNvPr>
              <p:cNvSpPr/>
              <p:nvPr/>
            </p:nvSpPr>
            <p:spPr>
              <a:xfrm>
                <a:off x="61858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7" name="Freeform 47966">
                <a:extLst>
                  <a:ext uri="{FF2B5EF4-FFF2-40B4-BE49-F238E27FC236}">
                    <a16:creationId xmlns:a16="http://schemas.microsoft.com/office/drawing/2014/main" id="{CCC19D6A-506F-37DA-1B6B-886D44440561}"/>
                  </a:ext>
                </a:extLst>
              </p:cNvPr>
              <p:cNvSpPr/>
              <p:nvPr/>
            </p:nvSpPr>
            <p:spPr>
              <a:xfrm>
                <a:off x="618634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8" name="Freeform 47967">
                <a:extLst>
                  <a:ext uri="{FF2B5EF4-FFF2-40B4-BE49-F238E27FC236}">
                    <a16:creationId xmlns:a16="http://schemas.microsoft.com/office/drawing/2014/main" id="{8DD276BF-D905-9103-0A49-29A47608AE5F}"/>
                  </a:ext>
                </a:extLst>
              </p:cNvPr>
              <p:cNvSpPr/>
              <p:nvPr/>
            </p:nvSpPr>
            <p:spPr>
              <a:xfrm>
                <a:off x="6186837" y="583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69" name="Freeform 47968">
                <a:extLst>
                  <a:ext uri="{FF2B5EF4-FFF2-40B4-BE49-F238E27FC236}">
                    <a16:creationId xmlns:a16="http://schemas.microsoft.com/office/drawing/2014/main" id="{AB2255C1-B82B-2D16-3043-C3077C0268F3}"/>
                  </a:ext>
                </a:extLst>
              </p:cNvPr>
              <p:cNvSpPr/>
              <p:nvPr/>
            </p:nvSpPr>
            <p:spPr>
              <a:xfrm>
                <a:off x="6187432" y="5827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0" name="Freeform 47969">
                <a:extLst>
                  <a:ext uri="{FF2B5EF4-FFF2-40B4-BE49-F238E27FC236}">
                    <a16:creationId xmlns:a16="http://schemas.microsoft.com/office/drawing/2014/main" id="{2F17F4F3-BC88-DADE-FEF8-4BEDC1B491EB}"/>
                  </a:ext>
                </a:extLst>
              </p:cNvPr>
              <p:cNvSpPr/>
              <p:nvPr/>
            </p:nvSpPr>
            <p:spPr>
              <a:xfrm>
                <a:off x="6187928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1" name="Freeform 47970">
                <a:extLst>
                  <a:ext uri="{FF2B5EF4-FFF2-40B4-BE49-F238E27FC236}">
                    <a16:creationId xmlns:a16="http://schemas.microsoft.com/office/drawing/2014/main" id="{E0DD93A2-914C-366E-F49E-D47BC6914DD0}"/>
                  </a:ext>
                </a:extLst>
              </p:cNvPr>
              <p:cNvSpPr/>
              <p:nvPr/>
            </p:nvSpPr>
            <p:spPr>
              <a:xfrm>
                <a:off x="6188424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2" name="Freeform 47971">
                <a:extLst>
                  <a:ext uri="{FF2B5EF4-FFF2-40B4-BE49-F238E27FC236}">
                    <a16:creationId xmlns:a16="http://schemas.microsoft.com/office/drawing/2014/main" id="{8CB1D4BC-153F-343A-033B-8F85830D08B8}"/>
                  </a:ext>
                </a:extLst>
              </p:cNvPr>
              <p:cNvSpPr/>
              <p:nvPr/>
            </p:nvSpPr>
            <p:spPr>
              <a:xfrm>
                <a:off x="6189020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3" name="Freeform 47972">
                <a:extLst>
                  <a:ext uri="{FF2B5EF4-FFF2-40B4-BE49-F238E27FC236}">
                    <a16:creationId xmlns:a16="http://schemas.microsoft.com/office/drawing/2014/main" id="{F99B8A65-DEFB-E463-1889-E208D79ED668}"/>
                  </a:ext>
                </a:extLst>
              </p:cNvPr>
              <p:cNvSpPr/>
              <p:nvPr/>
            </p:nvSpPr>
            <p:spPr>
              <a:xfrm>
                <a:off x="6189516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4" name="Freeform 47973">
                <a:extLst>
                  <a:ext uri="{FF2B5EF4-FFF2-40B4-BE49-F238E27FC236}">
                    <a16:creationId xmlns:a16="http://schemas.microsoft.com/office/drawing/2014/main" id="{4C6A91BA-CE05-1142-1DDC-F82DA73E79C7}"/>
                  </a:ext>
                </a:extLst>
              </p:cNvPr>
              <p:cNvSpPr/>
              <p:nvPr/>
            </p:nvSpPr>
            <p:spPr>
              <a:xfrm>
                <a:off x="6190012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5" name="Freeform 47974">
                <a:extLst>
                  <a:ext uri="{FF2B5EF4-FFF2-40B4-BE49-F238E27FC236}">
                    <a16:creationId xmlns:a16="http://schemas.microsoft.com/office/drawing/2014/main" id="{19ED23D9-96C5-6A61-CBE5-D9350AB2A62C}"/>
                  </a:ext>
                </a:extLst>
              </p:cNvPr>
              <p:cNvSpPr/>
              <p:nvPr/>
            </p:nvSpPr>
            <p:spPr>
              <a:xfrm>
                <a:off x="6190607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6" name="Freeform 47975">
                <a:extLst>
                  <a:ext uri="{FF2B5EF4-FFF2-40B4-BE49-F238E27FC236}">
                    <a16:creationId xmlns:a16="http://schemas.microsoft.com/office/drawing/2014/main" id="{F4C24FE5-1528-2CD5-1101-952DE2A2157E}"/>
                  </a:ext>
                </a:extLst>
              </p:cNvPr>
              <p:cNvSpPr/>
              <p:nvPr/>
            </p:nvSpPr>
            <p:spPr>
              <a:xfrm>
                <a:off x="6191103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7" name="Freeform 47976">
                <a:extLst>
                  <a:ext uri="{FF2B5EF4-FFF2-40B4-BE49-F238E27FC236}">
                    <a16:creationId xmlns:a16="http://schemas.microsoft.com/office/drawing/2014/main" id="{70D0E21F-3C7F-539D-48B4-B6890E275DF3}"/>
                  </a:ext>
                </a:extLst>
              </p:cNvPr>
              <p:cNvSpPr/>
              <p:nvPr/>
            </p:nvSpPr>
            <p:spPr>
              <a:xfrm>
                <a:off x="6191599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8" name="Freeform 47977">
                <a:extLst>
                  <a:ext uri="{FF2B5EF4-FFF2-40B4-BE49-F238E27FC236}">
                    <a16:creationId xmlns:a16="http://schemas.microsoft.com/office/drawing/2014/main" id="{9DDF8C35-AFEC-8997-C9A0-9DC569850196}"/>
                  </a:ext>
                </a:extLst>
              </p:cNvPr>
              <p:cNvSpPr/>
              <p:nvPr/>
            </p:nvSpPr>
            <p:spPr>
              <a:xfrm>
                <a:off x="6192195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79" name="Freeform 47978">
                <a:extLst>
                  <a:ext uri="{FF2B5EF4-FFF2-40B4-BE49-F238E27FC236}">
                    <a16:creationId xmlns:a16="http://schemas.microsoft.com/office/drawing/2014/main" id="{4E0D85EC-5363-A393-9D15-3522AFE43A2C}"/>
                  </a:ext>
                </a:extLst>
              </p:cNvPr>
              <p:cNvSpPr/>
              <p:nvPr/>
            </p:nvSpPr>
            <p:spPr>
              <a:xfrm>
                <a:off x="61926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0" name="Freeform 47979">
                <a:extLst>
                  <a:ext uri="{FF2B5EF4-FFF2-40B4-BE49-F238E27FC236}">
                    <a16:creationId xmlns:a16="http://schemas.microsoft.com/office/drawing/2014/main" id="{9E170913-87C4-77C2-5C87-92EC8FAAA416}"/>
                  </a:ext>
                </a:extLst>
              </p:cNvPr>
              <p:cNvSpPr/>
              <p:nvPr/>
            </p:nvSpPr>
            <p:spPr>
              <a:xfrm>
                <a:off x="619318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1" name="Freeform 47980">
                <a:extLst>
                  <a:ext uri="{FF2B5EF4-FFF2-40B4-BE49-F238E27FC236}">
                    <a16:creationId xmlns:a16="http://schemas.microsoft.com/office/drawing/2014/main" id="{6EA8859E-D120-884D-7808-2B1AF4BAD28C}"/>
                  </a:ext>
                </a:extLst>
              </p:cNvPr>
              <p:cNvSpPr/>
              <p:nvPr/>
            </p:nvSpPr>
            <p:spPr>
              <a:xfrm>
                <a:off x="619378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2" name="Freeform 47981">
                <a:extLst>
                  <a:ext uri="{FF2B5EF4-FFF2-40B4-BE49-F238E27FC236}">
                    <a16:creationId xmlns:a16="http://schemas.microsoft.com/office/drawing/2014/main" id="{E071890C-ACD9-0EA8-FBDD-C700D36C7209}"/>
                  </a:ext>
                </a:extLst>
              </p:cNvPr>
              <p:cNvSpPr/>
              <p:nvPr/>
            </p:nvSpPr>
            <p:spPr>
              <a:xfrm>
                <a:off x="619427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3" name="Freeform 47982">
                <a:extLst>
                  <a:ext uri="{FF2B5EF4-FFF2-40B4-BE49-F238E27FC236}">
                    <a16:creationId xmlns:a16="http://schemas.microsoft.com/office/drawing/2014/main" id="{04EACF6E-A1B4-E0B3-4BA6-22BAF9DC3FB6}"/>
                  </a:ext>
                </a:extLst>
              </p:cNvPr>
              <p:cNvSpPr/>
              <p:nvPr/>
            </p:nvSpPr>
            <p:spPr>
              <a:xfrm>
                <a:off x="61947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4" name="Freeform 47983">
                <a:extLst>
                  <a:ext uri="{FF2B5EF4-FFF2-40B4-BE49-F238E27FC236}">
                    <a16:creationId xmlns:a16="http://schemas.microsoft.com/office/drawing/2014/main" id="{C809D12B-3FD4-C2F9-E9DB-BE61084AB15B}"/>
                  </a:ext>
                </a:extLst>
              </p:cNvPr>
              <p:cNvSpPr/>
              <p:nvPr/>
            </p:nvSpPr>
            <p:spPr>
              <a:xfrm>
                <a:off x="61952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5" name="Freeform 47984">
                <a:extLst>
                  <a:ext uri="{FF2B5EF4-FFF2-40B4-BE49-F238E27FC236}">
                    <a16:creationId xmlns:a16="http://schemas.microsoft.com/office/drawing/2014/main" id="{D189BC35-CE1B-7C23-2834-54D308EF82C9}"/>
                  </a:ext>
                </a:extLst>
              </p:cNvPr>
              <p:cNvSpPr/>
              <p:nvPr/>
            </p:nvSpPr>
            <p:spPr>
              <a:xfrm>
                <a:off x="61958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6" name="Freeform 47985">
                <a:extLst>
                  <a:ext uri="{FF2B5EF4-FFF2-40B4-BE49-F238E27FC236}">
                    <a16:creationId xmlns:a16="http://schemas.microsoft.com/office/drawing/2014/main" id="{85E34852-A34D-A272-8AF4-D3189823E2B4}"/>
                  </a:ext>
                </a:extLst>
              </p:cNvPr>
              <p:cNvSpPr/>
              <p:nvPr/>
            </p:nvSpPr>
            <p:spPr>
              <a:xfrm>
                <a:off x="61963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7" name="Freeform 47986">
                <a:extLst>
                  <a:ext uri="{FF2B5EF4-FFF2-40B4-BE49-F238E27FC236}">
                    <a16:creationId xmlns:a16="http://schemas.microsoft.com/office/drawing/2014/main" id="{AFB36F39-FF40-09BD-0F7D-B167A02221FA}"/>
                  </a:ext>
                </a:extLst>
              </p:cNvPr>
              <p:cNvSpPr/>
              <p:nvPr/>
            </p:nvSpPr>
            <p:spPr>
              <a:xfrm>
                <a:off x="61968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8" name="Freeform 47987">
                <a:extLst>
                  <a:ext uri="{FF2B5EF4-FFF2-40B4-BE49-F238E27FC236}">
                    <a16:creationId xmlns:a16="http://schemas.microsoft.com/office/drawing/2014/main" id="{EEF566E7-67B9-F65A-D11B-395C5612067F}"/>
                  </a:ext>
                </a:extLst>
              </p:cNvPr>
              <p:cNvSpPr/>
              <p:nvPr/>
            </p:nvSpPr>
            <p:spPr>
              <a:xfrm>
                <a:off x="61974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89" name="Freeform 47988">
                <a:extLst>
                  <a:ext uri="{FF2B5EF4-FFF2-40B4-BE49-F238E27FC236}">
                    <a16:creationId xmlns:a16="http://schemas.microsoft.com/office/drawing/2014/main" id="{8D0AD3B2-C653-AF90-628D-9B34E52F91E9}"/>
                  </a:ext>
                </a:extLst>
              </p:cNvPr>
              <p:cNvSpPr/>
              <p:nvPr/>
            </p:nvSpPr>
            <p:spPr>
              <a:xfrm>
                <a:off x="61979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0" name="Freeform 47989">
                <a:extLst>
                  <a:ext uri="{FF2B5EF4-FFF2-40B4-BE49-F238E27FC236}">
                    <a16:creationId xmlns:a16="http://schemas.microsoft.com/office/drawing/2014/main" id="{7039A6FA-6026-23D6-8087-FCF0AB85E986}"/>
                  </a:ext>
                </a:extLst>
              </p:cNvPr>
              <p:cNvSpPr/>
              <p:nvPr/>
            </p:nvSpPr>
            <p:spPr>
              <a:xfrm>
                <a:off x="619844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1" name="Freeform 47990">
                <a:extLst>
                  <a:ext uri="{FF2B5EF4-FFF2-40B4-BE49-F238E27FC236}">
                    <a16:creationId xmlns:a16="http://schemas.microsoft.com/office/drawing/2014/main" id="{A41A6C32-EFDD-59B6-5AC4-DBC54722C0DF}"/>
                  </a:ext>
                </a:extLst>
              </p:cNvPr>
              <p:cNvSpPr/>
              <p:nvPr/>
            </p:nvSpPr>
            <p:spPr>
              <a:xfrm>
                <a:off x="6199041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2" name="Freeform 47991">
                <a:extLst>
                  <a:ext uri="{FF2B5EF4-FFF2-40B4-BE49-F238E27FC236}">
                    <a16:creationId xmlns:a16="http://schemas.microsoft.com/office/drawing/2014/main" id="{9C112063-540B-0F8F-F0B2-3003D7B1BEA4}"/>
                  </a:ext>
                </a:extLst>
              </p:cNvPr>
              <p:cNvSpPr/>
              <p:nvPr/>
            </p:nvSpPr>
            <p:spPr>
              <a:xfrm>
                <a:off x="6199537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3" name="Freeform 47992">
                <a:extLst>
                  <a:ext uri="{FF2B5EF4-FFF2-40B4-BE49-F238E27FC236}">
                    <a16:creationId xmlns:a16="http://schemas.microsoft.com/office/drawing/2014/main" id="{1F26F0E5-1D80-4AFD-5874-0DDDFA2DF3BC}"/>
                  </a:ext>
                </a:extLst>
              </p:cNvPr>
              <p:cNvSpPr/>
              <p:nvPr/>
            </p:nvSpPr>
            <p:spPr>
              <a:xfrm>
                <a:off x="6200033" y="5800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4" name="Freeform 47993">
                <a:extLst>
                  <a:ext uri="{FF2B5EF4-FFF2-40B4-BE49-F238E27FC236}">
                    <a16:creationId xmlns:a16="http://schemas.microsoft.com/office/drawing/2014/main" id="{169512B6-7240-402E-9978-3EA8ADA42DFC}"/>
                  </a:ext>
                </a:extLst>
              </p:cNvPr>
              <p:cNvSpPr/>
              <p:nvPr/>
            </p:nvSpPr>
            <p:spPr>
              <a:xfrm>
                <a:off x="6200628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5" name="Freeform 47994">
                <a:extLst>
                  <a:ext uri="{FF2B5EF4-FFF2-40B4-BE49-F238E27FC236}">
                    <a16:creationId xmlns:a16="http://schemas.microsoft.com/office/drawing/2014/main" id="{3392E008-58B2-C9E3-B700-3BE716CBB678}"/>
                  </a:ext>
                </a:extLst>
              </p:cNvPr>
              <p:cNvSpPr/>
              <p:nvPr/>
            </p:nvSpPr>
            <p:spPr>
              <a:xfrm>
                <a:off x="6201124" y="5916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6" name="Freeform 47995">
                <a:extLst>
                  <a:ext uri="{FF2B5EF4-FFF2-40B4-BE49-F238E27FC236}">
                    <a16:creationId xmlns:a16="http://schemas.microsoft.com/office/drawing/2014/main" id="{047F2D44-608A-847D-B959-37DF6685AAE8}"/>
                  </a:ext>
                </a:extLst>
              </p:cNvPr>
              <p:cNvSpPr/>
              <p:nvPr/>
            </p:nvSpPr>
            <p:spPr>
              <a:xfrm>
                <a:off x="6201620" y="5948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7" name="Freeform 47996">
                <a:extLst>
                  <a:ext uri="{FF2B5EF4-FFF2-40B4-BE49-F238E27FC236}">
                    <a16:creationId xmlns:a16="http://schemas.microsoft.com/office/drawing/2014/main" id="{D61D812E-90C7-AC21-1BB9-450B8BA2D4F1}"/>
                  </a:ext>
                </a:extLst>
              </p:cNvPr>
              <p:cNvSpPr/>
              <p:nvPr/>
            </p:nvSpPr>
            <p:spPr>
              <a:xfrm>
                <a:off x="6202216" y="5968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8" name="Freeform 47997">
                <a:extLst>
                  <a:ext uri="{FF2B5EF4-FFF2-40B4-BE49-F238E27FC236}">
                    <a16:creationId xmlns:a16="http://schemas.microsoft.com/office/drawing/2014/main" id="{405F9CC7-9473-E180-5E8F-65191476F702}"/>
                  </a:ext>
                </a:extLst>
              </p:cNvPr>
              <p:cNvSpPr/>
              <p:nvPr/>
            </p:nvSpPr>
            <p:spPr>
              <a:xfrm>
                <a:off x="6202712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99" name="Freeform 47998">
                <a:extLst>
                  <a:ext uri="{FF2B5EF4-FFF2-40B4-BE49-F238E27FC236}">
                    <a16:creationId xmlns:a16="http://schemas.microsoft.com/office/drawing/2014/main" id="{32CEBBEB-CB43-67BF-2110-B78800CC1224}"/>
                  </a:ext>
                </a:extLst>
              </p:cNvPr>
              <p:cNvSpPr/>
              <p:nvPr/>
            </p:nvSpPr>
            <p:spPr>
              <a:xfrm>
                <a:off x="6203208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0" name="Freeform 47999">
                <a:extLst>
                  <a:ext uri="{FF2B5EF4-FFF2-40B4-BE49-F238E27FC236}">
                    <a16:creationId xmlns:a16="http://schemas.microsoft.com/office/drawing/2014/main" id="{0B0576A5-9339-6C6C-5EE2-1C9BFAD5F5D4}"/>
                  </a:ext>
                </a:extLst>
              </p:cNvPr>
              <p:cNvSpPr/>
              <p:nvPr/>
            </p:nvSpPr>
            <p:spPr>
              <a:xfrm>
                <a:off x="6203803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1" name="Freeform 48000">
                <a:extLst>
                  <a:ext uri="{FF2B5EF4-FFF2-40B4-BE49-F238E27FC236}">
                    <a16:creationId xmlns:a16="http://schemas.microsoft.com/office/drawing/2014/main" id="{7E02E0EE-4DF4-1158-BE77-36264A5297A4}"/>
                  </a:ext>
                </a:extLst>
              </p:cNvPr>
              <p:cNvSpPr/>
              <p:nvPr/>
            </p:nvSpPr>
            <p:spPr>
              <a:xfrm>
                <a:off x="6204299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2" name="Freeform 48001">
                <a:extLst>
                  <a:ext uri="{FF2B5EF4-FFF2-40B4-BE49-F238E27FC236}">
                    <a16:creationId xmlns:a16="http://schemas.microsoft.com/office/drawing/2014/main" id="{B29C1A5D-CD69-7BFC-F07D-091461A96A81}"/>
                  </a:ext>
                </a:extLst>
              </p:cNvPr>
              <p:cNvSpPr/>
              <p:nvPr/>
            </p:nvSpPr>
            <p:spPr>
              <a:xfrm>
                <a:off x="6204795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3" name="Freeform 48002">
                <a:extLst>
                  <a:ext uri="{FF2B5EF4-FFF2-40B4-BE49-F238E27FC236}">
                    <a16:creationId xmlns:a16="http://schemas.microsoft.com/office/drawing/2014/main" id="{DC336881-BE19-A19E-9530-461719920666}"/>
                  </a:ext>
                </a:extLst>
              </p:cNvPr>
              <p:cNvSpPr/>
              <p:nvPr/>
            </p:nvSpPr>
            <p:spPr>
              <a:xfrm>
                <a:off x="62053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4" name="Freeform 48003">
                <a:extLst>
                  <a:ext uri="{FF2B5EF4-FFF2-40B4-BE49-F238E27FC236}">
                    <a16:creationId xmlns:a16="http://schemas.microsoft.com/office/drawing/2014/main" id="{9495F6F2-9306-76F3-F3F8-688CDDC2B90E}"/>
                  </a:ext>
                </a:extLst>
              </p:cNvPr>
              <p:cNvSpPr/>
              <p:nvPr/>
            </p:nvSpPr>
            <p:spPr>
              <a:xfrm>
                <a:off x="62058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5" name="Freeform 48004">
                <a:extLst>
                  <a:ext uri="{FF2B5EF4-FFF2-40B4-BE49-F238E27FC236}">
                    <a16:creationId xmlns:a16="http://schemas.microsoft.com/office/drawing/2014/main" id="{698E3D2E-FE36-3165-3761-734C59204983}"/>
                  </a:ext>
                </a:extLst>
              </p:cNvPr>
              <p:cNvSpPr/>
              <p:nvPr/>
            </p:nvSpPr>
            <p:spPr>
              <a:xfrm>
                <a:off x="620638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6" name="Freeform 48005">
                <a:extLst>
                  <a:ext uri="{FF2B5EF4-FFF2-40B4-BE49-F238E27FC236}">
                    <a16:creationId xmlns:a16="http://schemas.microsoft.com/office/drawing/2014/main" id="{236E206A-5707-7D53-2E0E-848A1388381A}"/>
                  </a:ext>
                </a:extLst>
              </p:cNvPr>
              <p:cNvSpPr/>
              <p:nvPr/>
            </p:nvSpPr>
            <p:spPr>
              <a:xfrm>
                <a:off x="620687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7" name="Freeform 48006">
                <a:extLst>
                  <a:ext uri="{FF2B5EF4-FFF2-40B4-BE49-F238E27FC236}">
                    <a16:creationId xmlns:a16="http://schemas.microsoft.com/office/drawing/2014/main" id="{A9BBF918-AFB9-8B8A-BF62-2EC65D5C17E7}"/>
                  </a:ext>
                </a:extLst>
              </p:cNvPr>
              <p:cNvSpPr/>
              <p:nvPr/>
            </p:nvSpPr>
            <p:spPr>
              <a:xfrm>
                <a:off x="620747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8" name="Freeform 48007">
                <a:extLst>
                  <a:ext uri="{FF2B5EF4-FFF2-40B4-BE49-F238E27FC236}">
                    <a16:creationId xmlns:a16="http://schemas.microsoft.com/office/drawing/2014/main" id="{B5FC685D-F402-5959-D65D-9A95462D6D0D}"/>
                  </a:ext>
                </a:extLst>
              </p:cNvPr>
              <p:cNvSpPr/>
              <p:nvPr/>
            </p:nvSpPr>
            <p:spPr>
              <a:xfrm>
                <a:off x="62079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09" name="Freeform 48008">
                <a:extLst>
                  <a:ext uri="{FF2B5EF4-FFF2-40B4-BE49-F238E27FC236}">
                    <a16:creationId xmlns:a16="http://schemas.microsoft.com/office/drawing/2014/main" id="{9160209E-A7F7-C329-D061-940D3390C8FA}"/>
                  </a:ext>
                </a:extLst>
              </p:cNvPr>
              <p:cNvSpPr/>
              <p:nvPr/>
            </p:nvSpPr>
            <p:spPr>
              <a:xfrm>
                <a:off x="62084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0" name="Freeform 48009">
                <a:extLst>
                  <a:ext uri="{FF2B5EF4-FFF2-40B4-BE49-F238E27FC236}">
                    <a16:creationId xmlns:a16="http://schemas.microsoft.com/office/drawing/2014/main" id="{25775800-417C-C24E-8673-883F59A1E7A8}"/>
                  </a:ext>
                </a:extLst>
              </p:cNvPr>
              <p:cNvSpPr/>
              <p:nvPr/>
            </p:nvSpPr>
            <p:spPr>
              <a:xfrm>
                <a:off x="620906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1" name="Freeform 48010">
                <a:extLst>
                  <a:ext uri="{FF2B5EF4-FFF2-40B4-BE49-F238E27FC236}">
                    <a16:creationId xmlns:a16="http://schemas.microsoft.com/office/drawing/2014/main" id="{0BEE4FFC-9A70-3E71-91F8-47EC7A0C1C10}"/>
                  </a:ext>
                </a:extLst>
              </p:cNvPr>
              <p:cNvSpPr/>
              <p:nvPr/>
            </p:nvSpPr>
            <p:spPr>
              <a:xfrm>
                <a:off x="62095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2" name="Freeform 48011">
                <a:extLst>
                  <a:ext uri="{FF2B5EF4-FFF2-40B4-BE49-F238E27FC236}">
                    <a16:creationId xmlns:a16="http://schemas.microsoft.com/office/drawing/2014/main" id="{623A0ED4-C6B3-8722-0BA1-F8A954317F7A}"/>
                  </a:ext>
                </a:extLst>
              </p:cNvPr>
              <p:cNvSpPr/>
              <p:nvPr/>
            </p:nvSpPr>
            <p:spPr>
              <a:xfrm>
                <a:off x="621005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3" name="Freeform 48012">
                <a:extLst>
                  <a:ext uri="{FF2B5EF4-FFF2-40B4-BE49-F238E27FC236}">
                    <a16:creationId xmlns:a16="http://schemas.microsoft.com/office/drawing/2014/main" id="{A1AB9E6C-111E-0741-AA34-29857650882D}"/>
                  </a:ext>
                </a:extLst>
              </p:cNvPr>
              <p:cNvSpPr/>
              <p:nvPr/>
            </p:nvSpPr>
            <p:spPr>
              <a:xfrm>
                <a:off x="621064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4" name="Freeform 48013">
                <a:extLst>
                  <a:ext uri="{FF2B5EF4-FFF2-40B4-BE49-F238E27FC236}">
                    <a16:creationId xmlns:a16="http://schemas.microsoft.com/office/drawing/2014/main" id="{6C6BB783-562D-10C4-5323-AA24E849A809}"/>
                  </a:ext>
                </a:extLst>
              </p:cNvPr>
              <p:cNvSpPr/>
              <p:nvPr/>
            </p:nvSpPr>
            <p:spPr>
              <a:xfrm>
                <a:off x="621114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5" name="Freeform 48014">
                <a:extLst>
                  <a:ext uri="{FF2B5EF4-FFF2-40B4-BE49-F238E27FC236}">
                    <a16:creationId xmlns:a16="http://schemas.microsoft.com/office/drawing/2014/main" id="{BEB41D27-1F2E-134E-2A34-0AC5FC9C28EE}"/>
                  </a:ext>
                </a:extLst>
              </p:cNvPr>
              <p:cNvSpPr/>
              <p:nvPr/>
            </p:nvSpPr>
            <p:spPr>
              <a:xfrm>
                <a:off x="62116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6" name="Freeform 48015">
                <a:extLst>
                  <a:ext uri="{FF2B5EF4-FFF2-40B4-BE49-F238E27FC236}">
                    <a16:creationId xmlns:a16="http://schemas.microsoft.com/office/drawing/2014/main" id="{358A82EB-D66D-A1FD-9D56-58600874D78F}"/>
                  </a:ext>
                </a:extLst>
              </p:cNvPr>
              <p:cNvSpPr/>
              <p:nvPr/>
            </p:nvSpPr>
            <p:spPr>
              <a:xfrm>
                <a:off x="6212237" y="5752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7" name="Freeform 48016">
                <a:extLst>
                  <a:ext uri="{FF2B5EF4-FFF2-40B4-BE49-F238E27FC236}">
                    <a16:creationId xmlns:a16="http://schemas.microsoft.com/office/drawing/2014/main" id="{4B18CFCE-9F74-E874-65DC-773BC83076EA}"/>
                  </a:ext>
                </a:extLst>
              </p:cNvPr>
              <p:cNvSpPr/>
              <p:nvPr/>
            </p:nvSpPr>
            <p:spPr>
              <a:xfrm>
                <a:off x="6212733" y="5720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8" name="Freeform 48017">
                <a:extLst>
                  <a:ext uri="{FF2B5EF4-FFF2-40B4-BE49-F238E27FC236}">
                    <a16:creationId xmlns:a16="http://schemas.microsoft.com/office/drawing/2014/main" id="{EA6DBA5D-3C16-71B7-0CED-99232B8A9CC7}"/>
                  </a:ext>
                </a:extLst>
              </p:cNvPr>
              <p:cNvSpPr/>
              <p:nvPr/>
            </p:nvSpPr>
            <p:spPr>
              <a:xfrm>
                <a:off x="6213229" y="574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19" name="Freeform 48018">
                <a:extLst>
                  <a:ext uri="{FF2B5EF4-FFF2-40B4-BE49-F238E27FC236}">
                    <a16:creationId xmlns:a16="http://schemas.microsoft.com/office/drawing/2014/main" id="{5EC64DB3-9B93-75F7-EC90-70583B1F1CBB}"/>
                  </a:ext>
                </a:extLst>
              </p:cNvPr>
              <p:cNvSpPr/>
              <p:nvPr/>
            </p:nvSpPr>
            <p:spPr>
              <a:xfrm>
                <a:off x="6213824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0" name="Freeform 48019">
                <a:extLst>
                  <a:ext uri="{FF2B5EF4-FFF2-40B4-BE49-F238E27FC236}">
                    <a16:creationId xmlns:a16="http://schemas.microsoft.com/office/drawing/2014/main" id="{E9CC824D-F061-CE9B-66EF-06B347B768C1}"/>
                  </a:ext>
                </a:extLst>
              </p:cNvPr>
              <p:cNvSpPr/>
              <p:nvPr/>
            </p:nvSpPr>
            <p:spPr>
              <a:xfrm>
                <a:off x="6214320" y="5869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1" name="Freeform 48020">
                <a:extLst>
                  <a:ext uri="{FF2B5EF4-FFF2-40B4-BE49-F238E27FC236}">
                    <a16:creationId xmlns:a16="http://schemas.microsoft.com/office/drawing/2014/main" id="{099F2ED0-CAF9-AFC7-EA54-EAFEF1878983}"/>
                  </a:ext>
                </a:extLst>
              </p:cNvPr>
              <p:cNvSpPr/>
              <p:nvPr/>
            </p:nvSpPr>
            <p:spPr>
              <a:xfrm>
                <a:off x="6214816" y="591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2" name="Freeform 48021">
                <a:extLst>
                  <a:ext uri="{FF2B5EF4-FFF2-40B4-BE49-F238E27FC236}">
                    <a16:creationId xmlns:a16="http://schemas.microsoft.com/office/drawing/2014/main" id="{9851163A-1691-F14E-0249-58FC43BF204B}"/>
                  </a:ext>
                </a:extLst>
              </p:cNvPr>
              <p:cNvSpPr/>
              <p:nvPr/>
            </p:nvSpPr>
            <p:spPr>
              <a:xfrm>
                <a:off x="6215412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3" name="Freeform 48022">
                <a:extLst>
                  <a:ext uri="{FF2B5EF4-FFF2-40B4-BE49-F238E27FC236}">
                    <a16:creationId xmlns:a16="http://schemas.microsoft.com/office/drawing/2014/main" id="{C001A77D-B3BB-97C1-01A3-36C0E7493B81}"/>
                  </a:ext>
                </a:extLst>
              </p:cNvPr>
              <p:cNvSpPr/>
              <p:nvPr/>
            </p:nvSpPr>
            <p:spPr>
              <a:xfrm>
                <a:off x="6215908" y="602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4" name="Freeform 48023">
                <a:extLst>
                  <a:ext uri="{FF2B5EF4-FFF2-40B4-BE49-F238E27FC236}">
                    <a16:creationId xmlns:a16="http://schemas.microsoft.com/office/drawing/2014/main" id="{8B0E7C1F-1FA2-C59C-37AC-0A5C56244855}"/>
                  </a:ext>
                </a:extLst>
              </p:cNvPr>
              <p:cNvSpPr/>
              <p:nvPr/>
            </p:nvSpPr>
            <p:spPr>
              <a:xfrm>
                <a:off x="6216404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5" name="Freeform 48024">
                <a:extLst>
                  <a:ext uri="{FF2B5EF4-FFF2-40B4-BE49-F238E27FC236}">
                    <a16:creationId xmlns:a16="http://schemas.microsoft.com/office/drawing/2014/main" id="{10787562-6FEC-85E6-98DB-BFCF62E33F46}"/>
                  </a:ext>
                </a:extLst>
              </p:cNvPr>
              <p:cNvSpPr/>
              <p:nvPr/>
            </p:nvSpPr>
            <p:spPr>
              <a:xfrm>
                <a:off x="6216999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6" name="Freeform 48025">
                <a:extLst>
                  <a:ext uri="{FF2B5EF4-FFF2-40B4-BE49-F238E27FC236}">
                    <a16:creationId xmlns:a16="http://schemas.microsoft.com/office/drawing/2014/main" id="{C1E81262-BCAA-5409-7F5D-B792913BE403}"/>
                  </a:ext>
                </a:extLst>
              </p:cNvPr>
              <p:cNvSpPr/>
              <p:nvPr/>
            </p:nvSpPr>
            <p:spPr>
              <a:xfrm>
                <a:off x="6217495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7" name="Freeform 48026">
                <a:extLst>
                  <a:ext uri="{FF2B5EF4-FFF2-40B4-BE49-F238E27FC236}">
                    <a16:creationId xmlns:a16="http://schemas.microsoft.com/office/drawing/2014/main" id="{26C93C2F-5FCE-FEC4-1D10-2C01268A6E04}"/>
                  </a:ext>
                </a:extLst>
              </p:cNvPr>
              <p:cNvSpPr/>
              <p:nvPr/>
            </p:nvSpPr>
            <p:spPr>
              <a:xfrm>
                <a:off x="62179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8" name="Freeform 48027">
                <a:extLst>
                  <a:ext uri="{FF2B5EF4-FFF2-40B4-BE49-F238E27FC236}">
                    <a16:creationId xmlns:a16="http://schemas.microsoft.com/office/drawing/2014/main" id="{557C2C8D-3411-C14D-C571-3502C77C2945}"/>
                  </a:ext>
                </a:extLst>
              </p:cNvPr>
              <p:cNvSpPr/>
              <p:nvPr/>
            </p:nvSpPr>
            <p:spPr>
              <a:xfrm>
                <a:off x="621858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29" name="Freeform 48028">
                <a:extLst>
                  <a:ext uri="{FF2B5EF4-FFF2-40B4-BE49-F238E27FC236}">
                    <a16:creationId xmlns:a16="http://schemas.microsoft.com/office/drawing/2014/main" id="{BFA72708-D55B-3B83-EEC9-ADE694B005B7}"/>
                  </a:ext>
                </a:extLst>
              </p:cNvPr>
              <p:cNvSpPr/>
              <p:nvPr/>
            </p:nvSpPr>
            <p:spPr>
              <a:xfrm>
                <a:off x="62190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0" name="Freeform 48029">
                <a:extLst>
                  <a:ext uri="{FF2B5EF4-FFF2-40B4-BE49-F238E27FC236}">
                    <a16:creationId xmlns:a16="http://schemas.microsoft.com/office/drawing/2014/main" id="{2C942748-2BC8-76AC-98A4-657E53A703A9}"/>
                  </a:ext>
                </a:extLst>
              </p:cNvPr>
              <p:cNvSpPr/>
              <p:nvPr/>
            </p:nvSpPr>
            <p:spPr>
              <a:xfrm>
                <a:off x="621957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1" name="Freeform 48030">
                <a:extLst>
                  <a:ext uri="{FF2B5EF4-FFF2-40B4-BE49-F238E27FC236}">
                    <a16:creationId xmlns:a16="http://schemas.microsoft.com/office/drawing/2014/main" id="{57AF9AE1-EAF4-10C3-2CB4-5FF7EDBEEE51}"/>
                  </a:ext>
                </a:extLst>
              </p:cNvPr>
              <p:cNvSpPr/>
              <p:nvPr/>
            </p:nvSpPr>
            <p:spPr>
              <a:xfrm>
                <a:off x="622007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2" name="Freeform 48031">
                <a:extLst>
                  <a:ext uri="{FF2B5EF4-FFF2-40B4-BE49-F238E27FC236}">
                    <a16:creationId xmlns:a16="http://schemas.microsoft.com/office/drawing/2014/main" id="{FE583DD7-A750-56D9-C357-DCFBE3A5287A}"/>
                  </a:ext>
                </a:extLst>
              </p:cNvPr>
              <p:cNvSpPr/>
              <p:nvPr/>
            </p:nvSpPr>
            <p:spPr>
              <a:xfrm>
                <a:off x="62206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3" name="Freeform 48032">
                <a:extLst>
                  <a:ext uri="{FF2B5EF4-FFF2-40B4-BE49-F238E27FC236}">
                    <a16:creationId xmlns:a16="http://schemas.microsoft.com/office/drawing/2014/main" id="{51D4F4FC-5489-C164-A8A5-F96AC87261D0}"/>
                  </a:ext>
                </a:extLst>
              </p:cNvPr>
              <p:cNvSpPr/>
              <p:nvPr/>
            </p:nvSpPr>
            <p:spPr>
              <a:xfrm>
                <a:off x="622116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4" name="Freeform 48033">
                <a:extLst>
                  <a:ext uri="{FF2B5EF4-FFF2-40B4-BE49-F238E27FC236}">
                    <a16:creationId xmlns:a16="http://schemas.microsoft.com/office/drawing/2014/main" id="{D1C183F4-E82C-C240-34B8-D76FFDC3844B}"/>
                  </a:ext>
                </a:extLst>
              </p:cNvPr>
              <p:cNvSpPr/>
              <p:nvPr/>
            </p:nvSpPr>
            <p:spPr>
              <a:xfrm>
                <a:off x="62216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5" name="Freeform 48034">
                <a:extLst>
                  <a:ext uri="{FF2B5EF4-FFF2-40B4-BE49-F238E27FC236}">
                    <a16:creationId xmlns:a16="http://schemas.microsoft.com/office/drawing/2014/main" id="{42A4CAEF-1FDF-F025-6548-674BD326253E}"/>
                  </a:ext>
                </a:extLst>
              </p:cNvPr>
              <p:cNvSpPr/>
              <p:nvPr/>
            </p:nvSpPr>
            <p:spPr>
              <a:xfrm>
                <a:off x="622225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6" name="Freeform 48035">
                <a:extLst>
                  <a:ext uri="{FF2B5EF4-FFF2-40B4-BE49-F238E27FC236}">
                    <a16:creationId xmlns:a16="http://schemas.microsoft.com/office/drawing/2014/main" id="{1B117273-DEB7-7C75-98AC-39A19A524790}"/>
                  </a:ext>
                </a:extLst>
              </p:cNvPr>
              <p:cNvSpPr/>
              <p:nvPr/>
            </p:nvSpPr>
            <p:spPr>
              <a:xfrm>
                <a:off x="622275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7" name="Freeform 48036">
                <a:extLst>
                  <a:ext uri="{FF2B5EF4-FFF2-40B4-BE49-F238E27FC236}">
                    <a16:creationId xmlns:a16="http://schemas.microsoft.com/office/drawing/2014/main" id="{9090C122-389A-33F5-405B-EA8AE54A725C}"/>
                  </a:ext>
                </a:extLst>
              </p:cNvPr>
              <p:cNvSpPr/>
              <p:nvPr/>
            </p:nvSpPr>
            <p:spPr>
              <a:xfrm>
                <a:off x="622325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8" name="Freeform 48037">
                <a:extLst>
                  <a:ext uri="{FF2B5EF4-FFF2-40B4-BE49-F238E27FC236}">
                    <a16:creationId xmlns:a16="http://schemas.microsoft.com/office/drawing/2014/main" id="{0B7D1F0E-DF68-376C-1386-766A26DABDF1}"/>
                  </a:ext>
                </a:extLst>
              </p:cNvPr>
              <p:cNvSpPr/>
              <p:nvPr/>
            </p:nvSpPr>
            <p:spPr>
              <a:xfrm>
                <a:off x="622384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39" name="Freeform 48038">
                <a:extLst>
                  <a:ext uri="{FF2B5EF4-FFF2-40B4-BE49-F238E27FC236}">
                    <a16:creationId xmlns:a16="http://schemas.microsoft.com/office/drawing/2014/main" id="{1191DCF2-1315-130A-3E65-98C5DC579ED5}"/>
                  </a:ext>
                </a:extLst>
              </p:cNvPr>
              <p:cNvSpPr/>
              <p:nvPr/>
            </p:nvSpPr>
            <p:spPr>
              <a:xfrm>
                <a:off x="622434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0" name="Freeform 48039">
                <a:extLst>
                  <a:ext uri="{FF2B5EF4-FFF2-40B4-BE49-F238E27FC236}">
                    <a16:creationId xmlns:a16="http://schemas.microsoft.com/office/drawing/2014/main" id="{6B562BE1-488C-4A7F-6CF4-F4B51A0D2E3D}"/>
                  </a:ext>
                </a:extLst>
              </p:cNvPr>
              <p:cNvSpPr/>
              <p:nvPr/>
            </p:nvSpPr>
            <p:spPr>
              <a:xfrm>
                <a:off x="6224838" y="584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1" name="Freeform 48040">
                <a:extLst>
                  <a:ext uri="{FF2B5EF4-FFF2-40B4-BE49-F238E27FC236}">
                    <a16:creationId xmlns:a16="http://schemas.microsoft.com/office/drawing/2014/main" id="{A1D4120F-6216-AC87-AC7B-44E84A327C87}"/>
                  </a:ext>
                </a:extLst>
              </p:cNvPr>
              <p:cNvSpPr/>
              <p:nvPr/>
            </p:nvSpPr>
            <p:spPr>
              <a:xfrm>
                <a:off x="6225433" y="5834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2" name="Freeform 48041">
                <a:extLst>
                  <a:ext uri="{FF2B5EF4-FFF2-40B4-BE49-F238E27FC236}">
                    <a16:creationId xmlns:a16="http://schemas.microsoft.com/office/drawing/2014/main" id="{D73530A5-9729-7D3F-A618-9A56373CEB50}"/>
                  </a:ext>
                </a:extLst>
              </p:cNvPr>
              <p:cNvSpPr/>
              <p:nvPr/>
            </p:nvSpPr>
            <p:spPr>
              <a:xfrm>
                <a:off x="6225929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3" name="Freeform 48042">
                <a:extLst>
                  <a:ext uri="{FF2B5EF4-FFF2-40B4-BE49-F238E27FC236}">
                    <a16:creationId xmlns:a16="http://schemas.microsoft.com/office/drawing/2014/main" id="{75A8C9F3-925E-7015-9955-8241AC724BB5}"/>
                  </a:ext>
                </a:extLst>
              </p:cNvPr>
              <p:cNvSpPr/>
              <p:nvPr/>
            </p:nvSpPr>
            <p:spPr>
              <a:xfrm>
                <a:off x="6226425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4" name="Freeform 48043">
                <a:extLst>
                  <a:ext uri="{FF2B5EF4-FFF2-40B4-BE49-F238E27FC236}">
                    <a16:creationId xmlns:a16="http://schemas.microsoft.com/office/drawing/2014/main" id="{79F5B513-01D6-7B75-D737-E9802593625F}"/>
                  </a:ext>
                </a:extLst>
              </p:cNvPr>
              <p:cNvSpPr/>
              <p:nvPr/>
            </p:nvSpPr>
            <p:spPr>
              <a:xfrm>
                <a:off x="6227020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5" name="Freeform 48044">
                <a:extLst>
                  <a:ext uri="{FF2B5EF4-FFF2-40B4-BE49-F238E27FC236}">
                    <a16:creationId xmlns:a16="http://schemas.microsoft.com/office/drawing/2014/main" id="{BA77EA14-4DC4-06FF-519B-27872067D76F}"/>
                  </a:ext>
                </a:extLst>
              </p:cNvPr>
              <p:cNvSpPr/>
              <p:nvPr/>
            </p:nvSpPr>
            <p:spPr>
              <a:xfrm>
                <a:off x="6227516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6" name="Freeform 48045">
                <a:extLst>
                  <a:ext uri="{FF2B5EF4-FFF2-40B4-BE49-F238E27FC236}">
                    <a16:creationId xmlns:a16="http://schemas.microsoft.com/office/drawing/2014/main" id="{D9921481-501E-F12A-663E-4FC0DFD06772}"/>
                  </a:ext>
                </a:extLst>
              </p:cNvPr>
              <p:cNvSpPr/>
              <p:nvPr/>
            </p:nvSpPr>
            <p:spPr>
              <a:xfrm>
                <a:off x="6228013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7" name="Freeform 48046">
                <a:extLst>
                  <a:ext uri="{FF2B5EF4-FFF2-40B4-BE49-F238E27FC236}">
                    <a16:creationId xmlns:a16="http://schemas.microsoft.com/office/drawing/2014/main" id="{F9C87290-A4F9-9569-5C76-9480DDF50523}"/>
                  </a:ext>
                </a:extLst>
              </p:cNvPr>
              <p:cNvSpPr/>
              <p:nvPr/>
            </p:nvSpPr>
            <p:spPr>
              <a:xfrm>
                <a:off x="6228608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8" name="Freeform 48047">
                <a:extLst>
                  <a:ext uri="{FF2B5EF4-FFF2-40B4-BE49-F238E27FC236}">
                    <a16:creationId xmlns:a16="http://schemas.microsoft.com/office/drawing/2014/main" id="{CE536EAA-A17D-9C12-8EE6-FC660846CAAB}"/>
                  </a:ext>
                </a:extLst>
              </p:cNvPr>
              <p:cNvSpPr/>
              <p:nvPr/>
            </p:nvSpPr>
            <p:spPr>
              <a:xfrm>
                <a:off x="6229104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49" name="Freeform 48048">
                <a:extLst>
                  <a:ext uri="{FF2B5EF4-FFF2-40B4-BE49-F238E27FC236}">
                    <a16:creationId xmlns:a16="http://schemas.microsoft.com/office/drawing/2014/main" id="{39B78E9C-06F2-9B9E-D3B9-B5B5A118003A}"/>
                  </a:ext>
                </a:extLst>
              </p:cNvPr>
              <p:cNvSpPr/>
              <p:nvPr/>
            </p:nvSpPr>
            <p:spPr>
              <a:xfrm>
                <a:off x="6229600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0" name="Freeform 48049">
                <a:extLst>
                  <a:ext uri="{FF2B5EF4-FFF2-40B4-BE49-F238E27FC236}">
                    <a16:creationId xmlns:a16="http://schemas.microsoft.com/office/drawing/2014/main" id="{E29DC0E5-BA73-D6AA-09FD-A980EAB4CC49}"/>
                  </a:ext>
                </a:extLst>
              </p:cNvPr>
              <p:cNvSpPr/>
              <p:nvPr/>
            </p:nvSpPr>
            <p:spPr>
              <a:xfrm>
                <a:off x="6230195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1" name="Freeform 48050">
                <a:extLst>
                  <a:ext uri="{FF2B5EF4-FFF2-40B4-BE49-F238E27FC236}">
                    <a16:creationId xmlns:a16="http://schemas.microsoft.com/office/drawing/2014/main" id="{82AFD9EF-5FC2-9C45-7E31-EF586AC0AD69}"/>
                  </a:ext>
                </a:extLst>
              </p:cNvPr>
              <p:cNvSpPr/>
              <p:nvPr/>
            </p:nvSpPr>
            <p:spPr>
              <a:xfrm>
                <a:off x="62306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2" name="Freeform 48051">
                <a:extLst>
                  <a:ext uri="{FF2B5EF4-FFF2-40B4-BE49-F238E27FC236}">
                    <a16:creationId xmlns:a16="http://schemas.microsoft.com/office/drawing/2014/main" id="{C04B981D-63DF-2302-00C1-1900C62F7D17}"/>
                  </a:ext>
                </a:extLst>
              </p:cNvPr>
              <p:cNvSpPr/>
              <p:nvPr/>
            </p:nvSpPr>
            <p:spPr>
              <a:xfrm>
                <a:off x="62311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3" name="Freeform 48052">
                <a:extLst>
                  <a:ext uri="{FF2B5EF4-FFF2-40B4-BE49-F238E27FC236}">
                    <a16:creationId xmlns:a16="http://schemas.microsoft.com/office/drawing/2014/main" id="{A143E1AD-C3CB-C767-5509-86EB86004FA2}"/>
                  </a:ext>
                </a:extLst>
              </p:cNvPr>
              <p:cNvSpPr/>
              <p:nvPr/>
            </p:nvSpPr>
            <p:spPr>
              <a:xfrm>
                <a:off x="623168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4" name="Freeform 48053">
                <a:extLst>
                  <a:ext uri="{FF2B5EF4-FFF2-40B4-BE49-F238E27FC236}">
                    <a16:creationId xmlns:a16="http://schemas.microsoft.com/office/drawing/2014/main" id="{B383762E-6595-094A-EFDA-6A2028DA14B2}"/>
                  </a:ext>
                </a:extLst>
              </p:cNvPr>
              <p:cNvSpPr/>
              <p:nvPr/>
            </p:nvSpPr>
            <p:spPr>
              <a:xfrm>
                <a:off x="623227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5" name="Freeform 48054">
                <a:extLst>
                  <a:ext uri="{FF2B5EF4-FFF2-40B4-BE49-F238E27FC236}">
                    <a16:creationId xmlns:a16="http://schemas.microsoft.com/office/drawing/2014/main" id="{81CCD6F5-FB8A-C83D-2CD1-9CAECE0ED369}"/>
                  </a:ext>
                </a:extLst>
              </p:cNvPr>
              <p:cNvSpPr/>
              <p:nvPr/>
            </p:nvSpPr>
            <p:spPr>
              <a:xfrm>
                <a:off x="62327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6" name="Freeform 48055">
                <a:extLst>
                  <a:ext uri="{FF2B5EF4-FFF2-40B4-BE49-F238E27FC236}">
                    <a16:creationId xmlns:a16="http://schemas.microsoft.com/office/drawing/2014/main" id="{BBAA93D6-2454-8689-472A-E82D368D4163}"/>
                  </a:ext>
                </a:extLst>
              </p:cNvPr>
              <p:cNvSpPr/>
              <p:nvPr/>
            </p:nvSpPr>
            <p:spPr>
              <a:xfrm>
                <a:off x="62332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7" name="Freeform 48056">
                <a:extLst>
                  <a:ext uri="{FF2B5EF4-FFF2-40B4-BE49-F238E27FC236}">
                    <a16:creationId xmlns:a16="http://schemas.microsoft.com/office/drawing/2014/main" id="{AF90CD40-EE2B-051C-4700-5A5D4482617B}"/>
                  </a:ext>
                </a:extLst>
              </p:cNvPr>
              <p:cNvSpPr/>
              <p:nvPr/>
            </p:nvSpPr>
            <p:spPr>
              <a:xfrm>
                <a:off x="62338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8" name="Freeform 48057">
                <a:extLst>
                  <a:ext uri="{FF2B5EF4-FFF2-40B4-BE49-F238E27FC236}">
                    <a16:creationId xmlns:a16="http://schemas.microsoft.com/office/drawing/2014/main" id="{D7CF1A67-2FA9-98B2-8615-44D3D2CCD694}"/>
                  </a:ext>
                </a:extLst>
              </p:cNvPr>
              <p:cNvSpPr/>
              <p:nvPr/>
            </p:nvSpPr>
            <p:spPr>
              <a:xfrm>
                <a:off x="62343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59" name="Freeform 48058">
                <a:extLst>
                  <a:ext uri="{FF2B5EF4-FFF2-40B4-BE49-F238E27FC236}">
                    <a16:creationId xmlns:a16="http://schemas.microsoft.com/office/drawing/2014/main" id="{BDEAA767-7700-0AA7-CA9F-B13A43C7DD48}"/>
                  </a:ext>
                </a:extLst>
              </p:cNvPr>
              <p:cNvSpPr/>
              <p:nvPr/>
            </p:nvSpPr>
            <p:spPr>
              <a:xfrm>
                <a:off x="62348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0" name="Freeform 48059">
                <a:extLst>
                  <a:ext uri="{FF2B5EF4-FFF2-40B4-BE49-F238E27FC236}">
                    <a16:creationId xmlns:a16="http://schemas.microsoft.com/office/drawing/2014/main" id="{E8FDE10A-0460-D15A-D61E-7F4BABB98D4C}"/>
                  </a:ext>
                </a:extLst>
              </p:cNvPr>
              <p:cNvSpPr/>
              <p:nvPr/>
            </p:nvSpPr>
            <p:spPr>
              <a:xfrm>
                <a:off x="62354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1" name="Freeform 48060">
                <a:extLst>
                  <a:ext uri="{FF2B5EF4-FFF2-40B4-BE49-F238E27FC236}">
                    <a16:creationId xmlns:a16="http://schemas.microsoft.com/office/drawing/2014/main" id="{62269922-2345-AC53-415F-09EEC0E56E43}"/>
                  </a:ext>
                </a:extLst>
              </p:cNvPr>
              <p:cNvSpPr/>
              <p:nvPr/>
            </p:nvSpPr>
            <p:spPr>
              <a:xfrm>
                <a:off x="62359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2" name="Freeform 48061">
                <a:extLst>
                  <a:ext uri="{FF2B5EF4-FFF2-40B4-BE49-F238E27FC236}">
                    <a16:creationId xmlns:a16="http://schemas.microsoft.com/office/drawing/2014/main" id="{22644F46-7858-3606-A6E1-B2ED9EDCC271}"/>
                  </a:ext>
                </a:extLst>
              </p:cNvPr>
              <p:cNvSpPr/>
              <p:nvPr/>
            </p:nvSpPr>
            <p:spPr>
              <a:xfrm>
                <a:off x="62364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3" name="Freeform 48062">
                <a:extLst>
                  <a:ext uri="{FF2B5EF4-FFF2-40B4-BE49-F238E27FC236}">
                    <a16:creationId xmlns:a16="http://schemas.microsoft.com/office/drawing/2014/main" id="{AEACEB27-6283-EFA1-600F-B459EF12D219}"/>
                  </a:ext>
                </a:extLst>
              </p:cNvPr>
              <p:cNvSpPr/>
              <p:nvPr/>
            </p:nvSpPr>
            <p:spPr>
              <a:xfrm>
                <a:off x="623704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4" name="Freeform 48063">
                <a:extLst>
                  <a:ext uri="{FF2B5EF4-FFF2-40B4-BE49-F238E27FC236}">
                    <a16:creationId xmlns:a16="http://schemas.microsoft.com/office/drawing/2014/main" id="{49CABD28-E3A7-7BF8-30AF-E280FA0557F8}"/>
                  </a:ext>
                </a:extLst>
              </p:cNvPr>
              <p:cNvSpPr/>
              <p:nvPr/>
            </p:nvSpPr>
            <p:spPr>
              <a:xfrm>
                <a:off x="6237538" y="5858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5" name="Freeform 48064">
                <a:extLst>
                  <a:ext uri="{FF2B5EF4-FFF2-40B4-BE49-F238E27FC236}">
                    <a16:creationId xmlns:a16="http://schemas.microsoft.com/office/drawing/2014/main" id="{4784414B-684F-2E2D-2D4D-92656C4A56EB}"/>
                  </a:ext>
                </a:extLst>
              </p:cNvPr>
              <p:cNvSpPr/>
              <p:nvPr/>
            </p:nvSpPr>
            <p:spPr>
              <a:xfrm>
                <a:off x="6238034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6" name="Freeform 48065">
                <a:extLst>
                  <a:ext uri="{FF2B5EF4-FFF2-40B4-BE49-F238E27FC236}">
                    <a16:creationId xmlns:a16="http://schemas.microsoft.com/office/drawing/2014/main" id="{8B7147B9-A4C9-3622-76FA-8823AD04070A}"/>
                  </a:ext>
                </a:extLst>
              </p:cNvPr>
              <p:cNvSpPr/>
              <p:nvPr/>
            </p:nvSpPr>
            <p:spPr>
              <a:xfrm>
                <a:off x="6238629" y="5906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7" name="Freeform 48066">
                <a:extLst>
                  <a:ext uri="{FF2B5EF4-FFF2-40B4-BE49-F238E27FC236}">
                    <a16:creationId xmlns:a16="http://schemas.microsoft.com/office/drawing/2014/main" id="{66ECF912-1F80-4026-60F4-99FD78E272C3}"/>
                  </a:ext>
                </a:extLst>
              </p:cNvPr>
              <p:cNvSpPr/>
              <p:nvPr/>
            </p:nvSpPr>
            <p:spPr>
              <a:xfrm>
                <a:off x="6239125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8" name="Freeform 48067">
                <a:extLst>
                  <a:ext uri="{FF2B5EF4-FFF2-40B4-BE49-F238E27FC236}">
                    <a16:creationId xmlns:a16="http://schemas.microsoft.com/office/drawing/2014/main" id="{04BDB8CC-AC8E-669B-1F17-36EB7F2D950F}"/>
                  </a:ext>
                </a:extLst>
              </p:cNvPr>
              <p:cNvSpPr/>
              <p:nvPr/>
            </p:nvSpPr>
            <p:spPr>
              <a:xfrm>
                <a:off x="6239621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69" name="Freeform 48068">
                <a:extLst>
                  <a:ext uri="{FF2B5EF4-FFF2-40B4-BE49-F238E27FC236}">
                    <a16:creationId xmlns:a16="http://schemas.microsoft.com/office/drawing/2014/main" id="{5BFEF806-384A-5B03-01DE-624C5990371F}"/>
                  </a:ext>
                </a:extLst>
              </p:cNvPr>
              <p:cNvSpPr/>
              <p:nvPr/>
            </p:nvSpPr>
            <p:spPr>
              <a:xfrm>
                <a:off x="6240216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0" name="Freeform 48069">
                <a:extLst>
                  <a:ext uri="{FF2B5EF4-FFF2-40B4-BE49-F238E27FC236}">
                    <a16:creationId xmlns:a16="http://schemas.microsoft.com/office/drawing/2014/main" id="{121CF362-178A-2D22-A05E-E80941EF6952}"/>
                  </a:ext>
                </a:extLst>
              </p:cNvPr>
              <p:cNvSpPr/>
              <p:nvPr/>
            </p:nvSpPr>
            <p:spPr>
              <a:xfrm>
                <a:off x="624071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1" name="Freeform 48070">
                <a:extLst>
                  <a:ext uri="{FF2B5EF4-FFF2-40B4-BE49-F238E27FC236}">
                    <a16:creationId xmlns:a16="http://schemas.microsoft.com/office/drawing/2014/main" id="{C8D070D1-3E23-A005-12E5-FB04180877DB}"/>
                  </a:ext>
                </a:extLst>
              </p:cNvPr>
              <p:cNvSpPr/>
              <p:nvPr/>
            </p:nvSpPr>
            <p:spPr>
              <a:xfrm>
                <a:off x="624120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2" name="Freeform 48071">
                <a:extLst>
                  <a:ext uri="{FF2B5EF4-FFF2-40B4-BE49-F238E27FC236}">
                    <a16:creationId xmlns:a16="http://schemas.microsoft.com/office/drawing/2014/main" id="{373F92C5-BF39-5591-98E5-1520E6D23D08}"/>
                  </a:ext>
                </a:extLst>
              </p:cNvPr>
              <p:cNvSpPr/>
              <p:nvPr/>
            </p:nvSpPr>
            <p:spPr>
              <a:xfrm>
                <a:off x="6241804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3" name="Freeform 48072">
                <a:extLst>
                  <a:ext uri="{FF2B5EF4-FFF2-40B4-BE49-F238E27FC236}">
                    <a16:creationId xmlns:a16="http://schemas.microsoft.com/office/drawing/2014/main" id="{61526070-5934-1CB5-8CC3-F2EADD95370E}"/>
                  </a:ext>
                </a:extLst>
              </p:cNvPr>
              <p:cNvSpPr/>
              <p:nvPr/>
            </p:nvSpPr>
            <p:spPr>
              <a:xfrm>
                <a:off x="6242300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4" name="Freeform 48073">
                <a:extLst>
                  <a:ext uri="{FF2B5EF4-FFF2-40B4-BE49-F238E27FC236}">
                    <a16:creationId xmlns:a16="http://schemas.microsoft.com/office/drawing/2014/main" id="{13A2B270-5A07-2F99-43DB-34806531CCC7}"/>
                  </a:ext>
                </a:extLst>
              </p:cNvPr>
              <p:cNvSpPr/>
              <p:nvPr/>
            </p:nvSpPr>
            <p:spPr>
              <a:xfrm>
                <a:off x="6242796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5" name="Freeform 48074">
                <a:extLst>
                  <a:ext uri="{FF2B5EF4-FFF2-40B4-BE49-F238E27FC236}">
                    <a16:creationId xmlns:a16="http://schemas.microsoft.com/office/drawing/2014/main" id="{0A7A84A9-C374-53D2-D334-0EA5189A7C8E}"/>
                  </a:ext>
                </a:extLst>
              </p:cNvPr>
              <p:cNvSpPr/>
              <p:nvPr/>
            </p:nvSpPr>
            <p:spPr>
              <a:xfrm>
                <a:off x="62433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6" name="Freeform 48075">
                <a:extLst>
                  <a:ext uri="{FF2B5EF4-FFF2-40B4-BE49-F238E27FC236}">
                    <a16:creationId xmlns:a16="http://schemas.microsoft.com/office/drawing/2014/main" id="{7495B11A-6984-EABE-86FC-FDAC61BF7266}"/>
                  </a:ext>
                </a:extLst>
              </p:cNvPr>
              <p:cNvSpPr/>
              <p:nvPr/>
            </p:nvSpPr>
            <p:spPr>
              <a:xfrm>
                <a:off x="624388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7" name="Freeform 48076">
                <a:extLst>
                  <a:ext uri="{FF2B5EF4-FFF2-40B4-BE49-F238E27FC236}">
                    <a16:creationId xmlns:a16="http://schemas.microsoft.com/office/drawing/2014/main" id="{19FA889A-8092-0AF5-20E2-615B27D8441D}"/>
                  </a:ext>
                </a:extLst>
              </p:cNvPr>
              <p:cNvSpPr/>
              <p:nvPr/>
            </p:nvSpPr>
            <p:spPr>
              <a:xfrm>
                <a:off x="624438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8" name="Freeform 48077">
                <a:extLst>
                  <a:ext uri="{FF2B5EF4-FFF2-40B4-BE49-F238E27FC236}">
                    <a16:creationId xmlns:a16="http://schemas.microsoft.com/office/drawing/2014/main" id="{5F6520DF-5D0A-8B50-7A8A-66F18493B4FA}"/>
                  </a:ext>
                </a:extLst>
              </p:cNvPr>
              <p:cNvSpPr/>
              <p:nvPr/>
            </p:nvSpPr>
            <p:spPr>
              <a:xfrm>
                <a:off x="62448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79" name="Freeform 48078">
                <a:extLst>
                  <a:ext uri="{FF2B5EF4-FFF2-40B4-BE49-F238E27FC236}">
                    <a16:creationId xmlns:a16="http://schemas.microsoft.com/office/drawing/2014/main" id="{6DECE953-6410-4BB7-90CD-F72C7F10D3F8}"/>
                  </a:ext>
                </a:extLst>
              </p:cNvPr>
              <p:cNvSpPr/>
              <p:nvPr/>
            </p:nvSpPr>
            <p:spPr>
              <a:xfrm>
                <a:off x="62454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0" name="Freeform 48079">
                <a:extLst>
                  <a:ext uri="{FF2B5EF4-FFF2-40B4-BE49-F238E27FC236}">
                    <a16:creationId xmlns:a16="http://schemas.microsoft.com/office/drawing/2014/main" id="{FC9538EF-F9EC-1A19-406A-3FD47EBCCDF0}"/>
                  </a:ext>
                </a:extLst>
              </p:cNvPr>
              <p:cNvSpPr/>
              <p:nvPr/>
            </p:nvSpPr>
            <p:spPr>
              <a:xfrm>
                <a:off x="62459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1" name="Freeform 48080">
                <a:extLst>
                  <a:ext uri="{FF2B5EF4-FFF2-40B4-BE49-F238E27FC236}">
                    <a16:creationId xmlns:a16="http://schemas.microsoft.com/office/drawing/2014/main" id="{39E69C43-5DE4-130F-2FC7-DDC63F58CB90}"/>
                  </a:ext>
                </a:extLst>
              </p:cNvPr>
              <p:cNvSpPr/>
              <p:nvPr/>
            </p:nvSpPr>
            <p:spPr>
              <a:xfrm>
                <a:off x="62464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2" name="Freeform 48081">
                <a:extLst>
                  <a:ext uri="{FF2B5EF4-FFF2-40B4-BE49-F238E27FC236}">
                    <a16:creationId xmlns:a16="http://schemas.microsoft.com/office/drawing/2014/main" id="{3C9007D5-8759-BA40-D79D-83F5A28159DE}"/>
                  </a:ext>
                </a:extLst>
              </p:cNvPr>
              <p:cNvSpPr/>
              <p:nvPr/>
            </p:nvSpPr>
            <p:spPr>
              <a:xfrm>
                <a:off x="62470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3" name="Freeform 48082">
                <a:extLst>
                  <a:ext uri="{FF2B5EF4-FFF2-40B4-BE49-F238E27FC236}">
                    <a16:creationId xmlns:a16="http://schemas.microsoft.com/office/drawing/2014/main" id="{429F859E-FEB0-A668-55AB-5BF351B766BC}"/>
                  </a:ext>
                </a:extLst>
              </p:cNvPr>
              <p:cNvSpPr/>
              <p:nvPr/>
            </p:nvSpPr>
            <p:spPr>
              <a:xfrm>
                <a:off x="62475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4" name="Freeform 48083">
                <a:extLst>
                  <a:ext uri="{FF2B5EF4-FFF2-40B4-BE49-F238E27FC236}">
                    <a16:creationId xmlns:a16="http://schemas.microsoft.com/office/drawing/2014/main" id="{2051E20A-1C7E-093C-84AC-E7AE1D7879EB}"/>
                  </a:ext>
                </a:extLst>
              </p:cNvPr>
              <p:cNvSpPr/>
              <p:nvPr/>
            </p:nvSpPr>
            <p:spPr>
              <a:xfrm>
                <a:off x="62480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5" name="Freeform 48084">
                <a:extLst>
                  <a:ext uri="{FF2B5EF4-FFF2-40B4-BE49-F238E27FC236}">
                    <a16:creationId xmlns:a16="http://schemas.microsoft.com/office/drawing/2014/main" id="{86FD2923-00BD-AE97-6D3C-735E24966EF5}"/>
                  </a:ext>
                </a:extLst>
              </p:cNvPr>
              <p:cNvSpPr/>
              <p:nvPr/>
            </p:nvSpPr>
            <p:spPr>
              <a:xfrm>
                <a:off x="62486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6" name="Freeform 48085">
                <a:extLst>
                  <a:ext uri="{FF2B5EF4-FFF2-40B4-BE49-F238E27FC236}">
                    <a16:creationId xmlns:a16="http://schemas.microsoft.com/office/drawing/2014/main" id="{8AA02EF8-8FCB-4E9A-EB72-CD8B64B61A0D}"/>
                  </a:ext>
                </a:extLst>
              </p:cNvPr>
              <p:cNvSpPr/>
              <p:nvPr/>
            </p:nvSpPr>
            <p:spPr>
              <a:xfrm>
                <a:off x="624914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7" name="Freeform 48086">
                <a:extLst>
                  <a:ext uri="{FF2B5EF4-FFF2-40B4-BE49-F238E27FC236}">
                    <a16:creationId xmlns:a16="http://schemas.microsoft.com/office/drawing/2014/main" id="{847A6601-90F2-7796-B758-3CBDA0806D3D}"/>
                  </a:ext>
                </a:extLst>
              </p:cNvPr>
              <p:cNvSpPr/>
              <p:nvPr/>
            </p:nvSpPr>
            <p:spPr>
              <a:xfrm>
                <a:off x="6249642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8" name="Freeform 48087">
                <a:extLst>
                  <a:ext uri="{FF2B5EF4-FFF2-40B4-BE49-F238E27FC236}">
                    <a16:creationId xmlns:a16="http://schemas.microsoft.com/office/drawing/2014/main" id="{C954F027-709D-8D1B-E0C7-C1949999CABE}"/>
                  </a:ext>
                </a:extLst>
              </p:cNvPr>
              <p:cNvSpPr/>
              <p:nvPr/>
            </p:nvSpPr>
            <p:spPr>
              <a:xfrm>
                <a:off x="6250238" y="5926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89" name="Freeform 48088">
                <a:extLst>
                  <a:ext uri="{FF2B5EF4-FFF2-40B4-BE49-F238E27FC236}">
                    <a16:creationId xmlns:a16="http://schemas.microsoft.com/office/drawing/2014/main" id="{9D79D77A-523A-05F0-88A5-DD7E6BF3E671}"/>
                  </a:ext>
                </a:extLst>
              </p:cNvPr>
              <p:cNvSpPr/>
              <p:nvPr/>
            </p:nvSpPr>
            <p:spPr>
              <a:xfrm>
                <a:off x="6250734" y="5890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0" name="Freeform 48089">
                <a:extLst>
                  <a:ext uri="{FF2B5EF4-FFF2-40B4-BE49-F238E27FC236}">
                    <a16:creationId xmlns:a16="http://schemas.microsoft.com/office/drawing/2014/main" id="{5549330B-11A4-ECCC-F99B-454C7E95D98E}"/>
                  </a:ext>
                </a:extLst>
              </p:cNvPr>
              <p:cNvSpPr/>
              <p:nvPr/>
            </p:nvSpPr>
            <p:spPr>
              <a:xfrm>
                <a:off x="6251230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1" name="Freeform 48090">
                <a:extLst>
                  <a:ext uri="{FF2B5EF4-FFF2-40B4-BE49-F238E27FC236}">
                    <a16:creationId xmlns:a16="http://schemas.microsoft.com/office/drawing/2014/main" id="{05BA638F-D870-1EAE-687E-82B3AC4019E0}"/>
                  </a:ext>
                </a:extLst>
              </p:cNvPr>
              <p:cNvSpPr/>
              <p:nvPr/>
            </p:nvSpPr>
            <p:spPr>
              <a:xfrm>
                <a:off x="6251825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2" name="Freeform 48091">
                <a:extLst>
                  <a:ext uri="{FF2B5EF4-FFF2-40B4-BE49-F238E27FC236}">
                    <a16:creationId xmlns:a16="http://schemas.microsoft.com/office/drawing/2014/main" id="{DBC9AFB7-4082-956A-A4E8-AB82AE61CEC2}"/>
                  </a:ext>
                </a:extLst>
              </p:cNvPr>
              <p:cNvSpPr/>
              <p:nvPr/>
            </p:nvSpPr>
            <p:spPr>
              <a:xfrm>
                <a:off x="6252321" y="6017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3" name="Freeform 48092">
                <a:extLst>
                  <a:ext uri="{FF2B5EF4-FFF2-40B4-BE49-F238E27FC236}">
                    <a16:creationId xmlns:a16="http://schemas.microsoft.com/office/drawing/2014/main" id="{7EF421AD-5980-1EEC-7B2D-CC5BCE7200B7}"/>
                  </a:ext>
                </a:extLst>
              </p:cNvPr>
              <p:cNvSpPr/>
              <p:nvPr/>
            </p:nvSpPr>
            <p:spPr>
              <a:xfrm>
                <a:off x="6252817" y="6037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4" name="Freeform 48093">
                <a:extLst>
                  <a:ext uri="{FF2B5EF4-FFF2-40B4-BE49-F238E27FC236}">
                    <a16:creationId xmlns:a16="http://schemas.microsoft.com/office/drawing/2014/main" id="{5BF46A04-6AAF-0D6B-B939-748E75B03C93}"/>
                  </a:ext>
                </a:extLst>
              </p:cNvPr>
              <p:cNvSpPr/>
              <p:nvPr/>
            </p:nvSpPr>
            <p:spPr>
              <a:xfrm>
                <a:off x="625341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5" name="Freeform 48094">
                <a:extLst>
                  <a:ext uri="{FF2B5EF4-FFF2-40B4-BE49-F238E27FC236}">
                    <a16:creationId xmlns:a16="http://schemas.microsoft.com/office/drawing/2014/main" id="{1E0DC76B-9FBD-B518-D1E2-015DE3B2C6CA}"/>
                  </a:ext>
                </a:extLst>
              </p:cNvPr>
              <p:cNvSpPr/>
              <p:nvPr/>
            </p:nvSpPr>
            <p:spPr>
              <a:xfrm>
                <a:off x="6253909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6" name="Freeform 48095">
                <a:extLst>
                  <a:ext uri="{FF2B5EF4-FFF2-40B4-BE49-F238E27FC236}">
                    <a16:creationId xmlns:a16="http://schemas.microsoft.com/office/drawing/2014/main" id="{6F003935-EEB0-6CA0-D296-3947E9E0C77A}"/>
                  </a:ext>
                </a:extLst>
              </p:cNvPr>
              <p:cNvSpPr/>
              <p:nvPr/>
            </p:nvSpPr>
            <p:spPr>
              <a:xfrm>
                <a:off x="625440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7" name="Freeform 48096">
                <a:extLst>
                  <a:ext uri="{FF2B5EF4-FFF2-40B4-BE49-F238E27FC236}">
                    <a16:creationId xmlns:a16="http://schemas.microsoft.com/office/drawing/2014/main" id="{0C2CC5DE-D27E-F0D5-ABC8-E3619B5B01C4}"/>
                  </a:ext>
                </a:extLst>
              </p:cNvPr>
              <p:cNvSpPr/>
              <p:nvPr/>
            </p:nvSpPr>
            <p:spPr>
              <a:xfrm>
                <a:off x="6255000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8" name="Freeform 48097">
                <a:extLst>
                  <a:ext uri="{FF2B5EF4-FFF2-40B4-BE49-F238E27FC236}">
                    <a16:creationId xmlns:a16="http://schemas.microsoft.com/office/drawing/2014/main" id="{4CED8F95-8672-45D3-B230-822DE8FA59E5}"/>
                  </a:ext>
                </a:extLst>
              </p:cNvPr>
              <p:cNvSpPr/>
              <p:nvPr/>
            </p:nvSpPr>
            <p:spPr>
              <a:xfrm>
                <a:off x="6255496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99" name="Freeform 48098">
                <a:extLst>
                  <a:ext uri="{FF2B5EF4-FFF2-40B4-BE49-F238E27FC236}">
                    <a16:creationId xmlns:a16="http://schemas.microsoft.com/office/drawing/2014/main" id="{2EDDE5CB-065C-E1A0-A7B2-4693FAC2FF99}"/>
                  </a:ext>
                </a:extLst>
              </p:cNvPr>
              <p:cNvSpPr/>
              <p:nvPr/>
            </p:nvSpPr>
            <p:spPr>
              <a:xfrm>
                <a:off x="62559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0" name="Freeform 48099">
                <a:extLst>
                  <a:ext uri="{FF2B5EF4-FFF2-40B4-BE49-F238E27FC236}">
                    <a16:creationId xmlns:a16="http://schemas.microsoft.com/office/drawing/2014/main" id="{52F86925-5FA7-84E3-1B2F-90FD41E08E59}"/>
                  </a:ext>
                </a:extLst>
              </p:cNvPr>
              <p:cNvSpPr/>
              <p:nvPr/>
            </p:nvSpPr>
            <p:spPr>
              <a:xfrm>
                <a:off x="62564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1" name="Freeform 48100">
                <a:extLst>
                  <a:ext uri="{FF2B5EF4-FFF2-40B4-BE49-F238E27FC236}">
                    <a16:creationId xmlns:a16="http://schemas.microsoft.com/office/drawing/2014/main" id="{30765CE2-8548-766B-B63C-7A8F745D45BD}"/>
                  </a:ext>
                </a:extLst>
              </p:cNvPr>
              <p:cNvSpPr/>
              <p:nvPr/>
            </p:nvSpPr>
            <p:spPr>
              <a:xfrm>
                <a:off x="625708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2" name="Freeform 48101">
                <a:extLst>
                  <a:ext uri="{FF2B5EF4-FFF2-40B4-BE49-F238E27FC236}">
                    <a16:creationId xmlns:a16="http://schemas.microsoft.com/office/drawing/2014/main" id="{38502960-CCE8-7BAB-6307-518D4AFC1DA3}"/>
                  </a:ext>
                </a:extLst>
              </p:cNvPr>
              <p:cNvSpPr/>
              <p:nvPr/>
            </p:nvSpPr>
            <p:spPr>
              <a:xfrm>
                <a:off x="62575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3" name="Freeform 48102">
                <a:extLst>
                  <a:ext uri="{FF2B5EF4-FFF2-40B4-BE49-F238E27FC236}">
                    <a16:creationId xmlns:a16="http://schemas.microsoft.com/office/drawing/2014/main" id="{EE4E5B88-9CD8-F4A5-3913-AD2C2CE6D34E}"/>
                  </a:ext>
                </a:extLst>
              </p:cNvPr>
              <p:cNvSpPr/>
              <p:nvPr/>
            </p:nvSpPr>
            <p:spPr>
              <a:xfrm>
                <a:off x="62580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4" name="Freeform 48103">
                <a:extLst>
                  <a:ext uri="{FF2B5EF4-FFF2-40B4-BE49-F238E27FC236}">
                    <a16:creationId xmlns:a16="http://schemas.microsoft.com/office/drawing/2014/main" id="{09C96D5D-CC37-BF22-EE19-6F5A0E65E071}"/>
                  </a:ext>
                </a:extLst>
              </p:cNvPr>
              <p:cNvSpPr/>
              <p:nvPr/>
            </p:nvSpPr>
            <p:spPr>
              <a:xfrm>
                <a:off x="62586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5" name="Freeform 48104">
                <a:extLst>
                  <a:ext uri="{FF2B5EF4-FFF2-40B4-BE49-F238E27FC236}">
                    <a16:creationId xmlns:a16="http://schemas.microsoft.com/office/drawing/2014/main" id="{6C81D582-59F0-4623-CA4D-2116F7FC5A8F}"/>
                  </a:ext>
                </a:extLst>
              </p:cNvPr>
              <p:cNvSpPr/>
              <p:nvPr/>
            </p:nvSpPr>
            <p:spPr>
              <a:xfrm>
                <a:off x="62591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6" name="Freeform 48105">
                <a:extLst>
                  <a:ext uri="{FF2B5EF4-FFF2-40B4-BE49-F238E27FC236}">
                    <a16:creationId xmlns:a16="http://schemas.microsoft.com/office/drawing/2014/main" id="{E26556FA-2D60-5D13-1578-D26F4476C7AA}"/>
                  </a:ext>
                </a:extLst>
              </p:cNvPr>
              <p:cNvSpPr/>
              <p:nvPr/>
            </p:nvSpPr>
            <p:spPr>
              <a:xfrm>
                <a:off x="62596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7" name="Freeform 48106">
                <a:extLst>
                  <a:ext uri="{FF2B5EF4-FFF2-40B4-BE49-F238E27FC236}">
                    <a16:creationId xmlns:a16="http://schemas.microsoft.com/office/drawing/2014/main" id="{6A725263-99C9-6DFE-CFFD-1DC48387AAE0}"/>
                  </a:ext>
                </a:extLst>
              </p:cNvPr>
              <p:cNvSpPr/>
              <p:nvPr/>
            </p:nvSpPr>
            <p:spPr>
              <a:xfrm>
                <a:off x="62602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8" name="Freeform 48107">
                <a:extLst>
                  <a:ext uri="{FF2B5EF4-FFF2-40B4-BE49-F238E27FC236}">
                    <a16:creationId xmlns:a16="http://schemas.microsoft.com/office/drawing/2014/main" id="{6F4C3035-E9BC-B634-3952-0C24B755CA76}"/>
                  </a:ext>
                </a:extLst>
              </p:cNvPr>
              <p:cNvSpPr/>
              <p:nvPr/>
            </p:nvSpPr>
            <p:spPr>
              <a:xfrm>
                <a:off x="62607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09" name="Freeform 48108">
                <a:extLst>
                  <a:ext uri="{FF2B5EF4-FFF2-40B4-BE49-F238E27FC236}">
                    <a16:creationId xmlns:a16="http://schemas.microsoft.com/office/drawing/2014/main" id="{5F1D1BB0-4B49-35ED-8126-154E3807E668}"/>
                  </a:ext>
                </a:extLst>
              </p:cNvPr>
              <p:cNvSpPr/>
              <p:nvPr/>
            </p:nvSpPr>
            <p:spPr>
              <a:xfrm>
                <a:off x="62612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0" name="Freeform 48109">
                <a:extLst>
                  <a:ext uri="{FF2B5EF4-FFF2-40B4-BE49-F238E27FC236}">
                    <a16:creationId xmlns:a16="http://schemas.microsoft.com/office/drawing/2014/main" id="{1EBFECDC-56A3-AEE9-0DA8-FC0E48C07064}"/>
                  </a:ext>
                </a:extLst>
              </p:cNvPr>
              <p:cNvSpPr/>
              <p:nvPr/>
            </p:nvSpPr>
            <p:spPr>
              <a:xfrm>
                <a:off x="626184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1" name="Freeform 48110">
                <a:extLst>
                  <a:ext uri="{FF2B5EF4-FFF2-40B4-BE49-F238E27FC236}">
                    <a16:creationId xmlns:a16="http://schemas.microsoft.com/office/drawing/2014/main" id="{8E7B0FAC-DE34-9188-6100-919D48E2C631}"/>
                  </a:ext>
                </a:extLst>
              </p:cNvPr>
              <p:cNvSpPr/>
              <p:nvPr/>
            </p:nvSpPr>
            <p:spPr>
              <a:xfrm>
                <a:off x="62623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2" name="Freeform 48111">
                <a:extLst>
                  <a:ext uri="{FF2B5EF4-FFF2-40B4-BE49-F238E27FC236}">
                    <a16:creationId xmlns:a16="http://schemas.microsoft.com/office/drawing/2014/main" id="{A8B5F4A7-6C31-8872-DD48-5516965E8C39}"/>
                  </a:ext>
                </a:extLst>
              </p:cNvPr>
              <p:cNvSpPr/>
              <p:nvPr/>
            </p:nvSpPr>
            <p:spPr>
              <a:xfrm>
                <a:off x="6262838" y="5931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3" name="Freeform 48112">
                <a:extLst>
                  <a:ext uri="{FF2B5EF4-FFF2-40B4-BE49-F238E27FC236}">
                    <a16:creationId xmlns:a16="http://schemas.microsoft.com/office/drawing/2014/main" id="{E0907B8E-A1C9-6907-8973-F8BE302ADE43}"/>
                  </a:ext>
                </a:extLst>
              </p:cNvPr>
              <p:cNvSpPr/>
              <p:nvPr/>
            </p:nvSpPr>
            <p:spPr>
              <a:xfrm>
                <a:off x="6263434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4" name="Freeform 48113">
                <a:extLst>
                  <a:ext uri="{FF2B5EF4-FFF2-40B4-BE49-F238E27FC236}">
                    <a16:creationId xmlns:a16="http://schemas.microsoft.com/office/drawing/2014/main" id="{AC688C1A-4B00-2E05-0AB9-F9ECF9271F03}"/>
                  </a:ext>
                </a:extLst>
              </p:cNvPr>
              <p:cNvSpPr/>
              <p:nvPr/>
            </p:nvSpPr>
            <p:spPr>
              <a:xfrm>
                <a:off x="6263930" y="5921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5" name="Freeform 48114">
                <a:extLst>
                  <a:ext uri="{FF2B5EF4-FFF2-40B4-BE49-F238E27FC236}">
                    <a16:creationId xmlns:a16="http://schemas.microsoft.com/office/drawing/2014/main" id="{8D00FE76-B4C1-4397-4CD8-C8222C94B7C5}"/>
                  </a:ext>
                </a:extLst>
              </p:cNvPr>
              <p:cNvSpPr/>
              <p:nvPr/>
            </p:nvSpPr>
            <p:spPr>
              <a:xfrm>
                <a:off x="6264426" y="596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6" name="Freeform 48115">
                <a:extLst>
                  <a:ext uri="{FF2B5EF4-FFF2-40B4-BE49-F238E27FC236}">
                    <a16:creationId xmlns:a16="http://schemas.microsoft.com/office/drawing/2014/main" id="{FD35701A-A899-58DE-A719-A3E9FEB87DA5}"/>
                  </a:ext>
                </a:extLst>
              </p:cNvPr>
              <p:cNvSpPr/>
              <p:nvPr/>
            </p:nvSpPr>
            <p:spPr>
              <a:xfrm>
                <a:off x="6265021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7" name="Freeform 48116">
                <a:extLst>
                  <a:ext uri="{FF2B5EF4-FFF2-40B4-BE49-F238E27FC236}">
                    <a16:creationId xmlns:a16="http://schemas.microsoft.com/office/drawing/2014/main" id="{8537835A-38A9-BCF0-B7A0-1230D517FEBE}"/>
                  </a:ext>
                </a:extLst>
              </p:cNvPr>
              <p:cNvSpPr/>
              <p:nvPr/>
            </p:nvSpPr>
            <p:spPr>
              <a:xfrm>
                <a:off x="6265517" y="6028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8" name="Freeform 48117">
                <a:extLst>
                  <a:ext uri="{FF2B5EF4-FFF2-40B4-BE49-F238E27FC236}">
                    <a16:creationId xmlns:a16="http://schemas.microsoft.com/office/drawing/2014/main" id="{4464387D-6F37-4764-6145-0FDD8A6A0AC2}"/>
                  </a:ext>
                </a:extLst>
              </p:cNvPr>
              <p:cNvSpPr/>
              <p:nvPr/>
            </p:nvSpPr>
            <p:spPr>
              <a:xfrm>
                <a:off x="6266013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19" name="Freeform 48118">
                <a:extLst>
                  <a:ext uri="{FF2B5EF4-FFF2-40B4-BE49-F238E27FC236}">
                    <a16:creationId xmlns:a16="http://schemas.microsoft.com/office/drawing/2014/main" id="{32C580FE-2313-E158-C9FC-7F89D81CF3DD}"/>
                  </a:ext>
                </a:extLst>
              </p:cNvPr>
              <p:cNvSpPr/>
              <p:nvPr/>
            </p:nvSpPr>
            <p:spPr>
              <a:xfrm>
                <a:off x="6266609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0" name="Freeform 48119">
                <a:extLst>
                  <a:ext uri="{FF2B5EF4-FFF2-40B4-BE49-F238E27FC236}">
                    <a16:creationId xmlns:a16="http://schemas.microsoft.com/office/drawing/2014/main" id="{8757EC6C-A958-8864-3758-7E6197C8D029}"/>
                  </a:ext>
                </a:extLst>
              </p:cNvPr>
              <p:cNvSpPr/>
              <p:nvPr/>
            </p:nvSpPr>
            <p:spPr>
              <a:xfrm>
                <a:off x="6267105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1" name="Freeform 48120">
                <a:extLst>
                  <a:ext uri="{FF2B5EF4-FFF2-40B4-BE49-F238E27FC236}">
                    <a16:creationId xmlns:a16="http://schemas.microsoft.com/office/drawing/2014/main" id="{4F92DC59-E2E4-332E-3FC3-FC9AE63E5555}"/>
                  </a:ext>
                </a:extLst>
              </p:cNvPr>
              <p:cNvSpPr/>
              <p:nvPr/>
            </p:nvSpPr>
            <p:spPr>
              <a:xfrm>
                <a:off x="6267601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2" name="Freeform 48121">
                <a:extLst>
                  <a:ext uri="{FF2B5EF4-FFF2-40B4-BE49-F238E27FC236}">
                    <a16:creationId xmlns:a16="http://schemas.microsoft.com/office/drawing/2014/main" id="{3BB8F1FA-6F6F-A8AD-9F96-39102C0FE49C}"/>
                  </a:ext>
                </a:extLst>
              </p:cNvPr>
              <p:cNvSpPr/>
              <p:nvPr/>
            </p:nvSpPr>
            <p:spPr>
              <a:xfrm>
                <a:off x="6268097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3" name="Freeform 48122">
                <a:extLst>
                  <a:ext uri="{FF2B5EF4-FFF2-40B4-BE49-F238E27FC236}">
                    <a16:creationId xmlns:a16="http://schemas.microsoft.com/office/drawing/2014/main" id="{7A593371-583D-390C-B1A5-D0BDD026F9BA}"/>
                  </a:ext>
                </a:extLst>
              </p:cNvPr>
              <p:cNvSpPr/>
              <p:nvPr/>
            </p:nvSpPr>
            <p:spPr>
              <a:xfrm>
                <a:off x="62686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4" name="Freeform 48123">
                <a:extLst>
                  <a:ext uri="{FF2B5EF4-FFF2-40B4-BE49-F238E27FC236}">
                    <a16:creationId xmlns:a16="http://schemas.microsoft.com/office/drawing/2014/main" id="{9A1F36AE-9781-8451-FF6C-39BF68C8BA5F}"/>
                  </a:ext>
                </a:extLst>
              </p:cNvPr>
              <p:cNvSpPr/>
              <p:nvPr/>
            </p:nvSpPr>
            <p:spPr>
              <a:xfrm>
                <a:off x="62691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5" name="Freeform 48124">
                <a:extLst>
                  <a:ext uri="{FF2B5EF4-FFF2-40B4-BE49-F238E27FC236}">
                    <a16:creationId xmlns:a16="http://schemas.microsoft.com/office/drawing/2014/main" id="{068CED5F-518B-FA01-E957-D902B75D3AAA}"/>
                  </a:ext>
                </a:extLst>
              </p:cNvPr>
              <p:cNvSpPr/>
              <p:nvPr/>
            </p:nvSpPr>
            <p:spPr>
              <a:xfrm>
                <a:off x="62696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6" name="Freeform 48125">
                <a:extLst>
                  <a:ext uri="{FF2B5EF4-FFF2-40B4-BE49-F238E27FC236}">
                    <a16:creationId xmlns:a16="http://schemas.microsoft.com/office/drawing/2014/main" id="{C1A328E0-A100-7EEE-9467-E937C1DA7D06}"/>
                  </a:ext>
                </a:extLst>
              </p:cNvPr>
              <p:cNvSpPr/>
              <p:nvPr/>
            </p:nvSpPr>
            <p:spPr>
              <a:xfrm>
                <a:off x="62702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7" name="Freeform 48126">
                <a:extLst>
                  <a:ext uri="{FF2B5EF4-FFF2-40B4-BE49-F238E27FC236}">
                    <a16:creationId xmlns:a16="http://schemas.microsoft.com/office/drawing/2014/main" id="{5C197FB6-8AB5-E731-F064-32C37145832A}"/>
                  </a:ext>
                </a:extLst>
              </p:cNvPr>
              <p:cNvSpPr/>
              <p:nvPr/>
            </p:nvSpPr>
            <p:spPr>
              <a:xfrm>
                <a:off x="62707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8" name="Freeform 48127">
                <a:extLst>
                  <a:ext uri="{FF2B5EF4-FFF2-40B4-BE49-F238E27FC236}">
                    <a16:creationId xmlns:a16="http://schemas.microsoft.com/office/drawing/2014/main" id="{68A42D00-E2B8-5474-AB0D-BD27098166ED}"/>
                  </a:ext>
                </a:extLst>
              </p:cNvPr>
              <p:cNvSpPr/>
              <p:nvPr/>
            </p:nvSpPr>
            <p:spPr>
              <a:xfrm>
                <a:off x="627127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29" name="Freeform 48128">
                <a:extLst>
                  <a:ext uri="{FF2B5EF4-FFF2-40B4-BE49-F238E27FC236}">
                    <a16:creationId xmlns:a16="http://schemas.microsoft.com/office/drawing/2014/main" id="{75A756A6-5B7B-4EB9-F5A8-ADA0050026DB}"/>
                  </a:ext>
                </a:extLst>
              </p:cNvPr>
              <p:cNvSpPr/>
              <p:nvPr/>
            </p:nvSpPr>
            <p:spPr>
              <a:xfrm>
                <a:off x="62718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0" name="Freeform 48129">
                <a:extLst>
                  <a:ext uri="{FF2B5EF4-FFF2-40B4-BE49-F238E27FC236}">
                    <a16:creationId xmlns:a16="http://schemas.microsoft.com/office/drawing/2014/main" id="{831951D5-ABC0-99F3-6B1D-BB2272C7F269}"/>
                  </a:ext>
                </a:extLst>
              </p:cNvPr>
              <p:cNvSpPr/>
              <p:nvPr/>
            </p:nvSpPr>
            <p:spPr>
              <a:xfrm>
                <a:off x="62723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1" name="Freeform 48130">
                <a:extLst>
                  <a:ext uri="{FF2B5EF4-FFF2-40B4-BE49-F238E27FC236}">
                    <a16:creationId xmlns:a16="http://schemas.microsoft.com/office/drawing/2014/main" id="{15CAE6E4-C15A-0175-5856-27750053190A}"/>
                  </a:ext>
                </a:extLst>
              </p:cNvPr>
              <p:cNvSpPr/>
              <p:nvPr/>
            </p:nvSpPr>
            <p:spPr>
              <a:xfrm>
                <a:off x="62728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2" name="Freeform 48131">
                <a:extLst>
                  <a:ext uri="{FF2B5EF4-FFF2-40B4-BE49-F238E27FC236}">
                    <a16:creationId xmlns:a16="http://schemas.microsoft.com/office/drawing/2014/main" id="{2D7DB871-CCBB-2185-5E78-700C554A001A}"/>
                  </a:ext>
                </a:extLst>
              </p:cNvPr>
              <p:cNvSpPr/>
              <p:nvPr/>
            </p:nvSpPr>
            <p:spPr>
              <a:xfrm>
                <a:off x="62734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3" name="Freeform 48132">
                <a:extLst>
                  <a:ext uri="{FF2B5EF4-FFF2-40B4-BE49-F238E27FC236}">
                    <a16:creationId xmlns:a16="http://schemas.microsoft.com/office/drawing/2014/main" id="{A6A55654-7460-85FA-04E4-4A288825FC54}"/>
                  </a:ext>
                </a:extLst>
              </p:cNvPr>
              <p:cNvSpPr/>
              <p:nvPr/>
            </p:nvSpPr>
            <p:spPr>
              <a:xfrm>
                <a:off x="62739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4" name="Freeform 48133">
                <a:extLst>
                  <a:ext uri="{FF2B5EF4-FFF2-40B4-BE49-F238E27FC236}">
                    <a16:creationId xmlns:a16="http://schemas.microsoft.com/office/drawing/2014/main" id="{E4C2E9AE-A542-5DC8-7D6F-11A520E0D56B}"/>
                  </a:ext>
                </a:extLst>
              </p:cNvPr>
              <p:cNvSpPr/>
              <p:nvPr/>
            </p:nvSpPr>
            <p:spPr>
              <a:xfrm>
                <a:off x="62744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5" name="Freeform 48134">
                <a:extLst>
                  <a:ext uri="{FF2B5EF4-FFF2-40B4-BE49-F238E27FC236}">
                    <a16:creationId xmlns:a16="http://schemas.microsoft.com/office/drawing/2014/main" id="{4FA7F3E9-8F72-8DAD-25AA-EB5E76F3752B}"/>
                  </a:ext>
                </a:extLst>
              </p:cNvPr>
              <p:cNvSpPr/>
              <p:nvPr/>
            </p:nvSpPr>
            <p:spPr>
              <a:xfrm>
                <a:off x="627504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6" name="Freeform 48135">
                <a:extLst>
                  <a:ext uri="{FF2B5EF4-FFF2-40B4-BE49-F238E27FC236}">
                    <a16:creationId xmlns:a16="http://schemas.microsoft.com/office/drawing/2014/main" id="{7CB06347-53B8-15F0-71C4-B8AB92D431C4}"/>
                  </a:ext>
                </a:extLst>
              </p:cNvPr>
              <p:cNvSpPr/>
              <p:nvPr/>
            </p:nvSpPr>
            <p:spPr>
              <a:xfrm>
                <a:off x="6275538" y="5874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7" name="Freeform 48136">
                <a:extLst>
                  <a:ext uri="{FF2B5EF4-FFF2-40B4-BE49-F238E27FC236}">
                    <a16:creationId xmlns:a16="http://schemas.microsoft.com/office/drawing/2014/main" id="{8DD3B9F5-8F3E-4C5F-FE88-EBE55AEA4E73}"/>
                  </a:ext>
                </a:extLst>
              </p:cNvPr>
              <p:cNvSpPr/>
              <p:nvPr/>
            </p:nvSpPr>
            <p:spPr>
              <a:xfrm>
                <a:off x="6276034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8" name="Freeform 48137">
                <a:extLst>
                  <a:ext uri="{FF2B5EF4-FFF2-40B4-BE49-F238E27FC236}">
                    <a16:creationId xmlns:a16="http://schemas.microsoft.com/office/drawing/2014/main" id="{C8313146-4453-EF73-C3EE-8821A7474EFE}"/>
                  </a:ext>
                </a:extLst>
              </p:cNvPr>
              <p:cNvSpPr/>
              <p:nvPr/>
            </p:nvSpPr>
            <p:spPr>
              <a:xfrm>
                <a:off x="6276630" y="5906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39" name="Freeform 48138">
                <a:extLst>
                  <a:ext uri="{FF2B5EF4-FFF2-40B4-BE49-F238E27FC236}">
                    <a16:creationId xmlns:a16="http://schemas.microsoft.com/office/drawing/2014/main" id="{93827238-DE55-B6E6-CD5D-04E4AC4A8DC8}"/>
                  </a:ext>
                </a:extLst>
              </p:cNvPr>
              <p:cNvSpPr/>
              <p:nvPr/>
            </p:nvSpPr>
            <p:spPr>
              <a:xfrm>
                <a:off x="6277126" y="5969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0" name="Freeform 48139">
                <a:extLst>
                  <a:ext uri="{FF2B5EF4-FFF2-40B4-BE49-F238E27FC236}">
                    <a16:creationId xmlns:a16="http://schemas.microsoft.com/office/drawing/2014/main" id="{F7E4AD6C-E4E7-7BF4-9591-2B9127DEB49D}"/>
                  </a:ext>
                </a:extLst>
              </p:cNvPr>
              <p:cNvSpPr/>
              <p:nvPr/>
            </p:nvSpPr>
            <p:spPr>
              <a:xfrm>
                <a:off x="6277622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1" name="Freeform 48140">
                <a:extLst>
                  <a:ext uri="{FF2B5EF4-FFF2-40B4-BE49-F238E27FC236}">
                    <a16:creationId xmlns:a16="http://schemas.microsoft.com/office/drawing/2014/main" id="{76ACEF12-3894-9EF8-155D-8CC89969E015}"/>
                  </a:ext>
                </a:extLst>
              </p:cNvPr>
              <p:cNvSpPr/>
              <p:nvPr/>
            </p:nvSpPr>
            <p:spPr>
              <a:xfrm>
                <a:off x="6278217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2" name="Freeform 48141">
                <a:extLst>
                  <a:ext uri="{FF2B5EF4-FFF2-40B4-BE49-F238E27FC236}">
                    <a16:creationId xmlns:a16="http://schemas.microsoft.com/office/drawing/2014/main" id="{59088049-45E2-5138-D978-8BE685EE5F18}"/>
                  </a:ext>
                </a:extLst>
              </p:cNvPr>
              <p:cNvSpPr/>
              <p:nvPr/>
            </p:nvSpPr>
            <p:spPr>
              <a:xfrm>
                <a:off x="6278713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3" name="Freeform 48142">
                <a:extLst>
                  <a:ext uri="{FF2B5EF4-FFF2-40B4-BE49-F238E27FC236}">
                    <a16:creationId xmlns:a16="http://schemas.microsoft.com/office/drawing/2014/main" id="{53CDEF17-287C-918F-3920-FDC831AF23B9}"/>
                  </a:ext>
                </a:extLst>
              </p:cNvPr>
              <p:cNvSpPr/>
              <p:nvPr/>
            </p:nvSpPr>
            <p:spPr>
              <a:xfrm>
                <a:off x="6279209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4" name="Freeform 48143">
                <a:extLst>
                  <a:ext uri="{FF2B5EF4-FFF2-40B4-BE49-F238E27FC236}">
                    <a16:creationId xmlns:a16="http://schemas.microsoft.com/office/drawing/2014/main" id="{0795E55E-51C1-954D-A724-05FE9B7A2343}"/>
                  </a:ext>
                </a:extLst>
              </p:cNvPr>
              <p:cNvSpPr/>
              <p:nvPr/>
            </p:nvSpPr>
            <p:spPr>
              <a:xfrm>
                <a:off x="6279805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5" name="Freeform 48144">
                <a:extLst>
                  <a:ext uri="{FF2B5EF4-FFF2-40B4-BE49-F238E27FC236}">
                    <a16:creationId xmlns:a16="http://schemas.microsoft.com/office/drawing/2014/main" id="{0645EB15-37B3-8967-C8C5-B4E69D8CD4E3}"/>
                  </a:ext>
                </a:extLst>
              </p:cNvPr>
              <p:cNvSpPr/>
              <p:nvPr/>
            </p:nvSpPr>
            <p:spPr>
              <a:xfrm>
                <a:off x="6280301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6" name="Freeform 48145">
                <a:extLst>
                  <a:ext uri="{FF2B5EF4-FFF2-40B4-BE49-F238E27FC236}">
                    <a16:creationId xmlns:a16="http://schemas.microsoft.com/office/drawing/2014/main" id="{EEEC633F-39D4-CCAB-07EA-DFC939CEE188}"/>
                  </a:ext>
                </a:extLst>
              </p:cNvPr>
              <p:cNvSpPr/>
              <p:nvPr/>
            </p:nvSpPr>
            <p:spPr>
              <a:xfrm>
                <a:off x="6280797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7" name="Freeform 48146">
                <a:extLst>
                  <a:ext uri="{FF2B5EF4-FFF2-40B4-BE49-F238E27FC236}">
                    <a16:creationId xmlns:a16="http://schemas.microsoft.com/office/drawing/2014/main" id="{DA72EAC8-BEB9-BAFD-58A6-BFCE39C3D3F2}"/>
                  </a:ext>
                </a:extLst>
              </p:cNvPr>
              <p:cNvSpPr/>
              <p:nvPr/>
            </p:nvSpPr>
            <p:spPr>
              <a:xfrm>
                <a:off x="628129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8" name="Freeform 48147">
                <a:extLst>
                  <a:ext uri="{FF2B5EF4-FFF2-40B4-BE49-F238E27FC236}">
                    <a16:creationId xmlns:a16="http://schemas.microsoft.com/office/drawing/2014/main" id="{A4814F93-1AAB-FAE1-ED5B-4EE2B825FC0E}"/>
                  </a:ext>
                </a:extLst>
              </p:cNvPr>
              <p:cNvSpPr/>
              <p:nvPr/>
            </p:nvSpPr>
            <p:spPr>
              <a:xfrm>
                <a:off x="628188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49" name="Freeform 48148">
                <a:extLst>
                  <a:ext uri="{FF2B5EF4-FFF2-40B4-BE49-F238E27FC236}">
                    <a16:creationId xmlns:a16="http://schemas.microsoft.com/office/drawing/2014/main" id="{FF9AAE14-A792-0E0C-0635-C42AF7086179}"/>
                  </a:ext>
                </a:extLst>
              </p:cNvPr>
              <p:cNvSpPr/>
              <p:nvPr/>
            </p:nvSpPr>
            <p:spPr>
              <a:xfrm>
                <a:off x="628238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0" name="Freeform 48149">
                <a:extLst>
                  <a:ext uri="{FF2B5EF4-FFF2-40B4-BE49-F238E27FC236}">
                    <a16:creationId xmlns:a16="http://schemas.microsoft.com/office/drawing/2014/main" id="{84FE650A-CEEF-F6A5-4250-DB4CFEC42B42}"/>
                  </a:ext>
                </a:extLst>
              </p:cNvPr>
              <p:cNvSpPr/>
              <p:nvPr/>
            </p:nvSpPr>
            <p:spPr>
              <a:xfrm>
                <a:off x="62828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1" name="Freeform 48150">
                <a:extLst>
                  <a:ext uri="{FF2B5EF4-FFF2-40B4-BE49-F238E27FC236}">
                    <a16:creationId xmlns:a16="http://schemas.microsoft.com/office/drawing/2014/main" id="{27C2F6FF-FBF4-ED25-6EE2-7EA10688D052}"/>
                  </a:ext>
                </a:extLst>
              </p:cNvPr>
              <p:cNvSpPr/>
              <p:nvPr/>
            </p:nvSpPr>
            <p:spPr>
              <a:xfrm>
                <a:off x="628347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2" name="Freeform 48151">
                <a:extLst>
                  <a:ext uri="{FF2B5EF4-FFF2-40B4-BE49-F238E27FC236}">
                    <a16:creationId xmlns:a16="http://schemas.microsoft.com/office/drawing/2014/main" id="{8D55F9B9-E8E8-BAB5-C985-797BE89467E0}"/>
                  </a:ext>
                </a:extLst>
              </p:cNvPr>
              <p:cNvSpPr/>
              <p:nvPr/>
            </p:nvSpPr>
            <p:spPr>
              <a:xfrm>
                <a:off x="628397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3" name="Freeform 48152">
                <a:extLst>
                  <a:ext uri="{FF2B5EF4-FFF2-40B4-BE49-F238E27FC236}">
                    <a16:creationId xmlns:a16="http://schemas.microsoft.com/office/drawing/2014/main" id="{18290DA8-D82B-CE86-7C78-2BD56EEAB831}"/>
                  </a:ext>
                </a:extLst>
              </p:cNvPr>
              <p:cNvSpPr/>
              <p:nvPr/>
            </p:nvSpPr>
            <p:spPr>
              <a:xfrm>
                <a:off x="628446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4" name="Freeform 48153">
                <a:extLst>
                  <a:ext uri="{FF2B5EF4-FFF2-40B4-BE49-F238E27FC236}">
                    <a16:creationId xmlns:a16="http://schemas.microsoft.com/office/drawing/2014/main" id="{205BD20D-DA33-FC23-23D3-6A93BC67C0FC}"/>
                  </a:ext>
                </a:extLst>
              </p:cNvPr>
              <p:cNvSpPr/>
              <p:nvPr/>
            </p:nvSpPr>
            <p:spPr>
              <a:xfrm>
                <a:off x="62850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5" name="Freeform 48154">
                <a:extLst>
                  <a:ext uri="{FF2B5EF4-FFF2-40B4-BE49-F238E27FC236}">
                    <a16:creationId xmlns:a16="http://schemas.microsoft.com/office/drawing/2014/main" id="{7D113D1D-AF27-3134-49DE-CD268CAF5FA5}"/>
                  </a:ext>
                </a:extLst>
              </p:cNvPr>
              <p:cNvSpPr/>
              <p:nvPr/>
            </p:nvSpPr>
            <p:spPr>
              <a:xfrm>
                <a:off x="62855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6" name="Freeform 48155">
                <a:extLst>
                  <a:ext uri="{FF2B5EF4-FFF2-40B4-BE49-F238E27FC236}">
                    <a16:creationId xmlns:a16="http://schemas.microsoft.com/office/drawing/2014/main" id="{6893A9B9-4254-7B41-D5D0-9A01B64CE5BB}"/>
                  </a:ext>
                </a:extLst>
              </p:cNvPr>
              <p:cNvSpPr/>
              <p:nvPr/>
            </p:nvSpPr>
            <p:spPr>
              <a:xfrm>
                <a:off x="62860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7" name="Freeform 48156">
                <a:extLst>
                  <a:ext uri="{FF2B5EF4-FFF2-40B4-BE49-F238E27FC236}">
                    <a16:creationId xmlns:a16="http://schemas.microsoft.com/office/drawing/2014/main" id="{5DE17585-F745-49EC-F519-F605B07C59EE}"/>
                  </a:ext>
                </a:extLst>
              </p:cNvPr>
              <p:cNvSpPr/>
              <p:nvPr/>
            </p:nvSpPr>
            <p:spPr>
              <a:xfrm>
                <a:off x="628665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8" name="Freeform 48157">
                <a:extLst>
                  <a:ext uri="{FF2B5EF4-FFF2-40B4-BE49-F238E27FC236}">
                    <a16:creationId xmlns:a16="http://schemas.microsoft.com/office/drawing/2014/main" id="{1DE7CC3C-C96B-1F94-1E7F-47B09AFD5D07}"/>
                  </a:ext>
                </a:extLst>
              </p:cNvPr>
              <p:cNvSpPr/>
              <p:nvPr/>
            </p:nvSpPr>
            <p:spPr>
              <a:xfrm>
                <a:off x="628714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59" name="Freeform 48158">
                <a:extLst>
                  <a:ext uri="{FF2B5EF4-FFF2-40B4-BE49-F238E27FC236}">
                    <a16:creationId xmlns:a16="http://schemas.microsoft.com/office/drawing/2014/main" id="{EF006E82-7BB7-47CA-192F-5ED184B8DA9A}"/>
                  </a:ext>
                </a:extLst>
              </p:cNvPr>
              <p:cNvSpPr/>
              <p:nvPr/>
            </p:nvSpPr>
            <p:spPr>
              <a:xfrm>
                <a:off x="6287643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0" name="Freeform 48159">
                <a:extLst>
                  <a:ext uri="{FF2B5EF4-FFF2-40B4-BE49-F238E27FC236}">
                    <a16:creationId xmlns:a16="http://schemas.microsoft.com/office/drawing/2014/main" id="{17432482-9E40-19F5-D28C-D328FBC3B052}"/>
                  </a:ext>
                </a:extLst>
              </p:cNvPr>
              <p:cNvSpPr/>
              <p:nvPr/>
            </p:nvSpPr>
            <p:spPr>
              <a:xfrm>
                <a:off x="6288238" y="5870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1" name="Freeform 48160">
                <a:extLst>
                  <a:ext uri="{FF2B5EF4-FFF2-40B4-BE49-F238E27FC236}">
                    <a16:creationId xmlns:a16="http://schemas.microsoft.com/office/drawing/2014/main" id="{5BDFF50B-92D3-95F5-7A81-45C9BE559B67}"/>
                  </a:ext>
                </a:extLst>
              </p:cNvPr>
              <p:cNvSpPr/>
              <p:nvPr/>
            </p:nvSpPr>
            <p:spPr>
              <a:xfrm>
                <a:off x="6288734" y="5803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2" name="Freeform 48161">
                <a:extLst>
                  <a:ext uri="{FF2B5EF4-FFF2-40B4-BE49-F238E27FC236}">
                    <a16:creationId xmlns:a16="http://schemas.microsoft.com/office/drawing/2014/main" id="{25C12B12-83F5-6B78-BD0E-3985FCF136D4}"/>
                  </a:ext>
                </a:extLst>
              </p:cNvPr>
              <p:cNvSpPr/>
              <p:nvPr/>
            </p:nvSpPr>
            <p:spPr>
              <a:xfrm>
                <a:off x="6289230" y="5869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3" name="Freeform 48162">
                <a:extLst>
                  <a:ext uri="{FF2B5EF4-FFF2-40B4-BE49-F238E27FC236}">
                    <a16:creationId xmlns:a16="http://schemas.microsoft.com/office/drawing/2014/main" id="{F8829F38-FC5E-9558-4558-1CCF294033D1}"/>
                  </a:ext>
                </a:extLst>
              </p:cNvPr>
              <p:cNvSpPr/>
              <p:nvPr/>
            </p:nvSpPr>
            <p:spPr>
              <a:xfrm>
                <a:off x="6289826" y="5915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4" name="Freeform 48163">
                <a:extLst>
                  <a:ext uri="{FF2B5EF4-FFF2-40B4-BE49-F238E27FC236}">
                    <a16:creationId xmlns:a16="http://schemas.microsoft.com/office/drawing/2014/main" id="{3720C772-65A4-4250-C70E-AC2CE1CFAA7B}"/>
                  </a:ext>
                </a:extLst>
              </p:cNvPr>
              <p:cNvSpPr/>
              <p:nvPr/>
            </p:nvSpPr>
            <p:spPr>
              <a:xfrm>
                <a:off x="6290322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5" name="Freeform 48164">
                <a:extLst>
                  <a:ext uri="{FF2B5EF4-FFF2-40B4-BE49-F238E27FC236}">
                    <a16:creationId xmlns:a16="http://schemas.microsoft.com/office/drawing/2014/main" id="{F33C37B5-7739-A68D-FBBF-06C6F7CDE2E9}"/>
                  </a:ext>
                </a:extLst>
              </p:cNvPr>
              <p:cNvSpPr/>
              <p:nvPr/>
            </p:nvSpPr>
            <p:spPr>
              <a:xfrm>
                <a:off x="6290818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6" name="Freeform 48165">
                <a:extLst>
                  <a:ext uri="{FF2B5EF4-FFF2-40B4-BE49-F238E27FC236}">
                    <a16:creationId xmlns:a16="http://schemas.microsoft.com/office/drawing/2014/main" id="{8857E98E-6241-17FF-C10C-2F473A7F5602}"/>
                  </a:ext>
                </a:extLst>
              </p:cNvPr>
              <p:cNvSpPr/>
              <p:nvPr/>
            </p:nvSpPr>
            <p:spPr>
              <a:xfrm>
                <a:off x="6291413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7" name="Freeform 48166">
                <a:extLst>
                  <a:ext uri="{FF2B5EF4-FFF2-40B4-BE49-F238E27FC236}">
                    <a16:creationId xmlns:a16="http://schemas.microsoft.com/office/drawing/2014/main" id="{989836CE-962C-33C0-D24E-8339B29BC476}"/>
                  </a:ext>
                </a:extLst>
              </p:cNvPr>
              <p:cNvSpPr/>
              <p:nvPr/>
            </p:nvSpPr>
            <p:spPr>
              <a:xfrm>
                <a:off x="6291909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8" name="Freeform 48167">
                <a:extLst>
                  <a:ext uri="{FF2B5EF4-FFF2-40B4-BE49-F238E27FC236}">
                    <a16:creationId xmlns:a16="http://schemas.microsoft.com/office/drawing/2014/main" id="{2D0CA1E6-83B7-F089-DCC4-11897A518629}"/>
                  </a:ext>
                </a:extLst>
              </p:cNvPr>
              <p:cNvSpPr/>
              <p:nvPr/>
            </p:nvSpPr>
            <p:spPr>
              <a:xfrm>
                <a:off x="6292405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69" name="Freeform 48168">
                <a:extLst>
                  <a:ext uri="{FF2B5EF4-FFF2-40B4-BE49-F238E27FC236}">
                    <a16:creationId xmlns:a16="http://schemas.microsoft.com/office/drawing/2014/main" id="{A4156E9F-0EFD-C7D9-557B-050F73B543A4}"/>
                  </a:ext>
                </a:extLst>
              </p:cNvPr>
              <p:cNvSpPr/>
              <p:nvPr/>
            </p:nvSpPr>
            <p:spPr>
              <a:xfrm>
                <a:off x="6292902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0" name="Freeform 48169">
                <a:extLst>
                  <a:ext uri="{FF2B5EF4-FFF2-40B4-BE49-F238E27FC236}">
                    <a16:creationId xmlns:a16="http://schemas.microsoft.com/office/drawing/2014/main" id="{A7ACE928-1B24-738F-A747-1893DB73FB28}"/>
                  </a:ext>
                </a:extLst>
              </p:cNvPr>
              <p:cNvSpPr/>
              <p:nvPr/>
            </p:nvSpPr>
            <p:spPr>
              <a:xfrm>
                <a:off x="6293497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1" name="Freeform 48170">
                <a:extLst>
                  <a:ext uri="{FF2B5EF4-FFF2-40B4-BE49-F238E27FC236}">
                    <a16:creationId xmlns:a16="http://schemas.microsoft.com/office/drawing/2014/main" id="{77AEC25F-C9E8-1BFC-709F-9F90EC9935BB}"/>
                  </a:ext>
                </a:extLst>
              </p:cNvPr>
              <p:cNvSpPr/>
              <p:nvPr/>
            </p:nvSpPr>
            <p:spPr>
              <a:xfrm>
                <a:off x="629399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2" name="Freeform 48171">
                <a:extLst>
                  <a:ext uri="{FF2B5EF4-FFF2-40B4-BE49-F238E27FC236}">
                    <a16:creationId xmlns:a16="http://schemas.microsoft.com/office/drawing/2014/main" id="{367D79BA-05CB-8A1C-78DE-2889173695BA}"/>
                  </a:ext>
                </a:extLst>
              </p:cNvPr>
              <p:cNvSpPr/>
              <p:nvPr/>
            </p:nvSpPr>
            <p:spPr>
              <a:xfrm>
                <a:off x="62944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3" name="Freeform 48172">
                <a:extLst>
                  <a:ext uri="{FF2B5EF4-FFF2-40B4-BE49-F238E27FC236}">
                    <a16:creationId xmlns:a16="http://schemas.microsoft.com/office/drawing/2014/main" id="{5FD09F56-A985-A419-F7D3-F962B788E663}"/>
                  </a:ext>
                </a:extLst>
              </p:cNvPr>
              <p:cNvSpPr/>
              <p:nvPr/>
            </p:nvSpPr>
            <p:spPr>
              <a:xfrm>
                <a:off x="62950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4" name="Freeform 48173">
                <a:extLst>
                  <a:ext uri="{FF2B5EF4-FFF2-40B4-BE49-F238E27FC236}">
                    <a16:creationId xmlns:a16="http://schemas.microsoft.com/office/drawing/2014/main" id="{6E1DF76A-C6DA-B77B-40FE-8F7430FDBCD5}"/>
                  </a:ext>
                </a:extLst>
              </p:cNvPr>
              <p:cNvSpPr/>
              <p:nvPr/>
            </p:nvSpPr>
            <p:spPr>
              <a:xfrm>
                <a:off x="62955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5" name="Freeform 48174">
                <a:extLst>
                  <a:ext uri="{FF2B5EF4-FFF2-40B4-BE49-F238E27FC236}">
                    <a16:creationId xmlns:a16="http://schemas.microsoft.com/office/drawing/2014/main" id="{9470AC0D-4840-B64E-CD76-4BE6102875C5}"/>
                  </a:ext>
                </a:extLst>
              </p:cNvPr>
              <p:cNvSpPr/>
              <p:nvPr/>
            </p:nvSpPr>
            <p:spPr>
              <a:xfrm>
                <a:off x="62960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6" name="Freeform 48175">
                <a:extLst>
                  <a:ext uri="{FF2B5EF4-FFF2-40B4-BE49-F238E27FC236}">
                    <a16:creationId xmlns:a16="http://schemas.microsoft.com/office/drawing/2014/main" id="{C13E5D1E-241C-4C71-D566-DE7C24CAC721}"/>
                  </a:ext>
                </a:extLst>
              </p:cNvPr>
              <p:cNvSpPr/>
              <p:nvPr/>
            </p:nvSpPr>
            <p:spPr>
              <a:xfrm>
                <a:off x="629667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7" name="Freeform 48176">
                <a:extLst>
                  <a:ext uri="{FF2B5EF4-FFF2-40B4-BE49-F238E27FC236}">
                    <a16:creationId xmlns:a16="http://schemas.microsoft.com/office/drawing/2014/main" id="{203037D9-F63A-B9B2-E47B-42E4615C5E26}"/>
                  </a:ext>
                </a:extLst>
              </p:cNvPr>
              <p:cNvSpPr/>
              <p:nvPr/>
            </p:nvSpPr>
            <p:spPr>
              <a:xfrm>
                <a:off x="62971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8" name="Freeform 48177">
                <a:extLst>
                  <a:ext uri="{FF2B5EF4-FFF2-40B4-BE49-F238E27FC236}">
                    <a16:creationId xmlns:a16="http://schemas.microsoft.com/office/drawing/2014/main" id="{68E25D99-4C24-0D04-42E2-3EFD67BC8F0A}"/>
                  </a:ext>
                </a:extLst>
              </p:cNvPr>
              <p:cNvSpPr/>
              <p:nvPr/>
            </p:nvSpPr>
            <p:spPr>
              <a:xfrm>
                <a:off x="62976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79" name="Freeform 48178">
                <a:extLst>
                  <a:ext uri="{FF2B5EF4-FFF2-40B4-BE49-F238E27FC236}">
                    <a16:creationId xmlns:a16="http://schemas.microsoft.com/office/drawing/2014/main" id="{BFEFED0B-1F95-C548-EEA2-BD604B6B09C1}"/>
                  </a:ext>
                </a:extLst>
              </p:cNvPr>
              <p:cNvSpPr/>
              <p:nvPr/>
            </p:nvSpPr>
            <p:spPr>
              <a:xfrm>
                <a:off x="62982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0" name="Freeform 48179">
                <a:extLst>
                  <a:ext uri="{FF2B5EF4-FFF2-40B4-BE49-F238E27FC236}">
                    <a16:creationId xmlns:a16="http://schemas.microsoft.com/office/drawing/2014/main" id="{8F21B533-3340-156F-FEED-1E39A3FC8B41}"/>
                  </a:ext>
                </a:extLst>
              </p:cNvPr>
              <p:cNvSpPr/>
              <p:nvPr/>
            </p:nvSpPr>
            <p:spPr>
              <a:xfrm>
                <a:off x="62987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1" name="Freeform 48180">
                <a:extLst>
                  <a:ext uri="{FF2B5EF4-FFF2-40B4-BE49-F238E27FC236}">
                    <a16:creationId xmlns:a16="http://schemas.microsoft.com/office/drawing/2014/main" id="{EAB964E2-A741-5A8C-D722-EA182ABFBF87}"/>
                  </a:ext>
                </a:extLst>
              </p:cNvPr>
              <p:cNvSpPr/>
              <p:nvPr/>
            </p:nvSpPr>
            <p:spPr>
              <a:xfrm>
                <a:off x="62992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2" name="Freeform 48181">
                <a:extLst>
                  <a:ext uri="{FF2B5EF4-FFF2-40B4-BE49-F238E27FC236}">
                    <a16:creationId xmlns:a16="http://schemas.microsoft.com/office/drawing/2014/main" id="{63EC6AFF-6402-F9F4-2253-F404DB38880A}"/>
                  </a:ext>
                </a:extLst>
              </p:cNvPr>
              <p:cNvSpPr/>
              <p:nvPr/>
            </p:nvSpPr>
            <p:spPr>
              <a:xfrm>
                <a:off x="629984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3" name="Freeform 48182">
                <a:extLst>
                  <a:ext uri="{FF2B5EF4-FFF2-40B4-BE49-F238E27FC236}">
                    <a16:creationId xmlns:a16="http://schemas.microsoft.com/office/drawing/2014/main" id="{C182EE2C-84BF-F197-B026-8BDA0C9E36A3}"/>
                  </a:ext>
                </a:extLst>
              </p:cNvPr>
              <p:cNvSpPr/>
              <p:nvPr/>
            </p:nvSpPr>
            <p:spPr>
              <a:xfrm>
                <a:off x="630034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4" name="Freeform 48183">
                <a:extLst>
                  <a:ext uri="{FF2B5EF4-FFF2-40B4-BE49-F238E27FC236}">
                    <a16:creationId xmlns:a16="http://schemas.microsoft.com/office/drawing/2014/main" id="{68CE78F4-0274-2F5A-DACA-72AA8F0E9744}"/>
                  </a:ext>
                </a:extLst>
              </p:cNvPr>
              <p:cNvSpPr/>
              <p:nvPr/>
            </p:nvSpPr>
            <p:spPr>
              <a:xfrm>
                <a:off x="6300839" y="5767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5" name="Freeform 48184">
                <a:extLst>
                  <a:ext uri="{FF2B5EF4-FFF2-40B4-BE49-F238E27FC236}">
                    <a16:creationId xmlns:a16="http://schemas.microsoft.com/office/drawing/2014/main" id="{8B4D4F1F-B313-3A76-B517-41C4A2225437}"/>
                  </a:ext>
                </a:extLst>
              </p:cNvPr>
              <p:cNvSpPr/>
              <p:nvPr/>
            </p:nvSpPr>
            <p:spPr>
              <a:xfrm>
                <a:off x="6301434" y="5718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6" name="Freeform 48185">
                <a:extLst>
                  <a:ext uri="{FF2B5EF4-FFF2-40B4-BE49-F238E27FC236}">
                    <a16:creationId xmlns:a16="http://schemas.microsoft.com/office/drawing/2014/main" id="{22E9BC50-2D1B-E465-3980-8C048449E0A3}"/>
                  </a:ext>
                </a:extLst>
              </p:cNvPr>
              <p:cNvSpPr/>
              <p:nvPr/>
            </p:nvSpPr>
            <p:spPr>
              <a:xfrm>
                <a:off x="6301930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7" name="Freeform 48186">
                <a:extLst>
                  <a:ext uri="{FF2B5EF4-FFF2-40B4-BE49-F238E27FC236}">
                    <a16:creationId xmlns:a16="http://schemas.microsoft.com/office/drawing/2014/main" id="{64A109C4-DC29-C207-1338-6EFC996A051E}"/>
                  </a:ext>
                </a:extLst>
              </p:cNvPr>
              <p:cNvSpPr/>
              <p:nvPr/>
            </p:nvSpPr>
            <p:spPr>
              <a:xfrm>
                <a:off x="6302427" y="5825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8" name="Freeform 48187">
                <a:extLst>
                  <a:ext uri="{FF2B5EF4-FFF2-40B4-BE49-F238E27FC236}">
                    <a16:creationId xmlns:a16="http://schemas.microsoft.com/office/drawing/2014/main" id="{F340741E-BE9C-1790-6417-0BE601AA3CE0}"/>
                  </a:ext>
                </a:extLst>
              </p:cNvPr>
              <p:cNvSpPr/>
              <p:nvPr/>
            </p:nvSpPr>
            <p:spPr>
              <a:xfrm>
                <a:off x="6303022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89" name="Freeform 48188">
                <a:extLst>
                  <a:ext uri="{FF2B5EF4-FFF2-40B4-BE49-F238E27FC236}">
                    <a16:creationId xmlns:a16="http://schemas.microsoft.com/office/drawing/2014/main" id="{97BB3DA5-CAE6-5F2A-1095-923A6EDF2F2C}"/>
                  </a:ext>
                </a:extLst>
              </p:cNvPr>
              <p:cNvSpPr/>
              <p:nvPr/>
            </p:nvSpPr>
            <p:spPr>
              <a:xfrm>
                <a:off x="6303518" y="5897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0" name="Freeform 48189">
                <a:extLst>
                  <a:ext uri="{FF2B5EF4-FFF2-40B4-BE49-F238E27FC236}">
                    <a16:creationId xmlns:a16="http://schemas.microsoft.com/office/drawing/2014/main" id="{B6575090-09B1-A2D9-A13B-8A3AB067707C}"/>
                  </a:ext>
                </a:extLst>
              </p:cNvPr>
              <p:cNvSpPr/>
              <p:nvPr/>
            </p:nvSpPr>
            <p:spPr>
              <a:xfrm>
                <a:off x="6304014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1" name="Freeform 48190">
                <a:extLst>
                  <a:ext uri="{FF2B5EF4-FFF2-40B4-BE49-F238E27FC236}">
                    <a16:creationId xmlns:a16="http://schemas.microsoft.com/office/drawing/2014/main" id="{FC27C10E-266F-8BAA-0499-C8F4FA9BF0FD}"/>
                  </a:ext>
                </a:extLst>
              </p:cNvPr>
              <p:cNvSpPr/>
              <p:nvPr/>
            </p:nvSpPr>
            <p:spPr>
              <a:xfrm>
                <a:off x="6304510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2" name="Freeform 48191">
                <a:extLst>
                  <a:ext uri="{FF2B5EF4-FFF2-40B4-BE49-F238E27FC236}">
                    <a16:creationId xmlns:a16="http://schemas.microsoft.com/office/drawing/2014/main" id="{DF68F251-6909-EF38-E128-BAF4FBEDBB6F}"/>
                  </a:ext>
                </a:extLst>
              </p:cNvPr>
              <p:cNvSpPr/>
              <p:nvPr/>
            </p:nvSpPr>
            <p:spPr>
              <a:xfrm>
                <a:off x="6305105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3" name="Freeform 48192">
                <a:extLst>
                  <a:ext uri="{FF2B5EF4-FFF2-40B4-BE49-F238E27FC236}">
                    <a16:creationId xmlns:a16="http://schemas.microsoft.com/office/drawing/2014/main" id="{AD318C78-DDC6-31FD-FC13-C83BC65A8A76}"/>
                  </a:ext>
                </a:extLst>
              </p:cNvPr>
              <p:cNvSpPr/>
              <p:nvPr/>
            </p:nvSpPr>
            <p:spPr>
              <a:xfrm>
                <a:off x="6305602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4" name="Freeform 48193">
                <a:extLst>
                  <a:ext uri="{FF2B5EF4-FFF2-40B4-BE49-F238E27FC236}">
                    <a16:creationId xmlns:a16="http://schemas.microsoft.com/office/drawing/2014/main" id="{EF56659A-21B7-82BB-CBF9-126D0CD0795E}"/>
                  </a:ext>
                </a:extLst>
              </p:cNvPr>
              <p:cNvSpPr/>
              <p:nvPr/>
            </p:nvSpPr>
            <p:spPr>
              <a:xfrm>
                <a:off x="6306098" y="6035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5" name="Freeform 48194">
                <a:extLst>
                  <a:ext uri="{FF2B5EF4-FFF2-40B4-BE49-F238E27FC236}">
                    <a16:creationId xmlns:a16="http://schemas.microsoft.com/office/drawing/2014/main" id="{2283D2BD-9206-4BFB-62AC-376534C480E3}"/>
                  </a:ext>
                </a:extLst>
              </p:cNvPr>
              <p:cNvSpPr/>
              <p:nvPr/>
            </p:nvSpPr>
            <p:spPr>
              <a:xfrm>
                <a:off x="630669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6" name="Freeform 48195">
                <a:extLst>
                  <a:ext uri="{FF2B5EF4-FFF2-40B4-BE49-F238E27FC236}">
                    <a16:creationId xmlns:a16="http://schemas.microsoft.com/office/drawing/2014/main" id="{BCB97EFE-8365-3E8C-814E-C4CE69292D4B}"/>
                  </a:ext>
                </a:extLst>
              </p:cNvPr>
              <p:cNvSpPr/>
              <p:nvPr/>
            </p:nvSpPr>
            <p:spPr>
              <a:xfrm>
                <a:off x="63071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7" name="Freeform 48196">
                <a:extLst>
                  <a:ext uri="{FF2B5EF4-FFF2-40B4-BE49-F238E27FC236}">
                    <a16:creationId xmlns:a16="http://schemas.microsoft.com/office/drawing/2014/main" id="{BD183EAC-4A0E-26F1-72C5-1F02FF9CEF9E}"/>
                  </a:ext>
                </a:extLst>
              </p:cNvPr>
              <p:cNvSpPr/>
              <p:nvPr/>
            </p:nvSpPr>
            <p:spPr>
              <a:xfrm>
                <a:off x="63076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8" name="Freeform 48197">
                <a:extLst>
                  <a:ext uri="{FF2B5EF4-FFF2-40B4-BE49-F238E27FC236}">
                    <a16:creationId xmlns:a16="http://schemas.microsoft.com/office/drawing/2014/main" id="{F59C19F1-641F-FE29-2D4B-53F521413DCB}"/>
                  </a:ext>
                </a:extLst>
              </p:cNvPr>
              <p:cNvSpPr/>
              <p:nvPr/>
            </p:nvSpPr>
            <p:spPr>
              <a:xfrm>
                <a:off x="63082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99" name="Freeform 48198">
                <a:extLst>
                  <a:ext uri="{FF2B5EF4-FFF2-40B4-BE49-F238E27FC236}">
                    <a16:creationId xmlns:a16="http://schemas.microsoft.com/office/drawing/2014/main" id="{E2E99FC7-B95A-A7F5-0598-05BB637EAAF4}"/>
                  </a:ext>
                </a:extLst>
              </p:cNvPr>
              <p:cNvSpPr/>
              <p:nvPr/>
            </p:nvSpPr>
            <p:spPr>
              <a:xfrm>
                <a:off x="63087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0" name="Freeform 48199">
                <a:extLst>
                  <a:ext uri="{FF2B5EF4-FFF2-40B4-BE49-F238E27FC236}">
                    <a16:creationId xmlns:a16="http://schemas.microsoft.com/office/drawing/2014/main" id="{97F3129E-A4E5-E534-2BDE-1493CCA88235}"/>
                  </a:ext>
                </a:extLst>
              </p:cNvPr>
              <p:cNvSpPr/>
              <p:nvPr/>
            </p:nvSpPr>
            <p:spPr>
              <a:xfrm>
                <a:off x="63092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1" name="Freeform 48200">
                <a:extLst>
                  <a:ext uri="{FF2B5EF4-FFF2-40B4-BE49-F238E27FC236}">
                    <a16:creationId xmlns:a16="http://schemas.microsoft.com/office/drawing/2014/main" id="{09D77E65-57CC-DAAE-2AAE-EDA23DF17D91}"/>
                  </a:ext>
                </a:extLst>
              </p:cNvPr>
              <p:cNvSpPr/>
              <p:nvPr/>
            </p:nvSpPr>
            <p:spPr>
              <a:xfrm>
                <a:off x="63098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2" name="Freeform 48201">
                <a:extLst>
                  <a:ext uri="{FF2B5EF4-FFF2-40B4-BE49-F238E27FC236}">
                    <a16:creationId xmlns:a16="http://schemas.microsoft.com/office/drawing/2014/main" id="{97EB1EB2-EC7F-0948-3CDE-BE26FA89AEB5}"/>
                  </a:ext>
                </a:extLst>
              </p:cNvPr>
              <p:cNvSpPr/>
              <p:nvPr/>
            </p:nvSpPr>
            <p:spPr>
              <a:xfrm>
                <a:off x="63103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3" name="Freeform 48202">
                <a:extLst>
                  <a:ext uri="{FF2B5EF4-FFF2-40B4-BE49-F238E27FC236}">
                    <a16:creationId xmlns:a16="http://schemas.microsoft.com/office/drawing/2014/main" id="{454547AB-C3F3-C377-0687-3D746FF3700D}"/>
                  </a:ext>
                </a:extLst>
              </p:cNvPr>
              <p:cNvSpPr/>
              <p:nvPr/>
            </p:nvSpPr>
            <p:spPr>
              <a:xfrm>
                <a:off x="63108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4" name="Freeform 48203">
                <a:extLst>
                  <a:ext uri="{FF2B5EF4-FFF2-40B4-BE49-F238E27FC236}">
                    <a16:creationId xmlns:a16="http://schemas.microsoft.com/office/drawing/2014/main" id="{FEC7727B-9144-E372-9451-B5766E0633D9}"/>
                  </a:ext>
                </a:extLst>
              </p:cNvPr>
              <p:cNvSpPr/>
              <p:nvPr/>
            </p:nvSpPr>
            <p:spPr>
              <a:xfrm>
                <a:off x="63114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5" name="Freeform 48204">
                <a:extLst>
                  <a:ext uri="{FF2B5EF4-FFF2-40B4-BE49-F238E27FC236}">
                    <a16:creationId xmlns:a16="http://schemas.microsoft.com/office/drawing/2014/main" id="{1090CF62-7A06-489D-BA5B-DEAC86150CC2}"/>
                  </a:ext>
                </a:extLst>
              </p:cNvPr>
              <p:cNvSpPr/>
              <p:nvPr/>
            </p:nvSpPr>
            <p:spPr>
              <a:xfrm>
                <a:off x="63119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6" name="Freeform 48205">
                <a:extLst>
                  <a:ext uri="{FF2B5EF4-FFF2-40B4-BE49-F238E27FC236}">
                    <a16:creationId xmlns:a16="http://schemas.microsoft.com/office/drawing/2014/main" id="{7790FD1C-9B27-A35F-2E50-5986791E1ED5}"/>
                  </a:ext>
                </a:extLst>
              </p:cNvPr>
              <p:cNvSpPr/>
              <p:nvPr/>
            </p:nvSpPr>
            <p:spPr>
              <a:xfrm>
                <a:off x="63124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7" name="Freeform 48206">
                <a:extLst>
                  <a:ext uri="{FF2B5EF4-FFF2-40B4-BE49-F238E27FC236}">
                    <a16:creationId xmlns:a16="http://schemas.microsoft.com/office/drawing/2014/main" id="{6801C3F6-A746-16E7-D253-F42B66BFF286}"/>
                  </a:ext>
                </a:extLst>
              </p:cNvPr>
              <p:cNvSpPr/>
              <p:nvPr/>
            </p:nvSpPr>
            <p:spPr>
              <a:xfrm>
                <a:off x="6313043" y="603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8" name="Freeform 48207">
                <a:extLst>
                  <a:ext uri="{FF2B5EF4-FFF2-40B4-BE49-F238E27FC236}">
                    <a16:creationId xmlns:a16="http://schemas.microsoft.com/office/drawing/2014/main" id="{C08DBD4F-6F89-6E05-DA80-199AC00E0AD9}"/>
                  </a:ext>
                </a:extLst>
              </p:cNvPr>
              <p:cNvSpPr/>
              <p:nvPr/>
            </p:nvSpPr>
            <p:spPr>
              <a:xfrm>
                <a:off x="6313539" y="5796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09" name="Freeform 48208">
                <a:extLst>
                  <a:ext uri="{FF2B5EF4-FFF2-40B4-BE49-F238E27FC236}">
                    <a16:creationId xmlns:a16="http://schemas.microsoft.com/office/drawing/2014/main" id="{06C2B1DB-DF6E-EE18-44AC-A5F86A807FA5}"/>
                  </a:ext>
                </a:extLst>
              </p:cNvPr>
              <p:cNvSpPr/>
              <p:nvPr/>
            </p:nvSpPr>
            <p:spPr>
              <a:xfrm>
                <a:off x="6314035" y="5782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0" name="Freeform 48209">
                <a:extLst>
                  <a:ext uri="{FF2B5EF4-FFF2-40B4-BE49-F238E27FC236}">
                    <a16:creationId xmlns:a16="http://schemas.microsoft.com/office/drawing/2014/main" id="{07579036-79F9-C60A-688D-863666B802C1}"/>
                  </a:ext>
                </a:extLst>
              </p:cNvPr>
              <p:cNvSpPr/>
              <p:nvPr/>
            </p:nvSpPr>
            <p:spPr>
              <a:xfrm>
                <a:off x="6314630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1" name="Freeform 48210">
                <a:extLst>
                  <a:ext uri="{FF2B5EF4-FFF2-40B4-BE49-F238E27FC236}">
                    <a16:creationId xmlns:a16="http://schemas.microsoft.com/office/drawing/2014/main" id="{B73956A8-CA6B-3699-B599-EFD38B7D67A1}"/>
                  </a:ext>
                </a:extLst>
              </p:cNvPr>
              <p:cNvSpPr/>
              <p:nvPr/>
            </p:nvSpPr>
            <p:spPr>
              <a:xfrm>
                <a:off x="6315127" y="5838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2" name="Freeform 48211">
                <a:extLst>
                  <a:ext uri="{FF2B5EF4-FFF2-40B4-BE49-F238E27FC236}">
                    <a16:creationId xmlns:a16="http://schemas.microsoft.com/office/drawing/2014/main" id="{DA7EAA86-3CC7-E7F0-0A39-814E321B8823}"/>
                  </a:ext>
                </a:extLst>
              </p:cNvPr>
              <p:cNvSpPr/>
              <p:nvPr/>
            </p:nvSpPr>
            <p:spPr>
              <a:xfrm>
                <a:off x="6315623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3" name="Freeform 48212">
                <a:extLst>
                  <a:ext uri="{FF2B5EF4-FFF2-40B4-BE49-F238E27FC236}">
                    <a16:creationId xmlns:a16="http://schemas.microsoft.com/office/drawing/2014/main" id="{7503A231-5B4D-26F0-A45E-BC865B59053B}"/>
                  </a:ext>
                </a:extLst>
              </p:cNvPr>
              <p:cNvSpPr/>
              <p:nvPr/>
            </p:nvSpPr>
            <p:spPr>
              <a:xfrm>
                <a:off x="6316218" y="5942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4" name="Freeform 48213">
                <a:extLst>
                  <a:ext uri="{FF2B5EF4-FFF2-40B4-BE49-F238E27FC236}">
                    <a16:creationId xmlns:a16="http://schemas.microsoft.com/office/drawing/2014/main" id="{B66F23A9-8C93-3555-DDA7-9CFB6A8747AA}"/>
                  </a:ext>
                </a:extLst>
              </p:cNvPr>
              <p:cNvSpPr/>
              <p:nvPr/>
            </p:nvSpPr>
            <p:spPr>
              <a:xfrm>
                <a:off x="6316714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5" name="Freeform 48214">
                <a:extLst>
                  <a:ext uri="{FF2B5EF4-FFF2-40B4-BE49-F238E27FC236}">
                    <a16:creationId xmlns:a16="http://schemas.microsoft.com/office/drawing/2014/main" id="{51A68DA1-30A7-4CA8-C97D-E6926CA0F04D}"/>
                  </a:ext>
                </a:extLst>
              </p:cNvPr>
              <p:cNvSpPr/>
              <p:nvPr/>
            </p:nvSpPr>
            <p:spPr>
              <a:xfrm>
                <a:off x="6317210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6" name="Freeform 48215">
                <a:extLst>
                  <a:ext uri="{FF2B5EF4-FFF2-40B4-BE49-F238E27FC236}">
                    <a16:creationId xmlns:a16="http://schemas.microsoft.com/office/drawing/2014/main" id="{CB63EFD2-F90F-D54C-D0E7-1F81FA6D1FCE}"/>
                  </a:ext>
                </a:extLst>
              </p:cNvPr>
              <p:cNvSpPr/>
              <p:nvPr/>
            </p:nvSpPr>
            <p:spPr>
              <a:xfrm>
                <a:off x="6317706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7" name="Freeform 48216">
                <a:extLst>
                  <a:ext uri="{FF2B5EF4-FFF2-40B4-BE49-F238E27FC236}">
                    <a16:creationId xmlns:a16="http://schemas.microsoft.com/office/drawing/2014/main" id="{FB27870B-234A-46A2-BB39-93D91E365CE9}"/>
                  </a:ext>
                </a:extLst>
              </p:cNvPr>
              <p:cNvSpPr/>
              <p:nvPr/>
            </p:nvSpPr>
            <p:spPr>
              <a:xfrm>
                <a:off x="6318302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8" name="Freeform 48217">
                <a:extLst>
                  <a:ext uri="{FF2B5EF4-FFF2-40B4-BE49-F238E27FC236}">
                    <a16:creationId xmlns:a16="http://schemas.microsoft.com/office/drawing/2014/main" id="{D3F5942D-0323-2039-1CA9-2181463F0264}"/>
                  </a:ext>
                </a:extLst>
              </p:cNvPr>
              <p:cNvSpPr/>
              <p:nvPr/>
            </p:nvSpPr>
            <p:spPr>
              <a:xfrm>
                <a:off x="6318798" y="6016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19" name="Freeform 48218">
                <a:extLst>
                  <a:ext uri="{FF2B5EF4-FFF2-40B4-BE49-F238E27FC236}">
                    <a16:creationId xmlns:a16="http://schemas.microsoft.com/office/drawing/2014/main" id="{430B5E38-275F-65F9-FEC6-AA6F89D5FFB5}"/>
                  </a:ext>
                </a:extLst>
              </p:cNvPr>
              <p:cNvSpPr/>
              <p:nvPr/>
            </p:nvSpPr>
            <p:spPr>
              <a:xfrm>
                <a:off x="6319294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0" name="Freeform 48219">
                <a:extLst>
                  <a:ext uri="{FF2B5EF4-FFF2-40B4-BE49-F238E27FC236}">
                    <a16:creationId xmlns:a16="http://schemas.microsoft.com/office/drawing/2014/main" id="{38E5BD9C-C277-30FC-BEF2-470FCA440702}"/>
                  </a:ext>
                </a:extLst>
              </p:cNvPr>
              <p:cNvSpPr/>
              <p:nvPr/>
            </p:nvSpPr>
            <p:spPr>
              <a:xfrm>
                <a:off x="6319889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1" name="Freeform 48220">
                <a:extLst>
                  <a:ext uri="{FF2B5EF4-FFF2-40B4-BE49-F238E27FC236}">
                    <a16:creationId xmlns:a16="http://schemas.microsoft.com/office/drawing/2014/main" id="{16E0736A-138D-934A-F72F-B402B987206A}"/>
                  </a:ext>
                </a:extLst>
              </p:cNvPr>
              <p:cNvSpPr/>
              <p:nvPr/>
            </p:nvSpPr>
            <p:spPr>
              <a:xfrm>
                <a:off x="6320385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2" name="Freeform 48221">
                <a:extLst>
                  <a:ext uri="{FF2B5EF4-FFF2-40B4-BE49-F238E27FC236}">
                    <a16:creationId xmlns:a16="http://schemas.microsoft.com/office/drawing/2014/main" id="{62300597-ABBB-6260-72A6-1A4917DF6BFE}"/>
                  </a:ext>
                </a:extLst>
              </p:cNvPr>
              <p:cNvSpPr/>
              <p:nvPr/>
            </p:nvSpPr>
            <p:spPr>
              <a:xfrm>
                <a:off x="632088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3" name="Freeform 48222">
                <a:extLst>
                  <a:ext uri="{FF2B5EF4-FFF2-40B4-BE49-F238E27FC236}">
                    <a16:creationId xmlns:a16="http://schemas.microsoft.com/office/drawing/2014/main" id="{8E057001-684E-C3D9-BDBF-A2D7948CCFF7}"/>
                  </a:ext>
                </a:extLst>
              </p:cNvPr>
              <p:cNvSpPr/>
              <p:nvPr/>
            </p:nvSpPr>
            <p:spPr>
              <a:xfrm>
                <a:off x="63214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4" name="Freeform 48223">
                <a:extLst>
                  <a:ext uri="{FF2B5EF4-FFF2-40B4-BE49-F238E27FC236}">
                    <a16:creationId xmlns:a16="http://schemas.microsoft.com/office/drawing/2014/main" id="{210D11A5-33FC-4852-5CD9-C93394A420CA}"/>
                  </a:ext>
                </a:extLst>
              </p:cNvPr>
              <p:cNvSpPr/>
              <p:nvPr/>
            </p:nvSpPr>
            <p:spPr>
              <a:xfrm>
                <a:off x="63219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5" name="Freeform 48224">
                <a:extLst>
                  <a:ext uri="{FF2B5EF4-FFF2-40B4-BE49-F238E27FC236}">
                    <a16:creationId xmlns:a16="http://schemas.microsoft.com/office/drawing/2014/main" id="{231E2A95-94D6-A23F-47E0-E3CE1AEC3627}"/>
                  </a:ext>
                </a:extLst>
              </p:cNvPr>
              <p:cNvSpPr/>
              <p:nvPr/>
            </p:nvSpPr>
            <p:spPr>
              <a:xfrm>
                <a:off x="632246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6" name="Freeform 48225">
                <a:extLst>
                  <a:ext uri="{FF2B5EF4-FFF2-40B4-BE49-F238E27FC236}">
                    <a16:creationId xmlns:a16="http://schemas.microsoft.com/office/drawing/2014/main" id="{8DABE0E1-1EDE-7371-A335-7286020C30C8}"/>
                  </a:ext>
                </a:extLst>
              </p:cNvPr>
              <p:cNvSpPr/>
              <p:nvPr/>
            </p:nvSpPr>
            <p:spPr>
              <a:xfrm>
                <a:off x="63230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7" name="Freeform 48226">
                <a:extLst>
                  <a:ext uri="{FF2B5EF4-FFF2-40B4-BE49-F238E27FC236}">
                    <a16:creationId xmlns:a16="http://schemas.microsoft.com/office/drawing/2014/main" id="{977E98A3-1BDF-4E6F-F43A-3EE5E6D71EAD}"/>
                  </a:ext>
                </a:extLst>
              </p:cNvPr>
              <p:cNvSpPr/>
              <p:nvPr/>
            </p:nvSpPr>
            <p:spPr>
              <a:xfrm>
                <a:off x="632356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8" name="Freeform 48227">
                <a:extLst>
                  <a:ext uri="{FF2B5EF4-FFF2-40B4-BE49-F238E27FC236}">
                    <a16:creationId xmlns:a16="http://schemas.microsoft.com/office/drawing/2014/main" id="{89EBDCBB-C3F7-7E23-445D-AB0FE41A5DEB}"/>
                  </a:ext>
                </a:extLst>
              </p:cNvPr>
              <p:cNvSpPr/>
              <p:nvPr/>
            </p:nvSpPr>
            <p:spPr>
              <a:xfrm>
                <a:off x="632405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29" name="Freeform 48228">
                <a:extLst>
                  <a:ext uri="{FF2B5EF4-FFF2-40B4-BE49-F238E27FC236}">
                    <a16:creationId xmlns:a16="http://schemas.microsoft.com/office/drawing/2014/main" id="{64E0C60A-CF51-7654-383B-CCF4B17D8ACC}"/>
                  </a:ext>
                </a:extLst>
              </p:cNvPr>
              <p:cNvSpPr/>
              <p:nvPr/>
            </p:nvSpPr>
            <p:spPr>
              <a:xfrm>
                <a:off x="632465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0" name="Freeform 48229">
                <a:extLst>
                  <a:ext uri="{FF2B5EF4-FFF2-40B4-BE49-F238E27FC236}">
                    <a16:creationId xmlns:a16="http://schemas.microsoft.com/office/drawing/2014/main" id="{81F894E7-F241-682A-0389-3865565ECAB1}"/>
                  </a:ext>
                </a:extLst>
              </p:cNvPr>
              <p:cNvSpPr/>
              <p:nvPr/>
            </p:nvSpPr>
            <p:spPr>
              <a:xfrm>
                <a:off x="632514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1" name="Freeform 48230">
                <a:extLst>
                  <a:ext uri="{FF2B5EF4-FFF2-40B4-BE49-F238E27FC236}">
                    <a16:creationId xmlns:a16="http://schemas.microsoft.com/office/drawing/2014/main" id="{99787135-FB27-7B0C-5C3B-ABFB1917360C}"/>
                  </a:ext>
                </a:extLst>
              </p:cNvPr>
              <p:cNvSpPr/>
              <p:nvPr/>
            </p:nvSpPr>
            <p:spPr>
              <a:xfrm>
                <a:off x="6325644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2" name="Freeform 48231">
                <a:extLst>
                  <a:ext uri="{FF2B5EF4-FFF2-40B4-BE49-F238E27FC236}">
                    <a16:creationId xmlns:a16="http://schemas.microsoft.com/office/drawing/2014/main" id="{5BD9C240-BF15-6E1D-724A-FEAC2D4285D6}"/>
                  </a:ext>
                </a:extLst>
              </p:cNvPr>
              <p:cNvSpPr/>
              <p:nvPr/>
            </p:nvSpPr>
            <p:spPr>
              <a:xfrm>
                <a:off x="6326239" y="5785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3" name="Freeform 48232">
                <a:extLst>
                  <a:ext uri="{FF2B5EF4-FFF2-40B4-BE49-F238E27FC236}">
                    <a16:creationId xmlns:a16="http://schemas.microsoft.com/office/drawing/2014/main" id="{18378F29-0A2C-8A7B-B872-88077CC1D437}"/>
                  </a:ext>
                </a:extLst>
              </p:cNvPr>
              <p:cNvSpPr/>
              <p:nvPr/>
            </p:nvSpPr>
            <p:spPr>
              <a:xfrm>
                <a:off x="6326735" y="575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4" name="Freeform 48233">
                <a:extLst>
                  <a:ext uri="{FF2B5EF4-FFF2-40B4-BE49-F238E27FC236}">
                    <a16:creationId xmlns:a16="http://schemas.microsoft.com/office/drawing/2014/main" id="{D8B29DBD-E147-9B20-D734-E78C75561CA5}"/>
                  </a:ext>
                </a:extLst>
              </p:cNvPr>
              <p:cNvSpPr/>
              <p:nvPr/>
            </p:nvSpPr>
            <p:spPr>
              <a:xfrm>
                <a:off x="6327231" y="5771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5" name="Freeform 48234">
                <a:extLst>
                  <a:ext uri="{FF2B5EF4-FFF2-40B4-BE49-F238E27FC236}">
                    <a16:creationId xmlns:a16="http://schemas.microsoft.com/office/drawing/2014/main" id="{4D2EF6A7-E119-2888-CCA3-E04200E4072D}"/>
                  </a:ext>
                </a:extLst>
              </p:cNvPr>
              <p:cNvSpPr/>
              <p:nvPr/>
            </p:nvSpPr>
            <p:spPr>
              <a:xfrm>
                <a:off x="6327827" y="5846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6" name="Freeform 48235">
                <a:extLst>
                  <a:ext uri="{FF2B5EF4-FFF2-40B4-BE49-F238E27FC236}">
                    <a16:creationId xmlns:a16="http://schemas.microsoft.com/office/drawing/2014/main" id="{0C72EA95-51F1-D3BF-8FA9-65CAE0FDCCC9}"/>
                  </a:ext>
                </a:extLst>
              </p:cNvPr>
              <p:cNvSpPr/>
              <p:nvPr/>
            </p:nvSpPr>
            <p:spPr>
              <a:xfrm>
                <a:off x="6328323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7" name="Freeform 48236">
                <a:extLst>
                  <a:ext uri="{FF2B5EF4-FFF2-40B4-BE49-F238E27FC236}">
                    <a16:creationId xmlns:a16="http://schemas.microsoft.com/office/drawing/2014/main" id="{409FD427-3C30-9ACB-4FE5-CFF375047E2C}"/>
                  </a:ext>
                </a:extLst>
              </p:cNvPr>
              <p:cNvSpPr/>
              <p:nvPr/>
            </p:nvSpPr>
            <p:spPr>
              <a:xfrm>
                <a:off x="6328819" y="5916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8" name="Freeform 48237">
                <a:extLst>
                  <a:ext uri="{FF2B5EF4-FFF2-40B4-BE49-F238E27FC236}">
                    <a16:creationId xmlns:a16="http://schemas.microsoft.com/office/drawing/2014/main" id="{151A561F-D0CB-82C5-7D68-7B179FC2FCB2}"/>
                  </a:ext>
                </a:extLst>
              </p:cNvPr>
              <p:cNvSpPr/>
              <p:nvPr/>
            </p:nvSpPr>
            <p:spPr>
              <a:xfrm>
                <a:off x="6329315" y="5971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39" name="Freeform 48238">
                <a:extLst>
                  <a:ext uri="{FF2B5EF4-FFF2-40B4-BE49-F238E27FC236}">
                    <a16:creationId xmlns:a16="http://schemas.microsoft.com/office/drawing/2014/main" id="{48023560-D144-9AF7-18EA-CE862116A2E8}"/>
                  </a:ext>
                </a:extLst>
              </p:cNvPr>
              <p:cNvSpPr/>
              <p:nvPr/>
            </p:nvSpPr>
            <p:spPr>
              <a:xfrm>
                <a:off x="6329910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0" name="Freeform 48239">
                <a:extLst>
                  <a:ext uri="{FF2B5EF4-FFF2-40B4-BE49-F238E27FC236}">
                    <a16:creationId xmlns:a16="http://schemas.microsoft.com/office/drawing/2014/main" id="{675242A4-76AD-886B-07F7-6B5356A8BEF4}"/>
                  </a:ext>
                </a:extLst>
              </p:cNvPr>
              <p:cNvSpPr/>
              <p:nvPr/>
            </p:nvSpPr>
            <p:spPr>
              <a:xfrm>
                <a:off x="6330406" y="5986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1" name="Freeform 48240">
                <a:extLst>
                  <a:ext uri="{FF2B5EF4-FFF2-40B4-BE49-F238E27FC236}">
                    <a16:creationId xmlns:a16="http://schemas.microsoft.com/office/drawing/2014/main" id="{233A307D-4AC5-CEE6-3AC9-DFA7936C5A07}"/>
                  </a:ext>
                </a:extLst>
              </p:cNvPr>
              <p:cNvSpPr/>
              <p:nvPr/>
            </p:nvSpPr>
            <p:spPr>
              <a:xfrm>
                <a:off x="6330902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2" name="Freeform 48241">
                <a:extLst>
                  <a:ext uri="{FF2B5EF4-FFF2-40B4-BE49-F238E27FC236}">
                    <a16:creationId xmlns:a16="http://schemas.microsoft.com/office/drawing/2014/main" id="{582D492B-CC20-81F3-3BC0-18E326E4836F}"/>
                  </a:ext>
                </a:extLst>
              </p:cNvPr>
              <p:cNvSpPr/>
              <p:nvPr/>
            </p:nvSpPr>
            <p:spPr>
              <a:xfrm>
                <a:off x="6331498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3" name="Freeform 48242">
                <a:extLst>
                  <a:ext uri="{FF2B5EF4-FFF2-40B4-BE49-F238E27FC236}">
                    <a16:creationId xmlns:a16="http://schemas.microsoft.com/office/drawing/2014/main" id="{BAC5E078-7017-8159-D446-304EBF0816C6}"/>
                  </a:ext>
                </a:extLst>
              </p:cNvPr>
              <p:cNvSpPr/>
              <p:nvPr/>
            </p:nvSpPr>
            <p:spPr>
              <a:xfrm>
                <a:off x="6331994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4" name="Freeform 48243">
                <a:extLst>
                  <a:ext uri="{FF2B5EF4-FFF2-40B4-BE49-F238E27FC236}">
                    <a16:creationId xmlns:a16="http://schemas.microsoft.com/office/drawing/2014/main" id="{666297A2-358A-1638-CBAC-21259FC5DC9A}"/>
                  </a:ext>
                </a:extLst>
              </p:cNvPr>
              <p:cNvSpPr/>
              <p:nvPr/>
            </p:nvSpPr>
            <p:spPr>
              <a:xfrm>
                <a:off x="63324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5" name="Freeform 48244">
                <a:extLst>
                  <a:ext uri="{FF2B5EF4-FFF2-40B4-BE49-F238E27FC236}">
                    <a16:creationId xmlns:a16="http://schemas.microsoft.com/office/drawing/2014/main" id="{1B367F92-1681-D8CB-8CFA-0C5BBC5687EA}"/>
                  </a:ext>
                </a:extLst>
              </p:cNvPr>
              <p:cNvSpPr/>
              <p:nvPr/>
            </p:nvSpPr>
            <p:spPr>
              <a:xfrm>
                <a:off x="63330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6" name="Freeform 48245">
                <a:extLst>
                  <a:ext uri="{FF2B5EF4-FFF2-40B4-BE49-F238E27FC236}">
                    <a16:creationId xmlns:a16="http://schemas.microsoft.com/office/drawing/2014/main" id="{3333D2B5-7C65-FF8A-FE07-982F8286C06A}"/>
                  </a:ext>
                </a:extLst>
              </p:cNvPr>
              <p:cNvSpPr/>
              <p:nvPr/>
            </p:nvSpPr>
            <p:spPr>
              <a:xfrm>
                <a:off x="633358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7" name="Freeform 48246">
                <a:extLst>
                  <a:ext uri="{FF2B5EF4-FFF2-40B4-BE49-F238E27FC236}">
                    <a16:creationId xmlns:a16="http://schemas.microsoft.com/office/drawing/2014/main" id="{50BA8A48-A363-D5D0-8CA9-1D23D5F20EED}"/>
                  </a:ext>
                </a:extLst>
              </p:cNvPr>
              <p:cNvSpPr/>
              <p:nvPr/>
            </p:nvSpPr>
            <p:spPr>
              <a:xfrm>
                <a:off x="63340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8" name="Freeform 48247">
                <a:extLst>
                  <a:ext uri="{FF2B5EF4-FFF2-40B4-BE49-F238E27FC236}">
                    <a16:creationId xmlns:a16="http://schemas.microsoft.com/office/drawing/2014/main" id="{47D68DA0-4511-60F4-49BC-982557ABBBCB}"/>
                  </a:ext>
                </a:extLst>
              </p:cNvPr>
              <p:cNvSpPr/>
              <p:nvPr/>
            </p:nvSpPr>
            <p:spPr>
              <a:xfrm>
                <a:off x="63346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49" name="Freeform 48248">
                <a:extLst>
                  <a:ext uri="{FF2B5EF4-FFF2-40B4-BE49-F238E27FC236}">
                    <a16:creationId xmlns:a16="http://schemas.microsoft.com/office/drawing/2014/main" id="{2E007068-0513-6AF9-05B2-49655D06D67C}"/>
                  </a:ext>
                </a:extLst>
              </p:cNvPr>
              <p:cNvSpPr/>
              <p:nvPr/>
            </p:nvSpPr>
            <p:spPr>
              <a:xfrm>
                <a:off x="633516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0" name="Freeform 48249">
                <a:extLst>
                  <a:ext uri="{FF2B5EF4-FFF2-40B4-BE49-F238E27FC236}">
                    <a16:creationId xmlns:a16="http://schemas.microsoft.com/office/drawing/2014/main" id="{92B0120C-78DB-DBFA-7C86-6CB4B7CA80C4}"/>
                  </a:ext>
                </a:extLst>
              </p:cNvPr>
              <p:cNvSpPr/>
              <p:nvPr/>
            </p:nvSpPr>
            <p:spPr>
              <a:xfrm>
                <a:off x="633566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1" name="Freeform 48250">
                <a:extLst>
                  <a:ext uri="{FF2B5EF4-FFF2-40B4-BE49-F238E27FC236}">
                    <a16:creationId xmlns:a16="http://schemas.microsoft.com/office/drawing/2014/main" id="{7A8F4EC8-07D3-646A-168B-251A622443B7}"/>
                  </a:ext>
                </a:extLst>
              </p:cNvPr>
              <p:cNvSpPr/>
              <p:nvPr/>
            </p:nvSpPr>
            <p:spPr>
              <a:xfrm>
                <a:off x="633626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2" name="Freeform 48251">
                <a:extLst>
                  <a:ext uri="{FF2B5EF4-FFF2-40B4-BE49-F238E27FC236}">
                    <a16:creationId xmlns:a16="http://schemas.microsoft.com/office/drawing/2014/main" id="{F96F1F04-F2E5-F92A-2DD3-A58159B5C68A}"/>
                  </a:ext>
                </a:extLst>
              </p:cNvPr>
              <p:cNvSpPr/>
              <p:nvPr/>
            </p:nvSpPr>
            <p:spPr>
              <a:xfrm>
                <a:off x="633675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3" name="Freeform 48252">
                <a:extLst>
                  <a:ext uri="{FF2B5EF4-FFF2-40B4-BE49-F238E27FC236}">
                    <a16:creationId xmlns:a16="http://schemas.microsoft.com/office/drawing/2014/main" id="{E328D2D8-36EE-0063-658B-E759E5819D6C}"/>
                  </a:ext>
                </a:extLst>
              </p:cNvPr>
              <p:cNvSpPr/>
              <p:nvPr/>
            </p:nvSpPr>
            <p:spPr>
              <a:xfrm>
                <a:off x="633725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4" name="Freeform 48253">
                <a:extLst>
                  <a:ext uri="{FF2B5EF4-FFF2-40B4-BE49-F238E27FC236}">
                    <a16:creationId xmlns:a16="http://schemas.microsoft.com/office/drawing/2014/main" id="{48F086C5-730B-3E35-15AA-224BAA391682}"/>
                  </a:ext>
                </a:extLst>
              </p:cNvPr>
              <p:cNvSpPr/>
              <p:nvPr/>
            </p:nvSpPr>
            <p:spPr>
              <a:xfrm>
                <a:off x="633784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5" name="Freeform 48254">
                <a:extLst>
                  <a:ext uri="{FF2B5EF4-FFF2-40B4-BE49-F238E27FC236}">
                    <a16:creationId xmlns:a16="http://schemas.microsoft.com/office/drawing/2014/main" id="{A8885A24-D99D-5F07-ED3D-0CCE93E42013}"/>
                  </a:ext>
                </a:extLst>
              </p:cNvPr>
              <p:cNvSpPr/>
              <p:nvPr/>
            </p:nvSpPr>
            <p:spPr>
              <a:xfrm>
                <a:off x="6338344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6" name="Freeform 48255">
                <a:extLst>
                  <a:ext uri="{FF2B5EF4-FFF2-40B4-BE49-F238E27FC236}">
                    <a16:creationId xmlns:a16="http://schemas.microsoft.com/office/drawing/2014/main" id="{28BB9726-8934-23CC-A47B-187EA9763DB4}"/>
                  </a:ext>
                </a:extLst>
              </p:cNvPr>
              <p:cNvSpPr/>
              <p:nvPr/>
            </p:nvSpPr>
            <p:spPr>
              <a:xfrm>
                <a:off x="6338840" y="5825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7" name="Freeform 48256">
                <a:extLst>
                  <a:ext uri="{FF2B5EF4-FFF2-40B4-BE49-F238E27FC236}">
                    <a16:creationId xmlns:a16="http://schemas.microsoft.com/office/drawing/2014/main" id="{C32518FF-14E5-6325-36AB-C0874A8910C7}"/>
                  </a:ext>
                </a:extLst>
              </p:cNvPr>
              <p:cNvSpPr/>
              <p:nvPr/>
            </p:nvSpPr>
            <p:spPr>
              <a:xfrm>
                <a:off x="6339435" y="5816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8" name="Freeform 48257">
                <a:extLst>
                  <a:ext uri="{FF2B5EF4-FFF2-40B4-BE49-F238E27FC236}">
                    <a16:creationId xmlns:a16="http://schemas.microsoft.com/office/drawing/2014/main" id="{7BD0EB35-0E3D-2213-9FC0-E223736F16BA}"/>
                  </a:ext>
                </a:extLst>
              </p:cNvPr>
              <p:cNvSpPr/>
              <p:nvPr/>
            </p:nvSpPr>
            <p:spPr>
              <a:xfrm>
                <a:off x="6339931" y="5820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59" name="Freeform 48258">
                <a:extLst>
                  <a:ext uri="{FF2B5EF4-FFF2-40B4-BE49-F238E27FC236}">
                    <a16:creationId xmlns:a16="http://schemas.microsoft.com/office/drawing/2014/main" id="{EE20F3E5-95AE-F928-7B9D-0E0E8562B754}"/>
                  </a:ext>
                </a:extLst>
              </p:cNvPr>
              <p:cNvSpPr/>
              <p:nvPr/>
            </p:nvSpPr>
            <p:spPr>
              <a:xfrm>
                <a:off x="6340427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0" name="Freeform 48259">
                <a:extLst>
                  <a:ext uri="{FF2B5EF4-FFF2-40B4-BE49-F238E27FC236}">
                    <a16:creationId xmlns:a16="http://schemas.microsoft.com/office/drawing/2014/main" id="{475F90C3-7D63-40D3-4D4C-9F758A161E3D}"/>
                  </a:ext>
                </a:extLst>
              </p:cNvPr>
              <p:cNvSpPr/>
              <p:nvPr/>
            </p:nvSpPr>
            <p:spPr>
              <a:xfrm>
                <a:off x="6340923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1" name="Freeform 48260">
                <a:extLst>
                  <a:ext uri="{FF2B5EF4-FFF2-40B4-BE49-F238E27FC236}">
                    <a16:creationId xmlns:a16="http://schemas.microsoft.com/office/drawing/2014/main" id="{C030D054-C350-968F-F7BC-A63C69676969}"/>
                  </a:ext>
                </a:extLst>
              </p:cNvPr>
              <p:cNvSpPr/>
              <p:nvPr/>
            </p:nvSpPr>
            <p:spPr>
              <a:xfrm>
                <a:off x="6341519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2" name="Freeform 48261">
                <a:extLst>
                  <a:ext uri="{FF2B5EF4-FFF2-40B4-BE49-F238E27FC236}">
                    <a16:creationId xmlns:a16="http://schemas.microsoft.com/office/drawing/2014/main" id="{F3440600-615B-1E56-383F-FB99805759F3}"/>
                  </a:ext>
                </a:extLst>
              </p:cNvPr>
              <p:cNvSpPr/>
              <p:nvPr/>
            </p:nvSpPr>
            <p:spPr>
              <a:xfrm>
                <a:off x="6342015" y="6033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3" name="Freeform 48262">
                <a:extLst>
                  <a:ext uri="{FF2B5EF4-FFF2-40B4-BE49-F238E27FC236}">
                    <a16:creationId xmlns:a16="http://schemas.microsoft.com/office/drawing/2014/main" id="{10D1108A-F63E-28D9-7CD8-66CAD7B7C6A8}"/>
                  </a:ext>
                </a:extLst>
              </p:cNvPr>
              <p:cNvSpPr/>
              <p:nvPr/>
            </p:nvSpPr>
            <p:spPr>
              <a:xfrm>
                <a:off x="6342511" y="6038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4" name="Freeform 48263">
                <a:extLst>
                  <a:ext uri="{FF2B5EF4-FFF2-40B4-BE49-F238E27FC236}">
                    <a16:creationId xmlns:a16="http://schemas.microsoft.com/office/drawing/2014/main" id="{9366BA9D-5269-A5AD-BA38-8565E4CFEA74}"/>
                  </a:ext>
                </a:extLst>
              </p:cNvPr>
              <p:cNvSpPr/>
              <p:nvPr/>
            </p:nvSpPr>
            <p:spPr>
              <a:xfrm>
                <a:off x="6343106" y="6038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5" name="Freeform 48264">
                <a:extLst>
                  <a:ext uri="{FF2B5EF4-FFF2-40B4-BE49-F238E27FC236}">
                    <a16:creationId xmlns:a16="http://schemas.microsoft.com/office/drawing/2014/main" id="{0BFBE862-D119-A2D2-AF88-8268A9D852FE}"/>
                  </a:ext>
                </a:extLst>
              </p:cNvPr>
              <p:cNvSpPr/>
              <p:nvPr/>
            </p:nvSpPr>
            <p:spPr>
              <a:xfrm>
                <a:off x="6343602" y="6035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6" name="Freeform 48265">
                <a:extLst>
                  <a:ext uri="{FF2B5EF4-FFF2-40B4-BE49-F238E27FC236}">
                    <a16:creationId xmlns:a16="http://schemas.microsoft.com/office/drawing/2014/main" id="{8E92F703-FB6B-1061-5A9E-C65561741CE0}"/>
                  </a:ext>
                </a:extLst>
              </p:cNvPr>
              <p:cNvSpPr/>
              <p:nvPr/>
            </p:nvSpPr>
            <p:spPr>
              <a:xfrm>
                <a:off x="6344098" y="6032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7" name="Freeform 48266">
                <a:extLst>
                  <a:ext uri="{FF2B5EF4-FFF2-40B4-BE49-F238E27FC236}">
                    <a16:creationId xmlns:a16="http://schemas.microsoft.com/office/drawing/2014/main" id="{8F24B393-E5ED-4FE2-7F8D-CBA5E3140020}"/>
                  </a:ext>
                </a:extLst>
              </p:cNvPr>
              <p:cNvSpPr/>
              <p:nvPr/>
            </p:nvSpPr>
            <p:spPr>
              <a:xfrm>
                <a:off x="6344694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8" name="Freeform 48267">
                <a:extLst>
                  <a:ext uri="{FF2B5EF4-FFF2-40B4-BE49-F238E27FC236}">
                    <a16:creationId xmlns:a16="http://schemas.microsoft.com/office/drawing/2014/main" id="{2055BAEA-E149-237D-2987-4A971CA6A1AD}"/>
                  </a:ext>
                </a:extLst>
              </p:cNvPr>
              <p:cNvSpPr/>
              <p:nvPr/>
            </p:nvSpPr>
            <p:spPr>
              <a:xfrm>
                <a:off x="6345190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69" name="Freeform 48268">
                <a:extLst>
                  <a:ext uri="{FF2B5EF4-FFF2-40B4-BE49-F238E27FC236}">
                    <a16:creationId xmlns:a16="http://schemas.microsoft.com/office/drawing/2014/main" id="{5AB3AF7C-9841-3134-6D78-7BD2C41BB70B}"/>
                  </a:ext>
                </a:extLst>
              </p:cNvPr>
              <p:cNvSpPr/>
              <p:nvPr/>
            </p:nvSpPr>
            <p:spPr>
              <a:xfrm>
                <a:off x="6345686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0" name="Freeform 48269">
                <a:extLst>
                  <a:ext uri="{FF2B5EF4-FFF2-40B4-BE49-F238E27FC236}">
                    <a16:creationId xmlns:a16="http://schemas.microsoft.com/office/drawing/2014/main" id="{DA415E8E-8455-1CB0-50CB-C59DDAC22532}"/>
                  </a:ext>
                </a:extLst>
              </p:cNvPr>
              <p:cNvSpPr/>
              <p:nvPr/>
            </p:nvSpPr>
            <p:spPr>
              <a:xfrm>
                <a:off x="634628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1" name="Freeform 48270">
                <a:extLst>
                  <a:ext uri="{FF2B5EF4-FFF2-40B4-BE49-F238E27FC236}">
                    <a16:creationId xmlns:a16="http://schemas.microsoft.com/office/drawing/2014/main" id="{0E44DCB4-50C5-8B97-A01E-8F210076020F}"/>
                  </a:ext>
                </a:extLst>
              </p:cNvPr>
              <p:cNvSpPr/>
              <p:nvPr/>
            </p:nvSpPr>
            <p:spPr>
              <a:xfrm>
                <a:off x="63467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2" name="Freeform 48271">
                <a:extLst>
                  <a:ext uri="{FF2B5EF4-FFF2-40B4-BE49-F238E27FC236}">
                    <a16:creationId xmlns:a16="http://schemas.microsoft.com/office/drawing/2014/main" id="{A58B4646-2BDB-F9C8-8D19-820A5AE1DA03}"/>
                  </a:ext>
                </a:extLst>
              </p:cNvPr>
              <p:cNvSpPr/>
              <p:nvPr/>
            </p:nvSpPr>
            <p:spPr>
              <a:xfrm>
                <a:off x="63472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3" name="Freeform 48272">
                <a:extLst>
                  <a:ext uri="{FF2B5EF4-FFF2-40B4-BE49-F238E27FC236}">
                    <a16:creationId xmlns:a16="http://schemas.microsoft.com/office/drawing/2014/main" id="{BC342F34-C7D1-C88B-8A36-27550A5B39F2}"/>
                  </a:ext>
                </a:extLst>
              </p:cNvPr>
              <p:cNvSpPr/>
              <p:nvPr/>
            </p:nvSpPr>
            <p:spPr>
              <a:xfrm>
                <a:off x="63478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4" name="Freeform 48273">
                <a:extLst>
                  <a:ext uri="{FF2B5EF4-FFF2-40B4-BE49-F238E27FC236}">
                    <a16:creationId xmlns:a16="http://schemas.microsoft.com/office/drawing/2014/main" id="{16B15925-214B-BAC0-FAC1-F4038ECFB104}"/>
                  </a:ext>
                </a:extLst>
              </p:cNvPr>
              <p:cNvSpPr/>
              <p:nvPr/>
            </p:nvSpPr>
            <p:spPr>
              <a:xfrm>
                <a:off x="63483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5" name="Freeform 48274">
                <a:extLst>
                  <a:ext uri="{FF2B5EF4-FFF2-40B4-BE49-F238E27FC236}">
                    <a16:creationId xmlns:a16="http://schemas.microsoft.com/office/drawing/2014/main" id="{B6FB4FED-28C9-21E9-47D4-FA2B296BEDA6}"/>
                  </a:ext>
                </a:extLst>
              </p:cNvPr>
              <p:cNvSpPr/>
              <p:nvPr/>
            </p:nvSpPr>
            <p:spPr>
              <a:xfrm>
                <a:off x="63488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6" name="Freeform 48275">
                <a:extLst>
                  <a:ext uri="{FF2B5EF4-FFF2-40B4-BE49-F238E27FC236}">
                    <a16:creationId xmlns:a16="http://schemas.microsoft.com/office/drawing/2014/main" id="{A6450C8C-419B-F970-3D59-B2A2AA40CCCF}"/>
                  </a:ext>
                </a:extLst>
              </p:cNvPr>
              <p:cNvSpPr/>
              <p:nvPr/>
            </p:nvSpPr>
            <p:spPr>
              <a:xfrm>
                <a:off x="63494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7" name="Freeform 48276">
                <a:extLst>
                  <a:ext uri="{FF2B5EF4-FFF2-40B4-BE49-F238E27FC236}">
                    <a16:creationId xmlns:a16="http://schemas.microsoft.com/office/drawing/2014/main" id="{E44A9A41-B6E3-9EA5-0BBA-CDA5043D3312}"/>
                  </a:ext>
                </a:extLst>
              </p:cNvPr>
              <p:cNvSpPr/>
              <p:nvPr/>
            </p:nvSpPr>
            <p:spPr>
              <a:xfrm>
                <a:off x="634995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8" name="Freeform 48277">
                <a:extLst>
                  <a:ext uri="{FF2B5EF4-FFF2-40B4-BE49-F238E27FC236}">
                    <a16:creationId xmlns:a16="http://schemas.microsoft.com/office/drawing/2014/main" id="{608D0D3A-C4AD-0C3C-3955-2ED730403B41}"/>
                  </a:ext>
                </a:extLst>
              </p:cNvPr>
              <p:cNvSpPr/>
              <p:nvPr/>
            </p:nvSpPr>
            <p:spPr>
              <a:xfrm>
                <a:off x="635044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79" name="Freeform 48278">
                <a:extLst>
                  <a:ext uri="{FF2B5EF4-FFF2-40B4-BE49-F238E27FC236}">
                    <a16:creationId xmlns:a16="http://schemas.microsoft.com/office/drawing/2014/main" id="{CE22FFDF-09CD-95E6-0191-86C742533FED}"/>
                  </a:ext>
                </a:extLst>
              </p:cNvPr>
              <p:cNvSpPr/>
              <p:nvPr/>
            </p:nvSpPr>
            <p:spPr>
              <a:xfrm>
                <a:off x="6351044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0" name="Freeform 48279">
                <a:extLst>
                  <a:ext uri="{FF2B5EF4-FFF2-40B4-BE49-F238E27FC236}">
                    <a16:creationId xmlns:a16="http://schemas.microsoft.com/office/drawing/2014/main" id="{E1D9314D-59E0-CD6A-2377-2CFF0DAE6D99}"/>
                  </a:ext>
                </a:extLst>
              </p:cNvPr>
              <p:cNvSpPr/>
              <p:nvPr/>
            </p:nvSpPr>
            <p:spPr>
              <a:xfrm>
                <a:off x="6351540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1" name="Freeform 48280">
                <a:extLst>
                  <a:ext uri="{FF2B5EF4-FFF2-40B4-BE49-F238E27FC236}">
                    <a16:creationId xmlns:a16="http://schemas.microsoft.com/office/drawing/2014/main" id="{B2160578-A6CF-AC7E-E770-8A24A376DFF8}"/>
                  </a:ext>
                </a:extLst>
              </p:cNvPr>
              <p:cNvSpPr/>
              <p:nvPr/>
            </p:nvSpPr>
            <p:spPr>
              <a:xfrm>
                <a:off x="6352036" y="5882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2" name="Freeform 48281">
                <a:extLst>
                  <a:ext uri="{FF2B5EF4-FFF2-40B4-BE49-F238E27FC236}">
                    <a16:creationId xmlns:a16="http://schemas.microsoft.com/office/drawing/2014/main" id="{E873F2CD-CDB7-2D5F-4508-B4C0C71788C1}"/>
                  </a:ext>
                </a:extLst>
              </p:cNvPr>
              <p:cNvSpPr/>
              <p:nvPr/>
            </p:nvSpPr>
            <p:spPr>
              <a:xfrm>
                <a:off x="6352631" y="5909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3" name="Freeform 48282">
                <a:extLst>
                  <a:ext uri="{FF2B5EF4-FFF2-40B4-BE49-F238E27FC236}">
                    <a16:creationId xmlns:a16="http://schemas.microsoft.com/office/drawing/2014/main" id="{C89367A0-1BC2-9BDC-81A6-FA11F9185D83}"/>
                  </a:ext>
                </a:extLst>
              </p:cNvPr>
              <p:cNvSpPr/>
              <p:nvPr/>
            </p:nvSpPr>
            <p:spPr>
              <a:xfrm>
                <a:off x="6353127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4" name="Freeform 48283">
                <a:extLst>
                  <a:ext uri="{FF2B5EF4-FFF2-40B4-BE49-F238E27FC236}">
                    <a16:creationId xmlns:a16="http://schemas.microsoft.com/office/drawing/2014/main" id="{0E1AD44E-51D2-47D5-AFFE-3E0301AACEA4}"/>
                  </a:ext>
                </a:extLst>
              </p:cNvPr>
              <p:cNvSpPr/>
              <p:nvPr/>
            </p:nvSpPr>
            <p:spPr>
              <a:xfrm>
                <a:off x="6353623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5" name="Freeform 48284">
                <a:extLst>
                  <a:ext uri="{FF2B5EF4-FFF2-40B4-BE49-F238E27FC236}">
                    <a16:creationId xmlns:a16="http://schemas.microsoft.com/office/drawing/2014/main" id="{32206219-4F58-2A94-525E-ABA2A2705F91}"/>
                  </a:ext>
                </a:extLst>
              </p:cNvPr>
              <p:cNvSpPr/>
              <p:nvPr/>
            </p:nvSpPr>
            <p:spPr>
              <a:xfrm>
                <a:off x="6354120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6" name="Freeform 48285">
                <a:extLst>
                  <a:ext uri="{FF2B5EF4-FFF2-40B4-BE49-F238E27FC236}">
                    <a16:creationId xmlns:a16="http://schemas.microsoft.com/office/drawing/2014/main" id="{4E67543F-6733-BD74-30E8-B49A21EBA1D9}"/>
                  </a:ext>
                </a:extLst>
              </p:cNvPr>
              <p:cNvSpPr/>
              <p:nvPr/>
            </p:nvSpPr>
            <p:spPr>
              <a:xfrm>
                <a:off x="6354715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7" name="Freeform 48286">
                <a:extLst>
                  <a:ext uri="{FF2B5EF4-FFF2-40B4-BE49-F238E27FC236}">
                    <a16:creationId xmlns:a16="http://schemas.microsoft.com/office/drawing/2014/main" id="{AC83E13F-A7F1-3103-8014-1EFF63FBCB63}"/>
                  </a:ext>
                </a:extLst>
              </p:cNvPr>
              <p:cNvSpPr/>
              <p:nvPr/>
            </p:nvSpPr>
            <p:spPr>
              <a:xfrm>
                <a:off x="6355211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8" name="Freeform 48287">
                <a:extLst>
                  <a:ext uri="{FF2B5EF4-FFF2-40B4-BE49-F238E27FC236}">
                    <a16:creationId xmlns:a16="http://schemas.microsoft.com/office/drawing/2014/main" id="{B1830690-57EF-2BDF-07DE-019F9FCBB382}"/>
                  </a:ext>
                </a:extLst>
              </p:cNvPr>
              <p:cNvSpPr/>
              <p:nvPr/>
            </p:nvSpPr>
            <p:spPr>
              <a:xfrm>
                <a:off x="6355707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89" name="Freeform 48288">
                <a:extLst>
                  <a:ext uri="{FF2B5EF4-FFF2-40B4-BE49-F238E27FC236}">
                    <a16:creationId xmlns:a16="http://schemas.microsoft.com/office/drawing/2014/main" id="{A406581A-D423-B793-3203-F18FEF18A2E2}"/>
                  </a:ext>
                </a:extLst>
              </p:cNvPr>
              <p:cNvSpPr/>
              <p:nvPr/>
            </p:nvSpPr>
            <p:spPr>
              <a:xfrm>
                <a:off x="6356302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0" name="Freeform 48289">
                <a:extLst>
                  <a:ext uri="{FF2B5EF4-FFF2-40B4-BE49-F238E27FC236}">
                    <a16:creationId xmlns:a16="http://schemas.microsoft.com/office/drawing/2014/main" id="{B09BA06B-2016-C9C6-3FC8-B64483587A0B}"/>
                  </a:ext>
                </a:extLst>
              </p:cNvPr>
              <p:cNvSpPr/>
              <p:nvPr/>
            </p:nvSpPr>
            <p:spPr>
              <a:xfrm>
                <a:off x="6356798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1" name="Freeform 48290">
                <a:extLst>
                  <a:ext uri="{FF2B5EF4-FFF2-40B4-BE49-F238E27FC236}">
                    <a16:creationId xmlns:a16="http://schemas.microsoft.com/office/drawing/2014/main" id="{CBED2275-F2D1-B1AD-434F-FE7C07E3FE01}"/>
                  </a:ext>
                </a:extLst>
              </p:cNvPr>
              <p:cNvSpPr/>
              <p:nvPr/>
            </p:nvSpPr>
            <p:spPr>
              <a:xfrm>
                <a:off x="63572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2" name="Freeform 48291">
                <a:extLst>
                  <a:ext uri="{FF2B5EF4-FFF2-40B4-BE49-F238E27FC236}">
                    <a16:creationId xmlns:a16="http://schemas.microsoft.com/office/drawing/2014/main" id="{15DC323A-1C94-3ECA-0CAD-0B831F55FC35}"/>
                  </a:ext>
                </a:extLst>
              </p:cNvPr>
              <p:cNvSpPr/>
              <p:nvPr/>
            </p:nvSpPr>
            <p:spPr>
              <a:xfrm>
                <a:off x="63578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3" name="Freeform 48292">
                <a:extLst>
                  <a:ext uri="{FF2B5EF4-FFF2-40B4-BE49-F238E27FC236}">
                    <a16:creationId xmlns:a16="http://schemas.microsoft.com/office/drawing/2014/main" id="{60567CFC-28DE-0D63-FA22-865A9AF5420D}"/>
                  </a:ext>
                </a:extLst>
              </p:cNvPr>
              <p:cNvSpPr/>
              <p:nvPr/>
            </p:nvSpPr>
            <p:spPr>
              <a:xfrm>
                <a:off x="63583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4" name="Freeform 48293">
                <a:extLst>
                  <a:ext uri="{FF2B5EF4-FFF2-40B4-BE49-F238E27FC236}">
                    <a16:creationId xmlns:a16="http://schemas.microsoft.com/office/drawing/2014/main" id="{7183DDDC-0075-27DC-0BCF-2B82538BF519}"/>
                  </a:ext>
                </a:extLst>
              </p:cNvPr>
              <p:cNvSpPr/>
              <p:nvPr/>
            </p:nvSpPr>
            <p:spPr>
              <a:xfrm>
                <a:off x="63588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5" name="Freeform 48294">
                <a:extLst>
                  <a:ext uri="{FF2B5EF4-FFF2-40B4-BE49-F238E27FC236}">
                    <a16:creationId xmlns:a16="http://schemas.microsoft.com/office/drawing/2014/main" id="{CB17BA42-5060-C074-5A6D-DE25F71816FB}"/>
                  </a:ext>
                </a:extLst>
              </p:cNvPr>
              <p:cNvSpPr/>
              <p:nvPr/>
            </p:nvSpPr>
            <p:spPr>
              <a:xfrm>
                <a:off x="63594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6" name="Freeform 48295">
                <a:extLst>
                  <a:ext uri="{FF2B5EF4-FFF2-40B4-BE49-F238E27FC236}">
                    <a16:creationId xmlns:a16="http://schemas.microsoft.com/office/drawing/2014/main" id="{DEE0E1CE-3AE3-CB65-9BEC-D44C46F83E0D}"/>
                  </a:ext>
                </a:extLst>
              </p:cNvPr>
              <p:cNvSpPr/>
              <p:nvPr/>
            </p:nvSpPr>
            <p:spPr>
              <a:xfrm>
                <a:off x="63599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7" name="Freeform 48296">
                <a:extLst>
                  <a:ext uri="{FF2B5EF4-FFF2-40B4-BE49-F238E27FC236}">
                    <a16:creationId xmlns:a16="http://schemas.microsoft.com/office/drawing/2014/main" id="{E8490308-85E7-0602-7C61-42C1B11FC629}"/>
                  </a:ext>
                </a:extLst>
              </p:cNvPr>
              <p:cNvSpPr/>
              <p:nvPr/>
            </p:nvSpPr>
            <p:spPr>
              <a:xfrm>
                <a:off x="63604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8" name="Freeform 48297">
                <a:extLst>
                  <a:ext uri="{FF2B5EF4-FFF2-40B4-BE49-F238E27FC236}">
                    <a16:creationId xmlns:a16="http://schemas.microsoft.com/office/drawing/2014/main" id="{3595B904-4200-3406-7448-86DF31F08F11}"/>
                  </a:ext>
                </a:extLst>
              </p:cNvPr>
              <p:cNvSpPr/>
              <p:nvPr/>
            </p:nvSpPr>
            <p:spPr>
              <a:xfrm>
                <a:off x="63610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99" name="Freeform 48298">
                <a:extLst>
                  <a:ext uri="{FF2B5EF4-FFF2-40B4-BE49-F238E27FC236}">
                    <a16:creationId xmlns:a16="http://schemas.microsoft.com/office/drawing/2014/main" id="{D0F5483B-CC20-0769-C843-57A32D5EB1AA}"/>
                  </a:ext>
                </a:extLst>
              </p:cNvPr>
              <p:cNvSpPr/>
              <p:nvPr/>
            </p:nvSpPr>
            <p:spPr>
              <a:xfrm>
                <a:off x="63615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0" name="Freeform 48299">
                <a:extLst>
                  <a:ext uri="{FF2B5EF4-FFF2-40B4-BE49-F238E27FC236}">
                    <a16:creationId xmlns:a16="http://schemas.microsoft.com/office/drawing/2014/main" id="{43739F67-7DA5-6D36-F733-57627FFBBCFC}"/>
                  </a:ext>
                </a:extLst>
              </p:cNvPr>
              <p:cNvSpPr/>
              <p:nvPr/>
            </p:nvSpPr>
            <p:spPr>
              <a:xfrm>
                <a:off x="63620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1" name="Freeform 48300">
                <a:extLst>
                  <a:ext uri="{FF2B5EF4-FFF2-40B4-BE49-F238E27FC236}">
                    <a16:creationId xmlns:a16="http://schemas.microsoft.com/office/drawing/2014/main" id="{566697C2-EE4A-3E12-9BBA-899D839AE9B1}"/>
                  </a:ext>
                </a:extLst>
              </p:cNvPr>
              <p:cNvSpPr/>
              <p:nvPr/>
            </p:nvSpPr>
            <p:spPr>
              <a:xfrm>
                <a:off x="63626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2" name="Freeform 48301">
                <a:extLst>
                  <a:ext uri="{FF2B5EF4-FFF2-40B4-BE49-F238E27FC236}">
                    <a16:creationId xmlns:a16="http://schemas.microsoft.com/office/drawing/2014/main" id="{87BF84B1-9C71-AA31-DCB5-64E621A25346}"/>
                  </a:ext>
                </a:extLst>
              </p:cNvPr>
              <p:cNvSpPr/>
              <p:nvPr/>
            </p:nvSpPr>
            <p:spPr>
              <a:xfrm>
                <a:off x="63631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3" name="Freeform 48302">
                <a:extLst>
                  <a:ext uri="{FF2B5EF4-FFF2-40B4-BE49-F238E27FC236}">
                    <a16:creationId xmlns:a16="http://schemas.microsoft.com/office/drawing/2014/main" id="{394A2D0C-E6AC-00EE-B753-9B9B8A3851F3}"/>
                  </a:ext>
                </a:extLst>
              </p:cNvPr>
              <p:cNvSpPr/>
              <p:nvPr/>
            </p:nvSpPr>
            <p:spPr>
              <a:xfrm>
                <a:off x="6363645" y="6034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4" name="Freeform 48303">
                <a:extLst>
                  <a:ext uri="{FF2B5EF4-FFF2-40B4-BE49-F238E27FC236}">
                    <a16:creationId xmlns:a16="http://schemas.microsoft.com/office/drawing/2014/main" id="{56AC7C49-BC24-86B3-F906-570382C20FE7}"/>
                  </a:ext>
                </a:extLst>
              </p:cNvPr>
              <p:cNvSpPr/>
              <p:nvPr/>
            </p:nvSpPr>
            <p:spPr>
              <a:xfrm>
                <a:off x="6364240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5" name="Freeform 48304">
                <a:extLst>
                  <a:ext uri="{FF2B5EF4-FFF2-40B4-BE49-F238E27FC236}">
                    <a16:creationId xmlns:a16="http://schemas.microsoft.com/office/drawing/2014/main" id="{F7B37750-A811-71E5-79AF-442DD4449E95}"/>
                  </a:ext>
                </a:extLst>
              </p:cNvPr>
              <p:cNvSpPr/>
              <p:nvPr/>
            </p:nvSpPr>
            <p:spPr>
              <a:xfrm>
                <a:off x="6364736" y="579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6" name="Freeform 48305">
                <a:extLst>
                  <a:ext uri="{FF2B5EF4-FFF2-40B4-BE49-F238E27FC236}">
                    <a16:creationId xmlns:a16="http://schemas.microsoft.com/office/drawing/2014/main" id="{06563891-06A4-BAD6-E21C-9B1FB217B142}"/>
                  </a:ext>
                </a:extLst>
              </p:cNvPr>
              <p:cNvSpPr/>
              <p:nvPr/>
            </p:nvSpPr>
            <p:spPr>
              <a:xfrm>
                <a:off x="6365232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7" name="Freeform 48306">
                <a:extLst>
                  <a:ext uri="{FF2B5EF4-FFF2-40B4-BE49-F238E27FC236}">
                    <a16:creationId xmlns:a16="http://schemas.microsoft.com/office/drawing/2014/main" id="{40472187-0FF6-D5A8-AA20-C9123951A888}"/>
                  </a:ext>
                </a:extLst>
              </p:cNvPr>
              <p:cNvSpPr/>
              <p:nvPr/>
            </p:nvSpPr>
            <p:spPr>
              <a:xfrm>
                <a:off x="6365728" y="5918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8" name="Freeform 48307">
                <a:extLst>
                  <a:ext uri="{FF2B5EF4-FFF2-40B4-BE49-F238E27FC236}">
                    <a16:creationId xmlns:a16="http://schemas.microsoft.com/office/drawing/2014/main" id="{9E842A5B-9D4A-9028-BC69-EDBB8C236BCB}"/>
                  </a:ext>
                </a:extLst>
              </p:cNvPr>
              <p:cNvSpPr/>
              <p:nvPr/>
            </p:nvSpPr>
            <p:spPr>
              <a:xfrm>
                <a:off x="6366323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09" name="Freeform 48308">
                <a:extLst>
                  <a:ext uri="{FF2B5EF4-FFF2-40B4-BE49-F238E27FC236}">
                    <a16:creationId xmlns:a16="http://schemas.microsoft.com/office/drawing/2014/main" id="{29510F27-01BC-8CA4-49F9-F798CCD74E1C}"/>
                  </a:ext>
                </a:extLst>
              </p:cNvPr>
              <p:cNvSpPr/>
              <p:nvPr/>
            </p:nvSpPr>
            <p:spPr>
              <a:xfrm>
                <a:off x="6366820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0" name="Freeform 48309">
                <a:extLst>
                  <a:ext uri="{FF2B5EF4-FFF2-40B4-BE49-F238E27FC236}">
                    <a16:creationId xmlns:a16="http://schemas.microsoft.com/office/drawing/2014/main" id="{2B7BD26C-9EEE-1F7D-1DF6-B77844CCF1B5}"/>
                  </a:ext>
                </a:extLst>
              </p:cNvPr>
              <p:cNvSpPr/>
              <p:nvPr/>
            </p:nvSpPr>
            <p:spPr>
              <a:xfrm>
                <a:off x="6367316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1" name="Freeform 48310">
                <a:extLst>
                  <a:ext uri="{FF2B5EF4-FFF2-40B4-BE49-F238E27FC236}">
                    <a16:creationId xmlns:a16="http://schemas.microsoft.com/office/drawing/2014/main" id="{E9903C47-49B2-5F18-1E41-EA9C9C3AFC36}"/>
                  </a:ext>
                </a:extLst>
              </p:cNvPr>
              <p:cNvSpPr/>
              <p:nvPr/>
            </p:nvSpPr>
            <p:spPr>
              <a:xfrm>
                <a:off x="6367911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2" name="Freeform 48311">
                <a:extLst>
                  <a:ext uri="{FF2B5EF4-FFF2-40B4-BE49-F238E27FC236}">
                    <a16:creationId xmlns:a16="http://schemas.microsoft.com/office/drawing/2014/main" id="{E276E548-6C27-8C32-17B3-F2FA58CA248A}"/>
                  </a:ext>
                </a:extLst>
              </p:cNvPr>
              <p:cNvSpPr/>
              <p:nvPr/>
            </p:nvSpPr>
            <p:spPr>
              <a:xfrm>
                <a:off x="6368407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3" name="Freeform 48312">
                <a:extLst>
                  <a:ext uri="{FF2B5EF4-FFF2-40B4-BE49-F238E27FC236}">
                    <a16:creationId xmlns:a16="http://schemas.microsoft.com/office/drawing/2014/main" id="{BF49C1C2-E87C-8D2E-2210-62E77B9D230F}"/>
                  </a:ext>
                </a:extLst>
              </p:cNvPr>
              <p:cNvSpPr/>
              <p:nvPr/>
            </p:nvSpPr>
            <p:spPr>
              <a:xfrm>
                <a:off x="6368903" y="6018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4" name="Freeform 48313">
                <a:extLst>
                  <a:ext uri="{FF2B5EF4-FFF2-40B4-BE49-F238E27FC236}">
                    <a16:creationId xmlns:a16="http://schemas.microsoft.com/office/drawing/2014/main" id="{BFDF763F-170D-7C3D-5E60-7CA7379092D9}"/>
                  </a:ext>
                </a:extLst>
              </p:cNvPr>
              <p:cNvSpPr/>
              <p:nvPr/>
            </p:nvSpPr>
            <p:spPr>
              <a:xfrm>
                <a:off x="6369498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5" name="Freeform 48314">
                <a:extLst>
                  <a:ext uri="{FF2B5EF4-FFF2-40B4-BE49-F238E27FC236}">
                    <a16:creationId xmlns:a16="http://schemas.microsoft.com/office/drawing/2014/main" id="{84B0890A-D96D-B707-ED52-FBEFD468F670}"/>
                  </a:ext>
                </a:extLst>
              </p:cNvPr>
              <p:cNvSpPr/>
              <p:nvPr/>
            </p:nvSpPr>
            <p:spPr>
              <a:xfrm>
                <a:off x="636999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6" name="Freeform 48315">
                <a:extLst>
                  <a:ext uri="{FF2B5EF4-FFF2-40B4-BE49-F238E27FC236}">
                    <a16:creationId xmlns:a16="http://schemas.microsoft.com/office/drawing/2014/main" id="{EEA959D5-FF42-3921-0325-A67715F5D9EA}"/>
                  </a:ext>
                </a:extLst>
              </p:cNvPr>
              <p:cNvSpPr/>
              <p:nvPr/>
            </p:nvSpPr>
            <p:spPr>
              <a:xfrm>
                <a:off x="637049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7" name="Freeform 48316">
                <a:extLst>
                  <a:ext uri="{FF2B5EF4-FFF2-40B4-BE49-F238E27FC236}">
                    <a16:creationId xmlns:a16="http://schemas.microsoft.com/office/drawing/2014/main" id="{FD96E33E-A3C4-CE45-F9D9-C3AEE8E4A6D5}"/>
                  </a:ext>
                </a:extLst>
              </p:cNvPr>
              <p:cNvSpPr/>
              <p:nvPr/>
            </p:nvSpPr>
            <p:spPr>
              <a:xfrm>
                <a:off x="637108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8" name="Freeform 48317">
                <a:extLst>
                  <a:ext uri="{FF2B5EF4-FFF2-40B4-BE49-F238E27FC236}">
                    <a16:creationId xmlns:a16="http://schemas.microsoft.com/office/drawing/2014/main" id="{CBDFCCE8-825F-750B-20D2-34FAFECFA4B8}"/>
                  </a:ext>
                </a:extLst>
              </p:cNvPr>
              <p:cNvSpPr/>
              <p:nvPr/>
            </p:nvSpPr>
            <p:spPr>
              <a:xfrm>
                <a:off x="63715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19" name="Freeform 48318">
                <a:extLst>
                  <a:ext uri="{FF2B5EF4-FFF2-40B4-BE49-F238E27FC236}">
                    <a16:creationId xmlns:a16="http://schemas.microsoft.com/office/drawing/2014/main" id="{3FC3FCA0-B2A4-EF37-8B5D-A0FEAFEB2006}"/>
                  </a:ext>
                </a:extLst>
              </p:cNvPr>
              <p:cNvSpPr/>
              <p:nvPr/>
            </p:nvSpPr>
            <p:spPr>
              <a:xfrm>
                <a:off x="63720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0" name="Freeform 48319">
                <a:extLst>
                  <a:ext uri="{FF2B5EF4-FFF2-40B4-BE49-F238E27FC236}">
                    <a16:creationId xmlns:a16="http://schemas.microsoft.com/office/drawing/2014/main" id="{2D08D599-E65B-3B8C-4A3A-8C85E48B7A43}"/>
                  </a:ext>
                </a:extLst>
              </p:cNvPr>
              <p:cNvSpPr/>
              <p:nvPr/>
            </p:nvSpPr>
            <p:spPr>
              <a:xfrm>
                <a:off x="63726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1" name="Freeform 48320">
                <a:extLst>
                  <a:ext uri="{FF2B5EF4-FFF2-40B4-BE49-F238E27FC236}">
                    <a16:creationId xmlns:a16="http://schemas.microsoft.com/office/drawing/2014/main" id="{6AE7AC7B-CB45-20B7-9996-A77F551AEBF5}"/>
                  </a:ext>
                </a:extLst>
              </p:cNvPr>
              <p:cNvSpPr/>
              <p:nvPr/>
            </p:nvSpPr>
            <p:spPr>
              <a:xfrm>
                <a:off x="63731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2" name="Freeform 48321">
                <a:extLst>
                  <a:ext uri="{FF2B5EF4-FFF2-40B4-BE49-F238E27FC236}">
                    <a16:creationId xmlns:a16="http://schemas.microsoft.com/office/drawing/2014/main" id="{833A32EB-07C3-7D91-69FF-5BCB5C9D4DD2}"/>
                  </a:ext>
                </a:extLst>
              </p:cNvPr>
              <p:cNvSpPr/>
              <p:nvPr/>
            </p:nvSpPr>
            <p:spPr>
              <a:xfrm>
                <a:off x="63736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3" name="Freeform 48322">
                <a:extLst>
                  <a:ext uri="{FF2B5EF4-FFF2-40B4-BE49-F238E27FC236}">
                    <a16:creationId xmlns:a16="http://schemas.microsoft.com/office/drawing/2014/main" id="{8A6E9E03-AB54-22EB-1A40-D786F69C6050}"/>
                  </a:ext>
                </a:extLst>
              </p:cNvPr>
              <p:cNvSpPr/>
              <p:nvPr/>
            </p:nvSpPr>
            <p:spPr>
              <a:xfrm>
                <a:off x="63742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4" name="Freeform 48323">
                <a:extLst>
                  <a:ext uri="{FF2B5EF4-FFF2-40B4-BE49-F238E27FC236}">
                    <a16:creationId xmlns:a16="http://schemas.microsoft.com/office/drawing/2014/main" id="{296B152E-982A-3C0A-7385-B6F5EA1791E3}"/>
                  </a:ext>
                </a:extLst>
              </p:cNvPr>
              <p:cNvSpPr/>
              <p:nvPr/>
            </p:nvSpPr>
            <p:spPr>
              <a:xfrm>
                <a:off x="63747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5" name="Freeform 48324">
                <a:extLst>
                  <a:ext uri="{FF2B5EF4-FFF2-40B4-BE49-F238E27FC236}">
                    <a16:creationId xmlns:a16="http://schemas.microsoft.com/office/drawing/2014/main" id="{DB40BB75-3737-A1C3-3460-895EC89B8A36}"/>
                  </a:ext>
                </a:extLst>
              </p:cNvPr>
              <p:cNvSpPr/>
              <p:nvPr/>
            </p:nvSpPr>
            <p:spPr>
              <a:xfrm>
                <a:off x="63752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6" name="Freeform 48325">
                <a:extLst>
                  <a:ext uri="{FF2B5EF4-FFF2-40B4-BE49-F238E27FC236}">
                    <a16:creationId xmlns:a16="http://schemas.microsoft.com/office/drawing/2014/main" id="{58E97922-FB39-2174-B242-F3E9C2748BF2}"/>
                  </a:ext>
                </a:extLst>
              </p:cNvPr>
              <p:cNvSpPr/>
              <p:nvPr/>
            </p:nvSpPr>
            <p:spPr>
              <a:xfrm>
                <a:off x="637584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7" name="Freeform 48326">
                <a:extLst>
                  <a:ext uri="{FF2B5EF4-FFF2-40B4-BE49-F238E27FC236}">
                    <a16:creationId xmlns:a16="http://schemas.microsoft.com/office/drawing/2014/main" id="{8E1F3EF2-CA29-134E-0FA3-18F1154BDA9C}"/>
                  </a:ext>
                </a:extLst>
              </p:cNvPr>
              <p:cNvSpPr/>
              <p:nvPr/>
            </p:nvSpPr>
            <p:spPr>
              <a:xfrm>
                <a:off x="6376345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8" name="Freeform 48327">
                <a:extLst>
                  <a:ext uri="{FF2B5EF4-FFF2-40B4-BE49-F238E27FC236}">
                    <a16:creationId xmlns:a16="http://schemas.microsoft.com/office/drawing/2014/main" id="{F6BB8D6B-B982-F3BB-B4AC-E3D0F0C30EDC}"/>
                  </a:ext>
                </a:extLst>
              </p:cNvPr>
              <p:cNvSpPr/>
              <p:nvPr/>
            </p:nvSpPr>
            <p:spPr>
              <a:xfrm>
                <a:off x="6376841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29" name="Freeform 48328">
                <a:extLst>
                  <a:ext uri="{FF2B5EF4-FFF2-40B4-BE49-F238E27FC236}">
                    <a16:creationId xmlns:a16="http://schemas.microsoft.com/office/drawing/2014/main" id="{7D0C3CD2-D81D-B1D7-85B4-070CED25CC77}"/>
                  </a:ext>
                </a:extLst>
              </p:cNvPr>
              <p:cNvSpPr/>
              <p:nvPr/>
            </p:nvSpPr>
            <p:spPr>
              <a:xfrm>
                <a:off x="6377337" y="5849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0" name="Freeform 48329">
                <a:extLst>
                  <a:ext uri="{FF2B5EF4-FFF2-40B4-BE49-F238E27FC236}">
                    <a16:creationId xmlns:a16="http://schemas.microsoft.com/office/drawing/2014/main" id="{825CD5DE-7466-A0AF-48D7-72C3ACF23E18}"/>
                  </a:ext>
                </a:extLst>
              </p:cNvPr>
              <p:cNvSpPr/>
              <p:nvPr/>
            </p:nvSpPr>
            <p:spPr>
              <a:xfrm>
                <a:off x="6377932" y="5907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1" name="Freeform 48330">
                <a:extLst>
                  <a:ext uri="{FF2B5EF4-FFF2-40B4-BE49-F238E27FC236}">
                    <a16:creationId xmlns:a16="http://schemas.microsoft.com/office/drawing/2014/main" id="{C70A12DF-74FB-0BC0-81C2-E84B78A516D6}"/>
                  </a:ext>
                </a:extLst>
              </p:cNvPr>
              <p:cNvSpPr/>
              <p:nvPr/>
            </p:nvSpPr>
            <p:spPr>
              <a:xfrm>
                <a:off x="6378428" y="5992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2" name="Freeform 48331">
                <a:extLst>
                  <a:ext uri="{FF2B5EF4-FFF2-40B4-BE49-F238E27FC236}">
                    <a16:creationId xmlns:a16="http://schemas.microsoft.com/office/drawing/2014/main" id="{D4926E0C-878E-7BE8-31B7-8726057E9F11}"/>
                  </a:ext>
                </a:extLst>
              </p:cNvPr>
              <p:cNvSpPr/>
              <p:nvPr/>
            </p:nvSpPr>
            <p:spPr>
              <a:xfrm>
                <a:off x="6378924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3" name="Freeform 48332">
                <a:extLst>
                  <a:ext uri="{FF2B5EF4-FFF2-40B4-BE49-F238E27FC236}">
                    <a16:creationId xmlns:a16="http://schemas.microsoft.com/office/drawing/2014/main" id="{89A27FBB-2756-2F3B-21EE-19CA89234E6A}"/>
                  </a:ext>
                </a:extLst>
              </p:cNvPr>
              <p:cNvSpPr/>
              <p:nvPr/>
            </p:nvSpPr>
            <p:spPr>
              <a:xfrm>
                <a:off x="6379520" y="6014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4" name="Freeform 48333">
                <a:extLst>
                  <a:ext uri="{FF2B5EF4-FFF2-40B4-BE49-F238E27FC236}">
                    <a16:creationId xmlns:a16="http://schemas.microsoft.com/office/drawing/2014/main" id="{A8BFC979-1EB8-033D-152C-23CCD4023165}"/>
                  </a:ext>
                </a:extLst>
              </p:cNvPr>
              <p:cNvSpPr/>
              <p:nvPr/>
            </p:nvSpPr>
            <p:spPr>
              <a:xfrm>
                <a:off x="6380016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5" name="Freeform 48334">
                <a:extLst>
                  <a:ext uri="{FF2B5EF4-FFF2-40B4-BE49-F238E27FC236}">
                    <a16:creationId xmlns:a16="http://schemas.microsoft.com/office/drawing/2014/main" id="{40390927-E172-61D9-4BE1-919B125E791B}"/>
                  </a:ext>
                </a:extLst>
              </p:cNvPr>
              <p:cNvSpPr/>
              <p:nvPr/>
            </p:nvSpPr>
            <p:spPr>
              <a:xfrm>
                <a:off x="6380512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6" name="Freeform 48335">
                <a:extLst>
                  <a:ext uri="{FF2B5EF4-FFF2-40B4-BE49-F238E27FC236}">
                    <a16:creationId xmlns:a16="http://schemas.microsoft.com/office/drawing/2014/main" id="{1D1924AB-0FF2-C5FC-B599-09F8AF01BC07}"/>
                  </a:ext>
                </a:extLst>
              </p:cNvPr>
              <p:cNvSpPr/>
              <p:nvPr/>
            </p:nvSpPr>
            <p:spPr>
              <a:xfrm>
                <a:off x="6381107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7" name="Freeform 48336">
                <a:extLst>
                  <a:ext uri="{FF2B5EF4-FFF2-40B4-BE49-F238E27FC236}">
                    <a16:creationId xmlns:a16="http://schemas.microsoft.com/office/drawing/2014/main" id="{9EF21006-AB2D-E818-FC4A-0B5EC3D1523F}"/>
                  </a:ext>
                </a:extLst>
              </p:cNvPr>
              <p:cNvSpPr/>
              <p:nvPr/>
            </p:nvSpPr>
            <p:spPr>
              <a:xfrm>
                <a:off x="6381603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8" name="Freeform 48337">
                <a:extLst>
                  <a:ext uri="{FF2B5EF4-FFF2-40B4-BE49-F238E27FC236}">
                    <a16:creationId xmlns:a16="http://schemas.microsoft.com/office/drawing/2014/main" id="{94C91113-E6B6-05AC-3ECF-8B5BC891415E}"/>
                  </a:ext>
                </a:extLst>
              </p:cNvPr>
              <p:cNvSpPr/>
              <p:nvPr/>
            </p:nvSpPr>
            <p:spPr>
              <a:xfrm>
                <a:off x="6382099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39" name="Freeform 48338">
                <a:extLst>
                  <a:ext uri="{FF2B5EF4-FFF2-40B4-BE49-F238E27FC236}">
                    <a16:creationId xmlns:a16="http://schemas.microsoft.com/office/drawing/2014/main" id="{0A758A7E-5112-FF75-B527-5C485853E0F3}"/>
                  </a:ext>
                </a:extLst>
              </p:cNvPr>
              <p:cNvSpPr/>
              <p:nvPr/>
            </p:nvSpPr>
            <p:spPr>
              <a:xfrm>
                <a:off x="6382695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0" name="Freeform 48339">
                <a:extLst>
                  <a:ext uri="{FF2B5EF4-FFF2-40B4-BE49-F238E27FC236}">
                    <a16:creationId xmlns:a16="http://schemas.microsoft.com/office/drawing/2014/main" id="{846E4AE8-DADA-C8D9-C482-E0EFCF2897FD}"/>
                  </a:ext>
                </a:extLst>
              </p:cNvPr>
              <p:cNvSpPr/>
              <p:nvPr/>
            </p:nvSpPr>
            <p:spPr>
              <a:xfrm>
                <a:off x="6383191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1" name="Freeform 48340">
                <a:extLst>
                  <a:ext uri="{FF2B5EF4-FFF2-40B4-BE49-F238E27FC236}">
                    <a16:creationId xmlns:a16="http://schemas.microsoft.com/office/drawing/2014/main" id="{3D8261C8-8FDC-0A94-C614-C970B22B5A86}"/>
                  </a:ext>
                </a:extLst>
              </p:cNvPr>
              <p:cNvSpPr/>
              <p:nvPr/>
            </p:nvSpPr>
            <p:spPr>
              <a:xfrm>
                <a:off x="6383687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2" name="Freeform 48341">
                <a:extLst>
                  <a:ext uri="{FF2B5EF4-FFF2-40B4-BE49-F238E27FC236}">
                    <a16:creationId xmlns:a16="http://schemas.microsoft.com/office/drawing/2014/main" id="{7F4412C6-CB7F-1A24-6200-9CE79FA99F6A}"/>
                  </a:ext>
                </a:extLst>
              </p:cNvPr>
              <p:cNvSpPr/>
              <p:nvPr/>
            </p:nvSpPr>
            <p:spPr>
              <a:xfrm>
                <a:off x="6384282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3" name="Freeform 48342">
                <a:extLst>
                  <a:ext uri="{FF2B5EF4-FFF2-40B4-BE49-F238E27FC236}">
                    <a16:creationId xmlns:a16="http://schemas.microsoft.com/office/drawing/2014/main" id="{FFAE8AB3-7F1E-39BC-CEEA-B2CF46560470}"/>
                  </a:ext>
                </a:extLst>
              </p:cNvPr>
              <p:cNvSpPr/>
              <p:nvPr/>
            </p:nvSpPr>
            <p:spPr>
              <a:xfrm>
                <a:off x="6384778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4" name="Freeform 48343">
                <a:extLst>
                  <a:ext uri="{FF2B5EF4-FFF2-40B4-BE49-F238E27FC236}">
                    <a16:creationId xmlns:a16="http://schemas.microsoft.com/office/drawing/2014/main" id="{312141C4-41F1-39D6-6BE4-324C4F9C51FF}"/>
                  </a:ext>
                </a:extLst>
              </p:cNvPr>
              <p:cNvSpPr/>
              <p:nvPr/>
            </p:nvSpPr>
            <p:spPr>
              <a:xfrm>
                <a:off x="6385274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5" name="Freeform 48344">
                <a:extLst>
                  <a:ext uri="{FF2B5EF4-FFF2-40B4-BE49-F238E27FC236}">
                    <a16:creationId xmlns:a16="http://schemas.microsoft.com/office/drawing/2014/main" id="{D513F9FB-796C-5FD9-17E3-8999831E7FEC}"/>
                  </a:ext>
                </a:extLst>
              </p:cNvPr>
              <p:cNvSpPr/>
              <p:nvPr/>
            </p:nvSpPr>
            <p:spPr>
              <a:xfrm>
                <a:off x="6385870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6" name="Freeform 48345">
                <a:extLst>
                  <a:ext uri="{FF2B5EF4-FFF2-40B4-BE49-F238E27FC236}">
                    <a16:creationId xmlns:a16="http://schemas.microsoft.com/office/drawing/2014/main" id="{7A1D700B-BEAA-8502-5D68-463D940C25D0}"/>
                  </a:ext>
                </a:extLst>
              </p:cNvPr>
              <p:cNvSpPr/>
              <p:nvPr/>
            </p:nvSpPr>
            <p:spPr>
              <a:xfrm>
                <a:off x="6386366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7" name="Freeform 48346">
                <a:extLst>
                  <a:ext uri="{FF2B5EF4-FFF2-40B4-BE49-F238E27FC236}">
                    <a16:creationId xmlns:a16="http://schemas.microsoft.com/office/drawing/2014/main" id="{BDD9CA0F-4107-7EE9-5B06-DA55BABE0B04}"/>
                  </a:ext>
                </a:extLst>
              </p:cNvPr>
              <p:cNvSpPr/>
              <p:nvPr/>
            </p:nvSpPr>
            <p:spPr>
              <a:xfrm>
                <a:off x="6386862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8" name="Freeform 48347">
                <a:extLst>
                  <a:ext uri="{FF2B5EF4-FFF2-40B4-BE49-F238E27FC236}">
                    <a16:creationId xmlns:a16="http://schemas.microsoft.com/office/drawing/2014/main" id="{4D64CA4B-226C-907D-11DA-C0469444A61B}"/>
                  </a:ext>
                </a:extLst>
              </p:cNvPr>
              <p:cNvSpPr/>
              <p:nvPr/>
            </p:nvSpPr>
            <p:spPr>
              <a:xfrm>
                <a:off x="6387457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49" name="Freeform 48348">
                <a:extLst>
                  <a:ext uri="{FF2B5EF4-FFF2-40B4-BE49-F238E27FC236}">
                    <a16:creationId xmlns:a16="http://schemas.microsoft.com/office/drawing/2014/main" id="{B6C059DC-195F-E68D-8DBA-C6F7F131E89C}"/>
                  </a:ext>
                </a:extLst>
              </p:cNvPr>
              <p:cNvSpPr/>
              <p:nvPr/>
            </p:nvSpPr>
            <p:spPr>
              <a:xfrm>
                <a:off x="6387953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0" name="Freeform 48349">
                <a:extLst>
                  <a:ext uri="{FF2B5EF4-FFF2-40B4-BE49-F238E27FC236}">
                    <a16:creationId xmlns:a16="http://schemas.microsoft.com/office/drawing/2014/main" id="{24AEE697-6AEC-9727-A783-F2BD004AB25A}"/>
                  </a:ext>
                </a:extLst>
              </p:cNvPr>
              <p:cNvSpPr/>
              <p:nvPr/>
            </p:nvSpPr>
            <p:spPr>
              <a:xfrm>
                <a:off x="63884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1" name="Freeform 48350">
                <a:extLst>
                  <a:ext uri="{FF2B5EF4-FFF2-40B4-BE49-F238E27FC236}">
                    <a16:creationId xmlns:a16="http://schemas.microsoft.com/office/drawing/2014/main" id="{AE39D2EF-7BDC-5AF5-94BF-4D1573A73924}"/>
                  </a:ext>
                </a:extLst>
              </p:cNvPr>
              <p:cNvSpPr/>
              <p:nvPr/>
            </p:nvSpPr>
            <p:spPr>
              <a:xfrm>
                <a:off x="6389045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2" name="Freeform 48351">
                <a:extLst>
                  <a:ext uri="{FF2B5EF4-FFF2-40B4-BE49-F238E27FC236}">
                    <a16:creationId xmlns:a16="http://schemas.microsoft.com/office/drawing/2014/main" id="{202120C3-FEB9-73A3-521A-9ED9016AE26C}"/>
                  </a:ext>
                </a:extLst>
              </p:cNvPr>
              <p:cNvSpPr/>
              <p:nvPr/>
            </p:nvSpPr>
            <p:spPr>
              <a:xfrm>
                <a:off x="6389541" y="5857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3" name="Freeform 48352">
                <a:extLst>
                  <a:ext uri="{FF2B5EF4-FFF2-40B4-BE49-F238E27FC236}">
                    <a16:creationId xmlns:a16="http://schemas.microsoft.com/office/drawing/2014/main" id="{B555BE27-1352-225A-EDC3-8A2FC7D3487B}"/>
                  </a:ext>
                </a:extLst>
              </p:cNvPr>
              <p:cNvSpPr/>
              <p:nvPr/>
            </p:nvSpPr>
            <p:spPr>
              <a:xfrm>
                <a:off x="6390037" y="582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4" name="Freeform 48353">
                <a:extLst>
                  <a:ext uri="{FF2B5EF4-FFF2-40B4-BE49-F238E27FC236}">
                    <a16:creationId xmlns:a16="http://schemas.microsoft.com/office/drawing/2014/main" id="{04195454-8AD3-8DA4-0A3F-B63EE632153A}"/>
                  </a:ext>
                </a:extLst>
              </p:cNvPr>
              <p:cNvSpPr/>
              <p:nvPr/>
            </p:nvSpPr>
            <p:spPr>
              <a:xfrm>
                <a:off x="6390533" y="5826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5" name="Freeform 48354">
                <a:extLst>
                  <a:ext uri="{FF2B5EF4-FFF2-40B4-BE49-F238E27FC236}">
                    <a16:creationId xmlns:a16="http://schemas.microsoft.com/office/drawing/2014/main" id="{EFA24A30-760F-6B3E-4D96-024354641E92}"/>
                  </a:ext>
                </a:extLst>
              </p:cNvPr>
              <p:cNvSpPr/>
              <p:nvPr/>
            </p:nvSpPr>
            <p:spPr>
              <a:xfrm>
                <a:off x="6391128" y="5907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6" name="Freeform 48355">
                <a:extLst>
                  <a:ext uri="{FF2B5EF4-FFF2-40B4-BE49-F238E27FC236}">
                    <a16:creationId xmlns:a16="http://schemas.microsoft.com/office/drawing/2014/main" id="{AA5847D1-7CA8-3A1C-CBF4-8E61E4DC5552}"/>
                  </a:ext>
                </a:extLst>
              </p:cNvPr>
              <p:cNvSpPr/>
              <p:nvPr/>
            </p:nvSpPr>
            <p:spPr>
              <a:xfrm>
                <a:off x="6391624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7" name="Freeform 48356">
                <a:extLst>
                  <a:ext uri="{FF2B5EF4-FFF2-40B4-BE49-F238E27FC236}">
                    <a16:creationId xmlns:a16="http://schemas.microsoft.com/office/drawing/2014/main" id="{712C23D0-3AFC-7106-0ABE-323109DB5CA5}"/>
                  </a:ext>
                </a:extLst>
              </p:cNvPr>
              <p:cNvSpPr/>
              <p:nvPr/>
            </p:nvSpPr>
            <p:spPr>
              <a:xfrm>
                <a:off x="6392120" y="599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8" name="Freeform 48357">
                <a:extLst>
                  <a:ext uri="{FF2B5EF4-FFF2-40B4-BE49-F238E27FC236}">
                    <a16:creationId xmlns:a16="http://schemas.microsoft.com/office/drawing/2014/main" id="{DCC7E667-EA95-FDB7-2D9D-7E0AA8B6E8D2}"/>
                  </a:ext>
                </a:extLst>
              </p:cNvPr>
              <p:cNvSpPr/>
              <p:nvPr/>
            </p:nvSpPr>
            <p:spPr>
              <a:xfrm>
                <a:off x="6392716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59" name="Freeform 48358">
                <a:extLst>
                  <a:ext uri="{FF2B5EF4-FFF2-40B4-BE49-F238E27FC236}">
                    <a16:creationId xmlns:a16="http://schemas.microsoft.com/office/drawing/2014/main" id="{D1962172-0EF0-6E7B-2355-9E8BE5C74808}"/>
                  </a:ext>
                </a:extLst>
              </p:cNvPr>
              <p:cNvSpPr/>
              <p:nvPr/>
            </p:nvSpPr>
            <p:spPr>
              <a:xfrm>
                <a:off x="6393212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0" name="Freeform 48359">
                <a:extLst>
                  <a:ext uri="{FF2B5EF4-FFF2-40B4-BE49-F238E27FC236}">
                    <a16:creationId xmlns:a16="http://schemas.microsoft.com/office/drawing/2014/main" id="{F7431C93-23F8-CE78-6EE3-37C27E131468}"/>
                  </a:ext>
                </a:extLst>
              </p:cNvPr>
              <p:cNvSpPr/>
              <p:nvPr/>
            </p:nvSpPr>
            <p:spPr>
              <a:xfrm>
                <a:off x="6393708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1" name="Freeform 48360">
                <a:extLst>
                  <a:ext uri="{FF2B5EF4-FFF2-40B4-BE49-F238E27FC236}">
                    <a16:creationId xmlns:a16="http://schemas.microsoft.com/office/drawing/2014/main" id="{5C92EC27-CB2D-F06F-0FAA-B7094A56C919}"/>
                  </a:ext>
                </a:extLst>
              </p:cNvPr>
              <p:cNvSpPr/>
              <p:nvPr/>
            </p:nvSpPr>
            <p:spPr>
              <a:xfrm>
                <a:off x="6394303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2" name="Freeform 48361">
                <a:extLst>
                  <a:ext uri="{FF2B5EF4-FFF2-40B4-BE49-F238E27FC236}">
                    <a16:creationId xmlns:a16="http://schemas.microsoft.com/office/drawing/2014/main" id="{2FBFF809-38AE-DB28-397B-7FD6431F1807}"/>
                  </a:ext>
                </a:extLst>
              </p:cNvPr>
              <p:cNvSpPr/>
              <p:nvPr/>
            </p:nvSpPr>
            <p:spPr>
              <a:xfrm>
                <a:off x="6394799" y="6037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3" name="Freeform 48362">
                <a:extLst>
                  <a:ext uri="{FF2B5EF4-FFF2-40B4-BE49-F238E27FC236}">
                    <a16:creationId xmlns:a16="http://schemas.microsoft.com/office/drawing/2014/main" id="{150F9256-5524-5B56-C795-04B62494124F}"/>
                  </a:ext>
                </a:extLst>
              </p:cNvPr>
              <p:cNvSpPr/>
              <p:nvPr/>
            </p:nvSpPr>
            <p:spPr>
              <a:xfrm>
                <a:off x="63952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4" name="Freeform 48363">
                <a:extLst>
                  <a:ext uri="{FF2B5EF4-FFF2-40B4-BE49-F238E27FC236}">
                    <a16:creationId xmlns:a16="http://schemas.microsoft.com/office/drawing/2014/main" id="{6B2D34C9-B450-786C-2980-5F3EC3B22895}"/>
                  </a:ext>
                </a:extLst>
              </p:cNvPr>
              <p:cNvSpPr/>
              <p:nvPr/>
            </p:nvSpPr>
            <p:spPr>
              <a:xfrm>
                <a:off x="63958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5" name="Freeform 48364">
                <a:extLst>
                  <a:ext uri="{FF2B5EF4-FFF2-40B4-BE49-F238E27FC236}">
                    <a16:creationId xmlns:a16="http://schemas.microsoft.com/office/drawing/2014/main" id="{A3A258C7-BDF1-7D29-1200-BA450D4D4EE6}"/>
                  </a:ext>
                </a:extLst>
              </p:cNvPr>
              <p:cNvSpPr/>
              <p:nvPr/>
            </p:nvSpPr>
            <p:spPr>
              <a:xfrm>
                <a:off x="63963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6" name="Freeform 48365">
                <a:extLst>
                  <a:ext uri="{FF2B5EF4-FFF2-40B4-BE49-F238E27FC236}">
                    <a16:creationId xmlns:a16="http://schemas.microsoft.com/office/drawing/2014/main" id="{DC55E84D-1C4D-53E9-8563-C2374EF79D04}"/>
                  </a:ext>
                </a:extLst>
              </p:cNvPr>
              <p:cNvSpPr/>
              <p:nvPr/>
            </p:nvSpPr>
            <p:spPr>
              <a:xfrm>
                <a:off x="639688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7" name="Freeform 48366">
                <a:extLst>
                  <a:ext uri="{FF2B5EF4-FFF2-40B4-BE49-F238E27FC236}">
                    <a16:creationId xmlns:a16="http://schemas.microsoft.com/office/drawing/2014/main" id="{AC88C81F-C3BC-400D-82BC-4FAFF7195D34}"/>
                  </a:ext>
                </a:extLst>
              </p:cNvPr>
              <p:cNvSpPr/>
              <p:nvPr/>
            </p:nvSpPr>
            <p:spPr>
              <a:xfrm>
                <a:off x="639747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8" name="Freeform 48367">
                <a:extLst>
                  <a:ext uri="{FF2B5EF4-FFF2-40B4-BE49-F238E27FC236}">
                    <a16:creationId xmlns:a16="http://schemas.microsoft.com/office/drawing/2014/main" id="{4F9E5D76-F79F-B976-9E3F-929F6D02D9A0}"/>
                  </a:ext>
                </a:extLst>
              </p:cNvPr>
              <p:cNvSpPr/>
              <p:nvPr/>
            </p:nvSpPr>
            <p:spPr>
              <a:xfrm>
                <a:off x="63979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69" name="Freeform 48368">
                <a:extLst>
                  <a:ext uri="{FF2B5EF4-FFF2-40B4-BE49-F238E27FC236}">
                    <a16:creationId xmlns:a16="http://schemas.microsoft.com/office/drawing/2014/main" id="{7A098AC4-5514-D3B9-032C-D7B7A38A7F9C}"/>
                  </a:ext>
                </a:extLst>
              </p:cNvPr>
              <p:cNvSpPr/>
              <p:nvPr/>
            </p:nvSpPr>
            <p:spPr>
              <a:xfrm>
                <a:off x="63984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0" name="Freeform 48369">
                <a:extLst>
                  <a:ext uri="{FF2B5EF4-FFF2-40B4-BE49-F238E27FC236}">
                    <a16:creationId xmlns:a16="http://schemas.microsoft.com/office/drawing/2014/main" id="{90D5C0E7-55BF-4374-725D-4516E6934082}"/>
                  </a:ext>
                </a:extLst>
              </p:cNvPr>
              <p:cNvSpPr/>
              <p:nvPr/>
            </p:nvSpPr>
            <p:spPr>
              <a:xfrm>
                <a:off x="63990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1" name="Freeform 48370">
                <a:extLst>
                  <a:ext uri="{FF2B5EF4-FFF2-40B4-BE49-F238E27FC236}">
                    <a16:creationId xmlns:a16="http://schemas.microsoft.com/office/drawing/2014/main" id="{60E4FCE2-1BD7-C0A5-4D71-FA046EE8FF43}"/>
                  </a:ext>
                </a:extLst>
              </p:cNvPr>
              <p:cNvSpPr/>
              <p:nvPr/>
            </p:nvSpPr>
            <p:spPr>
              <a:xfrm>
                <a:off x="63995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2" name="Freeform 48371">
                <a:extLst>
                  <a:ext uri="{FF2B5EF4-FFF2-40B4-BE49-F238E27FC236}">
                    <a16:creationId xmlns:a16="http://schemas.microsoft.com/office/drawing/2014/main" id="{2D4B7777-8164-B6B7-3CB0-A976D9ED1E15}"/>
                  </a:ext>
                </a:extLst>
              </p:cNvPr>
              <p:cNvSpPr/>
              <p:nvPr/>
            </p:nvSpPr>
            <p:spPr>
              <a:xfrm>
                <a:off x="64000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3" name="Freeform 48372">
                <a:extLst>
                  <a:ext uri="{FF2B5EF4-FFF2-40B4-BE49-F238E27FC236}">
                    <a16:creationId xmlns:a16="http://schemas.microsoft.com/office/drawing/2014/main" id="{5464EB92-B605-914E-831B-99E2DAA3FA2C}"/>
                  </a:ext>
                </a:extLst>
              </p:cNvPr>
              <p:cNvSpPr/>
              <p:nvPr/>
            </p:nvSpPr>
            <p:spPr>
              <a:xfrm>
                <a:off x="64006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4" name="Freeform 48373">
                <a:extLst>
                  <a:ext uri="{FF2B5EF4-FFF2-40B4-BE49-F238E27FC236}">
                    <a16:creationId xmlns:a16="http://schemas.microsoft.com/office/drawing/2014/main" id="{9A7FC526-EF56-4E04-FA0F-17C9F288F0DD}"/>
                  </a:ext>
                </a:extLst>
              </p:cNvPr>
              <p:cNvSpPr/>
              <p:nvPr/>
            </p:nvSpPr>
            <p:spPr>
              <a:xfrm>
                <a:off x="640114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5" name="Freeform 48374">
                <a:extLst>
                  <a:ext uri="{FF2B5EF4-FFF2-40B4-BE49-F238E27FC236}">
                    <a16:creationId xmlns:a16="http://schemas.microsoft.com/office/drawing/2014/main" id="{A861D25A-891E-EF3F-3753-4480C6AE05B6}"/>
                  </a:ext>
                </a:extLst>
              </p:cNvPr>
              <p:cNvSpPr/>
              <p:nvPr/>
            </p:nvSpPr>
            <p:spPr>
              <a:xfrm>
                <a:off x="6401645" y="604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6" name="Freeform 48375">
                <a:extLst>
                  <a:ext uri="{FF2B5EF4-FFF2-40B4-BE49-F238E27FC236}">
                    <a16:creationId xmlns:a16="http://schemas.microsoft.com/office/drawing/2014/main" id="{34C15B93-38C1-BE7B-B7D0-20AA131779CA}"/>
                  </a:ext>
                </a:extLst>
              </p:cNvPr>
              <p:cNvSpPr/>
              <p:nvPr/>
            </p:nvSpPr>
            <p:spPr>
              <a:xfrm>
                <a:off x="6402141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7" name="Freeform 48376">
                <a:extLst>
                  <a:ext uri="{FF2B5EF4-FFF2-40B4-BE49-F238E27FC236}">
                    <a16:creationId xmlns:a16="http://schemas.microsoft.com/office/drawing/2014/main" id="{2F1CBC22-9E11-D91C-EE58-4EDB5204F036}"/>
                  </a:ext>
                </a:extLst>
              </p:cNvPr>
              <p:cNvSpPr/>
              <p:nvPr/>
            </p:nvSpPr>
            <p:spPr>
              <a:xfrm>
                <a:off x="6402737" y="5765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8" name="Freeform 48377">
                <a:extLst>
                  <a:ext uri="{FF2B5EF4-FFF2-40B4-BE49-F238E27FC236}">
                    <a16:creationId xmlns:a16="http://schemas.microsoft.com/office/drawing/2014/main" id="{DD26CC63-AEA9-D775-5184-50D1007FF0F9}"/>
                  </a:ext>
                </a:extLst>
              </p:cNvPr>
              <p:cNvSpPr/>
              <p:nvPr/>
            </p:nvSpPr>
            <p:spPr>
              <a:xfrm>
                <a:off x="6403233" y="5776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79" name="Freeform 48378">
                <a:extLst>
                  <a:ext uri="{FF2B5EF4-FFF2-40B4-BE49-F238E27FC236}">
                    <a16:creationId xmlns:a16="http://schemas.microsoft.com/office/drawing/2014/main" id="{31EAC4F0-ADCB-7701-8104-9F1CBFC3B681}"/>
                  </a:ext>
                </a:extLst>
              </p:cNvPr>
              <p:cNvSpPr/>
              <p:nvPr/>
            </p:nvSpPr>
            <p:spPr>
              <a:xfrm>
                <a:off x="6403729" y="5842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0" name="Freeform 48379">
                <a:extLst>
                  <a:ext uri="{FF2B5EF4-FFF2-40B4-BE49-F238E27FC236}">
                    <a16:creationId xmlns:a16="http://schemas.microsoft.com/office/drawing/2014/main" id="{04B84867-5092-ADFE-494C-BEF9E31119D2}"/>
                  </a:ext>
                </a:extLst>
              </p:cNvPr>
              <p:cNvSpPr/>
              <p:nvPr/>
            </p:nvSpPr>
            <p:spPr>
              <a:xfrm>
                <a:off x="6404324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1" name="Freeform 48380">
                <a:extLst>
                  <a:ext uri="{FF2B5EF4-FFF2-40B4-BE49-F238E27FC236}">
                    <a16:creationId xmlns:a16="http://schemas.microsoft.com/office/drawing/2014/main" id="{B31843EE-8066-F6CD-44BF-B0D9F3ACDBAF}"/>
                  </a:ext>
                </a:extLst>
              </p:cNvPr>
              <p:cNvSpPr/>
              <p:nvPr/>
            </p:nvSpPr>
            <p:spPr>
              <a:xfrm>
                <a:off x="6404820" y="5930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2" name="Freeform 48381">
                <a:extLst>
                  <a:ext uri="{FF2B5EF4-FFF2-40B4-BE49-F238E27FC236}">
                    <a16:creationId xmlns:a16="http://schemas.microsoft.com/office/drawing/2014/main" id="{440F0712-76DE-F342-8CF6-A13C602FB6C3}"/>
                  </a:ext>
                </a:extLst>
              </p:cNvPr>
              <p:cNvSpPr/>
              <p:nvPr/>
            </p:nvSpPr>
            <p:spPr>
              <a:xfrm>
                <a:off x="6405316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3" name="Freeform 48382">
                <a:extLst>
                  <a:ext uri="{FF2B5EF4-FFF2-40B4-BE49-F238E27FC236}">
                    <a16:creationId xmlns:a16="http://schemas.microsoft.com/office/drawing/2014/main" id="{3E41D79D-3AB2-CBD7-4C91-463942DD0459}"/>
                  </a:ext>
                </a:extLst>
              </p:cNvPr>
              <p:cNvSpPr/>
              <p:nvPr/>
            </p:nvSpPr>
            <p:spPr>
              <a:xfrm>
                <a:off x="6405912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4" name="Freeform 48383">
                <a:extLst>
                  <a:ext uri="{FF2B5EF4-FFF2-40B4-BE49-F238E27FC236}">
                    <a16:creationId xmlns:a16="http://schemas.microsoft.com/office/drawing/2014/main" id="{719EFE79-9712-5196-56EA-82E02295E6F0}"/>
                  </a:ext>
                </a:extLst>
              </p:cNvPr>
              <p:cNvSpPr/>
              <p:nvPr/>
            </p:nvSpPr>
            <p:spPr>
              <a:xfrm>
                <a:off x="6406408" y="599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5" name="Freeform 48384">
                <a:extLst>
                  <a:ext uri="{FF2B5EF4-FFF2-40B4-BE49-F238E27FC236}">
                    <a16:creationId xmlns:a16="http://schemas.microsoft.com/office/drawing/2014/main" id="{F306E3A8-62FE-D742-C40A-CB073D15D6F9}"/>
                  </a:ext>
                </a:extLst>
              </p:cNvPr>
              <p:cNvSpPr/>
              <p:nvPr/>
            </p:nvSpPr>
            <p:spPr>
              <a:xfrm>
                <a:off x="6406904" y="599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6" name="Freeform 48385">
                <a:extLst>
                  <a:ext uri="{FF2B5EF4-FFF2-40B4-BE49-F238E27FC236}">
                    <a16:creationId xmlns:a16="http://schemas.microsoft.com/office/drawing/2014/main" id="{A822999D-DA0B-B593-634D-227673FAE06F}"/>
                  </a:ext>
                </a:extLst>
              </p:cNvPr>
              <p:cNvSpPr/>
              <p:nvPr/>
            </p:nvSpPr>
            <p:spPr>
              <a:xfrm>
                <a:off x="6407499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7" name="Freeform 48386">
                <a:extLst>
                  <a:ext uri="{FF2B5EF4-FFF2-40B4-BE49-F238E27FC236}">
                    <a16:creationId xmlns:a16="http://schemas.microsoft.com/office/drawing/2014/main" id="{AD3B7F45-18B6-399B-8C44-EB871235E8C9}"/>
                  </a:ext>
                </a:extLst>
              </p:cNvPr>
              <p:cNvSpPr/>
              <p:nvPr/>
            </p:nvSpPr>
            <p:spPr>
              <a:xfrm>
                <a:off x="64079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8" name="Freeform 48387">
                <a:extLst>
                  <a:ext uri="{FF2B5EF4-FFF2-40B4-BE49-F238E27FC236}">
                    <a16:creationId xmlns:a16="http://schemas.microsoft.com/office/drawing/2014/main" id="{ED28F2D0-38A2-76BD-2E0B-F6E88FED63D4}"/>
                  </a:ext>
                </a:extLst>
              </p:cNvPr>
              <p:cNvSpPr/>
              <p:nvPr/>
            </p:nvSpPr>
            <p:spPr>
              <a:xfrm>
                <a:off x="64084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89" name="Freeform 48388">
                <a:extLst>
                  <a:ext uri="{FF2B5EF4-FFF2-40B4-BE49-F238E27FC236}">
                    <a16:creationId xmlns:a16="http://schemas.microsoft.com/office/drawing/2014/main" id="{75BAE298-E21C-F321-3D69-39B17E40E522}"/>
                  </a:ext>
                </a:extLst>
              </p:cNvPr>
              <p:cNvSpPr/>
              <p:nvPr/>
            </p:nvSpPr>
            <p:spPr>
              <a:xfrm>
                <a:off x="640908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0" name="Freeform 48389">
                <a:extLst>
                  <a:ext uri="{FF2B5EF4-FFF2-40B4-BE49-F238E27FC236}">
                    <a16:creationId xmlns:a16="http://schemas.microsoft.com/office/drawing/2014/main" id="{613B78EE-E482-82F5-9FD1-371D395EB7FF}"/>
                  </a:ext>
                </a:extLst>
              </p:cNvPr>
              <p:cNvSpPr/>
              <p:nvPr/>
            </p:nvSpPr>
            <p:spPr>
              <a:xfrm>
                <a:off x="64095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1" name="Freeform 48390">
                <a:extLst>
                  <a:ext uri="{FF2B5EF4-FFF2-40B4-BE49-F238E27FC236}">
                    <a16:creationId xmlns:a16="http://schemas.microsoft.com/office/drawing/2014/main" id="{36176163-7BB6-C41C-CB40-2146A96FC9AB}"/>
                  </a:ext>
                </a:extLst>
              </p:cNvPr>
              <p:cNvSpPr/>
              <p:nvPr/>
            </p:nvSpPr>
            <p:spPr>
              <a:xfrm>
                <a:off x="64100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2" name="Freeform 48391">
                <a:extLst>
                  <a:ext uri="{FF2B5EF4-FFF2-40B4-BE49-F238E27FC236}">
                    <a16:creationId xmlns:a16="http://schemas.microsoft.com/office/drawing/2014/main" id="{E67B13A3-648A-B9F5-7FCE-88AB0C8918B1}"/>
                  </a:ext>
                </a:extLst>
              </p:cNvPr>
              <p:cNvSpPr/>
              <p:nvPr/>
            </p:nvSpPr>
            <p:spPr>
              <a:xfrm>
                <a:off x="64106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3" name="Freeform 48392">
                <a:extLst>
                  <a:ext uri="{FF2B5EF4-FFF2-40B4-BE49-F238E27FC236}">
                    <a16:creationId xmlns:a16="http://schemas.microsoft.com/office/drawing/2014/main" id="{76E1930E-0D79-3067-C9DB-6370EF6922E0}"/>
                  </a:ext>
                </a:extLst>
              </p:cNvPr>
              <p:cNvSpPr/>
              <p:nvPr/>
            </p:nvSpPr>
            <p:spPr>
              <a:xfrm>
                <a:off x="64111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4" name="Freeform 48393">
                <a:extLst>
                  <a:ext uri="{FF2B5EF4-FFF2-40B4-BE49-F238E27FC236}">
                    <a16:creationId xmlns:a16="http://schemas.microsoft.com/office/drawing/2014/main" id="{BA3C9A33-218E-E184-3915-80D498304892}"/>
                  </a:ext>
                </a:extLst>
              </p:cNvPr>
              <p:cNvSpPr/>
              <p:nvPr/>
            </p:nvSpPr>
            <p:spPr>
              <a:xfrm>
                <a:off x="64116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5" name="Freeform 48394">
                <a:extLst>
                  <a:ext uri="{FF2B5EF4-FFF2-40B4-BE49-F238E27FC236}">
                    <a16:creationId xmlns:a16="http://schemas.microsoft.com/office/drawing/2014/main" id="{7CBA762D-80A6-C2BE-3004-A964F65A866D}"/>
                  </a:ext>
                </a:extLst>
              </p:cNvPr>
              <p:cNvSpPr/>
              <p:nvPr/>
            </p:nvSpPr>
            <p:spPr>
              <a:xfrm>
                <a:off x="64122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6" name="Freeform 48395">
                <a:extLst>
                  <a:ext uri="{FF2B5EF4-FFF2-40B4-BE49-F238E27FC236}">
                    <a16:creationId xmlns:a16="http://schemas.microsoft.com/office/drawing/2014/main" id="{599119E3-5899-3F4D-F771-95DAD4A12FA6}"/>
                  </a:ext>
                </a:extLst>
              </p:cNvPr>
              <p:cNvSpPr/>
              <p:nvPr/>
            </p:nvSpPr>
            <p:spPr>
              <a:xfrm>
                <a:off x="64127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7" name="Freeform 48396">
                <a:extLst>
                  <a:ext uri="{FF2B5EF4-FFF2-40B4-BE49-F238E27FC236}">
                    <a16:creationId xmlns:a16="http://schemas.microsoft.com/office/drawing/2014/main" id="{95766023-3FAB-E1C7-20BA-0BD1C132F7CB}"/>
                  </a:ext>
                </a:extLst>
              </p:cNvPr>
              <p:cNvSpPr/>
              <p:nvPr/>
            </p:nvSpPr>
            <p:spPr>
              <a:xfrm>
                <a:off x="64132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8" name="Freeform 48397">
                <a:extLst>
                  <a:ext uri="{FF2B5EF4-FFF2-40B4-BE49-F238E27FC236}">
                    <a16:creationId xmlns:a16="http://schemas.microsoft.com/office/drawing/2014/main" id="{FBBA3C64-D336-FDC3-B848-19B22B19C4E3}"/>
                  </a:ext>
                </a:extLst>
              </p:cNvPr>
              <p:cNvSpPr/>
              <p:nvPr/>
            </p:nvSpPr>
            <p:spPr>
              <a:xfrm>
                <a:off x="641384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99" name="Freeform 48398">
                <a:extLst>
                  <a:ext uri="{FF2B5EF4-FFF2-40B4-BE49-F238E27FC236}">
                    <a16:creationId xmlns:a16="http://schemas.microsoft.com/office/drawing/2014/main" id="{B6137CEE-0AF6-A83D-B422-4FB5DE1977DA}"/>
                  </a:ext>
                </a:extLst>
              </p:cNvPr>
              <p:cNvSpPr/>
              <p:nvPr/>
            </p:nvSpPr>
            <p:spPr>
              <a:xfrm>
                <a:off x="6414345" y="6015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0" name="Freeform 48399">
                <a:extLst>
                  <a:ext uri="{FF2B5EF4-FFF2-40B4-BE49-F238E27FC236}">
                    <a16:creationId xmlns:a16="http://schemas.microsoft.com/office/drawing/2014/main" id="{58C885AD-377D-480B-3ABD-21A87F958AE5}"/>
                  </a:ext>
                </a:extLst>
              </p:cNvPr>
              <p:cNvSpPr/>
              <p:nvPr/>
            </p:nvSpPr>
            <p:spPr>
              <a:xfrm>
                <a:off x="6414841" y="5772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1" name="Freeform 48400">
                <a:extLst>
                  <a:ext uri="{FF2B5EF4-FFF2-40B4-BE49-F238E27FC236}">
                    <a16:creationId xmlns:a16="http://schemas.microsoft.com/office/drawing/2014/main" id="{7DEFE534-D6B7-C7A2-B28A-0738B2FED6D7}"/>
                  </a:ext>
                </a:extLst>
              </p:cNvPr>
              <p:cNvSpPr/>
              <p:nvPr/>
            </p:nvSpPr>
            <p:spPr>
              <a:xfrm>
                <a:off x="6415338" y="5747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2" name="Freeform 48401">
                <a:extLst>
                  <a:ext uri="{FF2B5EF4-FFF2-40B4-BE49-F238E27FC236}">
                    <a16:creationId xmlns:a16="http://schemas.microsoft.com/office/drawing/2014/main" id="{3A7D0D48-9E8A-26FF-8646-D5D072B73C05}"/>
                  </a:ext>
                </a:extLst>
              </p:cNvPr>
              <p:cNvSpPr/>
              <p:nvPr/>
            </p:nvSpPr>
            <p:spPr>
              <a:xfrm>
                <a:off x="6415933" y="5763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3" name="Freeform 48402">
                <a:extLst>
                  <a:ext uri="{FF2B5EF4-FFF2-40B4-BE49-F238E27FC236}">
                    <a16:creationId xmlns:a16="http://schemas.microsoft.com/office/drawing/2014/main" id="{FB56ED8C-166F-FB80-F131-DE9CE0E87E5D}"/>
                  </a:ext>
                </a:extLst>
              </p:cNvPr>
              <p:cNvSpPr/>
              <p:nvPr/>
            </p:nvSpPr>
            <p:spPr>
              <a:xfrm>
                <a:off x="6416429" y="5829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4" name="Freeform 48403">
                <a:extLst>
                  <a:ext uri="{FF2B5EF4-FFF2-40B4-BE49-F238E27FC236}">
                    <a16:creationId xmlns:a16="http://schemas.microsoft.com/office/drawing/2014/main" id="{4FCF4D71-7146-EAED-946B-699B42166780}"/>
                  </a:ext>
                </a:extLst>
              </p:cNvPr>
              <p:cNvSpPr/>
              <p:nvPr/>
            </p:nvSpPr>
            <p:spPr>
              <a:xfrm>
                <a:off x="6416925" y="5847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5" name="Freeform 48404">
                <a:extLst>
                  <a:ext uri="{FF2B5EF4-FFF2-40B4-BE49-F238E27FC236}">
                    <a16:creationId xmlns:a16="http://schemas.microsoft.com/office/drawing/2014/main" id="{8953ABF7-3F5B-3E11-60BB-FD893C55A464}"/>
                  </a:ext>
                </a:extLst>
              </p:cNvPr>
              <p:cNvSpPr/>
              <p:nvPr/>
            </p:nvSpPr>
            <p:spPr>
              <a:xfrm>
                <a:off x="6417520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6" name="Freeform 48405">
                <a:extLst>
                  <a:ext uri="{FF2B5EF4-FFF2-40B4-BE49-F238E27FC236}">
                    <a16:creationId xmlns:a16="http://schemas.microsoft.com/office/drawing/2014/main" id="{C8708980-7F37-A98E-5E59-28DFEE2B8489}"/>
                  </a:ext>
                </a:extLst>
              </p:cNvPr>
              <p:cNvSpPr/>
              <p:nvPr/>
            </p:nvSpPr>
            <p:spPr>
              <a:xfrm>
                <a:off x="6418016" y="5954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7" name="Freeform 48406">
                <a:extLst>
                  <a:ext uri="{FF2B5EF4-FFF2-40B4-BE49-F238E27FC236}">
                    <a16:creationId xmlns:a16="http://schemas.microsoft.com/office/drawing/2014/main" id="{80353C82-A0D3-C3F2-F0CA-B88DEF74093B}"/>
                  </a:ext>
                </a:extLst>
              </p:cNvPr>
              <p:cNvSpPr/>
              <p:nvPr/>
            </p:nvSpPr>
            <p:spPr>
              <a:xfrm>
                <a:off x="6418513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8" name="Freeform 48407">
                <a:extLst>
                  <a:ext uri="{FF2B5EF4-FFF2-40B4-BE49-F238E27FC236}">
                    <a16:creationId xmlns:a16="http://schemas.microsoft.com/office/drawing/2014/main" id="{01429463-3AB6-AC63-22EF-A4E8A9CCC790}"/>
                  </a:ext>
                </a:extLst>
              </p:cNvPr>
              <p:cNvSpPr/>
              <p:nvPr/>
            </p:nvSpPr>
            <p:spPr>
              <a:xfrm>
                <a:off x="6419108" y="5971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09" name="Freeform 48408">
                <a:extLst>
                  <a:ext uri="{FF2B5EF4-FFF2-40B4-BE49-F238E27FC236}">
                    <a16:creationId xmlns:a16="http://schemas.microsoft.com/office/drawing/2014/main" id="{0D78E8E9-29A7-DD36-ACB5-ED7EA653D7C1}"/>
                  </a:ext>
                </a:extLst>
              </p:cNvPr>
              <p:cNvSpPr/>
              <p:nvPr/>
            </p:nvSpPr>
            <p:spPr>
              <a:xfrm>
                <a:off x="6419604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0" name="Freeform 48409">
                <a:extLst>
                  <a:ext uri="{FF2B5EF4-FFF2-40B4-BE49-F238E27FC236}">
                    <a16:creationId xmlns:a16="http://schemas.microsoft.com/office/drawing/2014/main" id="{79694F70-2D5D-17E0-2C89-ACB5DDE7FAD8}"/>
                  </a:ext>
                </a:extLst>
              </p:cNvPr>
              <p:cNvSpPr/>
              <p:nvPr/>
            </p:nvSpPr>
            <p:spPr>
              <a:xfrm>
                <a:off x="6420100" y="5944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1" name="Freeform 48410">
                <a:extLst>
                  <a:ext uri="{FF2B5EF4-FFF2-40B4-BE49-F238E27FC236}">
                    <a16:creationId xmlns:a16="http://schemas.microsoft.com/office/drawing/2014/main" id="{F0EA2CC6-1BB4-22E5-399E-1E04C9AA3789}"/>
                  </a:ext>
                </a:extLst>
              </p:cNvPr>
              <p:cNvSpPr/>
              <p:nvPr/>
            </p:nvSpPr>
            <p:spPr>
              <a:xfrm>
                <a:off x="6420695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2" name="Freeform 48411">
                <a:extLst>
                  <a:ext uri="{FF2B5EF4-FFF2-40B4-BE49-F238E27FC236}">
                    <a16:creationId xmlns:a16="http://schemas.microsoft.com/office/drawing/2014/main" id="{55544E36-7BB7-9233-B49F-8700C8357CA5}"/>
                  </a:ext>
                </a:extLst>
              </p:cNvPr>
              <p:cNvSpPr/>
              <p:nvPr/>
            </p:nvSpPr>
            <p:spPr>
              <a:xfrm>
                <a:off x="6421191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3" name="Freeform 48412">
                <a:extLst>
                  <a:ext uri="{FF2B5EF4-FFF2-40B4-BE49-F238E27FC236}">
                    <a16:creationId xmlns:a16="http://schemas.microsoft.com/office/drawing/2014/main" id="{829E64BB-67E0-4208-385B-DDDFE0D0E438}"/>
                  </a:ext>
                </a:extLst>
              </p:cNvPr>
              <p:cNvSpPr/>
              <p:nvPr/>
            </p:nvSpPr>
            <p:spPr>
              <a:xfrm>
                <a:off x="6421688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4" name="Freeform 48413">
                <a:extLst>
                  <a:ext uri="{FF2B5EF4-FFF2-40B4-BE49-F238E27FC236}">
                    <a16:creationId xmlns:a16="http://schemas.microsoft.com/office/drawing/2014/main" id="{EBA67DE3-B8AC-7B75-F1AE-5D1900E74880}"/>
                  </a:ext>
                </a:extLst>
              </p:cNvPr>
              <p:cNvSpPr/>
              <p:nvPr/>
            </p:nvSpPr>
            <p:spPr>
              <a:xfrm>
                <a:off x="64222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5" name="Freeform 48414">
                <a:extLst>
                  <a:ext uri="{FF2B5EF4-FFF2-40B4-BE49-F238E27FC236}">
                    <a16:creationId xmlns:a16="http://schemas.microsoft.com/office/drawing/2014/main" id="{88C4F925-AC0A-04EE-9ADE-7F7CE379A95B}"/>
                  </a:ext>
                </a:extLst>
              </p:cNvPr>
              <p:cNvSpPr/>
              <p:nvPr/>
            </p:nvSpPr>
            <p:spPr>
              <a:xfrm>
                <a:off x="642277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6" name="Freeform 48415">
                <a:extLst>
                  <a:ext uri="{FF2B5EF4-FFF2-40B4-BE49-F238E27FC236}">
                    <a16:creationId xmlns:a16="http://schemas.microsoft.com/office/drawing/2014/main" id="{030AEDEA-290C-E695-B7E8-4D3BE4FE4D0A}"/>
                  </a:ext>
                </a:extLst>
              </p:cNvPr>
              <p:cNvSpPr/>
              <p:nvPr/>
            </p:nvSpPr>
            <p:spPr>
              <a:xfrm>
                <a:off x="64232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7" name="Freeform 48416">
                <a:extLst>
                  <a:ext uri="{FF2B5EF4-FFF2-40B4-BE49-F238E27FC236}">
                    <a16:creationId xmlns:a16="http://schemas.microsoft.com/office/drawing/2014/main" id="{EEAEDE31-B9A1-E4EC-7B0B-8D04607C2982}"/>
                  </a:ext>
                </a:extLst>
              </p:cNvPr>
              <p:cNvSpPr/>
              <p:nvPr/>
            </p:nvSpPr>
            <p:spPr>
              <a:xfrm>
                <a:off x="64238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8" name="Freeform 48417">
                <a:extLst>
                  <a:ext uri="{FF2B5EF4-FFF2-40B4-BE49-F238E27FC236}">
                    <a16:creationId xmlns:a16="http://schemas.microsoft.com/office/drawing/2014/main" id="{D9651ABC-14FC-865B-6D42-02EBDC196F94}"/>
                  </a:ext>
                </a:extLst>
              </p:cNvPr>
              <p:cNvSpPr/>
              <p:nvPr/>
            </p:nvSpPr>
            <p:spPr>
              <a:xfrm>
                <a:off x="64243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19" name="Freeform 48418">
                <a:extLst>
                  <a:ext uri="{FF2B5EF4-FFF2-40B4-BE49-F238E27FC236}">
                    <a16:creationId xmlns:a16="http://schemas.microsoft.com/office/drawing/2014/main" id="{8BBFEB3F-842F-4FD6-4D06-D51CBFE21BC9}"/>
                  </a:ext>
                </a:extLst>
              </p:cNvPr>
              <p:cNvSpPr/>
              <p:nvPr/>
            </p:nvSpPr>
            <p:spPr>
              <a:xfrm>
                <a:off x="64248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0" name="Freeform 48419">
                <a:extLst>
                  <a:ext uri="{FF2B5EF4-FFF2-40B4-BE49-F238E27FC236}">
                    <a16:creationId xmlns:a16="http://schemas.microsoft.com/office/drawing/2014/main" id="{F3E10B96-32BD-4E9E-98EE-42E938285655}"/>
                  </a:ext>
                </a:extLst>
              </p:cNvPr>
              <p:cNvSpPr/>
              <p:nvPr/>
            </p:nvSpPr>
            <p:spPr>
              <a:xfrm>
                <a:off x="64254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1" name="Freeform 48420">
                <a:extLst>
                  <a:ext uri="{FF2B5EF4-FFF2-40B4-BE49-F238E27FC236}">
                    <a16:creationId xmlns:a16="http://schemas.microsoft.com/office/drawing/2014/main" id="{7F7F7D77-0998-5D44-DFC0-8D5338E951C4}"/>
                  </a:ext>
                </a:extLst>
              </p:cNvPr>
              <p:cNvSpPr/>
              <p:nvPr/>
            </p:nvSpPr>
            <p:spPr>
              <a:xfrm>
                <a:off x="64259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2" name="Freeform 48421">
                <a:extLst>
                  <a:ext uri="{FF2B5EF4-FFF2-40B4-BE49-F238E27FC236}">
                    <a16:creationId xmlns:a16="http://schemas.microsoft.com/office/drawing/2014/main" id="{E23CDDDB-6811-6B4E-97B8-A53D19111D21}"/>
                  </a:ext>
                </a:extLst>
              </p:cNvPr>
              <p:cNvSpPr/>
              <p:nvPr/>
            </p:nvSpPr>
            <p:spPr>
              <a:xfrm>
                <a:off x="64264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3" name="Freeform 48422">
                <a:extLst>
                  <a:ext uri="{FF2B5EF4-FFF2-40B4-BE49-F238E27FC236}">
                    <a16:creationId xmlns:a16="http://schemas.microsoft.com/office/drawing/2014/main" id="{85C99E94-343B-C140-C736-72573767759D}"/>
                  </a:ext>
                </a:extLst>
              </p:cNvPr>
              <p:cNvSpPr/>
              <p:nvPr/>
            </p:nvSpPr>
            <p:spPr>
              <a:xfrm>
                <a:off x="6426946" y="6001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4" name="Freeform 48423">
                <a:extLst>
                  <a:ext uri="{FF2B5EF4-FFF2-40B4-BE49-F238E27FC236}">
                    <a16:creationId xmlns:a16="http://schemas.microsoft.com/office/drawing/2014/main" id="{BA994933-A46C-9AD6-9971-38F5EC3F8C4F}"/>
                  </a:ext>
                </a:extLst>
              </p:cNvPr>
              <p:cNvSpPr/>
              <p:nvPr/>
            </p:nvSpPr>
            <p:spPr>
              <a:xfrm>
                <a:off x="6427541" y="5786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5" name="Freeform 48424">
                <a:extLst>
                  <a:ext uri="{FF2B5EF4-FFF2-40B4-BE49-F238E27FC236}">
                    <a16:creationId xmlns:a16="http://schemas.microsoft.com/office/drawing/2014/main" id="{9D515A2C-5C2A-4EBB-9942-15EC7B70AF35}"/>
                  </a:ext>
                </a:extLst>
              </p:cNvPr>
              <p:cNvSpPr/>
              <p:nvPr/>
            </p:nvSpPr>
            <p:spPr>
              <a:xfrm>
                <a:off x="6428038" y="5747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6" name="Freeform 48425">
                <a:extLst>
                  <a:ext uri="{FF2B5EF4-FFF2-40B4-BE49-F238E27FC236}">
                    <a16:creationId xmlns:a16="http://schemas.microsoft.com/office/drawing/2014/main" id="{DCA50786-D893-B514-71FB-552B1FF191CC}"/>
                  </a:ext>
                </a:extLst>
              </p:cNvPr>
              <p:cNvSpPr/>
              <p:nvPr/>
            </p:nvSpPr>
            <p:spPr>
              <a:xfrm>
                <a:off x="6428534" y="5756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7" name="Freeform 48426">
                <a:extLst>
                  <a:ext uri="{FF2B5EF4-FFF2-40B4-BE49-F238E27FC236}">
                    <a16:creationId xmlns:a16="http://schemas.microsoft.com/office/drawing/2014/main" id="{AF36AE65-9A94-CECC-5BB4-675A16501441}"/>
                  </a:ext>
                </a:extLst>
              </p:cNvPr>
              <p:cNvSpPr/>
              <p:nvPr/>
            </p:nvSpPr>
            <p:spPr>
              <a:xfrm>
                <a:off x="6429129" y="5783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8" name="Freeform 48427">
                <a:extLst>
                  <a:ext uri="{FF2B5EF4-FFF2-40B4-BE49-F238E27FC236}">
                    <a16:creationId xmlns:a16="http://schemas.microsoft.com/office/drawing/2014/main" id="{B2712BDC-AFE9-75F5-87BE-492D68EA93A8}"/>
                  </a:ext>
                </a:extLst>
              </p:cNvPr>
              <p:cNvSpPr/>
              <p:nvPr/>
            </p:nvSpPr>
            <p:spPr>
              <a:xfrm>
                <a:off x="6429625" y="582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29" name="Freeform 48428">
                <a:extLst>
                  <a:ext uri="{FF2B5EF4-FFF2-40B4-BE49-F238E27FC236}">
                    <a16:creationId xmlns:a16="http://schemas.microsoft.com/office/drawing/2014/main" id="{AE1F0DBB-3E93-D8DC-9FDF-EA980966E12A}"/>
                  </a:ext>
                </a:extLst>
              </p:cNvPr>
              <p:cNvSpPr/>
              <p:nvPr/>
            </p:nvSpPr>
            <p:spPr>
              <a:xfrm>
                <a:off x="6430121" y="5892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0" name="Freeform 48429">
                <a:extLst>
                  <a:ext uri="{FF2B5EF4-FFF2-40B4-BE49-F238E27FC236}">
                    <a16:creationId xmlns:a16="http://schemas.microsoft.com/office/drawing/2014/main" id="{E9D8B357-E7B6-294D-F8E3-FDFE55B4E447}"/>
                  </a:ext>
                </a:extLst>
              </p:cNvPr>
              <p:cNvSpPr/>
              <p:nvPr/>
            </p:nvSpPr>
            <p:spPr>
              <a:xfrm>
                <a:off x="6430716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1" name="Freeform 48430">
                <a:extLst>
                  <a:ext uri="{FF2B5EF4-FFF2-40B4-BE49-F238E27FC236}">
                    <a16:creationId xmlns:a16="http://schemas.microsoft.com/office/drawing/2014/main" id="{1B59611B-68CB-0274-4BB7-57E76D2D6532}"/>
                  </a:ext>
                </a:extLst>
              </p:cNvPr>
              <p:cNvSpPr/>
              <p:nvPr/>
            </p:nvSpPr>
            <p:spPr>
              <a:xfrm>
                <a:off x="6431213" y="5965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2" name="Freeform 48431">
                <a:extLst>
                  <a:ext uri="{FF2B5EF4-FFF2-40B4-BE49-F238E27FC236}">
                    <a16:creationId xmlns:a16="http://schemas.microsoft.com/office/drawing/2014/main" id="{A18E3A79-7518-EB30-2CA3-E8B4DE4884A0}"/>
                  </a:ext>
                </a:extLst>
              </p:cNvPr>
              <p:cNvSpPr/>
              <p:nvPr/>
            </p:nvSpPr>
            <p:spPr>
              <a:xfrm>
                <a:off x="6431709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3" name="Freeform 48432">
                <a:extLst>
                  <a:ext uri="{FF2B5EF4-FFF2-40B4-BE49-F238E27FC236}">
                    <a16:creationId xmlns:a16="http://schemas.microsoft.com/office/drawing/2014/main" id="{3C530451-3A54-D4B0-2393-4EC584280DF5}"/>
                  </a:ext>
                </a:extLst>
              </p:cNvPr>
              <p:cNvSpPr/>
              <p:nvPr/>
            </p:nvSpPr>
            <p:spPr>
              <a:xfrm>
                <a:off x="6432304" y="5951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4" name="Freeform 48433">
                <a:extLst>
                  <a:ext uri="{FF2B5EF4-FFF2-40B4-BE49-F238E27FC236}">
                    <a16:creationId xmlns:a16="http://schemas.microsoft.com/office/drawing/2014/main" id="{9BDE9E57-4AD0-AF93-539A-ACB98D021F72}"/>
                  </a:ext>
                </a:extLst>
              </p:cNvPr>
              <p:cNvSpPr/>
              <p:nvPr/>
            </p:nvSpPr>
            <p:spPr>
              <a:xfrm>
                <a:off x="6432800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5" name="Freeform 48434">
                <a:extLst>
                  <a:ext uri="{FF2B5EF4-FFF2-40B4-BE49-F238E27FC236}">
                    <a16:creationId xmlns:a16="http://schemas.microsoft.com/office/drawing/2014/main" id="{7E60E663-7C1B-1175-783E-4CF73E266BDB}"/>
                  </a:ext>
                </a:extLst>
              </p:cNvPr>
              <p:cNvSpPr/>
              <p:nvPr/>
            </p:nvSpPr>
            <p:spPr>
              <a:xfrm>
                <a:off x="64332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6" name="Freeform 48435">
                <a:extLst>
                  <a:ext uri="{FF2B5EF4-FFF2-40B4-BE49-F238E27FC236}">
                    <a16:creationId xmlns:a16="http://schemas.microsoft.com/office/drawing/2014/main" id="{EAD47472-8984-112C-427A-2A0E826D6397}"/>
                  </a:ext>
                </a:extLst>
              </p:cNvPr>
              <p:cNvSpPr/>
              <p:nvPr/>
            </p:nvSpPr>
            <p:spPr>
              <a:xfrm>
                <a:off x="64338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7" name="Freeform 48436">
                <a:extLst>
                  <a:ext uri="{FF2B5EF4-FFF2-40B4-BE49-F238E27FC236}">
                    <a16:creationId xmlns:a16="http://schemas.microsoft.com/office/drawing/2014/main" id="{C9182746-52D7-FC83-2835-BC0AA6A970FD}"/>
                  </a:ext>
                </a:extLst>
              </p:cNvPr>
              <p:cNvSpPr/>
              <p:nvPr/>
            </p:nvSpPr>
            <p:spPr>
              <a:xfrm>
                <a:off x="64343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8" name="Freeform 48437">
                <a:extLst>
                  <a:ext uri="{FF2B5EF4-FFF2-40B4-BE49-F238E27FC236}">
                    <a16:creationId xmlns:a16="http://schemas.microsoft.com/office/drawing/2014/main" id="{26C69C3A-9FB7-70CF-4293-3A6674DE5FA2}"/>
                  </a:ext>
                </a:extLst>
              </p:cNvPr>
              <p:cNvSpPr/>
              <p:nvPr/>
            </p:nvSpPr>
            <p:spPr>
              <a:xfrm>
                <a:off x="64348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39" name="Freeform 48438">
                <a:extLst>
                  <a:ext uri="{FF2B5EF4-FFF2-40B4-BE49-F238E27FC236}">
                    <a16:creationId xmlns:a16="http://schemas.microsoft.com/office/drawing/2014/main" id="{0FA95998-AC63-4906-F78E-1231E94E7C32}"/>
                  </a:ext>
                </a:extLst>
              </p:cNvPr>
              <p:cNvSpPr/>
              <p:nvPr/>
            </p:nvSpPr>
            <p:spPr>
              <a:xfrm>
                <a:off x="64354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0" name="Freeform 48439">
                <a:extLst>
                  <a:ext uri="{FF2B5EF4-FFF2-40B4-BE49-F238E27FC236}">
                    <a16:creationId xmlns:a16="http://schemas.microsoft.com/office/drawing/2014/main" id="{F8EDED76-F9A4-7DCA-8B7C-D54EC97C0738}"/>
                  </a:ext>
                </a:extLst>
              </p:cNvPr>
              <p:cNvSpPr/>
              <p:nvPr/>
            </p:nvSpPr>
            <p:spPr>
              <a:xfrm>
                <a:off x="643597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1" name="Freeform 48440">
                <a:extLst>
                  <a:ext uri="{FF2B5EF4-FFF2-40B4-BE49-F238E27FC236}">
                    <a16:creationId xmlns:a16="http://schemas.microsoft.com/office/drawing/2014/main" id="{CF194229-7432-C6E8-7C09-28DA5F3BF3C4}"/>
                  </a:ext>
                </a:extLst>
              </p:cNvPr>
              <p:cNvSpPr/>
              <p:nvPr/>
            </p:nvSpPr>
            <p:spPr>
              <a:xfrm>
                <a:off x="64364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2" name="Freeform 48441">
                <a:extLst>
                  <a:ext uri="{FF2B5EF4-FFF2-40B4-BE49-F238E27FC236}">
                    <a16:creationId xmlns:a16="http://schemas.microsoft.com/office/drawing/2014/main" id="{F7DE5CB3-4DA7-CB62-3751-7A6CF70454E9}"/>
                  </a:ext>
                </a:extLst>
              </p:cNvPr>
              <p:cNvSpPr/>
              <p:nvPr/>
            </p:nvSpPr>
            <p:spPr>
              <a:xfrm>
                <a:off x="64370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3" name="Freeform 48442">
                <a:extLst>
                  <a:ext uri="{FF2B5EF4-FFF2-40B4-BE49-F238E27FC236}">
                    <a16:creationId xmlns:a16="http://schemas.microsoft.com/office/drawing/2014/main" id="{A6B5F8BB-17FB-5FC7-0D49-0FDA1879EF90}"/>
                  </a:ext>
                </a:extLst>
              </p:cNvPr>
              <p:cNvSpPr/>
              <p:nvPr/>
            </p:nvSpPr>
            <p:spPr>
              <a:xfrm>
                <a:off x="64375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4" name="Freeform 48443">
                <a:extLst>
                  <a:ext uri="{FF2B5EF4-FFF2-40B4-BE49-F238E27FC236}">
                    <a16:creationId xmlns:a16="http://schemas.microsoft.com/office/drawing/2014/main" id="{5C9CF771-537B-B9FD-9F22-7C13744010F2}"/>
                  </a:ext>
                </a:extLst>
              </p:cNvPr>
              <p:cNvSpPr/>
              <p:nvPr/>
            </p:nvSpPr>
            <p:spPr>
              <a:xfrm>
                <a:off x="64380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5" name="Freeform 48444">
                <a:extLst>
                  <a:ext uri="{FF2B5EF4-FFF2-40B4-BE49-F238E27FC236}">
                    <a16:creationId xmlns:a16="http://schemas.microsoft.com/office/drawing/2014/main" id="{C84F40B6-7FD3-79C9-3D34-C36F17A3C006}"/>
                  </a:ext>
                </a:extLst>
              </p:cNvPr>
              <p:cNvSpPr/>
              <p:nvPr/>
            </p:nvSpPr>
            <p:spPr>
              <a:xfrm>
                <a:off x="64385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6" name="Freeform 48445">
                <a:extLst>
                  <a:ext uri="{FF2B5EF4-FFF2-40B4-BE49-F238E27FC236}">
                    <a16:creationId xmlns:a16="http://schemas.microsoft.com/office/drawing/2014/main" id="{DBEC14BF-5945-0E91-A376-572002E0DFA5}"/>
                  </a:ext>
                </a:extLst>
              </p:cNvPr>
              <p:cNvSpPr/>
              <p:nvPr/>
            </p:nvSpPr>
            <p:spPr>
              <a:xfrm>
                <a:off x="643915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7" name="Freeform 48446">
                <a:extLst>
                  <a:ext uri="{FF2B5EF4-FFF2-40B4-BE49-F238E27FC236}">
                    <a16:creationId xmlns:a16="http://schemas.microsoft.com/office/drawing/2014/main" id="{1FE509E4-67B7-885E-7234-BB952372104A}"/>
                  </a:ext>
                </a:extLst>
              </p:cNvPr>
              <p:cNvSpPr/>
              <p:nvPr/>
            </p:nvSpPr>
            <p:spPr>
              <a:xfrm>
                <a:off x="6439646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8" name="Freeform 48447">
                <a:extLst>
                  <a:ext uri="{FF2B5EF4-FFF2-40B4-BE49-F238E27FC236}">
                    <a16:creationId xmlns:a16="http://schemas.microsoft.com/office/drawing/2014/main" id="{064C3E42-3A69-5106-EF55-E18D13B8226E}"/>
                  </a:ext>
                </a:extLst>
              </p:cNvPr>
              <p:cNvSpPr/>
              <p:nvPr/>
            </p:nvSpPr>
            <p:spPr>
              <a:xfrm>
                <a:off x="6440142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49" name="Freeform 48448">
                <a:extLst>
                  <a:ext uri="{FF2B5EF4-FFF2-40B4-BE49-F238E27FC236}">
                    <a16:creationId xmlns:a16="http://schemas.microsoft.com/office/drawing/2014/main" id="{6E0B36B9-A8C2-C5D2-F2A2-DB2A3BC5972B}"/>
                  </a:ext>
                </a:extLst>
              </p:cNvPr>
              <p:cNvSpPr/>
              <p:nvPr/>
            </p:nvSpPr>
            <p:spPr>
              <a:xfrm>
                <a:off x="6440738" y="5745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0" name="Freeform 48449">
                <a:extLst>
                  <a:ext uri="{FF2B5EF4-FFF2-40B4-BE49-F238E27FC236}">
                    <a16:creationId xmlns:a16="http://schemas.microsoft.com/office/drawing/2014/main" id="{3CB1DBE9-7C1F-0CF0-ECE2-1C2FBE7D7974}"/>
                  </a:ext>
                </a:extLst>
              </p:cNvPr>
              <p:cNvSpPr/>
              <p:nvPr/>
            </p:nvSpPr>
            <p:spPr>
              <a:xfrm>
                <a:off x="6441234" y="5757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1" name="Freeform 48450">
                <a:extLst>
                  <a:ext uri="{FF2B5EF4-FFF2-40B4-BE49-F238E27FC236}">
                    <a16:creationId xmlns:a16="http://schemas.microsoft.com/office/drawing/2014/main" id="{BB96F8E1-0D3B-00CC-3DE4-BCB8D547AB3C}"/>
                  </a:ext>
                </a:extLst>
              </p:cNvPr>
              <p:cNvSpPr/>
              <p:nvPr/>
            </p:nvSpPr>
            <p:spPr>
              <a:xfrm>
                <a:off x="6441730" y="5824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2" name="Freeform 48451">
                <a:extLst>
                  <a:ext uri="{FF2B5EF4-FFF2-40B4-BE49-F238E27FC236}">
                    <a16:creationId xmlns:a16="http://schemas.microsoft.com/office/drawing/2014/main" id="{F6B26151-E9E6-A7B2-6947-21ADE021683A}"/>
                  </a:ext>
                </a:extLst>
              </p:cNvPr>
              <p:cNvSpPr/>
              <p:nvPr/>
            </p:nvSpPr>
            <p:spPr>
              <a:xfrm>
                <a:off x="6442325" y="5831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3" name="Freeform 48452">
                <a:extLst>
                  <a:ext uri="{FF2B5EF4-FFF2-40B4-BE49-F238E27FC236}">
                    <a16:creationId xmlns:a16="http://schemas.microsoft.com/office/drawing/2014/main" id="{BA864B32-C479-CE46-055D-74FFC79E0907}"/>
                  </a:ext>
                </a:extLst>
              </p:cNvPr>
              <p:cNvSpPr/>
              <p:nvPr/>
            </p:nvSpPr>
            <p:spPr>
              <a:xfrm>
                <a:off x="6442821" y="5912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4" name="Freeform 48453">
                <a:extLst>
                  <a:ext uri="{FF2B5EF4-FFF2-40B4-BE49-F238E27FC236}">
                    <a16:creationId xmlns:a16="http://schemas.microsoft.com/office/drawing/2014/main" id="{C8189FFD-D59D-DB00-1394-F5B7DB7EB0E1}"/>
                  </a:ext>
                </a:extLst>
              </p:cNvPr>
              <p:cNvSpPr/>
              <p:nvPr/>
            </p:nvSpPr>
            <p:spPr>
              <a:xfrm>
                <a:off x="6443317" y="5961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5" name="Freeform 48454">
                <a:extLst>
                  <a:ext uri="{FF2B5EF4-FFF2-40B4-BE49-F238E27FC236}">
                    <a16:creationId xmlns:a16="http://schemas.microsoft.com/office/drawing/2014/main" id="{E71F1EEB-9D79-7EA6-1D5D-D373378E5263}"/>
                  </a:ext>
                </a:extLst>
              </p:cNvPr>
              <p:cNvSpPr/>
              <p:nvPr/>
            </p:nvSpPr>
            <p:spPr>
              <a:xfrm>
                <a:off x="6443913" y="5965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6" name="Freeform 48455">
                <a:extLst>
                  <a:ext uri="{FF2B5EF4-FFF2-40B4-BE49-F238E27FC236}">
                    <a16:creationId xmlns:a16="http://schemas.microsoft.com/office/drawing/2014/main" id="{8E7A4E47-855E-CA70-59EB-6AA8D9B2DD82}"/>
                  </a:ext>
                </a:extLst>
              </p:cNvPr>
              <p:cNvSpPr/>
              <p:nvPr/>
            </p:nvSpPr>
            <p:spPr>
              <a:xfrm>
                <a:off x="6444409" y="5958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7" name="Freeform 48456">
                <a:extLst>
                  <a:ext uri="{FF2B5EF4-FFF2-40B4-BE49-F238E27FC236}">
                    <a16:creationId xmlns:a16="http://schemas.microsoft.com/office/drawing/2014/main" id="{E36DCAB7-706B-1365-5765-04B54E938CD1}"/>
                  </a:ext>
                </a:extLst>
              </p:cNvPr>
              <p:cNvSpPr/>
              <p:nvPr/>
            </p:nvSpPr>
            <p:spPr>
              <a:xfrm>
                <a:off x="6444905" y="594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8" name="Freeform 48457">
                <a:extLst>
                  <a:ext uri="{FF2B5EF4-FFF2-40B4-BE49-F238E27FC236}">
                    <a16:creationId xmlns:a16="http://schemas.microsoft.com/office/drawing/2014/main" id="{406231B4-D94D-5412-C54A-5302F4687680}"/>
                  </a:ext>
                </a:extLst>
              </p:cNvPr>
              <p:cNvSpPr/>
              <p:nvPr/>
            </p:nvSpPr>
            <p:spPr>
              <a:xfrm>
                <a:off x="6445500" y="5980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59" name="Freeform 48458">
                <a:extLst>
                  <a:ext uri="{FF2B5EF4-FFF2-40B4-BE49-F238E27FC236}">
                    <a16:creationId xmlns:a16="http://schemas.microsoft.com/office/drawing/2014/main" id="{82D6DE12-A073-913C-358D-1FD3D8678A8B}"/>
                  </a:ext>
                </a:extLst>
              </p:cNvPr>
              <p:cNvSpPr/>
              <p:nvPr/>
            </p:nvSpPr>
            <p:spPr>
              <a:xfrm>
                <a:off x="64459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0" name="Freeform 48459">
                <a:extLst>
                  <a:ext uri="{FF2B5EF4-FFF2-40B4-BE49-F238E27FC236}">
                    <a16:creationId xmlns:a16="http://schemas.microsoft.com/office/drawing/2014/main" id="{BB184C9D-65FB-63C7-D959-1DCED8BA3770}"/>
                  </a:ext>
                </a:extLst>
              </p:cNvPr>
              <p:cNvSpPr/>
              <p:nvPr/>
            </p:nvSpPr>
            <p:spPr>
              <a:xfrm>
                <a:off x="64464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1" name="Freeform 48460">
                <a:extLst>
                  <a:ext uri="{FF2B5EF4-FFF2-40B4-BE49-F238E27FC236}">
                    <a16:creationId xmlns:a16="http://schemas.microsoft.com/office/drawing/2014/main" id="{5D38C2BA-8C46-202D-00B1-A93D26E673A8}"/>
                  </a:ext>
                </a:extLst>
              </p:cNvPr>
              <p:cNvSpPr/>
              <p:nvPr/>
            </p:nvSpPr>
            <p:spPr>
              <a:xfrm>
                <a:off x="64470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2" name="Freeform 48461">
                <a:extLst>
                  <a:ext uri="{FF2B5EF4-FFF2-40B4-BE49-F238E27FC236}">
                    <a16:creationId xmlns:a16="http://schemas.microsoft.com/office/drawing/2014/main" id="{FE5DA0F0-B0CC-0326-3DEC-CA989152D61E}"/>
                  </a:ext>
                </a:extLst>
              </p:cNvPr>
              <p:cNvSpPr/>
              <p:nvPr/>
            </p:nvSpPr>
            <p:spPr>
              <a:xfrm>
                <a:off x="64475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3" name="Freeform 48462">
                <a:extLst>
                  <a:ext uri="{FF2B5EF4-FFF2-40B4-BE49-F238E27FC236}">
                    <a16:creationId xmlns:a16="http://schemas.microsoft.com/office/drawing/2014/main" id="{49B6E638-2B7B-4CAA-3F0A-F03F3BEE0EAC}"/>
                  </a:ext>
                </a:extLst>
              </p:cNvPr>
              <p:cNvSpPr/>
              <p:nvPr/>
            </p:nvSpPr>
            <p:spPr>
              <a:xfrm>
                <a:off x="64480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4" name="Freeform 48463">
                <a:extLst>
                  <a:ext uri="{FF2B5EF4-FFF2-40B4-BE49-F238E27FC236}">
                    <a16:creationId xmlns:a16="http://schemas.microsoft.com/office/drawing/2014/main" id="{22534ADC-114D-34A3-0E24-25A6FC11BD37}"/>
                  </a:ext>
                </a:extLst>
              </p:cNvPr>
              <p:cNvSpPr/>
              <p:nvPr/>
            </p:nvSpPr>
            <p:spPr>
              <a:xfrm>
                <a:off x="644867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5" name="Freeform 48464">
                <a:extLst>
                  <a:ext uri="{FF2B5EF4-FFF2-40B4-BE49-F238E27FC236}">
                    <a16:creationId xmlns:a16="http://schemas.microsoft.com/office/drawing/2014/main" id="{05E56FB7-A99A-3FE2-40AB-E9532A3A8D38}"/>
                  </a:ext>
                </a:extLst>
              </p:cNvPr>
              <p:cNvSpPr/>
              <p:nvPr/>
            </p:nvSpPr>
            <p:spPr>
              <a:xfrm>
                <a:off x="644917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6" name="Freeform 48465">
                <a:extLst>
                  <a:ext uri="{FF2B5EF4-FFF2-40B4-BE49-F238E27FC236}">
                    <a16:creationId xmlns:a16="http://schemas.microsoft.com/office/drawing/2014/main" id="{2B8383CF-8534-7A43-044A-D3855254D3BA}"/>
                  </a:ext>
                </a:extLst>
              </p:cNvPr>
              <p:cNvSpPr/>
              <p:nvPr/>
            </p:nvSpPr>
            <p:spPr>
              <a:xfrm>
                <a:off x="644966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7" name="Freeform 48466">
                <a:extLst>
                  <a:ext uri="{FF2B5EF4-FFF2-40B4-BE49-F238E27FC236}">
                    <a16:creationId xmlns:a16="http://schemas.microsoft.com/office/drawing/2014/main" id="{4A72BAD2-6982-BC75-459D-089A8785A900}"/>
                  </a:ext>
                </a:extLst>
              </p:cNvPr>
              <p:cNvSpPr/>
              <p:nvPr/>
            </p:nvSpPr>
            <p:spPr>
              <a:xfrm>
                <a:off x="64502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8" name="Freeform 48467">
                <a:extLst>
                  <a:ext uri="{FF2B5EF4-FFF2-40B4-BE49-F238E27FC236}">
                    <a16:creationId xmlns:a16="http://schemas.microsoft.com/office/drawing/2014/main" id="{2EFEE064-6C9E-5B0F-881D-3602C7B3ED00}"/>
                  </a:ext>
                </a:extLst>
              </p:cNvPr>
              <p:cNvSpPr/>
              <p:nvPr/>
            </p:nvSpPr>
            <p:spPr>
              <a:xfrm>
                <a:off x="64507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69" name="Freeform 48468">
                <a:extLst>
                  <a:ext uri="{FF2B5EF4-FFF2-40B4-BE49-F238E27FC236}">
                    <a16:creationId xmlns:a16="http://schemas.microsoft.com/office/drawing/2014/main" id="{8FF88D2E-5191-3B12-9DDE-EDE380CAC437}"/>
                  </a:ext>
                </a:extLst>
              </p:cNvPr>
              <p:cNvSpPr/>
              <p:nvPr/>
            </p:nvSpPr>
            <p:spPr>
              <a:xfrm>
                <a:off x="64512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0" name="Freeform 48469">
                <a:extLst>
                  <a:ext uri="{FF2B5EF4-FFF2-40B4-BE49-F238E27FC236}">
                    <a16:creationId xmlns:a16="http://schemas.microsoft.com/office/drawing/2014/main" id="{05A95941-27A6-7856-76CF-84231A1918A3}"/>
                  </a:ext>
                </a:extLst>
              </p:cNvPr>
              <p:cNvSpPr/>
              <p:nvPr/>
            </p:nvSpPr>
            <p:spPr>
              <a:xfrm>
                <a:off x="645175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1" name="Freeform 48470">
                <a:extLst>
                  <a:ext uri="{FF2B5EF4-FFF2-40B4-BE49-F238E27FC236}">
                    <a16:creationId xmlns:a16="http://schemas.microsoft.com/office/drawing/2014/main" id="{75496CC6-80E5-C430-21DC-CC6B5303F752}"/>
                  </a:ext>
                </a:extLst>
              </p:cNvPr>
              <p:cNvSpPr/>
              <p:nvPr/>
            </p:nvSpPr>
            <p:spPr>
              <a:xfrm>
                <a:off x="6452346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2" name="Freeform 48471">
                <a:extLst>
                  <a:ext uri="{FF2B5EF4-FFF2-40B4-BE49-F238E27FC236}">
                    <a16:creationId xmlns:a16="http://schemas.microsoft.com/office/drawing/2014/main" id="{74F1EE4B-5F71-C8A0-4C64-B53268949307}"/>
                  </a:ext>
                </a:extLst>
              </p:cNvPr>
              <p:cNvSpPr/>
              <p:nvPr/>
            </p:nvSpPr>
            <p:spPr>
              <a:xfrm>
                <a:off x="6452842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3" name="Freeform 48472">
                <a:extLst>
                  <a:ext uri="{FF2B5EF4-FFF2-40B4-BE49-F238E27FC236}">
                    <a16:creationId xmlns:a16="http://schemas.microsoft.com/office/drawing/2014/main" id="{1EEE70AB-C81C-93DF-309C-2EB280759A82}"/>
                  </a:ext>
                </a:extLst>
              </p:cNvPr>
              <p:cNvSpPr/>
              <p:nvPr/>
            </p:nvSpPr>
            <p:spPr>
              <a:xfrm>
                <a:off x="6453338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4" name="Freeform 48473">
                <a:extLst>
                  <a:ext uri="{FF2B5EF4-FFF2-40B4-BE49-F238E27FC236}">
                    <a16:creationId xmlns:a16="http://schemas.microsoft.com/office/drawing/2014/main" id="{B15A2F17-4021-639A-4F18-BE599A41ED86}"/>
                  </a:ext>
                </a:extLst>
              </p:cNvPr>
              <p:cNvSpPr/>
              <p:nvPr/>
            </p:nvSpPr>
            <p:spPr>
              <a:xfrm>
                <a:off x="6453934" y="5752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5" name="Freeform 48474">
                <a:extLst>
                  <a:ext uri="{FF2B5EF4-FFF2-40B4-BE49-F238E27FC236}">
                    <a16:creationId xmlns:a16="http://schemas.microsoft.com/office/drawing/2014/main" id="{9F66166C-EB12-AB8F-E4DD-4F406D7464C6}"/>
                  </a:ext>
                </a:extLst>
              </p:cNvPr>
              <p:cNvSpPr/>
              <p:nvPr/>
            </p:nvSpPr>
            <p:spPr>
              <a:xfrm>
                <a:off x="6454430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6" name="Freeform 48475">
                <a:extLst>
                  <a:ext uri="{FF2B5EF4-FFF2-40B4-BE49-F238E27FC236}">
                    <a16:creationId xmlns:a16="http://schemas.microsoft.com/office/drawing/2014/main" id="{35337D22-BABC-1936-7ABF-6CEFF0ED7C2B}"/>
                  </a:ext>
                </a:extLst>
              </p:cNvPr>
              <p:cNvSpPr/>
              <p:nvPr/>
            </p:nvSpPr>
            <p:spPr>
              <a:xfrm>
                <a:off x="6454926" y="5801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7" name="Freeform 48476">
                <a:extLst>
                  <a:ext uri="{FF2B5EF4-FFF2-40B4-BE49-F238E27FC236}">
                    <a16:creationId xmlns:a16="http://schemas.microsoft.com/office/drawing/2014/main" id="{66C9305C-00A5-40A1-9E41-655BD749C7F1}"/>
                  </a:ext>
                </a:extLst>
              </p:cNvPr>
              <p:cNvSpPr/>
              <p:nvPr/>
            </p:nvSpPr>
            <p:spPr>
              <a:xfrm>
                <a:off x="6455521" y="590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8" name="Freeform 48477">
                <a:extLst>
                  <a:ext uri="{FF2B5EF4-FFF2-40B4-BE49-F238E27FC236}">
                    <a16:creationId xmlns:a16="http://schemas.microsoft.com/office/drawing/2014/main" id="{541DA241-3E99-4622-0A7C-A59B04BFC374}"/>
                  </a:ext>
                </a:extLst>
              </p:cNvPr>
              <p:cNvSpPr/>
              <p:nvPr/>
            </p:nvSpPr>
            <p:spPr>
              <a:xfrm>
                <a:off x="6456017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79" name="Freeform 48478">
                <a:extLst>
                  <a:ext uri="{FF2B5EF4-FFF2-40B4-BE49-F238E27FC236}">
                    <a16:creationId xmlns:a16="http://schemas.microsoft.com/office/drawing/2014/main" id="{7D06F548-7135-2299-C1D6-A9DF1162F9E6}"/>
                  </a:ext>
                </a:extLst>
              </p:cNvPr>
              <p:cNvSpPr/>
              <p:nvPr/>
            </p:nvSpPr>
            <p:spPr>
              <a:xfrm>
                <a:off x="6456513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0" name="Freeform 48479">
                <a:extLst>
                  <a:ext uri="{FF2B5EF4-FFF2-40B4-BE49-F238E27FC236}">
                    <a16:creationId xmlns:a16="http://schemas.microsoft.com/office/drawing/2014/main" id="{FF021C78-1331-53BD-F0B0-076969D12670}"/>
                  </a:ext>
                </a:extLst>
              </p:cNvPr>
              <p:cNvSpPr/>
              <p:nvPr/>
            </p:nvSpPr>
            <p:spPr>
              <a:xfrm>
                <a:off x="6457109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1" name="Freeform 48480">
                <a:extLst>
                  <a:ext uri="{FF2B5EF4-FFF2-40B4-BE49-F238E27FC236}">
                    <a16:creationId xmlns:a16="http://schemas.microsoft.com/office/drawing/2014/main" id="{9F60C066-4B99-FC18-A442-8BC5B5357DC2}"/>
                  </a:ext>
                </a:extLst>
              </p:cNvPr>
              <p:cNvSpPr/>
              <p:nvPr/>
            </p:nvSpPr>
            <p:spPr>
              <a:xfrm>
                <a:off x="6457605" y="596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2" name="Freeform 48481">
                <a:extLst>
                  <a:ext uri="{FF2B5EF4-FFF2-40B4-BE49-F238E27FC236}">
                    <a16:creationId xmlns:a16="http://schemas.microsoft.com/office/drawing/2014/main" id="{808927D2-1312-1952-40A2-76B0338E8FC6}"/>
                  </a:ext>
                </a:extLst>
              </p:cNvPr>
              <p:cNvSpPr/>
              <p:nvPr/>
            </p:nvSpPr>
            <p:spPr>
              <a:xfrm>
                <a:off x="6458101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3" name="Freeform 48482">
                <a:extLst>
                  <a:ext uri="{FF2B5EF4-FFF2-40B4-BE49-F238E27FC236}">
                    <a16:creationId xmlns:a16="http://schemas.microsoft.com/office/drawing/2014/main" id="{D36A38E4-D92B-C102-66DB-B6B2ABFCF0B9}"/>
                  </a:ext>
                </a:extLst>
              </p:cNvPr>
              <p:cNvSpPr/>
              <p:nvPr/>
            </p:nvSpPr>
            <p:spPr>
              <a:xfrm>
                <a:off x="6458696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4" name="Freeform 48483">
                <a:extLst>
                  <a:ext uri="{FF2B5EF4-FFF2-40B4-BE49-F238E27FC236}">
                    <a16:creationId xmlns:a16="http://schemas.microsoft.com/office/drawing/2014/main" id="{F7312BEC-161D-F805-41CA-997FAF6E5AC5}"/>
                  </a:ext>
                </a:extLst>
              </p:cNvPr>
              <p:cNvSpPr/>
              <p:nvPr/>
            </p:nvSpPr>
            <p:spPr>
              <a:xfrm>
                <a:off x="6459192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5" name="Freeform 48484">
                <a:extLst>
                  <a:ext uri="{FF2B5EF4-FFF2-40B4-BE49-F238E27FC236}">
                    <a16:creationId xmlns:a16="http://schemas.microsoft.com/office/drawing/2014/main" id="{14F209A1-0244-37C6-1454-46D16D56C9E1}"/>
                  </a:ext>
                </a:extLst>
              </p:cNvPr>
              <p:cNvSpPr/>
              <p:nvPr/>
            </p:nvSpPr>
            <p:spPr>
              <a:xfrm>
                <a:off x="6459688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6" name="Freeform 48485">
                <a:extLst>
                  <a:ext uri="{FF2B5EF4-FFF2-40B4-BE49-F238E27FC236}">
                    <a16:creationId xmlns:a16="http://schemas.microsoft.com/office/drawing/2014/main" id="{EC9309C8-BA9A-7E5E-5554-B8226AECC167}"/>
                  </a:ext>
                </a:extLst>
              </p:cNvPr>
              <p:cNvSpPr/>
              <p:nvPr/>
            </p:nvSpPr>
            <p:spPr>
              <a:xfrm>
                <a:off x="64602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7" name="Freeform 48486">
                <a:extLst>
                  <a:ext uri="{FF2B5EF4-FFF2-40B4-BE49-F238E27FC236}">
                    <a16:creationId xmlns:a16="http://schemas.microsoft.com/office/drawing/2014/main" id="{11D4BEC6-3CF5-2E50-60CE-D9F60386B1D8}"/>
                  </a:ext>
                </a:extLst>
              </p:cNvPr>
              <p:cNvSpPr/>
              <p:nvPr/>
            </p:nvSpPr>
            <p:spPr>
              <a:xfrm>
                <a:off x="64607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8" name="Freeform 48487">
                <a:extLst>
                  <a:ext uri="{FF2B5EF4-FFF2-40B4-BE49-F238E27FC236}">
                    <a16:creationId xmlns:a16="http://schemas.microsoft.com/office/drawing/2014/main" id="{B7E1B2EE-F0EF-4425-57DB-4CE303DA5410}"/>
                  </a:ext>
                </a:extLst>
              </p:cNvPr>
              <p:cNvSpPr/>
              <p:nvPr/>
            </p:nvSpPr>
            <p:spPr>
              <a:xfrm>
                <a:off x="64612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89" name="Freeform 48488">
                <a:extLst>
                  <a:ext uri="{FF2B5EF4-FFF2-40B4-BE49-F238E27FC236}">
                    <a16:creationId xmlns:a16="http://schemas.microsoft.com/office/drawing/2014/main" id="{6C4E4081-F13F-E966-7116-981817B96C43}"/>
                  </a:ext>
                </a:extLst>
              </p:cNvPr>
              <p:cNvSpPr/>
              <p:nvPr/>
            </p:nvSpPr>
            <p:spPr>
              <a:xfrm>
                <a:off x="646187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0" name="Freeform 48489">
                <a:extLst>
                  <a:ext uri="{FF2B5EF4-FFF2-40B4-BE49-F238E27FC236}">
                    <a16:creationId xmlns:a16="http://schemas.microsoft.com/office/drawing/2014/main" id="{384504EB-2FAA-1DAD-F441-478991B6F4C1}"/>
                  </a:ext>
                </a:extLst>
              </p:cNvPr>
              <p:cNvSpPr/>
              <p:nvPr/>
            </p:nvSpPr>
            <p:spPr>
              <a:xfrm>
                <a:off x="646236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1" name="Freeform 48490">
                <a:extLst>
                  <a:ext uri="{FF2B5EF4-FFF2-40B4-BE49-F238E27FC236}">
                    <a16:creationId xmlns:a16="http://schemas.microsoft.com/office/drawing/2014/main" id="{98B06246-B761-FE9E-64AE-73FFAA5792A6}"/>
                  </a:ext>
                </a:extLst>
              </p:cNvPr>
              <p:cNvSpPr/>
              <p:nvPr/>
            </p:nvSpPr>
            <p:spPr>
              <a:xfrm>
                <a:off x="64628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2" name="Freeform 48491">
                <a:extLst>
                  <a:ext uri="{FF2B5EF4-FFF2-40B4-BE49-F238E27FC236}">
                    <a16:creationId xmlns:a16="http://schemas.microsoft.com/office/drawing/2014/main" id="{CF750D24-700F-D075-47B0-39BD18AA69D3}"/>
                  </a:ext>
                </a:extLst>
              </p:cNvPr>
              <p:cNvSpPr/>
              <p:nvPr/>
            </p:nvSpPr>
            <p:spPr>
              <a:xfrm>
                <a:off x="64633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3" name="Freeform 48492">
                <a:extLst>
                  <a:ext uri="{FF2B5EF4-FFF2-40B4-BE49-F238E27FC236}">
                    <a16:creationId xmlns:a16="http://schemas.microsoft.com/office/drawing/2014/main" id="{E7F4AB61-65E0-E964-8D7C-EA0901413BE5}"/>
                  </a:ext>
                </a:extLst>
              </p:cNvPr>
              <p:cNvSpPr/>
              <p:nvPr/>
            </p:nvSpPr>
            <p:spPr>
              <a:xfrm>
                <a:off x="64639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4" name="Freeform 48493">
                <a:extLst>
                  <a:ext uri="{FF2B5EF4-FFF2-40B4-BE49-F238E27FC236}">
                    <a16:creationId xmlns:a16="http://schemas.microsoft.com/office/drawing/2014/main" id="{53AB477C-29A6-C345-450E-5770E6355799}"/>
                  </a:ext>
                </a:extLst>
              </p:cNvPr>
              <p:cNvSpPr/>
              <p:nvPr/>
            </p:nvSpPr>
            <p:spPr>
              <a:xfrm>
                <a:off x="6464451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5" name="Freeform 48494">
                <a:extLst>
                  <a:ext uri="{FF2B5EF4-FFF2-40B4-BE49-F238E27FC236}">
                    <a16:creationId xmlns:a16="http://schemas.microsoft.com/office/drawing/2014/main" id="{372E6A46-2427-B90D-837A-B0E082EDC38C}"/>
                  </a:ext>
                </a:extLst>
              </p:cNvPr>
              <p:cNvSpPr/>
              <p:nvPr/>
            </p:nvSpPr>
            <p:spPr>
              <a:xfrm>
                <a:off x="6464947" y="5917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6" name="Freeform 48495">
                <a:extLst>
                  <a:ext uri="{FF2B5EF4-FFF2-40B4-BE49-F238E27FC236}">
                    <a16:creationId xmlns:a16="http://schemas.microsoft.com/office/drawing/2014/main" id="{DE0151C7-BB29-DA76-84BB-3EA0EA3A388B}"/>
                  </a:ext>
                </a:extLst>
              </p:cNvPr>
              <p:cNvSpPr/>
              <p:nvPr/>
            </p:nvSpPr>
            <p:spPr>
              <a:xfrm>
                <a:off x="6465542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7" name="Freeform 48496">
                <a:extLst>
                  <a:ext uri="{FF2B5EF4-FFF2-40B4-BE49-F238E27FC236}">
                    <a16:creationId xmlns:a16="http://schemas.microsoft.com/office/drawing/2014/main" id="{24124AE6-6C5A-AA5D-39E1-E60081824557}"/>
                  </a:ext>
                </a:extLst>
              </p:cNvPr>
              <p:cNvSpPr/>
              <p:nvPr/>
            </p:nvSpPr>
            <p:spPr>
              <a:xfrm>
                <a:off x="6466038" y="5714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8" name="Freeform 48497">
                <a:extLst>
                  <a:ext uri="{FF2B5EF4-FFF2-40B4-BE49-F238E27FC236}">
                    <a16:creationId xmlns:a16="http://schemas.microsoft.com/office/drawing/2014/main" id="{508FDDF0-1276-E723-D704-B25E8DA7646D}"/>
                  </a:ext>
                </a:extLst>
              </p:cNvPr>
              <p:cNvSpPr/>
              <p:nvPr/>
            </p:nvSpPr>
            <p:spPr>
              <a:xfrm>
                <a:off x="6466534" y="5729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99" name="Freeform 48498">
                <a:extLst>
                  <a:ext uri="{FF2B5EF4-FFF2-40B4-BE49-F238E27FC236}">
                    <a16:creationId xmlns:a16="http://schemas.microsoft.com/office/drawing/2014/main" id="{A67E5470-A9D3-6A73-7F90-5A0529250D99}"/>
                  </a:ext>
                </a:extLst>
              </p:cNvPr>
              <p:cNvSpPr/>
              <p:nvPr/>
            </p:nvSpPr>
            <p:spPr>
              <a:xfrm>
                <a:off x="6467130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0" name="Freeform 48499">
                <a:extLst>
                  <a:ext uri="{FF2B5EF4-FFF2-40B4-BE49-F238E27FC236}">
                    <a16:creationId xmlns:a16="http://schemas.microsoft.com/office/drawing/2014/main" id="{4C360FB4-00D4-5C6F-390C-9D6D2E0E59D3}"/>
                  </a:ext>
                </a:extLst>
              </p:cNvPr>
              <p:cNvSpPr/>
              <p:nvPr/>
            </p:nvSpPr>
            <p:spPr>
              <a:xfrm>
                <a:off x="6467626" y="577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1" name="Freeform 48500">
                <a:extLst>
                  <a:ext uri="{FF2B5EF4-FFF2-40B4-BE49-F238E27FC236}">
                    <a16:creationId xmlns:a16="http://schemas.microsoft.com/office/drawing/2014/main" id="{A076419A-92A0-4796-61EA-0ABACEFAFCB9}"/>
                  </a:ext>
                </a:extLst>
              </p:cNvPr>
              <p:cNvSpPr/>
              <p:nvPr/>
            </p:nvSpPr>
            <p:spPr>
              <a:xfrm>
                <a:off x="6468122" y="5862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2" name="Freeform 48501">
                <a:extLst>
                  <a:ext uri="{FF2B5EF4-FFF2-40B4-BE49-F238E27FC236}">
                    <a16:creationId xmlns:a16="http://schemas.microsoft.com/office/drawing/2014/main" id="{2DEA9321-A687-BB03-2EE8-4858D2421F6B}"/>
                  </a:ext>
                </a:extLst>
              </p:cNvPr>
              <p:cNvSpPr/>
              <p:nvPr/>
            </p:nvSpPr>
            <p:spPr>
              <a:xfrm>
                <a:off x="6468717" y="5910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3" name="Freeform 48502">
                <a:extLst>
                  <a:ext uri="{FF2B5EF4-FFF2-40B4-BE49-F238E27FC236}">
                    <a16:creationId xmlns:a16="http://schemas.microsoft.com/office/drawing/2014/main" id="{440DF123-FCA2-551E-5061-74FDF3459CC9}"/>
                  </a:ext>
                </a:extLst>
              </p:cNvPr>
              <p:cNvSpPr/>
              <p:nvPr/>
            </p:nvSpPr>
            <p:spPr>
              <a:xfrm>
                <a:off x="6469213" y="592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4" name="Freeform 48503">
                <a:extLst>
                  <a:ext uri="{FF2B5EF4-FFF2-40B4-BE49-F238E27FC236}">
                    <a16:creationId xmlns:a16="http://schemas.microsoft.com/office/drawing/2014/main" id="{C833E833-1032-C857-53A3-B87D4D16E540}"/>
                  </a:ext>
                </a:extLst>
              </p:cNvPr>
              <p:cNvSpPr/>
              <p:nvPr/>
            </p:nvSpPr>
            <p:spPr>
              <a:xfrm>
                <a:off x="6469709" y="5911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5" name="Freeform 48504">
                <a:extLst>
                  <a:ext uri="{FF2B5EF4-FFF2-40B4-BE49-F238E27FC236}">
                    <a16:creationId xmlns:a16="http://schemas.microsoft.com/office/drawing/2014/main" id="{668D18D1-A83E-706E-62DA-C9D3F1EA3233}"/>
                  </a:ext>
                </a:extLst>
              </p:cNvPr>
              <p:cNvSpPr/>
              <p:nvPr/>
            </p:nvSpPr>
            <p:spPr>
              <a:xfrm>
                <a:off x="6470305" y="5886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6" name="Freeform 48505">
                <a:extLst>
                  <a:ext uri="{FF2B5EF4-FFF2-40B4-BE49-F238E27FC236}">
                    <a16:creationId xmlns:a16="http://schemas.microsoft.com/office/drawing/2014/main" id="{E6E5634D-0209-FC8D-A092-8A06B1531F79}"/>
                  </a:ext>
                </a:extLst>
              </p:cNvPr>
              <p:cNvSpPr/>
              <p:nvPr/>
            </p:nvSpPr>
            <p:spPr>
              <a:xfrm>
                <a:off x="6470801" y="5855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7" name="Freeform 48506">
                <a:extLst>
                  <a:ext uri="{FF2B5EF4-FFF2-40B4-BE49-F238E27FC236}">
                    <a16:creationId xmlns:a16="http://schemas.microsoft.com/office/drawing/2014/main" id="{F1C2DB45-7EF4-585B-8B19-35B48F7CCBBA}"/>
                  </a:ext>
                </a:extLst>
              </p:cNvPr>
              <p:cNvSpPr/>
              <p:nvPr/>
            </p:nvSpPr>
            <p:spPr>
              <a:xfrm>
                <a:off x="6471297" y="6047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8" name="Freeform 48507">
                <a:extLst>
                  <a:ext uri="{FF2B5EF4-FFF2-40B4-BE49-F238E27FC236}">
                    <a16:creationId xmlns:a16="http://schemas.microsoft.com/office/drawing/2014/main" id="{38220120-F299-B72A-DFE8-1C5175E498E9}"/>
                  </a:ext>
                </a:extLst>
              </p:cNvPr>
              <p:cNvSpPr/>
              <p:nvPr/>
            </p:nvSpPr>
            <p:spPr>
              <a:xfrm>
                <a:off x="6471892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09" name="Freeform 48508">
                <a:extLst>
                  <a:ext uri="{FF2B5EF4-FFF2-40B4-BE49-F238E27FC236}">
                    <a16:creationId xmlns:a16="http://schemas.microsoft.com/office/drawing/2014/main" id="{96F96C48-5FB2-EE5B-FC17-4E600B098834}"/>
                  </a:ext>
                </a:extLst>
              </p:cNvPr>
              <p:cNvSpPr/>
              <p:nvPr/>
            </p:nvSpPr>
            <p:spPr>
              <a:xfrm>
                <a:off x="6472388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0" name="Freeform 48509">
                <a:extLst>
                  <a:ext uri="{FF2B5EF4-FFF2-40B4-BE49-F238E27FC236}">
                    <a16:creationId xmlns:a16="http://schemas.microsoft.com/office/drawing/2014/main" id="{FCF83876-75EB-95DA-6C10-B8F8B0787D91}"/>
                  </a:ext>
                </a:extLst>
              </p:cNvPr>
              <p:cNvSpPr/>
              <p:nvPr/>
            </p:nvSpPr>
            <p:spPr>
              <a:xfrm>
                <a:off x="6472884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1" name="Freeform 48510">
                <a:extLst>
                  <a:ext uri="{FF2B5EF4-FFF2-40B4-BE49-F238E27FC236}">
                    <a16:creationId xmlns:a16="http://schemas.microsoft.com/office/drawing/2014/main" id="{FC7EA425-CE0A-F474-ED77-9E30BC9F38A7}"/>
                  </a:ext>
                </a:extLst>
              </p:cNvPr>
              <p:cNvSpPr/>
              <p:nvPr/>
            </p:nvSpPr>
            <p:spPr>
              <a:xfrm>
                <a:off x="6473480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2" name="Freeform 48511">
                <a:extLst>
                  <a:ext uri="{FF2B5EF4-FFF2-40B4-BE49-F238E27FC236}">
                    <a16:creationId xmlns:a16="http://schemas.microsoft.com/office/drawing/2014/main" id="{57DD9700-EA17-1609-CC33-96C08503E944}"/>
                  </a:ext>
                </a:extLst>
              </p:cNvPr>
              <p:cNvSpPr/>
              <p:nvPr/>
            </p:nvSpPr>
            <p:spPr>
              <a:xfrm>
                <a:off x="6473976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3" name="Freeform 48512">
                <a:extLst>
                  <a:ext uri="{FF2B5EF4-FFF2-40B4-BE49-F238E27FC236}">
                    <a16:creationId xmlns:a16="http://schemas.microsoft.com/office/drawing/2014/main" id="{5CB65A58-3A1D-98E1-3872-A42551E804EA}"/>
                  </a:ext>
                </a:extLst>
              </p:cNvPr>
              <p:cNvSpPr/>
              <p:nvPr/>
            </p:nvSpPr>
            <p:spPr>
              <a:xfrm>
                <a:off x="6474472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4" name="Freeform 48513">
                <a:extLst>
                  <a:ext uri="{FF2B5EF4-FFF2-40B4-BE49-F238E27FC236}">
                    <a16:creationId xmlns:a16="http://schemas.microsoft.com/office/drawing/2014/main" id="{F7AB20FC-1550-158B-F068-8A899F3ECDA2}"/>
                  </a:ext>
                </a:extLst>
              </p:cNvPr>
              <p:cNvSpPr/>
              <p:nvPr/>
            </p:nvSpPr>
            <p:spPr>
              <a:xfrm>
                <a:off x="6474968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5" name="Freeform 48514">
                <a:extLst>
                  <a:ext uri="{FF2B5EF4-FFF2-40B4-BE49-F238E27FC236}">
                    <a16:creationId xmlns:a16="http://schemas.microsoft.com/office/drawing/2014/main" id="{52131FE7-E543-DF20-A9C5-6D2A763676C0}"/>
                  </a:ext>
                </a:extLst>
              </p:cNvPr>
              <p:cNvSpPr/>
              <p:nvPr/>
            </p:nvSpPr>
            <p:spPr>
              <a:xfrm>
                <a:off x="6475563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6" name="Freeform 48515">
                <a:extLst>
                  <a:ext uri="{FF2B5EF4-FFF2-40B4-BE49-F238E27FC236}">
                    <a16:creationId xmlns:a16="http://schemas.microsoft.com/office/drawing/2014/main" id="{5DC14B45-2874-2C27-1286-1AF78515C332}"/>
                  </a:ext>
                </a:extLst>
              </p:cNvPr>
              <p:cNvSpPr/>
              <p:nvPr/>
            </p:nvSpPr>
            <p:spPr>
              <a:xfrm>
                <a:off x="6476059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7" name="Freeform 48516">
                <a:extLst>
                  <a:ext uri="{FF2B5EF4-FFF2-40B4-BE49-F238E27FC236}">
                    <a16:creationId xmlns:a16="http://schemas.microsoft.com/office/drawing/2014/main" id="{8388C89E-B011-C53B-40A7-3658F987929A}"/>
                  </a:ext>
                </a:extLst>
              </p:cNvPr>
              <p:cNvSpPr/>
              <p:nvPr/>
            </p:nvSpPr>
            <p:spPr>
              <a:xfrm>
                <a:off x="6476555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8" name="Freeform 48517">
                <a:extLst>
                  <a:ext uri="{FF2B5EF4-FFF2-40B4-BE49-F238E27FC236}">
                    <a16:creationId xmlns:a16="http://schemas.microsoft.com/office/drawing/2014/main" id="{C92871A2-4ED0-1AC7-DB32-E3C3965EF60B}"/>
                  </a:ext>
                </a:extLst>
              </p:cNvPr>
              <p:cNvSpPr/>
              <p:nvPr/>
            </p:nvSpPr>
            <p:spPr>
              <a:xfrm>
                <a:off x="6477151" y="5907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19" name="Freeform 48518">
                <a:extLst>
                  <a:ext uri="{FF2B5EF4-FFF2-40B4-BE49-F238E27FC236}">
                    <a16:creationId xmlns:a16="http://schemas.microsoft.com/office/drawing/2014/main" id="{F103A788-1DCB-8FD9-ED94-C363DB492874}"/>
                  </a:ext>
                </a:extLst>
              </p:cNvPr>
              <p:cNvSpPr/>
              <p:nvPr/>
            </p:nvSpPr>
            <p:spPr>
              <a:xfrm>
                <a:off x="6477647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0" name="Freeform 48519">
                <a:extLst>
                  <a:ext uri="{FF2B5EF4-FFF2-40B4-BE49-F238E27FC236}">
                    <a16:creationId xmlns:a16="http://schemas.microsoft.com/office/drawing/2014/main" id="{666AD6F7-36FE-46E7-424B-60055DE71904}"/>
                  </a:ext>
                </a:extLst>
              </p:cNvPr>
              <p:cNvSpPr/>
              <p:nvPr/>
            </p:nvSpPr>
            <p:spPr>
              <a:xfrm>
                <a:off x="6478143" y="5690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1" name="Freeform 48520">
                <a:extLst>
                  <a:ext uri="{FF2B5EF4-FFF2-40B4-BE49-F238E27FC236}">
                    <a16:creationId xmlns:a16="http://schemas.microsoft.com/office/drawing/2014/main" id="{29B4847A-3E42-9BB5-9C8C-1F73ECF2AC45}"/>
                  </a:ext>
                </a:extLst>
              </p:cNvPr>
              <p:cNvSpPr/>
              <p:nvPr/>
            </p:nvSpPr>
            <p:spPr>
              <a:xfrm>
                <a:off x="6478738" y="5656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2" name="Freeform 48521">
                <a:extLst>
                  <a:ext uri="{FF2B5EF4-FFF2-40B4-BE49-F238E27FC236}">
                    <a16:creationId xmlns:a16="http://schemas.microsoft.com/office/drawing/2014/main" id="{00790F0D-9F5D-A9B0-D028-F6CB4E01A697}"/>
                  </a:ext>
                </a:extLst>
              </p:cNvPr>
              <p:cNvSpPr/>
              <p:nvPr/>
            </p:nvSpPr>
            <p:spPr>
              <a:xfrm>
                <a:off x="6479234" y="56911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3" name="Freeform 48522">
                <a:extLst>
                  <a:ext uri="{FF2B5EF4-FFF2-40B4-BE49-F238E27FC236}">
                    <a16:creationId xmlns:a16="http://schemas.microsoft.com/office/drawing/2014/main" id="{5A0AF6D5-596F-BDEC-13DA-0704D1950454}"/>
                  </a:ext>
                </a:extLst>
              </p:cNvPr>
              <p:cNvSpPr/>
              <p:nvPr/>
            </p:nvSpPr>
            <p:spPr>
              <a:xfrm>
                <a:off x="6479730" y="5683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4" name="Freeform 48523">
                <a:extLst>
                  <a:ext uri="{FF2B5EF4-FFF2-40B4-BE49-F238E27FC236}">
                    <a16:creationId xmlns:a16="http://schemas.microsoft.com/office/drawing/2014/main" id="{5F52A3AC-542E-5B89-3880-212294FA4C6B}"/>
                  </a:ext>
                </a:extLst>
              </p:cNvPr>
              <p:cNvSpPr/>
              <p:nvPr/>
            </p:nvSpPr>
            <p:spPr>
              <a:xfrm>
                <a:off x="6480326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5" name="Freeform 48524">
                <a:extLst>
                  <a:ext uri="{FF2B5EF4-FFF2-40B4-BE49-F238E27FC236}">
                    <a16:creationId xmlns:a16="http://schemas.microsoft.com/office/drawing/2014/main" id="{6E7E4969-6BFE-88C3-BE56-8C3F2C172FCF}"/>
                  </a:ext>
                </a:extLst>
              </p:cNvPr>
              <p:cNvSpPr/>
              <p:nvPr/>
            </p:nvSpPr>
            <p:spPr>
              <a:xfrm>
                <a:off x="6480822" y="5782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6" name="Freeform 48525">
                <a:extLst>
                  <a:ext uri="{FF2B5EF4-FFF2-40B4-BE49-F238E27FC236}">
                    <a16:creationId xmlns:a16="http://schemas.microsoft.com/office/drawing/2014/main" id="{8810551D-5048-E0FD-9E5B-6A2A90B1CE71}"/>
                  </a:ext>
                </a:extLst>
              </p:cNvPr>
              <p:cNvSpPr/>
              <p:nvPr/>
            </p:nvSpPr>
            <p:spPr>
              <a:xfrm>
                <a:off x="6481318" y="5734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7" name="Freeform 48526">
                <a:extLst>
                  <a:ext uri="{FF2B5EF4-FFF2-40B4-BE49-F238E27FC236}">
                    <a16:creationId xmlns:a16="http://schemas.microsoft.com/office/drawing/2014/main" id="{C2E98CFE-CE5F-2CAA-4E42-8CF4FE25D1EC}"/>
                  </a:ext>
                </a:extLst>
              </p:cNvPr>
              <p:cNvSpPr/>
              <p:nvPr/>
            </p:nvSpPr>
            <p:spPr>
              <a:xfrm>
                <a:off x="6481913" y="5709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8" name="Freeform 48527">
                <a:extLst>
                  <a:ext uri="{FF2B5EF4-FFF2-40B4-BE49-F238E27FC236}">
                    <a16:creationId xmlns:a16="http://schemas.microsoft.com/office/drawing/2014/main" id="{7923CF34-9027-F5DD-8ED8-36D400A67BA7}"/>
                  </a:ext>
                </a:extLst>
              </p:cNvPr>
              <p:cNvSpPr/>
              <p:nvPr/>
            </p:nvSpPr>
            <p:spPr>
              <a:xfrm>
                <a:off x="6482409" y="5705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29" name="Freeform 48528">
                <a:extLst>
                  <a:ext uri="{FF2B5EF4-FFF2-40B4-BE49-F238E27FC236}">
                    <a16:creationId xmlns:a16="http://schemas.microsoft.com/office/drawing/2014/main" id="{21A4A098-F6C9-95CD-6E08-D0487BF519A3}"/>
                  </a:ext>
                </a:extLst>
              </p:cNvPr>
              <p:cNvSpPr/>
              <p:nvPr/>
            </p:nvSpPr>
            <p:spPr>
              <a:xfrm>
                <a:off x="6482905" y="5711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0" name="Freeform 48529">
                <a:extLst>
                  <a:ext uri="{FF2B5EF4-FFF2-40B4-BE49-F238E27FC236}">
                    <a16:creationId xmlns:a16="http://schemas.microsoft.com/office/drawing/2014/main" id="{CF2CC745-9616-E9F4-0BC9-5513B0BB228A}"/>
                  </a:ext>
                </a:extLst>
              </p:cNvPr>
              <p:cNvSpPr/>
              <p:nvPr/>
            </p:nvSpPr>
            <p:spPr>
              <a:xfrm>
                <a:off x="6483501" y="5731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1" name="Freeform 48530">
                <a:extLst>
                  <a:ext uri="{FF2B5EF4-FFF2-40B4-BE49-F238E27FC236}">
                    <a16:creationId xmlns:a16="http://schemas.microsoft.com/office/drawing/2014/main" id="{CD78FA6C-7C0F-68BD-C14E-2B54D65005E9}"/>
                  </a:ext>
                </a:extLst>
              </p:cNvPr>
              <p:cNvSpPr/>
              <p:nvPr/>
            </p:nvSpPr>
            <p:spPr>
              <a:xfrm>
                <a:off x="6483997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2" name="Freeform 48531">
                <a:extLst>
                  <a:ext uri="{FF2B5EF4-FFF2-40B4-BE49-F238E27FC236}">
                    <a16:creationId xmlns:a16="http://schemas.microsoft.com/office/drawing/2014/main" id="{10BACEC2-6067-AE5A-D88E-6011A05AEF2F}"/>
                  </a:ext>
                </a:extLst>
              </p:cNvPr>
              <p:cNvSpPr/>
              <p:nvPr/>
            </p:nvSpPr>
            <p:spPr>
              <a:xfrm>
                <a:off x="6484493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3" name="Freeform 48532">
                <a:extLst>
                  <a:ext uri="{FF2B5EF4-FFF2-40B4-BE49-F238E27FC236}">
                    <a16:creationId xmlns:a16="http://schemas.microsoft.com/office/drawing/2014/main" id="{7F63A36B-0248-8AEA-E8EE-F20CD51D440F}"/>
                  </a:ext>
                </a:extLst>
              </p:cNvPr>
              <p:cNvSpPr/>
              <p:nvPr/>
            </p:nvSpPr>
            <p:spPr>
              <a:xfrm>
                <a:off x="6485088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4" name="Freeform 48533">
                <a:extLst>
                  <a:ext uri="{FF2B5EF4-FFF2-40B4-BE49-F238E27FC236}">
                    <a16:creationId xmlns:a16="http://schemas.microsoft.com/office/drawing/2014/main" id="{EA569EE4-4F32-0415-B906-4DD969AD7A54}"/>
                  </a:ext>
                </a:extLst>
              </p:cNvPr>
              <p:cNvSpPr/>
              <p:nvPr/>
            </p:nvSpPr>
            <p:spPr>
              <a:xfrm>
                <a:off x="6485584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5" name="Freeform 48534">
                <a:extLst>
                  <a:ext uri="{FF2B5EF4-FFF2-40B4-BE49-F238E27FC236}">
                    <a16:creationId xmlns:a16="http://schemas.microsoft.com/office/drawing/2014/main" id="{9904A0DC-56A1-268D-2260-295161CE5656}"/>
                  </a:ext>
                </a:extLst>
              </p:cNvPr>
              <p:cNvSpPr/>
              <p:nvPr/>
            </p:nvSpPr>
            <p:spPr>
              <a:xfrm>
                <a:off x="6486080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6" name="Freeform 48535">
                <a:extLst>
                  <a:ext uri="{FF2B5EF4-FFF2-40B4-BE49-F238E27FC236}">
                    <a16:creationId xmlns:a16="http://schemas.microsoft.com/office/drawing/2014/main" id="{03597B46-0587-004C-3C3D-10AD2E10D5AE}"/>
                  </a:ext>
                </a:extLst>
              </p:cNvPr>
              <p:cNvSpPr/>
              <p:nvPr/>
            </p:nvSpPr>
            <p:spPr>
              <a:xfrm>
                <a:off x="6486676" y="5920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7" name="Freeform 48536">
                <a:extLst>
                  <a:ext uri="{FF2B5EF4-FFF2-40B4-BE49-F238E27FC236}">
                    <a16:creationId xmlns:a16="http://schemas.microsoft.com/office/drawing/2014/main" id="{0C28CFF3-461C-CB9E-5F90-43490B83387D}"/>
                  </a:ext>
                </a:extLst>
              </p:cNvPr>
              <p:cNvSpPr/>
              <p:nvPr/>
            </p:nvSpPr>
            <p:spPr>
              <a:xfrm>
                <a:off x="6487172" y="5914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8" name="Freeform 48537">
                <a:extLst>
                  <a:ext uri="{FF2B5EF4-FFF2-40B4-BE49-F238E27FC236}">
                    <a16:creationId xmlns:a16="http://schemas.microsoft.com/office/drawing/2014/main" id="{2979606C-5500-498A-0157-B86AD0F1DC97}"/>
                  </a:ext>
                </a:extLst>
              </p:cNvPr>
              <p:cNvSpPr/>
              <p:nvPr/>
            </p:nvSpPr>
            <p:spPr>
              <a:xfrm>
                <a:off x="6487668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39" name="Freeform 48538">
                <a:extLst>
                  <a:ext uri="{FF2B5EF4-FFF2-40B4-BE49-F238E27FC236}">
                    <a16:creationId xmlns:a16="http://schemas.microsoft.com/office/drawing/2014/main" id="{7EFA6312-7709-9A9C-E195-297A08A3F36E}"/>
                  </a:ext>
                </a:extLst>
              </p:cNvPr>
              <p:cNvSpPr/>
              <p:nvPr/>
            </p:nvSpPr>
            <p:spPr>
              <a:xfrm>
                <a:off x="6488164" y="5896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0" name="Freeform 48539">
                <a:extLst>
                  <a:ext uri="{FF2B5EF4-FFF2-40B4-BE49-F238E27FC236}">
                    <a16:creationId xmlns:a16="http://schemas.microsoft.com/office/drawing/2014/main" id="{51D7ED49-6CDA-8334-D1C0-B61C276BE3C4}"/>
                  </a:ext>
                </a:extLst>
              </p:cNvPr>
              <p:cNvSpPr/>
              <p:nvPr/>
            </p:nvSpPr>
            <p:spPr>
              <a:xfrm>
                <a:off x="6488759" y="5882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1" name="Freeform 48540">
                <a:extLst>
                  <a:ext uri="{FF2B5EF4-FFF2-40B4-BE49-F238E27FC236}">
                    <a16:creationId xmlns:a16="http://schemas.microsoft.com/office/drawing/2014/main" id="{65F99B01-F5B9-FE97-3DC1-91CFAC5CBB3B}"/>
                  </a:ext>
                </a:extLst>
              </p:cNvPr>
              <p:cNvSpPr/>
              <p:nvPr/>
            </p:nvSpPr>
            <p:spPr>
              <a:xfrm>
                <a:off x="6489255" y="581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2" name="Freeform 48541">
                <a:extLst>
                  <a:ext uri="{FF2B5EF4-FFF2-40B4-BE49-F238E27FC236}">
                    <a16:creationId xmlns:a16="http://schemas.microsoft.com/office/drawing/2014/main" id="{A00857B0-A5B5-1C46-347C-B577B54CB4B5}"/>
                  </a:ext>
                </a:extLst>
              </p:cNvPr>
              <p:cNvSpPr/>
              <p:nvPr/>
            </p:nvSpPr>
            <p:spPr>
              <a:xfrm>
                <a:off x="6489752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3" name="Freeform 48542">
                <a:extLst>
                  <a:ext uri="{FF2B5EF4-FFF2-40B4-BE49-F238E27FC236}">
                    <a16:creationId xmlns:a16="http://schemas.microsoft.com/office/drawing/2014/main" id="{69376883-A640-44C9-CA68-7A108C39D3F7}"/>
                  </a:ext>
                </a:extLst>
              </p:cNvPr>
              <p:cNvSpPr/>
              <p:nvPr/>
            </p:nvSpPr>
            <p:spPr>
              <a:xfrm>
                <a:off x="6490347" y="5839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4" name="Freeform 48543">
                <a:extLst>
                  <a:ext uri="{FF2B5EF4-FFF2-40B4-BE49-F238E27FC236}">
                    <a16:creationId xmlns:a16="http://schemas.microsoft.com/office/drawing/2014/main" id="{F8FBD74F-65E1-9C73-59BA-E27E4B3B318A}"/>
                  </a:ext>
                </a:extLst>
              </p:cNvPr>
              <p:cNvSpPr/>
              <p:nvPr/>
            </p:nvSpPr>
            <p:spPr>
              <a:xfrm>
                <a:off x="6490843" y="5718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5" name="Freeform 48544">
                <a:extLst>
                  <a:ext uri="{FF2B5EF4-FFF2-40B4-BE49-F238E27FC236}">
                    <a16:creationId xmlns:a16="http://schemas.microsoft.com/office/drawing/2014/main" id="{08DEF0BB-F13C-95C8-17FC-E149834226AF}"/>
                  </a:ext>
                </a:extLst>
              </p:cNvPr>
              <p:cNvSpPr/>
              <p:nvPr/>
            </p:nvSpPr>
            <p:spPr>
              <a:xfrm>
                <a:off x="6491339" y="5701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6" name="Freeform 48545">
                <a:extLst>
                  <a:ext uri="{FF2B5EF4-FFF2-40B4-BE49-F238E27FC236}">
                    <a16:creationId xmlns:a16="http://schemas.microsoft.com/office/drawing/2014/main" id="{5496E013-000B-9F96-E265-1F8E8BC3787B}"/>
                  </a:ext>
                </a:extLst>
              </p:cNvPr>
              <p:cNvSpPr/>
              <p:nvPr/>
            </p:nvSpPr>
            <p:spPr>
              <a:xfrm>
                <a:off x="6491934" y="5753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7" name="Freeform 48546">
                <a:extLst>
                  <a:ext uri="{FF2B5EF4-FFF2-40B4-BE49-F238E27FC236}">
                    <a16:creationId xmlns:a16="http://schemas.microsoft.com/office/drawing/2014/main" id="{BCCBBCD9-9329-CA25-0E81-85CBCFB1573A}"/>
                  </a:ext>
                </a:extLst>
              </p:cNvPr>
              <p:cNvSpPr/>
              <p:nvPr/>
            </p:nvSpPr>
            <p:spPr>
              <a:xfrm>
                <a:off x="6492430" y="5714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8" name="Freeform 48547">
                <a:extLst>
                  <a:ext uri="{FF2B5EF4-FFF2-40B4-BE49-F238E27FC236}">
                    <a16:creationId xmlns:a16="http://schemas.microsoft.com/office/drawing/2014/main" id="{A0EF59EA-CF6A-D27A-BE80-7C2205A97C67}"/>
                  </a:ext>
                </a:extLst>
              </p:cNvPr>
              <p:cNvSpPr/>
              <p:nvPr/>
            </p:nvSpPr>
            <p:spPr>
              <a:xfrm>
                <a:off x="6492927" y="574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49" name="Freeform 48548">
                <a:extLst>
                  <a:ext uri="{FF2B5EF4-FFF2-40B4-BE49-F238E27FC236}">
                    <a16:creationId xmlns:a16="http://schemas.microsoft.com/office/drawing/2014/main" id="{FAEC0DC8-8F1A-D943-FC9D-517FF5DDB20E}"/>
                  </a:ext>
                </a:extLst>
              </p:cNvPr>
              <p:cNvSpPr/>
              <p:nvPr/>
            </p:nvSpPr>
            <p:spPr>
              <a:xfrm>
                <a:off x="6493522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0" name="Freeform 48549">
                <a:extLst>
                  <a:ext uri="{FF2B5EF4-FFF2-40B4-BE49-F238E27FC236}">
                    <a16:creationId xmlns:a16="http://schemas.microsoft.com/office/drawing/2014/main" id="{1F5CE121-3EA1-8420-30C2-65F1DD278FD7}"/>
                  </a:ext>
                </a:extLst>
              </p:cNvPr>
              <p:cNvSpPr/>
              <p:nvPr/>
            </p:nvSpPr>
            <p:spPr>
              <a:xfrm>
                <a:off x="6494018" y="5786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1" name="Freeform 48550">
                <a:extLst>
                  <a:ext uri="{FF2B5EF4-FFF2-40B4-BE49-F238E27FC236}">
                    <a16:creationId xmlns:a16="http://schemas.microsoft.com/office/drawing/2014/main" id="{945942BB-ED4F-F3BA-F738-6FC73B3D7FA3}"/>
                  </a:ext>
                </a:extLst>
              </p:cNvPr>
              <p:cNvSpPr/>
              <p:nvPr/>
            </p:nvSpPr>
            <p:spPr>
              <a:xfrm>
                <a:off x="6494514" y="5785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2" name="Freeform 48551">
                <a:extLst>
                  <a:ext uri="{FF2B5EF4-FFF2-40B4-BE49-F238E27FC236}">
                    <a16:creationId xmlns:a16="http://schemas.microsoft.com/office/drawing/2014/main" id="{F1E81F8A-E67C-DA7B-696F-84A6867E0E46}"/>
                  </a:ext>
                </a:extLst>
              </p:cNvPr>
              <p:cNvSpPr/>
              <p:nvPr/>
            </p:nvSpPr>
            <p:spPr>
              <a:xfrm>
                <a:off x="6495109" y="574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3" name="Freeform 48552">
                <a:extLst>
                  <a:ext uri="{FF2B5EF4-FFF2-40B4-BE49-F238E27FC236}">
                    <a16:creationId xmlns:a16="http://schemas.microsoft.com/office/drawing/2014/main" id="{509B7300-9356-2F68-1711-24F85DF822F6}"/>
                  </a:ext>
                </a:extLst>
              </p:cNvPr>
              <p:cNvSpPr/>
              <p:nvPr/>
            </p:nvSpPr>
            <p:spPr>
              <a:xfrm>
                <a:off x="6495605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4" name="Freeform 48553">
                <a:extLst>
                  <a:ext uri="{FF2B5EF4-FFF2-40B4-BE49-F238E27FC236}">
                    <a16:creationId xmlns:a16="http://schemas.microsoft.com/office/drawing/2014/main" id="{8E9BEEA5-A2DB-4CDB-5353-EA695FAD0009}"/>
                  </a:ext>
                </a:extLst>
              </p:cNvPr>
              <p:cNvSpPr/>
              <p:nvPr/>
            </p:nvSpPr>
            <p:spPr>
              <a:xfrm>
                <a:off x="6496102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5" name="Freeform 48554">
                <a:extLst>
                  <a:ext uri="{FF2B5EF4-FFF2-40B4-BE49-F238E27FC236}">
                    <a16:creationId xmlns:a16="http://schemas.microsoft.com/office/drawing/2014/main" id="{02CCEE36-E233-7E60-94FD-0B61AB3D9505}"/>
                  </a:ext>
                </a:extLst>
              </p:cNvPr>
              <p:cNvSpPr/>
              <p:nvPr/>
            </p:nvSpPr>
            <p:spPr>
              <a:xfrm>
                <a:off x="6496697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6" name="Freeform 48555">
                <a:extLst>
                  <a:ext uri="{FF2B5EF4-FFF2-40B4-BE49-F238E27FC236}">
                    <a16:creationId xmlns:a16="http://schemas.microsoft.com/office/drawing/2014/main" id="{65F52C14-401A-4AD1-F121-3D0A69F9DC9F}"/>
                  </a:ext>
                </a:extLst>
              </p:cNvPr>
              <p:cNvSpPr/>
              <p:nvPr/>
            </p:nvSpPr>
            <p:spPr>
              <a:xfrm>
                <a:off x="6497193" y="5905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7" name="Freeform 48556">
                <a:extLst>
                  <a:ext uri="{FF2B5EF4-FFF2-40B4-BE49-F238E27FC236}">
                    <a16:creationId xmlns:a16="http://schemas.microsoft.com/office/drawing/2014/main" id="{60D140DC-15A9-1334-D2B7-EF14B654A670}"/>
                  </a:ext>
                </a:extLst>
              </p:cNvPr>
              <p:cNvSpPr/>
              <p:nvPr/>
            </p:nvSpPr>
            <p:spPr>
              <a:xfrm>
                <a:off x="6497689" y="5928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8" name="Freeform 48557">
                <a:extLst>
                  <a:ext uri="{FF2B5EF4-FFF2-40B4-BE49-F238E27FC236}">
                    <a16:creationId xmlns:a16="http://schemas.microsoft.com/office/drawing/2014/main" id="{07E1FE36-2034-DFB8-0880-B018B9410548}"/>
                  </a:ext>
                </a:extLst>
              </p:cNvPr>
              <p:cNvSpPr/>
              <p:nvPr/>
            </p:nvSpPr>
            <p:spPr>
              <a:xfrm>
                <a:off x="6498284" y="594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59" name="Freeform 48558">
                <a:extLst>
                  <a:ext uri="{FF2B5EF4-FFF2-40B4-BE49-F238E27FC236}">
                    <a16:creationId xmlns:a16="http://schemas.microsoft.com/office/drawing/2014/main" id="{8B520402-2C61-8A81-C70E-BA223B5CE8C2}"/>
                  </a:ext>
                </a:extLst>
              </p:cNvPr>
              <p:cNvSpPr/>
              <p:nvPr/>
            </p:nvSpPr>
            <p:spPr>
              <a:xfrm>
                <a:off x="6498780" y="595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0" name="Freeform 48559">
                <a:extLst>
                  <a:ext uri="{FF2B5EF4-FFF2-40B4-BE49-F238E27FC236}">
                    <a16:creationId xmlns:a16="http://schemas.microsoft.com/office/drawing/2014/main" id="{EAD075BF-A3C0-64C3-FF2C-C750CF4EFB3A}"/>
                  </a:ext>
                </a:extLst>
              </p:cNvPr>
              <p:cNvSpPr/>
              <p:nvPr/>
            </p:nvSpPr>
            <p:spPr>
              <a:xfrm>
                <a:off x="6499277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1" name="Freeform 48560">
                <a:extLst>
                  <a:ext uri="{FF2B5EF4-FFF2-40B4-BE49-F238E27FC236}">
                    <a16:creationId xmlns:a16="http://schemas.microsoft.com/office/drawing/2014/main" id="{5263DEDE-9558-F7B8-252B-03703EE76DC0}"/>
                  </a:ext>
                </a:extLst>
              </p:cNvPr>
              <p:cNvSpPr/>
              <p:nvPr/>
            </p:nvSpPr>
            <p:spPr>
              <a:xfrm>
                <a:off x="6499773" y="595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2" name="Freeform 48561">
                <a:extLst>
                  <a:ext uri="{FF2B5EF4-FFF2-40B4-BE49-F238E27FC236}">
                    <a16:creationId xmlns:a16="http://schemas.microsoft.com/office/drawing/2014/main" id="{AB923104-6BCD-CCDB-1B4C-721FDDD6816F}"/>
                  </a:ext>
                </a:extLst>
              </p:cNvPr>
              <p:cNvSpPr/>
              <p:nvPr/>
            </p:nvSpPr>
            <p:spPr>
              <a:xfrm>
                <a:off x="6500368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3" name="Freeform 48562">
                <a:extLst>
                  <a:ext uri="{FF2B5EF4-FFF2-40B4-BE49-F238E27FC236}">
                    <a16:creationId xmlns:a16="http://schemas.microsoft.com/office/drawing/2014/main" id="{BEDDC1B0-143B-0672-2CF7-73620D564150}"/>
                  </a:ext>
                </a:extLst>
              </p:cNvPr>
              <p:cNvSpPr/>
              <p:nvPr/>
            </p:nvSpPr>
            <p:spPr>
              <a:xfrm>
                <a:off x="6500864" y="5951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4" name="Freeform 48563">
                <a:extLst>
                  <a:ext uri="{FF2B5EF4-FFF2-40B4-BE49-F238E27FC236}">
                    <a16:creationId xmlns:a16="http://schemas.microsoft.com/office/drawing/2014/main" id="{B6F97A7F-E52B-4369-7095-D65A1F315390}"/>
                  </a:ext>
                </a:extLst>
              </p:cNvPr>
              <p:cNvSpPr/>
              <p:nvPr/>
            </p:nvSpPr>
            <p:spPr>
              <a:xfrm>
                <a:off x="6501360" y="5948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5" name="Freeform 48564">
                <a:extLst>
                  <a:ext uri="{FF2B5EF4-FFF2-40B4-BE49-F238E27FC236}">
                    <a16:creationId xmlns:a16="http://schemas.microsoft.com/office/drawing/2014/main" id="{86F5A049-662B-4F11-861B-69F9677F04E1}"/>
                  </a:ext>
                </a:extLst>
              </p:cNvPr>
              <p:cNvSpPr/>
              <p:nvPr/>
            </p:nvSpPr>
            <p:spPr>
              <a:xfrm>
                <a:off x="6501955" y="5947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6" name="Freeform 48565">
                <a:extLst>
                  <a:ext uri="{FF2B5EF4-FFF2-40B4-BE49-F238E27FC236}">
                    <a16:creationId xmlns:a16="http://schemas.microsoft.com/office/drawing/2014/main" id="{331D05BD-4E86-FBA7-D48C-29BBB8FCDC39}"/>
                  </a:ext>
                </a:extLst>
              </p:cNvPr>
              <p:cNvSpPr/>
              <p:nvPr/>
            </p:nvSpPr>
            <p:spPr>
              <a:xfrm>
                <a:off x="6502452" y="5896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7" name="Freeform 48566">
                <a:extLst>
                  <a:ext uri="{FF2B5EF4-FFF2-40B4-BE49-F238E27FC236}">
                    <a16:creationId xmlns:a16="http://schemas.microsoft.com/office/drawing/2014/main" id="{C14391DD-3574-5EB3-B25E-BD983C9623AB}"/>
                  </a:ext>
                </a:extLst>
              </p:cNvPr>
              <p:cNvSpPr/>
              <p:nvPr/>
            </p:nvSpPr>
            <p:spPr>
              <a:xfrm>
                <a:off x="6502948" y="5878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8" name="Freeform 48567">
                <a:extLst>
                  <a:ext uri="{FF2B5EF4-FFF2-40B4-BE49-F238E27FC236}">
                    <a16:creationId xmlns:a16="http://schemas.microsoft.com/office/drawing/2014/main" id="{2E39F017-1913-7DEF-4ACB-FF839D781020}"/>
                  </a:ext>
                </a:extLst>
              </p:cNvPr>
              <p:cNvSpPr/>
              <p:nvPr/>
            </p:nvSpPr>
            <p:spPr>
              <a:xfrm>
                <a:off x="6503543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69" name="Freeform 48568">
                <a:extLst>
                  <a:ext uri="{FF2B5EF4-FFF2-40B4-BE49-F238E27FC236}">
                    <a16:creationId xmlns:a16="http://schemas.microsoft.com/office/drawing/2014/main" id="{73B3F9E4-C777-D193-C9CE-CD0AA291CF25}"/>
                  </a:ext>
                </a:extLst>
              </p:cNvPr>
              <p:cNvSpPr/>
              <p:nvPr/>
            </p:nvSpPr>
            <p:spPr>
              <a:xfrm>
                <a:off x="6504039" y="5759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0" name="Freeform 48569">
                <a:extLst>
                  <a:ext uri="{FF2B5EF4-FFF2-40B4-BE49-F238E27FC236}">
                    <a16:creationId xmlns:a16="http://schemas.microsoft.com/office/drawing/2014/main" id="{622B4B6F-5D01-529C-5728-DFDEA76F262A}"/>
                  </a:ext>
                </a:extLst>
              </p:cNvPr>
              <p:cNvSpPr/>
              <p:nvPr/>
            </p:nvSpPr>
            <p:spPr>
              <a:xfrm>
                <a:off x="6504535" y="580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1" name="Freeform 48570">
                <a:extLst>
                  <a:ext uri="{FF2B5EF4-FFF2-40B4-BE49-F238E27FC236}">
                    <a16:creationId xmlns:a16="http://schemas.microsoft.com/office/drawing/2014/main" id="{695DD0C9-3E6A-B894-381B-B999F2E3E9E3}"/>
                  </a:ext>
                </a:extLst>
              </p:cNvPr>
              <p:cNvSpPr/>
              <p:nvPr/>
            </p:nvSpPr>
            <p:spPr>
              <a:xfrm>
                <a:off x="6505130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2" name="Freeform 48571">
                <a:extLst>
                  <a:ext uri="{FF2B5EF4-FFF2-40B4-BE49-F238E27FC236}">
                    <a16:creationId xmlns:a16="http://schemas.microsoft.com/office/drawing/2014/main" id="{CA3A88B3-4DE6-E077-EADA-FC9B4ABB4387}"/>
                  </a:ext>
                </a:extLst>
              </p:cNvPr>
              <p:cNvSpPr/>
              <p:nvPr/>
            </p:nvSpPr>
            <p:spPr>
              <a:xfrm>
                <a:off x="6505627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3" name="Freeform 48572">
                <a:extLst>
                  <a:ext uri="{FF2B5EF4-FFF2-40B4-BE49-F238E27FC236}">
                    <a16:creationId xmlns:a16="http://schemas.microsoft.com/office/drawing/2014/main" id="{43C36D0E-CAD2-9B38-110F-548F0404AC59}"/>
                  </a:ext>
                </a:extLst>
              </p:cNvPr>
              <p:cNvSpPr/>
              <p:nvPr/>
            </p:nvSpPr>
            <p:spPr>
              <a:xfrm>
                <a:off x="6506123" y="5874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4" name="Freeform 48573">
                <a:extLst>
                  <a:ext uri="{FF2B5EF4-FFF2-40B4-BE49-F238E27FC236}">
                    <a16:creationId xmlns:a16="http://schemas.microsoft.com/office/drawing/2014/main" id="{6FDB3BDA-808F-8599-3562-17B9D79440EB}"/>
                  </a:ext>
                </a:extLst>
              </p:cNvPr>
              <p:cNvSpPr/>
              <p:nvPr/>
            </p:nvSpPr>
            <p:spPr>
              <a:xfrm>
                <a:off x="6506718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5" name="Freeform 48574">
                <a:extLst>
                  <a:ext uri="{FF2B5EF4-FFF2-40B4-BE49-F238E27FC236}">
                    <a16:creationId xmlns:a16="http://schemas.microsoft.com/office/drawing/2014/main" id="{66AF166F-FE7F-B52A-156E-7AAEF41D945F}"/>
                  </a:ext>
                </a:extLst>
              </p:cNvPr>
              <p:cNvSpPr/>
              <p:nvPr/>
            </p:nvSpPr>
            <p:spPr>
              <a:xfrm>
                <a:off x="6507214" y="5856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6" name="Freeform 48575">
                <a:extLst>
                  <a:ext uri="{FF2B5EF4-FFF2-40B4-BE49-F238E27FC236}">
                    <a16:creationId xmlns:a16="http://schemas.microsoft.com/office/drawing/2014/main" id="{3257F5DA-18F4-6B91-D895-C47DE99A62B1}"/>
                  </a:ext>
                </a:extLst>
              </p:cNvPr>
              <p:cNvSpPr/>
              <p:nvPr/>
            </p:nvSpPr>
            <p:spPr>
              <a:xfrm>
                <a:off x="6507710" y="5844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7" name="Freeform 48576">
                <a:extLst>
                  <a:ext uri="{FF2B5EF4-FFF2-40B4-BE49-F238E27FC236}">
                    <a16:creationId xmlns:a16="http://schemas.microsoft.com/office/drawing/2014/main" id="{82188FB1-A235-3AF2-BB8D-E293F620B7DD}"/>
                  </a:ext>
                </a:extLst>
              </p:cNvPr>
              <p:cNvSpPr/>
              <p:nvPr/>
            </p:nvSpPr>
            <p:spPr>
              <a:xfrm>
                <a:off x="6508305" y="5850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8" name="Freeform 48577">
                <a:extLst>
                  <a:ext uri="{FF2B5EF4-FFF2-40B4-BE49-F238E27FC236}">
                    <a16:creationId xmlns:a16="http://schemas.microsoft.com/office/drawing/2014/main" id="{05F4FE3B-1578-61E8-46AC-7D142CCF877D}"/>
                  </a:ext>
                </a:extLst>
              </p:cNvPr>
              <p:cNvSpPr/>
              <p:nvPr/>
            </p:nvSpPr>
            <p:spPr>
              <a:xfrm>
                <a:off x="6508802" y="5865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79" name="Freeform 48578">
                <a:extLst>
                  <a:ext uri="{FF2B5EF4-FFF2-40B4-BE49-F238E27FC236}">
                    <a16:creationId xmlns:a16="http://schemas.microsoft.com/office/drawing/2014/main" id="{47765538-0D19-E25C-513C-50A586829875}"/>
                  </a:ext>
                </a:extLst>
              </p:cNvPr>
              <p:cNvSpPr/>
              <p:nvPr/>
            </p:nvSpPr>
            <p:spPr>
              <a:xfrm>
                <a:off x="6509298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0" name="Freeform 48579">
                <a:extLst>
                  <a:ext uri="{FF2B5EF4-FFF2-40B4-BE49-F238E27FC236}">
                    <a16:creationId xmlns:a16="http://schemas.microsoft.com/office/drawing/2014/main" id="{3A3FEB54-E00B-3988-D52A-D7F746F4D226}"/>
                  </a:ext>
                </a:extLst>
              </p:cNvPr>
              <p:cNvSpPr/>
              <p:nvPr/>
            </p:nvSpPr>
            <p:spPr>
              <a:xfrm>
                <a:off x="65098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1" name="Freeform 48580">
                <a:extLst>
                  <a:ext uri="{FF2B5EF4-FFF2-40B4-BE49-F238E27FC236}">
                    <a16:creationId xmlns:a16="http://schemas.microsoft.com/office/drawing/2014/main" id="{10068AD1-AC5F-170E-B4A3-167A409BF8FF}"/>
                  </a:ext>
                </a:extLst>
              </p:cNvPr>
              <p:cNvSpPr/>
              <p:nvPr/>
            </p:nvSpPr>
            <p:spPr>
              <a:xfrm>
                <a:off x="65103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2" name="Freeform 48581">
                <a:extLst>
                  <a:ext uri="{FF2B5EF4-FFF2-40B4-BE49-F238E27FC236}">
                    <a16:creationId xmlns:a16="http://schemas.microsoft.com/office/drawing/2014/main" id="{900E0B00-FB02-DFE8-EAC0-37792E6356C2}"/>
                  </a:ext>
                </a:extLst>
              </p:cNvPr>
              <p:cNvSpPr/>
              <p:nvPr/>
            </p:nvSpPr>
            <p:spPr>
              <a:xfrm>
                <a:off x="65108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3" name="Freeform 48582">
                <a:extLst>
                  <a:ext uri="{FF2B5EF4-FFF2-40B4-BE49-F238E27FC236}">
                    <a16:creationId xmlns:a16="http://schemas.microsoft.com/office/drawing/2014/main" id="{999735DB-CA6D-3388-3DDF-8725C425F0CE}"/>
                  </a:ext>
                </a:extLst>
              </p:cNvPr>
              <p:cNvSpPr/>
              <p:nvPr/>
            </p:nvSpPr>
            <p:spPr>
              <a:xfrm>
                <a:off x="65113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4" name="Freeform 48583">
                <a:extLst>
                  <a:ext uri="{FF2B5EF4-FFF2-40B4-BE49-F238E27FC236}">
                    <a16:creationId xmlns:a16="http://schemas.microsoft.com/office/drawing/2014/main" id="{54F7CFA3-2959-7FAA-6926-3A4A30A8FD01}"/>
                  </a:ext>
                </a:extLst>
              </p:cNvPr>
              <p:cNvSpPr/>
              <p:nvPr/>
            </p:nvSpPr>
            <p:spPr>
              <a:xfrm>
                <a:off x="65119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5" name="Freeform 48584">
                <a:extLst>
                  <a:ext uri="{FF2B5EF4-FFF2-40B4-BE49-F238E27FC236}">
                    <a16:creationId xmlns:a16="http://schemas.microsoft.com/office/drawing/2014/main" id="{427C22F9-1A9C-202C-A7BE-FB7E71D67391}"/>
                  </a:ext>
                </a:extLst>
              </p:cNvPr>
              <p:cNvSpPr/>
              <p:nvPr/>
            </p:nvSpPr>
            <p:spPr>
              <a:xfrm>
                <a:off x="65124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6" name="Freeform 48585">
                <a:extLst>
                  <a:ext uri="{FF2B5EF4-FFF2-40B4-BE49-F238E27FC236}">
                    <a16:creationId xmlns:a16="http://schemas.microsoft.com/office/drawing/2014/main" id="{D22DC3AE-28BD-E870-A0F1-7FDE58FDB80F}"/>
                  </a:ext>
                </a:extLst>
              </p:cNvPr>
              <p:cNvSpPr/>
              <p:nvPr/>
            </p:nvSpPr>
            <p:spPr>
              <a:xfrm>
                <a:off x="651296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7" name="Freeform 48586">
                <a:extLst>
                  <a:ext uri="{FF2B5EF4-FFF2-40B4-BE49-F238E27FC236}">
                    <a16:creationId xmlns:a16="http://schemas.microsoft.com/office/drawing/2014/main" id="{6ACB8545-25A2-07EF-3FAC-D3FFCEC178FE}"/>
                  </a:ext>
                </a:extLst>
              </p:cNvPr>
              <p:cNvSpPr/>
              <p:nvPr/>
            </p:nvSpPr>
            <p:spPr>
              <a:xfrm>
                <a:off x="651356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8" name="Freeform 48587">
                <a:extLst>
                  <a:ext uri="{FF2B5EF4-FFF2-40B4-BE49-F238E27FC236}">
                    <a16:creationId xmlns:a16="http://schemas.microsoft.com/office/drawing/2014/main" id="{BB76504B-A693-3597-DC74-7B6F7E2C14B4}"/>
                  </a:ext>
                </a:extLst>
              </p:cNvPr>
              <p:cNvSpPr/>
              <p:nvPr/>
            </p:nvSpPr>
            <p:spPr>
              <a:xfrm>
                <a:off x="651406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89" name="Freeform 48588">
                <a:extLst>
                  <a:ext uri="{FF2B5EF4-FFF2-40B4-BE49-F238E27FC236}">
                    <a16:creationId xmlns:a16="http://schemas.microsoft.com/office/drawing/2014/main" id="{56F929D6-A319-FDE5-79D2-7FBCE0E29B97}"/>
                  </a:ext>
                </a:extLst>
              </p:cNvPr>
              <p:cNvSpPr/>
              <p:nvPr/>
            </p:nvSpPr>
            <p:spPr>
              <a:xfrm>
                <a:off x="65145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0" name="Freeform 48589">
                <a:extLst>
                  <a:ext uri="{FF2B5EF4-FFF2-40B4-BE49-F238E27FC236}">
                    <a16:creationId xmlns:a16="http://schemas.microsoft.com/office/drawing/2014/main" id="{2A37FBC0-3964-FC02-417B-16E7FDD1EB77}"/>
                  </a:ext>
                </a:extLst>
              </p:cNvPr>
              <p:cNvSpPr/>
              <p:nvPr/>
            </p:nvSpPr>
            <p:spPr>
              <a:xfrm>
                <a:off x="651515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1" name="Freeform 48590">
                <a:extLst>
                  <a:ext uri="{FF2B5EF4-FFF2-40B4-BE49-F238E27FC236}">
                    <a16:creationId xmlns:a16="http://schemas.microsoft.com/office/drawing/2014/main" id="{D9F0159A-51EF-D997-AA54-6179F7FDB853}"/>
                  </a:ext>
                </a:extLst>
              </p:cNvPr>
              <p:cNvSpPr/>
              <p:nvPr/>
            </p:nvSpPr>
            <p:spPr>
              <a:xfrm>
                <a:off x="6515648" y="602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2" name="Freeform 48591">
                <a:extLst>
                  <a:ext uri="{FF2B5EF4-FFF2-40B4-BE49-F238E27FC236}">
                    <a16:creationId xmlns:a16="http://schemas.microsoft.com/office/drawing/2014/main" id="{19537A71-432A-29F8-299F-F7DE8295C238}"/>
                  </a:ext>
                </a:extLst>
              </p:cNvPr>
              <p:cNvSpPr/>
              <p:nvPr/>
            </p:nvSpPr>
            <p:spPr>
              <a:xfrm>
                <a:off x="6516144" y="5872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3" name="Freeform 48592">
                <a:extLst>
                  <a:ext uri="{FF2B5EF4-FFF2-40B4-BE49-F238E27FC236}">
                    <a16:creationId xmlns:a16="http://schemas.microsoft.com/office/drawing/2014/main" id="{9449629B-065A-F054-82B9-7573A479CDB2}"/>
                  </a:ext>
                </a:extLst>
              </p:cNvPr>
              <p:cNvSpPr/>
              <p:nvPr/>
            </p:nvSpPr>
            <p:spPr>
              <a:xfrm>
                <a:off x="6516739" y="5840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4" name="Freeform 48593">
                <a:extLst>
                  <a:ext uri="{FF2B5EF4-FFF2-40B4-BE49-F238E27FC236}">
                    <a16:creationId xmlns:a16="http://schemas.microsoft.com/office/drawing/2014/main" id="{6EF25E3B-3B05-F0EF-6F38-DDC0E9ADC970}"/>
                  </a:ext>
                </a:extLst>
              </p:cNvPr>
              <p:cNvSpPr/>
              <p:nvPr/>
            </p:nvSpPr>
            <p:spPr>
              <a:xfrm>
                <a:off x="6517235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5" name="Freeform 48594">
                <a:extLst>
                  <a:ext uri="{FF2B5EF4-FFF2-40B4-BE49-F238E27FC236}">
                    <a16:creationId xmlns:a16="http://schemas.microsoft.com/office/drawing/2014/main" id="{CD3D3F26-9B2E-E233-3AC2-84D4B75BABFD}"/>
                  </a:ext>
                </a:extLst>
              </p:cNvPr>
              <p:cNvSpPr/>
              <p:nvPr/>
            </p:nvSpPr>
            <p:spPr>
              <a:xfrm>
                <a:off x="6517731" y="5924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6" name="Freeform 48595">
                <a:extLst>
                  <a:ext uri="{FF2B5EF4-FFF2-40B4-BE49-F238E27FC236}">
                    <a16:creationId xmlns:a16="http://schemas.microsoft.com/office/drawing/2014/main" id="{2A579DCF-9DF7-B4B6-033D-D9A1F1105FC6}"/>
                  </a:ext>
                </a:extLst>
              </p:cNvPr>
              <p:cNvSpPr/>
              <p:nvPr/>
            </p:nvSpPr>
            <p:spPr>
              <a:xfrm>
                <a:off x="6518327" y="5961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7" name="Freeform 48596">
                <a:extLst>
                  <a:ext uri="{FF2B5EF4-FFF2-40B4-BE49-F238E27FC236}">
                    <a16:creationId xmlns:a16="http://schemas.microsoft.com/office/drawing/2014/main" id="{7A5764A1-8072-2E87-3B33-760890DEB624}"/>
                  </a:ext>
                </a:extLst>
              </p:cNvPr>
              <p:cNvSpPr/>
              <p:nvPr/>
            </p:nvSpPr>
            <p:spPr>
              <a:xfrm>
                <a:off x="6518823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8" name="Freeform 48597">
                <a:extLst>
                  <a:ext uri="{FF2B5EF4-FFF2-40B4-BE49-F238E27FC236}">
                    <a16:creationId xmlns:a16="http://schemas.microsoft.com/office/drawing/2014/main" id="{59149736-7482-90E2-4B19-E72DE3CF9CD2}"/>
                  </a:ext>
                </a:extLst>
              </p:cNvPr>
              <p:cNvSpPr/>
              <p:nvPr/>
            </p:nvSpPr>
            <p:spPr>
              <a:xfrm>
                <a:off x="6519319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99" name="Freeform 48598">
                <a:extLst>
                  <a:ext uri="{FF2B5EF4-FFF2-40B4-BE49-F238E27FC236}">
                    <a16:creationId xmlns:a16="http://schemas.microsoft.com/office/drawing/2014/main" id="{C988C75C-4DF2-BA80-7CFB-DDDFE5421110}"/>
                  </a:ext>
                </a:extLst>
              </p:cNvPr>
              <p:cNvSpPr/>
              <p:nvPr/>
            </p:nvSpPr>
            <p:spPr>
              <a:xfrm>
                <a:off x="6519914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0" name="Freeform 48599">
                <a:extLst>
                  <a:ext uri="{FF2B5EF4-FFF2-40B4-BE49-F238E27FC236}">
                    <a16:creationId xmlns:a16="http://schemas.microsoft.com/office/drawing/2014/main" id="{529B1513-29E7-C634-8E11-C6C432FBF218}"/>
                  </a:ext>
                </a:extLst>
              </p:cNvPr>
              <p:cNvSpPr/>
              <p:nvPr/>
            </p:nvSpPr>
            <p:spPr>
              <a:xfrm>
                <a:off x="6520410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1" name="Freeform 48600">
                <a:extLst>
                  <a:ext uri="{FF2B5EF4-FFF2-40B4-BE49-F238E27FC236}">
                    <a16:creationId xmlns:a16="http://schemas.microsoft.com/office/drawing/2014/main" id="{A6EDD019-3B6A-4F48-3BE2-5FA26E7FE021}"/>
                  </a:ext>
                </a:extLst>
              </p:cNvPr>
              <p:cNvSpPr/>
              <p:nvPr/>
            </p:nvSpPr>
            <p:spPr>
              <a:xfrm>
                <a:off x="6520906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2" name="Freeform 48601">
                <a:extLst>
                  <a:ext uri="{FF2B5EF4-FFF2-40B4-BE49-F238E27FC236}">
                    <a16:creationId xmlns:a16="http://schemas.microsoft.com/office/drawing/2014/main" id="{DB93D7A2-99E4-EAB9-9476-C4946D351CB2}"/>
                  </a:ext>
                </a:extLst>
              </p:cNvPr>
              <p:cNvSpPr/>
              <p:nvPr/>
            </p:nvSpPr>
            <p:spPr>
              <a:xfrm>
                <a:off x="6521502" y="6037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3" name="Freeform 48602">
                <a:extLst>
                  <a:ext uri="{FF2B5EF4-FFF2-40B4-BE49-F238E27FC236}">
                    <a16:creationId xmlns:a16="http://schemas.microsoft.com/office/drawing/2014/main" id="{76CB5688-62FD-2EB3-C7E8-4416938E17E8}"/>
                  </a:ext>
                </a:extLst>
              </p:cNvPr>
              <p:cNvSpPr/>
              <p:nvPr/>
            </p:nvSpPr>
            <p:spPr>
              <a:xfrm>
                <a:off x="65219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4" name="Freeform 48603">
                <a:extLst>
                  <a:ext uri="{FF2B5EF4-FFF2-40B4-BE49-F238E27FC236}">
                    <a16:creationId xmlns:a16="http://schemas.microsoft.com/office/drawing/2014/main" id="{E9193317-0DB7-19FF-1904-E27F9E502685}"/>
                  </a:ext>
                </a:extLst>
              </p:cNvPr>
              <p:cNvSpPr/>
              <p:nvPr/>
            </p:nvSpPr>
            <p:spPr>
              <a:xfrm>
                <a:off x="652249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5" name="Freeform 48604">
                <a:extLst>
                  <a:ext uri="{FF2B5EF4-FFF2-40B4-BE49-F238E27FC236}">
                    <a16:creationId xmlns:a16="http://schemas.microsoft.com/office/drawing/2014/main" id="{3BFC5367-278E-1023-D55E-2C4CC6BF4909}"/>
                  </a:ext>
                </a:extLst>
              </p:cNvPr>
              <p:cNvSpPr/>
              <p:nvPr/>
            </p:nvSpPr>
            <p:spPr>
              <a:xfrm>
                <a:off x="65230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6" name="Freeform 48605">
                <a:extLst>
                  <a:ext uri="{FF2B5EF4-FFF2-40B4-BE49-F238E27FC236}">
                    <a16:creationId xmlns:a16="http://schemas.microsoft.com/office/drawing/2014/main" id="{7A8C3057-BD53-BCF6-D5AC-0534201389BB}"/>
                  </a:ext>
                </a:extLst>
              </p:cNvPr>
              <p:cNvSpPr/>
              <p:nvPr/>
            </p:nvSpPr>
            <p:spPr>
              <a:xfrm>
                <a:off x="652358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7" name="Freeform 48606">
                <a:extLst>
                  <a:ext uri="{FF2B5EF4-FFF2-40B4-BE49-F238E27FC236}">
                    <a16:creationId xmlns:a16="http://schemas.microsoft.com/office/drawing/2014/main" id="{58DB8D96-3127-E7BE-3F7B-13BBBC26BC9A}"/>
                  </a:ext>
                </a:extLst>
              </p:cNvPr>
              <p:cNvSpPr/>
              <p:nvPr/>
            </p:nvSpPr>
            <p:spPr>
              <a:xfrm>
                <a:off x="652408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8" name="Freeform 48607">
                <a:extLst>
                  <a:ext uri="{FF2B5EF4-FFF2-40B4-BE49-F238E27FC236}">
                    <a16:creationId xmlns:a16="http://schemas.microsoft.com/office/drawing/2014/main" id="{CDEBACE3-A173-6717-C86F-D7B6A1742F6D}"/>
                  </a:ext>
                </a:extLst>
              </p:cNvPr>
              <p:cNvSpPr/>
              <p:nvPr/>
            </p:nvSpPr>
            <p:spPr>
              <a:xfrm>
                <a:off x="65245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09" name="Freeform 48608">
                <a:extLst>
                  <a:ext uri="{FF2B5EF4-FFF2-40B4-BE49-F238E27FC236}">
                    <a16:creationId xmlns:a16="http://schemas.microsoft.com/office/drawing/2014/main" id="{71E77927-AF2F-6D82-C0FF-C2B35B3EED99}"/>
                  </a:ext>
                </a:extLst>
              </p:cNvPr>
              <p:cNvSpPr/>
              <p:nvPr/>
            </p:nvSpPr>
            <p:spPr>
              <a:xfrm>
                <a:off x="65251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0" name="Freeform 48609">
                <a:extLst>
                  <a:ext uri="{FF2B5EF4-FFF2-40B4-BE49-F238E27FC236}">
                    <a16:creationId xmlns:a16="http://schemas.microsoft.com/office/drawing/2014/main" id="{E5549CFA-FA61-E98A-2951-C9163DE2E0D9}"/>
                  </a:ext>
                </a:extLst>
              </p:cNvPr>
              <p:cNvSpPr/>
              <p:nvPr/>
            </p:nvSpPr>
            <p:spPr>
              <a:xfrm>
                <a:off x="65256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1" name="Freeform 48610">
                <a:extLst>
                  <a:ext uri="{FF2B5EF4-FFF2-40B4-BE49-F238E27FC236}">
                    <a16:creationId xmlns:a16="http://schemas.microsoft.com/office/drawing/2014/main" id="{9E853083-4158-9A10-4770-0EF22120703A}"/>
                  </a:ext>
                </a:extLst>
              </p:cNvPr>
              <p:cNvSpPr/>
              <p:nvPr/>
            </p:nvSpPr>
            <p:spPr>
              <a:xfrm>
                <a:off x="65261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2" name="Freeform 48611">
                <a:extLst>
                  <a:ext uri="{FF2B5EF4-FFF2-40B4-BE49-F238E27FC236}">
                    <a16:creationId xmlns:a16="http://schemas.microsoft.com/office/drawing/2014/main" id="{960FF50E-B265-A3B7-C78F-A4A73788D346}"/>
                  </a:ext>
                </a:extLst>
              </p:cNvPr>
              <p:cNvSpPr/>
              <p:nvPr/>
            </p:nvSpPr>
            <p:spPr>
              <a:xfrm>
                <a:off x="65267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3" name="Freeform 48612">
                <a:extLst>
                  <a:ext uri="{FF2B5EF4-FFF2-40B4-BE49-F238E27FC236}">
                    <a16:creationId xmlns:a16="http://schemas.microsoft.com/office/drawing/2014/main" id="{7C423D08-BF23-72D2-F83E-9529FBCF742D}"/>
                  </a:ext>
                </a:extLst>
              </p:cNvPr>
              <p:cNvSpPr/>
              <p:nvPr/>
            </p:nvSpPr>
            <p:spPr>
              <a:xfrm>
                <a:off x="652725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4" name="Freeform 48613">
                <a:extLst>
                  <a:ext uri="{FF2B5EF4-FFF2-40B4-BE49-F238E27FC236}">
                    <a16:creationId xmlns:a16="http://schemas.microsoft.com/office/drawing/2014/main" id="{31486546-7F87-BA84-7C1E-F43B34533A3B}"/>
                  </a:ext>
                </a:extLst>
              </p:cNvPr>
              <p:cNvSpPr/>
              <p:nvPr/>
            </p:nvSpPr>
            <p:spPr>
              <a:xfrm>
                <a:off x="652775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5" name="Freeform 48614">
                <a:extLst>
                  <a:ext uri="{FF2B5EF4-FFF2-40B4-BE49-F238E27FC236}">
                    <a16:creationId xmlns:a16="http://schemas.microsoft.com/office/drawing/2014/main" id="{4FD06BE5-EC16-1AD9-D51E-9E27A3EEAFC5}"/>
                  </a:ext>
                </a:extLst>
              </p:cNvPr>
              <p:cNvSpPr/>
              <p:nvPr/>
            </p:nvSpPr>
            <p:spPr>
              <a:xfrm>
                <a:off x="6528348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6" name="Freeform 48615">
                <a:extLst>
                  <a:ext uri="{FF2B5EF4-FFF2-40B4-BE49-F238E27FC236}">
                    <a16:creationId xmlns:a16="http://schemas.microsoft.com/office/drawing/2014/main" id="{5A23B954-EE1E-EA54-D69F-76CE07D13AD8}"/>
                  </a:ext>
                </a:extLst>
              </p:cNvPr>
              <p:cNvSpPr/>
              <p:nvPr/>
            </p:nvSpPr>
            <p:spPr>
              <a:xfrm>
                <a:off x="6528844" y="5887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7" name="Freeform 48616">
                <a:extLst>
                  <a:ext uri="{FF2B5EF4-FFF2-40B4-BE49-F238E27FC236}">
                    <a16:creationId xmlns:a16="http://schemas.microsoft.com/office/drawing/2014/main" id="{5ECFC9B4-6B09-5E67-3F40-E9AA0AAAE493}"/>
                  </a:ext>
                </a:extLst>
              </p:cNvPr>
              <p:cNvSpPr/>
              <p:nvPr/>
            </p:nvSpPr>
            <p:spPr>
              <a:xfrm>
                <a:off x="6529340" y="5854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8" name="Freeform 48617">
                <a:extLst>
                  <a:ext uri="{FF2B5EF4-FFF2-40B4-BE49-F238E27FC236}">
                    <a16:creationId xmlns:a16="http://schemas.microsoft.com/office/drawing/2014/main" id="{F4C1FE92-26CA-E297-8D75-28133DCAFE5A}"/>
                  </a:ext>
                </a:extLst>
              </p:cNvPr>
              <p:cNvSpPr/>
              <p:nvPr/>
            </p:nvSpPr>
            <p:spPr>
              <a:xfrm>
                <a:off x="6529935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19" name="Freeform 48618">
                <a:extLst>
                  <a:ext uri="{FF2B5EF4-FFF2-40B4-BE49-F238E27FC236}">
                    <a16:creationId xmlns:a16="http://schemas.microsoft.com/office/drawing/2014/main" id="{8AE3AC2A-4E6B-602B-C1E9-C35B8B9C14DB}"/>
                  </a:ext>
                </a:extLst>
              </p:cNvPr>
              <p:cNvSpPr/>
              <p:nvPr/>
            </p:nvSpPr>
            <p:spPr>
              <a:xfrm>
                <a:off x="6530431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0" name="Freeform 48619">
                <a:extLst>
                  <a:ext uri="{FF2B5EF4-FFF2-40B4-BE49-F238E27FC236}">
                    <a16:creationId xmlns:a16="http://schemas.microsoft.com/office/drawing/2014/main" id="{C7729809-48A8-7AFA-DB72-331AB89E2C93}"/>
                  </a:ext>
                </a:extLst>
              </p:cNvPr>
              <p:cNvSpPr/>
              <p:nvPr/>
            </p:nvSpPr>
            <p:spPr>
              <a:xfrm>
                <a:off x="6530927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1" name="Freeform 48620">
                <a:extLst>
                  <a:ext uri="{FF2B5EF4-FFF2-40B4-BE49-F238E27FC236}">
                    <a16:creationId xmlns:a16="http://schemas.microsoft.com/office/drawing/2014/main" id="{A8223424-0A14-D5A2-4D68-8CFF0D23E811}"/>
                  </a:ext>
                </a:extLst>
              </p:cNvPr>
              <p:cNvSpPr/>
              <p:nvPr/>
            </p:nvSpPr>
            <p:spPr>
              <a:xfrm>
                <a:off x="6531523" y="602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2" name="Freeform 48621">
                <a:extLst>
                  <a:ext uri="{FF2B5EF4-FFF2-40B4-BE49-F238E27FC236}">
                    <a16:creationId xmlns:a16="http://schemas.microsoft.com/office/drawing/2014/main" id="{E3F0775D-4DB6-275E-3E94-06B1398AA1DB}"/>
                  </a:ext>
                </a:extLst>
              </p:cNvPr>
              <p:cNvSpPr/>
              <p:nvPr/>
            </p:nvSpPr>
            <p:spPr>
              <a:xfrm>
                <a:off x="6532019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3" name="Freeform 48622">
                <a:extLst>
                  <a:ext uri="{FF2B5EF4-FFF2-40B4-BE49-F238E27FC236}">
                    <a16:creationId xmlns:a16="http://schemas.microsoft.com/office/drawing/2014/main" id="{E5F74C13-9BDE-FD46-0EDE-214B2D7EAE9D}"/>
                  </a:ext>
                </a:extLst>
              </p:cNvPr>
              <p:cNvSpPr/>
              <p:nvPr/>
            </p:nvSpPr>
            <p:spPr>
              <a:xfrm>
                <a:off x="6532515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4" name="Freeform 48623">
                <a:extLst>
                  <a:ext uri="{FF2B5EF4-FFF2-40B4-BE49-F238E27FC236}">
                    <a16:creationId xmlns:a16="http://schemas.microsoft.com/office/drawing/2014/main" id="{3438567E-438B-0893-0A62-80DEB86204B1}"/>
                  </a:ext>
                </a:extLst>
              </p:cNvPr>
              <p:cNvSpPr/>
              <p:nvPr/>
            </p:nvSpPr>
            <p:spPr>
              <a:xfrm>
                <a:off x="6533110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5" name="Freeform 48624">
                <a:extLst>
                  <a:ext uri="{FF2B5EF4-FFF2-40B4-BE49-F238E27FC236}">
                    <a16:creationId xmlns:a16="http://schemas.microsoft.com/office/drawing/2014/main" id="{2F45CBA3-89D1-3171-0B05-A182F1795550}"/>
                  </a:ext>
                </a:extLst>
              </p:cNvPr>
              <p:cNvSpPr/>
              <p:nvPr/>
            </p:nvSpPr>
            <p:spPr>
              <a:xfrm>
                <a:off x="6533606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6" name="Freeform 48625">
                <a:extLst>
                  <a:ext uri="{FF2B5EF4-FFF2-40B4-BE49-F238E27FC236}">
                    <a16:creationId xmlns:a16="http://schemas.microsoft.com/office/drawing/2014/main" id="{1F3ADE59-C74C-9DAE-6C3D-4AAD7D46A809}"/>
                  </a:ext>
                </a:extLst>
              </p:cNvPr>
              <p:cNvSpPr/>
              <p:nvPr/>
            </p:nvSpPr>
            <p:spPr>
              <a:xfrm>
                <a:off x="6534102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7" name="Freeform 48626">
                <a:extLst>
                  <a:ext uri="{FF2B5EF4-FFF2-40B4-BE49-F238E27FC236}">
                    <a16:creationId xmlns:a16="http://schemas.microsoft.com/office/drawing/2014/main" id="{019EB433-C722-62F3-34F3-7C100F5446B0}"/>
                  </a:ext>
                </a:extLst>
              </p:cNvPr>
              <p:cNvSpPr/>
              <p:nvPr/>
            </p:nvSpPr>
            <p:spPr>
              <a:xfrm>
                <a:off x="65346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8" name="Freeform 48627">
                <a:extLst>
                  <a:ext uri="{FF2B5EF4-FFF2-40B4-BE49-F238E27FC236}">
                    <a16:creationId xmlns:a16="http://schemas.microsoft.com/office/drawing/2014/main" id="{5C57CE04-12E8-F251-A489-C30B31ACAAA3}"/>
                  </a:ext>
                </a:extLst>
              </p:cNvPr>
              <p:cNvSpPr/>
              <p:nvPr/>
            </p:nvSpPr>
            <p:spPr>
              <a:xfrm>
                <a:off x="653519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29" name="Freeform 48628">
                <a:extLst>
                  <a:ext uri="{FF2B5EF4-FFF2-40B4-BE49-F238E27FC236}">
                    <a16:creationId xmlns:a16="http://schemas.microsoft.com/office/drawing/2014/main" id="{F149E6A4-7CAB-69E5-CD01-17A813B7821E}"/>
                  </a:ext>
                </a:extLst>
              </p:cNvPr>
              <p:cNvSpPr/>
              <p:nvPr/>
            </p:nvSpPr>
            <p:spPr>
              <a:xfrm>
                <a:off x="65356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0" name="Freeform 48629">
                <a:extLst>
                  <a:ext uri="{FF2B5EF4-FFF2-40B4-BE49-F238E27FC236}">
                    <a16:creationId xmlns:a16="http://schemas.microsoft.com/office/drawing/2014/main" id="{4F7192C3-A9DC-BE73-DAA9-B2C773B3F006}"/>
                  </a:ext>
                </a:extLst>
              </p:cNvPr>
              <p:cNvSpPr/>
              <p:nvPr/>
            </p:nvSpPr>
            <p:spPr>
              <a:xfrm>
                <a:off x="65361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1" name="Freeform 48630">
                <a:extLst>
                  <a:ext uri="{FF2B5EF4-FFF2-40B4-BE49-F238E27FC236}">
                    <a16:creationId xmlns:a16="http://schemas.microsoft.com/office/drawing/2014/main" id="{339135D8-34DA-A995-2EC0-746FCE19B365}"/>
                  </a:ext>
                </a:extLst>
              </p:cNvPr>
              <p:cNvSpPr/>
              <p:nvPr/>
            </p:nvSpPr>
            <p:spPr>
              <a:xfrm>
                <a:off x="65367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2" name="Freeform 48631">
                <a:extLst>
                  <a:ext uri="{FF2B5EF4-FFF2-40B4-BE49-F238E27FC236}">
                    <a16:creationId xmlns:a16="http://schemas.microsoft.com/office/drawing/2014/main" id="{A9F43491-6F92-4559-8039-418EB2749F3C}"/>
                  </a:ext>
                </a:extLst>
              </p:cNvPr>
              <p:cNvSpPr/>
              <p:nvPr/>
            </p:nvSpPr>
            <p:spPr>
              <a:xfrm>
                <a:off x="65372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3" name="Freeform 48632">
                <a:extLst>
                  <a:ext uri="{FF2B5EF4-FFF2-40B4-BE49-F238E27FC236}">
                    <a16:creationId xmlns:a16="http://schemas.microsoft.com/office/drawing/2014/main" id="{907B04F1-C64D-B944-DCCE-7B1DF0FB81C6}"/>
                  </a:ext>
                </a:extLst>
              </p:cNvPr>
              <p:cNvSpPr/>
              <p:nvPr/>
            </p:nvSpPr>
            <p:spPr>
              <a:xfrm>
                <a:off x="65377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4" name="Freeform 48633">
                <a:extLst>
                  <a:ext uri="{FF2B5EF4-FFF2-40B4-BE49-F238E27FC236}">
                    <a16:creationId xmlns:a16="http://schemas.microsoft.com/office/drawing/2014/main" id="{3165285F-EDA5-134E-5AA9-94F2902A2704}"/>
                  </a:ext>
                </a:extLst>
              </p:cNvPr>
              <p:cNvSpPr/>
              <p:nvPr/>
            </p:nvSpPr>
            <p:spPr>
              <a:xfrm>
                <a:off x="65383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5" name="Freeform 48634">
                <a:extLst>
                  <a:ext uri="{FF2B5EF4-FFF2-40B4-BE49-F238E27FC236}">
                    <a16:creationId xmlns:a16="http://schemas.microsoft.com/office/drawing/2014/main" id="{1973044E-08ED-3EAF-23A7-9A392E046A76}"/>
                  </a:ext>
                </a:extLst>
              </p:cNvPr>
              <p:cNvSpPr/>
              <p:nvPr/>
            </p:nvSpPr>
            <p:spPr>
              <a:xfrm>
                <a:off x="65388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6" name="Freeform 48635">
                <a:extLst>
                  <a:ext uri="{FF2B5EF4-FFF2-40B4-BE49-F238E27FC236}">
                    <a16:creationId xmlns:a16="http://schemas.microsoft.com/office/drawing/2014/main" id="{39865114-D809-1616-EF71-2656114AE1B1}"/>
                  </a:ext>
                </a:extLst>
              </p:cNvPr>
              <p:cNvSpPr/>
              <p:nvPr/>
            </p:nvSpPr>
            <p:spPr>
              <a:xfrm>
                <a:off x="653936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7" name="Freeform 48636">
                <a:extLst>
                  <a:ext uri="{FF2B5EF4-FFF2-40B4-BE49-F238E27FC236}">
                    <a16:creationId xmlns:a16="http://schemas.microsoft.com/office/drawing/2014/main" id="{16979E19-9AC6-EF2D-C838-E0ACBD4AEED6}"/>
                  </a:ext>
                </a:extLst>
              </p:cNvPr>
              <p:cNvSpPr/>
              <p:nvPr/>
            </p:nvSpPr>
            <p:spPr>
              <a:xfrm>
                <a:off x="653995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8" name="Freeform 48637">
                <a:extLst>
                  <a:ext uri="{FF2B5EF4-FFF2-40B4-BE49-F238E27FC236}">
                    <a16:creationId xmlns:a16="http://schemas.microsoft.com/office/drawing/2014/main" id="{D1BECEB7-2E2B-C678-7AE3-0B484BA01904}"/>
                  </a:ext>
                </a:extLst>
              </p:cNvPr>
              <p:cNvSpPr/>
              <p:nvPr/>
            </p:nvSpPr>
            <p:spPr>
              <a:xfrm>
                <a:off x="654045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39" name="Freeform 48638">
                <a:extLst>
                  <a:ext uri="{FF2B5EF4-FFF2-40B4-BE49-F238E27FC236}">
                    <a16:creationId xmlns:a16="http://schemas.microsoft.com/office/drawing/2014/main" id="{D10D39D1-DDE6-3A9A-00AB-E9D4C9724710}"/>
                  </a:ext>
                </a:extLst>
              </p:cNvPr>
              <p:cNvSpPr/>
              <p:nvPr/>
            </p:nvSpPr>
            <p:spPr>
              <a:xfrm>
                <a:off x="6540948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0" name="Freeform 48639">
                <a:extLst>
                  <a:ext uri="{FF2B5EF4-FFF2-40B4-BE49-F238E27FC236}">
                    <a16:creationId xmlns:a16="http://schemas.microsoft.com/office/drawing/2014/main" id="{609ACCDD-5F9C-006E-D3F2-8849FB573903}"/>
                  </a:ext>
                </a:extLst>
              </p:cNvPr>
              <p:cNvSpPr/>
              <p:nvPr/>
            </p:nvSpPr>
            <p:spPr>
              <a:xfrm>
                <a:off x="6541544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1" name="Freeform 48640">
                <a:extLst>
                  <a:ext uri="{FF2B5EF4-FFF2-40B4-BE49-F238E27FC236}">
                    <a16:creationId xmlns:a16="http://schemas.microsoft.com/office/drawing/2014/main" id="{759AD56D-9AB7-6F23-8643-3E947BBEA3EB}"/>
                  </a:ext>
                </a:extLst>
              </p:cNvPr>
              <p:cNvSpPr/>
              <p:nvPr/>
            </p:nvSpPr>
            <p:spPr>
              <a:xfrm>
                <a:off x="6542040" y="5813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2" name="Freeform 48641">
                <a:extLst>
                  <a:ext uri="{FF2B5EF4-FFF2-40B4-BE49-F238E27FC236}">
                    <a16:creationId xmlns:a16="http://schemas.microsoft.com/office/drawing/2014/main" id="{75B2EBC7-69A2-2A6E-564F-A8374F79AA7C}"/>
                  </a:ext>
                </a:extLst>
              </p:cNvPr>
              <p:cNvSpPr/>
              <p:nvPr/>
            </p:nvSpPr>
            <p:spPr>
              <a:xfrm>
                <a:off x="6542536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3" name="Freeform 48642">
                <a:extLst>
                  <a:ext uri="{FF2B5EF4-FFF2-40B4-BE49-F238E27FC236}">
                    <a16:creationId xmlns:a16="http://schemas.microsoft.com/office/drawing/2014/main" id="{8A2812BB-6038-D1F0-2BCE-AFCBD6F8F39D}"/>
                  </a:ext>
                </a:extLst>
              </p:cNvPr>
              <p:cNvSpPr/>
              <p:nvPr/>
            </p:nvSpPr>
            <p:spPr>
              <a:xfrm>
                <a:off x="6543131" y="5910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4" name="Freeform 48643">
                <a:extLst>
                  <a:ext uri="{FF2B5EF4-FFF2-40B4-BE49-F238E27FC236}">
                    <a16:creationId xmlns:a16="http://schemas.microsoft.com/office/drawing/2014/main" id="{63AA7C74-74F0-D5CE-192F-27D30DACB37D}"/>
                  </a:ext>
                </a:extLst>
              </p:cNvPr>
              <p:cNvSpPr/>
              <p:nvPr/>
            </p:nvSpPr>
            <p:spPr>
              <a:xfrm>
                <a:off x="6543627" y="5939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5" name="Freeform 48644">
                <a:extLst>
                  <a:ext uri="{FF2B5EF4-FFF2-40B4-BE49-F238E27FC236}">
                    <a16:creationId xmlns:a16="http://schemas.microsoft.com/office/drawing/2014/main" id="{5E855EB3-0C4C-FDCB-212E-FF9A74B81A58}"/>
                  </a:ext>
                </a:extLst>
              </p:cNvPr>
              <p:cNvSpPr/>
              <p:nvPr/>
            </p:nvSpPr>
            <p:spPr>
              <a:xfrm>
                <a:off x="6544123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6" name="Freeform 48645">
                <a:extLst>
                  <a:ext uri="{FF2B5EF4-FFF2-40B4-BE49-F238E27FC236}">
                    <a16:creationId xmlns:a16="http://schemas.microsoft.com/office/drawing/2014/main" id="{74FCB0D7-EBE5-622A-CFDD-6867E277233C}"/>
                  </a:ext>
                </a:extLst>
              </p:cNvPr>
              <p:cNvSpPr/>
              <p:nvPr/>
            </p:nvSpPr>
            <p:spPr>
              <a:xfrm>
                <a:off x="6544719" y="6043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7" name="Freeform 48646">
                <a:extLst>
                  <a:ext uri="{FF2B5EF4-FFF2-40B4-BE49-F238E27FC236}">
                    <a16:creationId xmlns:a16="http://schemas.microsoft.com/office/drawing/2014/main" id="{85107D14-7791-05BA-817D-A35576A80E24}"/>
                  </a:ext>
                </a:extLst>
              </p:cNvPr>
              <p:cNvSpPr/>
              <p:nvPr/>
            </p:nvSpPr>
            <p:spPr>
              <a:xfrm>
                <a:off x="6545215" y="6041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8" name="Freeform 48647">
                <a:extLst>
                  <a:ext uri="{FF2B5EF4-FFF2-40B4-BE49-F238E27FC236}">
                    <a16:creationId xmlns:a16="http://schemas.microsoft.com/office/drawing/2014/main" id="{21FBBD1B-09F2-3324-5C00-AF21ABEFB95B}"/>
                  </a:ext>
                </a:extLst>
              </p:cNvPr>
              <p:cNvSpPr/>
              <p:nvPr/>
            </p:nvSpPr>
            <p:spPr>
              <a:xfrm>
                <a:off x="6545711" y="6040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49" name="Freeform 48648">
                <a:extLst>
                  <a:ext uri="{FF2B5EF4-FFF2-40B4-BE49-F238E27FC236}">
                    <a16:creationId xmlns:a16="http://schemas.microsoft.com/office/drawing/2014/main" id="{9E617452-F799-E303-EBEE-841E7DAB6D36}"/>
                  </a:ext>
                </a:extLst>
              </p:cNvPr>
              <p:cNvSpPr/>
              <p:nvPr/>
            </p:nvSpPr>
            <p:spPr>
              <a:xfrm>
                <a:off x="6546306" y="6036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0" name="Freeform 48649">
                <a:extLst>
                  <a:ext uri="{FF2B5EF4-FFF2-40B4-BE49-F238E27FC236}">
                    <a16:creationId xmlns:a16="http://schemas.microsoft.com/office/drawing/2014/main" id="{6C915BC9-A064-ED0F-E9B0-5E929998C777}"/>
                  </a:ext>
                </a:extLst>
              </p:cNvPr>
              <p:cNvSpPr/>
              <p:nvPr/>
            </p:nvSpPr>
            <p:spPr>
              <a:xfrm>
                <a:off x="6546802" y="6032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1" name="Freeform 48650">
                <a:extLst>
                  <a:ext uri="{FF2B5EF4-FFF2-40B4-BE49-F238E27FC236}">
                    <a16:creationId xmlns:a16="http://schemas.microsoft.com/office/drawing/2014/main" id="{9FD6AB77-B278-4887-77BA-D16835403062}"/>
                  </a:ext>
                </a:extLst>
              </p:cNvPr>
              <p:cNvSpPr/>
              <p:nvPr/>
            </p:nvSpPr>
            <p:spPr>
              <a:xfrm>
                <a:off x="6547298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2" name="Freeform 48651">
                <a:extLst>
                  <a:ext uri="{FF2B5EF4-FFF2-40B4-BE49-F238E27FC236}">
                    <a16:creationId xmlns:a16="http://schemas.microsoft.com/office/drawing/2014/main" id="{18EA3546-C461-F5F2-CACE-D1B1E4C1FFA9}"/>
                  </a:ext>
                </a:extLst>
              </p:cNvPr>
              <p:cNvSpPr/>
              <p:nvPr/>
            </p:nvSpPr>
            <p:spPr>
              <a:xfrm>
                <a:off x="654779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3" name="Freeform 48652">
                <a:extLst>
                  <a:ext uri="{FF2B5EF4-FFF2-40B4-BE49-F238E27FC236}">
                    <a16:creationId xmlns:a16="http://schemas.microsoft.com/office/drawing/2014/main" id="{4D9E4EB3-7AD0-BA2D-5170-A135F3DBA449}"/>
                  </a:ext>
                </a:extLst>
              </p:cNvPr>
              <p:cNvSpPr/>
              <p:nvPr/>
            </p:nvSpPr>
            <p:spPr>
              <a:xfrm>
                <a:off x="65483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4" name="Freeform 48653">
                <a:extLst>
                  <a:ext uri="{FF2B5EF4-FFF2-40B4-BE49-F238E27FC236}">
                    <a16:creationId xmlns:a16="http://schemas.microsoft.com/office/drawing/2014/main" id="{7B13B3B5-287E-D0E3-0481-7809A57272BB}"/>
                  </a:ext>
                </a:extLst>
              </p:cNvPr>
              <p:cNvSpPr/>
              <p:nvPr/>
            </p:nvSpPr>
            <p:spPr>
              <a:xfrm>
                <a:off x="65488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5" name="Freeform 48654">
                <a:extLst>
                  <a:ext uri="{FF2B5EF4-FFF2-40B4-BE49-F238E27FC236}">
                    <a16:creationId xmlns:a16="http://schemas.microsoft.com/office/drawing/2014/main" id="{C59E4F78-2D2B-5848-8D43-41BD9ADB2B3D}"/>
                  </a:ext>
                </a:extLst>
              </p:cNvPr>
              <p:cNvSpPr/>
              <p:nvPr/>
            </p:nvSpPr>
            <p:spPr>
              <a:xfrm>
                <a:off x="654938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6" name="Freeform 48655">
                <a:extLst>
                  <a:ext uri="{FF2B5EF4-FFF2-40B4-BE49-F238E27FC236}">
                    <a16:creationId xmlns:a16="http://schemas.microsoft.com/office/drawing/2014/main" id="{D43CC9C7-3E9C-6733-0372-01E8E3A7B657}"/>
                  </a:ext>
                </a:extLst>
              </p:cNvPr>
              <p:cNvSpPr/>
              <p:nvPr/>
            </p:nvSpPr>
            <p:spPr>
              <a:xfrm>
                <a:off x="65499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7" name="Freeform 48656">
                <a:extLst>
                  <a:ext uri="{FF2B5EF4-FFF2-40B4-BE49-F238E27FC236}">
                    <a16:creationId xmlns:a16="http://schemas.microsoft.com/office/drawing/2014/main" id="{50B92202-F3FE-E4BA-A61C-DB059A4075B3}"/>
                  </a:ext>
                </a:extLst>
              </p:cNvPr>
              <p:cNvSpPr/>
              <p:nvPr/>
            </p:nvSpPr>
            <p:spPr>
              <a:xfrm>
                <a:off x="65504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8" name="Freeform 48657">
                <a:extLst>
                  <a:ext uri="{FF2B5EF4-FFF2-40B4-BE49-F238E27FC236}">
                    <a16:creationId xmlns:a16="http://schemas.microsoft.com/office/drawing/2014/main" id="{EBF4C694-A646-9806-E4E8-5AABDCDC124E}"/>
                  </a:ext>
                </a:extLst>
              </p:cNvPr>
              <p:cNvSpPr/>
              <p:nvPr/>
            </p:nvSpPr>
            <p:spPr>
              <a:xfrm>
                <a:off x="65509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59" name="Freeform 48658">
                <a:extLst>
                  <a:ext uri="{FF2B5EF4-FFF2-40B4-BE49-F238E27FC236}">
                    <a16:creationId xmlns:a16="http://schemas.microsoft.com/office/drawing/2014/main" id="{BDA1B163-B497-1176-63B5-C4A391E0144A}"/>
                  </a:ext>
                </a:extLst>
              </p:cNvPr>
              <p:cNvSpPr/>
              <p:nvPr/>
            </p:nvSpPr>
            <p:spPr>
              <a:xfrm>
                <a:off x="65515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0" name="Freeform 48659">
                <a:extLst>
                  <a:ext uri="{FF2B5EF4-FFF2-40B4-BE49-F238E27FC236}">
                    <a16:creationId xmlns:a16="http://schemas.microsoft.com/office/drawing/2014/main" id="{81EC30E5-2139-0CFE-8072-7662E706DF4E}"/>
                  </a:ext>
                </a:extLst>
              </p:cNvPr>
              <p:cNvSpPr/>
              <p:nvPr/>
            </p:nvSpPr>
            <p:spPr>
              <a:xfrm>
                <a:off x="65520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1" name="Freeform 48660">
                <a:extLst>
                  <a:ext uri="{FF2B5EF4-FFF2-40B4-BE49-F238E27FC236}">
                    <a16:creationId xmlns:a16="http://schemas.microsoft.com/office/drawing/2014/main" id="{36E9D39F-43A1-7C61-5E12-986EA8BF6456}"/>
                  </a:ext>
                </a:extLst>
              </p:cNvPr>
              <p:cNvSpPr/>
              <p:nvPr/>
            </p:nvSpPr>
            <p:spPr>
              <a:xfrm>
                <a:off x="65525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2" name="Freeform 48661">
                <a:extLst>
                  <a:ext uri="{FF2B5EF4-FFF2-40B4-BE49-F238E27FC236}">
                    <a16:creationId xmlns:a16="http://schemas.microsoft.com/office/drawing/2014/main" id="{2469E024-DDE4-98A3-F4F2-77D47A434C46}"/>
                  </a:ext>
                </a:extLst>
              </p:cNvPr>
              <p:cNvSpPr/>
              <p:nvPr/>
            </p:nvSpPr>
            <p:spPr>
              <a:xfrm>
                <a:off x="655315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3" name="Freeform 48662">
                <a:extLst>
                  <a:ext uri="{FF2B5EF4-FFF2-40B4-BE49-F238E27FC236}">
                    <a16:creationId xmlns:a16="http://schemas.microsoft.com/office/drawing/2014/main" id="{5660185B-4D66-7F7C-65E1-380A5B93B848}"/>
                  </a:ext>
                </a:extLst>
              </p:cNvPr>
              <p:cNvSpPr/>
              <p:nvPr/>
            </p:nvSpPr>
            <p:spPr>
              <a:xfrm>
                <a:off x="6553648" y="6018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4" name="Freeform 48663">
                <a:extLst>
                  <a:ext uri="{FF2B5EF4-FFF2-40B4-BE49-F238E27FC236}">
                    <a16:creationId xmlns:a16="http://schemas.microsoft.com/office/drawing/2014/main" id="{268120B2-E713-31E5-92D2-8888FE3833ED}"/>
                  </a:ext>
                </a:extLst>
              </p:cNvPr>
              <p:cNvSpPr/>
              <p:nvPr/>
            </p:nvSpPr>
            <p:spPr>
              <a:xfrm>
                <a:off x="6554145" y="5791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5" name="Freeform 48664">
                <a:extLst>
                  <a:ext uri="{FF2B5EF4-FFF2-40B4-BE49-F238E27FC236}">
                    <a16:creationId xmlns:a16="http://schemas.microsoft.com/office/drawing/2014/main" id="{D9FDEC86-8381-92FA-FD2B-FAD987F77FE3}"/>
                  </a:ext>
                </a:extLst>
              </p:cNvPr>
              <p:cNvSpPr/>
              <p:nvPr/>
            </p:nvSpPr>
            <p:spPr>
              <a:xfrm>
                <a:off x="6554740" y="5790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6" name="Freeform 48665">
                <a:extLst>
                  <a:ext uri="{FF2B5EF4-FFF2-40B4-BE49-F238E27FC236}">
                    <a16:creationId xmlns:a16="http://schemas.microsoft.com/office/drawing/2014/main" id="{0AECA6E4-4795-174C-C02D-E4688169E7CB}"/>
                  </a:ext>
                </a:extLst>
              </p:cNvPr>
              <p:cNvSpPr/>
              <p:nvPr/>
            </p:nvSpPr>
            <p:spPr>
              <a:xfrm>
                <a:off x="6555236" y="5788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7" name="Freeform 48666">
                <a:extLst>
                  <a:ext uri="{FF2B5EF4-FFF2-40B4-BE49-F238E27FC236}">
                    <a16:creationId xmlns:a16="http://schemas.microsoft.com/office/drawing/2014/main" id="{46E83944-0BF1-E1F6-7780-24EB12A73BD6}"/>
                  </a:ext>
                </a:extLst>
              </p:cNvPr>
              <p:cNvSpPr/>
              <p:nvPr/>
            </p:nvSpPr>
            <p:spPr>
              <a:xfrm>
                <a:off x="6555732" y="5867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8" name="Freeform 48667">
                <a:extLst>
                  <a:ext uri="{FF2B5EF4-FFF2-40B4-BE49-F238E27FC236}">
                    <a16:creationId xmlns:a16="http://schemas.microsoft.com/office/drawing/2014/main" id="{84821010-A6DA-AA05-4FFF-27191F72FE2F}"/>
                  </a:ext>
                </a:extLst>
              </p:cNvPr>
              <p:cNvSpPr/>
              <p:nvPr/>
            </p:nvSpPr>
            <p:spPr>
              <a:xfrm>
                <a:off x="6556327" y="5914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69" name="Freeform 48668">
                <a:extLst>
                  <a:ext uri="{FF2B5EF4-FFF2-40B4-BE49-F238E27FC236}">
                    <a16:creationId xmlns:a16="http://schemas.microsoft.com/office/drawing/2014/main" id="{62DB7497-B456-F196-A244-DF84D7D468F9}"/>
                  </a:ext>
                </a:extLst>
              </p:cNvPr>
              <p:cNvSpPr/>
              <p:nvPr/>
            </p:nvSpPr>
            <p:spPr>
              <a:xfrm>
                <a:off x="6556823" y="5946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0" name="Freeform 48669">
                <a:extLst>
                  <a:ext uri="{FF2B5EF4-FFF2-40B4-BE49-F238E27FC236}">
                    <a16:creationId xmlns:a16="http://schemas.microsoft.com/office/drawing/2014/main" id="{FFECDD94-5F95-9059-2680-AB8EC6CC454C}"/>
                  </a:ext>
                </a:extLst>
              </p:cNvPr>
              <p:cNvSpPr/>
              <p:nvPr/>
            </p:nvSpPr>
            <p:spPr>
              <a:xfrm>
                <a:off x="6557320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1" name="Freeform 48670">
                <a:extLst>
                  <a:ext uri="{FF2B5EF4-FFF2-40B4-BE49-F238E27FC236}">
                    <a16:creationId xmlns:a16="http://schemas.microsoft.com/office/drawing/2014/main" id="{F1E6149F-4165-97A7-D4BA-9164A968C6AA}"/>
                  </a:ext>
                </a:extLst>
              </p:cNvPr>
              <p:cNvSpPr/>
              <p:nvPr/>
            </p:nvSpPr>
            <p:spPr>
              <a:xfrm>
                <a:off x="6557915" y="5978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2" name="Freeform 48671">
                <a:extLst>
                  <a:ext uri="{FF2B5EF4-FFF2-40B4-BE49-F238E27FC236}">
                    <a16:creationId xmlns:a16="http://schemas.microsoft.com/office/drawing/2014/main" id="{537157D7-51BE-9134-314A-A8C1568803EA}"/>
                  </a:ext>
                </a:extLst>
              </p:cNvPr>
              <p:cNvSpPr/>
              <p:nvPr/>
            </p:nvSpPr>
            <p:spPr>
              <a:xfrm>
                <a:off x="6558411" y="5976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3" name="Freeform 48672">
                <a:extLst>
                  <a:ext uri="{FF2B5EF4-FFF2-40B4-BE49-F238E27FC236}">
                    <a16:creationId xmlns:a16="http://schemas.microsoft.com/office/drawing/2014/main" id="{EE49D118-50B1-0641-0489-B5F431668B26}"/>
                  </a:ext>
                </a:extLst>
              </p:cNvPr>
              <p:cNvSpPr/>
              <p:nvPr/>
            </p:nvSpPr>
            <p:spPr>
              <a:xfrm>
                <a:off x="6558907" y="5944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4" name="Freeform 48673">
                <a:extLst>
                  <a:ext uri="{FF2B5EF4-FFF2-40B4-BE49-F238E27FC236}">
                    <a16:creationId xmlns:a16="http://schemas.microsoft.com/office/drawing/2014/main" id="{13162418-081D-DCAB-C531-B31022DB6B95}"/>
                  </a:ext>
                </a:extLst>
              </p:cNvPr>
              <p:cNvSpPr/>
              <p:nvPr/>
            </p:nvSpPr>
            <p:spPr>
              <a:xfrm>
                <a:off x="6559502" y="594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5" name="Freeform 48674">
                <a:extLst>
                  <a:ext uri="{FF2B5EF4-FFF2-40B4-BE49-F238E27FC236}">
                    <a16:creationId xmlns:a16="http://schemas.microsoft.com/office/drawing/2014/main" id="{DA4EF4D6-5FAF-1DA9-E16D-D0EFEECA3131}"/>
                  </a:ext>
                </a:extLst>
              </p:cNvPr>
              <p:cNvSpPr/>
              <p:nvPr/>
            </p:nvSpPr>
            <p:spPr>
              <a:xfrm>
                <a:off x="6559998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6" name="Freeform 48675">
                <a:extLst>
                  <a:ext uri="{FF2B5EF4-FFF2-40B4-BE49-F238E27FC236}">
                    <a16:creationId xmlns:a16="http://schemas.microsoft.com/office/drawing/2014/main" id="{E4334A60-48FF-E645-69EF-21D28F4FEAB0}"/>
                  </a:ext>
                </a:extLst>
              </p:cNvPr>
              <p:cNvSpPr/>
              <p:nvPr/>
            </p:nvSpPr>
            <p:spPr>
              <a:xfrm>
                <a:off x="6560495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7" name="Freeform 48676">
                <a:extLst>
                  <a:ext uri="{FF2B5EF4-FFF2-40B4-BE49-F238E27FC236}">
                    <a16:creationId xmlns:a16="http://schemas.microsoft.com/office/drawing/2014/main" id="{9E0923CA-39F7-0CCD-F9A9-184483FE312C}"/>
                  </a:ext>
                </a:extLst>
              </p:cNvPr>
              <p:cNvSpPr/>
              <p:nvPr/>
            </p:nvSpPr>
            <p:spPr>
              <a:xfrm>
                <a:off x="6560991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8" name="Freeform 48677">
                <a:extLst>
                  <a:ext uri="{FF2B5EF4-FFF2-40B4-BE49-F238E27FC236}">
                    <a16:creationId xmlns:a16="http://schemas.microsoft.com/office/drawing/2014/main" id="{588D5F63-26F2-681C-7CDD-F5DFA41CB78D}"/>
                  </a:ext>
                </a:extLst>
              </p:cNvPr>
              <p:cNvSpPr/>
              <p:nvPr/>
            </p:nvSpPr>
            <p:spPr>
              <a:xfrm>
                <a:off x="65615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79" name="Freeform 48678">
                <a:extLst>
                  <a:ext uri="{FF2B5EF4-FFF2-40B4-BE49-F238E27FC236}">
                    <a16:creationId xmlns:a16="http://schemas.microsoft.com/office/drawing/2014/main" id="{FCCC4480-594C-8F20-A3A0-5FD1A60BD697}"/>
                  </a:ext>
                </a:extLst>
              </p:cNvPr>
              <p:cNvSpPr/>
              <p:nvPr/>
            </p:nvSpPr>
            <p:spPr>
              <a:xfrm>
                <a:off x="656208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0" name="Freeform 48679">
                <a:extLst>
                  <a:ext uri="{FF2B5EF4-FFF2-40B4-BE49-F238E27FC236}">
                    <a16:creationId xmlns:a16="http://schemas.microsoft.com/office/drawing/2014/main" id="{BCC0DA0A-A08C-2B88-CEEF-30DB660293A3}"/>
                  </a:ext>
                </a:extLst>
              </p:cNvPr>
              <p:cNvSpPr/>
              <p:nvPr/>
            </p:nvSpPr>
            <p:spPr>
              <a:xfrm>
                <a:off x="656257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1" name="Freeform 48680">
                <a:extLst>
                  <a:ext uri="{FF2B5EF4-FFF2-40B4-BE49-F238E27FC236}">
                    <a16:creationId xmlns:a16="http://schemas.microsoft.com/office/drawing/2014/main" id="{D9F38F8E-5C8F-932D-7572-937E211D39F5}"/>
                  </a:ext>
                </a:extLst>
              </p:cNvPr>
              <p:cNvSpPr/>
              <p:nvPr/>
            </p:nvSpPr>
            <p:spPr>
              <a:xfrm>
                <a:off x="656317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2" name="Freeform 48681">
                <a:extLst>
                  <a:ext uri="{FF2B5EF4-FFF2-40B4-BE49-F238E27FC236}">
                    <a16:creationId xmlns:a16="http://schemas.microsoft.com/office/drawing/2014/main" id="{0D25876F-5061-5EC6-8A56-F00D68F3DD02}"/>
                  </a:ext>
                </a:extLst>
              </p:cNvPr>
              <p:cNvSpPr/>
              <p:nvPr/>
            </p:nvSpPr>
            <p:spPr>
              <a:xfrm>
                <a:off x="656367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3" name="Freeform 48682">
                <a:extLst>
                  <a:ext uri="{FF2B5EF4-FFF2-40B4-BE49-F238E27FC236}">
                    <a16:creationId xmlns:a16="http://schemas.microsoft.com/office/drawing/2014/main" id="{859FBB69-098B-C825-D46F-46626F9EE7B6}"/>
                  </a:ext>
                </a:extLst>
              </p:cNvPr>
              <p:cNvSpPr/>
              <p:nvPr/>
            </p:nvSpPr>
            <p:spPr>
              <a:xfrm>
                <a:off x="656416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4" name="Freeform 48683">
                <a:extLst>
                  <a:ext uri="{FF2B5EF4-FFF2-40B4-BE49-F238E27FC236}">
                    <a16:creationId xmlns:a16="http://schemas.microsoft.com/office/drawing/2014/main" id="{1C11C939-3336-F546-478C-DDB6AE100EE0}"/>
                  </a:ext>
                </a:extLst>
              </p:cNvPr>
              <p:cNvSpPr/>
              <p:nvPr/>
            </p:nvSpPr>
            <p:spPr>
              <a:xfrm>
                <a:off x="65647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5" name="Freeform 48684">
                <a:extLst>
                  <a:ext uri="{FF2B5EF4-FFF2-40B4-BE49-F238E27FC236}">
                    <a16:creationId xmlns:a16="http://schemas.microsoft.com/office/drawing/2014/main" id="{68B547E9-6B7B-32DA-9B5F-C860F821904C}"/>
                  </a:ext>
                </a:extLst>
              </p:cNvPr>
              <p:cNvSpPr/>
              <p:nvPr/>
            </p:nvSpPr>
            <p:spPr>
              <a:xfrm>
                <a:off x="6565257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6" name="Freeform 48685">
                <a:extLst>
                  <a:ext uri="{FF2B5EF4-FFF2-40B4-BE49-F238E27FC236}">
                    <a16:creationId xmlns:a16="http://schemas.microsoft.com/office/drawing/2014/main" id="{C672E9DE-09A8-AA11-D1E2-DB0B20B64DC3}"/>
                  </a:ext>
                </a:extLst>
              </p:cNvPr>
              <p:cNvSpPr/>
              <p:nvPr/>
            </p:nvSpPr>
            <p:spPr>
              <a:xfrm>
                <a:off x="656575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7" name="Freeform 48686">
                <a:extLst>
                  <a:ext uri="{FF2B5EF4-FFF2-40B4-BE49-F238E27FC236}">
                    <a16:creationId xmlns:a16="http://schemas.microsoft.com/office/drawing/2014/main" id="{E506FFD3-AC5E-2617-8C31-5E8ECCCC5A68}"/>
                  </a:ext>
                </a:extLst>
              </p:cNvPr>
              <p:cNvSpPr/>
              <p:nvPr/>
            </p:nvSpPr>
            <p:spPr>
              <a:xfrm>
                <a:off x="6566348" y="5949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8" name="Freeform 48687">
                <a:extLst>
                  <a:ext uri="{FF2B5EF4-FFF2-40B4-BE49-F238E27FC236}">
                    <a16:creationId xmlns:a16="http://schemas.microsoft.com/office/drawing/2014/main" id="{799FB7B5-E807-09E4-CF15-AD609DA425E7}"/>
                  </a:ext>
                </a:extLst>
              </p:cNvPr>
              <p:cNvSpPr/>
              <p:nvPr/>
            </p:nvSpPr>
            <p:spPr>
              <a:xfrm>
                <a:off x="6566845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89" name="Freeform 48688">
                <a:extLst>
                  <a:ext uri="{FF2B5EF4-FFF2-40B4-BE49-F238E27FC236}">
                    <a16:creationId xmlns:a16="http://schemas.microsoft.com/office/drawing/2014/main" id="{FEF184AB-ABB1-FC47-B4EB-EC5D4958EE68}"/>
                  </a:ext>
                </a:extLst>
              </p:cNvPr>
              <p:cNvSpPr/>
              <p:nvPr/>
            </p:nvSpPr>
            <p:spPr>
              <a:xfrm>
                <a:off x="6567341" y="5738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0" name="Freeform 48689">
                <a:extLst>
                  <a:ext uri="{FF2B5EF4-FFF2-40B4-BE49-F238E27FC236}">
                    <a16:creationId xmlns:a16="http://schemas.microsoft.com/office/drawing/2014/main" id="{29C2656C-A094-7B98-D89B-9C2DF99C1455}"/>
                  </a:ext>
                </a:extLst>
              </p:cNvPr>
              <p:cNvSpPr/>
              <p:nvPr/>
            </p:nvSpPr>
            <p:spPr>
              <a:xfrm>
                <a:off x="6567936" y="5740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1" name="Freeform 48690">
                <a:extLst>
                  <a:ext uri="{FF2B5EF4-FFF2-40B4-BE49-F238E27FC236}">
                    <a16:creationId xmlns:a16="http://schemas.microsoft.com/office/drawing/2014/main" id="{A91876A3-AB70-FE6D-950C-79589509D2EE}"/>
                  </a:ext>
                </a:extLst>
              </p:cNvPr>
              <p:cNvSpPr/>
              <p:nvPr/>
            </p:nvSpPr>
            <p:spPr>
              <a:xfrm>
                <a:off x="6568432" y="5796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2" name="Freeform 48691">
                <a:extLst>
                  <a:ext uri="{FF2B5EF4-FFF2-40B4-BE49-F238E27FC236}">
                    <a16:creationId xmlns:a16="http://schemas.microsoft.com/office/drawing/2014/main" id="{90B8E25F-F15C-9E2B-FBD0-DD8DB696596A}"/>
                  </a:ext>
                </a:extLst>
              </p:cNvPr>
              <p:cNvSpPr/>
              <p:nvPr/>
            </p:nvSpPr>
            <p:spPr>
              <a:xfrm>
                <a:off x="6568928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3" name="Freeform 48692">
                <a:extLst>
                  <a:ext uri="{FF2B5EF4-FFF2-40B4-BE49-F238E27FC236}">
                    <a16:creationId xmlns:a16="http://schemas.microsoft.com/office/drawing/2014/main" id="{E0C50DBA-A2FE-8EF9-7ED7-D06454C16105}"/>
                  </a:ext>
                </a:extLst>
              </p:cNvPr>
              <p:cNvSpPr/>
              <p:nvPr/>
            </p:nvSpPr>
            <p:spPr>
              <a:xfrm>
                <a:off x="6569523" y="589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4" name="Freeform 48693">
                <a:extLst>
                  <a:ext uri="{FF2B5EF4-FFF2-40B4-BE49-F238E27FC236}">
                    <a16:creationId xmlns:a16="http://schemas.microsoft.com/office/drawing/2014/main" id="{B6F26B00-C3FB-9E73-8163-3502F62ABC3C}"/>
                  </a:ext>
                </a:extLst>
              </p:cNvPr>
              <p:cNvSpPr/>
              <p:nvPr/>
            </p:nvSpPr>
            <p:spPr>
              <a:xfrm>
                <a:off x="6570020" y="5935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5" name="Freeform 48694">
                <a:extLst>
                  <a:ext uri="{FF2B5EF4-FFF2-40B4-BE49-F238E27FC236}">
                    <a16:creationId xmlns:a16="http://schemas.microsoft.com/office/drawing/2014/main" id="{614E2A1E-6500-0C8B-FAE2-D4F9F2256988}"/>
                  </a:ext>
                </a:extLst>
              </p:cNvPr>
              <p:cNvSpPr/>
              <p:nvPr/>
            </p:nvSpPr>
            <p:spPr>
              <a:xfrm>
                <a:off x="6570516" y="593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6" name="Freeform 48695">
                <a:extLst>
                  <a:ext uri="{FF2B5EF4-FFF2-40B4-BE49-F238E27FC236}">
                    <a16:creationId xmlns:a16="http://schemas.microsoft.com/office/drawing/2014/main" id="{4645B216-51D7-521B-53DA-C3A6C0D7B30E}"/>
                  </a:ext>
                </a:extLst>
              </p:cNvPr>
              <p:cNvSpPr/>
              <p:nvPr/>
            </p:nvSpPr>
            <p:spPr>
              <a:xfrm>
                <a:off x="6571111" y="5906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7" name="Freeform 48696">
                <a:extLst>
                  <a:ext uri="{FF2B5EF4-FFF2-40B4-BE49-F238E27FC236}">
                    <a16:creationId xmlns:a16="http://schemas.microsoft.com/office/drawing/2014/main" id="{CBCC3BED-F385-51F4-0DE0-316D89834A85}"/>
                  </a:ext>
                </a:extLst>
              </p:cNvPr>
              <p:cNvSpPr/>
              <p:nvPr/>
            </p:nvSpPr>
            <p:spPr>
              <a:xfrm>
                <a:off x="6571607" y="587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8" name="Freeform 48697">
                <a:extLst>
                  <a:ext uri="{FF2B5EF4-FFF2-40B4-BE49-F238E27FC236}">
                    <a16:creationId xmlns:a16="http://schemas.microsoft.com/office/drawing/2014/main" id="{8014E791-4E01-0BFA-F41F-5D88DA1098D3}"/>
                  </a:ext>
                </a:extLst>
              </p:cNvPr>
              <p:cNvSpPr/>
              <p:nvPr/>
            </p:nvSpPr>
            <p:spPr>
              <a:xfrm>
                <a:off x="6572103" y="5864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99" name="Freeform 48698">
                <a:extLst>
                  <a:ext uri="{FF2B5EF4-FFF2-40B4-BE49-F238E27FC236}">
                    <a16:creationId xmlns:a16="http://schemas.microsoft.com/office/drawing/2014/main" id="{CE5D1635-2F4D-3230-6910-25CEF5FB1588}"/>
                  </a:ext>
                </a:extLst>
              </p:cNvPr>
              <p:cNvSpPr/>
              <p:nvPr/>
            </p:nvSpPr>
            <p:spPr>
              <a:xfrm>
                <a:off x="6572599" y="5957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0" name="Freeform 48699">
                <a:extLst>
                  <a:ext uri="{FF2B5EF4-FFF2-40B4-BE49-F238E27FC236}">
                    <a16:creationId xmlns:a16="http://schemas.microsoft.com/office/drawing/2014/main" id="{6B2CD578-856C-AF5F-6796-73BEEA761285}"/>
                  </a:ext>
                </a:extLst>
              </p:cNvPr>
              <p:cNvSpPr/>
              <p:nvPr/>
            </p:nvSpPr>
            <p:spPr>
              <a:xfrm>
                <a:off x="6573195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1" name="Freeform 48700">
                <a:extLst>
                  <a:ext uri="{FF2B5EF4-FFF2-40B4-BE49-F238E27FC236}">
                    <a16:creationId xmlns:a16="http://schemas.microsoft.com/office/drawing/2014/main" id="{D79C70C6-E25D-0788-F15A-812141D77083}"/>
                  </a:ext>
                </a:extLst>
              </p:cNvPr>
              <p:cNvSpPr/>
              <p:nvPr/>
            </p:nvSpPr>
            <p:spPr>
              <a:xfrm>
                <a:off x="6573691" y="5988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2" name="Freeform 48701">
                <a:extLst>
                  <a:ext uri="{FF2B5EF4-FFF2-40B4-BE49-F238E27FC236}">
                    <a16:creationId xmlns:a16="http://schemas.microsoft.com/office/drawing/2014/main" id="{168CF0D9-C476-B67F-0FD5-B306ECDD00E7}"/>
                  </a:ext>
                </a:extLst>
              </p:cNvPr>
              <p:cNvSpPr/>
              <p:nvPr/>
            </p:nvSpPr>
            <p:spPr>
              <a:xfrm>
                <a:off x="6574187" y="599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3" name="Freeform 48702">
                <a:extLst>
                  <a:ext uri="{FF2B5EF4-FFF2-40B4-BE49-F238E27FC236}">
                    <a16:creationId xmlns:a16="http://schemas.microsoft.com/office/drawing/2014/main" id="{FFA80B82-A372-0E3D-FC76-DAC8B0E65DE7}"/>
                  </a:ext>
                </a:extLst>
              </p:cNvPr>
              <p:cNvSpPr/>
              <p:nvPr/>
            </p:nvSpPr>
            <p:spPr>
              <a:xfrm>
                <a:off x="6574782" y="599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4" name="Freeform 48703">
                <a:extLst>
                  <a:ext uri="{FF2B5EF4-FFF2-40B4-BE49-F238E27FC236}">
                    <a16:creationId xmlns:a16="http://schemas.microsoft.com/office/drawing/2014/main" id="{37977A80-56E8-7308-ECAC-273E43F7046B}"/>
                  </a:ext>
                </a:extLst>
              </p:cNvPr>
              <p:cNvSpPr/>
              <p:nvPr/>
            </p:nvSpPr>
            <p:spPr>
              <a:xfrm>
                <a:off x="6575278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5" name="Freeform 48704">
                <a:extLst>
                  <a:ext uri="{FF2B5EF4-FFF2-40B4-BE49-F238E27FC236}">
                    <a16:creationId xmlns:a16="http://schemas.microsoft.com/office/drawing/2014/main" id="{7BBE4E3F-EC33-3D8F-B7C5-45139566276C}"/>
                  </a:ext>
                </a:extLst>
              </p:cNvPr>
              <p:cNvSpPr/>
              <p:nvPr/>
            </p:nvSpPr>
            <p:spPr>
              <a:xfrm>
                <a:off x="6575774" y="6001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6" name="Freeform 48705">
                <a:extLst>
                  <a:ext uri="{FF2B5EF4-FFF2-40B4-BE49-F238E27FC236}">
                    <a16:creationId xmlns:a16="http://schemas.microsoft.com/office/drawing/2014/main" id="{A630AA91-7BAE-0B4B-1BA0-F4C8A8A76774}"/>
                  </a:ext>
                </a:extLst>
              </p:cNvPr>
              <p:cNvSpPr/>
              <p:nvPr/>
            </p:nvSpPr>
            <p:spPr>
              <a:xfrm>
                <a:off x="6576370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7" name="Freeform 48706">
                <a:extLst>
                  <a:ext uri="{FF2B5EF4-FFF2-40B4-BE49-F238E27FC236}">
                    <a16:creationId xmlns:a16="http://schemas.microsoft.com/office/drawing/2014/main" id="{A7EF69BA-F554-15EF-3A2B-CD03EAF6C719}"/>
                  </a:ext>
                </a:extLst>
              </p:cNvPr>
              <p:cNvSpPr/>
              <p:nvPr/>
            </p:nvSpPr>
            <p:spPr>
              <a:xfrm>
                <a:off x="6576866" y="6001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8" name="Freeform 48707">
                <a:extLst>
                  <a:ext uri="{FF2B5EF4-FFF2-40B4-BE49-F238E27FC236}">
                    <a16:creationId xmlns:a16="http://schemas.microsoft.com/office/drawing/2014/main" id="{BA1244F7-EC0A-C793-6A51-9DD822670B65}"/>
                  </a:ext>
                </a:extLst>
              </p:cNvPr>
              <p:cNvSpPr/>
              <p:nvPr/>
            </p:nvSpPr>
            <p:spPr>
              <a:xfrm>
                <a:off x="6577362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09" name="Freeform 48708">
                <a:extLst>
                  <a:ext uri="{FF2B5EF4-FFF2-40B4-BE49-F238E27FC236}">
                    <a16:creationId xmlns:a16="http://schemas.microsoft.com/office/drawing/2014/main" id="{FCB13180-54B4-8DFC-8AE4-B17547FFFF3F}"/>
                  </a:ext>
                </a:extLst>
              </p:cNvPr>
              <p:cNvSpPr/>
              <p:nvPr/>
            </p:nvSpPr>
            <p:spPr>
              <a:xfrm>
                <a:off x="6577957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0" name="Freeform 48709">
                <a:extLst>
                  <a:ext uri="{FF2B5EF4-FFF2-40B4-BE49-F238E27FC236}">
                    <a16:creationId xmlns:a16="http://schemas.microsoft.com/office/drawing/2014/main" id="{E63CC068-0455-643C-26F5-1CBE08C3DD2D}"/>
                  </a:ext>
                </a:extLst>
              </p:cNvPr>
              <p:cNvSpPr/>
              <p:nvPr/>
            </p:nvSpPr>
            <p:spPr>
              <a:xfrm>
                <a:off x="6578453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1" name="Freeform 48710">
                <a:extLst>
                  <a:ext uri="{FF2B5EF4-FFF2-40B4-BE49-F238E27FC236}">
                    <a16:creationId xmlns:a16="http://schemas.microsoft.com/office/drawing/2014/main" id="{6BF2A6CD-3F7B-B31A-B5B1-3C56E58CB11D}"/>
                  </a:ext>
                </a:extLst>
              </p:cNvPr>
              <p:cNvSpPr/>
              <p:nvPr/>
            </p:nvSpPr>
            <p:spPr>
              <a:xfrm>
                <a:off x="6578949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2" name="Freeform 48711">
                <a:extLst>
                  <a:ext uri="{FF2B5EF4-FFF2-40B4-BE49-F238E27FC236}">
                    <a16:creationId xmlns:a16="http://schemas.microsoft.com/office/drawing/2014/main" id="{9715FA80-A2C6-B7F4-45F7-4331C2EAB6B6}"/>
                  </a:ext>
                </a:extLst>
              </p:cNvPr>
              <p:cNvSpPr/>
              <p:nvPr/>
            </p:nvSpPr>
            <p:spPr>
              <a:xfrm>
                <a:off x="6579545" y="5703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3" name="Freeform 48712">
                <a:extLst>
                  <a:ext uri="{FF2B5EF4-FFF2-40B4-BE49-F238E27FC236}">
                    <a16:creationId xmlns:a16="http://schemas.microsoft.com/office/drawing/2014/main" id="{277688EA-C05A-7F75-4440-4A84DECD89FC}"/>
                  </a:ext>
                </a:extLst>
              </p:cNvPr>
              <p:cNvSpPr/>
              <p:nvPr/>
            </p:nvSpPr>
            <p:spPr>
              <a:xfrm>
                <a:off x="6580041" y="5733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4" name="Freeform 48713">
                <a:extLst>
                  <a:ext uri="{FF2B5EF4-FFF2-40B4-BE49-F238E27FC236}">
                    <a16:creationId xmlns:a16="http://schemas.microsoft.com/office/drawing/2014/main" id="{39BB8F26-D45B-A6C9-E995-7DCE018913D5}"/>
                  </a:ext>
                </a:extLst>
              </p:cNvPr>
              <p:cNvSpPr/>
              <p:nvPr/>
            </p:nvSpPr>
            <p:spPr>
              <a:xfrm>
                <a:off x="6580537" y="5750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5" name="Freeform 48714">
                <a:extLst>
                  <a:ext uri="{FF2B5EF4-FFF2-40B4-BE49-F238E27FC236}">
                    <a16:creationId xmlns:a16="http://schemas.microsoft.com/office/drawing/2014/main" id="{53A570A6-1A49-B436-5FAD-007B29D4C573}"/>
                  </a:ext>
                </a:extLst>
              </p:cNvPr>
              <p:cNvSpPr/>
              <p:nvPr/>
            </p:nvSpPr>
            <p:spPr>
              <a:xfrm>
                <a:off x="6581132" y="572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6" name="Freeform 48715">
                <a:extLst>
                  <a:ext uri="{FF2B5EF4-FFF2-40B4-BE49-F238E27FC236}">
                    <a16:creationId xmlns:a16="http://schemas.microsoft.com/office/drawing/2014/main" id="{0DF6764C-8248-2289-5836-EE158994C8FF}"/>
                  </a:ext>
                </a:extLst>
              </p:cNvPr>
              <p:cNvSpPr/>
              <p:nvPr/>
            </p:nvSpPr>
            <p:spPr>
              <a:xfrm>
                <a:off x="6581628" y="5834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7" name="Freeform 48716">
                <a:extLst>
                  <a:ext uri="{FF2B5EF4-FFF2-40B4-BE49-F238E27FC236}">
                    <a16:creationId xmlns:a16="http://schemas.microsoft.com/office/drawing/2014/main" id="{E5D04E70-A911-494A-FC49-D317EB319C1F}"/>
                  </a:ext>
                </a:extLst>
              </p:cNvPr>
              <p:cNvSpPr/>
              <p:nvPr/>
            </p:nvSpPr>
            <p:spPr>
              <a:xfrm>
                <a:off x="6582124" y="5889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8" name="Freeform 48717">
                <a:extLst>
                  <a:ext uri="{FF2B5EF4-FFF2-40B4-BE49-F238E27FC236}">
                    <a16:creationId xmlns:a16="http://schemas.microsoft.com/office/drawing/2014/main" id="{25EF60E5-E638-BD68-AB59-94ED63697969}"/>
                  </a:ext>
                </a:extLst>
              </p:cNvPr>
              <p:cNvSpPr/>
              <p:nvPr/>
            </p:nvSpPr>
            <p:spPr>
              <a:xfrm>
                <a:off x="6582720" y="5933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19" name="Freeform 48718">
                <a:extLst>
                  <a:ext uri="{FF2B5EF4-FFF2-40B4-BE49-F238E27FC236}">
                    <a16:creationId xmlns:a16="http://schemas.microsoft.com/office/drawing/2014/main" id="{A3458994-6CCD-CEE8-0E8B-BDE0EB8E0D79}"/>
                  </a:ext>
                </a:extLst>
              </p:cNvPr>
              <p:cNvSpPr/>
              <p:nvPr/>
            </p:nvSpPr>
            <p:spPr>
              <a:xfrm>
                <a:off x="6583216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0" name="Freeform 48719">
                <a:extLst>
                  <a:ext uri="{FF2B5EF4-FFF2-40B4-BE49-F238E27FC236}">
                    <a16:creationId xmlns:a16="http://schemas.microsoft.com/office/drawing/2014/main" id="{B69C0519-157D-12DA-BE0D-6BA3084F4A6D}"/>
                  </a:ext>
                </a:extLst>
              </p:cNvPr>
              <p:cNvSpPr/>
              <p:nvPr/>
            </p:nvSpPr>
            <p:spPr>
              <a:xfrm>
                <a:off x="6583712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1" name="Freeform 48720">
                <a:extLst>
                  <a:ext uri="{FF2B5EF4-FFF2-40B4-BE49-F238E27FC236}">
                    <a16:creationId xmlns:a16="http://schemas.microsoft.com/office/drawing/2014/main" id="{613DA2A0-597F-5A25-4899-195DC6ABFE4B}"/>
                  </a:ext>
                </a:extLst>
              </p:cNvPr>
              <p:cNvSpPr/>
              <p:nvPr/>
            </p:nvSpPr>
            <p:spPr>
              <a:xfrm>
                <a:off x="6584208" y="5951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2" name="Freeform 48721">
                <a:extLst>
                  <a:ext uri="{FF2B5EF4-FFF2-40B4-BE49-F238E27FC236}">
                    <a16:creationId xmlns:a16="http://schemas.microsoft.com/office/drawing/2014/main" id="{9EA5AA90-4037-3218-F46A-3D49371C9B4C}"/>
                  </a:ext>
                </a:extLst>
              </p:cNvPr>
              <p:cNvSpPr/>
              <p:nvPr/>
            </p:nvSpPr>
            <p:spPr>
              <a:xfrm>
                <a:off x="6584803" y="5955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3" name="Freeform 48722">
                <a:extLst>
                  <a:ext uri="{FF2B5EF4-FFF2-40B4-BE49-F238E27FC236}">
                    <a16:creationId xmlns:a16="http://schemas.microsoft.com/office/drawing/2014/main" id="{C940C590-56DC-45F4-87A2-6EAE10EA82C3}"/>
                  </a:ext>
                </a:extLst>
              </p:cNvPr>
              <p:cNvSpPr/>
              <p:nvPr/>
            </p:nvSpPr>
            <p:spPr>
              <a:xfrm>
                <a:off x="658529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4" name="Freeform 48723">
                <a:extLst>
                  <a:ext uri="{FF2B5EF4-FFF2-40B4-BE49-F238E27FC236}">
                    <a16:creationId xmlns:a16="http://schemas.microsoft.com/office/drawing/2014/main" id="{23D739B6-B5BF-74C9-1D6A-2FB2FF71DF89}"/>
                  </a:ext>
                </a:extLst>
              </p:cNvPr>
              <p:cNvSpPr/>
              <p:nvPr/>
            </p:nvSpPr>
            <p:spPr>
              <a:xfrm>
                <a:off x="658579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5" name="Freeform 48724">
                <a:extLst>
                  <a:ext uri="{FF2B5EF4-FFF2-40B4-BE49-F238E27FC236}">
                    <a16:creationId xmlns:a16="http://schemas.microsoft.com/office/drawing/2014/main" id="{6BAF7A08-D7A3-B62A-F21D-FA62B9F45E4E}"/>
                  </a:ext>
                </a:extLst>
              </p:cNvPr>
              <p:cNvSpPr/>
              <p:nvPr/>
            </p:nvSpPr>
            <p:spPr>
              <a:xfrm>
                <a:off x="65863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6" name="Freeform 48725">
                <a:extLst>
                  <a:ext uri="{FF2B5EF4-FFF2-40B4-BE49-F238E27FC236}">
                    <a16:creationId xmlns:a16="http://schemas.microsoft.com/office/drawing/2014/main" id="{670FB2B0-F354-F0E8-46F9-8A228E2258CD}"/>
                  </a:ext>
                </a:extLst>
              </p:cNvPr>
              <p:cNvSpPr/>
              <p:nvPr/>
            </p:nvSpPr>
            <p:spPr>
              <a:xfrm>
                <a:off x="65868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7" name="Freeform 48726">
                <a:extLst>
                  <a:ext uri="{FF2B5EF4-FFF2-40B4-BE49-F238E27FC236}">
                    <a16:creationId xmlns:a16="http://schemas.microsoft.com/office/drawing/2014/main" id="{12FAB6F9-3831-5C94-E26E-1A25E361AE13}"/>
                  </a:ext>
                </a:extLst>
              </p:cNvPr>
              <p:cNvSpPr/>
              <p:nvPr/>
            </p:nvSpPr>
            <p:spPr>
              <a:xfrm>
                <a:off x="65873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8" name="Freeform 48727">
                <a:extLst>
                  <a:ext uri="{FF2B5EF4-FFF2-40B4-BE49-F238E27FC236}">
                    <a16:creationId xmlns:a16="http://schemas.microsoft.com/office/drawing/2014/main" id="{5552E263-42BE-660F-06A9-AB4AACC33C9D}"/>
                  </a:ext>
                </a:extLst>
              </p:cNvPr>
              <p:cNvSpPr/>
              <p:nvPr/>
            </p:nvSpPr>
            <p:spPr>
              <a:xfrm>
                <a:off x="65879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29" name="Freeform 48728">
                <a:extLst>
                  <a:ext uri="{FF2B5EF4-FFF2-40B4-BE49-F238E27FC236}">
                    <a16:creationId xmlns:a16="http://schemas.microsoft.com/office/drawing/2014/main" id="{1B067782-7A76-4875-A6B8-7605B192A2FE}"/>
                  </a:ext>
                </a:extLst>
              </p:cNvPr>
              <p:cNvSpPr/>
              <p:nvPr/>
            </p:nvSpPr>
            <p:spPr>
              <a:xfrm>
                <a:off x="65884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0" name="Freeform 48729">
                <a:extLst>
                  <a:ext uri="{FF2B5EF4-FFF2-40B4-BE49-F238E27FC236}">
                    <a16:creationId xmlns:a16="http://schemas.microsoft.com/office/drawing/2014/main" id="{C67E26DE-7FA6-283E-407E-FDE7BFF09B92}"/>
                  </a:ext>
                </a:extLst>
              </p:cNvPr>
              <p:cNvSpPr/>
              <p:nvPr/>
            </p:nvSpPr>
            <p:spPr>
              <a:xfrm>
                <a:off x="65889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1" name="Freeform 48730">
                <a:extLst>
                  <a:ext uri="{FF2B5EF4-FFF2-40B4-BE49-F238E27FC236}">
                    <a16:creationId xmlns:a16="http://schemas.microsoft.com/office/drawing/2014/main" id="{5CAE99C7-6857-5A52-BF17-1989CF7FE9E1}"/>
                  </a:ext>
                </a:extLst>
              </p:cNvPr>
              <p:cNvSpPr/>
              <p:nvPr/>
            </p:nvSpPr>
            <p:spPr>
              <a:xfrm>
                <a:off x="65895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2" name="Freeform 48731">
                <a:extLst>
                  <a:ext uri="{FF2B5EF4-FFF2-40B4-BE49-F238E27FC236}">
                    <a16:creationId xmlns:a16="http://schemas.microsoft.com/office/drawing/2014/main" id="{554B5C0D-9F73-8A0B-5D81-6C222B35EDDA}"/>
                  </a:ext>
                </a:extLst>
              </p:cNvPr>
              <p:cNvSpPr/>
              <p:nvPr/>
            </p:nvSpPr>
            <p:spPr>
              <a:xfrm>
                <a:off x="65900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3" name="Freeform 48732">
                <a:extLst>
                  <a:ext uri="{FF2B5EF4-FFF2-40B4-BE49-F238E27FC236}">
                    <a16:creationId xmlns:a16="http://schemas.microsoft.com/office/drawing/2014/main" id="{A0A4024E-1EF7-08D5-09F5-EE394E8259C3}"/>
                  </a:ext>
                </a:extLst>
              </p:cNvPr>
              <p:cNvSpPr/>
              <p:nvPr/>
            </p:nvSpPr>
            <p:spPr>
              <a:xfrm>
                <a:off x="65905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4" name="Freeform 48733">
                <a:extLst>
                  <a:ext uri="{FF2B5EF4-FFF2-40B4-BE49-F238E27FC236}">
                    <a16:creationId xmlns:a16="http://schemas.microsoft.com/office/drawing/2014/main" id="{F1A36F56-B935-8EA5-9B2E-3977AA672BEC}"/>
                  </a:ext>
                </a:extLst>
              </p:cNvPr>
              <p:cNvSpPr/>
              <p:nvPr/>
            </p:nvSpPr>
            <p:spPr>
              <a:xfrm>
                <a:off x="659115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5" name="Freeform 48734">
                <a:extLst>
                  <a:ext uri="{FF2B5EF4-FFF2-40B4-BE49-F238E27FC236}">
                    <a16:creationId xmlns:a16="http://schemas.microsoft.com/office/drawing/2014/main" id="{8F1BB306-8D22-6816-CFB3-5B08A09C3A8C}"/>
                  </a:ext>
                </a:extLst>
              </p:cNvPr>
              <p:cNvSpPr/>
              <p:nvPr/>
            </p:nvSpPr>
            <p:spPr>
              <a:xfrm>
                <a:off x="6591649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6" name="Freeform 48735">
                <a:extLst>
                  <a:ext uri="{FF2B5EF4-FFF2-40B4-BE49-F238E27FC236}">
                    <a16:creationId xmlns:a16="http://schemas.microsoft.com/office/drawing/2014/main" id="{F0C4C1D7-ABCF-66B8-7C08-171B08C05285}"/>
                  </a:ext>
                </a:extLst>
              </p:cNvPr>
              <p:cNvSpPr/>
              <p:nvPr/>
            </p:nvSpPr>
            <p:spPr>
              <a:xfrm>
                <a:off x="6592145" y="5762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7" name="Freeform 48736">
                <a:extLst>
                  <a:ext uri="{FF2B5EF4-FFF2-40B4-BE49-F238E27FC236}">
                    <a16:creationId xmlns:a16="http://schemas.microsoft.com/office/drawing/2014/main" id="{C4D58AF0-571D-CFA0-1148-B6E0FBCC5C07}"/>
                  </a:ext>
                </a:extLst>
              </p:cNvPr>
              <p:cNvSpPr/>
              <p:nvPr/>
            </p:nvSpPr>
            <p:spPr>
              <a:xfrm>
                <a:off x="6592741" y="5753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8" name="Freeform 48737">
                <a:extLst>
                  <a:ext uri="{FF2B5EF4-FFF2-40B4-BE49-F238E27FC236}">
                    <a16:creationId xmlns:a16="http://schemas.microsoft.com/office/drawing/2014/main" id="{7A7993B3-3BED-AFE4-1578-6CF357D626E5}"/>
                  </a:ext>
                </a:extLst>
              </p:cNvPr>
              <p:cNvSpPr/>
              <p:nvPr/>
            </p:nvSpPr>
            <p:spPr>
              <a:xfrm>
                <a:off x="6593237" y="578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39" name="Freeform 48738">
                <a:extLst>
                  <a:ext uri="{FF2B5EF4-FFF2-40B4-BE49-F238E27FC236}">
                    <a16:creationId xmlns:a16="http://schemas.microsoft.com/office/drawing/2014/main" id="{23AC1A44-71DF-25AB-C23C-33CA3BD4D881}"/>
                  </a:ext>
                </a:extLst>
              </p:cNvPr>
              <p:cNvSpPr/>
              <p:nvPr/>
            </p:nvSpPr>
            <p:spPr>
              <a:xfrm>
                <a:off x="6593733" y="5816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0" name="Freeform 48739">
                <a:extLst>
                  <a:ext uri="{FF2B5EF4-FFF2-40B4-BE49-F238E27FC236}">
                    <a16:creationId xmlns:a16="http://schemas.microsoft.com/office/drawing/2014/main" id="{E4144A4F-7670-1751-B4AC-B1923B6140A1}"/>
                  </a:ext>
                </a:extLst>
              </p:cNvPr>
              <p:cNvSpPr/>
              <p:nvPr/>
            </p:nvSpPr>
            <p:spPr>
              <a:xfrm>
                <a:off x="6594328" y="5839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1" name="Freeform 48740">
                <a:extLst>
                  <a:ext uri="{FF2B5EF4-FFF2-40B4-BE49-F238E27FC236}">
                    <a16:creationId xmlns:a16="http://schemas.microsoft.com/office/drawing/2014/main" id="{18BD3C87-E12F-8FCF-5FE1-F385F4783817}"/>
                  </a:ext>
                </a:extLst>
              </p:cNvPr>
              <p:cNvSpPr/>
              <p:nvPr/>
            </p:nvSpPr>
            <p:spPr>
              <a:xfrm>
                <a:off x="6594824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2" name="Freeform 48741">
                <a:extLst>
                  <a:ext uri="{FF2B5EF4-FFF2-40B4-BE49-F238E27FC236}">
                    <a16:creationId xmlns:a16="http://schemas.microsoft.com/office/drawing/2014/main" id="{D1D82BD6-EF78-46D0-2CBE-23C11B628D5A}"/>
                  </a:ext>
                </a:extLst>
              </p:cNvPr>
              <p:cNvSpPr/>
              <p:nvPr/>
            </p:nvSpPr>
            <p:spPr>
              <a:xfrm>
                <a:off x="6595320" y="5930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3" name="Freeform 48742">
                <a:extLst>
                  <a:ext uri="{FF2B5EF4-FFF2-40B4-BE49-F238E27FC236}">
                    <a16:creationId xmlns:a16="http://schemas.microsoft.com/office/drawing/2014/main" id="{676286C0-9E98-A2ED-E9D4-6D5115B4A23F}"/>
                  </a:ext>
                </a:extLst>
              </p:cNvPr>
              <p:cNvSpPr/>
              <p:nvPr/>
            </p:nvSpPr>
            <p:spPr>
              <a:xfrm>
                <a:off x="6595916" y="5931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4" name="Freeform 48743">
                <a:extLst>
                  <a:ext uri="{FF2B5EF4-FFF2-40B4-BE49-F238E27FC236}">
                    <a16:creationId xmlns:a16="http://schemas.microsoft.com/office/drawing/2014/main" id="{2B01E132-732B-4D13-BC26-5CEE962AB22E}"/>
                  </a:ext>
                </a:extLst>
              </p:cNvPr>
              <p:cNvSpPr/>
              <p:nvPr/>
            </p:nvSpPr>
            <p:spPr>
              <a:xfrm>
                <a:off x="6596412" y="5910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5" name="Freeform 48744">
                <a:extLst>
                  <a:ext uri="{FF2B5EF4-FFF2-40B4-BE49-F238E27FC236}">
                    <a16:creationId xmlns:a16="http://schemas.microsoft.com/office/drawing/2014/main" id="{BADB3F91-A709-A9A5-91DD-A31B28297C5E}"/>
                  </a:ext>
                </a:extLst>
              </p:cNvPr>
              <p:cNvSpPr/>
              <p:nvPr/>
            </p:nvSpPr>
            <p:spPr>
              <a:xfrm>
                <a:off x="6596908" y="5887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6" name="Freeform 48745">
                <a:extLst>
                  <a:ext uri="{FF2B5EF4-FFF2-40B4-BE49-F238E27FC236}">
                    <a16:creationId xmlns:a16="http://schemas.microsoft.com/office/drawing/2014/main" id="{5FDED042-0D41-E0B4-74BA-41D6C96C1F24}"/>
                  </a:ext>
                </a:extLst>
              </p:cNvPr>
              <p:cNvSpPr/>
              <p:nvPr/>
            </p:nvSpPr>
            <p:spPr>
              <a:xfrm>
                <a:off x="6597404" y="5889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7" name="Freeform 48746">
                <a:extLst>
                  <a:ext uri="{FF2B5EF4-FFF2-40B4-BE49-F238E27FC236}">
                    <a16:creationId xmlns:a16="http://schemas.microsoft.com/office/drawing/2014/main" id="{59712C91-CF3A-7578-AFA3-C0F2D4ECAF55}"/>
                  </a:ext>
                </a:extLst>
              </p:cNvPr>
              <p:cNvSpPr/>
              <p:nvPr/>
            </p:nvSpPr>
            <p:spPr>
              <a:xfrm>
                <a:off x="6597999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8" name="Freeform 48747">
                <a:extLst>
                  <a:ext uri="{FF2B5EF4-FFF2-40B4-BE49-F238E27FC236}">
                    <a16:creationId xmlns:a16="http://schemas.microsoft.com/office/drawing/2014/main" id="{D1DFB4F1-619B-7573-685B-65FC94ABB9E2}"/>
                  </a:ext>
                </a:extLst>
              </p:cNvPr>
              <p:cNvSpPr/>
              <p:nvPr/>
            </p:nvSpPr>
            <p:spPr>
              <a:xfrm>
                <a:off x="659849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49" name="Freeform 48748">
                <a:extLst>
                  <a:ext uri="{FF2B5EF4-FFF2-40B4-BE49-F238E27FC236}">
                    <a16:creationId xmlns:a16="http://schemas.microsoft.com/office/drawing/2014/main" id="{5D8503DD-7998-962E-2A70-BDB48BAD4D3D}"/>
                  </a:ext>
                </a:extLst>
              </p:cNvPr>
              <p:cNvSpPr/>
              <p:nvPr/>
            </p:nvSpPr>
            <p:spPr>
              <a:xfrm>
                <a:off x="65989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0" name="Freeform 48749">
                <a:extLst>
                  <a:ext uri="{FF2B5EF4-FFF2-40B4-BE49-F238E27FC236}">
                    <a16:creationId xmlns:a16="http://schemas.microsoft.com/office/drawing/2014/main" id="{B411673E-EA0A-2CA0-263D-BBBCF312B758}"/>
                  </a:ext>
                </a:extLst>
              </p:cNvPr>
              <p:cNvSpPr/>
              <p:nvPr/>
            </p:nvSpPr>
            <p:spPr>
              <a:xfrm>
                <a:off x="65995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1" name="Freeform 48750">
                <a:extLst>
                  <a:ext uri="{FF2B5EF4-FFF2-40B4-BE49-F238E27FC236}">
                    <a16:creationId xmlns:a16="http://schemas.microsoft.com/office/drawing/2014/main" id="{732E0195-5523-D98E-6B3F-8C05DDE280A4}"/>
                  </a:ext>
                </a:extLst>
              </p:cNvPr>
              <p:cNvSpPr/>
              <p:nvPr/>
            </p:nvSpPr>
            <p:spPr>
              <a:xfrm>
                <a:off x="66000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2" name="Freeform 48751">
                <a:extLst>
                  <a:ext uri="{FF2B5EF4-FFF2-40B4-BE49-F238E27FC236}">
                    <a16:creationId xmlns:a16="http://schemas.microsoft.com/office/drawing/2014/main" id="{6653094E-BCBB-9697-BD9F-B3CF445E8E5F}"/>
                  </a:ext>
                </a:extLst>
              </p:cNvPr>
              <p:cNvSpPr/>
              <p:nvPr/>
            </p:nvSpPr>
            <p:spPr>
              <a:xfrm>
                <a:off x="66005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3" name="Freeform 48752">
                <a:extLst>
                  <a:ext uri="{FF2B5EF4-FFF2-40B4-BE49-F238E27FC236}">
                    <a16:creationId xmlns:a16="http://schemas.microsoft.com/office/drawing/2014/main" id="{C0869CBD-019C-47A4-2124-1EDA1E6609B7}"/>
                  </a:ext>
                </a:extLst>
              </p:cNvPr>
              <p:cNvSpPr/>
              <p:nvPr/>
            </p:nvSpPr>
            <p:spPr>
              <a:xfrm>
                <a:off x="660117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4" name="Freeform 48753">
                <a:extLst>
                  <a:ext uri="{FF2B5EF4-FFF2-40B4-BE49-F238E27FC236}">
                    <a16:creationId xmlns:a16="http://schemas.microsoft.com/office/drawing/2014/main" id="{544B9A5A-DCB7-255F-AADF-E6A86C9FB596}"/>
                  </a:ext>
                </a:extLst>
              </p:cNvPr>
              <p:cNvSpPr/>
              <p:nvPr/>
            </p:nvSpPr>
            <p:spPr>
              <a:xfrm>
                <a:off x="66016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5" name="Freeform 48754">
                <a:extLst>
                  <a:ext uri="{FF2B5EF4-FFF2-40B4-BE49-F238E27FC236}">
                    <a16:creationId xmlns:a16="http://schemas.microsoft.com/office/drawing/2014/main" id="{A1FA4D0B-DE84-604B-23FA-8A565B001F6C}"/>
                  </a:ext>
                </a:extLst>
              </p:cNvPr>
              <p:cNvSpPr/>
              <p:nvPr/>
            </p:nvSpPr>
            <p:spPr>
              <a:xfrm>
                <a:off x="66021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6" name="Freeform 48755">
                <a:extLst>
                  <a:ext uri="{FF2B5EF4-FFF2-40B4-BE49-F238E27FC236}">
                    <a16:creationId xmlns:a16="http://schemas.microsoft.com/office/drawing/2014/main" id="{F7CF3C4D-EE5A-0CC6-14C6-4A79E08546F5}"/>
                  </a:ext>
                </a:extLst>
              </p:cNvPr>
              <p:cNvSpPr/>
              <p:nvPr/>
            </p:nvSpPr>
            <p:spPr>
              <a:xfrm>
                <a:off x="660276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7" name="Freeform 48756">
                <a:extLst>
                  <a:ext uri="{FF2B5EF4-FFF2-40B4-BE49-F238E27FC236}">
                    <a16:creationId xmlns:a16="http://schemas.microsoft.com/office/drawing/2014/main" id="{95FCC2F5-715D-E0CD-9301-ADE3E8D7D439}"/>
                  </a:ext>
                </a:extLst>
              </p:cNvPr>
              <p:cNvSpPr/>
              <p:nvPr/>
            </p:nvSpPr>
            <p:spPr>
              <a:xfrm>
                <a:off x="66032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8" name="Freeform 48757">
                <a:extLst>
                  <a:ext uri="{FF2B5EF4-FFF2-40B4-BE49-F238E27FC236}">
                    <a16:creationId xmlns:a16="http://schemas.microsoft.com/office/drawing/2014/main" id="{08243D91-BFB1-1BC6-B628-E71DE8CE893A}"/>
                  </a:ext>
                </a:extLst>
              </p:cNvPr>
              <p:cNvSpPr/>
              <p:nvPr/>
            </p:nvSpPr>
            <p:spPr>
              <a:xfrm>
                <a:off x="6603754" y="6028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59" name="Freeform 48758">
                <a:extLst>
                  <a:ext uri="{FF2B5EF4-FFF2-40B4-BE49-F238E27FC236}">
                    <a16:creationId xmlns:a16="http://schemas.microsoft.com/office/drawing/2014/main" id="{747D8DD6-5C27-0678-DC34-116578BF91AD}"/>
                  </a:ext>
                </a:extLst>
              </p:cNvPr>
              <p:cNvSpPr/>
              <p:nvPr/>
            </p:nvSpPr>
            <p:spPr>
              <a:xfrm>
                <a:off x="6604349" y="590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0" name="Freeform 48759">
                <a:extLst>
                  <a:ext uri="{FF2B5EF4-FFF2-40B4-BE49-F238E27FC236}">
                    <a16:creationId xmlns:a16="http://schemas.microsoft.com/office/drawing/2014/main" id="{E5A705AF-DAC6-316D-239E-D32ADFB076A7}"/>
                  </a:ext>
                </a:extLst>
              </p:cNvPr>
              <p:cNvSpPr/>
              <p:nvPr/>
            </p:nvSpPr>
            <p:spPr>
              <a:xfrm>
                <a:off x="6604845" y="5749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1" name="Freeform 48760">
                <a:extLst>
                  <a:ext uri="{FF2B5EF4-FFF2-40B4-BE49-F238E27FC236}">
                    <a16:creationId xmlns:a16="http://schemas.microsoft.com/office/drawing/2014/main" id="{8F8F3D0E-F8B5-0A8B-A6F3-CE78D22036CA}"/>
                  </a:ext>
                </a:extLst>
              </p:cNvPr>
              <p:cNvSpPr/>
              <p:nvPr/>
            </p:nvSpPr>
            <p:spPr>
              <a:xfrm>
                <a:off x="6605341" y="5725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2" name="Freeform 48761">
                <a:extLst>
                  <a:ext uri="{FF2B5EF4-FFF2-40B4-BE49-F238E27FC236}">
                    <a16:creationId xmlns:a16="http://schemas.microsoft.com/office/drawing/2014/main" id="{9ACA9F31-5F32-F191-50D3-F1B46707E96F}"/>
                  </a:ext>
                </a:extLst>
              </p:cNvPr>
              <p:cNvSpPr/>
              <p:nvPr/>
            </p:nvSpPr>
            <p:spPr>
              <a:xfrm>
                <a:off x="6605937" y="5739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3" name="Freeform 48762">
                <a:extLst>
                  <a:ext uri="{FF2B5EF4-FFF2-40B4-BE49-F238E27FC236}">
                    <a16:creationId xmlns:a16="http://schemas.microsoft.com/office/drawing/2014/main" id="{76268628-F6CC-D215-0586-65BD57130013}"/>
                  </a:ext>
                </a:extLst>
              </p:cNvPr>
              <p:cNvSpPr/>
              <p:nvPr/>
            </p:nvSpPr>
            <p:spPr>
              <a:xfrm>
                <a:off x="6606433" y="5796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4" name="Freeform 48763">
                <a:extLst>
                  <a:ext uri="{FF2B5EF4-FFF2-40B4-BE49-F238E27FC236}">
                    <a16:creationId xmlns:a16="http://schemas.microsoft.com/office/drawing/2014/main" id="{A3416D5B-AD8E-8841-091A-9CC9D2D0EC65}"/>
                  </a:ext>
                </a:extLst>
              </p:cNvPr>
              <p:cNvSpPr/>
              <p:nvPr/>
            </p:nvSpPr>
            <p:spPr>
              <a:xfrm>
                <a:off x="6606929" y="578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5" name="Freeform 48764">
                <a:extLst>
                  <a:ext uri="{FF2B5EF4-FFF2-40B4-BE49-F238E27FC236}">
                    <a16:creationId xmlns:a16="http://schemas.microsoft.com/office/drawing/2014/main" id="{E2923C79-3B29-0A5C-E038-FC9C80E3D548}"/>
                  </a:ext>
                </a:extLst>
              </p:cNvPr>
              <p:cNvSpPr/>
              <p:nvPr/>
            </p:nvSpPr>
            <p:spPr>
              <a:xfrm>
                <a:off x="6607524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6" name="Freeform 48765">
                <a:extLst>
                  <a:ext uri="{FF2B5EF4-FFF2-40B4-BE49-F238E27FC236}">
                    <a16:creationId xmlns:a16="http://schemas.microsoft.com/office/drawing/2014/main" id="{3EAF2AC9-9FE5-E3EF-2A86-340D2299042E}"/>
                  </a:ext>
                </a:extLst>
              </p:cNvPr>
              <p:cNvSpPr/>
              <p:nvPr/>
            </p:nvSpPr>
            <p:spPr>
              <a:xfrm>
                <a:off x="6608020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7" name="Freeform 48766">
                <a:extLst>
                  <a:ext uri="{FF2B5EF4-FFF2-40B4-BE49-F238E27FC236}">
                    <a16:creationId xmlns:a16="http://schemas.microsoft.com/office/drawing/2014/main" id="{24294CB5-F32C-16F2-8DE4-AE487DB665E2}"/>
                  </a:ext>
                </a:extLst>
              </p:cNvPr>
              <p:cNvSpPr/>
              <p:nvPr/>
            </p:nvSpPr>
            <p:spPr>
              <a:xfrm>
                <a:off x="6608516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8" name="Freeform 48767">
                <a:extLst>
                  <a:ext uri="{FF2B5EF4-FFF2-40B4-BE49-F238E27FC236}">
                    <a16:creationId xmlns:a16="http://schemas.microsoft.com/office/drawing/2014/main" id="{02DD5EF6-3E16-5311-CB31-E557E7E4FEF4}"/>
                  </a:ext>
                </a:extLst>
              </p:cNvPr>
              <p:cNvSpPr/>
              <p:nvPr/>
            </p:nvSpPr>
            <p:spPr>
              <a:xfrm>
                <a:off x="6609013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69" name="Freeform 48768">
                <a:extLst>
                  <a:ext uri="{FF2B5EF4-FFF2-40B4-BE49-F238E27FC236}">
                    <a16:creationId xmlns:a16="http://schemas.microsoft.com/office/drawing/2014/main" id="{DACB800D-EEFB-CCED-1D49-EC7947DDE9FC}"/>
                  </a:ext>
                </a:extLst>
              </p:cNvPr>
              <p:cNvSpPr/>
              <p:nvPr/>
            </p:nvSpPr>
            <p:spPr>
              <a:xfrm>
                <a:off x="6609608" y="587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0" name="Freeform 48769">
                <a:extLst>
                  <a:ext uri="{FF2B5EF4-FFF2-40B4-BE49-F238E27FC236}">
                    <a16:creationId xmlns:a16="http://schemas.microsoft.com/office/drawing/2014/main" id="{66A1256D-ADF5-83D6-1C40-3C3E9E7529B3}"/>
                  </a:ext>
                </a:extLst>
              </p:cNvPr>
              <p:cNvSpPr/>
              <p:nvPr/>
            </p:nvSpPr>
            <p:spPr>
              <a:xfrm>
                <a:off x="6610104" y="5862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1" name="Freeform 48770">
                <a:extLst>
                  <a:ext uri="{FF2B5EF4-FFF2-40B4-BE49-F238E27FC236}">
                    <a16:creationId xmlns:a16="http://schemas.microsoft.com/office/drawing/2014/main" id="{4227593F-7FE6-085B-E77D-D1A54C45DA75}"/>
                  </a:ext>
                </a:extLst>
              </p:cNvPr>
              <p:cNvSpPr/>
              <p:nvPr/>
            </p:nvSpPr>
            <p:spPr>
              <a:xfrm>
                <a:off x="661060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2" name="Freeform 48771">
                <a:extLst>
                  <a:ext uri="{FF2B5EF4-FFF2-40B4-BE49-F238E27FC236}">
                    <a16:creationId xmlns:a16="http://schemas.microsoft.com/office/drawing/2014/main" id="{1CD6777A-41ED-6F10-BAFB-313A93FE73BA}"/>
                  </a:ext>
                </a:extLst>
              </p:cNvPr>
              <p:cNvSpPr/>
              <p:nvPr/>
            </p:nvSpPr>
            <p:spPr>
              <a:xfrm>
                <a:off x="661119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3" name="Freeform 48772">
                <a:extLst>
                  <a:ext uri="{FF2B5EF4-FFF2-40B4-BE49-F238E27FC236}">
                    <a16:creationId xmlns:a16="http://schemas.microsoft.com/office/drawing/2014/main" id="{87B403E4-87D3-6857-9AB2-61AB37C0F993}"/>
                  </a:ext>
                </a:extLst>
              </p:cNvPr>
              <p:cNvSpPr/>
              <p:nvPr/>
            </p:nvSpPr>
            <p:spPr>
              <a:xfrm>
                <a:off x="66116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4" name="Freeform 48773">
                <a:extLst>
                  <a:ext uri="{FF2B5EF4-FFF2-40B4-BE49-F238E27FC236}">
                    <a16:creationId xmlns:a16="http://schemas.microsoft.com/office/drawing/2014/main" id="{CAC7A059-95A7-322E-9EE5-9E6A17B7F912}"/>
                  </a:ext>
                </a:extLst>
              </p:cNvPr>
              <p:cNvSpPr/>
              <p:nvPr/>
            </p:nvSpPr>
            <p:spPr>
              <a:xfrm>
                <a:off x="66121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5" name="Freeform 48774">
                <a:extLst>
                  <a:ext uri="{FF2B5EF4-FFF2-40B4-BE49-F238E27FC236}">
                    <a16:creationId xmlns:a16="http://schemas.microsoft.com/office/drawing/2014/main" id="{53AB731E-0379-DE02-1C4E-7D3FBF9A7956}"/>
                  </a:ext>
                </a:extLst>
              </p:cNvPr>
              <p:cNvSpPr/>
              <p:nvPr/>
            </p:nvSpPr>
            <p:spPr>
              <a:xfrm>
                <a:off x="66127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6" name="Freeform 48775">
                <a:extLst>
                  <a:ext uri="{FF2B5EF4-FFF2-40B4-BE49-F238E27FC236}">
                    <a16:creationId xmlns:a16="http://schemas.microsoft.com/office/drawing/2014/main" id="{085AD409-72F0-398C-C72B-C74FAB12905F}"/>
                  </a:ext>
                </a:extLst>
              </p:cNvPr>
              <p:cNvSpPr/>
              <p:nvPr/>
            </p:nvSpPr>
            <p:spPr>
              <a:xfrm>
                <a:off x="661327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7" name="Freeform 48776">
                <a:extLst>
                  <a:ext uri="{FF2B5EF4-FFF2-40B4-BE49-F238E27FC236}">
                    <a16:creationId xmlns:a16="http://schemas.microsoft.com/office/drawing/2014/main" id="{9F772029-86C2-2B7D-9EF2-019A15401810}"/>
                  </a:ext>
                </a:extLst>
              </p:cNvPr>
              <p:cNvSpPr/>
              <p:nvPr/>
            </p:nvSpPr>
            <p:spPr>
              <a:xfrm>
                <a:off x="66137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8" name="Freeform 48777">
                <a:extLst>
                  <a:ext uri="{FF2B5EF4-FFF2-40B4-BE49-F238E27FC236}">
                    <a16:creationId xmlns:a16="http://schemas.microsoft.com/office/drawing/2014/main" id="{468523FA-DC2B-0DF0-7698-D25652E29F5F}"/>
                  </a:ext>
                </a:extLst>
              </p:cNvPr>
              <p:cNvSpPr/>
              <p:nvPr/>
            </p:nvSpPr>
            <p:spPr>
              <a:xfrm>
                <a:off x="66143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79" name="Freeform 48778">
                <a:extLst>
                  <a:ext uri="{FF2B5EF4-FFF2-40B4-BE49-F238E27FC236}">
                    <a16:creationId xmlns:a16="http://schemas.microsoft.com/office/drawing/2014/main" id="{930C8304-9D62-2A37-4BFA-04406C4482B3}"/>
                  </a:ext>
                </a:extLst>
              </p:cNvPr>
              <p:cNvSpPr/>
              <p:nvPr/>
            </p:nvSpPr>
            <p:spPr>
              <a:xfrm>
                <a:off x="66148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0" name="Freeform 48779">
                <a:extLst>
                  <a:ext uri="{FF2B5EF4-FFF2-40B4-BE49-F238E27FC236}">
                    <a16:creationId xmlns:a16="http://schemas.microsoft.com/office/drawing/2014/main" id="{13BAD9ED-2639-2E58-A603-224E156DD277}"/>
                  </a:ext>
                </a:extLst>
              </p:cNvPr>
              <p:cNvSpPr/>
              <p:nvPr/>
            </p:nvSpPr>
            <p:spPr>
              <a:xfrm>
                <a:off x="66153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1" name="Freeform 48780">
                <a:extLst>
                  <a:ext uri="{FF2B5EF4-FFF2-40B4-BE49-F238E27FC236}">
                    <a16:creationId xmlns:a16="http://schemas.microsoft.com/office/drawing/2014/main" id="{AED5D2EA-FA3A-0AF3-3690-9EEEB3DB1C39}"/>
                  </a:ext>
                </a:extLst>
              </p:cNvPr>
              <p:cNvSpPr/>
              <p:nvPr/>
            </p:nvSpPr>
            <p:spPr>
              <a:xfrm>
                <a:off x="661595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2" name="Freeform 48781">
                <a:extLst>
                  <a:ext uri="{FF2B5EF4-FFF2-40B4-BE49-F238E27FC236}">
                    <a16:creationId xmlns:a16="http://schemas.microsoft.com/office/drawing/2014/main" id="{A3C4C272-5B68-83F9-11BF-9AF6CD2233B1}"/>
                  </a:ext>
                </a:extLst>
              </p:cNvPr>
              <p:cNvSpPr/>
              <p:nvPr/>
            </p:nvSpPr>
            <p:spPr>
              <a:xfrm>
                <a:off x="66164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3" name="Freeform 48782">
                <a:extLst>
                  <a:ext uri="{FF2B5EF4-FFF2-40B4-BE49-F238E27FC236}">
                    <a16:creationId xmlns:a16="http://schemas.microsoft.com/office/drawing/2014/main" id="{379B9D90-18D2-00FE-6DF7-DFA3124B5A48}"/>
                  </a:ext>
                </a:extLst>
              </p:cNvPr>
              <p:cNvSpPr/>
              <p:nvPr/>
            </p:nvSpPr>
            <p:spPr>
              <a:xfrm>
                <a:off x="6616950" y="5992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4" name="Freeform 48783">
                <a:extLst>
                  <a:ext uri="{FF2B5EF4-FFF2-40B4-BE49-F238E27FC236}">
                    <a16:creationId xmlns:a16="http://schemas.microsoft.com/office/drawing/2014/main" id="{0C7C05C3-5B0F-2C6F-8EEC-6418FB6C63CD}"/>
                  </a:ext>
                </a:extLst>
              </p:cNvPr>
              <p:cNvSpPr/>
              <p:nvPr/>
            </p:nvSpPr>
            <p:spPr>
              <a:xfrm>
                <a:off x="6617545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5" name="Freeform 48784">
                <a:extLst>
                  <a:ext uri="{FF2B5EF4-FFF2-40B4-BE49-F238E27FC236}">
                    <a16:creationId xmlns:a16="http://schemas.microsoft.com/office/drawing/2014/main" id="{9C9BBA00-42D5-AC64-EAB3-6C2FD9A9AB4D}"/>
                  </a:ext>
                </a:extLst>
              </p:cNvPr>
              <p:cNvSpPr/>
              <p:nvPr/>
            </p:nvSpPr>
            <p:spPr>
              <a:xfrm>
                <a:off x="6618041" y="5793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6" name="Freeform 48785">
                <a:extLst>
                  <a:ext uri="{FF2B5EF4-FFF2-40B4-BE49-F238E27FC236}">
                    <a16:creationId xmlns:a16="http://schemas.microsoft.com/office/drawing/2014/main" id="{CC0A667D-3A9E-F5CE-DD7F-A293B5B2B763}"/>
                  </a:ext>
                </a:extLst>
              </p:cNvPr>
              <p:cNvSpPr/>
              <p:nvPr/>
            </p:nvSpPr>
            <p:spPr>
              <a:xfrm>
                <a:off x="6618538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7" name="Freeform 48786">
                <a:extLst>
                  <a:ext uri="{FF2B5EF4-FFF2-40B4-BE49-F238E27FC236}">
                    <a16:creationId xmlns:a16="http://schemas.microsoft.com/office/drawing/2014/main" id="{C3ECF2BA-370C-190D-231E-824DBDB439A7}"/>
                  </a:ext>
                </a:extLst>
              </p:cNvPr>
              <p:cNvSpPr/>
              <p:nvPr/>
            </p:nvSpPr>
            <p:spPr>
              <a:xfrm>
                <a:off x="6619133" y="5849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8" name="Freeform 48787">
                <a:extLst>
                  <a:ext uri="{FF2B5EF4-FFF2-40B4-BE49-F238E27FC236}">
                    <a16:creationId xmlns:a16="http://schemas.microsoft.com/office/drawing/2014/main" id="{585DCDB5-F7F7-5A54-89EF-8CA4CA722BFD}"/>
                  </a:ext>
                </a:extLst>
              </p:cNvPr>
              <p:cNvSpPr/>
              <p:nvPr/>
            </p:nvSpPr>
            <p:spPr>
              <a:xfrm>
                <a:off x="6619629" y="5907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89" name="Freeform 48788">
                <a:extLst>
                  <a:ext uri="{FF2B5EF4-FFF2-40B4-BE49-F238E27FC236}">
                    <a16:creationId xmlns:a16="http://schemas.microsoft.com/office/drawing/2014/main" id="{0B4B2B6D-82AB-F455-793F-61D5DD06CE8C}"/>
                  </a:ext>
                </a:extLst>
              </p:cNvPr>
              <p:cNvSpPr/>
              <p:nvPr/>
            </p:nvSpPr>
            <p:spPr>
              <a:xfrm>
                <a:off x="6620125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0" name="Freeform 48789">
                <a:extLst>
                  <a:ext uri="{FF2B5EF4-FFF2-40B4-BE49-F238E27FC236}">
                    <a16:creationId xmlns:a16="http://schemas.microsoft.com/office/drawing/2014/main" id="{CE5A0E3D-F87E-3422-A7B9-6B1E941092A2}"/>
                  </a:ext>
                </a:extLst>
              </p:cNvPr>
              <p:cNvSpPr/>
              <p:nvPr/>
            </p:nvSpPr>
            <p:spPr>
              <a:xfrm>
                <a:off x="6620720" y="5951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1" name="Freeform 48790">
                <a:extLst>
                  <a:ext uri="{FF2B5EF4-FFF2-40B4-BE49-F238E27FC236}">
                    <a16:creationId xmlns:a16="http://schemas.microsoft.com/office/drawing/2014/main" id="{8B57DE90-6BC8-2CF6-EFBD-782352FC2E0B}"/>
                  </a:ext>
                </a:extLst>
              </p:cNvPr>
              <p:cNvSpPr/>
              <p:nvPr/>
            </p:nvSpPr>
            <p:spPr>
              <a:xfrm>
                <a:off x="6621216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2" name="Freeform 48791">
                <a:extLst>
                  <a:ext uri="{FF2B5EF4-FFF2-40B4-BE49-F238E27FC236}">
                    <a16:creationId xmlns:a16="http://schemas.microsoft.com/office/drawing/2014/main" id="{44B0AF32-D12F-9A6C-47E8-9ADED58EDEA5}"/>
                  </a:ext>
                </a:extLst>
              </p:cNvPr>
              <p:cNvSpPr/>
              <p:nvPr/>
            </p:nvSpPr>
            <p:spPr>
              <a:xfrm>
                <a:off x="6621713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3" name="Freeform 48792">
                <a:extLst>
                  <a:ext uri="{FF2B5EF4-FFF2-40B4-BE49-F238E27FC236}">
                    <a16:creationId xmlns:a16="http://schemas.microsoft.com/office/drawing/2014/main" id="{6C462B52-639D-863D-036F-FA027F57E0C0}"/>
                  </a:ext>
                </a:extLst>
              </p:cNvPr>
              <p:cNvSpPr/>
              <p:nvPr/>
            </p:nvSpPr>
            <p:spPr>
              <a:xfrm>
                <a:off x="6622209" y="5920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4" name="Freeform 48793">
                <a:extLst>
                  <a:ext uri="{FF2B5EF4-FFF2-40B4-BE49-F238E27FC236}">
                    <a16:creationId xmlns:a16="http://schemas.microsoft.com/office/drawing/2014/main" id="{85AB2EC5-29EC-5024-F08A-F33944E6AEAF}"/>
                  </a:ext>
                </a:extLst>
              </p:cNvPr>
              <p:cNvSpPr/>
              <p:nvPr/>
            </p:nvSpPr>
            <p:spPr>
              <a:xfrm>
                <a:off x="6622804" y="5926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5" name="Freeform 48794">
                <a:extLst>
                  <a:ext uri="{FF2B5EF4-FFF2-40B4-BE49-F238E27FC236}">
                    <a16:creationId xmlns:a16="http://schemas.microsoft.com/office/drawing/2014/main" id="{4195208F-9A25-C675-86F8-60878DD6B4FF}"/>
                  </a:ext>
                </a:extLst>
              </p:cNvPr>
              <p:cNvSpPr/>
              <p:nvPr/>
            </p:nvSpPr>
            <p:spPr>
              <a:xfrm>
                <a:off x="6623300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6" name="Freeform 48795">
                <a:extLst>
                  <a:ext uri="{FF2B5EF4-FFF2-40B4-BE49-F238E27FC236}">
                    <a16:creationId xmlns:a16="http://schemas.microsoft.com/office/drawing/2014/main" id="{E6DFF88F-6FB0-8159-33FD-6611D3A583C5}"/>
                  </a:ext>
                </a:extLst>
              </p:cNvPr>
              <p:cNvSpPr/>
              <p:nvPr/>
            </p:nvSpPr>
            <p:spPr>
              <a:xfrm>
                <a:off x="66237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7" name="Freeform 48796">
                <a:extLst>
                  <a:ext uri="{FF2B5EF4-FFF2-40B4-BE49-F238E27FC236}">
                    <a16:creationId xmlns:a16="http://schemas.microsoft.com/office/drawing/2014/main" id="{A57A2C74-91E3-4554-99D4-06A52AF68991}"/>
                  </a:ext>
                </a:extLst>
              </p:cNvPr>
              <p:cNvSpPr/>
              <p:nvPr/>
            </p:nvSpPr>
            <p:spPr>
              <a:xfrm>
                <a:off x="66243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8" name="Freeform 48797">
                <a:extLst>
                  <a:ext uri="{FF2B5EF4-FFF2-40B4-BE49-F238E27FC236}">
                    <a16:creationId xmlns:a16="http://schemas.microsoft.com/office/drawing/2014/main" id="{400F83BC-2149-1333-D00C-A5F7E6DA91E0}"/>
                  </a:ext>
                </a:extLst>
              </p:cNvPr>
              <p:cNvSpPr/>
              <p:nvPr/>
            </p:nvSpPr>
            <p:spPr>
              <a:xfrm>
                <a:off x="66248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99" name="Freeform 48798">
                <a:extLst>
                  <a:ext uri="{FF2B5EF4-FFF2-40B4-BE49-F238E27FC236}">
                    <a16:creationId xmlns:a16="http://schemas.microsoft.com/office/drawing/2014/main" id="{0F8854C6-EABB-C084-F5A9-3708FDCFDE9F}"/>
                  </a:ext>
                </a:extLst>
              </p:cNvPr>
              <p:cNvSpPr/>
              <p:nvPr/>
            </p:nvSpPr>
            <p:spPr>
              <a:xfrm>
                <a:off x="66253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0" name="Freeform 48799">
                <a:extLst>
                  <a:ext uri="{FF2B5EF4-FFF2-40B4-BE49-F238E27FC236}">
                    <a16:creationId xmlns:a16="http://schemas.microsoft.com/office/drawing/2014/main" id="{561FE99A-4C61-794A-7B7B-9C82F4DAFB64}"/>
                  </a:ext>
                </a:extLst>
              </p:cNvPr>
              <p:cNvSpPr/>
              <p:nvPr/>
            </p:nvSpPr>
            <p:spPr>
              <a:xfrm>
                <a:off x="662597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1" name="Freeform 48800">
                <a:extLst>
                  <a:ext uri="{FF2B5EF4-FFF2-40B4-BE49-F238E27FC236}">
                    <a16:creationId xmlns:a16="http://schemas.microsoft.com/office/drawing/2014/main" id="{1A778221-02E7-4CAC-3845-14181EAFAB50}"/>
                  </a:ext>
                </a:extLst>
              </p:cNvPr>
              <p:cNvSpPr/>
              <p:nvPr/>
            </p:nvSpPr>
            <p:spPr>
              <a:xfrm>
                <a:off x="662647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2" name="Freeform 48801">
                <a:extLst>
                  <a:ext uri="{FF2B5EF4-FFF2-40B4-BE49-F238E27FC236}">
                    <a16:creationId xmlns:a16="http://schemas.microsoft.com/office/drawing/2014/main" id="{BA35FAE9-27D8-3EC7-DCFA-B517733F1ADD}"/>
                  </a:ext>
                </a:extLst>
              </p:cNvPr>
              <p:cNvSpPr/>
              <p:nvPr/>
            </p:nvSpPr>
            <p:spPr>
              <a:xfrm>
                <a:off x="662697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3" name="Freeform 48802">
                <a:extLst>
                  <a:ext uri="{FF2B5EF4-FFF2-40B4-BE49-F238E27FC236}">
                    <a16:creationId xmlns:a16="http://schemas.microsoft.com/office/drawing/2014/main" id="{F7B3E411-44E7-51F8-53C9-ADD09C048B23}"/>
                  </a:ext>
                </a:extLst>
              </p:cNvPr>
              <p:cNvSpPr/>
              <p:nvPr/>
            </p:nvSpPr>
            <p:spPr>
              <a:xfrm>
                <a:off x="66275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4" name="Freeform 48803">
                <a:extLst>
                  <a:ext uri="{FF2B5EF4-FFF2-40B4-BE49-F238E27FC236}">
                    <a16:creationId xmlns:a16="http://schemas.microsoft.com/office/drawing/2014/main" id="{2D5D2AF6-B61E-421C-AA83-89B4C8DD5FED}"/>
                  </a:ext>
                </a:extLst>
              </p:cNvPr>
              <p:cNvSpPr/>
              <p:nvPr/>
            </p:nvSpPr>
            <p:spPr>
              <a:xfrm>
                <a:off x="66280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5" name="Freeform 48804">
                <a:extLst>
                  <a:ext uri="{FF2B5EF4-FFF2-40B4-BE49-F238E27FC236}">
                    <a16:creationId xmlns:a16="http://schemas.microsoft.com/office/drawing/2014/main" id="{F06DD2D0-5246-433F-200F-2F82A553DE5D}"/>
                  </a:ext>
                </a:extLst>
              </p:cNvPr>
              <p:cNvSpPr/>
              <p:nvPr/>
            </p:nvSpPr>
            <p:spPr>
              <a:xfrm>
                <a:off x="66285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6" name="Freeform 48805">
                <a:extLst>
                  <a:ext uri="{FF2B5EF4-FFF2-40B4-BE49-F238E27FC236}">
                    <a16:creationId xmlns:a16="http://schemas.microsoft.com/office/drawing/2014/main" id="{D6CCDA22-E267-9107-7E02-1A0EF0231D99}"/>
                  </a:ext>
                </a:extLst>
              </p:cNvPr>
              <p:cNvSpPr/>
              <p:nvPr/>
            </p:nvSpPr>
            <p:spPr>
              <a:xfrm>
                <a:off x="662915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7" name="Freeform 48806">
                <a:extLst>
                  <a:ext uri="{FF2B5EF4-FFF2-40B4-BE49-F238E27FC236}">
                    <a16:creationId xmlns:a16="http://schemas.microsoft.com/office/drawing/2014/main" id="{D44635C7-B366-31D5-CE8C-0DE2CB05DF35}"/>
                  </a:ext>
                </a:extLst>
              </p:cNvPr>
              <p:cNvSpPr/>
              <p:nvPr/>
            </p:nvSpPr>
            <p:spPr>
              <a:xfrm>
                <a:off x="6629650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8" name="Freeform 48807">
                <a:extLst>
                  <a:ext uri="{FF2B5EF4-FFF2-40B4-BE49-F238E27FC236}">
                    <a16:creationId xmlns:a16="http://schemas.microsoft.com/office/drawing/2014/main" id="{EBC068CD-7CD8-4FF4-06A5-DFFF9DA49E4C}"/>
                  </a:ext>
                </a:extLst>
              </p:cNvPr>
              <p:cNvSpPr/>
              <p:nvPr/>
            </p:nvSpPr>
            <p:spPr>
              <a:xfrm>
                <a:off x="6630146" y="5751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09" name="Freeform 48808">
                <a:extLst>
                  <a:ext uri="{FF2B5EF4-FFF2-40B4-BE49-F238E27FC236}">
                    <a16:creationId xmlns:a16="http://schemas.microsoft.com/office/drawing/2014/main" id="{8299EDDB-816A-133B-B4C7-7EC6B9870802}"/>
                  </a:ext>
                </a:extLst>
              </p:cNvPr>
              <p:cNvSpPr/>
              <p:nvPr/>
            </p:nvSpPr>
            <p:spPr>
              <a:xfrm>
                <a:off x="6630741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0" name="Freeform 48809">
                <a:extLst>
                  <a:ext uri="{FF2B5EF4-FFF2-40B4-BE49-F238E27FC236}">
                    <a16:creationId xmlns:a16="http://schemas.microsoft.com/office/drawing/2014/main" id="{EF85FC0C-2F41-4221-19E6-FC97D41F76DE}"/>
                  </a:ext>
                </a:extLst>
              </p:cNvPr>
              <p:cNvSpPr/>
              <p:nvPr/>
            </p:nvSpPr>
            <p:spPr>
              <a:xfrm>
                <a:off x="6631238" y="5752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1" name="Freeform 48810">
                <a:extLst>
                  <a:ext uri="{FF2B5EF4-FFF2-40B4-BE49-F238E27FC236}">
                    <a16:creationId xmlns:a16="http://schemas.microsoft.com/office/drawing/2014/main" id="{3AECB11E-C6B2-C9BD-E56C-B11C740D4A19}"/>
                  </a:ext>
                </a:extLst>
              </p:cNvPr>
              <p:cNvSpPr/>
              <p:nvPr/>
            </p:nvSpPr>
            <p:spPr>
              <a:xfrm>
                <a:off x="6631734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2" name="Freeform 48811">
                <a:extLst>
                  <a:ext uri="{FF2B5EF4-FFF2-40B4-BE49-F238E27FC236}">
                    <a16:creationId xmlns:a16="http://schemas.microsoft.com/office/drawing/2014/main" id="{389E9AA3-B8B6-B967-9721-FC10CBCE25A1}"/>
                  </a:ext>
                </a:extLst>
              </p:cNvPr>
              <p:cNvSpPr/>
              <p:nvPr/>
            </p:nvSpPr>
            <p:spPr>
              <a:xfrm>
                <a:off x="6632329" y="5863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3" name="Freeform 48812">
                <a:extLst>
                  <a:ext uri="{FF2B5EF4-FFF2-40B4-BE49-F238E27FC236}">
                    <a16:creationId xmlns:a16="http://schemas.microsoft.com/office/drawing/2014/main" id="{2A4EA603-7D65-B2ED-F3D3-E5A73DDB2D31}"/>
                  </a:ext>
                </a:extLst>
              </p:cNvPr>
              <p:cNvSpPr/>
              <p:nvPr/>
            </p:nvSpPr>
            <p:spPr>
              <a:xfrm>
                <a:off x="6632825" y="5887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4" name="Freeform 48813">
                <a:extLst>
                  <a:ext uri="{FF2B5EF4-FFF2-40B4-BE49-F238E27FC236}">
                    <a16:creationId xmlns:a16="http://schemas.microsoft.com/office/drawing/2014/main" id="{2BDBE1F0-7333-5182-846B-9657468EAF16}"/>
                  </a:ext>
                </a:extLst>
              </p:cNvPr>
              <p:cNvSpPr/>
              <p:nvPr/>
            </p:nvSpPr>
            <p:spPr>
              <a:xfrm>
                <a:off x="6633321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5" name="Freeform 48814">
                <a:extLst>
                  <a:ext uri="{FF2B5EF4-FFF2-40B4-BE49-F238E27FC236}">
                    <a16:creationId xmlns:a16="http://schemas.microsoft.com/office/drawing/2014/main" id="{FB937C78-BAFA-6D0A-4E65-377482266C47}"/>
                  </a:ext>
                </a:extLst>
              </p:cNvPr>
              <p:cNvSpPr/>
              <p:nvPr/>
            </p:nvSpPr>
            <p:spPr>
              <a:xfrm>
                <a:off x="6633817" y="5941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6" name="Freeform 48815">
                <a:extLst>
                  <a:ext uri="{FF2B5EF4-FFF2-40B4-BE49-F238E27FC236}">
                    <a16:creationId xmlns:a16="http://schemas.microsoft.com/office/drawing/2014/main" id="{9F4F3A26-4971-AE47-5633-FCF1666BF8A3}"/>
                  </a:ext>
                </a:extLst>
              </p:cNvPr>
              <p:cNvSpPr/>
              <p:nvPr/>
            </p:nvSpPr>
            <p:spPr>
              <a:xfrm>
                <a:off x="6634413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7" name="Freeform 48816">
                <a:extLst>
                  <a:ext uri="{FF2B5EF4-FFF2-40B4-BE49-F238E27FC236}">
                    <a16:creationId xmlns:a16="http://schemas.microsoft.com/office/drawing/2014/main" id="{7EB58E30-66EA-4535-9EA4-51481550D2F0}"/>
                  </a:ext>
                </a:extLst>
              </p:cNvPr>
              <p:cNvSpPr/>
              <p:nvPr/>
            </p:nvSpPr>
            <p:spPr>
              <a:xfrm>
                <a:off x="6634909" y="5924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8" name="Freeform 48817">
                <a:extLst>
                  <a:ext uri="{FF2B5EF4-FFF2-40B4-BE49-F238E27FC236}">
                    <a16:creationId xmlns:a16="http://schemas.microsoft.com/office/drawing/2014/main" id="{A60BAB46-7F43-B815-CDEE-08072B1E5B87}"/>
                  </a:ext>
                </a:extLst>
              </p:cNvPr>
              <p:cNvSpPr/>
              <p:nvPr/>
            </p:nvSpPr>
            <p:spPr>
              <a:xfrm>
                <a:off x="6635405" y="592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19" name="Freeform 48818">
                <a:extLst>
                  <a:ext uri="{FF2B5EF4-FFF2-40B4-BE49-F238E27FC236}">
                    <a16:creationId xmlns:a16="http://schemas.microsoft.com/office/drawing/2014/main" id="{7A6122EF-FFCB-C9DE-1E79-909E35013F89}"/>
                  </a:ext>
                </a:extLst>
              </p:cNvPr>
              <p:cNvSpPr/>
              <p:nvPr/>
            </p:nvSpPr>
            <p:spPr>
              <a:xfrm>
                <a:off x="663600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0" name="Freeform 48819">
                <a:extLst>
                  <a:ext uri="{FF2B5EF4-FFF2-40B4-BE49-F238E27FC236}">
                    <a16:creationId xmlns:a16="http://schemas.microsoft.com/office/drawing/2014/main" id="{D24CC022-0CAC-D4A2-E64A-60C22758F102}"/>
                  </a:ext>
                </a:extLst>
              </p:cNvPr>
              <p:cNvSpPr/>
              <p:nvPr/>
            </p:nvSpPr>
            <p:spPr>
              <a:xfrm>
                <a:off x="66364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1" name="Freeform 48820">
                <a:extLst>
                  <a:ext uri="{FF2B5EF4-FFF2-40B4-BE49-F238E27FC236}">
                    <a16:creationId xmlns:a16="http://schemas.microsoft.com/office/drawing/2014/main" id="{BD2812C5-9109-77C8-7A30-4ABB2C7599D9}"/>
                  </a:ext>
                </a:extLst>
              </p:cNvPr>
              <p:cNvSpPr/>
              <p:nvPr/>
            </p:nvSpPr>
            <p:spPr>
              <a:xfrm>
                <a:off x="66369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2" name="Freeform 48821">
                <a:extLst>
                  <a:ext uri="{FF2B5EF4-FFF2-40B4-BE49-F238E27FC236}">
                    <a16:creationId xmlns:a16="http://schemas.microsoft.com/office/drawing/2014/main" id="{F93B3EF2-FC98-D2ED-DB7B-10AEFA855F41}"/>
                  </a:ext>
                </a:extLst>
              </p:cNvPr>
              <p:cNvSpPr/>
              <p:nvPr/>
            </p:nvSpPr>
            <p:spPr>
              <a:xfrm>
                <a:off x="663758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3" name="Freeform 48822">
                <a:extLst>
                  <a:ext uri="{FF2B5EF4-FFF2-40B4-BE49-F238E27FC236}">
                    <a16:creationId xmlns:a16="http://schemas.microsoft.com/office/drawing/2014/main" id="{2D3822B6-C427-FC0C-B482-7F0201A8D248}"/>
                  </a:ext>
                </a:extLst>
              </p:cNvPr>
              <p:cNvSpPr/>
              <p:nvPr/>
            </p:nvSpPr>
            <p:spPr>
              <a:xfrm>
                <a:off x="663808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4" name="Freeform 48823">
                <a:extLst>
                  <a:ext uri="{FF2B5EF4-FFF2-40B4-BE49-F238E27FC236}">
                    <a16:creationId xmlns:a16="http://schemas.microsoft.com/office/drawing/2014/main" id="{BA2B0A8A-F2AB-EAFD-D706-CA7F8F84D573}"/>
                  </a:ext>
                </a:extLst>
              </p:cNvPr>
              <p:cNvSpPr/>
              <p:nvPr/>
            </p:nvSpPr>
            <p:spPr>
              <a:xfrm>
                <a:off x="66385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5" name="Freeform 48824">
                <a:extLst>
                  <a:ext uri="{FF2B5EF4-FFF2-40B4-BE49-F238E27FC236}">
                    <a16:creationId xmlns:a16="http://schemas.microsoft.com/office/drawing/2014/main" id="{629C1939-2A93-8215-2BC5-D6B658F7F512}"/>
                  </a:ext>
                </a:extLst>
              </p:cNvPr>
              <p:cNvSpPr/>
              <p:nvPr/>
            </p:nvSpPr>
            <p:spPr>
              <a:xfrm>
                <a:off x="66391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6" name="Freeform 48825">
                <a:extLst>
                  <a:ext uri="{FF2B5EF4-FFF2-40B4-BE49-F238E27FC236}">
                    <a16:creationId xmlns:a16="http://schemas.microsoft.com/office/drawing/2014/main" id="{2C1DA08D-2CF8-AD97-ABE5-41656C6D1295}"/>
                  </a:ext>
                </a:extLst>
              </p:cNvPr>
              <p:cNvSpPr/>
              <p:nvPr/>
            </p:nvSpPr>
            <p:spPr>
              <a:xfrm>
                <a:off x="66396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7" name="Freeform 48826">
                <a:extLst>
                  <a:ext uri="{FF2B5EF4-FFF2-40B4-BE49-F238E27FC236}">
                    <a16:creationId xmlns:a16="http://schemas.microsoft.com/office/drawing/2014/main" id="{EBA474A1-2BF5-06E7-D3E6-0EE038EFB940}"/>
                  </a:ext>
                </a:extLst>
              </p:cNvPr>
              <p:cNvSpPr/>
              <p:nvPr/>
            </p:nvSpPr>
            <p:spPr>
              <a:xfrm>
                <a:off x="66401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8" name="Freeform 48827">
                <a:extLst>
                  <a:ext uri="{FF2B5EF4-FFF2-40B4-BE49-F238E27FC236}">
                    <a16:creationId xmlns:a16="http://schemas.microsoft.com/office/drawing/2014/main" id="{55A05C71-E3B9-7151-E509-74DE578DC79E}"/>
                  </a:ext>
                </a:extLst>
              </p:cNvPr>
              <p:cNvSpPr/>
              <p:nvPr/>
            </p:nvSpPr>
            <p:spPr>
              <a:xfrm>
                <a:off x="66407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29" name="Freeform 48828">
                <a:extLst>
                  <a:ext uri="{FF2B5EF4-FFF2-40B4-BE49-F238E27FC236}">
                    <a16:creationId xmlns:a16="http://schemas.microsoft.com/office/drawing/2014/main" id="{618A801A-DB01-8613-8E05-9B2A1E753931}"/>
                  </a:ext>
                </a:extLst>
              </p:cNvPr>
              <p:cNvSpPr/>
              <p:nvPr/>
            </p:nvSpPr>
            <p:spPr>
              <a:xfrm>
                <a:off x="664125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0" name="Freeform 48829">
                <a:extLst>
                  <a:ext uri="{FF2B5EF4-FFF2-40B4-BE49-F238E27FC236}">
                    <a16:creationId xmlns:a16="http://schemas.microsoft.com/office/drawing/2014/main" id="{1F8D1A1E-019D-1C53-3AEB-B41371E9BDEB}"/>
                  </a:ext>
                </a:extLst>
              </p:cNvPr>
              <p:cNvSpPr/>
              <p:nvPr/>
            </p:nvSpPr>
            <p:spPr>
              <a:xfrm>
                <a:off x="66417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1" name="Freeform 48830">
                <a:extLst>
                  <a:ext uri="{FF2B5EF4-FFF2-40B4-BE49-F238E27FC236}">
                    <a16:creationId xmlns:a16="http://schemas.microsoft.com/office/drawing/2014/main" id="{3004BFDD-3286-9516-D9B7-9686CA8E3350}"/>
                  </a:ext>
                </a:extLst>
              </p:cNvPr>
              <p:cNvSpPr/>
              <p:nvPr/>
            </p:nvSpPr>
            <p:spPr>
              <a:xfrm>
                <a:off x="6642350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2" name="Freeform 48831">
                <a:extLst>
                  <a:ext uri="{FF2B5EF4-FFF2-40B4-BE49-F238E27FC236}">
                    <a16:creationId xmlns:a16="http://schemas.microsoft.com/office/drawing/2014/main" id="{496CB3FE-242C-3F5C-6436-2408698BE041}"/>
                  </a:ext>
                </a:extLst>
              </p:cNvPr>
              <p:cNvSpPr/>
              <p:nvPr/>
            </p:nvSpPr>
            <p:spPr>
              <a:xfrm>
                <a:off x="6642846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3" name="Freeform 48832">
                <a:extLst>
                  <a:ext uri="{FF2B5EF4-FFF2-40B4-BE49-F238E27FC236}">
                    <a16:creationId xmlns:a16="http://schemas.microsoft.com/office/drawing/2014/main" id="{562A05D9-65CB-1865-344E-096213C933DF}"/>
                  </a:ext>
                </a:extLst>
              </p:cNvPr>
              <p:cNvSpPr/>
              <p:nvPr/>
            </p:nvSpPr>
            <p:spPr>
              <a:xfrm>
                <a:off x="6643342" y="5751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4" name="Freeform 48833">
                <a:extLst>
                  <a:ext uri="{FF2B5EF4-FFF2-40B4-BE49-F238E27FC236}">
                    <a16:creationId xmlns:a16="http://schemas.microsoft.com/office/drawing/2014/main" id="{D24EC0EF-DEA1-B223-178C-8BC19579B136}"/>
                  </a:ext>
                </a:extLst>
              </p:cNvPr>
              <p:cNvSpPr/>
              <p:nvPr/>
            </p:nvSpPr>
            <p:spPr>
              <a:xfrm>
                <a:off x="6643938" y="5756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5" name="Freeform 48834">
                <a:extLst>
                  <a:ext uri="{FF2B5EF4-FFF2-40B4-BE49-F238E27FC236}">
                    <a16:creationId xmlns:a16="http://schemas.microsoft.com/office/drawing/2014/main" id="{FEA9F032-1D94-B3FC-0CC0-012B16CFAD05}"/>
                  </a:ext>
                </a:extLst>
              </p:cNvPr>
              <p:cNvSpPr/>
              <p:nvPr/>
            </p:nvSpPr>
            <p:spPr>
              <a:xfrm>
                <a:off x="6644434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6" name="Freeform 48835">
                <a:extLst>
                  <a:ext uri="{FF2B5EF4-FFF2-40B4-BE49-F238E27FC236}">
                    <a16:creationId xmlns:a16="http://schemas.microsoft.com/office/drawing/2014/main" id="{73E760F6-2207-67AD-5480-10ED7FACE721}"/>
                  </a:ext>
                </a:extLst>
              </p:cNvPr>
              <p:cNvSpPr/>
              <p:nvPr/>
            </p:nvSpPr>
            <p:spPr>
              <a:xfrm>
                <a:off x="6644930" y="5876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7" name="Freeform 48836">
                <a:extLst>
                  <a:ext uri="{FF2B5EF4-FFF2-40B4-BE49-F238E27FC236}">
                    <a16:creationId xmlns:a16="http://schemas.microsoft.com/office/drawing/2014/main" id="{1D94C67D-AA8D-C485-480A-06EB8B642348}"/>
                  </a:ext>
                </a:extLst>
              </p:cNvPr>
              <p:cNvSpPr/>
              <p:nvPr/>
            </p:nvSpPr>
            <p:spPr>
              <a:xfrm>
                <a:off x="6645426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8" name="Freeform 48837">
                <a:extLst>
                  <a:ext uri="{FF2B5EF4-FFF2-40B4-BE49-F238E27FC236}">
                    <a16:creationId xmlns:a16="http://schemas.microsoft.com/office/drawing/2014/main" id="{AADBCD8C-89EA-29EC-DE82-D66E6F6D22B6}"/>
                  </a:ext>
                </a:extLst>
              </p:cNvPr>
              <p:cNvSpPr/>
              <p:nvPr/>
            </p:nvSpPr>
            <p:spPr>
              <a:xfrm>
                <a:off x="6646021" y="5968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39" name="Freeform 48838">
                <a:extLst>
                  <a:ext uri="{FF2B5EF4-FFF2-40B4-BE49-F238E27FC236}">
                    <a16:creationId xmlns:a16="http://schemas.microsoft.com/office/drawing/2014/main" id="{0F428BEE-CBE5-03C1-8282-BE3CC70792DE}"/>
                  </a:ext>
                </a:extLst>
              </p:cNvPr>
              <p:cNvSpPr/>
              <p:nvPr/>
            </p:nvSpPr>
            <p:spPr>
              <a:xfrm>
                <a:off x="6646517" y="5967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0" name="Freeform 48839">
                <a:extLst>
                  <a:ext uri="{FF2B5EF4-FFF2-40B4-BE49-F238E27FC236}">
                    <a16:creationId xmlns:a16="http://schemas.microsoft.com/office/drawing/2014/main" id="{11F9C15A-CFAC-095B-399A-FF922E01D876}"/>
                  </a:ext>
                </a:extLst>
              </p:cNvPr>
              <p:cNvSpPr/>
              <p:nvPr/>
            </p:nvSpPr>
            <p:spPr>
              <a:xfrm>
                <a:off x="6647013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1" name="Freeform 48840">
                <a:extLst>
                  <a:ext uri="{FF2B5EF4-FFF2-40B4-BE49-F238E27FC236}">
                    <a16:creationId xmlns:a16="http://schemas.microsoft.com/office/drawing/2014/main" id="{4FB92A2C-A73C-41DE-A01B-DC14588AC77D}"/>
                  </a:ext>
                </a:extLst>
              </p:cNvPr>
              <p:cNvSpPr/>
              <p:nvPr/>
            </p:nvSpPr>
            <p:spPr>
              <a:xfrm>
                <a:off x="6647609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2" name="Freeform 48841">
                <a:extLst>
                  <a:ext uri="{FF2B5EF4-FFF2-40B4-BE49-F238E27FC236}">
                    <a16:creationId xmlns:a16="http://schemas.microsoft.com/office/drawing/2014/main" id="{2F41EFF9-F551-A319-5B57-9F95945245DC}"/>
                  </a:ext>
                </a:extLst>
              </p:cNvPr>
              <p:cNvSpPr/>
              <p:nvPr/>
            </p:nvSpPr>
            <p:spPr>
              <a:xfrm>
                <a:off x="6648105" y="5957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3" name="Freeform 48842">
                <a:extLst>
                  <a:ext uri="{FF2B5EF4-FFF2-40B4-BE49-F238E27FC236}">
                    <a16:creationId xmlns:a16="http://schemas.microsoft.com/office/drawing/2014/main" id="{33493DEA-E6A0-DF42-AE75-4A7AB9A02804}"/>
                  </a:ext>
                </a:extLst>
              </p:cNvPr>
              <p:cNvSpPr/>
              <p:nvPr/>
            </p:nvSpPr>
            <p:spPr>
              <a:xfrm>
                <a:off x="664860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4" name="Freeform 48843">
                <a:extLst>
                  <a:ext uri="{FF2B5EF4-FFF2-40B4-BE49-F238E27FC236}">
                    <a16:creationId xmlns:a16="http://schemas.microsoft.com/office/drawing/2014/main" id="{4982BDAE-5325-8170-C6E9-346C5BE45179}"/>
                  </a:ext>
                </a:extLst>
              </p:cNvPr>
              <p:cNvSpPr/>
              <p:nvPr/>
            </p:nvSpPr>
            <p:spPr>
              <a:xfrm>
                <a:off x="66491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5" name="Freeform 48844">
                <a:extLst>
                  <a:ext uri="{FF2B5EF4-FFF2-40B4-BE49-F238E27FC236}">
                    <a16:creationId xmlns:a16="http://schemas.microsoft.com/office/drawing/2014/main" id="{8A925D76-7E68-CC82-01F4-AE1432EBC0B0}"/>
                  </a:ext>
                </a:extLst>
              </p:cNvPr>
              <p:cNvSpPr/>
              <p:nvPr/>
            </p:nvSpPr>
            <p:spPr>
              <a:xfrm>
                <a:off x="66496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6" name="Freeform 48845">
                <a:extLst>
                  <a:ext uri="{FF2B5EF4-FFF2-40B4-BE49-F238E27FC236}">
                    <a16:creationId xmlns:a16="http://schemas.microsoft.com/office/drawing/2014/main" id="{EC47B006-4289-553E-1334-59F2B885DF9D}"/>
                  </a:ext>
                </a:extLst>
              </p:cNvPr>
              <p:cNvSpPr/>
              <p:nvPr/>
            </p:nvSpPr>
            <p:spPr>
              <a:xfrm>
                <a:off x="66501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7" name="Freeform 48846">
                <a:extLst>
                  <a:ext uri="{FF2B5EF4-FFF2-40B4-BE49-F238E27FC236}">
                    <a16:creationId xmlns:a16="http://schemas.microsoft.com/office/drawing/2014/main" id="{66A92D43-9A94-1BA2-33A0-03B55C041B60}"/>
                  </a:ext>
                </a:extLst>
              </p:cNvPr>
              <p:cNvSpPr/>
              <p:nvPr/>
            </p:nvSpPr>
            <p:spPr>
              <a:xfrm>
                <a:off x="66507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8" name="Freeform 48847">
                <a:extLst>
                  <a:ext uri="{FF2B5EF4-FFF2-40B4-BE49-F238E27FC236}">
                    <a16:creationId xmlns:a16="http://schemas.microsoft.com/office/drawing/2014/main" id="{C445A341-77C3-2D7E-C081-B6A493AB6FCE}"/>
                  </a:ext>
                </a:extLst>
              </p:cNvPr>
              <p:cNvSpPr/>
              <p:nvPr/>
            </p:nvSpPr>
            <p:spPr>
              <a:xfrm>
                <a:off x="66512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49" name="Freeform 48848">
                <a:extLst>
                  <a:ext uri="{FF2B5EF4-FFF2-40B4-BE49-F238E27FC236}">
                    <a16:creationId xmlns:a16="http://schemas.microsoft.com/office/drawing/2014/main" id="{0F9E16CB-BCA9-2529-0FAF-D72D81ECD683}"/>
                  </a:ext>
                </a:extLst>
              </p:cNvPr>
              <p:cNvSpPr/>
              <p:nvPr/>
            </p:nvSpPr>
            <p:spPr>
              <a:xfrm>
                <a:off x="66517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0" name="Freeform 48849">
                <a:extLst>
                  <a:ext uri="{FF2B5EF4-FFF2-40B4-BE49-F238E27FC236}">
                    <a16:creationId xmlns:a16="http://schemas.microsoft.com/office/drawing/2014/main" id="{BCBB1A42-C7F4-01CF-7A62-9373EDA46870}"/>
                  </a:ext>
                </a:extLst>
              </p:cNvPr>
              <p:cNvSpPr/>
              <p:nvPr/>
            </p:nvSpPr>
            <p:spPr>
              <a:xfrm>
                <a:off x="665237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1" name="Freeform 48850">
                <a:extLst>
                  <a:ext uri="{FF2B5EF4-FFF2-40B4-BE49-F238E27FC236}">
                    <a16:creationId xmlns:a16="http://schemas.microsoft.com/office/drawing/2014/main" id="{20848F43-0D4D-E83F-B0F4-5330AA3E494C}"/>
                  </a:ext>
                </a:extLst>
              </p:cNvPr>
              <p:cNvSpPr/>
              <p:nvPr/>
            </p:nvSpPr>
            <p:spPr>
              <a:xfrm>
                <a:off x="665286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2" name="Freeform 48851">
                <a:extLst>
                  <a:ext uri="{FF2B5EF4-FFF2-40B4-BE49-F238E27FC236}">
                    <a16:creationId xmlns:a16="http://schemas.microsoft.com/office/drawing/2014/main" id="{82D1DF27-C29B-A135-D6E1-2DF971DF0347}"/>
                  </a:ext>
                </a:extLst>
              </p:cNvPr>
              <p:cNvSpPr/>
              <p:nvPr/>
            </p:nvSpPr>
            <p:spPr>
              <a:xfrm>
                <a:off x="66533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3" name="Freeform 48852">
                <a:extLst>
                  <a:ext uri="{FF2B5EF4-FFF2-40B4-BE49-F238E27FC236}">
                    <a16:creationId xmlns:a16="http://schemas.microsoft.com/office/drawing/2014/main" id="{AB69D949-4B16-DB76-3920-1E79CCEB64AA}"/>
                  </a:ext>
                </a:extLst>
              </p:cNvPr>
              <p:cNvSpPr/>
              <p:nvPr/>
            </p:nvSpPr>
            <p:spPr>
              <a:xfrm>
                <a:off x="66539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4" name="Freeform 48853">
                <a:extLst>
                  <a:ext uri="{FF2B5EF4-FFF2-40B4-BE49-F238E27FC236}">
                    <a16:creationId xmlns:a16="http://schemas.microsoft.com/office/drawing/2014/main" id="{A4BAABD7-E928-FF3F-A4EA-2001A8362CE2}"/>
                  </a:ext>
                </a:extLst>
              </p:cNvPr>
              <p:cNvSpPr/>
              <p:nvPr/>
            </p:nvSpPr>
            <p:spPr>
              <a:xfrm>
                <a:off x="66544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5" name="Freeform 48854">
                <a:extLst>
                  <a:ext uri="{FF2B5EF4-FFF2-40B4-BE49-F238E27FC236}">
                    <a16:creationId xmlns:a16="http://schemas.microsoft.com/office/drawing/2014/main" id="{6C656CF1-1806-033B-A6AC-98A6312E3A92}"/>
                  </a:ext>
                </a:extLst>
              </p:cNvPr>
              <p:cNvSpPr/>
              <p:nvPr/>
            </p:nvSpPr>
            <p:spPr>
              <a:xfrm>
                <a:off x="6654951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6" name="Freeform 48855">
                <a:extLst>
                  <a:ext uri="{FF2B5EF4-FFF2-40B4-BE49-F238E27FC236}">
                    <a16:creationId xmlns:a16="http://schemas.microsoft.com/office/drawing/2014/main" id="{7B48CE51-EEE6-F261-F13A-6D720632AB37}"/>
                  </a:ext>
                </a:extLst>
              </p:cNvPr>
              <p:cNvSpPr/>
              <p:nvPr/>
            </p:nvSpPr>
            <p:spPr>
              <a:xfrm>
                <a:off x="6655546" y="5742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7" name="Freeform 48856">
                <a:extLst>
                  <a:ext uri="{FF2B5EF4-FFF2-40B4-BE49-F238E27FC236}">
                    <a16:creationId xmlns:a16="http://schemas.microsoft.com/office/drawing/2014/main" id="{3AA0BCD7-6414-D953-5B3A-BAFDEE2CAB2F}"/>
                  </a:ext>
                </a:extLst>
              </p:cNvPr>
              <p:cNvSpPr/>
              <p:nvPr/>
            </p:nvSpPr>
            <p:spPr>
              <a:xfrm>
                <a:off x="6656042" y="5735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8" name="Freeform 48857">
                <a:extLst>
                  <a:ext uri="{FF2B5EF4-FFF2-40B4-BE49-F238E27FC236}">
                    <a16:creationId xmlns:a16="http://schemas.microsoft.com/office/drawing/2014/main" id="{8EB7792D-F8E2-B78F-7748-E95A334BAE19}"/>
                  </a:ext>
                </a:extLst>
              </p:cNvPr>
              <p:cNvSpPr/>
              <p:nvPr/>
            </p:nvSpPr>
            <p:spPr>
              <a:xfrm>
                <a:off x="6656538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59" name="Freeform 48858">
                <a:extLst>
                  <a:ext uri="{FF2B5EF4-FFF2-40B4-BE49-F238E27FC236}">
                    <a16:creationId xmlns:a16="http://schemas.microsoft.com/office/drawing/2014/main" id="{BB30A639-A614-7DB9-057B-09E67FD9EE06}"/>
                  </a:ext>
                </a:extLst>
              </p:cNvPr>
              <p:cNvSpPr/>
              <p:nvPr/>
            </p:nvSpPr>
            <p:spPr>
              <a:xfrm>
                <a:off x="6657134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0" name="Freeform 48859">
                <a:extLst>
                  <a:ext uri="{FF2B5EF4-FFF2-40B4-BE49-F238E27FC236}">
                    <a16:creationId xmlns:a16="http://schemas.microsoft.com/office/drawing/2014/main" id="{50C4C728-FDBE-02D2-57A9-BF0F89D58BD2}"/>
                  </a:ext>
                </a:extLst>
              </p:cNvPr>
              <p:cNvSpPr/>
              <p:nvPr/>
            </p:nvSpPr>
            <p:spPr>
              <a:xfrm>
                <a:off x="6657630" y="5800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1" name="Freeform 48860">
                <a:extLst>
                  <a:ext uri="{FF2B5EF4-FFF2-40B4-BE49-F238E27FC236}">
                    <a16:creationId xmlns:a16="http://schemas.microsoft.com/office/drawing/2014/main" id="{C555C1DA-FBC6-D26D-30D7-89F47F088DDF}"/>
                  </a:ext>
                </a:extLst>
              </p:cNvPr>
              <p:cNvSpPr/>
              <p:nvPr/>
            </p:nvSpPr>
            <p:spPr>
              <a:xfrm>
                <a:off x="6658126" y="5869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2" name="Freeform 48861">
                <a:extLst>
                  <a:ext uri="{FF2B5EF4-FFF2-40B4-BE49-F238E27FC236}">
                    <a16:creationId xmlns:a16="http://schemas.microsoft.com/office/drawing/2014/main" id="{D42EE4F0-826C-7481-C6B4-D25FC9579B88}"/>
                  </a:ext>
                </a:extLst>
              </p:cNvPr>
              <p:cNvSpPr/>
              <p:nvPr/>
            </p:nvSpPr>
            <p:spPr>
              <a:xfrm>
                <a:off x="6658622" y="5934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3" name="Freeform 48862">
                <a:extLst>
                  <a:ext uri="{FF2B5EF4-FFF2-40B4-BE49-F238E27FC236}">
                    <a16:creationId xmlns:a16="http://schemas.microsoft.com/office/drawing/2014/main" id="{AB734A1C-12DA-E9D7-319D-5A13D6D2F314}"/>
                  </a:ext>
                </a:extLst>
              </p:cNvPr>
              <p:cNvSpPr/>
              <p:nvPr/>
            </p:nvSpPr>
            <p:spPr>
              <a:xfrm>
                <a:off x="6659217" y="5942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4" name="Freeform 48863">
                <a:extLst>
                  <a:ext uri="{FF2B5EF4-FFF2-40B4-BE49-F238E27FC236}">
                    <a16:creationId xmlns:a16="http://schemas.microsoft.com/office/drawing/2014/main" id="{54E0BF92-0F5F-7B59-4550-F8987155AD53}"/>
                  </a:ext>
                </a:extLst>
              </p:cNvPr>
              <p:cNvSpPr/>
              <p:nvPr/>
            </p:nvSpPr>
            <p:spPr>
              <a:xfrm>
                <a:off x="6659713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5" name="Freeform 48864">
                <a:extLst>
                  <a:ext uri="{FF2B5EF4-FFF2-40B4-BE49-F238E27FC236}">
                    <a16:creationId xmlns:a16="http://schemas.microsoft.com/office/drawing/2014/main" id="{CF7D0944-225B-E53D-0052-5B7810DD3968}"/>
                  </a:ext>
                </a:extLst>
              </p:cNvPr>
              <p:cNvSpPr/>
              <p:nvPr/>
            </p:nvSpPr>
            <p:spPr>
              <a:xfrm>
                <a:off x="6660209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6" name="Freeform 48865">
                <a:extLst>
                  <a:ext uri="{FF2B5EF4-FFF2-40B4-BE49-F238E27FC236}">
                    <a16:creationId xmlns:a16="http://schemas.microsoft.com/office/drawing/2014/main" id="{EADD6DF2-E3A9-4ADA-393D-B9317E1A2ECB}"/>
                  </a:ext>
                </a:extLst>
              </p:cNvPr>
              <p:cNvSpPr/>
              <p:nvPr/>
            </p:nvSpPr>
            <p:spPr>
              <a:xfrm>
                <a:off x="6660805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7" name="Freeform 48866">
                <a:extLst>
                  <a:ext uri="{FF2B5EF4-FFF2-40B4-BE49-F238E27FC236}">
                    <a16:creationId xmlns:a16="http://schemas.microsoft.com/office/drawing/2014/main" id="{997012B1-2C93-0DC3-8C41-F4B736F09780}"/>
                  </a:ext>
                </a:extLst>
              </p:cNvPr>
              <p:cNvSpPr/>
              <p:nvPr/>
            </p:nvSpPr>
            <p:spPr>
              <a:xfrm>
                <a:off x="6661301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8" name="Freeform 48867">
                <a:extLst>
                  <a:ext uri="{FF2B5EF4-FFF2-40B4-BE49-F238E27FC236}">
                    <a16:creationId xmlns:a16="http://schemas.microsoft.com/office/drawing/2014/main" id="{B63CCB01-1E6C-B0BF-49FB-F607E6634497}"/>
                  </a:ext>
                </a:extLst>
              </p:cNvPr>
              <p:cNvSpPr/>
              <p:nvPr/>
            </p:nvSpPr>
            <p:spPr>
              <a:xfrm>
                <a:off x="6661797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69" name="Freeform 48868">
                <a:extLst>
                  <a:ext uri="{FF2B5EF4-FFF2-40B4-BE49-F238E27FC236}">
                    <a16:creationId xmlns:a16="http://schemas.microsoft.com/office/drawing/2014/main" id="{FEA91AF5-72E5-C3B1-0C24-E76B87FD0130}"/>
                  </a:ext>
                </a:extLst>
              </p:cNvPr>
              <p:cNvSpPr/>
              <p:nvPr/>
            </p:nvSpPr>
            <p:spPr>
              <a:xfrm>
                <a:off x="6662392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0" name="Freeform 48869">
                <a:extLst>
                  <a:ext uri="{FF2B5EF4-FFF2-40B4-BE49-F238E27FC236}">
                    <a16:creationId xmlns:a16="http://schemas.microsoft.com/office/drawing/2014/main" id="{13FEE6C1-1D4A-F16F-C986-2405E66C910B}"/>
                  </a:ext>
                </a:extLst>
              </p:cNvPr>
              <p:cNvSpPr/>
              <p:nvPr/>
            </p:nvSpPr>
            <p:spPr>
              <a:xfrm>
                <a:off x="66628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1" name="Freeform 48870">
                <a:extLst>
                  <a:ext uri="{FF2B5EF4-FFF2-40B4-BE49-F238E27FC236}">
                    <a16:creationId xmlns:a16="http://schemas.microsoft.com/office/drawing/2014/main" id="{25BC0253-97A4-1A99-C636-F2DFA0ABCC20}"/>
                  </a:ext>
                </a:extLst>
              </p:cNvPr>
              <p:cNvSpPr/>
              <p:nvPr/>
            </p:nvSpPr>
            <p:spPr>
              <a:xfrm>
                <a:off x="66633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2" name="Freeform 48871">
                <a:extLst>
                  <a:ext uri="{FF2B5EF4-FFF2-40B4-BE49-F238E27FC236}">
                    <a16:creationId xmlns:a16="http://schemas.microsoft.com/office/drawing/2014/main" id="{E736114E-B25C-E149-A720-8767F1DC8B59}"/>
                  </a:ext>
                </a:extLst>
              </p:cNvPr>
              <p:cNvSpPr/>
              <p:nvPr/>
            </p:nvSpPr>
            <p:spPr>
              <a:xfrm>
                <a:off x="66639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3" name="Freeform 48872">
                <a:extLst>
                  <a:ext uri="{FF2B5EF4-FFF2-40B4-BE49-F238E27FC236}">
                    <a16:creationId xmlns:a16="http://schemas.microsoft.com/office/drawing/2014/main" id="{D3242AB1-7721-1019-27B3-46E2669E11DC}"/>
                  </a:ext>
                </a:extLst>
              </p:cNvPr>
              <p:cNvSpPr/>
              <p:nvPr/>
            </p:nvSpPr>
            <p:spPr>
              <a:xfrm>
                <a:off x="666447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4" name="Freeform 48873">
                <a:extLst>
                  <a:ext uri="{FF2B5EF4-FFF2-40B4-BE49-F238E27FC236}">
                    <a16:creationId xmlns:a16="http://schemas.microsoft.com/office/drawing/2014/main" id="{19887969-CB27-77D0-E40D-C7D84164C5AC}"/>
                  </a:ext>
                </a:extLst>
              </p:cNvPr>
              <p:cNvSpPr/>
              <p:nvPr/>
            </p:nvSpPr>
            <p:spPr>
              <a:xfrm>
                <a:off x="666497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5" name="Freeform 48874">
                <a:extLst>
                  <a:ext uri="{FF2B5EF4-FFF2-40B4-BE49-F238E27FC236}">
                    <a16:creationId xmlns:a16="http://schemas.microsoft.com/office/drawing/2014/main" id="{FBD5D69E-C49E-551F-48D9-438D870987B1}"/>
                  </a:ext>
                </a:extLst>
              </p:cNvPr>
              <p:cNvSpPr/>
              <p:nvPr/>
            </p:nvSpPr>
            <p:spPr>
              <a:xfrm>
                <a:off x="666556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6" name="Freeform 48875">
                <a:extLst>
                  <a:ext uri="{FF2B5EF4-FFF2-40B4-BE49-F238E27FC236}">
                    <a16:creationId xmlns:a16="http://schemas.microsoft.com/office/drawing/2014/main" id="{819AD705-5193-F323-2FEA-DB05E5EC1F94}"/>
                  </a:ext>
                </a:extLst>
              </p:cNvPr>
              <p:cNvSpPr/>
              <p:nvPr/>
            </p:nvSpPr>
            <p:spPr>
              <a:xfrm>
                <a:off x="66660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7" name="Freeform 48876">
                <a:extLst>
                  <a:ext uri="{FF2B5EF4-FFF2-40B4-BE49-F238E27FC236}">
                    <a16:creationId xmlns:a16="http://schemas.microsoft.com/office/drawing/2014/main" id="{AF7DC737-F030-3534-3FF5-BFABAC030E94}"/>
                  </a:ext>
                </a:extLst>
              </p:cNvPr>
              <p:cNvSpPr/>
              <p:nvPr/>
            </p:nvSpPr>
            <p:spPr>
              <a:xfrm>
                <a:off x="666655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8" name="Freeform 48877">
                <a:extLst>
                  <a:ext uri="{FF2B5EF4-FFF2-40B4-BE49-F238E27FC236}">
                    <a16:creationId xmlns:a16="http://schemas.microsoft.com/office/drawing/2014/main" id="{6B5C75AC-1E23-DBBB-30FE-152499929919}"/>
                  </a:ext>
                </a:extLst>
              </p:cNvPr>
              <p:cNvSpPr/>
              <p:nvPr/>
            </p:nvSpPr>
            <p:spPr>
              <a:xfrm>
                <a:off x="666715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79" name="Freeform 48878">
                <a:extLst>
                  <a:ext uri="{FF2B5EF4-FFF2-40B4-BE49-F238E27FC236}">
                    <a16:creationId xmlns:a16="http://schemas.microsoft.com/office/drawing/2014/main" id="{98095CB0-4E97-B885-DF73-5ADA5181C069}"/>
                  </a:ext>
                </a:extLst>
              </p:cNvPr>
              <p:cNvSpPr/>
              <p:nvPr/>
            </p:nvSpPr>
            <p:spPr>
              <a:xfrm>
                <a:off x="6667651" y="5965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0" name="Freeform 48879">
                <a:extLst>
                  <a:ext uri="{FF2B5EF4-FFF2-40B4-BE49-F238E27FC236}">
                    <a16:creationId xmlns:a16="http://schemas.microsoft.com/office/drawing/2014/main" id="{295EDCA3-EABC-69E3-FBDC-17BF3E2DC111}"/>
                  </a:ext>
                </a:extLst>
              </p:cNvPr>
              <p:cNvSpPr/>
              <p:nvPr/>
            </p:nvSpPr>
            <p:spPr>
              <a:xfrm>
                <a:off x="6668147" y="5726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1" name="Freeform 48880">
                <a:extLst>
                  <a:ext uri="{FF2B5EF4-FFF2-40B4-BE49-F238E27FC236}">
                    <a16:creationId xmlns:a16="http://schemas.microsoft.com/office/drawing/2014/main" id="{D8B7D53D-C3F4-08FD-A074-5BEC70777144}"/>
                  </a:ext>
                </a:extLst>
              </p:cNvPr>
              <p:cNvSpPr/>
              <p:nvPr/>
            </p:nvSpPr>
            <p:spPr>
              <a:xfrm>
                <a:off x="6668742" y="5752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2" name="Freeform 48881">
                <a:extLst>
                  <a:ext uri="{FF2B5EF4-FFF2-40B4-BE49-F238E27FC236}">
                    <a16:creationId xmlns:a16="http://schemas.microsoft.com/office/drawing/2014/main" id="{36E330A2-D82F-D2F5-9F14-D8E9327C3415}"/>
                  </a:ext>
                </a:extLst>
              </p:cNvPr>
              <p:cNvSpPr/>
              <p:nvPr/>
            </p:nvSpPr>
            <p:spPr>
              <a:xfrm>
                <a:off x="6669238" y="5765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3" name="Freeform 48882">
                <a:extLst>
                  <a:ext uri="{FF2B5EF4-FFF2-40B4-BE49-F238E27FC236}">
                    <a16:creationId xmlns:a16="http://schemas.microsoft.com/office/drawing/2014/main" id="{36B56C7F-AAF5-DED1-B174-0D36D42CF272}"/>
                  </a:ext>
                </a:extLst>
              </p:cNvPr>
              <p:cNvSpPr/>
              <p:nvPr/>
            </p:nvSpPr>
            <p:spPr>
              <a:xfrm>
                <a:off x="6669734" y="580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4" name="Freeform 48883">
                <a:extLst>
                  <a:ext uri="{FF2B5EF4-FFF2-40B4-BE49-F238E27FC236}">
                    <a16:creationId xmlns:a16="http://schemas.microsoft.com/office/drawing/2014/main" id="{4BF1C800-8141-FCAB-CE91-E09D65CA4A9D}"/>
                  </a:ext>
                </a:extLst>
              </p:cNvPr>
              <p:cNvSpPr/>
              <p:nvPr/>
            </p:nvSpPr>
            <p:spPr>
              <a:xfrm>
                <a:off x="6670230" y="590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5" name="Freeform 48884">
                <a:extLst>
                  <a:ext uri="{FF2B5EF4-FFF2-40B4-BE49-F238E27FC236}">
                    <a16:creationId xmlns:a16="http://schemas.microsoft.com/office/drawing/2014/main" id="{C19A9C5F-293F-9AA7-7150-31F3DCA63763}"/>
                  </a:ext>
                </a:extLst>
              </p:cNvPr>
              <p:cNvSpPr/>
              <p:nvPr/>
            </p:nvSpPr>
            <p:spPr>
              <a:xfrm>
                <a:off x="6670826" y="5954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6" name="Freeform 48885">
                <a:extLst>
                  <a:ext uri="{FF2B5EF4-FFF2-40B4-BE49-F238E27FC236}">
                    <a16:creationId xmlns:a16="http://schemas.microsoft.com/office/drawing/2014/main" id="{AB64941D-511C-772E-E6D4-5CA9979C64DD}"/>
                  </a:ext>
                </a:extLst>
              </p:cNvPr>
              <p:cNvSpPr/>
              <p:nvPr/>
            </p:nvSpPr>
            <p:spPr>
              <a:xfrm>
                <a:off x="6671322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7" name="Freeform 48886">
                <a:extLst>
                  <a:ext uri="{FF2B5EF4-FFF2-40B4-BE49-F238E27FC236}">
                    <a16:creationId xmlns:a16="http://schemas.microsoft.com/office/drawing/2014/main" id="{544AB403-79B4-54BB-ECAB-B2B36C2062A8}"/>
                  </a:ext>
                </a:extLst>
              </p:cNvPr>
              <p:cNvSpPr/>
              <p:nvPr/>
            </p:nvSpPr>
            <p:spPr>
              <a:xfrm>
                <a:off x="6671818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8" name="Freeform 48887">
                <a:extLst>
                  <a:ext uri="{FF2B5EF4-FFF2-40B4-BE49-F238E27FC236}">
                    <a16:creationId xmlns:a16="http://schemas.microsoft.com/office/drawing/2014/main" id="{972F2BEA-EA43-FC86-887A-A48F6AD3DCEC}"/>
                  </a:ext>
                </a:extLst>
              </p:cNvPr>
              <p:cNvSpPr/>
              <p:nvPr/>
            </p:nvSpPr>
            <p:spPr>
              <a:xfrm>
                <a:off x="6672413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89" name="Freeform 48888">
                <a:extLst>
                  <a:ext uri="{FF2B5EF4-FFF2-40B4-BE49-F238E27FC236}">
                    <a16:creationId xmlns:a16="http://schemas.microsoft.com/office/drawing/2014/main" id="{632D31E0-B2C9-378F-601E-05FF2CCEABCD}"/>
                  </a:ext>
                </a:extLst>
              </p:cNvPr>
              <p:cNvSpPr/>
              <p:nvPr/>
            </p:nvSpPr>
            <p:spPr>
              <a:xfrm>
                <a:off x="6672909" y="596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0" name="Freeform 48889">
                <a:extLst>
                  <a:ext uri="{FF2B5EF4-FFF2-40B4-BE49-F238E27FC236}">
                    <a16:creationId xmlns:a16="http://schemas.microsoft.com/office/drawing/2014/main" id="{E5DD35D3-864C-FA74-5575-ACD81CEFC5DF}"/>
                  </a:ext>
                </a:extLst>
              </p:cNvPr>
              <p:cNvSpPr/>
              <p:nvPr/>
            </p:nvSpPr>
            <p:spPr>
              <a:xfrm>
                <a:off x="6673405" y="5963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1" name="Freeform 48890">
                <a:extLst>
                  <a:ext uri="{FF2B5EF4-FFF2-40B4-BE49-F238E27FC236}">
                    <a16:creationId xmlns:a16="http://schemas.microsoft.com/office/drawing/2014/main" id="{5967D83E-1116-3C8E-A262-CAD159877651}"/>
                  </a:ext>
                </a:extLst>
              </p:cNvPr>
              <p:cNvSpPr/>
              <p:nvPr/>
            </p:nvSpPr>
            <p:spPr>
              <a:xfrm>
                <a:off x="6674001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2" name="Freeform 48891">
                <a:extLst>
                  <a:ext uri="{FF2B5EF4-FFF2-40B4-BE49-F238E27FC236}">
                    <a16:creationId xmlns:a16="http://schemas.microsoft.com/office/drawing/2014/main" id="{FA74189F-8216-FF4B-BC63-10E06E1D0C3E}"/>
                  </a:ext>
                </a:extLst>
              </p:cNvPr>
              <p:cNvSpPr/>
              <p:nvPr/>
            </p:nvSpPr>
            <p:spPr>
              <a:xfrm>
                <a:off x="66744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3" name="Freeform 48892">
                <a:extLst>
                  <a:ext uri="{FF2B5EF4-FFF2-40B4-BE49-F238E27FC236}">
                    <a16:creationId xmlns:a16="http://schemas.microsoft.com/office/drawing/2014/main" id="{D669FDD7-31B7-2D58-8F97-C86444A68785}"/>
                  </a:ext>
                </a:extLst>
              </p:cNvPr>
              <p:cNvSpPr/>
              <p:nvPr/>
            </p:nvSpPr>
            <p:spPr>
              <a:xfrm>
                <a:off x="66749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4" name="Freeform 48893">
                <a:extLst>
                  <a:ext uri="{FF2B5EF4-FFF2-40B4-BE49-F238E27FC236}">
                    <a16:creationId xmlns:a16="http://schemas.microsoft.com/office/drawing/2014/main" id="{BFEB04AC-B292-9EEF-E115-E76B2F52374C}"/>
                  </a:ext>
                </a:extLst>
              </p:cNvPr>
              <p:cNvSpPr/>
              <p:nvPr/>
            </p:nvSpPr>
            <p:spPr>
              <a:xfrm>
                <a:off x="667558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5" name="Freeform 48894">
                <a:extLst>
                  <a:ext uri="{FF2B5EF4-FFF2-40B4-BE49-F238E27FC236}">
                    <a16:creationId xmlns:a16="http://schemas.microsoft.com/office/drawing/2014/main" id="{486C400D-D334-7A02-DB10-F10EDAECADED}"/>
                  </a:ext>
                </a:extLst>
              </p:cNvPr>
              <p:cNvSpPr/>
              <p:nvPr/>
            </p:nvSpPr>
            <p:spPr>
              <a:xfrm>
                <a:off x="66760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6" name="Freeform 48895">
                <a:extLst>
                  <a:ext uri="{FF2B5EF4-FFF2-40B4-BE49-F238E27FC236}">
                    <a16:creationId xmlns:a16="http://schemas.microsoft.com/office/drawing/2014/main" id="{31D59E63-A37A-2042-B2CD-883741EC496C}"/>
                  </a:ext>
                </a:extLst>
              </p:cNvPr>
              <p:cNvSpPr/>
              <p:nvPr/>
            </p:nvSpPr>
            <p:spPr>
              <a:xfrm>
                <a:off x="66765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7" name="Freeform 48896">
                <a:extLst>
                  <a:ext uri="{FF2B5EF4-FFF2-40B4-BE49-F238E27FC236}">
                    <a16:creationId xmlns:a16="http://schemas.microsoft.com/office/drawing/2014/main" id="{D21770EE-7F90-DE90-0F26-59B0265C72AC}"/>
                  </a:ext>
                </a:extLst>
              </p:cNvPr>
              <p:cNvSpPr/>
              <p:nvPr/>
            </p:nvSpPr>
            <p:spPr>
              <a:xfrm>
                <a:off x="66771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8" name="Freeform 48897">
                <a:extLst>
                  <a:ext uri="{FF2B5EF4-FFF2-40B4-BE49-F238E27FC236}">
                    <a16:creationId xmlns:a16="http://schemas.microsoft.com/office/drawing/2014/main" id="{19CEE366-F67F-9AA7-5B5C-6AA8A190D55D}"/>
                  </a:ext>
                </a:extLst>
              </p:cNvPr>
              <p:cNvSpPr/>
              <p:nvPr/>
            </p:nvSpPr>
            <p:spPr>
              <a:xfrm>
                <a:off x="66776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99" name="Freeform 48898">
                <a:extLst>
                  <a:ext uri="{FF2B5EF4-FFF2-40B4-BE49-F238E27FC236}">
                    <a16:creationId xmlns:a16="http://schemas.microsoft.com/office/drawing/2014/main" id="{B36157AF-42A4-6F50-B398-E65A58C6D9F6}"/>
                  </a:ext>
                </a:extLst>
              </p:cNvPr>
              <p:cNvSpPr/>
              <p:nvPr/>
            </p:nvSpPr>
            <p:spPr>
              <a:xfrm>
                <a:off x="66781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0" name="Freeform 48899">
                <a:extLst>
                  <a:ext uri="{FF2B5EF4-FFF2-40B4-BE49-F238E27FC236}">
                    <a16:creationId xmlns:a16="http://schemas.microsoft.com/office/drawing/2014/main" id="{83A617E6-1DB4-A0B7-7356-8328E8C2B312}"/>
                  </a:ext>
                </a:extLst>
              </p:cNvPr>
              <p:cNvSpPr/>
              <p:nvPr/>
            </p:nvSpPr>
            <p:spPr>
              <a:xfrm>
                <a:off x="667876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1" name="Freeform 48900">
                <a:extLst>
                  <a:ext uri="{FF2B5EF4-FFF2-40B4-BE49-F238E27FC236}">
                    <a16:creationId xmlns:a16="http://schemas.microsoft.com/office/drawing/2014/main" id="{A932676C-9549-282A-BDC6-D139EB4085F4}"/>
                  </a:ext>
                </a:extLst>
              </p:cNvPr>
              <p:cNvSpPr/>
              <p:nvPr/>
            </p:nvSpPr>
            <p:spPr>
              <a:xfrm>
                <a:off x="66792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2" name="Freeform 48901">
                <a:extLst>
                  <a:ext uri="{FF2B5EF4-FFF2-40B4-BE49-F238E27FC236}">
                    <a16:creationId xmlns:a16="http://schemas.microsoft.com/office/drawing/2014/main" id="{197289B9-8DD7-89DF-66F5-CFC1B3A87A0B}"/>
                  </a:ext>
                </a:extLst>
              </p:cNvPr>
              <p:cNvSpPr/>
              <p:nvPr/>
            </p:nvSpPr>
            <p:spPr>
              <a:xfrm>
                <a:off x="66797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3" name="Freeform 48902">
                <a:extLst>
                  <a:ext uri="{FF2B5EF4-FFF2-40B4-BE49-F238E27FC236}">
                    <a16:creationId xmlns:a16="http://schemas.microsoft.com/office/drawing/2014/main" id="{FF9545F3-7912-4555-9FD7-B99BBFA949E8}"/>
                  </a:ext>
                </a:extLst>
              </p:cNvPr>
              <p:cNvSpPr/>
              <p:nvPr/>
            </p:nvSpPr>
            <p:spPr>
              <a:xfrm>
                <a:off x="6680351" y="6016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4" name="Freeform 48903">
                <a:extLst>
                  <a:ext uri="{FF2B5EF4-FFF2-40B4-BE49-F238E27FC236}">
                    <a16:creationId xmlns:a16="http://schemas.microsoft.com/office/drawing/2014/main" id="{5FA16395-85A2-59AF-7921-E2501EB6E83E}"/>
                  </a:ext>
                </a:extLst>
              </p:cNvPr>
              <p:cNvSpPr/>
              <p:nvPr/>
            </p:nvSpPr>
            <p:spPr>
              <a:xfrm>
                <a:off x="6680847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5" name="Freeform 48904">
                <a:extLst>
                  <a:ext uri="{FF2B5EF4-FFF2-40B4-BE49-F238E27FC236}">
                    <a16:creationId xmlns:a16="http://schemas.microsoft.com/office/drawing/2014/main" id="{900DA71B-9CB4-E6DE-7064-5B616D7EEAFC}"/>
                  </a:ext>
                </a:extLst>
              </p:cNvPr>
              <p:cNvSpPr/>
              <p:nvPr/>
            </p:nvSpPr>
            <p:spPr>
              <a:xfrm>
                <a:off x="6681343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6" name="Freeform 48905">
                <a:extLst>
                  <a:ext uri="{FF2B5EF4-FFF2-40B4-BE49-F238E27FC236}">
                    <a16:creationId xmlns:a16="http://schemas.microsoft.com/office/drawing/2014/main" id="{DB6F78D3-5B1C-D73F-A58B-CEAFBF0DE158}"/>
                  </a:ext>
                </a:extLst>
              </p:cNvPr>
              <p:cNvSpPr/>
              <p:nvPr/>
            </p:nvSpPr>
            <p:spPr>
              <a:xfrm>
                <a:off x="6681839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7" name="Freeform 48906">
                <a:extLst>
                  <a:ext uri="{FF2B5EF4-FFF2-40B4-BE49-F238E27FC236}">
                    <a16:creationId xmlns:a16="http://schemas.microsoft.com/office/drawing/2014/main" id="{B0625F37-7344-A281-D981-2D174A40034B}"/>
                  </a:ext>
                </a:extLst>
              </p:cNvPr>
              <p:cNvSpPr/>
              <p:nvPr/>
            </p:nvSpPr>
            <p:spPr>
              <a:xfrm>
                <a:off x="6682434" y="5885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8" name="Freeform 48907">
                <a:extLst>
                  <a:ext uri="{FF2B5EF4-FFF2-40B4-BE49-F238E27FC236}">
                    <a16:creationId xmlns:a16="http://schemas.microsoft.com/office/drawing/2014/main" id="{26489571-CFA6-20E2-F0F7-236CF886D127}"/>
                  </a:ext>
                </a:extLst>
              </p:cNvPr>
              <p:cNvSpPr/>
              <p:nvPr/>
            </p:nvSpPr>
            <p:spPr>
              <a:xfrm>
                <a:off x="6682930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09" name="Freeform 48908">
                <a:extLst>
                  <a:ext uri="{FF2B5EF4-FFF2-40B4-BE49-F238E27FC236}">
                    <a16:creationId xmlns:a16="http://schemas.microsoft.com/office/drawing/2014/main" id="{7CAA2DFA-3CED-B6C9-0B1B-734160EBCCDE}"/>
                  </a:ext>
                </a:extLst>
              </p:cNvPr>
              <p:cNvSpPr/>
              <p:nvPr/>
            </p:nvSpPr>
            <p:spPr>
              <a:xfrm>
                <a:off x="6683427" y="595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0" name="Freeform 48909">
                <a:extLst>
                  <a:ext uri="{FF2B5EF4-FFF2-40B4-BE49-F238E27FC236}">
                    <a16:creationId xmlns:a16="http://schemas.microsoft.com/office/drawing/2014/main" id="{48488369-4707-ACDD-CE8E-41F4945A38C2}"/>
                  </a:ext>
                </a:extLst>
              </p:cNvPr>
              <p:cNvSpPr/>
              <p:nvPr/>
            </p:nvSpPr>
            <p:spPr>
              <a:xfrm>
                <a:off x="6684022" y="5985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1" name="Freeform 48910">
                <a:extLst>
                  <a:ext uri="{FF2B5EF4-FFF2-40B4-BE49-F238E27FC236}">
                    <a16:creationId xmlns:a16="http://schemas.microsoft.com/office/drawing/2014/main" id="{10D95F7D-2717-450F-1D6B-DFDC382B7AB2}"/>
                  </a:ext>
                </a:extLst>
              </p:cNvPr>
              <p:cNvSpPr/>
              <p:nvPr/>
            </p:nvSpPr>
            <p:spPr>
              <a:xfrm>
                <a:off x="6684518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2" name="Freeform 48911">
                <a:extLst>
                  <a:ext uri="{FF2B5EF4-FFF2-40B4-BE49-F238E27FC236}">
                    <a16:creationId xmlns:a16="http://schemas.microsoft.com/office/drawing/2014/main" id="{E512CF49-23CF-6F45-BA61-CA841D6E931B}"/>
                  </a:ext>
                </a:extLst>
              </p:cNvPr>
              <p:cNvSpPr/>
              <p:nvPr/>
            </p:nvSpPr>
            <p:spPr>
              <a:xfrm>
                <a:off x="6685014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3" name="Freeform 48912">
                <a:extLst>
                  <a:ext uri="{FF2B5EF4-FFF2-40B4-BE49-F238E27FC236}">
                    <a16:creationId xmlns:a16="http://schemas.microsoft.com/office/drawing/2014/main" id="{3F5BE255-6B47-C898-D2CC-DAD29090A484}"/>
                  </a:ext>
                </a:extLst>
              </p:cNvPr>
              <p:cNvSpPr/>
              <p:nvPr/>
            </p:nvSpPr>
            <p:spPr>
              <a:xfrm>
                <a:off x="6685609" y="596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4" name="Freeform 48913">
                <a:extLst>
                  <a:ext uri="{FF2B5EF4-FFF2-40B4-BE49-F238E27FC236}">
                    <a16:creationId xmlns:a16="http://schemas.microsoft.com/office/drawing/2014/main" id="{19166B0D-C755-80F5-B73A-B0B9E01F85E6}"/>
                  </a:ext>
                </a:extLst>
              </p:cNvPr>
              <p:cNvSpPr/>
              <p:nvPr/>
            </p:nvSpPr>
            <p:spPr>
              <a:xfrm>
                <a:off x="6686105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5" name="Freeform 48914">
                <a:extLst>
                  <a:ext uri="{FF2B5EF4-FFF2-40B4-BE49-F238E27FC236}">
                    <a16:creationId xmlns:a16="http://schemas.microsoft.com/office/drawing/2014/main" id="{52AC9E2C-570B-D08B-DBCD-27CC5ED70554}"/>
                  </a:ext>
                </a:extLst>
              </p:cNvPr>
              <p:cNvSpPr/>
              <p:nvPr/>
            </p:nvSpPr>
            <p:spPr>
              <a:xfrm>
                <a:off x="66866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6" name="Freeform 48915">
                <a:extLst>
                  <a:ext uri="{FF2B5EF4-FFF2-40B4-BE49-F238E27FC236}">
                    <a16:creationId xmlns:a16="http://schemas.microsoft.com/office/drawing/2014/main" id="{CDD3256C-FEDB-DC77-7D90-2E9185B8D565}"/>
                  </a:ext>
                </a:extLst>
              </p:cNvPr>
              <p:cNvSpPr/>
              <p:nvPr/>
            </p:nvSpPr>
            <p:spPr>
              <a:xfrm>
                <a:off x="66871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7" name="Freeform 48916">
                <a:extLst>
                  <a:ext uri="{FF2B5EF4-FFF2-40B4-BE49-F238E27FC236}">
                    <a16:creationId xmlns:a16="http://schemas.microsoft.com/office/drawing/2014/main" id="{73AA8A30-B721-451A-5FB6-4EA7315FCD6B}"/>
                  </a:ext>
                </a:extLst>
              </p:cNvPr>
              <p:cNvSpPr/>
              <p:nvPr/>
            </p:nvSpPr>
            <p:spPr>
              <a:xfrm>
                <a:off x="66876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8" name="Freeform 48917">
                <a:extLst>
                  <a:ext uri="{FF2B5EF4-FFF2-40B4-BE49-F238E27FC236}">
                    <a16:creationId xmlns:a16="http://schemas.microsoft.com/office/drawing/2014/main" id="{3F4F67DF-896C-7EEE-1873-F5CBCF99B11B}"/>
                  </a:ext>
                </a:extLst>
              </p:cNvPr>
              <p:cNvSpPr/>
              <p:nvPr/>
            </p:nvSpPr>
            <p:spPr>
              <a:xfrm>
                <a:off x="66881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19" name="Freeform 48918">
                <a:extLst>
                  <a:ext uri="{FF2B5EF4-FFF2-40B4-BE49-F238E27FC236}">
                    <a16:creationId xmlns:a16="http://schemas.microsoft.com/office/drawing/2014/main" id="{65A00C07-820B-8F64-9D8B-4D303A0D6252}"/>
                  </a:ext>
                </a:extLst>
              </p:cNvPr>
              <p:cNvSpPr/>
              <p:nvPr/>
            </p:nvSpPr>
            <p:spPr>
              <a:xfrm>
                <a:off x="66887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0" name="Freeform 48919">
                <a:extLst>
                  <a:ext uri="{FF2B5EF4-FFF2-40B4-BE49-F238E27FC236}">
                    <a16:creationId xmlns:a16="http://schemas.microsoft.com/office/drawing/2014/main" id="{055679EE-B7C2-8292-DE15-F0B813C3DFAF}"/>
                  </a:ext>
                </a:extLst>
              </p:cNvPr>
              <p:cNvSpPr/>
              <p:nvPr/>
            </p:nvSpPr>
            <p:spPr>
              <a:xfrm>
                <a:off x="66892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1" name="Freeform 48920">
                <a:extLst>
                  <a:ext uri="{FF2B5EF4-FFF2-40B4-BE49-F238E27FC236}">
                    <a16:creationId xmlns:a16="http://schemas.microsoft.com/office/drawing/2014/main" id="{C1E72198-F0D7-1B53-1B15-B09AF3189674}"/>
                  </a:ext>
                </a:extLst>
              </p:cNvPr>
              <p:cNvSpPr/>
              <p:nvPr/>
            </p:nvSpPr>
            <p:spPr>
              <a:xfrm>
                <a:off x="66897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2" name="Freeform 48921">
                <a:extLst>
                  <a:ext uri="{FF2B5EF4-FFF2-40B4-BE49-F238E27FC236}">
                    <a16:creationId xmlns:a16="http://schemas.microsoft.com/office/drawing/2014/main" id="{EDAFF1F2-5AD1-4F76-DA21-9FAEA7031536}"/>
                  </a:ext>
                </a:extLst>
              </p:cNvPr>
              <p:cNvSpPr/>
              <p:nvPr/>
            </p:nvSpPr>
            <p:spPr>
              <a:xfrm>
                <a:off x="66903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3" name="Freeform 48922">
                <a:extLst>
                  <a:ext uri="{FF2B5EF4-FFF2-40B4-BE49-F238E27FC236}">
                    <a16:creationId xmlns:a16="http://schemas.microsoft.com/office/drawing/2014/main" id="{502DA52D-963B-4C0C-FFC3-EDAA46DFFED0}"/>
                  </a:ext>
                </a:extLst>
              </p:cNvPr>
              <p:cNvSpPr/>
              <p:nvPr/>
            </p:nvSpPr>
            <p:spPr>
              <a:xfrm>
                <a:off x="66908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4" name="Freeform 48923">
                <a:extLst>
                  <a:ext uri="{FF2B5EF4-FFF2-40B4-BE49-F238E27FC236}">
                    <a16:creationId xmlns:a16="http://schemas.microsoft.com/office/drawing/2014/main" id="{05EF1B09-57AF-0268-DCE6-CE170A928422}"/>
                  </a:ext>
                </a:extLst>
              </p:cNvPr>
              <p:cNvSpPr/>
              <p:nvPr/>
            </p:nvSpPr>
            <p:spPr>
              <a:xfrm>
                <a:off x="66913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5" name="Freeform 48924">
                <a:extLst>
                  <a:ext uri="{FF2B5EF4-FFF2-40B4-BE49-F238E27FC236}">
                    <a16:creationId xmlns:a16="http://schemas.microsoft.com/office/drawing/2014/main" id="{39AAA86F-14E9-91CD-8DA9-3CE70D887112}"/>
                  </a:ext>
                </a:extLst>
              </p:cNvPr>
              <p:cNvSpPr/>
              <p:nvPr/>
            </p:nvSpPr>
            <p:spPr>
              <a:xfrm>
                <a:off x="669195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6" name="Freeform 48925">
                <a:extLst>
                  <a:ext uri="{FF2B5EF4-FFF2-40B4-BE49-F238E27FC236}">
                    <a16:creationId xmlns:a16="http://schemas.microsoft.com/office/drawing/2014/main" id="{0FCCE50C-76DB-9EB9-920A-25A963D8ED42}"/>
                  </a:ext>
                </a:extLst>
              </p:cNvPr>
              <p:cNvSpPr/>
              <p:nvPr/>
            </p:nvSpPr>
            <p:spPr>
              <a:xfrm>
                <a:off x="669245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7" name="Freeform 48926">
                <a:extLst>
                  <a:ext uri="{FF2B5EF4-FFF2-40B4-BE49-F238E27FC236}">
                    <a16:creationId xmlns:a16="http://schemas.microsoft.com/office/drawing/2014/main" id="{8D741B02-6564-62F9-7413-DB143CBEA2AD}"/>
                  </a:ext>
                </a:extLst>
              </p:cNvPr>
              <p:cNvSpPr/>
              <p:nvPr/>
            </p:nvSpPr>
            <p:spPr>
              <a:xfrm>
                <a:off x="6692952" y="601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8" name="Freeform 48927">
                <a:extLst>
                  <a:ext uri="{FF2B5EF4-FFF2-40B4-BE49-F238E27FC236}">
                    <a16:creationId xmlns:a16="http://schemas.microsoft.com/office/drawing/2014/main" id="{2F9AD553-6521-4866-5B85-00DE1215D327}"/>
                  </a:ext>
                </a:extLst>
              </p:cNvPr>
              <p:cNvSpPr/>
              <p:nvPr/>
            </p:nvSpPr>
            <p:spPr>
              <a:xfrm>
                <a:off x="6693547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29" name="Freeform 48928">
                <a:extLst>
                  <a:ext uri="{FF2B5EF4-FFF2-40B4-BE49-F238E27FC236}">
                    <a16:creationId xmlns:a16="http://schemas.microsoft.com/office/drawing/2014/main" id="{9F362ADC-0146-6FFF-7D25-6A255140939F}"/>
                  </a:ext>
                </a:extLst>
              </p:cNvPr>
              <p:cNvSpPr/>
              <p:nvPr/>
            </p:nvSpPr>
            <p:spPr>
              <a:xfrm>
                <a:off x="6694043" y="582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0" name="Freeform 48929">
                <a:extLst>
                  <a:ext uri="{FF2B5EF4-FFF2-40B4-BE49-F238E27FC236}">
                    <a16:creationId xmlns:a16="http://schemas.microsoft.com/office/drawing/2014/main" id="{C95C9DBF-175B-252A-20F3-FEC735C3700B}"/>
                  </a:ext>
                </a:extLst>
              </p:cNvPr>
              <p:cNvSpPr/>
              <p:nvPr/>
            </p:nvSpPr>
            <p:spPr>
              <a:xfrm>
                <a:off x="6694539" y="5897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1" name="Freeform 48930">
                <a:extLst>
                  <a:ext uri="{FF2B5EF4-FFF2-40B4-BE49-F238E27FC236}">
                    <a16:creationId xmlns:a16="http://schemas.microsoft.com/office/drawing/2014/main" id="{2CB46F48-6C37-49FC-7804-1FE475A25D54}"/>
                  </a:ext>
                </a:extLst>
              </p:cNvPr>
              <p:cNvSpPr/>
              <p:nvPr/>
            </p:nvSpPr>
            <p:spPr>
              <a:xfrm>
                <a:off x="6695035" y="5903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2" name="Freeform 48931">
                <a:extLst>
                  <a:ext uri="{FF2B5EF4-FFF2-40B4-BE49-F238E27FC236}">
                    <a16:creationId xmlns:a16="http://schemas.microsoft.com/office/drawing/2014/main" id="{06BBA020-2E6B-2EF1-D01C-8EAD718B7B06}"/>
                  </a:ext>
                </a:extLst>
              </p:cNvPr>
              <p:cNvSpPr/>
              <p:nvPr/>
            </p:nvSpPr>
            <p:spPr>
              <a:xfrm>
                <a:off x="6695630" y="5951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3" name="Freeform 48932">
                <a:extLst>
                  <a:ext uri="{FF2B5EF4-FFF2-40B4-BE49-F238E27FC236}">
                    <a16:creationId xmlns:a16="http://schemas.microsoft.com/office/drawing/2014/main" id="{5F8E3C69-F7E7-B63C-32BF-F6F0BB70DD6B}"/>
                  </a:ext>
                </a:extLst>
              </p:cNvPr>
              <p:cNvSpPr/>
              <p:nvPr/>
            </p:nvSpPr>
            <p:spPr>
              <a:xfrm>
                <a:off x="6696127" y="5960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4" name="Freeform 48933">
                <a:extLst>
                  <a:ext uri="{FF2B5EF4-FFF2-40B4-BE49-F238E27FC236}">
                    <a16:creationId xmlns:a16="http://schemas.microsoft.com/office/drawing/2014/main" id="{F7FB9712-85FD-AF90-4D58-C0D688457F84}"/>
                  </a:ext>
                </a:extLst>
              </p:cNvPr>
              <p:cNvSpPr/>
              <p:nvPr/>
            </p:nvSpPr>
            <p:spPr>
              <a:xfrm>
                <a:off x="6696623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5" name="Freeform 48934">
                <a:extLst>
                  <a:ext uri="{FF2B5EF4-FFF2-40B4-BE49-F238E27FC236}">
                    <a16:creationId xmlns:a16="http://schemas.microsoft.com/office/drawing/2014/main" id="{4ADF68D0-C67D-B66F-146D-D10E2F652407}"/>
                  </a:ext>
                </a:extLst>
              </p:cNvPr>
              <p:cNvSpPr/>
              <p:nvPr/>
            </p:nvSpPr>
            <p:spPr>
              <a:xfrm>
                <a:off x="6697218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6" name="Freeform 48935">
                <a:extLst>
                  <a:ext uri="{FF2B5EF4-FFF2-40B4-BE49-F238E27FC236}">
                    <a16:creationId xmlns:a16="http://schemas.microsoft.com/office/drawing/2014/main" id="{0E698BAF-5F3E-7E31-D16C-B918898744B0}"/>
                  </a:ext>
                </a:extLst>
              </p:cNvPr>
              <p:cNvSpPr/>
              <p:nvPr/>
            </p:nvSpPr>
            <p:spPr>
              <a:xfrm>
                <a:off x="6697714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7" name="Freeform 48936">
                <a:extLst>
                  <a:ext uri="{FF2B5EF4-FFF2-40B4-BE49-F238E27FC236}">
                    <a16:creationId xmlns:a16="http://schemas.microsoft.com/office/drawing/2014/main" id="{A2138264-2941-350B-E743-D0AEC1F6A1B5}"/>
                  </a:ext>
                </a:extLst>
              </p:cNvPr>
              <p:cNvSpPr/>
              <p:nvPr/>
            </p:nvSpPr>
            <p:spPr>
              <a:xfrm>
                <a:off x="6698210" y="5959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8" name="Freeform 48937">
                <a:extLst>
                  <a:ext uri="{FF2B5EF4-FFF2-40B4-BE49-F238E27FC236}">
                    <a16:creationId xmlns:a16="http://schemas.microsoft.com/office/drawing/2014/main" id="{4ED2C61E-2780-9F64-FC16-A64B72880DDE}"/>
                  </a:ext>
                </a:extLst>
              </p:cNvPr>
              <p:cNvSpPr/>
              <p:nvPr/>
            </p:nvSpPr>
            <p:spPr>
              <a:xfrm>
                <a:off x="6698805" y="5958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39" name="Freeform 48938">
                <a:extLst>
                  <a:ext uri="{FF2B5EF4-FFF2-40B4-BE49-F238E27FC236}">
                    <a16:creationId xmlns:a16="http://schemas.microsoft.com/office/drawing/2014/main" id="{A1D09F9F-CDE8-C501-268D-1535124C06DF}"/>
                  </a:ext>
                </a:extLst>
              </p:cNvPr>
              <p:cNvSpPr/>
              <p:nvPr/>
            </p:nvSpPr>
            <p:spPr>
              <a:xfrm>
                <a:off x="6699302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0" name="Freeform 48939">
                <a:extLst>
                  <a:ext uri="{FF2B5EF4-FFF2-40B4-BE49-F238E27FC236}">
                    <a16:creationId xmlns:a16="http://schemas.microsoft.com/office/drawing/2014/main" id="{8E2AD142-9023-E089-9FCF-77DE30F3C499}"/>
                  </a:ext>
                </a:extLst>
              </p:cNvPr>
              <p:cNvSpPr/>
              <p:nvPr/>
            </p:nvSpPr>
            <p:spPr>
              <a:xfrm>
                <a:off x="66997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1" name="Freeform 48940">
                <a:extLst>
                  <a:ext uri="{FF2B5EF4-FFF2-40B4-BE49-F238E27FC236}">
                    <a16:creationId xmlns:a16="http://schemas.microsoft.com/office/drawing/2014/main" id="{161482F1-4DE4-5A9B-7062-6371F300F6C4}"/>
                  </a:ext>
                </a:extLst>
              </p:cNvPr>
              <p:cNvSpPr/>
              <p:nvPr/>
            </p:nvSpPr>
            <p:spPr>
              <a:xfrm>
                <a:off x="67003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2" name="Freeform 48941">
                <a:extLst>
                  <a:ext uri="{FF2B5EF4-FFF2-40B4-BE49-F238E27FC236}">
                    <a16:creationId xmlns:a16="http://schemas.microsoft.com/office/drawing/2014/main" id="{6E4487FA-90EB-88D0-DFE2-AEE363FCB81C}"/>
                  </a:ext>
                </a:extLst>
              </p:cNvPr>
              <p:cNvSpPr/>
              <p:nvPr/>
            </p:nvSpPr>
            <p:spPr>
              <a:xfrm>
                <a:off x="67008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3" name="Freeform 48942">
                <a:extLst>
                  <a:ext uri="{FF2B5EF4-FFF2-40B4-BE49-F238E27FC236}">
                    <a16:creationId xmlns:a16="http://schemas.microsoft.com/office/drawing/2014/main" id="{C327A9AB-599B-0467-9DB9-14FA91DC2959}"/>
                  </a:ext>
                </a:extLst>
              </p:cNvPr>
              <p:cNvSpPr/>
              <p:nvPr/>
            </p:nvSpPr>
            <p:spPr>
              <a:xfrm>
                <a:off x="67013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4" name="Freeform 48943">
                <a:extLst>
                  <a:ext uri="{FF2B5EF4-FFF2-40B4-BE49-F238E27FC236}">
                    <a16:creationId xmlns:a16="http://schemas.microsoft.com/office/drawing/2014/main" id="{7FC34FE8-5870-855D-A8E8-9ECF5F642B6E}"/>
                  </a:ext>
                </a:extLst>
              </p:cNvPr>
              <p:cNvSpPr/>
              <p:nvPr/>
            </p:nvSpPr>
            <p:spPr>
              <a:xfrm>
                <a:off x="67019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5" name="Freeform 48944">
                <a:extLst>
                  <a:ext uri="{FF2B5EF4-FFF2-40B4-BE49-F238E27FC236}">
                    <a16:creationId xmlns:a16="http://schemas.microsoft.com/office/drawing/2014/main" id="{138BAE13-5AA3-98D2-2D21-F733BA834284}"/>
                  </a:ext>
                </a:extLst>
              </p:cNvPr>
              <p:cNvSpPr/>
              <p:nvPr/>
            </p:nvSpPr>
            <p:spPr>
              <a:xfrm>
                <a:off x="67024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6" name="Freeform 48945">
                <a:extLst>
                  <a:ext uri="{FF2B5EF4-FFF2-40B4-BE49-F238E27FC236}">
                    <a16:creationId xmlns:a16="http://schemas.microsoft.com/office/drawing/2014/main" id="{1CE1953E-90C5-969C-BD67-95F8AB1F3C97}"/>
                  </a:ext>
                </a:extLst>
              </p:cNvPr>
              <p:cNvSpPr/>
              <p:nvPr/>
            </p:nvSpPr>
            <p:spPr>
              <a:xfrm>
                <a:off x="67029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7" name="Freeform 48946">
                <a:extLst>
                  <a:ext uri="{FF2B5EF4-FFF2-40B4-BE49-F238E27FC236}">
                    <a16:creationId xmlns:a16="http://schemas.microsoft.com/office/drawing/2014/main" id="{84995338-1A01-EEED-6D36-EFF742996BA1}"/>
                  </a:ext>
                </a:extLst>
              </p:cNvPr>
              <p:cNvSpPr/>
              <p:nvPr/>
            </p:nvSpPr>
            <p:spPr>
              <a:xfrm>
                <a:off x="670356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8" name="Freeform 48947">
                <a:extLst>
                  <a:ext uri="{FF2B5EF4-FFF2-40B4-BE49-F238E27FC236}">
                    <a16:creationId xmlns:a16="http://schemas.microsoft.com/office/drawing/2014/main" id="{39D18F9A-3867-4E9B-EF60-430CD86476BD}"/>
                  </a:ext>
                </a:extLst>
              </p:cNvPr>
              <p:cNvSpPr/>
              <p:nvPr/>
            </p:nvSpPr>
            <p:spPr>
              <a:xfrm>
                <a:off x="670406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49" name="Freeform 48948">
                <a:extLst>
                  <a:ext uri="{FF2B5EF4-FFF2-40B4-BE49-F238E27FC236}">
                    <a16:creationId xmlns:a16="http://schemas.microsoft.com/office/drawing/2014/main" id="{84FA09F1-A7B4-18C7-B34B-9CB7840BD1C7}"/>
                  </a:ext>
                </a:extLst>
              </p:cNvPr>
              <p:cNvSpPr/>
              <p:nvPr/>
            </p:nvSpPr>
            <p:spPr>
              <a:xfrm>
                <a:off x="670456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0" name="Freeform 48949">
                <a:extLst>
                  <a:ext uri="{FF2B5EF4-FFF2-40B4-BE49-F238E27FC236}">
                    <a16:creationId xmlns:a16="http://schemas.microsoft.com/office/drawing/2014/main" id="{C745696C-5B4A-5F76-6B43-C3BF287F0C9B}"/>
                  </a:ext>
                </a:extLst>
              </p:cNvPr>
              <p:cNvSpPr/>
              <p:nvPr/>
            </p:nvSpPr>
            <p:spPr>
              <a:xfrm>
                <a:off x="6705155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1" name="Freeform 48950">
                <a:extLst>
                  <a:ext uri="{FF2B5EF4-FFF2-40B4-BE49-F238E27FC236}">
                    <a16:creationId xmlns:a16="http://schemas.microsoft.com/office/drawing/2014/main" id="{E4803853-7822-864E-FB00-4942860C4D6D}"/>
                  </a:ext>
                </a:extLst>
              </p:cNvPr>
              <p:cNvSpPr/>
              <p:nvPr/>
            </p:nvSpPr>
            <p:spPr>
              <a:xfrm>
                <a:off x="6705652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2" name="Freeform 48951">
                <a:extLst>
                  <a:ext uri="{FF2B5EF4-FFF2-40B4-BE49-F238E27FC236}">
                    <a16:creationId xmlns:a16="http://schemas.microsoft.com/office/drawing/2014/main" id="{5F3C87F5-17F6-34C2-90A8-4FA126DE8BAF}"/>
                  </a:ext>
                </a:extLst>
              </p:cNvPr>
              <p:cNvSpPr/>
              <p:nvPr/>
            </p:nvSpPr>
            <p:spPr>
              <a:xfrm>
                <a:off x="6706148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3" name="Freeform 48952">
                <a:extLst>
                  <a:ext uri="{FF2B5EF4-FFF2-40B4-BE49-F238E27FC236}">
                    <a16:creationId xmlns:a16="http://schemas.microsoft.com/office/drawing/2014/main" id="{F3000C5B-699D-1ABC-4C48-0AB32E9B58F1}"/>
                  </a:ext>
                </a:extLst>
              </p:cNvPr>
              <p:cNvSpPr/>
              <p:nvPr/>
            </p:nvSpPr>
            <p:spPr>
              <a:xfrm>
                <a:off x="6706644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4" name="Freeform 48953">
                <a:extLst>
                  <a:ext uri="{FF2B5EF4-FFF2-40B4-BE49-F238E27FC236}">
                    <a16:creationId xmlns:a16="http://schemas.microsoft.com/office/drawing/2014/main" id="{B0B4217E-08F0-9B57-24EC-6ECD6F343227}"/>
                  </a:ext>
                </a:extLst>
              </p:cNvPr>
              <p:cNvSpPr/>
              <p:nvPr/>
            </p:nvSpPr>
            <p:spPr>
              <a:xfrm>
                <a:off x="6707239" y="5785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5" name="Freeform 48954">
                <a:extLst>
                  <a:ext uri="{FF2B5EF4-FFF2-40B4-BE49-F238E27FC236}">
                    <a16:creationId xmlns:a16="http://schemas.microsoft.com/office/drawing/2014/main" id="{5E1D35FC-821C-459F-B4F9-512E6BF9B495}"/>
                  </a:ext>
                </a:extLst>
              </p:cNvPr>
              <p:cNvSpPr/>
              <p:nvPr/>
            </p:nvSpPr>
            <p:spPr>
              <a:xfrm>
                <a:off x="6707735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6" name="Freeform 48955">
                <a:extLst>
                  <a:ext uri="{FF2B5EF4-FFF2-40B4-BE49-F238E27FC236}">
                    <a16:creationId xmlns:a16="http://schemas.microsoft.com/office/drawing/2014/main" id="{C411347B-A8FF-0696-50F6-592BD407DC86}"/>
                  </a:ext>
                </a:extLst>
              </p:cNvPr>
              <p:cNvSpPr/>
              <p:nvPr/>
            </p:nvSpPr>
            <p:spPr>
              <a:xfrm>
                <a:off x="6708231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7" name="Freeform 48956">
                <a:extLst>
                  <a:ext uri="{FF2B5EF4-FFF2-40B4-BE49-F238E27FC236}">
                    <a16:creationId xmlns:a16="http://schemas.microsoft.com/office/drawing/2014/main" id="{CAED5E5B-B8DA-9BCB-BF1F-7D8A3FA1C725}"/>
                  </a:ext>
                </a:extLst>
              </p:cNvPr>
              <p:cNvSpPr/>
              <p:nvPr/>
            </p:nvSpPr>
            <p:spPr>
              <a:xfrm>
                <a:off x="6708827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8" name="Freeform 48957">
                <a:extLst>
                  <a:ext uri="{FF2B5EF4-FFF2-40B4-BE49-F238E27FC236}">
                    <a16:creationId xmlns:a16="http://schemas.microsoft.com/office/drawing/2014/main" id="{50C5418F-FB58-E0A4-CFF0-60C94C05C2FC}"/>
                  </a:ext>
                </a:extLst>
              </p:cNvPr>
              <p:cNvSpPr/>
              <p:nvPr/>
            </p:nvSpPr>
            <p:spPr>
              <a:xfrm>
                <a:off x="6709323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59" name="Freeform 48958">
                <a:extLst>
                  <a:ext uri="{FF2B5EF4-FFF2-40B4-BE49-F238E27FC236}">
                    <a16:creationId xmlns:a16="http://schemas.microsoft.com/office/drawing/2014/main" id="{84868880-3E78-305F-70F8-1D9BB934D408}"/>
                  </a:ext>
                </a:extLst>
              </p:cNvPr>
              <p:cNvSpPr/>
              <p:nvPr/>
            </p:nvSpPr>
            <p:spPr>
              <a:xfrm>
                <a:off x="6709819" y="594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0" name="Freeform 48959">
                <a:extLst>
                  <a:ext uri="{FF2B5EF4-FFF2-40B4-BE49-F238E27FC236}">
                    <a16:creationId xmlns:a16="http://schemas.microsoft.com/office/drawing/2014/main" id="{4549005F-CD7B-16BC-0E62-5663EBE3D316}"/>
                  </a:ext>
                </a:extLst>
              </p:cNvPr>
              <p:cNvSpPr/>
              <p:nvPr/>
            </p:nvSpPr>
            <p:spPr>
              <a:xfrm>
                <a:off x="6710414" y="5935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1" name="Freeform 48960">
                <a:extLst>
                  <a:ext uri="{FF2B5EF4-FFF2-40B4-BE49-F238E27FC236}">
                    <a16:creationId xmlns:a16="http://schemas.microsoft.com/office/drawing/2014/main" id="{B951AD8C-E9EE-8BE0-6858-141435426674}"/>
                  </a:ext>
                </a:extLst>
              </p:cNvPr>
              <p:cNvSpPr/>
              <p:nvPr/>
            </p:nvSpPr>
            <p:spPr>
              <a:xfrm>
                <a:off x="6710910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2" name="Freeform 48961">
                <a:extLst>
                  <a:ext uri="{FF2B5EF4-FFF2-40B4-BE49-F238E27FC236}">
                    <a16:creationId xmlns:a16="http://schemas.microsoft.com/office/drawing/2014/main" id="{710A6A62-8F56-7F43-C4A5-7A6E3631601A}"/>
                  </a:ext>
                </a:extLst>
              </p:cNvPr>
              <p:cNvSpPr/>
              <p:nvPr/>
            </p:nvSpPr>
            <p:spPr>
              <a:xfrm>
                <a:off x="6711406" y="5926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3" name="Freeform 48962">
                <a:extLst>
                  <a:ext uri="{FF2B5EF4-FFF2-40B4-BE49-F238E27FC236}">
                    <a16:creationId xmlns:a16="http://schemas.microsoft.com/office/drawing/2014/main" id="{A6ABC399-85DE-2D70-413A-25A4DAE90ECC}"/>
                  </a:ext>
                </a:extLst>
              </p:cNvPr>
              <p:cNvSpPr/>
              <p:nvPr/>
            </p:nvSpPr>
            <p:spPr>
              <a:xfrm>
                <a:off x="6712002" y="5996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4" name="Freeform 48963">
                <a:extLst>
                  <a:ext uri="{FF2B5EF4-FFF2-40B4-BE49-F238E27FC236}">
                    <a16:creationId xmlns:a16="http://schemas.microsoft.com/office/drawing/2014/main" id="{0E3DE863-4406-331B-D79F-CBBC0323595C}"/>
                  </a:ext>
                </a:extLst>
              </p:cNvPr>
              <p:cNvSpPr/>
              <p:nvPr/>
            </p:nvSpPr>
            <p:spPr>
              <a:xfrm>
                <a:off x="6712498" y="6014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5" name="Freeform 48964">
                <a:extLst>
                  <a:ext uri="{FF2B5EF4-FFF2-40B4-BE49-F238E27FC236}">
                    <a16:creationId xmlns:a16="http://schemas.microsoft.com/office/drawing/2014/main" id="{97FC265B-808F-AA45-A288-6B6D17DA09F7}"/>
                  </a:ext>
                </a:extLst>
              </p:cNvPr>
              <p:cNvSpPr/>
              <p:nvPr/>
            </p:nvSpPr>
            <p:spPr>
              <a:xfrm>
                <a:off x="6712994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6" name="Freeform 48965">
                <a:extLst>
                  <a:ext uri="{FF2B5EF4-FFF2-40B4-BE49-F238E27FC236}">
                    <a16:creationId xmlns:a16="http://schemas.microsoft.com/office/drawing/2014/main" id="{C66A23A5-E818-C229-0E62-85CEDC913877}"/>
                  </a:ext>
                </a:extLst>
              </p:cNvPr>
              <p:cNvSpPr/>
              <p:nvPr/>
            </p:nvSpPr>
            <p:spPr>
              <a:xfrm>
                <a:off x="6713589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7" name="Freeform 48966">
                <a:extLst>
                  <a:ext uri="{FF2B5EF4-FFF2-40B4-BE49-F238E27FC236}">
                    <a16:creationId xmlns:a16="http://schemas.microsoft.com/office/drawing/2014/main" id="{BEEEC6D5-C1D9-2996-D90F-635E9B32F1CD}"/>
                  </a:ext>
                </a:extLst>
              </p:cNvPr>
              <p:cNvSpPr/>
              <p:nvPr/>
            </p:nvSpPr>
            <p:spPr>
              <a:xfrm>
                <a:off x="6714085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8" name="Freeform 48967">
                <a:extLst>
                  <a:ext uri="{FF2B5EF4-FFF2-40B4-BE49-F238E27FC236}">
                    <a16:creationId xmlns:a16="http://schemas.microsoft.com/office/drawing/2014/main" id="{B655AC2A-38F3-96B4-5875-6BEF91B065CA}"/>
                  </a:ext>
                </a:extLst>
              </p:cNvPr>
              <p:cNvSpPr/>
              <p:nvPr/>
            </p:nvSpPr>
            <p:spPr>
              <a:xfrm>
                <a:off x="6714581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69" name="Freeform 48968">
                <a:extLst>
                  <a:ext uri="{FF2B5EF4-FFF2-40B4-BE49-F238E27FC236}">
                    <a16:creationId xmlns:a16="http://schemas.microsoft.com/office/drawing/2014/main" id="{7234CD1C-C332-9975-8CD2-B665C76864CF}"/>
                  </a:ext>
                </a:extLst>
              </p:cNvPr>
              <p:cNvSpPr/>
              <p:nvPr/>
            </p:nvSpPr>
            <p:spPr>
              <a:xfrm>
                <a:off x="6715177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0" name="Freeform 48969">
                <a:extLst>
                  <a:ext uri="{FF2B5EF4-FFF2-40B4-BE49-F238E27FC236}">
                    <a16:creationId xmlns:a16="http://schemas.microsoft.com/office/drawing/2014/main" id="{D70A1783-30D1-C0D6-880B-56FB0FDC6DBF}"/>
                  </a:ext>
                </a:extLst>
              </p:cNvPr>
              <p:cNvSpPr/>
              <p:nvPr/>
            </p:nvSpPr>
            <p:spPr>
              <a:xfrm>
                <a:off x="6715673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1" name="Freeform 48970">
                <a:extLst>
                  <a:ext uri="{FF2B5EF4-FFF2-40B4-BE49-F238E27FC236}">
                    <a16:creationId xmlns:a16="http://schemas.microsoft.com/office/drawing/2014/main" id="{795CE6D5-F459-9D1A-8295-BE69D17C07A5}"/>
                  </a:ext>
                </a:extLst>
              </p:cNvPr>
              <p:cNvSpPr/>
              <p:nvPr/>
            </p:nvSpPr>
            <p:spPr>
              <a:xfrm>
                <a:off x="6716169" y="6020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2" name="Freeform 48971">
                <a:extLst>
                  <a:ext uri="{FF2B5EF4-FFF2-40B4-BE49-F238E27FC236}">
                    <a16:creationId xmlns:a16="http://schemas.microsoft.com/office/drawing/2014/main" id="{1220FCDC-9FA2-735C-F66A-1E4276E99547}"/>
                  </a:ext>
                </a:extLst>
              </p:cNvPr>
              <p:cNvSpPr/>
              <p:nvPr/>
            </p:nvSpPr>
            <p:spPr>
              <a:xfrm>
                <a:off x="6716764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3" name="Freeform 48972">
                <a:extLst>
                  <a:ext uri="{FF2B5EF4-FFF2-40B4-BE49-F238E27FC236}">
                    <a16:creationId xmlns:a16="http://schemas.microsoft.com/office/drawing/2014/main" id="{F2FA9F85-F113-65CE-E7C4-20E2EEA3B8E5}"/>
                  </a:ext>
                </a:extLst>
              </p:cNvPr>
              <p:cNvSpPr/>
              <p:nvPr/>
            </p:nvSpPr>
            <p:spPr>
              <a:xfrm>
                <a:off x="6717260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4" name="Freeform 48973">
                <a:extLst>
                  <a:ext uri="{FF2B5EF4-FFF2-40B4-BE49-F238E27FC236}">
                    <a16:creationId xmlns:a16="http://schemas.microsoft.com/office/drawing/2014/main" id="{44404380-13A0-9F2F-EF65-DE02E498D716}"/>
                  </a:ext>
                </a:extLst>
              </p:cNvPr>
              <p:cNvSpPr/>
              <p:nvPr/>
            </p:nvSpPr>
            <p:spPr>
              <a:xfrm>
                <a:off x="6717756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5" name="Freeform 48974">
                <a:extLst>
                  <a:ext uri="{FF2B5EF4-FFF2-40B4-BE49-F238E27FC236}">
                    <a16:creationId xmlns:a16="http://schemas.microsoft.com/office/drawing/2014/main" id="{433D0269-E0EB-3917-7739-C4CDB5E87270}"/>
                  </a:ext>
                </a:extLst>
              </p:cNvPr>
              <p:cNvSpPr/>
              <p:nvPr/>
            </p:nvSpPr>
            <p:spPr>
              <a:xfrm>
                <a:off x="6718252" y="5971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6" name="Freeform 48975">
                <a:extLst>
                  <a:ext uri="{FF2B5EF4-FFF2-40B4-BE49-F238E27FC236}">
                    <a16:creationId xmlns:a16="http://schemas.microsoft.com/office/drawing/2014/main" id="{34920BB3-DAEE-85E8-952A-1EB9FB083E1D}"/>
                  </a:ext>
                </a:extLst>
              </p:cNvPr>
              <p:cNvSpPr/>
              <p:nvPr/>
            </p:nvSpPr>
            <p:spPr>
              <a:xfrm>
                <a:off x="6718848" y="5723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7" name="Freeform 48976">
                <a:extLst>
                  <a:ext uri="{FF2B5EF4-FFF2-40B4-BE49-F238E27FC236}">
                    <a16:creationId xmlns:a16="http://schemas.microsoft.com/office/drawing/2014/main" id="{7282BC5B-8386-449C-3FEF-20EC78DE95C2}"/>
                  </a:ext>
                </a:extLst>
              </p:cNvPr>
              <p:cNvSpPr/>
              <p:nvPr/>
            </p:nvSpPr>
            <p:spPr>
              <a:xfrm>
                <a:off x="6719344" y="574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8" name="Freeform 48977">
                <a:extLst>
                  <a:ext uri="{FF2B5EF4-FFF2-40B4-BE49-F238E27FC236}">
                    <a16:creationId xmlns:a16="http://schemas.microsoft.com/office/drawing/2014/main" id="{A2236FF0-1995-EEA7-2013-5CAADAF8A054}"/>
                  </a:ext>
                </a:extLst>
              </p:cNvPr>
              <p:cNvSpPr/>
              <p:nvPr/>
            </p:nvSpPr>
            <p:spPr>
              <a:xfrm>
                <a:off x="6719840" y="5760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79" name="Freeform 48978">
                <a:extLst>
                  <a:ext uri="{FF2B5EF4-FFF2-40B4-BE49-F238E27FC236}">
                    <a16:creationId xmlns:a16="http://schemas.microsoft.com/office/drawing/2014/main" id="{CCCBEC6E-4FE8-88E6-2B18-1AB6937FEA71}"/>
                  </a:ext>
                </a:extLst>
              </p:cNvPr>
              <p:cNvSpPr/>
              <p:nvPr/>
            </p:nvSpPr>
            <p:spPr>
              <a:xfrm>
                <a:off x="6720435" y="5709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0" name="Freeform 48979">
                <a:extLst>
                  <a:ext uri="{FF2B5EF4-FFF2-40B4-BE49-F238E27FC236}">
                    <a16:creationId xmlns:a16="http://schemas.microsoft.com/office/drawing/2014/main" id="{F5943244-355A-9BEB-2B18-949460A011BF}"/>
                  </a:ext>
                </a:extLst>
              </p:cNvPr>
              <p:cNvSpPr/>
              <p:nvPr/>
            </p:nvSpPr>
            <p:spPr>
              <a:xfrm>
                <a:off x="6720931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1" name="Freeform 48980">
                <a:extLst>
                  <a:ext uri="{FF2B5EF4-FFF2-40B4-BE49-F238E27FC236}">
                    <a16:creationId xmlns:a16="http://schemas.microsoft.com/office/drawing/2014/main" id="{A70E7ACC-61C3-86F2-73C8-BFFEB932F84E}"/>
                  </a:ext>
                </a:extLst>
              </p:cNvPr>
              <p:cNvSpPr/>
              <p:nvPr/>
            </p:nvSpPr>
            <p:spPr>
              <a:xfrm>
                <a:off x="6721427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2" name="Freeform 48981">
                <a:extLst>
                  <a:ext uri="{FF2B5EF4-FFF2-40B4-BE49-F238E27FC236}">
                    <a16:creationId xmlns:a16="http://schemas.microsoft.com/office/drawing/2014/main" id="{7C908153-F4DE-9BC8-F3DC-8975DAC8BDF8}"/>
                  </a:ext>
                </a:extLst>
              </p:cNvPr>
              <p:cNvSpPr/>
              <p:nvPr/>
            </p:nvSpPr>
            <p:spPr>
              <a:xfrm>
                <a:off x="6722023" y="5921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3" name="Freeform 48982">
                <a:extLst>
                  <a:ext uri="{FF2B5EF4-FFF2-40B4-BE49-F238E27FC236}">
                    <a16:creationId xmlns:a16="http://schemas.microsoft.com/office/drawing/2014/main" id="{BC6452AA-BCDD-0EF0-B87D-FDFF20B460D3}"/>
                  </a:ext>
                </a:extLst>
              </p:cNvPr>
              <p:cNvSpPr/>
              <p:nvPr/>
            </p:nvSpPr>
            <p:spPr>
              <a:xfrm>
                <a:off x="6722519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4" name="Freeform 48983">
                <a:extLst>
                  <a:ext uri="{FF2B5EF4-FFF2-40B4-BE49-F238E27FC236}">
                    <a16:creationId xmlns:a16="http://schemas.microsoft.com/office/drawing/2014/main" id="{9900FBC1-56CE-9678-D560-A12F96C80108}"/>
                  </a:ext>
                </a:extLst>
              </p:cNvPr>
              <p:cNvSpPr/>
              <p:nvPr/>
            </p:nvSpPr>
            <p:spPr>
              <a:xfrm>
                <a:off x="6723015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5" name="Freeform 48984">
                <a:extLst>
                  <a:ext uri="{FF2B5EF4-FFF2-40B4-BE49-F238E27FC236}">
                    <a16:creationId xmlns:a16="http://schemas.microsoft.com/office/drawing/2014/main" id="{2AB55890-E717-4DD6-3E0C-5451721FD061}"/>
                  </a:ext>
                </a:extLst>
              </p:cNvPr>
              <p:cNvSpPr/>
              <p:nvPr/>
            </p:nvSpPr>
            <p:spPr>
              <a:xfrm>
                <a:off x="6723610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6" name="Freeform 48985">
                <a:extLst>
                  <a:ext uri="{FF2B5EF4-FFF2-40B4-BE49-F238E27FC236}">
                    <a16:creationId xmlns:a16="http://schemas.microsoft.com/office/drawing/2014/main" id="{2C1997D9-F244-C8E7-0D36-76F507EBCF05}"/>
                  </a:ext>
                </a:extLst>
              </p:cNvPr>
              <p:cNvSpPr/>
              <p:nvPr/>
            </p:nvSpPr>
            <p:spPr>
              <a:xfrm>
                <a:off x="6724106" y="58425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7" name="Freeform 48986">
                <a:extLst>
                  <a:ext uri="{FF2B5EF4-FFF2-40B4-BE49-F238E27FC236}">
                    <a16:creationId xmlns:a16="http://schemas.microsoft.com/office/drawing/2014/main" id="{86752EB9-13D1-94D0-A9A0-5053DA66CEC6}"/>
                  </a:ext>
                </a:extLst>
              </p:cNvPr>
              <p:cNvSpPr/>
              <p:nvPr/>
            </p:nvSpPr>
            <p:spPr>
              <a:xfrm>
                <a:off x="6724602" y="5953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8" name="Freeform 48987">
                <a:extLst>
                  <a:ext uri="{FF2B5EF4-FFF2-40B4-BE49-F238E27FC236}">
                    <a16:creationId xmlns:a16="http://schemas.microsoft.com/office/drawing/2014/main" id="{A24F06A6-C3BD-F619-257A-16B488E8602B}"/>
                  </a:ext>
                </a:extLst>
              </p:cNvPr>
              <p:cNvSpPr/>
              <p:nvPr/>
            </p:nvSpPr>
            <p:spPr>
              <a:xfrm>
                <a:off x="6725198" y="599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89" name="Freeform 48988">
                <a:extLst>
                  <a:ext uri="{FF2B5EF4-FFF2-40B4-BE49-F238E27FC236}">
                    <a16:creationId xmlns:a16="http://schemas.microsoft.com/office/drawing/2014/main" id="{6D43DA86-D154-46D7-08D8-5A7545BE7A5F}"/>
                  </a:ext>
                </a:extLst>
              </p:cNvPr>
              <p:cNvSpPr/>
              <p:nvPr/>
            </p:nvSpPr>
            <p:spPr>
              <a:xfrm>
                <a:off x="6725694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0" name="Freeform 48989">
                <a:extLst>
                  <a:ext uri="{FF2B5EF4-FFF2-40B4-BE49-F238E27FC236}">
                    <a16:creationId xmlns:a16="http://schemas.microsoft.com/office/drawing/2014/main" id="{DA0A5F9F-16D6-E4C2-5939-BC92BF548A7E}"/>
                  </a:ext>
                </a:extLst>
              </p:cNvPr>
              <p:cNvSpPr/>
              <p:nvPr/>
            </p:nvSpPr>
            <p:spPr>
              <a:xfrm>
                <a:off x="6726190" y="6002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1" name="Freeform 48990">
                <a:extLst>
                  <a:ext uri="{FF2B5EF4-FFF2-40B4-BE49-F238E27FC236}">
                    <a16:creationId xmlns:a16="http://schemas.microsoft.com/office/drawing/2014/main" id="{C71B608C-3ADE-436D-285A-7ABF9B3F5896}"/>
                  </a:ext>
                </a:extLst>
              </p:cNvPr>
              <p:cNvSpPr/>
              <p:nvPr/>
            </p:nvSpPr>
            <p:spPr>
              <a:xfrm>
                <a:off x="6726785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2" name="Freeform 48991">
                <a:extLst>
                  <a:ext uri="{FF2B5EF4-FFF2-40B4-BE49-F238E27FC236}">
                    <a16:creationId xmlns:a16="http://schemas.microsoft.com/office/drawing/2014/main" id="{68CC0784-6A8B-4255-1758-DE312B1A648C}"/>
                  </a:ext>
                </a:extLst>
              </p:cNvPr>
              <p:cNvSpPr/>
              <p:nvPr/>
            </p:nvSpPr>
            <p:spPr>
              <a:xfrm>
                <a:off x="6727281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3" name="Freeform 48992">
                <a:extLst>
                  <a:ext uri="{FF2B5EF4-FFF2-40B4-BE49-F238E27FC236}">
                    <a16:creationId xmlns:a16="http://schemas.microsoft.com/office/drawing/2014/main" id="{5B31B867-B486-4BFB-614B-75D9886FF49D}"/>
                  </a:ext>
                </a:extLst>
              </p:cNvPr>
              <p:cNvSpPr/>
              <p:nvPr/>
            </p:nvSpPr>
            <p:spPr>
              <a:xfrm>
                <a:off x="6727777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4" name="Freeform 48993">
                <a:extLst>
                  <a:ext uri="{FF2B5EF4-FFF2-40B4-BE49-F238E27FC236}">
                    <a16:creationId xmlns:a16="http://schemas.microsoft.com/office/drawing/2014/main" id="{C11B76BF-005C-CB93-EF5E-0A89C080B9C5}"/>
                  </a:ext>
                </a:extLst>
              </p:cNvPr>
              <p:cNvSpPr/>
              <p:nvPr/>
            </p:nvSpPr>
            <p:spPr>
              <a:xfrm>
                <a:off x="6728373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5" name="Freeform 48994">
                <a:extLst>
                  <a:ext uri="{FF2B5EF4-FFF2-40B4-BE49-F238E27FC236}">
                    <a16:creationId xmlns:a16="http://schemas.microsoft.com/office/drawing/2014/main" id="{AA295CD3-8374-F148-FEBB-E9DBBE1373AF}"/>
                  </a:ext>
                </a:extLst>
              </p:cNvPr>
              <p:cNvSpPr/>
              <p:nvPr/>
            </p:nvSpPr>
            <p:spPr>
              <a:xfrm>
                <a:off x="6728869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6" name="Freeform 48995">
                <a:extLst>
                  <a:ext uri="{FF2B5EF4-FFF2-40B4-BE49-F238E27FC236}">
                    <a16:creationId xmlns:a16="http://schemas.microsoft.com/office/drawing/2014/main" id="{C1B1F5BD-CA0A-ECE9-426A-66F010CCEA90}"/>
                  </a:ext>
                </a:extLst>
              </p:cNvPr>
              <p:cNvSpPr/>
              <p:nvPr/>
            </p:nvSpPr>
            <p:spPr>
              <a:xfrm>
                <a:off x="6729365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7" name="Freeform 48996">
                <a:extLst>
                  <a:ext uri="{FF2B5EF4-FFF2-40B4-BE49-F238E27FC236}">
                    <a16:creationId xmlns:a16="http://schemas.microsoft.com/office/drawing/2014/main" id="{47BECE2F-F9B7-B027-E831-0AADCDE53EF5}"/>
                  </a:ext>
                </a:extLst>
              </p:cNvPr>
              <p:cNvSpPr/>
              <p:nvPr/>
            </p:nvSpPr>
            <p:spPr>
              <a:xfrm>
                <a:off x="6729960" y="6015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8" name="Freeform 48997">
                <a:extLst>
                  <a:ext uri="{FF2B5EF4-FFF2-40B4-BE49-F238E27FC236}">
                    <a16:creationId xmlns:a16="http://schemas.microsoft.com/office/drawing/2014/main" id="{434E0370-9B4C-8B75-399F-42C0DB95D630}"/>
                  </a:ext>
                </a:extLst>
              </p:cNvPr>
              <p:cNvSpPr/>
              <p:nvPr/>
            </p:nvSpPr>
            <p:spPr>
              <a:xfrm>
                <a:off x="6730456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99" name="Freeform 48998">
                <a:extLst>
                  <a:ext uri="{FF2B5EF4-FFF2-40B4-BE49-F238E27FC236}">
                    <a16:creationId xmlns:a16="http://schemas.microsoft.com/office/drawing/2014/main" id="{00CBCE4C-E6B2-130F-ED48-886785778444}"/>
                  </a:ext>
                </a:extLst>
              </p:cNvPr>
              <p:cNvSpPr/>
              <p:nvPr/>
            </p:nvSpPr>
            <p:spPr>
              <a:xfrm>
                <a:off x="6730952" y="595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0" name="Freeform 48999">
                <a:extLst>
                  <a:ext uri="{FF2B5EF4-FFF2-40B4-BE49-F238E27FC236}">
                    <a16:creationId xmlns:a16="http://schemas.microsoft.com/office/drawing/2014/main" id="{AFE2E67E-9068-F383-8C98-278F60BA2855}"/>
                  </a:ext>
                </a:extLst>
              </p:cNvPr>
              <p:cNvSpPr/>
              <p:nvPr/>
            </p:nvSpPr>
            <p:spPr>
              <a:xfrm>
                <a:off x="6731448" y="5731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1" name="Freeform 49000">
                <a:extLst>
                  <a:ext uri="{FF2B5EF4-FFF2-40B4-BE49-F238E27FC236}">
                    <a16:creationId xmlns:a16="http://schemas.microsoft.com/office/drawing/2014/main" id="{B6CD6139-B573-3FFF-8AA3-CB25C1BE0EEE}"/>
                  </a:ext>
                </a:extLst>
              </p:cNvPr>
              <p:cNvSpPr/>
              <p:nvPr/>
            </p:nvSpPr>
            <p:spPr>
              <a:xfrm>
                <a:off x="6732044" y="5723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2" name="Freeform 49001">
                <a:extLst>
                  <a:ext uri="{FF2B5EF4-FFF2-40B4-BE49-F238E27FC236}">
                    <a16:creationId xmlns:a16="http://schemas.microsoft.com/office/drawing/2014/main" id="{6953D48E-B1F9-C3A3-73D9-0766E9090B05}"/>
                  </a:ext>
                </a:extLst>
              </p:cNvPr>
              <p:cNvSpPr/>
              <p:nvPr/>
            </p:nvSpPr>
            <p:spPr>
              <a:xfrm>
                <a:off x="6732540" y="574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3" name="Freeform 49002">
                <a:extLst>
                  <a:ext uri="{FF2B5EF4-FFF2-40B4-BE49-F238E27FC236}">
                    <a16:creationId xmlns:a16="http://schemas.microsoft.com/office/drawing/2014/main" id="{B326D922-9CC7-5071-D66E-F02487245E0F}"/>
                  </a:ext>
                </a:extLst>
              </p:cNvPr>
              <p:cNvSpPr/>
              <p:nvPr/>
            </p:nvSpPr>
            <p:spPr>
              <a:xfrm>
                <a:off x="6733036" y="578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4" name="Freeform 49003">
                <a:extLst>
                  <a:ext uri="{FF2B5EF4-FFF2-40B4-BE49-F238E27FC236}">
                    <a16:creationId xmlns:a16="http://schemas.microsoft.com/office/drawing/2014/main" id="{266DC9F6-4ADB-26E6-0095-0C034910CFC6}"/>
                  </a:ext>
                </a:extLst>
              </p:cNvPr>
              <p:cNvSpPr/>
              <p:nvPr/>
            </p:nvSpPr>
            <p:spPr>
              <a:xfrm>
                <a:off x="6733631" y="583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5" name="Freeform 49004">
                <a:extLst>
                  <a:ext uri="{FF2B5EF4-FFF2-40B4-BE49-F238E27FC236}">
                    <a16:creationId xmlns:a16="http://schemas.microsoft.com/office/drawing/2014/main" id="{183221BF-8EF0-A06B-7130-A08A52B5CB41}"/>
                  </a:ext>
                </a:extLst>
              </p:cNvPr>
              <p:cNvSpPr/>
              <p:nvPr/>
            </p:nvSpPr>
            <p:spPr>
              <a:xfrm>
                <a:off x="6734127" y="5890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6" name="Freeform 49005">
                <a:extLst>
                  <a:ext uri="{FF2B5EF4-FFF2-40B4-BE49-F238E27FC236}">
                    <a16:creationId xmlns:a16="http://schemas.microsoft.com/office/drawing/2014/main" id="{3A9C318D-2C45-0829-E703-F894311F8C89}"/>
                  </a:ext>
                </a:extLst>
              </p:cNvPr>
              <p:cNvSpPr/>
              <p:nvPr/>
            </p:nvSpPr>
            <p:spPr>
              <a:xfrm>
                <a:off x="6734623" y="594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7" name="Freeform 49006">
                <a:extLst>
                  <a:ext uri="{FF2B5EF4-FFF2-40B4-BE49-F238E27FC236}">
                    <a16:creationId xmlns:a16="http://schemas.microsoft.com/office/drawing/2014/main" id="{1A7AFCBA-722E-B11E-FAF9-40D1A5850725}"/>
                  </a:ext>
                </a:extLst>
              </p:cNvPr>
              <p:cNvSpPr/>
              <p:nvPr/>
            </p:nvSpPr>
            <p:spPr>
              <a:xfrm>
                <a:off x="6735219" y="5947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8" name="Freeform 49007">
                <a:extLst>
                  <a:ext uri="{FF2B5EF4-FFF2-40B4-BE49-F238E27FC236}">
                    <a16:creationId xmlns:a16="http://schemas.microsoft.com/office/drawing/2014/main" id="{1C419035-078C-0BEA-81BA-3418E228474F}"/>
                  </a:ext>
                </a:extLst>
              </p:cNvPr>
              <p:cNvSpPr/>
              <p:nvPr/>
            </p:nvSpPr>
            <p:spPr>
              <a:xfrm>
                <a:off x="6735715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09" name="Freeform 49008">
                <a:extLst>
                  <a:ext uri="{FF2B5EF4-FFF2-40B4-BE49-F238E27FC236}">
                    <a16:creationId xmlns:a16="http://schemas.microsoft.com/office/drawing/2014/main" id="{CBE74D7B-1C13-4759-E89A-04E03E556F69}"/>
                  </a:ext>
                </a:extLst>
              </p:cNvPr>
              <p:cNvSpPr/>
              <p:nvPr/>
            </p:nvSpPr>
            <p:spPr>
              <a:xfrm>
                <a:off x="6736211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0" name="Freeform 49009">
                <a:extLst>
                  <a:ext uri="{FF2B5EF4-FFF2-40B4-BE49-F238E27FC236}">
                    <a16:creationId xmlns:a16="http://schemas.microsoft.com/office/drawing/2014/main" id="{B056FD89-61C2-12E3-5F85-584002BF16A3}"/>
                  </a:ext>
                </a:extLst>
              </p:cNvPr>
              <p:cNvSpPr/>
              <p:nvPr/>
            </p:nvSpPr>
            <p:spPr>
              <a:xfrm>
                <a:off x="6736806" y="596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1" name="Freeform 49010">
                <a:extLst>
                  <a:ext uri="{FF2B5EF4-FFF2-40B4-BE49-F238E27FC236}">
                    <a16:creationId xmlns:a16="http://schemas.microsoft.com/office/drawing/2014/main" id="{66ADC603-7B91-E7BA-73BB-1B143D20EB64}"/>
                  </a:ext>
                </a:extLst>
              </p:cNvPr>
              <p:cNvSpPr/>
              <p:nvPr/>
            </p:nvSpPr>
            <p:spPr>
              <a:xfrm>
                <a:off x="6737302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2" name="Freeform 49011">
                <a:extLst>
                  <a:ext uri="{FF2B5EF4-FFF2-40B4-BE49-F238E27FC236}">
                    <a16:creationId xmlns:a16="http://schemas.microsoft.com/office/drawing/2014/main" id="{86E6F6F0-D27E-7721-6D2B-F090ED630F96}"/>
                  </a:ext>
                </a:extLst>
              </p:cNvPr>
              <p:cNvSpPr/>
              <p:nvPr/>
            </p:nvSpPr>
            <p:spPr>
              <a:xfrm>
                <a:off x="67377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3" name="Freeform 49012">
                <a:extLst>
                  <a:ext uri="{FF2B5EF4-FFF2-40B4-BE49-F238E27FC236}">
                    <a16:creationId xmlns:a16="http://schemas.microsoft.com/office/drawing/2014/main" id="{CF304B40-B7B2-2EAD-A1EF-63D40D2DF4FF}"/>
                  </a:ext>
                </a:extLst>
              </p:cNvPr>
              <p:cNvSpPr/>
              <p:nvPr/>
            </p:nvSpPr>
            <p:spPr>
              <a:xfrm>
                <a:off x="673839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4" name="Freeform 49013">
                <a:extLst>
                  <a:ext uri="{FF2B5EF4-FFF2-40B4-BE49-F238E27FC236}">
                    <a16:creationId xmlns:a16="http://schemas.microsoft.com/office/drawing/2014/main" id="{DC9DDC7E-03F1-67EB-2656-B525D026789A}"/>
                  </a:ext>
                </a:extLst>
              </p:cNvPr>
              <p:cNvSpPr/>
              <p:nvPr/>
            </p:nvSpPr>
            <p:spPr>
              <a:xfrm>
                <a:off x="67388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5" name="Freeform 49014">
                <a:extLst>
                  <a:ext uri="{FF2B5EF4-FFF2-40B4-BE49-F238E27FC236}">
                    <a16:creationId xmlns:a16="http://schemas.microsoft.com/office/drawing/2014/main" id="{14425BAC-D228-789E-EBB8-A625DE4B75B2}"/>
                  </a:ext>
                </a:extLst>
              </p:cNvPr>
              <p:cNvSpPr/>
              <p:nvPr/>
            </p:nvSpPr>
            <p:spPr>
              <a:xfrm>
                <a:off x="67393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6" name="Freeform 49015">
                <a:extLst>
                  <a:ext uri="{FF2B5EF4-FFF2-40B4-BE49-F238E27FC236}">
                    <a16:creationId xmlns:a16="http://schemas.microsoft.com/office/drawing/2014/main" id="{317C87C7-F06D-E2A9-F31E-43233E441D90}"/>
                  </a:ext>
                </a:extLst>
              </p:cNvPr>
              <p:cNvSpPr/>
              <p:nvPr/>
            </p:nvSpPr>
            <p:spPr>
              <a:xfrm>
                <a:off x="673998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7" name="Freeform 49016">
                <a:extLst>
                  <a:ext uri="{FF2B5EF4-FFF2-40B4-BE49-F238E27FC236}">
                    <a16:creationId xmlns:a16="http://schemas.microsoft.com/office/drawing/2014/main" id="{044F3E73-C792-0E03-2931-A7E20776435C}"/>
                  </a:ext>
                </a:extLst>
              </p:cNvPr>
              <p:cNvSpPr/>
              <p:nvPr/>
            </p:nvSpPr>
            <p:spPr>
              <a:xfrm>
                <a:off x="67404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8" name="Freeform 49017">
                <a:extLst>
                  <a:ext uri="{FF2B5EF4-FFF2-40B4-BE49-F238E27FC236}">
                    <a16:creationId xmlns:a16="http://schemas.microsoft.com/office/drawing/2014/main" id="{96647A5D-382E-6CD7-7FA0-059D59C3FFCD}"/>
                  </a:ext>
                </a:extLst>
              </p:cNvPr>
              <p:cNvSpPr/>
              <p:nvPr/>
            </p:nvSpPr>
            <p:spPr>
              <a:xfrm>
                <a:off x="67409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19" name="Freeform 49018">
                <a:extLst>
                  <a:ext uri="{FF2B5EF4-FFF2-40B4-BE49-F238E27FC236}">
                    <a16:creationId xmlns:a16="http://schemas.microsoft.com/office/drawing/2014/main" id="{47E6890C-EFB1-A683-8BBE-BF2CF24923BF}"/>
                  </a:ext>
                </a:extLst>
              </p:cNvPr>
              <p:cNvSpPr/>
              <p:nvPr/>
            </p:nvSpPr>
            <p:spPr>
              <a:xfrm>
                <a:off x="674156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0" name="Freeform 49019">
                <a:extLst>
                  <a:ext uri="{FF2B5EF4-FFF2-40B4-BE49-F238E27FC236}">
                    <a16:creationId xmlns:a16="http://schemas.microsoft.com/office/drawing/2014/main" id="{2AB53A0F-A2F0-4083-262B-C88598E4CCFE}"/>
                  </a:ext>
                </a:extLst>
              </p:cNvPr>
              <p:cNvSpPr/>
              <p:nvPr/>
            </p:nvSpPr>
            <p:spPr>
              <a:xfrm>
                <a:off x="674206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1" name="Freeform 49020">
                <a:extLst>
                  <a:ext uri="{FF2B5EF4-FFF2-40B4-BE49-F238E27FC236}">
                    <a16:creationId xmlns:a16="http://schemas.microsoft.com/office/drawing/2014/main" id="{3D651214-C7E3-1437-FD19-698FFD1A1037}"/>
                  </a:ext>
                </a:extLst>
              </p:cNvPr>
              <p:cNvSpPr/>
              <p:nvPr/>
            </p:nvSpPr>
            <p:spPr>
              <a:xfrm>
                <a:off x="67425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2" name="Freeform 49021">
                <a:extLst>
                  <a:ext uri="{FF2B5EF4-FFF2-40B4-BE49-F238E27FC236}">
                    <a16:creationId xmlns:a16="http://schemas.microsoft.com/office/drawing/2014/main" id="{3A3D5699-B43A-1987-1975-B6D555EDF14F}"/>
                  </a:ext>
                </a:extLst>
              </p:cNvPr>
              <p:cNvSpPr/>
              <p:nvPr/>
            </p:nvSpPr>
            <p:spPr>
              <a:xfrm>
                <a:off x="674305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3" name="Freeform 49022">
                <a:extLst>
                  <a:ext uri="{FF2B5EF4-FFF2-40B4-BE49-F238E27FC236}">
                    <a16:creationId xmlns:a16="http://schemas.microsoft.com/office/drawing/2014/main" id="{F5579B88-94B2-B2D5-C271-E1ADBB7D7930}"/>
                  </a:ext>
                </a:extLst>
              </p:cNvPr>
              <p:cNvSpPr/>
              <p:nvPr/>
            </p:nvSpPr>
            <p:spPr>
              <a:xfrm>
                <a:off x="6743652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4" name="Freeform 49023">
                <a:extLst>
                  <a:ext uri="{FF2B5EF4-FFF2-40B4-BE49-F238E27FC236}">
                    <a16:creationId xmlns:a16="http://schemas.microsoft.com/office/drawing/2014/main" id="{6B3EF598-ACC0-1B59-A17D-78E01AC6CC72}"/>
                  </a:ext>
                </a:extLst>
              </p:cNvPr>
              <p:cNvSpPr/>
              <p:nvPr/>
            </p:nvSpPr>
            <p:spPr>
              <a:xfrm>
                <a:off x="6744148" y="5732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5" name="Freeform 49024">
                <a:extLst>
                  <a:ext uri="{FF2B5EF4-FFF2-40B4-BE49-F238E27FC236}">
                    <a16:creationId xmlns:a16="http://schemas.microsoft.com/office/drawing/2014/main" id="{783EB63E-5051-BF3A-5F72-E55B12AEB269}"/>
                  </a:ext>
                </a:extLst>
              </p:cNvPr>
              <p:cNvSpPr/>
              <p:nvPr/>
            </p:nvSpPr>
            <p:spPr>
              <a:xfrm>
                <a:off x="6744645" y="57311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6" name="Freeform 49025">
                <a:extLst>
                  <a:ext uri="{FF2B5EF4-FFF2-40B4-BE49-F238E27FC236}">
                    <a16:creationId xmlns:a16="http://schemas.microsoft.com/office/drawing/2014/main" id="{FA9D9E5A-76FB-BFDA-F1D3-3E344A5A5DF9}"/>
                  </a:ext>
                </a:extLst>
              </p:cNvPr>
              <p:cNvSpPr/>
              <p:nvPr/>
            </p:nvSpPr>
            <p:spPr>
              <a:xfrm>
                <a:off x="6745240" y="5731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7" name="Freeform 49026">
                <a:extLst>
                  <a:ext uri="{FF2B5EF4-FFF2-40B4-BE49-F238E27FC236}">
                    <a16:creationId xmlns:a16="http://schemas.microsoft.com/office/drawing/2014/main" id="{C6AA9825-EA7B-3446-F1C7-7FD023DB31B8}"/>
                  </a:ext>
                </a:extLst>
              </p:cNvPr>
              <p:cNvSpPr/>
              <p:nvPr/>
            </p:nvSpPr>
            <p:spPr>
              <a:xfrm>
                <a:off x="6745736" y="5804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8" name="Freeform 49027">
                <a:extLst>
                  <a:ext uri="{FF2B5EF4-FFF2-40B4-BE49-F238E27FC236}">
                    <a16:creationId xmlns:a16="http://schemas.microsoft.com/office/drawing/2014/main" id="{0AF6CEB8-E2E3-4BBB-182B-B77A0455FB88}"/>
                  </a:ext>
                </a:extLst>
              </p:cNvPr>
              <p:cNvSpPr/>
              <p:nvPr/>
            </p:nvSpPr>
            <p:spPr>
              <a:xfrm>
                <a:off x="6746232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29" name="Freeform 49028">
                <a:extLst>
                  <a:ext uri="{FF2B5EF4-FFF2-40B4-BE49-F238E27FC236}">
                    <a16:creationId xmlns:a16="http://schemas.microsoft.com/office/drawing/2014/main" id="{9529AF08-4A7A-988D-F069-4E3482C9A083}"/>
                  </a:ext>
                </a:extLst>
              </p:cNvPr>
              <p:cNvSpPr/>
              <p:nvPr/>
            </p:nvSpPr>
            <p:spPr>
              <a:xfrm>
                <a:off x="6746827" y="5906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0" name="Freeform 49029">
                <a:extLst>
                  <a:ext uri="{FF2B5EF4-FFF2-40B4-BE49-F238E27FC236}">
                    <a16:creationId xmlns:a16="http://schemas.microsoft.com/office/drawing/2014/main" id="{531CC269-F94A-29AC-8E22-69FDFE0CBB7D}"/>
                  </a:ext>
                </a:extLst>
              </p:cNvPr>
              <p:cNvSpPr/>
              <p:nvPr/>
            </p:nvSpPr>
            <p:spPr>
              <a:xfrm>
                <a:off x="6747323" y="596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1" name="Freeform 49030">
                <a:extLst>
                  <a:ext uri="{FF2B5EF4-FFF2-40B4-BE49-F238E27FC236}">
                    <a16:creationId xmlns:a16="http://schemas.microsoft.com/office/drawing/2014/main" id="{D8AD2A0B-A218-0EB5-7BB7-0CC4C35E0DC9}"/>
                  </a:ext>
                </a:extLst>
              </p:cNvPr>
              <p:cNvSpPr/>
              <p:nvPr/>
            </p:nvSpPr>
            <p:spPr>
              <a:xfrm>
                <a:off x="6747820" y="5954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2" name="Freeform 49031">
                <a:extLst>
                  <a:ext uri="{FF2B5EF4-FFF2-40B4-BE49-F238E27FC236}">
                    <a16:creationId xmlns:a16="http://schemas.microsoft.com/office/drawing/2014/main" id="{84FA9308-E808-A943-54ED-3B8467EA57A9}"/>
                  </a:ext>
                </a:extLst>
              </p:cNvPr>
              <p:cNvSpPr/>
              <p:nvPr/>
            </p:nvSpPr>
            <p:spPr>
              <a:xfrm>
                <a:off x="6748415" y="5944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3" name="Freeform 49032">
                <a:extLst>
                  <a:ext uri="{FF2B5EF4-FFF2-40B4-BE49-F238E27FC236}">
                    <a16:creationId xmlns:a16="http://schemas.microsoft.com/office/drawing/2014/main" id="{BCA87176-F56D-9AF3-5BB1-BEB8A4104646}"/>
                  </a:ext>
                </a:extLst>
              </p:cNvPr>
              <p:cNvSpPr/>
              <p:nvPr/>
            </p:nvSpPr>
            <p:spPr>
              <a:xfrm>
                <a:off x="6748911" y="5936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4" name="Freeform 49033">
                <a:extLst>
                  <a:ext uri="{FF2B5EF4-FFF2-40B4-BE49-F238E27FC236}">
                    <a16:creationId xmlns:a16="http://schemas.microsoft.com/office/drawing/2014/main" id="{C94C9BFD-9D01-7C0A-F28C-FBAB26CE8C01}"/>
                  </a:ext>
                </a:extLst>
              </p:cNvPr>
              <p:cNvSpPr/>
              <p:nvPr/>
            </p:nvSpPr>
            <p:spPr>
              <a:xfrm>
                <a:off x="6749407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5" name="Freeform 49034">
                <a:extLst>
                  <a:ext uri="{FF2B5EF4-FFF2-40B4-BE49-F238E27FC236}">
                    <a16:creationId xmlns:a16="http://schemas.microsoft.com/office/drawing/2014/main" id="{8EC9F213-49AF-4877-C7F7-FBF7939E7325}"/>
                  </a:ext>
                </a:extLst>
              </p:cNvPr>
              <p:cNvSpPr/>
              <p:nvPr/>
            </p:nvSpPr>
            <p:spPr>
              <a:xfrm>
                <a:off x="67500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6" name="Freeform 49035">
                <a:extLst>
                  <a:ext uri="{FF2B5EF4-FFF2-40B4-BE49-F238E27FC236}">
                    <a16:creationId xmlns:a16="http://schemas.microsoft.com/office/drawing/2014/main" id="{837905AD-4964-3642-BAD4-B07FBCD67A60}"/>
                  </a:ext>
                </a:extLst>
              </p:cNvPr>
              <p:cNvSpPr/>
              <p:nvPr/>
            </p:nvSpPr>
            <p:spPr>
              <a:xfrm>
                <a:off x="67504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7" name="Freeform 49036">
                <a:extLst>
                  <a:ext uri="{FF2B5EF4-FFF2-40B4-BE49-F238E27FC236}">
                    <a16:creationId xmlns:a16="http://schemas.microsoft.com/office/drawing/2014/main" id="{E6113448-9E05-8DE3-2850-3E9C911F10D8}"/>
                  </a:ext>
                </a:extLst>
              </p:cNvPr>
              <p:cNvSpPr/>
              <p:nvPr/>
            </p:nvSpPr>
            <p:spPr>
              <a:xfrm>
                <a:off x="67509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8" name="Freeform 49037">
                <a:extLst>
                  <a:ext uri="{FF2B5EF4-FFF2-40B4-BE49-F238E27FC236}">
                    <a16:creationId xmlns:a16="http://schemas.microsoft.com/office/drawing/2014/main" id="{AB46223E-E44D-27DC-D73F-06D0D3050782}"/>
                  </a:ext>
                </a:extLst>
              </p:cNvPr>
              <p:cNvSpPr/>
              <p:nvPr/>
            </p:nvSpPr>
            <p:spPr>
              <a:xfrm>
                <a:off x="67515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39" name="Freeform 49038">
                <a:extLst>
                  <a:ext uri="{FF2B5EF4-FFF2-40B4-BE49-F238E27FC236}">
                    <a16:creationId xmlns:a16="http://schemas.microsoft.com/office/drawing/2014/main" id="{235C19CA-0C6B-55B8-1724-F789CFDE37EF}"/>
                  </a:ext>
                </a:extLst>
              </p:cNvPr>
              <p:cNvSpPr/>
              <p:nvPr/>
            </p:nvSpPr>
            <p:spPr>
              <a:xfrm>
                <a:off x="67520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0" name="Freeform 49039">
                <a:extLst>
                  <a:ext uri="{FF2B5EF4-FFF2-40B4-BE49-F238E27FC236}">
                    <a16:creationId xmlns:a16="http://schemas.microsoft.com/office/drawing/2014/main" id="{300CF7CA-B4C3-4A62-6F4D-531994B4C7A3}"/>
                  </a:ext>
                </a:extLst>
              </p:cNvPr>
              <p:cNvSpPr/>
              <p:nvPr/>
            </p:nvSpPr>
            <p:spPr>
              <a:xfrm>
                <a:off x="67525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1" name="Freeform 49040">
                <a:extLst>
                  <a:ext uri="{FF2B5EF4-FFF2-40B4-BE49-F238E27FC236}">
                    <a16:creationId xmlns:a16="http://schemas.microsoft.com/office/drawing/2014/main" id="{D70724E5-5825-F657-0499-5C85B733CE46}"/>
                  </a:ext>
                </a:extLst>
              </p:cNvPr>
              <p:cNvSpPr/>
              <p:nvPr/>
            </p:nvSpPr>
            <p:spPr>
              <a:xfrm>
                <a:off x="675317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2" name="Freeform 49041">
                <a:extLst>
                  <a:ext uri="{FF2B5EF4-FFF2-40B4-BE49-F238E27FC236}">
                    <a16:creationId xmlns:a16="http://schemas.microsoft.com/office/drawing/2014/main" id="{2CA34176-EE68-D75F-FAC5-A0C561722D18}"/>
                  </a:ext>
                </a:extLst>
              </p:cNvPr>
              <p:cNvSpPr/>
              <p:nvPr/>
            </p:nvSpPr>
            <p:spPr>
              <a:xfrm>
                <a:off x="67536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3" name="Freeform 49042">
                <a:extLst>
                  <a:ext uri="{FF2B5EF4-FFF2-40B4-BE49-F238E27FC236}">
                    <a16:creationId xmlns:a16="http://schemas.microsoft.com/office/drawing/2014/main" id="{785142FD-6349-37DF-2A9E-9786FAC8B52D}"/>
                  </a:ext>
                </a:extLst>
              </p:cNvPr>
              <p:cNvSpPr/>
              <p:nvPr/>
            </p:nvSpPr>
            <p:spPr>
              <a:xfrm>
                <a:off x="67541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4" name="Freeform 49043">
                <a:extLst>
                  <a:ext uri="{FF2B5EF4-FFF2-40B4-BE49-F238E27FC236}">
                    <a16:creationId xmlns:a16="http://schemas.microsoft.com/office/drawing/2014/main" id="{39511B80-26B5-A2EC-DDA5-C2CB4BFE06F5}"/>
                  </a:ext>
                </a:extLst>
              </p:cNvPr>
              <p:cNvSpPr/>
              <p:nvPr/>
            </p:nvSpPr>
            <p:spPr>
              <a:xfrm>
                <a:off x="67546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5" name="Freeform 49044">
                <a:extLst>
                  <a:ext uri="{FF2B5EF4-FFF2-40B4-BE49-F238E27FC236}">
                    <a16:creationId xmlns:a16="http://schemas.microsoft.com/office/drawing/2014/main" id="{AAD16291-F2B5-B627-FD43-2E04AD809C5F}"/>
                  </a:ext>
                </a:extLst>
              </p:cNvPr>
              <p:cNvSpPr/>
              <p:nvPr/>
            </p:nvSpPr>
            <p:spPr>
              <a:xfrm>
                <a:off x="675526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6" name="Freeform 49045">
                <a:extLst>
                  <a:ext uri="{FF2B5EF4-FFF2-40B4-BE49-F238E27FC236}">
                    <a16:creationId xmlns:a16="http://schemas.microsoft.com/office/drawing/2014/main" id="{238804FF-3588-C2D8-E7A9-FD8B04D191EB}"/>
                  </a:ext>
                </a:extLst>
              </p:cNvPr>
              <p:cNvSpPr/>
              <p:nvPr/>
            </p:nvSpPr>
            <p:spPr>
              <a:xfrm>
                <a:off x="675575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7" name="Freeform 49046">
                <a:extLst>
                  <a:ext uri="{FF2B5EF4-FFF2-40B4-BE49-F238E27FC236}">
                    <a16:creationId xmlns:a16="http://schemas.microsoft.com/office/drawing/2014/main" id="{A8C9FE5F-CA4B-65C8-6770-838F9081068A}"/>
                  </a:ext>
                </a:extLst>
              </p:cNvPr>
              <p:cNvSpPr/>
              <p:nvPr/>
            </p:nvSpPr>
            <p:spPr>
              <a:xfrm>
                <a:off x="6756253" y="5969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8" name="Freeform 49047">
                <a:extLst>
                  <a:ext uri="{FF2B5EF4-FFF2-40B4-BE49-F238E27FC236}">
                    <a16:creationId xmlns:a16="http://schemas.microsoft.com/office/drawing/2014/main" id="{EADCDC74-BF7B-39E6-79D0-945ED8B67D0F}"/>
                  </a:ext>
                </a:extLst>
              </p:cNvPr>
              <p:cNvSpPr/>
              <p:nvPr/>
            </p:nvSpPr>
            <p:spPr>
              <a:xfrm>
                <a:off x="6756848" y="5713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49" name="Freeform 49048">
                <a:extLst>
                  <a:ext uri="{FF2B5EF4-FFF2-40B4-BE49-F238E27FC236}">
                    <a16:creationId xmlns:a16="http://schemas.microsoft.com/office/drawing/2014/main" id="{3116D328-49C9-2E44-2566-B8FD52C41C6A}"/>
                  </a:ext>
                </a:extLst>
              </p:cNvPr>
              <p:cNvSpPr/>
              <p:nvPr/>
            </p:nvSpPr>
            <p:spPr>
              <a:xfrm>
                <a:off x="6757345" y="5739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0" name="Freeform 49049">
                <a:extLst>
                  <a:ext uri="{FF2B5EF4-FFF2-40B4-BE49-F238E27FC236}">
                    <a16:creationId xmlns:a16="http://schemas.microsoft.com/office/drawing/2014/main" id="{9249B6FF-BBC4-9CD7-1C7D-4E7F29958969}"/>
                  </a:ext>
                </a:extLst>
              </p:cNvPr>
              <p:cNvSpPr/>
              <p:nvPr/>
            </p:nvSpPr>
            <p:spPr>
              <a:xfrm>
                <a:off x="6757841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1" name="Freeform 49050">
                <a:extLst>
                  <a:ext uri="{FF2B5EF4-FFF2-40B4-BE49-F238E27FC236}">
                    <a16:creationId xmlns:a16="http://schemas.microsoft.com/office/drawing/2014/main" id="{C65DAEA4-E39C-39F5-C468-9A07139267D2}"/>
                  </a:ext>
                </a:extLst>
              </p:cNvPr>
              <p:cNvSpPr/>
              <p:nvPr/>
            </p:nvSpPr>
            <p:spPr>
              <a:xfrm>
                <a:off x="6758436" y="5761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2" name="Freeform 49051">
                <a:extLst>
                  <a:ext uri="{FF2B5EF4-FFF2-40B4-BE49-F238E27FC236}">
                    <a16:creationId xmlns:a16="http://schemas.microsoft.com/office/drawing/2014/main" id="{0BDAC828-8FCB-CFC8-A0DB-24911781F0A2}"/>
                  </a:ext>
                </a:extLst>
              </p:cNvPr>
              <p:cNvSpPr/>
              <p:nvPr/>
            </p:nvSpPr>
            <p:spPr>
              <a:xfrm>
                <a:off x="6758932" y="5827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3" name="Freeform 49052">
                <a:extLst>
                  <a:ext uri="{FF2B5EF4-FFF2-40B4-BE49-F238E27FC236}">
                    <a16:creationId xmlns:a16="http://schemas.microsoft.com/office/drawing/2014/main" id="{56938D96-0688-BA24-E96F-5812B89BAC3A}"/>
                  </a:ext>
                </a:extLst>
              </p:cNvPr>
              <p:cNvSpPr/>
              <p:nvPr/>
            </p:nvSpPr>
            <p:spPr>
              <a:xfrm>
                <a:off x="6759428" y="5892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4" name="Freeform 49053">
                <a:extLst>
                  <a:ext uri="{FF2B5EF4-FFF2-40B4-BE49-F238E27FC236}">
                    <a16:creationId xmlns:a16="http://schemas.microsoft.com/office/drawing/2014/main" id="{B86BA380-F903-46D7-B2A7-4C7CABB61FDB}"/>
                  </a:ext>
                </a:extLst>
              </p:cNvPr>
              <p:cNvSpPr/>
              <p:nvPr/>
            </p:nvSpPr>
            <p:spPr>
              <a:xfrm>
                <a:off x="6760023" y="5954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5" name="Freeform 49054">
                <a:extLst>
                  <a:ext uri="{FF2B5EF4-FFF2-40B4-BE49-F238E27FC236}">
                    <a16:creationId xmlns:a16="http://schemas.microsoft.com/office/drawing/2014/main" id="{C609189C-CC95-98AE-6F4F-68E3560AD238}"/>
                  </a:ext>
                </a:extLst>
              </p:cNvPr>
              <p:cNvSpPr/>
              <p:nvPr/>
            </p:nvSpPr>
            <p:spPr>
              <a:xfrm>
                <a:off x="6760520" y="5944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6" name="Freeform 49055">
                <a:extLst>
                  <a:ext uri="{FF2B5EF4-FFF2-40B4-BE49-F238E27FC236}">
                    <a16:creationId xmlns:a16="http://schemas.microsoft.com/office/drawing/2014/main" id="{27A38E2F-9778-6119-56B0-AB6603493B8A}"/>
                  </a:ext>
                </a:extLst>
              </p:cNvPr>
              <p:cNvSpPr/>
              <p:nvPr/>
            </p:nvSpPr>
            <p:spPr>
              <a:xfrm>
                <a:off x="6761016" y="59441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7" name="Freeform 49056">
                <a:extLst>
                  <a:ext uri="{FF2B5EF4-FFF2-40B4-BE49-F238E27FC236}">
                    <a16:creationId xmlns:a16="http://schemas.microsoft.com/office/drawing/2014/main" id="{C9D448E0-595D-BF76-C7B0-231BB5C71B65}"/>
                  </a:ext>
                </a:extLst>
              </p:cNvPr>
              <p:cNvSpPr/>
              <p:nvPr/>
            </p:nvSpPr>
            <p:spPr>
              <a:xfrm>
                <a:off x="6761611" y="5938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8" name="Freeform 49057">
                <a:extLst>
                  <a:ext uri="{FF2B5EF4-FFF2-40B4-BE49-F238E27FC236}">
                    <a16:creationId xmlns:a16="http://schemas.microsoft.com/office/drawing/2014/main" id="{CB98822E-C374-73F0-3977-D4C8F5772DD8}"/>
                  </a:ext>
                </a:extLst>
              </p:cNvPr>
              <p:cNvSpPr/>
              <p:nvPr/>
            </p:nvSpPr>
            <p:spPr>
              <a:xfrm>
                <a:off x="6762107" y="5936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59" name="Freeform 49058">
                <a:extLst>
                  <a:ext uri="{FF2B5EF4-FFF2-40B4-BE49-F238E27FC236}">
                    <a16:creationId xmlns:a16="http://schemas.microsoft.com/office/drawing/2014/main" id="{A0E35E61-2E8F-A0F8-FE8A-F753DD6CC778}"/>
                  </a:ext>
                </a:extLst>
              </p:cNvPr>
              <p:cNvSpPr/>
              <p:nvPr/>
            </p:nvSpPr>
            <p:spPr>
              <a:xfrm>
                <a:off x="6762603" y="6059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0" name="Freeform 49059">
                <a:extLst>
                  <a:ext uri="{FF2B5EF4-FFF2-40B4-BE49-F238E27FC236}">
                    <a16:creationId xmlns:a16="http://schemas.microsoft.com/office/drawing/2014/main" id="{F64E8AF9-578E-70AA-DF90-EA45181479D7}"/>
                  </a:ext>
                </a:extLst>
              </p:cNvPr>
              <p:cNvSpPr/>
              <p:nvPr/>
            </p:nvSpPr>
            <p:spPr>
              <a:xfrm>
                <a:off x="676319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1" name="Freeform 49060">
                <a:extLst>
                  <a:ext uri="{FF2B5EF4-FFF2-40B4-BE49-F238E27FC236}">
                    <a16:creationId xmlns:a16="http://schemas.microsoft.com/office/drawing/2014/main" id="{DA09D0C5-9AAF-F3A3-4FB7-4E1F9BEFA24D}"/>
                  </a:ext>
                </a:extLst>
              </p:cNvPr>
              <p:cNvSpPr/>
              <p:nvPr/>
            </p:nvSpPr>
            <p:spPr>
              <a:xfrm>
                <a:off x="67636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2" name="Freeform 49061">
                <a:extLst>
                  <a:ext uri="{FF2B5EF4-FFF2-40B4-BE49-F238E27FC236}">
                    <a16:creationId xmlns:a16="http://schemas.microsoft.com/office/drawing/2014/main" id="{44F2C06B-8773-7290-E600-F9C30E22EEC0}"/>
                  </a:ext>
                </a:extLst>
              </p:cNvPr>
              <p:cNvSpPr/>
              <p:nvPr/>
            </p:nvSpPr>
            <p:spPr>
              <a:xfrm>
                <a:off x="67641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3" name="Freeform 49062">
                <a:extLst>
                  <a:ext uri="{FF2B5EF4-FFF2-40B4-BE49-F238E27FC236}">
                    <a16:creationId xmlns:a16="http://schemas.microsoft.com/office/drawing/2014/main" id="{3D3B629F-E00A-467D-2493-6E9BF387BC26}"/>
                  </a:ext>
                </a:extLst>
              </p:cNvPr>
              <p:cNvSpPr/>
              <p:nvPr/>
            </p:nvSpPr>
            <p:spPr>
              <a:xfrm>
                <a:off x="67647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4" name="Freeform 49063">
                <a:extLst>
                  <a:ext uri="{FF2B5EF4-FFF2-40B4-BE49-F238E27FC236}">
                    <a16:creationId xmlns:a16="http://schemas.microsoft.com/office/drawing/2014/main" id="{DA73C818-5EFA-E5F6-A5B8-B588B2CBE7EB}"/>
                  </a:ext>
                </a:extLst>
              </p:cNvPr>
              <p:cNvSpPr/>
              <p:nvPr/>
            </p:nvSpPr>
            <p:spPr>
              <a:xfrm>
                <a:off x="67652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5" name="Freeform 49064">
                <a:extLst>
                  <a:ext uri="{FF2B5EF4-FFF2-40B4-BE49-F238E27FC236}">
                    <a16:creationId xmlns:a16="http://schemas.microsoft.com/office/drawing/2014/main" id="{2419CA79-6102-9B00-9270-F64E377E1E4B}"/>
                  </a:ext>
                </a:extLst>
              </p:cNvPr>
              <p:cNvSpPr/>
              <p:nvPr/>
            </p:nvSpPr>
            <p:spPr>
              <a:xfrm>
                <a:off x="67657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6" name="Freeform 49065">
                <a:extLst>
                  <a:ext uri="{FF2B5EF4-FFF2-40B4-BE49-F238E27FC236}">
                    <a16:creationId xmlns:a16="http://schemas.microsoft.com/office/drawing/2014/main" id="{ED743217-2557-2008-1B65-9A5CCEBA1527}"/>
                  </a:ext>
                </a:extLst>
              </p:cNvPr>
              <p:cNvSpPr/>
              <p:nvPr/>
            </p:nvSpPr>
            <p:spPr>
              <a:xfrm>
                <a:off x="67663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7" name="Freeform 49066">
                <a:extLst>
                  <a:ext uri="{FF2B5EF4-FFF2-40B4-BE49-F238E27FC236}">
                    <a16:creationId xmlns:a16="http://schemas.microsoft.com/office/drawing/2014/main" id="{0FA6DEBD-D3DB-8A16-B4FC-D0CC4B7B7394}"/>
                  </a:ext>
                </a:extLst>
              </p:cNvPr>
              <p:cNvSpPr/>
              <p:nvPr/>
            </p:nvSpPr>
            <p:spPr>
              <a:xfrm>
                <a:off x="67668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8" name="Freeform 49067">
                <a:extLst>
                  <a:ext uri="{FF2B5EF4-FFF2-40B4-BE49-F238E27FC236}">
                    <a16:creationId xmlns:a16="http://schemas.microsoft.com/office/drawing/2014/main" id="{18280340-9939-5BF6-2334-D2EB25EED9D6}"/>
                  </a:ext>
                </a:extLst>
              </p:cNvPr>
              <p:cNvSpPr/>
              <p:nvPr/>
            </p:nvSpPr>
            <p:spPr>
              <a:xfrm>
                <a:off x="6767366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69" name="Freeform 49068">
                <a:extLst>
                  <a:ext uri="{FF2B5EF4-FFF2-40B4-BE49-F238E27FC236}">
                    <a16:creationId xmlns:a16="http://schemas.microsoft.com/office/drawing/2014/main" id="{239C9E9E-AE13-99D7-EA65-9C5D795F2A67}"/>
                  </a:ext>
                </a:extLst>
              </p:cNvPr>
              <p:cNvSpPr/>
              <p:nvPr/>
            </p:nvSpPr>
            <p:spPr>
              <a:xfrm>
                <a:off x="676786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0" name="Freeform 49069">
                <a:extLst>
                  <a:ext uri="{FF2B5EF4-FFF2-40B4-BE49-F238E27FC236}">
                    <a16:creationId xmlns:a16="http://schemas.microsoft.com/office/drawing/2014/main" id="{E9C69332-B1D3-C500-6209-878575561CDB}"/>
                  </a:ext>
                </a:extLst>
              </p:cNvPr>
              <p:cNvSpPr/>
              <p:nvPr/>
            </p:nvSpPr>
            <p:spPr>
              <a:xfrm>
                <a:off x="6768457" y="60127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1" name="Freeform 49070">
                <a:extLst>
                  <a:ext uri="{FF2B5EF4-FFF2-40B4-BE49-F238E27FC236}">
                    <a16:creationId xmlns:a16="http://schemas.microsoft.com/office/drawing/2014/main" id="{734177A8-D156-1960-275F-8B4965867231}"/>
                  </a:ext>
                </a:extLst>
              </p:cNvPr>
              <p:cNvSpPr/>
              <p:nvPr/>
            </p:nvSpPr>
            <p:spPr>
              <a:xfrm>
                <a:off x="6768953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2" name="Freeform 49071">
                <a:extLst>
                  <a:ext uri="{FF2B5EF4-FFF2-40B4-BE49-F238E27FC236}">
                    <a16:creationId xmlns:a16="http://schemas.microsoft.com/office/drawing/2014/main" id="{5D228A7F-B75D-235B-8A5C-BB37815719F1}"/>
                  </a:ext>
                </a:extLst>
              </p:cNvPr>
              <p:cNvSpPr/>
              <p:nvPr/>
            </p:nvSpPr>
            <p:spPr>
              <a:xfrm>
                <a:off x="6769449" y="572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3" name="Freeform 49072">
                <a:extLst>
                  <a:ext uri="{FF2B5EF4-FFF2-40B4-BE49-F238E27FC236}">
                    <a16:creationId xmlns:a16="http://schemas.microsoft.com/office/drawing/2014/main" id="{91CF1884-A94E-C508-2AFC-EBB75986A0B1}"/>
                  </a:ext>
                </a:extLst>
              </p:cNvPr>
              <p:cNvSpPr/>
              <p:nvPr/>
            </p:nvSpPr>
            <p:spPr>
              <a:xfrm>
                <a:off x="6770045" y="5741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4" name="Freeform 49073">
                <a:extLst>
                  <a:ext uri="{FF2B5EF4-FFF2-40B4-BE49-F238E27FC236}">
                    <a16:creationId xmlns:a16="http://schemas.microsoft.com/office/drawing/2014/main" id="{EB1F3D0D-F84C-9980-71CB-B96B0077D5D7}"/>
                  </a:ext>
                </a:extLst>
              </p:cNvPr>
              <p:cNvSpPr/>
              <p:nvPr/>
            </p:nvSpPr>
            <p:spPr>
              <a:xfrm>
                <a:off x="6770541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5" name="Freeform 49074">
                <a:extLst>
                  <a:ext uri="{FF2B5EF4-FFF2-40B4-BE49-F238E27FC236}">
                    <a16:creationId xmlns:a16="http://schemas.microsoft.com/office/drawing/2014/main" id="{72F5055A-7992-307F-F95E-E2CFC065B032}"/>
                  </a:ext>
                </a:extLst>
              </p:cNvPr>
              <p:cNvSpPr/>
              <p:nvPr/>
            </p:nvSpPr>
            <p:spPr>
              <a:xfrm>
                <a:off x="6771037" y="579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6" name="Freeform 49075">
                <a:extLst>
                  <a:ext uri="{FF2B5EF4-FFF2-40B4-BE49-F238E27FC236}">
                    <a16:creationId xmlns:a16="http://schemas.microsoft.com/office/drawing/2014/main" id="{296DDD1E-A5B9-DB3D-92AA-172136D2D427}"/>
                  </a:ext>
                </a:extLst>
              </p:cNvPr>
              <p:cNvSpPr/>
              <p:nvPr/>
            </p:nvSpPr>
            <p:spPr>
              <a:xfrm>
                <a:off x="6771632" y="580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7" name="Freeform 49076">
                <a:extLst>
                  <a:ext uri="{FF2B5EF4-FFF2-40B4-BE49-F238E27FC236}">
                    <a16:creationId xmlns:a16="http://schemas.microsoft.com/office/drawing/2014/main" id="{B1A025AC-D78A-94A2-19AF-734B32ECCBDC}"/>
                  </a:ext>
                </a:extLst>
              </p:cNvPr>
              <p:cNvSpPr/>
              <p:nvPr/>
            </p:nvSpPr>
            <p:spPr>
              <a:xfrm>
                <a:off x="6772128" y="588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8" name="Freeform 49077">
                <a:extLst>
                  <a:ext uri="{FF2B5EF4-FFF2-40B4-BE49-F238E27FC236}">
                    <a16:creationId xmlns:a16="http://schemas.microsoft.com/office/drawing/2014/main" id="{BE763AC7-3E15-0EC0-7282-C3F3C7F74283}"/>
                  </a:ext>
                </a:extLst>
              </p:cNvPr>
              <p:cNvSpPr/>
              <p:nvPr/>
            </p:nvSpPr>
            <p:spPr>
              <a:xfrm>
                <a:off x="6772624" y="5907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79" name="Freeform 49078">
                <a:extLst>
                  <a:ext uri="{FF2B5EF4-FFF2-40B4-BE49-F238E27FC236}">
                    <a16:creationId xmlns:a16="http://schemas.microsoft.com/office/drawing/2014/main" id="{C3627F04-950D-D4D8-58EF-ECA62A5B95C9}"/>
                  </a:ext>
                </a:extLst>
              </p:cNvPr>
              <p:cNvSpPr/>
              <p:nvPr/>
            </p:nvSpPr>
            <p:spPr>
              <a:xfrm>
                <a:off x="6773220" y="5897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0" name="Freeform 49079">
                <a:extLst>
                  <a:ext uri="{FF2B5EF4-FFF2-40B4-BE49-F238E27FC236}">
                    <a16:creationId xmlns:a16="http://schemas.microsoft.com/office/drawing/2014/main" id="{EC7F5F55-631A-EC03-60FA-1BD662470D55}"/>
                  </a:ext>
                </a:extLst>
              </p:cNvPr>
              <p:cNvSpPr/>
              <p:nvPr/>
            </p:nvSpPr>
            <p:spPr>
              <a:xfrm>
                <a:off x="6773716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1" name="Freeform 49080">
                <a:extLst>
                  <a:ext uri="{FF2B5EF4-FFF2-40B4-BE49-F238E27FC236}">
                    <a16:creationId xmlns:a16="http://schemas.microsoft.com/office/drawing/2014/main" id="{08C7197E-BCCF-0E84-C18D-BA5749223C18}"/>
                  </a:ext>
                </a:extLst>
              </p:cNvPr>
              <p:cNvSpPr/>
              <p:nvPr/>
            </p:nvSpPr>
            <p:spPr>
              <a:xfrm>
                <a:off x="6774212" y="5854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2" name="Freeform 49081">
                <a:extLst>
                  <a:ext uri="{FF2B5EF4-FFF2-40B4-BE49-F238E27FC236}">
                    <a16:creationId xmlns:a16="http://schemas.microsoft.com/office/drawing/2014/main" id="{5256D343-34FD-52C1-9920-5B1F2A3CB1E9}"/>
                  </a:ext>
                </a:extLst>
              </p:cNvPr>
              <p:cNvSpPr/>
              <p:nvPr/>
            </p:nvSpPr>
            <p:spPr>
              <a:xfrm>
                <a:off x="6774807" y="5840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3" name="Freeform 49082">
                <a:extLst>
                  <a:ext uri="{FF2B5EF4-FFF2-40B4-BE49-F238E27FC236}">
                    <a16:creationId xmlns:a16="http://schemas.microsoft.com/office/drawing/2014/main" id="{B95857E2-8AF9-294E-5451-1519421E57C6}"/>
                  </a:ext>
                </a:extLst>
              </p:cNvPr>
              <p:cNvSpPr/>
              <p:nvPr/>
            </p:nvSpPr>
            <p:spPr>
              <a:xfrm>
                <a:off x="6775303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4" name="Freeform 49083">
                <a:extLst>
                  <a:ext uri="{FF2B5EF4-FFF2-40B4-BE49-F238E27FC236}">
                    <a16:creationId xmlns:a16="http://schemas.microsoft.com/office/drawing/2014/main" id="{22FBB1D7-3BCD-D669-72D4-6EF0F71C5468}"/>
                  </a:ext>
                </a:extLst>
              </p:cNvPr>
              <p:cNvSpPr/>
              <p:nvPr/>
            </p:nvSpPr>
            <p:spPr>
              <a:xfrm>
                <a:off x="6775799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5" name="Freeform 49084">
                <a:extLst>
                  <a:ext uri="{FF2B5EF4-FFF2-40B4-BE49-F238E27FC236}">
                    <a16:creationId xmlns:a16="http://schemas.microsoft.com/office/drawing/2014/main" id="{5E0650AC-254D-36A6-11F2-16F7D22F8FEA}"/>
                  </a:ext>
                </a:extLst>
              </p:cNvPr>
              <p:cNvSpPr/>
              <p:nvPr/>
            </p:nvSpPr>
            <p:spPr>
              <a:xfrm>
                <a:off x="67763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6" name="Freeform 49085">
                <a:extLst>
                  <a:ext uri="{FF2B5EF4-FFF2-40B4-BE49-F238E27FC236}">
                    <a16:creationId xmlns:a16="http://schemas.microsoft.com/office/drawing/2014/main" id="{672BB368-66C7-4756-426E-077E99ADB8C8}"/>
                  </a:ext>
                </a:extLst>
              </p:cNvPr>
              <p:cNvSpPr/>
              <p:nvPr/>
            </p:nvSpPr>
            <p:spPr>
              <a:xfrm>
                <a:off x="67768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7" name="Freeform 49086">
                <a:extLst>
                  <a:ext uri="{FF2B5EF4-FFF2-40B4-BE49-F238E27FC236}">
                    <a16:creationId xmlns:a16="http://schemas.microsoft.com/office/drawing/2014/main" id="{14F49A48-A83D-F972-4F00-29C36D9E1151}"/>
                  </a:ext>
                </a:extLst>
              </p:cNvPr>
              <p:cNvSpPr/>
              <p:nvPr/>
            </p:nvSpPr>
            <p:spPr>
              <a:xfrm>
                <a:off x="67773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8" name="Freeform 49087">
                <a:extLst>
                  <a:ext uri="{FF2B5EF4-FFF2-40B4-BE49-F238E27FC236}">
                    <a16:creationId xmlns:a16="http://schemas.microsoft.com/office/drawing/2014/main" id="{963D0874-498D-0622-E512-12122908FFE8}"/>
                  </a:ext>
                </a:extLst>
              </p:cNvPr>
              <p:cNvSpPr/>
              <p:nvPr/>
            </p:nvSpPr>
            <p:spPr>
              <a:xfrm>
                <a:off x="677798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89" name="Freeform 49088">
                <a:extLst>
                  <a:ext uri="{FF2B5EF4-FFF2-40B4-BE49-F238E27FC236}">
                    <a16:creationId xmlns:a16="http://schemas.microsoft.com/office/drawing/2014/main" id="{96079F17-DDFE-4D30-C1C5-BAE57566B8A1}"/>
                  </a:ext>
                </a:extLst>
              </p:cNvPr>
              <p:cNvSpPr/>
              <p:nvPr/>
            </p:nvSpPr>
            <p:spPr>
              <a:xfrm>
                <a:off x="677847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0" name="Freeform 49089">
                <a:extLst>
                  <a:ext uri="{FF2B5EF4-FFF2-40B4-BE49-F238E27FC236}">
                    <a16:creationId xmlns:a16="http://schemas.microsoft.com/office/drawing/2014/main" id="{E5A3F751-C0ED-6141-AEA7-9EAA8A4A2B9E}"/>
                  </a:ext>
                </a:extLst>
              </p:cNvPr>
              <p:cNvSpPr/>
              <p:nvPr/>
            </p:nvSpPr>
            <p:spPr>
              <a:xfrm>
                <a:off x="67789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1" name="Freeform 49090">
                <a:extLst>
                  <a:ext uri="{FF2B5EF4-FFF2-40B4-BE49-F238E27FC236}">
                    <a16:creationId xmlns:a16="http://schemas.microsoft.com/office/drawing/2014/main" id="{4A13EBB4-BF27-6795-DAE6-3518EF7BD5B1}"/>
                  </a:ext>
                </a:extLst>
              </p:cNvPr>
              <p:cNvSpPr/>
              <p:nvPr/>
            </p:nvSpPr>
            <p:spPr>
              <a:xfrm>
                <a:off x="67794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2" name="Freeform 49091">
                <a:extLst>
                  <a:ext uri="{FF2B5EF4-FFF2-40B4-BE49-F238E27FC236}">
                    <a16:creationId xmlns:a16="http://schemas.microsoft.com/office/drawing/2014/main" id="{D21EB039-CB38-6DA3-8DFE-B256928F3FC6}"/>
                  </a:ext>
                </a:extLst>
              </p:cNvPr>
              <p:cNvSpPr/>
              <p:nvPr/>
            </p:nvSpPr>
            <p:spPr>
              <a:xfrm>
                <a:off x="67800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3" name="Freeform 49092">
                <a:extLst>
                  <a:ext uri="{FF2B5EF4-FFF2-40B4-BE49-F238E27FC236}">
                    <a16:creationId xmlns:a16="http://schemas.microsoft.com/office/drawing/2014/main" id="{E4968A87-96B7-703D-A55B-C47A6BDFF70F}"/>
                  </a:ext>
                </a:extLst>
              </p:cNvPr>
              <p:cNvSpPr/>
              <p:nvPr/>
            </p:nvSpPr>
            <p:spPr>
              <a:xfrm>
                <a:off x="678056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4" name="Freeform 49093">
                <a:extLst>
                  <a:ext uri="{FF2B5EF4-FFF2-40B4-BE49-F238E27FC236}">
                    <a16:creationId xmlns:a16="http://schemas.microsoft.com/office/drawing/2014/main" id="{9FAEB587-BF7B-1C55-E18C-2A7A1D43F339}"/>
                  </a:ext>
                </a:extLst>
              </p:cNvPr>
              <p:cNvSpPr/>
              <p:nvPr/>
            </p:nvSpPr>
            <p:spPr>
              <a:xfrm>
                <a:off x="6781058" y="6030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5" name="Freeform 49094">
                <a:extLst>
                  <a:ext uri="{FF2B5EF4-FFF2-40B4-BE49-F238E27FC236}">
                    <a16:creationId xmlns:a16="http://schemas.microsoft.com/office/drawing/2014/main" id="{C5C197C3-73C3-74A0-E64A-F811EB86D526}"/>
                  </a:ext>
                </a:extLst>
              </p:cNvPr>
              <p:cNvSpPr/>
              <p:nvPr/>
            </p:nvSpPr>
            <p:spPr>
              <a:xfrm>
                <a:off x="6781653" y="5882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6" name="Freeform 49095">
                <a:extLst>
                  <a:ext uri="{FF2B5EF4-FFF2-40B4-BE49-F238E27FC236}">
                    <a16:creationId xmlns:a16="http://schemas.microsoft.com/office/drawing/2014/main" id="{84BF650C-4EA9-23CE-6CB5-C27CD8E8D49C}"/>
                  </a:ext>
                </a:extLst>
              </p:cNvPr>
              <p:cNvSpPr/>
              <p:nvPr/>
            </p:nvSpPr>
            <p:spPr>
              <a:xfrm>
                <a:off x="6782149" y="5685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7" name="Freeform 49096">
                <a:extLst>
                  <a:ext uri="{FF2B5EF4-FFF2-40B4-BE49-F238E27FC236}">
                    <a16:creationId xmlns:a16="http://schemas.microsoft.com/office/drawing/2014/main" id="{747C3D6D-D3CC-31C8-8020-91E4355E735A}"/>
                  </a:ext>
                </a:extLst>
              </p:cNvPr>
              <p:cNvSpPr/>
              <p:nvPr/>
            </p:nvSpPr>
            <p:spPr>
              <a:xfrm>
                <a:off x="6782645" y="5732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8" name="Freeform 49097">
                <a:extLst>
                  <a:ext uri="{FF2B5EF4-FFF2-40B4-BE49-F238E27FC236}">
                    <a16:creationId xmlns:a16="http://schemas.microsoft.com/office/drawing/2014/main" id="{8E1B09CB-EF5F-4188-82BD-59AD8E2F1CB5}"/>
                  </a:ext>
                </a:extLst>
              </p:cNvPr>
              <p:cNvSpPr/>
              <p:nvPr/>
            </p:nvSpPr>
            <p:spPr>
              <a:xfrm>
                <a:off x="6783241" y="5734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99" name="Freeform 49098">
                <a:extLst>
                  <a:ext uri="{FF2B5EF4-FFF2-40B4-BE49-F238E27FC236}">
                    <a16:creationId xmlns:a16="http://schemas.microsoft.com/office/drawing/2014/main" id="{733D3FF5-4DDE-7013-9101-58780CEEA8B2}"/>
                  </a:ext>
                </a:extLst>
              </p:cNvPr>
              <p:cNvSpPr/>
              <p:nvPr/>
            </p:nvSpPr>
            <p:spPr>
              <a:xfrm>
                <a:off x="6783737" y="5759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0" name="Freeform 49099">
                <a:extLst>
                  <a:ext uri="{FF2B5EF4-FFF2-40B4-BE49-F238E27FC236}">
                    <a16:creationId xmlns:a16="http://schemas.microsoft.com/office/drawing/2014/main" id="{D3AA959C-0763-9216-6766-0862F7D33634}"/>
                  </a:ext>
                </a:extLst>
              </p:cNvPr>
              <p:cNvSpPr/>
              <p:nvPr/>
            </p:nvSpPr>
            <p:spPr>
              <a:xfrm>
                <a:off x="6784233" y="5765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1" name="Freeform 49100">
                <a:extLst>
                  <a:ext uri="{FF2B5EF4-FFF2-40B4-BE49-F238E27FC236}">
                    <a16:creationId xmlns:a16="http://schemas.microsoft.com/office/drawing/2014/main" id="{D174F312-37E8-3796-2460-4A5262C3500F}"/>
                  </a:ext>
                </a:extLst>
              </p:cNvPr>
              <p:cNvSpPr/>
              <p:nvPr/>
            </p:nvSpPr>
            <p:spPr>
              <a:xfrm>
                <a:off x="6784828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2" name="Freeform 49101">
                <a:extLst>
                  <a:ext uri="{FF2B5EF4-FFF2-40B4-BE49-F238E27FC236}">
                    <a16:creationId xmlns:a16="http://schemas.microsoft.com/office/drawing/2014/main" id="{6760A0BA-3C79-C86F-3EEF-7E2CFC45D76A}"/>
                  </a:ext>
                </a:extLst>
              </p:cNvPr>
              <p:cNvSpPr/>
              <p:nvPr/>
            </p:nvSpPr>
            <p:spPr>
              <a:xfrm>
                <a:off x="6785324" y="5891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3" name="Freeform 49102">
                <a:extLst>
                  <a:ext uri="{FF2B5EF4-FFF2-40B4-BE49-F238E27FC236}">
                    <a16:creationId xmlns:a16="http://schemas.microsoft.com/office/drawing/2014/main" id="{562569E0-00E8-23B0-393A-5A9DB508AF9F}"/>
                  </a:ext>
                </a:extLst>
              </p:cNvPr>
              <p:cNvSpPr/>
              <p:nvPr/>
            </p:nvSpPr>
            <p:spPr>
              <a:xfrm>
                <a:off x="6785820" y="58862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4" name="Freeform 49103">
                <a:extLst>
                  <a:ext uri="{FF2B5EF4-FFF2-40B4-BE49-F238E27FC236}">
                    <a16:creationId xmlns:a16="http://schemas.microsoft.com/office/drawing/2014/main" id="{7C969A7F-258C-F788-CC7C-9406309EBBDC}"/>
                  </a:ext>
                </a:extLst>
              </p:cNvPr>
              <p:cNvSpPr/>
              <p:nvPr/>
            </p:nvSpPr>
            <p:spPr>
              <a:xfrm>
                <a:off x="6786416" y="5873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5" name="Freeform 49104">
                <a:extLst>
                  <a:ext uri="{FF2B5EF4-FFF2-40B4-BE49-F238E27FC236}">
                    <a16:creationId xmlns:a16="http://schemas.microsoft.com/office/drawing/2014/main" id="{D1D9C5C3-F396-8856-3658-730E6B1EE021}"/>
                  </a:ext>
                </a:extLst>
              </p:cNvPr>
              <p:cNvSpPr/>
              <p:nvPr/>
            </p:nvSpPr>
            <p:spPr>
              <a:xfrm>
                <a:off x="6786912" y="584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6" name="Freeform 49105">
                <a:extLst>
                  <a:ext uri="{FF2B5EF4-FFF2-40B4-BE49-F238E27FC236}">
                    <a16:creationId xmlns:a16="http://schemas.microsoft.com/office/drawing/2014/main" id="{48A3FC4E-B560-5A02-D90F-35ACC8191226}"/>
                  </a:ext>
                </a:extLst>
              </p:cNvPr>
              <p:cNvSpPr/>
              <p:nvPr/>
            </p:nvSpPr>
            <p:spPr>
              <a:xfrm>
                <a:off x="6787408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7" name="Freeform 49106">
                <a:extLst>
                  <a:ext uri="{FF2B5EF4-FFF2-40B4-BE49-F238E27FC236}">
                    <a16:creationId xmlns:a16="http://schemas.microsoft.com/office/drawing/2014/main" id="{9D0A923B-DD28-1F34-18DB-19CACF84EBA2}"/>
                  </a:ext>
                </a:extLst>
              </p:cNvPr>
              <p:cNvSpPr/>
              <p:nvPr/>
            </p:nvSpPr>
            <p:spPr>
              <a:xfrm>
                <a:off x="6788003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8" name="Freeform 49107">
                <a:extLst>
                  <a:ext uri="{FF2B5EF4-FFF2-40B4-BE49-F238E27FC236}">
                    <a16:creationId xmlns:a16="http://schemas.microsoft.com/office/drawing/2014/main" id="{DBE5087D-4013-B491-827A-3898382688D3}"/>
                  </a:ext>
                </a:extLst>
              </p:cNvPr>
              <p:cNvSpPr/>
              <p:nvPr/>
            </p:nvSpPr>
            <p:spPr>
              <a:xfrm>
                <a:off x="6788499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09" name="Freeform 49108">
                <a:extLst>
                  <a:ext uri="{FF2B5EF4-FFF2-40B4-BE49-F238E27FC236}">
                    <a16:creationId xmlns:a16="http://schemas.microsoft.com/office/drawing/2014/main" id="{8B320963-CF7F-4CF3-74A1-544EDF917F1B}"/>
                  </a:ext>
                </a:extLst>
              </p:cNvPr>
              <p:cNvSpPr/>
              <p:nvPr/>
            </p:nvSpPr>
            <p:spPr>
              <a:xfrm>
                <a:off x="67889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0" name="Freeform 49109">
                <a:extLst>
                  <a:ext uri="{FF2B5EF4-FFF2-40B4-BE49-F238E27FC236}">
                    <a16:creationId xmlns:a16="http://schemas.microsoft.com/office/drawing/2014/main" id="{0BE3826E-A04B-43F0-AC7A-86D1CBA6DFDB}"/>
                  </a:ext>
                </a:extLst>
              </p:cNvPr>
              <p:cNvSpPr/>
              <p:nvPr/>
            </p:nvSpPr>
            <p:spPr>
              <a:xfrm>
                <a:off x="678959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1" name="Freeform 49110">
                <a:extLst>
                  <a:ext uri="{FF2B5EF4-FFF2-40B4-BE49-F238E27FC236}">
                    <a16:creationId xmlns:a16="http://schemas.microsoft.com/office/drawing/2014/main" id="{99497112-26B6-A182-80B7-1D9631080F87}"/>
                  </a:ext>
                </a:extLst>
              </p:cNvPr>
              <p:cNvSpPr/>
              <p:nvPr/>
            </p:nvSpPr>
            <p:spPr>
              <a:xfrm>
                <a:off x="67900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2" name="Freeform 49111">
                <a:extLst>
                  <a:ext uri="{FF2B5EF4-FFF2-40B4-BE49-F238E27FC236}">
                    <a16:creationId xmlns:a16="http://schemas.microsoft.com/office/drawing/2014/main" id="{F92FDD6B-871F-4EE6-819A-6CF9195E2B96}"/>
                  </a:ext>
                </a:extLst>
              </p:cNvPr>
              <p:cNvSpPr/>
              <p:nvPr/>
            </p:nvSpPr>
            <p:spPr>
              <a:xfrm>
                <a:off x="679058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3" name="Freeform 49112">
                <a:extLst>
                  <a:ext uri="{FF2B5EF4-FFF2-40B4-BE49-F238E27FC236}">
                    <a16:creationId xmlns:a16="http://schemas.microsoft.com/office/drawing/2014/main" id="{8695D747-DECD-F448-5E45-82129D7FB120}"/>
                  </a:ext>
                </a:extLst>
              </p:cNvPr>
              <p:cNvSpPr/>
              <p:nvPr/>
            </p:nvSpPr>
            <p:spPr>
              <a:xfrm>
                <a:off x="67911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4" name="Freeform 49113">
                <a:extLst>
                  <a:ext uri="{FF2B5EF4-FFF2-40B4-BE49-F238E27FC236}">
                    <a16:creationId xmlns:a16="http://schemas.microsoft.com/office/drawing/2014/main" id="{EB09B507-3952-D140-14BB-0C98FF8A4570}"/>
                  </a:ext>
                </a:extLst>
              </p:cNvPr>
              <p:cNvSpPr/>
              <p:nvPr/>
            </p:nvSpPr>
            <p:spPr>
              <a:xfrm>
                <a:off x="679167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5" name="Freeform 49114">
                <a:extLst>
                  <a:ext uri="{FF2B5EF4-FFF2-40B4-BE49-F238E27FC236}">
                    <a16:creationId xmlns:a16="http://schemas.microsoft.com/office/drawing/2014/main" id="{CD8C4989-DFBE-453C-0C3D-A23C8D2BA802}"/>
                  </a:ext>
                </a:extLst>
              </p:cNvPr>
              <p:cNvSpPr/>
              <p:nvPr/>
            </p:nvSpPr>
            <p:spPr>
              <a:xfrm>
                <a:off x="679217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6" name="Freeform 49115">
                <a:extLst>
                  <a:ext uri="{FF2B5EF4-FFF2-40B4-BE49-F238E27FC236}">
                    <a16:creationId xmlns:a16="http://schemas.microsoft.com/office/drawing/2014/main" id="{52945916-1249-4A2F-9CD7-72E664342D9A}"/>
                  </a:ext>
                </a:extLst>
              </p:cNvPr>
              <p:cNvSpPr/>
              <p:nvPr/>
            </p:nvSpPr>
            <p:spPr>
              <a:xfrm>
                <a:off x="67926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7" name="Freeform 49116">
                <a:extLst>
                  <a:ext uri="{FF2B5EF4-FFF2-40B4-BE49-F238E27FC236}">
                    <a16:creationId xmlns:a16="http://schemas.microsoft.com/office/drawing/2014/main" id="{7D3A0E44-63CB-DD36-88FB-92F6B6A0B717}"/>
                  </a:ext>
                </a:extLst>
              </p:cNvPr>
              <p:cNvSpPr/>
              <p:nvPr/>
            </p:nvSpPr>
            <p:spPr>
              <a:xfrm>
                <a:off x="6793262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8" name="Freeform 49117">
                <a:extLst>
                  <a:ext uri="{FF2B5EF4-FFF2-40B4-BE49-F238E27FC236}">
                    <a16:creationId xmlns:a16="http://schemas.microsoft.com/office/drawing/2014/main" id="{09BEC043-B97D-474A-C55A-0982E67337A5}"/>
                  </a:ext>
                </a:extLst>
              </p:cNvPr>
              <p:cNvSpPr/>
              <p:nvPr/>
            </p:nvSpPr>
            <p:spPr>
              <a:xfrm>
                <a:off x="6793758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19" name="Freeform 49118">
                <a:extLst>
                  <a:ext uri="{FF2B5EF4-FFF2-40B4-BE49-F238E27FC236}">
                    <a16:creationId xmlns:a16="http://schemas.microsoft.com/office/drawing/2014/main" id="{06263746-38C7-CABE-BFBF-68EF9762E9B8}"/>
                  </a:ext>
                </a:extLst>
              </p:cNvPr>
              <p:cNvSpPr/>
              <p:nvPr/>
            </p:nvSpPr>
            <p:spPr>
              <a:xfrm>
                <a:off x="6794254" y="590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0" name="Freeform 49119">
                <a:extLst>
                  <a:ext uri="{FF2B5EF4-FFF2-40B4-BE49-F238E27FC236}">
                    <a16:creationId xmlns:a16="http://schemas.microsoft.com/office/drawing/2014/main" id="{1B7ABFD3-65EC-F575-CAC1-EAADFC91C7CE}"/>
                  </a:ext>
                </a:extLst>
              </p:cNvPr>
              <p:cNvSpPr/>
              <p:nvPr/>
            </p:nvSpPr>
            <p:spPr>
              <a:xfrm>
                <a:off x="6794849" y="5686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1" name="Freeform 49120">
                <a:extLst>
                  <a:ext uri="{FF2B5EF4-FFF2-40B4-BE49-F238E27FC236}">
                    <a16:creationId xmlns:a16="http://schemas.microsoft.com/office/drawing/2014/main" id="{5AE83EA2-0159-E07D-7632-161222721E3E}"/>
                  </a:ext>
                </a:extLst>
              </p:cNvPr>
              <p:cNvSpPr/>
              <p:nvPr/>
            </p:nvSpPr>
            <p:spPr>
              <a:xfrm>
                <a:off x="6795345" y="5730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2" name="Freeform 49121">
                <a:extLst>
                  <a:ext uri="{FF2B5EF4-FFF2-40B4-BE49-F238E27FC236}">
                    <a16:creationId xmlns:a16="http://schemas.microsoft.com/office/drawing/2014/main" id="{5C119E71-9625-7EED-32E9-954CA5B7C963}"/>
                  </a:ext>
                </a:extLst>
              </p:cNvPr>
              <p:cNvSpPr/>
              <p:nvPr/>
            </p:nvSpPr>
            <p:spPr>
              <a:xfrm>
                <a:off x="6795841" y="5738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3" name="Freeform 49122">
                <a:extLst>
                  <a:ext uri="{FF2B5EF4-FFF2-40B4-BE49-F238E27FC236}">
                    <a16:creationId xmlns:a16="http://schemas.microsoft.com/office/drawing/2014/main" id="{BF880FB9-297B-49C5-C997-AFA4F659255D}"/>
                  </a:ext>
                </a:extLst>
              </p:cNvPr>
              <p:cNvSpPr/>
              <p:nvPr/>
            </p:nvSpPr>
            <p:spPr>
              <a:xfrm>
                <a:off x="6796437" y="571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4" name="Freeform 49123">
                <a:extLst>
                  <a:ext uri="{FF2B5EF4-FFF2-40B4-BE49-F238E27FC236}">
                    <a16:creationId xmlns:a16="http://schemas.microsoft.com/office/drawing/2014/main" id="{1E70DCD7-F100-84D4-93EB-C7EFC1437B75}"/>
                  </a:ext>
                </a:extLst>
              </p:cNvPr>
              <p:cNvSpPr/>
              <p:nvPr/>
            </p:nvSpPr>
            <p:spPr>
              <a:xfrm>
                <a:off x="6796933" y="5748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5" name="Freeform 49124">
                <a:extLst>
                  <a:ext uri="{FF2B5EF4-FFF2-40B4-BE49-F238E27FC236}">
                    <a16:creationId xmlns:a16="http://schemas.microsoft.com/office/drawing/2014/main" id="{66D0F2AA-57B3-58EC-E1CA-BAA00993E9F4}"/>
                  </a:ext>
                </a:extLst>
              </p:cNvPr>
              <p:cNvSpPr/>
              <p:nvPr/>
            </p:nvSpPr>
            <p:spPr>
              <a:xfrm>
                <a:off x="6797429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6" name="Freeform 49125">
                <a:extLst>
                  <a:ext uri="{FF2B5EF4-FFF2-40B4-BE49-F238E27FC236}">
                    <a16:creationId xmlns:a16="http://schemas.microsoft.com/office/drawing/2014/main" id="{A68FECE7-3FA8-55F5-D0C1-4681DF0D6BC7}"/>
                  </a:ext>
                </a:extLst>
              </p:cNvPr>
              <p:cNvSpPr/>
              <p:nvPr/>
            </p:nvSpPr>
            <p:spPr>
              <a:xfrm>
                <a:off x="6798024" y="5896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7" name="Freeform 49126">
                <a:extLst>
                  <a:ext uri="{FF2B5EF4-FFF2-40B4-BE49-F238E27FC236}">
                    <a16:creationId xmlns:a16="http://schemas.microsoft.com/office/drawing/2014/main" id="{22D1682B-719B-2421-63E8-9338DA0DDF42}"/>
                  </a:ext>
                </a:extLst>
              </p:cNvPr>
              <p:cNvSpPr/>
              <p:nvPr/>
            </p:nvSpPr>
            <p:spPr>
              <a:xfrm>
                <a:off x="6798520" y="5893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8" name="Freeform 49127">
                <a:extLst>
                  <a:ext uri="{FF2B5EF4-FFF2-40B4-BE49-F238E27FC236}">
                    <a16:creationId xmlns:a16="http://schemas.microsoft.com/office/drawing/2014/main" id="{96748711-8A57-B389-0DAD-68111F7CA220}"/>
                  </a:ext>
                </a:extLst>
              </p:cNvPr>
              <p:cNvSpPr/>
              <p:nvPr/>
            </p:nvSpPr>
            <p:spPr>
              <a:xfrm>
                <a:off x="6799016" y="5883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29" name="Freeform 49128">
                <a:extLst>
                  <a:ext uri="{FF2B5EF4-FFF2-40B4-BE49-F238E27FC236}">
                    <a16:creationId xmlns:a16="http://schemas.microsoft.com/office/drawing/2014/main" id="{F5338024-EB67-2B61-0BD6-ADCDE54280AF}"/>
                  </a:ext>
                </a:extLst>
              </p:cNvPr>
              <p:cNvSpPr/>
              <p:nvPr/>
            </p:nvSpPr>
            <p:spPr>
              <a:xfrm>
                <a:off x="6799612" y="5858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0" name="Freeform 49129">
                <a:extLst>
                  <a:ext uri="{FF2B5EF4-FFF2-40B4-BE49-F238E27FC236}">
                    <a16:creationId xmlns:a16="http://schemas.microsoft.com/office/drawing/2014/main" id="{D6125CC3-8EE0-0007-5A9C-2C07C5961B53}"/>
                  </a:ext>
                </a:extLst>
              </p:cNvPr>
              <p:cNvSpPr/>
              <p:nvPr/>
            </p:nvSpPr>
            <p:spPr>
              <a:xfrm>
                <a:off x="6800108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1" name="Freeform 49130">
                <a:extLst>
                  <a:ext uri="{FF2B5EF4-FFF2-40B4-BE49-F238E27FC236}">
                    <a16:creationId xmlns:a16="http://schemas.microsoft.com/office/drawing/2014/main" id="{E15C6B1B-9B0F-75D2-37BB-B3FC86B90CD7}"/>
                  </a:ext>
                </a:extLst>
              </p:cNvPr>
              <p:cNvSpPr/>
              <p:nvPr/>
            </p:nvSpPr>
            <p:spPr>
              <a:xfrm>
                <a:off x="6800604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2" name="Freeform 49131">
                <a:extLst>
                  <a:ext uri="{FF2B5EF4-FFF2-40B4-BE49-F238E27FC236}">
                    <a16:creationId xmlns:a16="http://schemas.microsoft.com/office/drawing/2014/main" id="{60DEB9F6-43A5-4300-31C3-E849BDDD7A68}"/>
                  </a:ext>
                </a:extLst>
              </p:cNvPr>
              <p:cNvSpPr/>
              <p:nvPr/>
            </p:nvSpPr>
            <p:spPr>
              <a:xfrm>
                <a:off x="6801199" y="60343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3" name="Freeform 49132">
                <a:extLst>
                  <a:ext uri="{FF2B5EF4-FFF2-40B4-BE49-F238E27FC236}">
                    <a16:creationId xmlns:a16="http://schemas.microsoft.com/office/drawing/2014/main" id="{0DAE6A7B-E4B0-ADC4-C921-9AD60C17305C}"/>
                  </a:ext>
                </a:extLst>
              </p:cNvPr>
              <p:cNvSpPr/>
              <p:nvPr/>
            </p:nvSpPr>
            <p:spPr>
              <a:xfrm>
                <a:off x="6801695" y="6039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4" name="Freeform 49133">
                <a:extLst>
                  <a:ext uri="{FF2B5EF4-FFF2-40B4-BE49-F238E27FC236}">
                    <a16:creationId xmlns:a16="http://schemas.microsoft.com/office/drawing/2014/main" id="{4C6C287F-E95F-A319-2D15-D907F4E59465}"/>
                  </a:ext>
                </a:extLst>
              </p:cNvPr>
              <p:cNvSpPr/>
              <p:nvPr/>
            </p:nvSpPr>
            <p:spPr>
              <a:xfrm>
                <a:off x="6802191" y="6041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5" name="Freeform 49134">
                <a:extLst>
                  <a:ext uri="{FF2B5EF4-FFF2-40B4-BE49-F238E27FC236}">
                    <a16:creationId xmlns:a16="http://schemas.microsoft.com/office/drawing/2014/main" id="{EC35F833-DA37-95C0-EDD6-F74E912A52DA}"/>
                  </a:ext>
                </a:extLst>
              </p:cNvPr>
              <p:cNvSpPr/>
              <p:nvPr/>
            </p:nvSpPr>
            <p:spPr>
              <a:xfrm>
                <a:off x="6802787" y="6043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6" name="Freeform 49135">
                <a:extLst>
                  <a:ext uri="{FF2B5EF4-FFF2-40B4-BE49-F238E27FC236}">
                    <a16:creationId xmlns:a16="http://schemas.microsoft.com/office/drawing/2014/main" id="{E432D428-372D-9BA1-F4FA-2A7F48B195CC}"/>
                  </a:ext>
                </a:extLst>
              </p:cNvPr>
              <p:cNvSpPr/>
              <p:nvPr/>
            </p:nvSpPr>
            <p:spPr>
              <a:xfrm>
                <a:off x="6803283" y="6042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7" name="Freeform 49136">
                <a:extLst>
                  <a:ext uri="{FF2B5EF4-FFF2-40B4-BE49-F238E27FC236}">
                    <a16:creationId xmlns:a16="http://schemas.microsoft.com/office/drawing/2014/main" id="{C2542A32-AA1B-0DA9-D96D-DC917DE997D1}"/>
                  </a:ext>
                </a:extLst>
              </p:cNvPr>
              <p:cNvSpPr/>
              <p:nvPr/>
            </p:nvSpPr>
            <p:spPr>
              <a:xfrm>
                <a:off x="6803779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8" name="Freeform 49137">
                <a:extLst>
                  <a:ext uri="{FF2B5EF4-FFF2-40B4-BE49-F238E27FC236}">
                    <a16:creationId xmlns:a16="http://schemas.microsoft.com/office/drawing/2014/main" id="{50092225-0C1D-3062-B164-32670AAAAF51}"/>
                  </a:ext>
                </a:extLst>
              </p:cNvPr>
              <p:cNvSpPr/>
              <p:nvPr/>
            </p:nvSpPr>
            <p:spPr>
              <a:xfrm>
                <a:off x="6804275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39" name="Freeform 49138">
                <a:extLst>
                  <a:ext uri="{FF2B5EF4-FFF2-40B4-BE49-F238E27FC236}">
                    <a16:creationId xmlns:a16="http://schemas.microsoft.com/office/drawing/2014/main" id="{F7F7B087-18F0-1D7E-0D80-5CCD03A51020}"/>
                  </a:ext>
                </a:extLst>
              </p:cNvPr>
              <p:cNvSpPr/>
              <p:nvPr/>
            </p:nvSpPr>
            <p:spPr>
              <a:xfrm>
                <a:off x="6804870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0" name="Freeform 49139">
                <a:extLst>
                  <a:ext uri="{FF2B5EF4-FFF2-40B4-BE49-F238E27FC236}">
                    <a16:creationId xmlns:a16="http://schemas.microsoft.com/office/drawing/2014/main" id="{EFBDEF2A-E98B-89BC-7239-001ADF9B955B}"/>
                  </a:ext>
                </a:extLst>
              </p:cNvPr>
              <p:cNvSpPr/>
              <p:nvPr/>
            </p:nvSpPr>
            <p:spPr>
              <a:xfrm>
                <a:off x="6805366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1" name="Freeform 49140">
                <a:extLst>
                  <a:ext uri="{FF2B5EF4-FFF2-40B4-BE49-F238E27FC236}">
                    <a16:creationId xmlns:a16="http://schemas.microsoft.com/office/drawing/2014/main" id="{24A770D9-C6B4-53B0-8769-8D3CA1E9C1F5}"/>
                  </a:ext>
                </a:extLst>
              </p:cNvPr>
              <p:cNvSpPr/>
              <p:nvPr/>
            </p:nvSpPr>
            <p:spPr>
              <a:xfrm>
                <a:off x="6805863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2" name="Freeform 49141">
                <a:extLst>
                  <a:ext uri="{FF2B5EF4-FFF2-40B4-BE49-F238E27FC236}">
                    <a16:creationId xmlns:a16="http://schemas.microsoft.com/office/drawing/2014/main" id="{20A2023C-F8A2-8127-00C1-3831DD21CA15}"/>
                  </a:ext>
                </a:extLst>
              </p:cNvPr>
              <p:cNvSpPr/>
              <p:nvPr/>
            </p:nvSpPr>
            <p:spPr>
              <a:xfrm>
                <a:off x="6806458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3" name="Freeform 49142">
                <a:extLst>
                  <a:ext uri="{FF2B5EF4-FFF2-40B4-BE49-F238E27FC236}">
                    <a16:creationId xmlns:a16="http://schemas.microsoft.com/office/drawing/2014/main" id="{9E0675F6-32BC-5E7E-0CFC-DBAE4A183C67}"/>
                  </a:ext>
                </a:extLst>
              </p:cNvPr>
              <p:cNvSpPr/>
              <p:nvPr/>
            </p:nvSpPr>
            <p:spPr>
              <a:xfrm>
                <a:off x="6806954" y="5838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4" name="Freeform 49143">
                <a:extLst>
                  <a:ext uri="{FF2B5EF4-FFF2-40B4-BE49-F238E27FC236}">
                    <a16:creationId xmlns:a16="http://schemas.microsoft.com/office/drawing/2014/main" id="{AB4862E0-4DBD-77E1-E623-DCDD2BF3848A}"/>
                  </a:ext>
                </a:extLst>
              </p:cNvPr>
              <p:cNvSpPr/>
              <p:nvPr/>
            </p:nvSpPr>
            <p:spPr>
              <a:xfrm>
                <a:off x="6807450" y="5623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5" name="Freeform 49144">
                <a:extLst>
                  <a:ext uri="{FF2B5EF4-FFF2-40B4-BE49-F238E27FC236}">
                    <a16:creationId xmlns:a16="http://schemas.microsoft.com/office/drawing/2014/main" id="{13C84D7D-4673-F7A5-6009-0BDDF67E2C36}"/>
                  </a:ext>
                </a:extLst>
              </p:cNvPr>
              <p:cNvSpPr/>
              <p:nvPr/>
            </p:nvSpPr>
            <p:spPr>
              <a:xfrm>
                <a:off x="6808045" y="5623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6" name="Freeform 49145">
                <a:extLst>
                  <a:ext uri="{FF2B5EF4-FFF2-40B4-BE49-F238E27FC236}">
                    <a16:creationId xmlns:a16="http://schemas.microsoft.com/office/drawing/2014/main" id="{ACFAB1C2-E676-BB9E-D73B-55302AC4AB85}"/>
                  </a:ext>
                </a:extLst>
              </p:cNvPr>
              <p:cNvSpPr/>
              <p:nvPr/>
            </p:nvSpPr>
            <p:spPr>
              <a:xfrm>
                <a:off x="6808541" y="5653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7" name="Freeform 49146">
                <a:extLst>
                  <a:ext uri="{FF2B5EF4-FFF2-40B4-BE49-F238E27FC236}">
                    <a16:creationId xmlns:a16="http://schemas.microsoft.com/office/drawing/2014/main" id="{BC6CFAC6-1E1B-6CCB-A9C7-0F389119BFB6}"/>
                  </a:ext>
                </a:extLst>
              </p:cNvPr>
              <p:cNvSpPr/>
              <p:nvPr/>
            </p:nvSpPr>
            <p:spPr>
              <a:xfrm>
                <a:off x="6809038" y="5632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8" name="Freeform 49147">
                <a:extLst>
                  <a:ext uri="{FF2B5EF4-FFF2-40B4-BE49-F238E27FC236}">
                    <a16:creationId xmlns:a16="http://schemas.microsoft.com/office/drawing/2014/main" id="{6701826A-8330-CB26-DD6F-C34EA837A008}"/>
                  </a:ext>
                </a:extLst>
              </p:cNvPr>
              <p:cNvSpPr/>
              <p:nvPr/>
            </p:nvSpPr>
            <p:spPr>
              <a:xfrm>
                <a:off x="6809633" y="5633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49" name="Freeform 49148">
                <a:extLst>
                  <a:ext uri="{FF2B5EF4-FFF2-40B4-BE49-F238E27FC236}">
                    <a16:creationId xmlns:a16="http://schemas.microsoft.com/office/drawing/2014/main" id="{6CEC0651-A5A5-473C-EC9B-2AD12040565E}"/>
                  </a:ext>
                </a:extLst>
              </p:cNvPr>
              <p:cNvSpPr/>
              <p:nvPr/>
            </p:nvSpPr>
            <p:spPr>
              <a:xfrm>
                <a:off x="6810129" y="5771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0" name="Freeform 49149">
                <a:extLst>
                  <a:ext uri="{FF2B5EF4-FFF2-40B4-BE49-F238E27FC236}">
                    <a16:creationId xmlns:a16="http://schemas.microsoft.com/office/drawing/2014/main" id="{C7FEE653-068F-413D-68CD-588071DF032E}"/>
                  </a:ext>
                </a:extLst>
              </p:cNvPr>
              <p:cNvSpPr/>
              <p:nvPr/>
            </p:nvSpPr>
            <p:spPr>
              <a:xfrm>
                <a:off x="6810625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1" name="Freeform 49150">
                <a:extLst>
                  <a:ext uri="{FF2B5EF4-FFF2-40B4-BE49-F238E27FC236}">
                    <a16:creationId xmlns:a16="http://schemas.microsoft.com/office/drawing/2014/main" id="{5ED3520D-C8F9-BBDF-D2AE-15D0D3222F5E}"/>
                  </a:ext>
                </a:extLst>
              </p:cNvPr>
              <p:cNvSpPr/>
              <p:nvPr/>
            </p:nvSpPr>
            <p:spPr>
              <a:xfrm>
                <a:off x="6811220" y="5865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2" name="Freeform 49151">
                <a:extLst>
                  <a:ext uri="{FF2B5EF4-FFF2-40B4-BE49-F238E27FC236}">
                    <a16:creationId xmlns:a16="http://schemas.microsoft.com/office/drawing/2014/main" id="{F8AA72A9-B558-0938-92E0-9D7D431BC84E}"/>
                  </a:ext>
                </a:extLst>
              </p:cNvPr>
              <p:cNvSpPr/>
              <p:nvPr/>
            </p:nvSpPr>
            <p:spPr>
              <a:xfrm>
                <a:off x="6811716" y="581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3" name="Freeform 49152">
                <a:extLst>
                  <a:ext uri="{FF2B5EF4-FFF2-40B4-BE49-F238E27FC236}">
                    <a16:creationId xmlns:a16="http://schemas.microsoft.com/office/drawing/2014/main" id="{BC5B60B2-1792-0287-3403-53F5BB4C0EBE}"/>
                  </a:ext>
                </a:extLst>
              </p:cNvPr>
              <p:cNvSpPr/>
              <p:nvPr/>
            </p:nvSpPr>
            <p:spPr>
              <a:xfrm>
                <a:off x="6812213" y="5814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4" name="Freeform 49153">
                <a:extLst>
                  <a:ext uri="{FF2B5EF4-FFF2-40B4-BE49-F238E27FC236}">
                    <a16:creationId xmlns:a16="http://schemas.microsoft.com/office/drawing/2014/main" id="{51A83AC9-05E9-2E05-2339-BC3003A95FEE}"/>
                  </a:ext>
                </a:extLst>
              </p:cNvPr>
              <p:cNvSpPr/>
              <p:nvPr/>
            </p:nvSpPr>
            <p:spPr>
              <a:xfrm>
                <a:off x="6812808" y="5792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5" name="Freeform 49154">
                <a:extLst>
                  <a:ext uri="{FF2B5EF4-FFF2-40B4-BE49-F238E27FC236}">
                    <a16:creationId xmlns:a16="http://schemas.microsoft.com/office/drawing/2014/main" id="{91791818-9B39-31C0-5B01-2DB8D3B00885}"/>
                  </a:ext>
                </a:extLst>
              </p:cNvPr>
              <p:cNvSpPr/>
              <p:nvPr/>
            </p:nvSpPr>
            <p:spPr>
              <a:xfrm>
                <a:off x="6813304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6" name="Freeform 49155">
                <a:extLst>
                  <a:ext uri="{FF2B5EF4-FFF2-40B4-BE49-F238E27FC236}">
                    <a16:creationId xmlns:a16="http://schemas.microsoft.com/office/drawing/2014/main" id="{6817D6B7-3F38-1684-1E0D-8F2C05CBC8DE}"/>
                  </a:ext>
                </a:extLst>
              </p:cNvPr>
              <p:cNvSpPr/>
              <p:nvPr/>
            </p:nvSpPr>
            <p:spPr>
              <a:xfrm>
                <a:off x="6813800" y="6040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7" name="Freeform 49156">
                <a:extLst>
                  <a:ext uri="{FF2B5EF4-FFF2-40B4-BE49-F238E27FC236}">
                    <a16:creationId xmlns:a16="http://schemas.microsoft.com/office/drawing/2014/main" id="{6ABF58A2-FB36-F4D5-6DFB-E80C99DBA113}"/>
                  </a:ext>
                </a:extLst>
              </p:cNvPr>
              <p:cNvSpPr/>
              <p:nvPr/>
            </p:nvSpPr>
            <p:spPr>
              <a:xfrm>
                <a:off x="6814395" y="6042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8" name="Freeform 49157">
                <a:extLst>
                  <a:ext uri="{FF2B5EF4-FFF2-40B4-BE49-F238E27FC236}">
                    <a16:creationId xmlns:a16="http://schemas.microsoft.com/office/drawing/2014/main" id="{26F0DB6C-3583-536C-CBAB-2C2917360CF3}"/>
                  </a:ext>
                </a:extLst>
              </p:cNvPr>
              <p:cNvSpPr/>
              <p:nvPr/>
            </p:nvSpPr>
            <p:spPr>
              <a:xfrm>
                <a:off x="6814891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59" name="Freeform 49158">
                <a:extLst>
                  <a:ext uri="{FF2B5EF4-FFF2-40B4-BE49-F238E27FC236}">
                    <a16:creationId xmlns:a16="http://schemas.microsoft.com/office/drawing/2014/main" id="{4F1322C2-9518-A09B-0806-B4DE3DA694EA}"/>
                  </a:ext>
                </a:extLst>
              </p:cNvPr>
              <p:cNvSpPr/>
              <p:nvPr/>
            </p:nvSpPr>
            <p:spPr>
              <a:xfrm>
                <a:off x="6815388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0" name="Freeform 49159">
                <a:extLst>
                  <a:ext uri="{FF2B5EF4-FFF2-40B4-BE49-F238E27FC236}">
                    <a16:creationId xmlns:a16="http://schemas.microsoft.com/office/drawing/2014/main" id="{9AC54FF7-684C-A8A4-2B36-8F36F6A947DF}"/>
                  </a:ext>
                </a:extLst>
              </p:cNvPr>
              <p:cNvSpPr/>
              <p:nvPr/>
            </p:nvSpPr>
            <p:spPr>
              <a:xfrm>
                <a:off x="6815884" y="6043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1" name="Freeform 49160">
                <a:extLst>
                  <a:ext uri="{FF2B5EF4-FFF2-40B4-BE49-F238E27FC236}">
                    <a16:creationId xmlns:a16="http://schemas.microsoft.com/office/drawing/2014/main" id="{F7266C38-32D8-1C29-358C-49A68E7C02F8}"/>
                  </a:ext>
                </a:extLst>
              </p:cNvPr>
              <p:cNvSpPr/>
              <p:nvPr/>
            </p:nvSpPr>
            <p:spPr>
              <a:xfrm>
                <a:off x="6816479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2" name="Freeform 49161">
                <a:extLst>
                  <a:ext uri="{FF2B5EF4-FFF2-40B4-BE49-F238E27FC236}">
                    <a16:creationId xmlns:a16="http://schemas.microsoft.com/office/drawing/2014/main" id="{C4428D6D-5E94-5AE7-BECF-633A7D239D13}"/>
                  </a:ext>
                </a:extLst>
              </p:cNvPr>
              <p:cNvSpPr/>
              <p:nvPr/>
            </p:nvSpPr>
            <p:spPr>
              <a:xfrm>
                <a:off x="6816975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3" name="Freeform 49162">
                <a:extLst>
                  <a:ext uri="{FF2B5EF4-FFF2-40B4-BE49-F238E27FC236}">
                    <a16:creationId xmlns:a16="http://schemas.microsoft.com/office/drawing/2014/main" id="{5651DE0B-7B0A-74F1-E92E-7F795A1180E0}"/>
                  </a:ext>
                </a:extLst>
              </p:cNvPr>
              <p:cNvSpPr/>
              <p:nvPr/>
            </p:nvSpPr>
            <p:spPr>
              <a:xfrm>
                <a:off x="6817471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4" name="Freeform 49163">
                <a:extLst>
                  <a:ext uri="{FF2B5EF4-FFF2-40B4-BE49-F238E27FC236}">
                    <a16:creationId xmlns:a16="http://schemas.microsoft.com/office/drawing/2014/main" id="{60AA0E67-DD3A-048F-9955-DA8656FCB7D8}"/>
                  </a:ext>
                </a:extLst>
              </p:cNvPr>
              <p:cNvSpPr/>
              <p:nvPr/>
            </p:nvSpPr>
            <p:spPr>
              <a:xfrm>
                <a:off x="6818066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5" name="Freeform 49164">
                <a:extLst>
                  <a:ext uri="{FF2B5EF4-FFF2-40B4-BE49-F238E27FC236}">
                    <a16:creationId xmlns:a16="http://schemas.microsoft.com/office/drawing/2014/main" id="{3C2F8FED-0E90-24F9-D63F-78F8B3E81EB9}"/>
                  </a:ext>
                </a:extLst>
              </p:cNvPr>
              <p:cNvSpPr/>
              <p:nvPr/>
            </p:nvSpPr>
            <p:spPr>
              <a:xfrm>
                <a:off x="6818563" y="6047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6" name="Freeform 49165">
                <a:extLst>
                  <a:ext uri="{FF2B5EF4-FFF2-40B4-BE49-F238E27FC236}">
                    <a16:creationId xmlns:a16="http://schemas.microsoft.com/office/drawing/2014/main" id="{A04337C5-F25B-AD21-84D4-15B7286553F3}"/>
                  </a:ext>
                </a:extLst>
              </p:cNvPr>
              <p:cNvSpPr/>
              <p:nvPr/>
            </p:nvSpPr>
            <p:spPr>
              <a:xfrm>
                <a:off x="6819059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7" name="Freeform 49166">
                <a:extLst>
                  <a:ext uri="{FF2B5EF4-FFF2-40B4-BE49-F238E27FC236}">
                    <a16:creationId xmlns:a16="http://schemas.microsoft.com/office/drawing/2014/main" id="{F600B953-F733-8FDE-9233-C22F142D2F2E}"/>
                  </a:ext>
                </a:extLst>
              </p:cNvPr>
              <p:cNvSpPr/>
              <p:nvPr/>
            </p:nvSpPr>
            <p:spPr>
              <a:xfrm>
                <a:off x="6819654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8" name="Freeform 49167">
                <a:extLst>
                  <a:ext uri="{FF2B5EF4-FFF2-40B4-BE49-F238E27FC236}">
                    <a16:creationId xmlns:a16="http://schemas.microsoft.com/office/drawing/2014/main" id="{172994DB-E944-AC22-3BB9-8B33D14EB262}"/>
                  </a:ext>
                </a:extLst>
              </p:cNvPr>
              <p:cNvSpPr/>
              <p:nvPr/>
            </p:nvSpPr>
            <p:spPr>
              <a:xfrm>
                <a:off x="6820150" y="5639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69" name="Freeform 49168">
                <a:extLst>
                  <a:ext uri="{FF2B5EF4-FFF2-40B4-BE49-F238E27FC236}">
                    <a16:creationId xmlns:a16="http://schemas.microsoft.com/office/drawing/2014/main" id="{B5CA0058-F308-E5C3-D2B1-BB253ABD4B52}"/>
                  </a:ext>
                </a:extLst>
              </p:cNvPr>
              <p:cNvSpPr/>
              <p:nvPr/>
            </p:nvSpPr>
            <p:spPr>
              <a:xfrm>
                <a:off x="6820646" y="5640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0" name="Freeform 49169">
                <a:extLst>
                  <a:ext uri="{FF2B5EF4-FFF2-40B4-BE49-F238E27FC236}">
                    <a16:creationId xmlns:a16="http://schemas.microsoft.com/office/drawing/2014/main" id="{C7BA74F6-149A-7E24-62DF-3DBC26D3EB32}"/>
                  </a:ext>
                </a:extLst>
              </p:cNvPr>
              <p:cNvSpPr/>
              <p:nvPr/>
            </p:nvSpPr>
            <p:spPr>
              <a:xfrm>
                <a:off x="6821241" y="5661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1" name="Freeform 49170">
                <a:extLst>
                  <a:ext uri="{FF2B5EF4-FFF2-40B4-BE49-F238E27FC236}">
                    <a16:creationId xmlns:a16="http://schemas.microsoft.com/office/drawing/2014/main" id="{4566F076-430F-F255-6E19-24B92EC96A9D}"/>
                  </a:ext>
                </a:extLst>
              </p:cNvPr>
              <p:cNvSpPr/>
              <p:nvPr/>
            </p:nvSpPr>
            <p:spPr>
              <a:xfrm>
                <a:off x="6821738" y="5682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2" name="Freeform 49171">
                <a:extLst>
                  <a:ext uri="{FF2B5EF4-FFF2-40B4-BE49-F238E27FC236}">
                    <a16:creationId xmlns:a16="http://schemas.microsoft.com/office/drawing/2014/main" id="{AEEFF7FB-9169-7D96-1298-0A31280A4307}"/>
                  </a:ext>
                </a:extLst>
              </p:cNvPr>
              <p:cNvSpPr/>
              <p:nvPr/>
            </p:nvSpPr>
            <p:spPr>
              <a:xfrm>
                <a:off x="6822234" y="5686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3" name="Freeform 49172">
                <a:extLst>
                  <a:ext uri="{FF2B5EF4-FFF2-40B4-BE49-F238E27FC236}">
                    <a16:creationId xmlns:a16="http://schemas.microsoft.com/office/drawing/2014/main" id="{7541EA91-736A-3215-9B96-0D49BDD6DCD3}"/>
                  </a:ext>
                </a:extLst>
              </p:cNvPr>
              <p:cNvSpPr/>
              <p:nvPr/>
            </p:nvSpPr>
            <p:spPr>
              <a:xfrm>
                <a:off x="6822829" y="5789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4" name="Freeform 49173">
                <a:extLst>
                  <a:ext uri="{FF2B5EF4-FFF2-40B4-BE49-F238E27FC236}">
                    <a16:creationId xmlns:a16="http://schemas.microsoft.com/office/drawing/2014/main" id="{BB279BC2-CE82-E059-ABEA-CE3164C375A9}"/>
                  </a:ext>
                </a:extLst>
              </p:cNvPr>
              <p:cNvSpPr/>
              <p:nvPr/>
            </p:nvSpPr>
            <p:spPr>
              <a:xfrm>
                <a:off x="6823325" y="5845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5" name="Freeform 49174">
                <a:extLst>
                  <a:ext uri="{FF2B5EF4-FFF2-40B4-BE49-F238E27FC236}">
                    <a16:creationId xmlns:a16="http://schemas.microsoft.com/office/drawing/2014/main" id="{4613C14E-9EC8-B6AA-64A2-E5ADFB4A0DAB}"/>
                  </a:ext>
                </a:extLst>
              </p:cNvPr>
              <p:cNvSpPr/>
              <p:nvPr/>
            </p:nvSpPr>
            <p:spPr>
              <a:xfrm>
                <a:off x="6823821" y="5825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6" name="Freeform 49175">
                <a:extLst>
                  <a:ext uri="{FF2B5EF4-FFF2-40B4-BE49-F238E27FC236}">
                    <a16:creationId xmlns:a16="http://schemas.microsoft.com/office/drawing/2014/main" id="{4374F6E2-978F-9E43-361A-2E22DAFE7F29}"/>
                  </a:ext>
                </a:extLst>
              </p:cNvPr>
              <p:cNvSpPr/>
              <p:nvPr/>
            </p:nvSpPr>
            <p:spPr>
              <a:xfrm>
                <a:off x="6824416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7" name="Freeform 49176">
                <a:extLst>
                  <a:ext uri="{FF2B5EF4-FFF2-40B4-BE49-F238E27FC236}">
                    <a16:creationId xmlns:a16="http://schemas.microsoft.com/office/drawing/2014/main" id="{947C901F-81CA-692C-8D83-36B9B8D31D02}"/>
                  </a:ext>
                </a:extLst>
              </p:cNvPr>
              <p:cNvSpPr/>
              <p:nvPr/>
            </p:nvSpPr>
            <p:spPr>
              <a:xfrm>
                <a:off x="6824913" y="5777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8" name="Freeform 49177">
                <a:extLst>
                  <a:ext uri="{FF2B5EF4-FFF2-40B4-BE49-F238E27FC236}">
                    <a16:creationId xmlns:a16="http://schemas.microsoft.com/office/drawing/2014/main" id="{B343BA7F-0015-7248-E0F5-055B45090685}"/>
                  </a:ext>
                </a:extLst>
              </p:cNvPr>
              <p:cNvSpPr/>
              <p:nvPr/>
            </p:nvSpPr>
            <p:spPr>
              <a:xfrm>
                <a:off x="6825409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79" name="Freeform 49178">
                <a:extLst>
                  <a:ext uri="{FF2B5EF4-FFF2-40B4-BE49-F238E27FC236}">
                    <a16:creationId xmlns:a16="http://schemas.microsoft.com/office/drawing/2014/main" id="{74EAF105-4952-C140-A1B8-E8084049059F}"/>
                  </a:ext>
                </a:extLst>
              </p:cNvPr>
              <p:cNvSpPr/>
              <p:nvPr/>
            </p:nvSpPr>
            <p:spPr>
              <a:xfrm>
                <a:off x="6826004" y="6026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0" name="Freeform 49179">
                <a:extLst>
                  <a:ext uri="{FF2B5EF4-FFF2-40B4-BE49-F238E27FC236}">
                    <a16:creationId xmlns:a16="http://schemas.microsoft.com/office/drawing/2014/main" id="{340D6FB6-25C5-2842-97BA-12D4AEB1E235}"/>
                  </a:ext>
                </a:extLst>
              </p:cNvPr>
              <p:cNvSpPr/>
              <p:nvPr/>
            </p:nvSpPr>
            <p:spPr>
              <a:xfrm>
                <a:off x="6826500" y="6042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1" name="Freeform 49180">
                <a:extLst>
                  <a:ext uri="{FF2B5EF4-FFF2-40B4-BE49-F238E27FC236}">
                    <a16:creationId xmlns:a16="http://schemas.microsoft.com/office/drawing/2014/main" id="{3709941E-811F-6E69-DC6E-5043104F3D12}"/>
                  </a:ext>
                </a:extLst>
              </p:cNvPr>
              <p:cNvSpPr/>
              <p:nvPr/>
            </p:nvSpPr>
            <p:spPr>
              <a:xfrm>
                <a:off x="6826996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2" name="Freeform 49181">
                <a:extLst>
                  <a:ext uri="{FF2B5EF4-FFF2-40B4-BE49-F238E27FC236}">
                    <a16:creationId xmlns:a16="http://schemas.microsoft.com/office/drawing/2014/main" id="{021C5C96-924F-D295-9875-82118F86316B}"/>
                  </a:ext>
                </a:extLst>
              </p:cNvPr>
              <p:cNvSpPr/>
              <p:nvPr/>
            </p:nvSpPr>
            <p:spPr>
              <a:xfrm>
                <a:off x="6827591" y="604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3" name="Freeform 49182">
                <a:extLst>
                  <a:ext uri="{FF2B5EF4-FFF2-40B4-BE49-F238E27FC236}">
                    <a16:creationId xmlns:a16="http://schemas.microsoft.com/office/drawing/2014/main" id="{0A0CBB11-7B5B-E8FF-D260-A17C560217A6}"/>
                  </a:ext>
                </a:extLst>
              </p:cNvPr>
              <p:cNvSpPr/>
              <p:nvPr/>
            </p:nvSpPr>
            <p:spPr>
              <a:xfrm>
                <a:off x="6828088" y="604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4" name="Freeform 49183">
                <a:extLst>
                  <a:ext uri="{FF2B5EF4-FFF2-40B4-BE49-F238E27FC236}">
                    <a16:creationId xmlns:a16="http://schemas.microsoft.com/office/drawing/2014/main" id="{C9684C72-A75B-B1A2-28EB-C0063737FF72}"/>
                  </a:ext>
                </a:extLst>
              </p:cNvPr>
              <p:cNvSpPr/>
              <p:nvPr/>
            </p:nvSpPr>
            <p:spPr>
              <a:xfrm>
                <a:off x="6828584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5" name="Freeform 49184">
                <a:extLst>
                  <a:ext uri="{FF2B5EF4-FFF2-40B4-BE49-F238E27FC236}">
                    <a16:creationId xmlns:a16="http://schemas.microsoft.com/office/drawing/2014/main" id="{AB894330-A3ED-F541-C942-7313F97BA09E}"/>
                  </a:ext>
                </a:extLst>
              </p:cNvPr>
              <p:cNvSpPr/>
              <p:nvPr/>
            </p:nvSpPr>
            <p:spPr>
              <a:xfrm>
                <a:off x="6829080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6" name="Freeform 49185">
                <a:extLst>
                  <a:ext uri="{FF2B5EF4-FFF2-40B4-BE49-F238E27FC236}">
                    <a16:creationId xmlns:a16="http://schemas.microsoft.com/office/drawing/2014/main" id="{565F2193-EAA5-D2C7-5B4B-FB4B33A17198}"/>
                  </a:ext>
                </a:extLst>
              </p:cNvPr>
              <p:cNvSpPr/>
              <p:nvPr/>
            </p:nvSpPr>
            <p:spPr>
              <a:xfrm>
                <a:off x="6829675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7" name="Freeform 49186">
                <a:extLst>
                  <a:ext uri="{FF2B5EF4-FFF2-40B4-BE49-F238E27FC236}">
                    <a16:creationId xmlns:a16="http://schemas.microsoft.com/office/drawing/2014/main" id="{3E983C07-4CA5-0AD6-ED68-A7171587202E}"/>
                  </a:ext>
                </a:extLst>
              </p:cNvPr>
              <p:cNvSpPr/>
              <p:nvPr/>
            </p:nvSpPr>
            <p:spPr>
              <a:xfrm>
                <a:off x="6830171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8" name="Freeform 49187">
                <a:extLst>
                  <a:ext uri="{FF2B5EF4-FFF2-40B4-BE49-F238E27FC236}">
                    <a16:creationId xmlns:a16="http://schemas.microsoft.com/office/drawing/2014/main" id="{6380E744-7AFF-C571-3666-5A7AC04FCAA1}"/>
                  </a:ext>
                </a:extLst>
              </p:cNvPr>
              <p:cNvSpPr/>
              <p:nvPr/>
            </p:nvSpPr>
            <p:spPr>
              <a:xfrm>
                <a:off x="6830667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89" name="Freeform 49188">
                <a:extLst>
                  <a:ext uri="{FF2B5EF4-FFF2-40B4-BE49-F238E27FC236}">
                    <a16:creationId xmlns:a16="http://schemas.microsoft.com/office/drawing/2014/main" id="{0337BD2C-71C5-A2B6-D826-FCF7A9D9BA31}"/>
                  </a:ext>
                </a:extLst>
              </p:cNvPr>
              <p:cNvSpPr/>
              <p:nvPr/>
            </p:nvSpPr>
            <p:spPr>
              <a:xfrm>
                <a:off x="6831263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0" name="Freeform 49189">
                <a:extLst>
                  <a:ext uri="{FF2B5EF4-FFF2-40B4-BE49-F238E27FC236}">
                    <a16:creationId xmlns:a16="http://schemas.microsoft.com/office/drawing/2014/main" id="{3B17154C-B93B-CCEA-3419-6B272719C6B4}"/>
                  </a:ext>
                </a:extLst>
              </p:cNvPr>
              <p:cNvSpPr/>
              <p:nvPr/>
            </p:nvSpPr>
            <p:spPr>
              <a:xfrm>
                <a:off x="6831759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1" name="Freeform 49190">
                <a:extLst>
                  <a:ext uri="{FF2B5EF4-FFF2-40B4-BE49-F238E27FC236}">
                    <a16:creationId xmlns:a16="http://schemas.microsoft.com/office/drawing/2014/main" id="{2358D018-3A70-076C-D9C7-7A15B6ACFAE5}"/>
                  </a:ext>
                </a:extLst>
              </p:cNvPr>
              <p:cNvSpPr/>
              <p:nvPr/>
            </p:nvSpPr>
            <p:spPr>
              <a:xfrm>
                <a:off x="6832255" y="583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2" name="Freeform 49191">
                <a:extLst>
                  <a:ext uri="{FF2B5EF4-FFF2-40B4-BE49-F238E27FC236}">
                    <a16:creationId xmlns:a16="http://schemas.microsoft.com/office/drawing/2014/main" id="{D8CA1C02-5B81-49C7-C3D5-F028AE6E2100}"/>
                  </a:ext>
                </a:extLst>
              </p:cNvPr>
              <p:cNvSpPr/>
              <p:nvPr/>
            </p:nvSpPr>
            <p:spPr>
              <a:xfrm>
                <a:off x="6832850" y="5663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3" name="Freeform 49192">
                <a:extLst>
                  <a:ext uri="{FF2B5EF4-FFF2-40B4-BE49-F238E27FC236}">
                    <a16:creationId xmlns:a16="http://schemas.microsoft.com/office/drawing/2014/main" id="{CAFF35CC-06E6-33EE-9FE8-49169C8AF40E}"/>
                  </a:ext>
                </a:extLst>
              </p:cNvPr>
              <p:cNvSpPr/>
              <p:nvPr/>
            </p:nvSpPr>
            <p:spPr>
              <a:xfrm>
                <a:off x="6833346" y="5667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4" name="Freeform 49193">
                <a:extLst>
                  <a:ext uri="{FF2B5EF4-FFF2-40B4-BE49-F238E27FC236}">
                    <a16:creationId xmlns:a16="http://schemas.microsoft.com/office/drawing/2014/main" id="{69BCC9A3-D435-78FF-722D-1F1FF1031608}"/>
                  </a:ext>
                </a:extLst>
              </p:cNvPr>
              <p:cNvSpPr/>
              <p:nvPr/>
            </p:nvSpPr>
            <p:spPr>
              <a:xfrm>
                <a:off x="6833842" y="5685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5" name="Freeform 49194">
                <a:extLst>
                  <a:ext uri="{FF2B5EF4-FFF2-40B4-BE49-F238E27FC236}">
                    <a16:creationId xmlns:a16="http://schemas.microsoft.com/office/drawing/2014/main" id="{9C819BCB-C4BF-FAB9-0220-46C82404CB18}"/>
                  </a:ext>
                </a:extLst>
              </p:cNvPr>
              <p:cNvSpPr/>
              <p:nvPr/>
            </p:nvSpPr>
            <p:spPr>
              <a:xfrm>
                <a:off x="6834438" y="5674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6" name="Freeform 49195">
                <a:extLst>
                  <a:ext uri="{FF2B5EF4-FFF2-40B4-BE49-F238E27FC236}">
                    <a16:creationId xmlns:a16="http://schemas.microsoft.com/office/drawing/2014/main" id="{7278EFDB-977F-9941-71E2-71806C2B9B00}"/>
                  </a:ext>
                </a:extLst>
              </p:cNvPr>
              <p:cNvSpPr/>
              <p:nvPr/>
            </p:nvSpPr>
            <p:spPr>
              <a:xfrm>
                <a:off x="6834934" y="5721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7" name="Freeform 49196">
                <a:extLst>
                  <a:ext uri="{FF2B5EF4-FFF2-40B4-BE49-F238E27FC236}">
                    <a16:creationId xmlns:a16="http://schemas.microsoft.com/office/drawing/2014/main" id="{BAA78214-20FE-B0F9-ED59-D3EF2F85E7F1}"/>
                  </a:ext>
                </a:extLst>
              </p:cNvPr>
              <p:cNvSpPr/>
              <p:nvPr/>
            </p:nvSpPr>
            <p:spPr>
              <a:xfrm>
                <a:off x="6835430" y="5788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8" name="Freeform 49197">
                <a:extLst>
                  <a:ext uri="{FF2B5EF4-FFF2-40B4-BE49-F238E27FC236}">
                    <a16:creationId xmlns:a16="http://schemas.microsoft.com/office/drawing/2014/main" id="{362C8632-E219-F70A-7060-34658CA266FA}"/>
                  </a:ext>
                </a:extLst>
              </p:cNvPr>
              <p:cNvSpPr/>
              <p:nvPr/>
            </p:nvSpPr>
            <p:spPr>
              <a:xfrm>
                <a:off x="6836025" y="5829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99" name="Freeform 49198">
                <a:extLst>
                  <a:ext uri="{FF2B5EF4-FFF2-40B4-BE49-F238E27FC236}">
                    <a16:creationId xmlns:a16="http://schemas.microsoft.com/office/drawing/2014/main" id="{9B9C47B9-B976-4ECA-A205-93CAA659575F}"/>
                  </a:ext>
                </a:extLst>
              </p:cNvPr>
              <p:cNvSpPr/>
              <p:nvPr/>
            </p:nvSpPr>
            <p:spPr>
              <a:xfrm>
                <a:off x="6836521" y="5829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0" name="Freeform 49199">
                <a:extLst>
                  <a:ext uri="{FF2B5EF4-FFF2-40B4-BE49-F238E27FC236}">
                    <a16:creationId xmlns:a16="http://schemas.microsoft.com/office/drawing/2014/main" id="{78B03F5D-3747-BCF7-0B10-9B7E9090D70A}"/>
                  </a:ext>
                </a:extLst>
              </p:cNvPr>
              <p:cNvSpPr/>
              <p:nvPr/>
            </p:nvSpPr>
            <p:spPr>
              <a:xfrm>
                <a:off x="6837017" y="57964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1" name="Freeform 49200">
                <a:extLst>
                  <a:ext uri="{FF2B5EF4-FFF2-40B4-BE49-F238E27FC236}">
                    <a16:creationId xmlns:a16="http://schemas.microsoft.com/office/drawing/2014/main" id="{4201A26F-B84E-6B09-250F-A6298180406E}"/>
                  </a:ext>
                </a:extLst>
              </p:cNvPr>
              <p:cNvSpPr/>
              <p:nvPr/>
            </p:nvSpPr>
            <p:spPr>
              <a:xfrm>
                <a:off x="6837613" y="5770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2" name="Freeform 49201">
                <a:extLst>
                  <a:ext uri="{FF2B5EF4-FFF2-40B4-BE49-F238E27FC236}">
                    <a16:creationId xmlns:a16="http://schemas.microsoft.com/office/drawing/2014/main" id="{B20B163C-97F7-54ED-B14D-F5B78195070A}"/>
                  </a:ext>
                </a:extLst>
              </p:cNvPr>
              <p:cNvSpPr/>
              <p:nvPr/>
            </p:nvSpPr>
            <p:spPr>
              <a:xfrm>
                <a:off x="6838109" y="573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3" name="Freeform 49202">
                <a:extLst>
                  <a:ext uri="{FF2B5EF4-FFF2-40B4-BE49-F238E27FC236}">
                    <a16:creationId xmlns:a16="http://schemas.microsoft.com/office/drawing/2014/main" id="{A0A90256-E201-5F35-E3C4-1EBCF5AEC544}"/>
                  </a:ext>
                </a:extLst>
              </p:cNvPr>
              <p:cNvSpPr/>
              <p:nvPr/>
            </p:nvSpPr>
            <p:spPr>
              <a:xfrm>
                <a:off x="6838605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4" name="Freeform 49203">
                <a:extLst>
                  <a:ext uri="{FF2B5EF4-FFF2-40B4-BE49-F238E27FC236}">
                    <a16:creationId xmlns:a16="http://schemas.microsoft.com/office/drawing/2014/main" id="{35BA711B-7625-460E-D3CC-4537CF52D858}"/>
                  </a:ext>
                </a:extLst>
              </p:cNvPr>
              <p:cNvSpPr/>
              <p:nvPr/>
            </p:nvSpPr>
            <p:spPr>
              <a:xfrm>
                <a:off x="6839200" y="6016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5" name="Freeform 49204">
                <a:extLst>
                  <a:ext uri="{FF2B5EF4-FFF2-40B4-BE49-F238E27FC236}">
                    <a16:creationId xmlns:a16="http://schemas.microsoft.com/office/drawing/2014/main" id="{B577BEE0-BDCC-BF7C-51C4-A0B898FBD7CC}"/>
                  </a:ext>
                </a:extLst>
              </p:cNvPr>
              <p:cNvSpPr/>
              <p:nvPr/>
            </p:nvSpPr>
            <p:spPr>
              <a:xfrm>
                <a:off x="6839696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6" name="Freeform 49205">
                <a:extLst>
                  <a:ext uri="{FF2B5EF4-FFF2-40B4-BE49-F238E27FC236}">
                    <a16:creationId xmlns:a16="http://schemas.microsoft.com/office/drawing/2014/main" id="{C46B5D1C-D6A6-2964-B48E-EFE087EF44A8}"/>
                  </a:ext>
                </a:extLst>
              </p:cNvPr>
              <p:cNvSpPr/>
              <p:nvPr/>
            </p:nvSpPr>
            <p:spPr>
              <a:xfrm>
                <a:off x="6840192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7" name="Freeform 49206">
                <a:extLst>
                  <a:ext uri="{FF2B5EF4-FFF2-40B4-BE49-F238E27FC236}">
                    <a16:creationId xmlns:a16="http://schemas.microsoft.com/office/drawing/2014/main" id="{8D98A226-55CE-B864-4CF8-8C32EF55BFD8}"/>
                  </a:ext>
                </a:extLst>
              </p:cNvPr>
              <p:cNvSpPr/>
              <p:nvPr/>
            </p:nvSpPr>
            <p:spPr>
              <a:xfrm>
                <a:off x="6840688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8" name="Freeform 49207">
                <a:extLst>
                  <a:ext uri="{FF2B5EF4-FFF2-40B4-BE49-F238E27FC236}">
                    <a16:creationId xmlns:a16="http://schemas.microsoft.com/office/drawing/2014/main" id="{A6CB655A-6D8E-7DCF-01E7-56E8049F1A8C}"/>
                  </a:ext>
                </a:extLst>
              </p:cNvPr>
              <p:cNvSpPr/>
              <p:nvPr/>
            </p:nvSpPr>
            <p:spPr>
              <a:xfrm>
                <a:off x="6841284" y="602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09" name="Freeform 49208">
                <a:extLst>
                  <a:ext uri="{FF2B5EF4-FFF2-40B4-BE49-F238E27FC236}">
                    <a16:creationId xmlns:a16="http://schemas.microsoft.com/office/drawing/2014/main" id="{0A40D6B8-628E-FD16-74FB-C7E00F0B491C}"/>
                  </a:ext>
                </a:extLst>
              </p:cNvPr>
              <p:cNvSpPr/>
              <p:nvPr/>
            </p:nvSpPr>
            <p:spPr>
              <a:xfrm>
                <a:off x="6841780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0" name="Freeform 49209">
                <a:extLst>
                  <a:ext uri="{FF2B5EF4-FFF2-40B4-BE49-F238E27FC236}">
                    <a16:creationId xmlns:a16="http://schemas.microsoft.com/office/drawing/2014/main" id="{9D878ECA-F78D-6ABB-A44B-1670C9F2BB52}"/>
                  </a:ext>
                </a:extLst>
              </p:cNvPr>
              <p:cNvSpPr/>
              <p:nvPr/>
            </p:nvSpPr>
            <p:spPr>
              <a:xfrm>
                <a:off x="6842276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1" name="Freeform 49210">
                <a:extLst>
                  <a:ext uri="{FF2B5EF4-FFF2-40B4-BE49-F238E27FC236}">
                    <a16:creationId xmlns:a16="http://schemas.microsoft.com/office/drawing/2014/main" id="{7D2342B3-AE6E-63DB-ACBE-BBA8B07EA2DA}"/>
                  </a:ext>
                </a:extLst>
              </p:cNvPr>
              <p:cNvSpPr/>
              <p:nvPr/>
            </p:nvSpPr>
            <p:spPr>
              <a:xfrm>
                <a:off x="6842871" y="6028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2" name="Freeform 49211">
                <a:extLst>
                  <a:ext uri="{FF2B5EF4-FFF2-40B4-BE49-F238E27FC236}">
                    <a16:creationId xmlns:a16="http://schemas.microsoft.com/office/drawing/2014/main" id="{FFFD9E61-8E16-6F5A-45A5-7A57E648506B}"/>
                  </a:ext>
                </a:extLst>
              </p:cNvPr>
              <p:cNvSpPr/>
              <p:nvPr/>
            </p:nvSpPr>
            <p:spPr>
              <a:xfrm>
                <a:off x="6843367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3" name="Freeform 49212">
                <a:extLst>
                  <a:ext uri="{FF2B5EF4-FFF2-40B4-BE49-F238E27FC236}">
                    <a16:creationId xmlns:a16="http://schemas.microsoft.com/office/drawing/2014/main" id="{E63DF1D3-F5E0-6410-5F98-A8F20B30CA16}"/>
                  </a:ext>
                </a:extLst>
              </p:cNvPr>
              <p:cNvSpPr/>
              <p:nvPr/>
            </p:nvSpPr>
            <p:spPr>
              <a:xfrm>
                <a:off x="6843863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4" name="Freeform 49213">
                <a:extLst>
                  <a:ext uri="{FF2B5EF4-FFF2-40B4-BE49-F238E27FC236}">
                    <a16:creationId xmlns:a16="http://schemas.microsoft.com/office/drawing/2014/main" id="{4EE991DC-F05F-6017-A0F4-236C2F678C33}"/>
                  </a:ext>
                </a:extLst>
              </p:cNvPr>
              <p:cNvSpPr/>
              <p:nvPr/>
            </p:nvSpPr>
            <p:spPr>
              <a:xfrm>
                <a:off x="6844459" y="590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5" name="Freeform 49214">
                <a:extLst>
                  <a:ext uri="{FF2B5EF4-FFF2-40B4-BE49-F238E27FC236}">
                    <a16:creationId xmlns:a16="http://schemas.microsoft.com/office/drawing/2014/main" id="{6A4D1637-2AE0-2349-36E0-C0D6B641AD0C}"/>
                  </a:ext>
                </a:extLst>
              </p:cNvPr>
              <p:cNvSpPr/>
              <p:nvPr/>
            </p:nvSpPr>
            <p:spPr>
              <a:xfrm>
                <a:off x="6844955" y="5824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6" name="Freeform 49215">
                <a:extLst>
                  <a:ext uri="{FF2B5EF4-FFF2-40B4-BE49-F238E27FC236}">
                    <a16:creationId xmlns:a16="http://schemas.microsoft.com/office/drawing/2014/main" id="{220E7D02-EE63-55BA-85FB-8F5221A2DA9F}"/>
                  </a:ext>
                </a:extLst>
              </p:cNvPr>
              <p:cNvSpPr/>
              <p:nvPr/>
            </p:nvSpPr>
            <p:spPr>
              <a:xfrm>
                <a:off x="6845451" y="56475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7" name="Freeform 49216">
                <a:extLst>
                  <a:ext uri="{FF2B5EF4-FFF2-40B4-BE49-F238E27FC236}">
                    <a16:creationId xmlns:a16="http://schemas.microsoft.com/office/drawing/2014/main" id="{62B98C3D-52D5-6364-F9B6-B1E09F2D077D}"/>
                  </a:ext>
                </a:extLst>
              </p:cNvPr>
              <p:cNvSpPr/>
              <p:nvPr/>
            </p:nvSpPr>
            <p:spPr>
              <a:xfrm>
                <a:off x="6846046" y="5653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8" name="Freeform 49217">
                <a:extLst>
                  <a:ext uri="{FF2B5EF4-FFF2-40B4-BE49-F238E27FC236}">
                    <a16:creationId xmlns:a16="http://schemas.microsoft.com/office/drawing/2014/main" id="{5F2C5388-CB94-FDB0-282B-411CF4E69AE1}"/>
                  </a:ext>
                </a:extLst>
              </p:cNvPr>
              <p:cNvSpPr/>
              <p:nvPr/>
            </p:nvSpPr>
            <p:spPr>
              <a:xfrm>
                <a:off x="6846542" y="5658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19" name="Freeform 49218">
                <a:extLst>
                  <a:ext uri="{FF2B5EF4-FFF2-40B4-BE49-F238E27FC236}">
                    <a16:creationId xmlns:a16="http://schemas.microsoft.com/office/drawing/2014/main" id="{DCE5DCB5-749C-C3F7-9219-EB3C4CE52D95}"/>
                  </a:ext>
                </a:extLst>
              </p:cNvPr>
              <p:cNvSpPr/>
              <p:nvPr/>
            </p:nvSpPr>
            <p:spPr>
              <a:xfrm>
                <a:off x="6847038" y="5617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0" name="Freeform 49219">
                <a:extLst>
                  <a:ext uri="{FF2B5EF4-FFF2-40B4-BE49-F238E27FC236}">
                    <a16:creationId xmlns:a16="http://schemas.microsoft.com/office/drawing/2014/main" id="{D4D9F7D8-4B4A-AEE2-8CA9-4C6D5280F26E}"/>
                  </a:ext>
                </a:extLst>
              </p:cNvPr>
              <p:cNvSpPr/>
              <p:nvPr/>
            </p:nvSpPr>
            <p:spPr>
              <a:xfrm>
                <a:off x="6847634" y="5718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1" name="Freeform 49220">
                <a:extLst>
                  <a:ext uri="{FF2B5EF4-FFF2-40B4-BE49-F238E27FC236}">
                    <a16:creationId xmlns:a16="http://schemas.microsoft.com/office/drawing/2014/main" id="{A957B143-2F8A-ED43-FC55-EDE96B46F70F}"/>
                  </a:ext>
                </a:extLst>
              </p:cNvPr>
              <p:cNvSpPr/>
              <p:nvPr/>
            </p:nvSpPr>
            <p:spPr>
              <a:xfrm>
                <a:off x="6848130" y="57927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2" name="Freeform 49221">
                <a:extLst>
                  <a:ext uri="{FF2B5EF4-FFF2-40B4-BE49-F238E27FC236}">
                    <a16:creationId xmlns:a16="http://schemas.microsoft.com/office/drawing/2014/main" id="{3E787ACA-8661-B54C-9BC6-8A15D7D7FF25}"/>
                  </a:ext>
                </a:extLst>
              </p:cNvPr>
              <p:cNvSpPr/>
              <p:nvPr/>
            </p:nvSpPr>
            <p:spPr>
              <a:xfrm>
                <a:off x="6848626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3" name="Freeform 49222">
                <a:extLst>
                  <a:ext uri="{FF2B5EF4-FFF2-40B4-BE49-F238E27FC236}">
                    <a16:creationId xmlns:a16="http://schemas.microsoft.com/office/drawing/2014/main" id="{77581398-668A-AD8C-B64D-9DB636E5AD5A}"/>
                  </a:ext>
                </a:extLst>
              </p:cNvPr>
              <p:cNvSpPr/>
              <p:nvPr/>
            </p:nvSpPr>
            <p:spPr>
              <a:xfrm>
                <a:off x="6849221" y="5816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4" name="Freeform 49223">
                <a:extLst>
                  <a:ext uri="{FF2B5EF4-FFF2-40B4-BE49-F238E27FC236}">
                    <a16:creationId xmlns:a16="http://schemas.microsoft.com/office/drawing/2014/main" id="{CE052C5C-5CE6-8158-A8B3-9113B4F14487}"/>
                  </a:ext>
                </a:extLst>
              </p:cNvPr>
              <p:cNvSpPr/>
              <p:nvPr/>
            </p:nvSpPr>
            <p:spPr>
              <a:xfrm>
                <a:off x="6849717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5" name="Freeform 49224">
                <a:extLst>
                  <a:ext uri="{FF2B5EF4-FFF2-40B4-BE49-F238E27FC236}">
                    <a16:creationId xmlns:a16="http://schemas.microsoft.com/office/drawing/2014/main" id="{AD0DA00F-09D1-CC2E-298F-1CC1CEDA9E2C}"/>
                  </a:ext>
                </a:extLst>
              </p:cNvPr>
              <p:cNvSpPr/>
              <p:nvPr/>
            </p:nvSpPr>
            <p:spPr>
              <a:xfrm>
                <a:off x="6850213" y="5738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6" name="Freeform 49225">
                <a:extLst>
                  <a:ext uri="{FF2B5EF4-FFF2-40B4-BE49-F238E27FC236}">
                    <a16:creationId xmlns:a16="http://schemas.microsoft.com/office/drawing/2014/main" id="{D1C8D71A-FA4F-24C0-CFE1-1DC3B41A93FF}"/>
                  </a:ext>
                </a:extLst>
              </p:cNvPr>
              <p:cNvSpPr/>
              <p:nvPr/>
            </p:nvSpPr>
            <p:spPr>
              <a:xfrm>
                <a:off x="6850809" y="5725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7" name="Freeform 49226">
                <a:extLst>
                  <a:ext uri="{FF2B5EF4-FFF2-40B4-BE49-F238E27FC236}">
                    <a16:creationId xmlns:a16="http://schemas.microsoft.com/office/drawing/2014/main" id="{0E11DB58-430B-131B-958F-67E0E8FF3BD2}"/>
                  </a:ext>
                </a:extLst>
              </p:cNvPr>
              <p:cNvSpPr/>
              <p:nvPr/>
            </p:nvSpPr>
            <p:spPr>
              <a:xfrm>
                <a:off x="6851305" y="6041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8" name="Freeform 49227">
                <a:extLst>
                  <a:ext uri="{FF2B5EF4-FFF2-40B4-BE49-F238E27FC236}">
                    <a16:creationId xmlns:a16="http://schemas.microsoft.com/office/drawing/2014/main" id="{D657468E-875F-8B01-962E-B6FD97D57428}"/>
                  </a:ext>
                </a:extLst>
              </p:cNvPr>
              <p:cNvSpPr/>
              <p:nvPr/>
            </p:nvSpPr>
            <p:spPr>
              <a:xfrm>
                <a:off x="6851801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29" name="Freeform 49228">
                <a:extLst>
                  <a:ext uri="{FF2B5EF4-FFF2-40B4-BE49-F238E27FC236}">
                    <a16:creationId xmlns:a16="http://schemas.microsoft.com/office/drawing/2014/main" id="{71CD9CB5-367E-FF6A-C482-2D1812D46A96}"/>
                  </a:ext>
                </a:extLst>
              </p:cNvPr>
              <p:cNvSpPr/>
              <p:nvPr/>
            </p:nvSpPr>
            <p:spPr>
              <a:xfrm>
                <a:off x="6852297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0" name="Freeform 49229">
                <a:extLst>
                  <a:ext uri="{FF2B5EF4-FFF2-40B4-BE49-F238E27FC236}">
                    <a16:creationId xmlns:a16="http://schemas.microsoft.com/office/drawing/2014/main" id="{FD89BAD1-B614-89F8-E13B-D02E427ACBAD}"/>
                  </a:ext>
                </a:extLst>
              </p:cNvPr>
              <p:cNvSpPr/>
              <p:nvPr/>
            </p:nvSpPr>
            <p:spPr>
              <a:xfrm>
                <a:off x="6852892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1" name="Freeform 49230">
                <a:extLst>
                  <a:ext uri="{FF2B5EF4-FFF2-40B4-BE49-F238E27FC236}">
                    <a16:creationId xmlns:a16="http://schemas.microsoft.com/office/drawing/2014/main" id="{BBD0CB31-294C-96C1-59C6-4A90FEE417D4}"/>
                  </a:ext>
                </a:extLst>
              </p:cNvPr>
              <p:cNvSpPr/>
              <p:nvPr/>
            </p:nvSpPr>
            <p:spPr>
              <a:xfrm>
                <a:off x="6853388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2" name="Freeform 49231">
                <a:extLst>
                  <a:ext uri="{FF2B5EF4-FFF2-40B4-BE49-F238E27FC236}">
                    <a16:creationId xmlns:a16="http://schemas.microsoft.com/office/drawing/2014/main" id="{7E1CC6A3-78CF-96D4-C985-D572B4241A84}"/>
                  </a:ext>
                </a:extLst>
              </p:cNvPr>
              <p:cNvSpPr/>
              <p:nvPr/>
            </p:nvSpPr>
            <p:spPr>
              <a:xfrm>
                <a:off x="6853884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3" name="Freeform 49232">
                <a:extLst>
                  <a:ext uri="{FF2B5EF4-FFF2-40B4-BE49-F238E27FC236}">
                    <a16:creationId xmlns:a16="http://schemas.microsoft.com/office/drawing/2014/main" id="{F5925068-8C97-566D-FB18-96A44790A85A}"/>
                  </a:ext>
                </a:extLst>
              </p:cNvPr>
              <p:cNvSpPr/>
              <p:nvPr/>
            </p:nvSpPr>
            <p:spPr>
              <a:xfrm>
                <a:off x="6854480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4" name="Freeform 49233">
                <a:extLst>
                  <a:ext uri="{FF2B5EF4-FFF2-40B4-BE49-F238E27FC236}">
                    <a16:creationId xmlns:a16="http://schemas.microsoft.com/office/drawing/2014/main" id="{33CA6D31-D4AC-B744-627A-2489BB376957}"/>
                  </a:ext>
                </a:extLst>
              </p:cNvPr>
              <p:cNvSpPr/>
              <p:nvPr/>
            </p:nvSpPr>
            <p:spPr>
              <a:xfrm>
                <a:off x="6854976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5" name="Freeform 49234">
                <a:extLst>
                  <a:ext uri="{FF2B5EF4-FFF2-40B4-BE49-F238E27FC236}">
                    <a16:creationId xmlns:a16="http://schemas.microsoft.com/office/drawing/2014/main" id="{9C7D5F7F-DE74-F01B-CAAD-2DBCB20030E2}"/>
                  </a:ext>
                </a:extLst>
              </p:cNvPr>
              <p:cNvSpPr/>
              <p:nvPr/>
            </p:nvSpPr>
            <p:spPr>
              <a:xfrm>
                <a:off x="6855472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6" name="Freeform 49235">
                <a:extLst>
                  <a:ext uri="{FF2B5EF4-FFF2-40B4-BE49-F238E27FC236}">
                    <a16:creationId xmlns:a16="http://schemas.microsoft.com/office/drawing/2014/main" id="{26D17331-D40F-3A18-D34F-82DDF1D9F678}"/>
                  </a:ext>
                </a:extLst>
              </p:cNvPr>
              <p:cNvSpPr/>
              <p:nvPr/>
            </p:nvSpPr>
            <p:spPr>
              <a:xfrm>
                <a:off x="6856067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7" name="Freeform 49236">
                <a:extLst>
                  <a:ext uri="{FF2B5EF4-FFF2-40B4-BE49-F238E27FC236}">
                    <a16:creationId xmlns:a16="http://schemas.microsoft.com/office/drawing/2014/main" id="{1D5C179E-04F3-4899-4835-FD0CD0F2F951}"/>
                  </a:ext>
                </a:extLst>
              </p:cNvPr>
              <p:cNvSpPr/>
              <p:nvPr/>
            </p:nvSpPr>
            <p:spPr>
              <a:xfrm>
                <a:off x="6856563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8" name="Freeform 49237">
                <a:extLst>
                  <a:ext uri="{FF2B5EF4-FFF2-40B4-BE49-F238E27FC236}">
                    <a16:creationId xmlns:a16="http://schemas.microsoft.com/office/drawing/2014/main" id="{AB69F629-F8AB-B164-B140-63F88277FB6C}"/>
                  </a:ext>
                </a:extLst>
              </p:cNvPr>
              <p:cNvSpPr/>
              <p:nvPr/>
            </p:nvSpPr>
            <p:spPr>
              <a:xfrm>
                <a:off x="6857059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39" name="Freeform 49238">
                <a:extLst>
                  <a:ext uri="{FF2B5EF4-FFF2-40B4-BE49-F238E27FC236}">
                    <a16:creationId xmlns:a16="http://schemas.microsoft.com/office/drawing/2014/main" id="{D0143546-2AE2-AB8B-D5E6-108730C0A99C}"/>
                  </a:ext>
                </a:extLst>
              </p:cNvPr>
              <p:cNvSpPr/>
              <p:nvPr/>
            </p:nvSpPr>
            <p:spPr>
              <a:xfrm>
                <a:off x="6857655" y="5829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0" name="Freeform 49239">
                <a:extLst>
                  <a:ext uri="{FF2B5EF4-FFF2-40B4-BE49-F238E27FC236}">
                    <a16:creationId xmlns:a16="http://schemas.microsoft.com/office/drawing/2014/main" id="{822278CD-6567-5E45-56D0-ED56D24BAE0E}"/>
                  </a:ext>
                </a:extLst>
              </p:cNvPr>
              <p:cNvSpPr/>
              <p:nvPr/>
            </p:nvSpPr>
            <p:spPr>
              <a:xfrm>
                <a:off x="6858151" y="5647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1" name="Freeform 49240">
                <a:extLst>
                  <a:ext uri="{FF2B5EF4-FFF2-40B4-BE49-F238E27FC236}">
                    <a16:creationId xmlns:a16="http://schemas.microsoft.com/office/drawing/2014/main" id="{4290F8B1-826E-60F9-B734-4CFD5D2AD048}"/>
                  </a:ext>
                </a:extLst>
              </p:cNvPr>
              <p:cNvSpPr/>
              <p:nvPr/>
            </p:nvSpPr>
            <p:spPr>
              <a:xfrm>
                <a:off x="6858647" y="5671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2" name="Freeform 49241">
                <a:extLst>
                  <a:ext uri="{FF2B5EF4-FFF2-40B4-BE49-F238E27FC236}">
                    <a16:creationId xmlns:a16="http://schemas.microsoft.com/office/drawing/2014/main" id="{BB0038EA-8E35-FE0B-43CD-F7E16D50BD3E}"/>
                  </a:ext>
                </a:extLst>
              </p:cNvPr>
              <p:cNvSpPr/>
              <p:nvPr/>
            </p:nvSpPr>
            <p:spPr>
              <a:xfrm>
                <a:off x="6859242" y="5686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3" name="Freeform 49242">
                <a:extLst>
                  <a:ext uri="{FF2B5EF4-FFF2-40B4-BE49-F238E27FC236}">
                    <a16:creationId xmlns:a16="http://schemas.microsoft.com/office/drawing/2014/main" id="{A5F05D22-67FA-0B9E-3C1E-881EF2E6AB5C}"/>
                  </a:ext>
                </a:extLst>
              </p:cNvPr>
              <p:cNvSpPr/>
              <p:nvPr/>
            </p:nvSpPr>
            <p:spPr>
              <a:xfrm>
                <a:off x="6859738" y="5686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4" name="Freeform 49243">
                <a:extLst>
                  <a:ext uri="{FF2B5EF4-FFF2-40B4-BE49-F238E27FC236}">
                    <a16:creationId xmlns:a16="http://schemas.microsoft.com/office/drawing/2014/main" id="{DFB3DC8D-003D-6C3B-E178-209600495FCE}"/>
                  </a:ext>
                </a:extLst>
              </p:cNvPr>
              <p:cNvSpPr/>
              <p:nvPr/>
            </p:nvSpPr>
            <p:spPr>
              <a:xfrm>
                <a:off x="6860234" y="5701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5" name="Freeform 49244">
                <a:extLst>
                  <a:ext uri="{FF2B5EF4-FFF2-40B4-BE49-F238E27FC236}">
                    <a16:creationId xmlns:a16="http://schemas.microsoft.com/office/drawing/2014/main" id="{C35FFAE8-9B91-AD5E-1E54-E65F60094870}"/>
                  </a:ext>
                </a:extLst>
              </p:cNvPr>
              <p:cNvSpPr/>
              <p:nvPr/>
            </p:nvSpPr>
            <p:spPr>
              <a:xfrm>
                <a:off x="6860830" y="5789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6" name="Freeform 49245">
                <a:extLst>
                  <a:ext uri="{FF2B5EF4-FFF2-40B4-BE49-F238E27FC236}">
                    <a16:creationId xmlns:a16="http://schemas.microsoft.com/office/drawing/2014/main" id="{A42CC27B-EC3A-91C4-A0AB-F436B457892A}"/>
                  </a:ext>
                </a:extLst>
              </p:cNvPr>
              <p:cNvSpPr/>
              <p:nvPr/>
            </p:nvSpPr>
            <p:spPr>
              <a:xfrm>
                <a:off x="6861326" y="5795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7" name="Freeform 49246">
                <a:extLst>
                  <a:ext uri="{FF2B5EF4-FFF2-40B4-BE49-F238E27FC236}">
                    <a16:creationId xmlns:a16="http://schemas.microsoft.com/office/drawing/2014/main" id="{F7EA0C41-7687-2D75-C5B8-E5A729CC01CD}"/>
                  </a:ext>
                </a:extLst>
              </p:cNvPr>
              <p:cNvSpPr/>
              <p:nvPr/>
            </p:nvSpPr>
            <p:spPr>
              <a:xfrm>
                <a:off x="6861822" y="5770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8" name="Freeform 49247">
                <a:extLst>
                  <a:ext uri="{FF2B5EF4-FFF2-40B4-BE49-F238E27FC236}">
                    <a16:creationId xmlns:a16="http://schemas.microsoft.com/office/drawing/2014/main" id="{FFBC8882-CCE9-C25C-CCCC-1A04D53DCA2C}"/>
                  </a:ext>
                </a:extLst>
              </p:cNvPr>
              <p:cNvSpPr/>
              <p:nvPr/>
            </p:nvSpPr>
            <p:spPr>
              <a:xfrm>
                <a:off x="6862417" y="5762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49" name="Freeform 49248">
                <a:extLst>
                  <a:ext uri="{FF2B5EF4-FFF2-40B4-BE49-F238E27FC236}">
                    <a16:creationId xmlns:a16="http://schemas.microsoft.com/office/drawing/2014/main" id="{2DE11292-0CF5-0839-6402-A4BD198705EC}"/>
                  </a:ext>
                </a:extLst>
              </p:cNvPr>
              <p:cNvSpPr/>
              <p:nvPr/>
            </p:nvSpPr>
            <p:spPr>
              <a:xfrm>
                <a:off x="6862913" y="5712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0" name="Freeform 49249">
                <a:extLst>
                  <a:ext uri="{FF2B5EF4-FFF2-40B4-BE49-F238E27FC236}">
                    <a16:creationId xmlns:a16="http://schemas.microsoft.com/office/drawing/2014/main" id="{908E4C85-0B43-CDC4-A6A0-690FCF0FA9F0}"/>
                  </a:ext>
                </a:extLst>
              </p:cNvPr>
              <p:cNvSpPr/>
              <p:nvPr/>
            </p:nvSpPr>
            <p:spPr>
              <a:xfrm>
                <a:off x="6863409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1" name="Freeform 49250">
                <a:extLst>
                  <a:ext uri="{FF2B5EF4-FFF2-40B4-BE49-F238E27FC236}">
                    <a16:creationId xmlns:a16="http://schemas.microsoft.com/office/drawing/2014/main" id="{114230C8-46C0-B3DB-A6DE-12BFA24B1EE3}"/>
                  </a:ext>
                </a:extLst>
              </p:cNvPr>
              <p:cNvSpPr/>
              <p:nvPr/>
            </p:nvSpPr>
            <p:spPr>
              <a:xfrm>
                <a:off x="6864005" y="5954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2" name="Freeform 49251">
                <a:extLst>
                  <a:ext uri="{FF2B5EF4-FFF2-40B4-BE49-F238E27FC236}">
                    <a16:creationId xmlns:a16="http://schemas.microsoft.com/office/drawing/2014/main" id="{41257DC4-1E14-1CBC-5590-189E7602F56B}"/>
                  </a:ext>
                </a:extLst>
              </p:cNvPr>
              <p:cNvSpPr/>
              <p:nvPr/>
            </p:nvSpPr>
            <p:spPr>
              <a:xfrm>
                <a:off x="6864501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3" name="Freeform 49252">
                <a:extLst>
                  <a:ext uri="{FF2B5EF4-FFF2-40B4-BE49-F238E27FC236}">
                    <a16:creationId xmlns:a16="http://schemas.microsoft.com/office/drawing/2014/main" id="{EBEC3731-E07F-ECF1-5084-892B1106D704}"/>
                  </a:ext>
                </a:extLst>
              </p:cNvPr>
              <p:cNvSpPr/>
              <p:nvPr/>
            </p:nvSpPr>
            <p:spPr>
              <a:xfrm>
                <a:off x="6864997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4" name="Freeform 49253">
                <a:extLst>
                  <a:ext uri="{FF2B5EF4-FFF2-40B4-BE49-F238E27FC236}">
                    <a16:creationId xmlns:a16="http://schemas.microsoft.com/office/drawing/2014/main" id="{EDF732E6-6728-D13F-2159-C57FD4C8D6FA}"/>
                  </a:ext>
                </a:extLst>
              </p:cNvPr>
              <p:cNvSpPr/>
              <p:nvPr/>
            </p:nvSpPr>
            <p:spPr>
              <a:xfrm>
                <a:off x="6865493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5" name="Freeform 49254">
                <a:extLst>
                  <a:ext uri="{FF2B5EF4-FFF2-40B4-BE49-F238E27FC236}">
                    <a16:creationId xmlns:a16="http://schemas.microsoft.com/office/drawing/2014/main" id="{2A0D7B02-413F-4167-591C-03FECF634138}"/>
                  </a:ext>
                </a:extLst>
              </p:cNvPr>
              <p:cNvSpPr/>
              <p:nvPr/>
            </p:nvSpPr>
            <p:spPr>
              <a:xfrm>
                <a:off x="6866088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6" name="Freeform 49255">
                <a:extLst>
                  <a:ext uri="{FF2B5EF4-FFF2-40B4-BE49-F238E27FC236}">
                    <a16:creationId xmlns:a16="http://schemas.microsoft.com/office/drawing/2014/main" id="{4697FBC5-C14D-A2CC-34AA-E5E584BFBF14}"/>
                  </a:ext>
                </a:extLst>
              </p:cNvPr>
              <p:cNvSpPr/>
              <p:nvPr/>
            </p:nvSpPr>
            <p:spPr>
              <a:xfrm>
                <a:off x="6866584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7" name="Freeform 49256">
                <a:extLst>
                  <a:ext uri="{FF2B5EF4-FFF2-40B4-BE49-F238E27FC236}">
                    <a16:creationId xmlns:a16="http://schemas.microsoft.com/office/drawing/2014/main" id="{B6316D8D-9993-8EE2-B0BF-D794B36E869D}"/>
                  </a:ext>
                </a:extLst>
              </p:cNvPr>
              <p:cNvSpPr/>
              <p:nvPr/>
            </p:nvSpPr>
            <p:spPr>
              <a:xfrm>
                <a:off x="6867080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8" name="Freeform 49257">
                <a:extLst>
                  <a:ext uri="{FF2B5EF4-FFF2-40B4-BE49-F238E27FC236}">
                    <a16:creationId xmlns:a16="http://schemas.microsoft.com/office/drawing/2014/main" id="{A00F2614-E781-524B-65AF-B6E9E236B4D4}"/>
                  </a:ext>
                </a:extLst>
              </p:cNvPr>
              <p:cNvSpPr/>
              <p:nvPr/>
            </p:nvSpPr>
            <p:spPr>
              <a:xfrm>
                <a:off x="6867676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59" name="Freeform 49258">
                <a:extLst>
                  <a:ext uri="{FF2B5EF4-FFF2-40B4-BE49-F238E27FC236}">
                    <a16:creationId xmlns:a16="http://schemas.microsoft.com/office/drawing/2014/main" id="{5D160C4C-9B7A-A729-6A4E-46F030B2C956}"/>
                  </a:ext>
                </a:extLst>
              </p:cNvPr>
              <p:cNvSpPr/>
              <p:nvPr/>
            </p:nvSpPr>
            <p:spPr>
              <a:xfrm>
                <a:off x="6868172" y="6013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0" name="Freeform 49259">
                <a:extLst>
                  <a:ext uri="{FF2B5EF4-FFF2-40B4-BE49-F238E27FC236}">
                    <a16:creationId xmlns:a16="http://schemas.microsoft.com/office/drawing/2014/main" id="{7ABAA080-D5B8-85B4-BA79-9C5A28BE3439}"/>
                  </a:ext>
                </a:extLst>
              </p:cNvPr>
              <p:cNvSpPr/>
              <p:nvPr/>
            </p:nvSpPr>
            <p:spPr>
              <a:xfrm>
                <a:off x="6868668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1" name="Freeform 49260">
                <a:extLst>
                  <a:ext uri="{FF2B5EF4-FFF2-40B4-BE49-F238E27FC236}">
                    <a16:creationId xmlns:a16="http://schemas.microsoft.com/office/drawing/2014/main" id="{4EC29A1E-18FD-1C5F-124E-68D9C99EDEAC}"/>
                  </a:ext>
                </a:extLst>
              </p:cNvPr>
              <p:cNvSpPr/>
              <p:nvPr/>
            </p:nvSpPr>
            <p:spPr>
              <a:xfrm>
                <a:off x="6869263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2" name="Freeform 49261">
                <a:extLst>
                  <a:ext uri="{FF2B5EF4-FFF2-40B4-BE49-F238E27FC236}">
                    <a16:creationId xmlns:a16="http://schemas.microsoft.com/office/drawing/2014/main" id="{93E03590-5448-C115-F822-F6761864451F}"/>
                  </a:ext>
                </a:extLst>
              </p:cNvPr>
              <p:cNvSpPr/>
              <p:nvPr/>
            </p:nvSpPr>
            <p:spPr>
              <a:xfrm>
                <a:off x="6869759" y="5873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3" name="Freeform 49262">
                <a:extLst>
                  <a:ext uri="{FF2B5EF4-FFF2-40B4-BE49-F238E27FC236}">
                    <a16:creationId xmlns:a16="http://schemas.microsoft.com/office/drawing/2014/main" id="{5F60EAA4-BED4-74E3-E797-B569D8223CF4}"/>
                  </a:ext>
                </a:extLst>
              </p:cNvPr>
              <p:cNvSpPr/>
              <p:nvPr/>
            </p:nvSpPr>
            <p:spPr>
              <a:xfrm>
                <a:off x="6870255" y="581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4" name="Freeform 49263">
                <a:extLst>
                  <a:ext uri="{FF2B5EF4-FFF2-40B4-BE49-F238E27FC236}">
                    <a16:creationId xmlns:a16="http://schemas.microsoft.com/office/drawing/2014/main" id="{60D9AF19-F9C0-2FE5-A1FC-13870A4388F3}"/>
                  </a:ext>
                </a:extLst>
              </p:cNvPr>
              <p:cNvSpPr/>
              <p:nvPr/>
            </p:nvSpPr>
            <p:spPr>
              <a:xfrm>
                <a:off x="6870851" y="56291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5" name="Freeform 49264">
                <a:extLst>
                  <a:ext uri="{FF2B5EF4-FFF2-40B4-BE49-F238E27FC236}">
                    <a16:creationId xmlns:a16="http://schemas.microsoft.com/office/drawing/2014/main" id="{E9BCF9BF-8D76-93F4-10F7-D864F237016E}"/>
                  </a:ext>
                </a:extLst>
              </p:cNvPr>
              <p:cNvSpPr/>
              <p:nvPr/>
            </p:nvSpPr>
            <p:spPr>
              <a:xfrm>
                <a:off x="6871347" y="5648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6" name="Freeform 49265">
                <a:extLst>
                  <a:ext uri="{FF2B5EF4-FFF2-40B4-BE49-F238E27FC236}">
                    <a16:creationId xmlns:a16="http://schemas.microsoft.com/office/drawing/2014/main" id="{45E3E2FC-EC75-9B88-6EA1-30A1AD33A5D4}"/>
                  </a:ext>
                </a:extLst>
              </p:cNvPr>
              <p:cNvSpPr/>
              <p:nvPr/>
            </p:nvSpPr>
            <p:spPr>
              <a:xfrm>
                <a:off x="6871843" y="5659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7" name="Freeform 49266">
                <a:extLst>
                  <a:ext uri="{FF2B5EF4-FFF2-40B4-BE49-F238E27FC236}">
                    <a16:creationId xmlns:a16="http://schemas.microsoft.com/office/drawing/2014/main" id="{896E9100-5945-DF7A-413C-323FCA76D050}"/>
                  </a:ext>
                </a:extLst>
              </p:cNvPr>
              <p:cNvSpPr/>
              <p:nvPr/>
            </p:nvSpPr>
            <p:spPr>
              <a:xfrm>
                <a:off x="6872438" y="5651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8" name="Freeform 49267">
                <a:extLst>
                  <a:ext uri="{FF2B5EF4-FFF2-40B4-BE49-F238E27FC236}">
                    <a16:creationId xmlns:a16="http://schemas.microsoft.com/office/drawing/2014/main" id="{7828D6B9-DA2D-D12E-0E9B-472AE4245C5D}"/>
                  </a:ext>
                </a:extLst>
              </p:cNvPr>
              <p:cNvSpPr/>
              <p:nvPr/>
            </p:nvSpPr>
            <p:spPr>
              <a:xfrm>
                <a:off x="6872934" y="5653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69" name="Freeform 49268">
                <a:extLst>
                  <a:ext uri="{FF2B5EF4-FFF2-40B4-BE49-F238E27FC236}">
                    <a16:creationId xmlns:a16="http://schemas.microsoft.com/office/drawing/2014/main" id="{DF0D15FD-66FB-3015-7D99-13343A53345E}"/>
                  </a:ext>
                </a:extLst>
              </p:cNvPr>
              <p:cNvSpPr/>
              <p:nvPr/>
            </p:nvSpPr>
            <p:spPr>
              <a:xfrm>
                <a:off x="6873430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0" name="Freeform 49269">
                <a:extLst>
                  <a:ext uri="{FF2B5EF4-FFF2-40B4-BE49-F238E27FC236}">
                    <a16:creationId xmlns:a16="http://schemas.microsoft.com/office/drawing/2014/main" id="{807EF516-31DF-3D5A-BE51-FE69BE1745D5}"/>
                  </a:ext>
                </a:extLst>
              </p:cNvPr>
              <p:cNvSpPr/>
              <p:nvPr/>
            </p:nvSpPr>
            <p:spPr>
              <a:xfrm>
                <a:off x="6874026" y="5783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1" name="Freeform 49270">
                <a:extLst>
                  <a:ext uri="{FF2B5EF4-FFF2-40B4-BE49-F238E27FC236}">
                    <a16:creationId xmlns:a16="http://schemas.microsoft.com/office/drawing/2014/main" id="{98CFC11B-DCC9-62D7-1258-D35BED6C769A}"/>
                  </a:ext>
                </a:extLst>
              </p:cNvPr>
              <p:cNvSpPr/>
              <p:nvPr/>
            </p:nvSpPr>
            <p:spPr>
              <a:xfrm>
                <a:off x="6874522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2" name="Freeform 49271">
                <a:extLst>
                  <a:ext uri="{FF2B5EF4-FFF2-40B4-BE49-F238E27FC236}">
                    <a16:creationId xmlns:a16="http://schemas.microsoft.com/office/drawing/2014/main" id="{40BC54AD-4438-134E-0178-5F8AF7B9F97E}"/>
                  </a:ext>
                </a:extLst>
              </p:cNvPr>
              <p:cNvSpPr/>
              <p:nvPr/>
            </p:nvSpPr>
            <p:spPr>
              <a:xfrm>
                <a:off x="6875018" y="5778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3" name="Freeform 49272">
                <a:extLst>
                  <a:ext uri="{FF2B5EF4-FFF2-40B4-BE49-F238E27FC236}">
                    <a16:creationId xmlns:a16="http://schemas.microsoft.com/office/drawing/2014/main" id="{D6A105F3-5B82-0ACB-67EA-29FFD44F6D56}"/>
                  </a:ext>
                </a:extLst>
              </p:cNvPr>
              <p:cNvSpPr/>
              <p:nvPr/>
            </p:nvSpPr>
            <p:spPr>
              <a:xfrm>
                <a:off x="6875613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4" name="Freeform 49273">
                <a:extLst>
                  <a:ext uri="{FF2B5EF4-FFF2-40B4-BE49-F238E27FC236}">
                    <a16:creationId xmlns:a16="http://schemas.microsoft.com/office/drawing/2014/main" id="{93CCC0FD-3138-AC50-AFB9-00F6C57F3369}"/>
                  </a:ext>
                </a:extLst>
              </p:cNvPr>
              <p:cNvSpPr/>
              <p:nvPr/>
            </p:nvSpPr>
            <p:spPr>
              <a:xfrm>
                <a:off x="6876109" y="5703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5" name="Freeform 49274">
                <a:extLst>
                  <a:ext uri="{FF2B5EF4-FFF2-40B4-BE49-F238E27FC236}">
                    <a16:creationId xmlns:a16="http://schemas.microsoft.com/office/drawing/2014/main" id="{A65FB163-313C-C1B0-65C1-13E8F10BEA0C}"/>
                  </a:ext>
                </a:extLst>
              </p:cNvPr>
              <p:cNvSpPr/>
              <p:nvPr/>
            </p:nvSpPr>
            <p:spPr>
              <a:xfrm>
                <a:off x="6876605" y="5919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6" name="Freeform 49275">
                <a:extLst>
                  <a:ext uri="{FF2B5EF4-FFF2-40B4-BE49-F238E27FC236}">
                    <a16:creationId xmlns:a16="http://schemas.microsoft.com/office/drawing/2014/main" id="{D569E9A8-36A1-9F12-7B6F-5A5219E54581}"/>
                  </a:ext>
                </a:extLst>
              </p:cNvPr>
              <p:cNvSpPr/>
              <p:nvPr/>
            </p:nvSpPr>
            <p:spPr>
              <a:xfrm>
                <a:off x="6877102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7" name="Freeform 49276">
                <a:extLst>
                  <a:ext uri="{FF2B5EF4-FFF2-40B4-BE49-F238E27FC236}">
                    <a16:creationId xmlns:a16="http://schemas.microsoft.com/office/drawing/2014/main" id="{31F810C1-C1A6-C4E0-FDAF-77C67D5C8012}"/>
                  </a:ext>
                </a:extLst>
              </p:cNvPr>
              <p:cNvSpPr/>
              <p:nvPr/>
            </p:nvSpPr>
            <p:spPr>
              <a:xfrm>
                <a:off x="6877697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8" name="Freeform 49277">
                <a:extLst>
                  <a:ext uri="{FF2B5EF4-FFF2-40B4-BE49-F238E27FC236}">
                    <a16:creationId xmlns:a16="http://schemas.microsoft.com/office/drawing/2014/main" id="{5B11B134-6A97-82A0-B2FF-B2A65E8B75C3}"/>
                  </a:ext>
                </a:extLst>
              </p:cNvPr>
              <p:cNvSpPr/>
              <p:nvPr/>
            </p:nvSpPr>
            <p:spPr>
              <a:xfrm>
                <a:off x="6878193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79" name="Freeform 49278">
                <a:extLst>
                  <a:ext uri="{FF2B5EF4-FFF2-40B4-BE49-F238E27FC236}">
                    <a16:creationId xmlns:a16="http://schemas.microsoft.com/office/drawing/2014/main" id="{060AA41A-C7A0-60DE-9CFA-4CDD3B0656FC}"/>
                  </a:ext>
                </a:extLst>
              </p:cNvPr>
              <p:cNvSpPr/>
              <p:nvPr/>
            </p:nvSpPr>
            <p:spPr>
              <a:xfrm>
                <a:off x="6878689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0" name="Freeform 49279">
                <a:extLst>
                  <a:ext uri="{FF2B5EF4-FFF2-40B4-BE49-F238E27FC236}">
                    <a16:creationId xmlns:a16="http://schemas.microsoft.com/office/drawing/2014/main" id="{C2A7DCBE-9E2B-E969-3B7E-B52F27EFF6AB}"/>
                  </a:ext>
                </a:extLst>
              </p:cNvPr>
              <p:cNvSpPr/>
              <p:nvPr/>
            </p:nvSpPr>
            <p:spPr>
              <a:xfrm>
                <a:off x="6879284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1" name="Freeform 49280">
                <a:extLst>
                  <a:ext uri="{FF2B5EF4-FFF2-40B4-BE49-F238E27FC236}">
                    <a16:creationId xmlns:a16="http://schemas.microsoft.com/office/drawing/2014/main" id="{DF4FA71E-B1D8-CB67-163E-C54E1D9CA530}"/>
                  </a:ext>
                </a:extLst>
              </p:cNvPr>
              <p:cNvSpPr/>
              <p:nvPr/>
            </p:nvSpPr>
            <p:spPr>
              <a:xfrm>
                <a:off x="6879780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2" name="Freeform 49281">
                <a:extLst>
                  <a:ext uri="{FF2B5EF4-FFF2-40B4-BE49-F238E27FC236}">
                    <a16:creationId xmlns:a16="http://schemas.microsoft.com/office/drawing/2014/main" id="{3F4CBB73-EA73-EA3E-4B62-08679790F862}"/>
                  </a:ext>
                </a:extLst>
              </p:cNvPr>
              <p:cNvSpPr/>
              <p:nvPr/>
            </p:nvSpPr>
            <p:spPr>
              <a:xfrm>
                <a:off x="6880277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3" name="Freeform 49282">
                <a:extLst>
                  <a:ext uri="{FF2B5EF4-FFF2-40B4-BE49-F238E27FC236}">
                    <a16:creationId xmlns:a16="http://schemas.microsoft.com/office/drawing/2014/main" id="{E5EDFFE2-3E0E-0363-8C78-4E3AE0676F45}"/>
                  </a:ext>
                </a:extLst>
              </p:cNvPr>
              <p:cNvSpPr/>
              <p:nvPr/>
            </p:nvSpPr>
            <p:spPr>
              <a:xfrm>
                <a:off x="6880872" y="5986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4" name="Freeform 49283">
                <a:extLst>
                  <a:ext uri="{FF2B5EF4-FFF2-40B4-BE49-F238E27FC236}">
                    <a16:creationId xmlns:a16="http://schemas.microsoft.com/office/drawing/2014/main" id="{66F29EB3-BFCA-0B44-D046-76B2D0822DDD}"/>
                  </a:ext>
                </a:extLst>
              </p:cNvPr>
              <p:cNvSpPr/>
              <p:nvPr/>
            </p:nvSpPr>
            <p:spPr>
              <a:xfrm>
                <a:off x="6881368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5" name="Freeform 49284">
                <a:extLst>
                  <a:ext uri="{FF2B5EF4-FFF2-40B4-BE49-F238E27FC236}">
                    <a16:creationId xmlns:a16="http://schemas.microsoft.com/office/drawing/2014/main" id="{0BBD4514-D8A9-874E-41F7-67A02179FDB9}"/>
                  </a:ext>
                </a:extLst>
              </p:cNvPr>
              <p:cNvSpPr/>
              <p:nvPr/>
            </p:nvSpPr>
            <p:spPr>
              <a:xfrm>
                <a:off x="6881864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6" name="Freeform 49285">
                <a:extLst>
                  <a:ext uri="{FF2B5EF4-FFF2-40B4-BE49-F238E27FC236}">
                    <a16:creationId xmlns:a16="http://schemas.microsoft.com/office/drawing/2014/main" id="{51A20676-935B-9A1F-52D8-1DDD5E277A50}"/>
                  </a:ext>
                </a:extLst>
              </p:cNvPr>
              <p:cNvSpPr/>
              <p:nvPr/>
            </p:nvSpPr>
            <p:spPr>
              <a:xfrm>
                <a:off x="6882459" y="5900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7" name="Freeform 49286">
                <a:extLst>
                  <a:ext uri="{FF2B5EF4-FFF2-40B4-BE49-F238E27FC236}">
                    <a16:creationId xmlns:a16="http://schemas.microsoft.com/office/drawing/2014/main" id="{EAE7594E-4F8D-4D05-364A-FA2A20176212}"/>
                  </a:ext>
                </a:extLst>
              </p:cNvPr>
              <p:cNvSpPr/>
              <p:nvPr/>
            </p:nvSpPr>
            <p:spPr>
              <a:xfrm>
                <a:off x="6882955" y="575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8" name="Freeform 49287">
                <a:extLst>
                  <a:ext uri="{FF2B5EF4-FFF2-40B4-BE49-F238E27FC236}">
                    <a16:creationId xmlns:a16="http://schemas.microsoft.com/office/drawing/2014/main" id="{CBD2CF20-6121-21F7-336A-78FDFBEB6D87}"/>
                  </a:ext>
                </a:extLst>
              </p:cNvPr>
              <p:cNvSpPr/>
              <p:nvPr/>
            </p:nvSpPr>
            <p:spPr>
              <a:xfrm>
                <a:off x="6883452" y="5642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9" name="Freeform 49288">
                <a:extLst>
                  <a:ext uri="{FF2B5EF4-FFF2-40B4-BE49-F238E27FC236}">
                    <a16:creationId xmlns:a16="http://schemas.microsoft.com/office/drawing/2014/main" id="{4ACB32B8-12AD-8BDD-4E42-32D09545BB83}"/>
                  </a:ext>
                </a:extLst>
              </p:cNvPr>
              <p:cNvSpPr/>
              <p:nvPr/>
            </p:nvSpPr>
            <p:spPr>
              <a:xfrm>
                <a:off x="6884047" y="5663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0" name="Freeform 49289">
                <a:extLst>
                  <a:ext uri="{FF2B5EF4-FFF2-40B4-BE49-F238E27FC236}">
                    <a16:creationId xmlns:a16="http://schemas.microsoft.com/office/drawing/2014/main" id="{8840D760-A617-BC32-0361-FBE222583EDF}"/>
                  </a:ext>
                </a:extLst>
              </p:cNvPr>
              <p:cNvSpPr/>
              <p:nvPr/>
            </p:nvSpPr>
            <p:spPr>
              <a:xfrm>
                <a:off x="6884543" y="5667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1" name="Freeform 49290">
                <a:extLst>
                  <a:ext uri="{FF2B5EF4-FFF2-40B4-BE49-F238E27FC236}">
                    <a16:creationId xmlns:a16="http://schemas.microsoft.com/office/drawing/2014/main" id="{91E840D4-A262-2BE1-EE03-B40E856E6F58}"/>
                  </a:ext>
                </a:extLst>
              </p:cNvPr>
              <p:cNvSpPr/>
              <p:nvPr/>
            </p:nvSpPr>
            <p:spPr>
              <a:xfrm>
                <a:off x="6885039" y="5583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2" name="Freeform 49291">
                <a:extLst>
                  <a:ext uri="{FF2B5EF4-FFF2-40B4-BE49-F238E27FC236}">
                    <a16:creationId xmlns:a16="http://schemas.microsoft.com/office/drawing/2014/main" id="{E10A9D3D-6AE4-DAB1-4967-9CEA97F4CD62}"/>
                  </a:ext>
                </a:extLst>
              </p:cNvPr>
              <p:cNvSpPr/>
              <p:nvPr/>
            </p:nvSpPr>
            <p:spPr>
              <a:xfrm>
                <a:off x="6885634" y="5723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3" name="Freeform 49292">
                <a:extLst>
                  <a:ext uri="{FF2B5EF4-FFF2-40B4-BE49-F238E27FC236}">
                    <a16:creationId xmlns:a16="http://schemas.microsoft.com/office/drawing/2014/main" id="{4AC9A950-2E3F-1EF4-2BB9-003552F1B5FF}"/>
                  </a:ext>
                </a:extLst>
              </p:cNvPr>
              <p:cNvSpPr/>
              <p:nvPr/>
            </p:nvSpPr>
            <p:spPr>
              <a:xfrm>
                <a:off x="6886130" y="576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4" name="Freeform 49293">
                <a:extLst>
                  <a:ext uri="{FF2B5EF4-FFF2-40B4-BE49-F238E27FC236}">
                    <a16:creationId xmlns:a16="http://schemas.microsoft.com/office/drawing/2014/main" id="{A189AA21-DD3D-2907-55A3-67E6AB306D02}"/>
                  </a:ext>
                </a:extLst>
              </p:cNvPr>
              <p:cNvSpPr/>
              <p:nvPr/>
            </p:nvSpPr>
            <p:spPr>
              <a:xfrm>
                <a:off x="6886627" y="5833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5" name="Freeform 49294">
                <a:extLst>
                  <a:ext uri="{FF2B5EF4-FFF2-40B4-BE49-F238E27FC236}">
                    <a16:creationId xmlns:a16="http://schemas.microsoft.com/office/drawing/2014/main" id="{D9C5B793-79B2-8158-4B3C-6A674F2C4914}"/>
                  </a:ext>
                </a:extLst>
              </p:cNvPr>
              <p:cNvSpPr/>
              <p:nvPr/>
            </p:nvSpPr>
            <p:spPr>
              <a:xfrm>
                <a:off x="6887222" y="580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6" name="Freeform 49295">
                <a:extLst>
                  <a:ext uri="{FF2B5EF4-FFF2-40B4-BE49-F238E27FC236}">
                    <a16:creationId xmlns:a16="http://schemas.microsoft.com/office/drawing/2014/main" id="{0B24AF0C-F169-495B-CF8B-EB65F1566BB3}"/>
                  </a:ext>
                </a:extLst>
              </p:cNvPr>
              <p:cNvSpPr/>
              <p:nvPr/>
            </p:nvSpPr>
            <p:spPr>
              <a:xfrm>
                <a:off x="6887718" y="5783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7" name="Freeform 49296">
                <a:extLst>
                  <a:ext uri="{FF2B5EF4-FFF2-40B4-BE49-F238E27FC236}">
                    <a16:creationId xmlns:a16="http://schemas.microsoft.com/office/drawing/2014/main" id="{55FB0DB2-677B-1DAA-8984-F976DDCBE4F6}"/>
                  </a:ext>
                </a:extLst>
              </p:cNvPr>
              <p:cNvSpPr/>
              <p:nvPr/>
            </p:nvSpPr>
            <p:spPr>
              <a:xfrm>
                <a:off x="6888214" y="575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8" name="Freeform 49297">
                <a:extLst>
                  <a:ext uri="{FF2B5EF4-FFF2-40B4-BE49-F238E27FC236}">
                    <a16:creationId xmlns:a16="http://schemas.microsoft.com/office/drawing/2014/main" id="{C1033130-CFE5-2616-DB4D-0AF1A749D717}"/>
                  </a:ext>
                </a:extLst>
              </p:cNvPr>
              <p:cNvSpPr/>
              <p:nvPr/>
            </p:nvSpPr>
            <p:spPr>
              <a:xfrm>
                <a:off x="6888710" y="571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9" name="Freeform 49298">
                <a:extLst>
                  <a:ext uri="{FF2B5EF4-FFF2-40B4-BE49-F238E27FC236}">
                    <a16:creationId xmlns:a16="http://schemas.microsoft.com/office/drawing/2014/main" id="{86FDA90C-144B-9FE5-0FED-D25142CA5283}"/>
                  </a:ext>
                </a:extLst>
              </p:cNvPr>
              <p:cNvSpPr/>
              <p:nvPr/>
            </p:nvSpPr>
            <p:spPr>
              <a:xfrm>
                <a:off x="6889305" y="5926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0" name="Freeform 49299">
                <a:extLst>
                  <a:ext uri="{FF2B5EF4-FFF2-40B4-BE49-F238E27FC236}">
                    <a16:creationId xmlns:a16="http://schemas.microsoft.com/office/drawing/2014/main" id="{61273D79-EE19-5AB0-9B50-9D76886FAD07}"/>
                  </a:ext>
                </a:extLst>
              </p:cNvPr>
              <p:cNvSpPr/>
              <p:nvPr/>
            </p:nvSpPr>
            <p:spPr>
              <a:xfrm>
                <a:off x="6889802" y="5967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1" name="Freeform 49300">
                <a:extLst>
                  <a:ext uri="{FF2B5EF4-FFF2-40B4-BE49-F238E27FC236}">
                    <a16:creationId xmlns:a16="http://schemas.microsoft.com/office/drawing/2014/main" id="{A2A6068C-434A-9733-D609-CB4C0CBDF9CA}"/>
                  </a:ext>
                </a:extLst>
              </p:cNvPr>
              <p:cNvSpPr/>
              <p:nvPr/>
            </p:nvSpPr>
            <p:spPr>
              <a:xfrm>
                <a:off x="6890298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2" name="Freeform 49301">
                <a:extLst>
                  <a:ext uri="{FF2B5EF4-FFF2-40B4-BE49-F238E27FC236}">
                    <a16:creationId xmlns:a16="http://schemas.microsoft.com/office/drawing/2014/main" id="{CA8F1E89-8CFD-8D37-29BD-A65FF6219699}"/>
                  </a:ext>
                </a:extLst>
              </p:cNvPr>
              <p:cNvSpPr/>
              <p:nvPr/>
            </p:nvSpPr>
            <p:spPr>
              <a:xfrm>
                <a:off x="6890893" y="5988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3" name="Freeform 49302">
                <a:extLst>
                  <a:ext uri="{FF2B5EF4-FFF2-40B4-BE49-F238E27FC236}">
                    <a16:creationId xmlns:a16="http://schemas.microsoft.com/office/drawing/2014/main" id="{6D031C56-4BAE-FAD7-F0C3-A4DD0DFA1D55}"/>
                  </a:ext>
                </a:extLst>
              </p:cNvPr>
              <p:cNvSpPr/>
              <p:nvPr/>
            </p:nvSpPr>
            <p:spPr>
              <a:xfrm>
                <a:off x="6891389" y="5988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4" name="Freeform 49303">
                <a:extLst>
                  <a:ext uri="{FF2B5EF4-FFF2-40B4-BE49-F238E27FC236}">
                    <a16:creationId xmlns:a16="http://schemas.microsoft.com/office/drawing/2014/main" id="{5DCD64DE-1CD5-174E-C946-CEFB866EADC3}"/>
                  </a:ext>
                </a:extLst>
              </p:cNvPr>
              <p:cNvSpPr/>
              <p:nvPr/>
            </p:nvSpPr>
            <p:spPr>
              <a:xfrm>
                <a:off x="6891885" y="599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5" name="Freeform 49304">
                <a:extLst>
                  <a:ext uri="{FF2B5EF4-FFF2-40B4-BE49-F238E27FC236}">
                    <a16:creationId xmlns:a16="http://schemas.microsoft.com/office/drawing/2014/main" id="{CD957741-9335-F5D2-B0C4-FE80CB8DB379}"/>
                  </a:ext>
                </a:extLst>
              </p:cNvPr>
              <p:cNvSpPr/>
              <p:nvPr/>
            </p:nvSpPr>
            <p:spPr>
              <a:xfrm>
                <a:off x="6892480" y="5989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6" name="Freeform 49305">
                <a:extLst>
                  <a:ext uri="{FF2B5EF4-FFF2-40B4-BE49-F238E27FC236}">
                    <a16:creationId xmlns:a16="http://schemas.microsoft.com/office/drawing/2014/main" id="{1F81CDD6-E117-0143-55FC-428A220FA346}"/>
                  </a:ext>
                </a:extLst>
              </p:cNvPr>
              <p:cNvSpPr/>
              <p:nvPr/>
            </p:nvSpPr>
            <p:spPr>
              <a:xfrm>
                <a:off x="6892977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7" name="Freeform 49306">
                <a:extLst>
                  <a:ext uri="{FF2B5EF4-FFF2-40B4-BE49-F238E27FC236}">
                    <a16:creationId xmlns:a16="http://schemas.microsoft.com/office/drawing/2014/main" id="{85563AF7-7A6F-F003-FB98-0AF52694F815}"/>
                  </a:ext>
                </a:extLst>
              </p:cNvPr>
              <p:cNvSpPr/>
              <p:nvPr/>
            </p:nvSpPr>
            <p:spPr>
              <a:xfrm>
                <a:off x="6893473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8" name="Freeform 49307">
                <a:extLst>
                  <a:ext uri="{FF2B5EF4-FFF2-40B4-BE49-F238E27FC236}">
                    <a16:creationId xmlns:a16="http://schemas.microsoft.com/office/drawing/2014/main" id="{642C5A0B-7CAA-D7DD-95CF-D4DEFF2DAEEF}"/>
                  </a:ext>
                </a:extLst>
              </p:cNvPr>
              <p:cNvSpPr/>
              <p:nvPr/>
            </p:nvSpPr>
            <p:spPr>
              <a:xfrm>
                <a:off x="6894068" y="5989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9" name="Freeform 49308">
                <a:extLst>
                  <a:ext uri="{FF2B5EF4-FFF2-40B4-BE49-F238E27FC236}">
                    <a16:creationId xmlns:a16="http://schemas.microsoft.com/office/drawing/2014/main" id="{33995681-9D4B-3D97-D1AD-F7F6BCE439D4}"/>
                  </a:ext>
                </a:extLst>
              </p:cNvPr>
              <p:cNvSpPr/>
              <p:nvPr/>
            </p:nvSpPr>
            <p:spPr>
              <a:xfrm>
                <a:off x="6894564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0" name="Freeform 49309">
                <a:extLst>
                  <a:ext uri="{FF2B5EF4-FFF2-40B4-BE49-F238E27FC236}">
                    <a16:creationId xmlns:a16="http://schemas.microsoft.com/office/drawing/2014/main" id="{F8B65286-B2C8-8054-5623-E06559A42203}"/>
                  </a:ext>
                </a:extLst>
              </p:cNvPr>
              <p:cNvSpPr/>
              <p:nvPr/>
            </p:nvSpPr>
            <p:spPr>
              <a:xfrm>
                <a:off x="6895060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1" name="Freeform 49310">
                <a:extLst>
                  <a:ext uri="{FF2B5EF4-FFF2-40B4-BE49-F238E27FC236}">
                    <a16:creationId xmlns:a16="http://schemas.microsoft.com/office/drawing/2014/main" id="{3DCE1A27-C53B-BCB1-3913-E61B3F4F5488}"/>
                  </a:ext>
                </a:extLst>
              </p:cNvPr>
              <p:cNvSpPr/>
              <p:nvPr/>
            </p:nvSpPr>
            <p:spPr>
              <a:xfrm>
                <a:off x="6895655" y="576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2" name="Freeform 49311">
                <a:extLst>
                  <a:ext uri="{FF2B5EF4-FFF2-40B4-BE49-F238E27FC236}">
                    <a16:creationId xmlns:a16="http://schemas.microsoft.com/office/drawing/2014/main" id="{4702EABB-5A15-7B7C-D8DB-616EBE443CB6}"/>
                  </a:ext>
                </a:extLst>
              </p:cNvPr>
              <p:cNvSpPr/>
              <p:nvPr/>
            </p:nvSpPr>
            <p:spPr>
              <a:xfrm>
                <a:off x="6896152" y="562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3" name="Freeform 49312">
                <a:extLst>
                  <a:ext uri="{FF2B5EF4-FFF2-40B4-BE49-F238E27FC236}">
                    <a16:creationId xmlns:a16="http://schemas.microsoft.com/office/drawing/2014/main" id="{0DB779D6-CCE5-965E-6436-F163F6B4423C}"/>
                  </a:ext>
                </a:extLst>
              </p:cNvPr>
              <p:cNvSpPr/>
              <p:nvPr/>
            </p:nvSpPr>
            <p:spPr>
              <a:xfrm>
                <a:off x="6896648" y="5635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4" name="Freeform 49313">
                <a:extLst>
                  <a:ext uri="{FF2B5EF4-FFF2-40B4-BE49-F238E27FC236}">
                    <a16:creationId xmlns:a16="http://schemas.microsoft.com/office/drawing/2014/main" id="{98DA3CCB-D555-9184-DF19-002CC1348A3E}"/>
                  </a:ext>
                </a:extLst>
              </p:cNvPr>
              <p:cNvSpPr/>
              <p:nvPr/>
            </p:nvSpPr>
            <p:spPr>
              <a:xfrm>
                <a:off x="6897243" y="5652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5" name="Freeform 49314">
                <a:extLst>
                  <a:ext uri="{FF2B5EF4-FFF2-40B4-BE49-F238E27FC236}">
                    <a16:creationId xmlns:a16="http://schemas.microsoft.com/office/drawing/2014/main" id="{DD543865-6461-204D-70C0-0D9377BDE9EB}"/>
                  </a:ext>
                </a:extLst>
              </p:cNvPr>
              <p:cNvSpPr/>
              <p:nvPr/>
            </p:nvSpPr>
            <p:spPr>
              <a:xfrm>
                <a:off x="6897739" y="5631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6" name="Freeform 49315">
                <a:extLst>
                  <a:ext uri="{FF2B5EF4-FFF2-40B4-BE49-F238E27FC236}">
                    <a16:creationId xmlns:a16="http://schemas.microsoft.com/office/drawing/2014/main" id="{1C1A483E-FA30-6183-286F-02CCDC6FBF37}"/>
                  </a:ext>
                </a:extLst>
              </p:cNvPr>
              <p:cNvSpPr/>
              <p:nvPr/>
            </p:nvSpPr>
            <p:spPr>
              <a:xfrm>
                <a:off x="6898235" y="5680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7" name="Freeform 49316">
                <a:extLst>
                  <a:ext uri="{FF2B5EF4-FFF2-40B4-BE49-F238E27FC236}">
                    <a16:creationId xmlns:a16="http://schemas.microsoft.com/office/drawing/2014/main" id="{79B8FD1D-AC10-5DB8-68CD-026591253F54}"/>
                  </a:ext>
                </a:extLst>
              </p:cNvPr>
              <p:cNvSpPr/>
              <p:nvPr/>
            </p:nvSpPr>
            <p:spPr>
              <a:xfrm>
                <a:off x="6898830" y="5778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8" name="Freeform 49317">
                <a:extLst>
                  <a:ext uri="{FF2B5EF4-FFF2-40B4-BE49-F238E27FC236}">
                    <a16:creationId xmlns:a16="http://schemas.microsoft.com/office/drawing/2014/main" id="{59635995-5348-26B5-98A7-40D492CE80C6}"/>
                  </a:ext>
                </a:extLst>
              </p:cNvPr>
              <p:cNvSpPr/>
              <p:nvPr/>
            </p:nvSpPr>
            <p:spPr>
              <a:xfrm>
                <a:off x="6899327" y="5818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9" name="Freeform 49318">
                <a:extLst>
                  <a:ext uri="{FF2B5EF4-FFF2-40B4-BE49-F238E27FC236}">
                    <a16:creationId xmlns:a16="http://schemas.microsoft.com/office/drawing/2014/main" id="{B1571979-93D8-53DC-18A7-C8BA0FBA741B}"/>
                  </a:ext>
                </a:extLst>
              </p:cNvPr>
              <p:cNvSpPr/>
              <p:nvPr/>
            </p:nvSpPr>
            <p:spPr>
              <a:xfrm>
                <a:off x="6899823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0" name="Freeform 49319">
                <a:extLst>
                  <a:ext uri="{FF2B5EF4-FFF2-40B4-BE49-F238E27FC236}">
                    <a16:creationId xmlns:a16="http://schemas.microsoft.com/office/drawing/2014/main" id="{C887414E-CB43-E3E9-6A2B-51B02A184D62}"/>
                  </a:ext>
                </a:extLst>
              </p:cNvPr>
              <p:cNvSpPr/>
              <p:nvPr/>
            </p:nvSpPr>
            <p:spPr>
              <a:xfrm>
                <a:off x="6900418" y="5771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1" name="Freeform 49320">
                <a:extLst>
                  <a:ext uri="{FF2B5EF4-FFF2-40B4-BE49-F238E27FC236}">
                    <a16:creationId xmlns:a16="http://schemas.microsoft.com/office/drawing/2014/main" id="{847C1C86-20B9-2A74-E2B5-66742DD92588}"/>
                  </a:ext>
                </a:extLst>
              </p:cNvPr>
              <p:cNvSpPr/>
              <p:nvPr/>
            </p:nvSpPr>
            <p:spPr>
              <a:xfrm>
                <a:off x="6900914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2" name="Freeform 49321">
                <a:extLst>
                  <a:ext uri="{FF2B5EF4-FFF2-40B4-BE49-F238E27FC236}">
                    <a16:creationId xmlns:a16="http://schemas.microsoft.com/office/drawing/2014/main" id="{2DD51D44-F1B5-3C1E-0737-7E99D956ACDB}"/>
                  </a:ext>
                </a:extLst>
              </p:cNvPr>
              <p:cNvSpPr/>
              <p:nvPr/>
            </p:nvSpPr>
            <p:spPr>
              <a:xfrm>
                <a:off x="6901410" y="5706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3" name="Freeform 49322">
                <a:extLst>
                  <a:ext uri="{FF2B5EF4-FFF2-40B4-BE49-F238E27FC236}">
                    <a16:creationId xmlns:a16="http://schemas.microsoft.com/office/drawing/2014/main" id="{4A3CEC00-700B-D674-85AD-F4888EB2204E}"/>
                  </a:ext>
                </a:extLst>
              </p:cNvPr>
              <p:cNvSpPr/>
              <p:nvPr/>
            </p:nvSpPr>
            <p:spPr>
              <a:xfrm>
                <a:off x="6901906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4" name="Freeform 49323">
                <a:extLst>
                  <a:ext uri="{FF2B5EF4-FFF2-40B4-BE49-F238E27FC236}">
                    <a16:creationId xmlns:a16="http://schemas.microsoft.com/office/drawing/2014/main" id="{1B6AC2C3-19D3-8E7F-468C-89E1BB8BE091}"/>
                  </a:ext>
                </a:extLst>
              </p:cNvPr>
              <p:cNvSpPr/>
              <p:nvPr/>
            </p:nvSpPr>
            <p:spPr>
              <a:xfrm>
                <a:off x="6902502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5" name="Freeform 49324">
                <a:extLst>
                  <a:ext uri="{FF2B5EF4-FFF2-40B4-BE49-F238E27FC236}">
                    <a16:creationId xmlns:a16="http://schemas.microsoft.com/office/drawing/2014/main" id="{E408C440-64DC-BFDB-21DF-B9E873268808}"/>
                  </a:ext>
                </a:extLst>
              </p:cNvPr>
              <p:cNvSpPr/>
              <p:nvPr/>
            </p:nvSpPr>
            <p:spPr>
              <a:xfrm>
                <a:off x="6902998" y="6014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6" name="Freeform 49325">
                <a:extLst>
                  <a:ext uri="{FF2B5EF4-FFF2-40B4-BE49-F238E27FC236}">
                    <a16:creationId xmlns:a16="http://schemas.microsoft.com/office/drawing/2014/main" id="{6579A889-C32D-089A-613B-E98D0997DF38}"/>
                  </a:ext>
                </a:extLst>
              </p:cNvPr>
              <p:cNvSpPr/>
              <p:nvPr/>
            </p:nvSpPr>
            <p:spPr>
              <a:xfrm>
                <a:off x="6903494" y="6016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7" name="Freeform 49326">
                <a:extLst>
                  <a:ext uri="{FF2B5EF4-FFF2-40B4-BE49-F238E27FC236}">
                    <a16:creationId xmlns:a16="http://schemas.microsoft.com/office/drawing/2014/main" id="{EB833C8D-1F60-5E4B-BC2E-1377D5F9F6A8}"/>
                  </a:ext>
                </a:extLst>
              </p:cNvPr>
              <p:cNvSpPr/>
              <p:nvPr/>
            </p:nvSpPr>
            <p:spPr>
              <a:xfrm>
                <a:off x="6904089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8" name="Freeform 49327">
                <a:extLst>
                  <a:ext uri="{FF2B5EF4-FFF2-40B4-BE49-F238E27FC236}">
                    <a16:creationId xmlns:a16="http://schemas.microsoft.com/office/drawing/2014/main" id="{0E7A5A65-D40C-4F2F-9828-CE98D7D7B155}"/>
                  </a:ext>
                </a:extLst>
              </p:cNvPr>
              <p:cNvSpPr/>
              <p:nvPr/>
            </p:nvSpPr>
            <p:spPr>
              <a:xfrm>
                <a:off x="6904585" y="60197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9" name="Freeform 49328">
                <a:extLst>
                  <a:ext uri="{FF2B5EF4-FFF2-40B4-BE49-F238E27FC236}">
                    <a16:creationId xmlns:a16="http://schemas.microsoft.com/office/drawing/2014/main" id="{4951B923-22A1-B05E-E649-AA25063887D5}"/>
                  </a:ext>
                </a:extLst>
              </p:cNvPr>
              <p:cNvSpPr/>
              <p:nvPr/>
            </p:nvSpPr>
            <p:spPr>
              <a:xfrm>
                <a:off x="6905081" y="6020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0" name="Freeform 49329">
                <a:extLst>
                  <a:ext uri="{FF2B5EF4-FFF2-40B4-BE49-F238E27FC236}">
                    <a16:creationId xmlns:a16="http://schemas.microsoft.com/office/drawing/2014/main" id="{828D8E10-E1FB-AEAD-E65E-0618970B63AE}"/>
                  </a:ext>
                </a:extLst>
              </p:cNvPr>
              <p:cNvSpPr/>
              <p:nvPr/>
            </p:nvSpPr>
            <p:spPr>
              <a:xfrm>
                <a:off x="6905677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1" name="Freeform 49330">
                <a:extLst>
                  <a:ext uri="{FF2B5EF4-FFF2-40B4-BE49-F238E27FC236}">
                    <a16:creationId xmlns:a16="http://schemas.microsoft.com/office/drawing/2014/main" id="{73ACBED0-AEB1-D7C4-6006-1A2C8D34D613}"/>
                  </a:ext>
                </a:extLst>
              </p:cNvPr>
              <p:cNvSpPr/>
              <p:nvPr/>
            </p:nvSpPr>
            <p:spPr>
              <a:xfrm>
                <a:off x="6906173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2" name="Freeform 49331">
                <a:extLst>
                  <a:ext uri="{FF2B5EF4-FFF2-40B4-BE49-F238E27FC236}">
                    <a16:creationId xmlns:a16="http://schemas.microsoft.com/office/drawing/2014/main" id="{876789A8-E859-0B77-E209-3D21ADF59D65}"/>
                  </a:ext>
                </a:extLst>
              </p:cNvPr>
              <p:cNvSpPr/>
              <p:nvPr/>
            </p:nvSpPr>
            <p:spPr>
              <a:xfrm>
                <a:off x="6906669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3" name="Freeform 49332">
                <a:extLst>
                  <a:ext uri="{FF2B5EF4-FFF2-40B4-BE49-F238E27FC236}">
                    <a16:creationId xmlns:a16="http://schemas.microsoft.com/office/drawing/2014/main" id="{D0FBE1AE-E858-4E03-F754-8CB253D1A71D}"/>
                  </a:ext>
                </a:extLst>
              </p:cNvPr>
              <p:cNvSpPr/>
              <p:nvPr/>
            </p:nvSpPr>
            <p:spPr>
              <a:xfrm>
                <a:off x="6907264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4" name="Freeform 49333">
                <a:extLst>
                  <a:ext uri="{FF2B5EF4-FFF2-40B4-BE49-F238E27FC236}">
                    <a16:creationId xmlns:a16="http://schemas.microsoft.com/office/drawing/2014/main" id="{55A1D74B-2E51-1EDD-82BE-BD381B0C04D4}"/>
                  </a:ext>
                </a:extLst>
              </p:cNvPr>
              <p:cNvSpPr/>
              <p:nvPr/>
            </p:nvSpPr>
            <p:spPr>
              <a:xfrm>
                <a:off x="6907760" y="5911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5" name="Freeform 49334">
                <a:extLst>
                  <a:ext uri="{FF2B5EF4-FFF2-40B4-BE49-F238E27FC236}">
                    <a16:creationId xmlns:a16="http://schemas.microsoft.com/office/drawing/2014/main" id="{078ABF30-5F42-AA47-D23A-47388A6DC809}"/>
                  </a:ext>
                </a:extLst>
              </p:cNvPr>
              <p:cNvSpPr/>
              <p:nvPr/>
            </p:nvSpPr>
            <p:spPr>
              <a:xfrm>
                <a:off x="6908256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6" name="Freeform 49335">
                <a:extLst>
                  <a:ext uri="{FF2B5EF4-FFF2-40B4-BE49-F238E27FC236}">
                    <a16:creationId xmlns:a16="http://schemas.microsoft.com/office/drawing/2014/main" id="{EFE093A9-4525-2DCD-C8D4-B68F45196BF2}"/>
                  </a:ext>
                </a:extLst>
              </p:cNvPr>
              <p:cNvSpPr/>
              <p:nvPr/>
            </p:nvSpPr>
            <p:spPr>
              <a:xfrm>
                <a:off x="6908852" y="5657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7" name="Freeform 49336">
                <a:extLst>
                  <a:ext uri="{FF2B5EF4-FFF2-40B4-BE49-F238E27FC236}">
                    <a16:creationId xmlns:a16="http://schemas.microsoft.com/office/drawing/2014/main" id="{7C8B9622-7B9B-2A80-0946-F56B7D79A731}"/>
                  </a:ext>
                </a:extLst>
              </p:cNvPr>
              <p:cNvSpPr/>
              <p:nvPr/>
            </p:nvSpPr>
            <p:spPr>
              <a:xfrm>
                <a:off x="6909348" y="5676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8" name="Freeform 49337">
                <a:extLst>
                  <a:ext uri="{FF2B5EF4-FFF2-40B4-BE49-F238E27FC236}">
                    <a16:creationId xmlns:a16="http://schemas.microsoft.com/office/drawing/2014/main" id="{47FFEA2B-877D-D999-1CB1-85E3E96430FC}"/>
                  </a:ext>
                </a:extLst>
              </p:cNvPr>
              <p:cNvSpPr/>
              <p:nvPr/>
            </p:nvSpPr>
            <p:spPr>
              <a:xfrm>
                <a:off x="6909844" y="5682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9" name="Freeform 49338">
                <a:extLst>
                  <a:ext uri="{FF2B5EF4-FFF2-40B4-BE49-F238E27FC236}">
                    <a16:creationId xmlns:a16="http://schemas.microsoft.com/office/drawing/2014/main" id="{ABD7A72E-06AB-EEC4-F745-BD847B0C7802}"/>
                  </a:ext>
                </a:extLst>
              </p:cNvPr>
              <p:cNvSpPr/>
              <p:nvPr/>
            </p:nvSpPr>
            <p:spPr>
              <a:xfrm>
                <a:off x="6910439" y="562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0" name="Freeform 49339">
                <a:extLst>
                  <a:ext uri="{FF2B5EF4-FFF2-40B4-BE49-F238E27FC236}">
                    <a16:creationId xmlns:a16="http://schemas.microsoft.com/office/drawing/2014/main" id="{B3A42440-29A5-7ED4-B6EA-1B548B297062}"/>
                  </a:ext>
                </a:extLst>
              </p:cNvPr>
              <p:cNvSpPr/>
              <p:nvPr/>
            </p:nvSpPr>
            <p:spPr>
              <a:xfrm>
                <a:off x="6910935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1" name="Freeform 49340">
                <a:extLst>
                  <a:ext uri="{FF2B5EF4-FFF2-40B4-BE49-F238E27FC236}">
                    <a16:creationId xmlns:a16="http://schemas.microsoft.com/office/drawing/2014/main" id="{03C05919-CA05-3613-86DB-9A874DB3E9CF}"/>
                  </a:ext>
                </a:extLst>
              </p:cNvPr>
              <p:cNvSpPr/>
              <p:nvPr/>
            </p:nvSpPr>
            <p:spPr>
              <a:xfrm>
                <a:off x="6911431" y="581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2" name="Freeform 49341">
                <a:extLst>
                  <a:ext uri="{FF2B5EF4-FFF2-40B4-BE49-F238E27FC236}">
                    <a16:creationId xmlns:a16="http://schemas.microsoft.com/office/drawing/2014/main" id="{EB54A794-1A3C-4562-8395-B437C9304A20}"/>
                  </a:ext>
                </a:extLst>
              </p:cNvPr>
              <p:cNvSpPr/>
              <p:nvPr/>
            </p:nvSpPr>
            <p:spPr>
              <a:xfrm>
                <a:off x="6912027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3" name="Freeform 49342">
                <a:extLst>
                  <a:ext uri="{FF2B5EF4-FFF2-40B4-BE49-F238E27FC236}">
                    <a16:creationId xmlns:a16="http://schemas.microsoft.com/office/drawing/2014/main" id="{3112B295-841C-DC6B-1709-B13C299974E8}"/>
                  </a:ext>
                </a:extLst>
              </p:cNvPr>
              <p:cNvSpPr/>
              <p:nvPr/>
            </p:nvSpPr>
            <p:spPr>
              <a:xfrm>
                <a:off x="6912523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4" name="Freeform 49343">
                <a:extLst>
                  <a:ext uri="{FF2B5EF4-FFF2-40B4-BE49-F238E27FC236}">
                    <a16:creationId xmlns:a16="http://schemas.microsoft.com/office/drawing/2014/main" id="{CE225691-9B1B-4A0E-E73B-6298BD6F8955}"/>
                  </a:ext>
                </a:extLst>
              </p:cNvPr>
              <p:cNvSpPr/>
              <p:nvPr/>
            </p:nvSpPr>
            <p:spPr>
              <a:xfrm>
                <a:off x="6913019" y="5778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5" name="Freeform 49344">
                <a:extLst>
                  <a:ext uri="{FF2B5EF4-FFF2-40B4-BE49-F238E27FC236}">
                    <a16:creationId xmlns:a16="http://schemas.microsoft.com/office/drawing/2014/main" id="{0121820F-0E31-D0E8-CF6E-80EDEFA559DF}"/>
                  </a:ext>
                </a:extLst>
              </p:cNvPr>
              <p:cNvSpPr/>
              <p:nvPr/>
            </p:nvSpPr>
            <p:spPr>
              <a:xfrm>
                <a:off x="6913515" y="5756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6" name="Freeform 49345">
                <a:extLst>
                  <a:ext uri="{FF2B5EF4-FFF2-40B4-BE49-F238E27FC236}">
                    <a16:creationId xmlns:a16="http://schemas.microsoft.com/office/drawing/2014/main" id="{E722B85C-CBCC-0445-77C6-791E30766500}"/>
                  </a:ext>
                </a:extLst>
              </p:cNvPr>
              <p:cNvSpPr/>
              <p:nvPr/>
            </p:nvSpPr>
            <p:spPr>
              <a:xfrm>
                <a:off x="6914110" y="5718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7" name="Freeform 49346">
                <a:extLst>
                  <a:ext uri="{FF2B5EF4-FFF2-40B4-BE49-F238E27FC236}">
                    <a16:creationId xmlns:a16="http://schemas.microsoft.com/office/drawing/2014/main" id="{149886B3-5245-BAA2-2991-A59652519324}"/>
                  </a:ext>
                </a:extLst>
              </p:cNvPr>
              <p:cNvSpPr/>
              <p:nvPr/>
            </p:nvSpPr>
            <p:spPr>
              <a:xfrm>
                <a:off x="6914606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8" name="Freeform 49347">
                <a:extLst>
                  <a:ext uri="{FF2B5EF4-FFF2-40B4-BE49-F238E27FC236}">
                    <a16:creationId xmlns:a16="http://schemas.microsoft.com/office/drawing/2014/main" id="{8CAE61A7-4B06-08EE-B9F2-D79EE0E1035F}"/>
                  </a:ext>
                </a:extLst>
              </p:cNvPr>
              <p:cNvSpPr/>
              <p:nvPr/>
            </p:nvSpPr>
            <p:spPr>
              <a:xfrm>
                <a:off x="6915102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9" name="Freeform 49348">
                <a:extLst>
                  <a:ext uri="{FF2B5EF4-FFF2-40B4-BE49-F238E27FC236}">
                    <a16:creationId xmlns:a16="http://schemas.microsoft.com/office/drawing/2014/main" id="{332144C0-5093-EC9C-FB43-2B62FDB7862B}"/>
                  </a:ext>
                </a:extLst>
              </p:cNvPr>
              <p:cNvSpPr/>
              <p:nvPr/>
            </p:nvSpPr>
            <p:spPr>
              <a:xfrm>
                <a:off x="6915698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0" name="Freeform 49349">
                <a:extLst>
                  <a:ext uri="{FF2B5EF4-FFF2-40B4-BE49-F238E27FC236}">
                    <a16:creationId xmlns:a16="http://schemas.microsoft.com/office/drawing/2014/main" id="{8565F42D-ABC2-0051-404C-11F20FA5CFD3}"/>
                  </a:ext>
                </a:extLst>
              </p:cNvPr>
              <p:cNvSpPr/>
              <p:nvPr/>
            </p:nvSpPr>
            <p:spPr>
              <a:xfrm>
                <a:off x="6916194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1" name="Freeform 49350">
                <a:extLst>
                  <a:ext uri="{FF2B5EF4-FFF2-40B4-BE49-F238E27FC236}">
                    <a16:creationId xmlns:a16="http://schemas.microsoft.com/office/drawing/2014/main" id="{FC9A00C0-7576-5822-F3CE-11414EB306C9}"/>
                  </a:ext>
                </a:extLst>
              </p:cNvPr>
              <p:cNvSpPr/>
              <p:nvPr/>
            </p:nvSpPr>
            <p:spPr>
              <a:xfrm>
                <a:off x="6916690" y="602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2" name="Freeform 49351">
                <a:extLst>
                  <a:ext uri="{FF2B5EF4-FFF2-40B4-BE49-F238E27FC236}">
                    <a16:creationId xmlns:a16="http://schemas.microsoft.com/office/drawing/2014/main" id="{68002A3E-313E-327F-1618-77C822FDA3FC}"/>
                  </a:ext>
                </a:extLst>
              </p:cNvPr>
              <p:cNvSpPr/>
              <p:nvPr/>
            </p:nvSpPr>
            <p:spPr>
              <a:xfrm>
                <a:off x="6917285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3" name="Freeform 49352">
                <a:extLst>
                  <a:ext uri="{FF2B5EF4-FFF2-40B4-BE49-F238E27FC236}">
                    <a16:creationId xmlns:a16="http://schemas.microsoft.com/office/drawing/2014/main" id="{67691E04-A171-A34A-8AE6-4CCC78FF0AE4}"/>
                  </a:ext>
                </a:extLst>
              </p:cNvPr>
              <p:cNvSpPr/>
              <p:nvPr/>
            </p:nvSpPr>
            <p:spPr>
              <a:xfrm>
                <a:off x="6917781" y="602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4" name="Freeform 49353">
                <a:extLst>
                  <a:ext uri="{FF2B5EF4-FFF2-40B4-BE49-F238E27FC236}">
                    <a16:creationId xmlns:a16="http://schemas.microsoft.com/office/drawing/2014/main" id="{9D4EED09-3B16-2135-9374-D0C082DCEE4A}"/>
                  </a:ext>
                </a:extLst>
              </p:cNvPr>
              <p:cNvSpPr/>
              <p:nvPr/>
            </p:nvSpPr>
            <p:spPr>
              <a:xfrm>
                <a:off x="6918277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5" name="Freeform 49354">
                <a:extLst>
                  <a:ext uri="{FF2B5EF4-FFF2-40B4-BE49-F238E27FC236}">
                    <a16:creationId xmlns:a16="http://schemas.microsoft.com/office/drawing/2014/main" id="{04862D5D-48E0-B2B6-9C00-FBDB44C93EC6}"/>
                  </a:ext>
                </a:extLst>
              </p:cNvPr>
              <p:cNvSpPr/>
              <p:nvPr/>
            </p:nvSpPr>
            <p:spPr>
              <a:xfrm>
                <a:off x="6918873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6" name="Freeform 49355">
                <a:extLst>
                  <a:ext uri="{FF2B5EF4-FFF2-40B4-BE49-F238E27FC236}">
                    <a16:creationId xmlns:a16="http://schemas.microsoft.com/office/drawing/2014/main" id="{5DBF97E8-4584-0AC6-D59F-B876AC83A6EB}"/>
                  </a:ext>
                </a:extLst>
              </p:cNvPr>
              <p:cNvSpPr/>
              <p:nvPr/>
            </p:nvSpPr>
            <p:spPr>
              <a:xfrm>
                <a:off x="6919369" y="6020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7" name="Freeform 49356">
                <a:extLst>
                  <a:ext uri="{FF2B5EF4-FFF2-40B4-BE49-F238E27FC236}">
                    <a16:creationId xmlns:a16="http://schemas.microsoft.com/office/drawing/2014/main" id="{D0EE085F-E389-6B87-D3FF-FD608DDF8F8C}"/>
                  </a:ext>
                </a:extLst>
              </p:cNvPr>
              <p:cNvSpPr/>
              <p:nvPr/>
            </p:nvSpPr>
            <p:spPr>
              <a:xfrm>
                <a:off x="6919865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8" name="Freeform 49357">
                <a:extLst>
                  <a:ext uri="{FF2B5EF4-FFF2-40B4-BE49-F238E27FC236}">
                    <a16:creationId xmlns:a16="http://schemas.microsoft.com/office/drawing/2014/main" id="{A016EE6A-17E9-F86D-78CD-420D22A58BD4}"/>
                  </a:ext>
                </a:extLst>
              </p:cNvPr>
              <p:cNvSpPr/>
              <p:nvPr/>
            </p:nvSpPr>
            <p:spPr>
              <a:xfrm>
                <a:off x="6920460" y="5892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9" name="Freeform 49358">
                <a:extLst>
                  <a:ext uri="{FF2B5EF4-FFF2-40B4-BE49-F238E27FC236}">
                    <a16:creationId xmlns:a16="http://schemas.microsoft.com/office/drawing/2014/main" id="{6D9FE4F9-2524-6286-945C-336C413366F3}"/>
                  </a:ext>
                </a:extLst>
              </p:cNvPr>
              <p:cNvSpPr/>
              <p:nvPr/>
            </p:nvSpPr>
            <p:spPr>
              <a:xfrm>
                <a:off x="6920956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0" name="Freeform 49359">
                <a:extLst>
                  <a:ext uri="{FF2B5EF4-FFF2-40B4-BE49-F238E27FC236}">
                    <a16:creationId xmlns:a16="http://schemas.microsoft.com/office/drawing/2014/main" id="{A23CE9EB-72FF-B0CF-2E6B-012432A810E9}"/>
                  </a:ext>
                </a:extLst>
              </p:cNvPr>
              <p:cNvSpPr/>
              <p:nvPr/>
            </p:nvSpPr>
            <p:spPr>
              <a:xfrm>
                <a:off x="6921452" y="5653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1" name="Freeform 49360">
                <a:extLst>
                  <a:ext uri="{FF2B5EF4-FFF2-40B4-BE49-F238E27FC236}">
                    <a16:creationId xmlns:a16="http://schemas.microsoft.com/office/drawing/2014/main" id="{DE6EEFCC-CCEE-7671-F821-EE5249B5D421}"/>
                  </a:ext>
                </a:extLst>
              </p:cNvPr>
              <p:cNvSpPr/>
              <p:nvPr/>
            </p:nvSpPr>
            <p:spPr>
              <a:xfrm>
                <a:off x="6922048" y="5689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2" name="Freeform 49361">
                <a:extLst>
                  <a:ext uri="{FF2B5EF4-FFF2-40B4-BE49-F238E27FC236}">
                    <a16:creationId xmlns:a16="http://schemas.microsoft.com/office/drawing/2014/main" id="{AE924824-1D77-9E3D-160C-DD7C67046317}"/>
                  </a:ext>
                </a:extLst>
              </p:cNvPr>
              <p:cNvSpPr/>
              <p:nvPr/>
            </p:nvSpPr>
            <p:spPr>
              <a:xfrm>
                <a:off x="6922544" y="5716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3" name="Freeform 49362">
                <a:extLst>
                  <a:ext uri="{FF2B5EF4-FFF2-40B4-BE49-F238E27FC236}">
                    <a16:creationId xmlns:a16="http://schemas.microsoft.com/office/drawing/2014/main" id="{5BA4F505-3B5C-BA08-7DF7-8BA2F22DB355}"/>
                  </a:ext>
                </a:extLst>
              </p:cNvPr>
              <p:cNvSpPr/>
              <p:nvPr/>
            </p:nvSpPr>
            <p:spPr>
              <a:xfrm>
                <a:off x="6923040" y="5631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4" name="Freeform 49363">
                <a:extLst>
                  <a:ext uri="{FF2B5EF4-FFF2-40B4-BE49-F238E27FC236}">
                    <a16:creationId xmlns:a16="http://schemas.microsoft.com/office/drawing/2014/main" id="{E501B1E6-F415-04DE-E3BF-966C790CC7B5}"/>
                  </a:ext>
                </a:extLst>
              </p:cNvPr>
              <p:cNvSpPr/>
              <p:nvPr/>
            </p:nvSpPr>
            <p:spPr>
              <a:xfrm>
                <a:off x="6923635" y="5753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5" name="Freeform 49364">
                <a:extLst>
                  <a:ext uri="{FF2B5EF4-FFF2-40B4-BE49-F238E27FC236}">
                    <a16:creationId xmlns:a16="http://schemas.microsoft.com/office/drawing/2014/main" id="{C27EC8E1-C55B-7FAE-4F82-4BD3A2CB17D2}"/>
                  </a:ext>
                </a:extLst>
              </p:cNvPr>
              <p:cNvSpPr/>
              <p:nvPr/>
            </p:nvSpPr>
            <p:spPr>
              <a:xfrm>
                <a:off x="6924131" y="5777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6" name="Freeform 49365">
                <a:extLst>
                  <a:ext uri="{FF2B5EF4-FFF2-40B4-BE49-F238E27FC236}">
                    <a16:creationId xmlns:a16="http://schemas.microsoft.com/office/drawing/2014/main" id="{71746AE8-617E-25CB-30F7-FCF7E297E85B}"/>
                  </a:ext>
                </a:extLst>
              </p:cNvPr>
              <p:cNvSpPr/>
              <p:nvPr/>
            </p:nvSpPr>
            <p:spPr>
              <a:xfrm>
                <a:off x="6924627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7" name="Freeform 49366">
                <a:extLst>
                  <a:ext uri="{FF2B5EF4-FFF2-40B4-BE49-F238E27FC236}">
                    <a16:creationId xmlns:a16="http://schemas.microsoft.com/office/drawing/2014/main" id="{FF724D32-BA33-1104-9857-F85A0B95EA24}"/>
                  </a:ext>
                </a:extLst>
              </p:cNvPr>
              <p:cNvSpPr/>
              <p:nvPr/>
            </p:nvSpPr>
            <p:spPr>
              <a:xfrm>
                <a:off x="6925123" y="5712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8" name="Freeform 49367">
                <a:extLst>
                  <a:ext uri="{FF2B5EF4-FFF2-40B4-BE49-F238E27FC236}">
                    <a16:creationId xmlns:a16="http://schemas.microsoft.com/office/drawing/2014/main" id="{68FB7D68-3DA3-F669-BF85-55A03841B2A5}"/>
                  </a:ext>
                </a:extLst>
              </p:cNvPr>
              <p:cNvSpPr/>
              <p:nvPr/>
            </p:nvSpPr>
            <p:spPr>
              <a:xfrm>
                <a:off x="6925719" y="5668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9" name="Freeform 49368">
                <a:extLst>
                  <a:ext uri="{FF2B5EF4-FFF2-40B4-BE49-F238E27FC236}">
                    <a16:creationId xmlns:a16="http://schemas.microsoft.com/office/drawing/2014/main" id="{C344CBD4-1A48-9E81-2A0E-5CD7C8CFA710}"/>
                  </a:ext>
                </a:extLst>
              </p:cNvPr>
              <p:cNvSpPr/>
              <p:nvPr/>
            </p:nvSpPr>
            <p:spPr>
              <a:xfrm>
                <a:off x="6926215" y="5638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0" name="Freeform 49369">
                <a:extLst>
                  <a:ext uri="{FF2B5EF4-FFF2-40B4-BE49-F238E27FC236}">
                    <a16:creationId xmlns:a16="http://schemas.microsoft.com/office/drawing/2014/main" id="{DEB5502C-8752-4B1F-F72E-779AD3D5A551}"/>
                  </a:ext>
                </a:extLst>
              </p:cNvPr>
              <p:cNvSpPr/>
              <p:nvPr/>
            </p:nvSpPr>
            <p:spPr>
              <a:xfrm>
                <a:off x="6926711" y="5616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1" name="Freeform 49370">
                <a:extLst>
                  <a:ext uri="{FF2B5EF4-FFF2-40B4-BE49-F238E27FC236}">
                    <a16:creationId xmlns:a16="http://schemas.microsoft.com/office/drawing/2014/main" id="{D71BC8AC-3EF4-0C40-422A-C3C5AA87ADCE}"/>
                  </a:ext>
                </a:extLst>
              </p:cNvPr>
              <p:cNvSpPr/>
              <p:nvPr/>
            </p:nvSpPr>
            <p:spPr>
              <a:xfrm>
                <a:off x="6927306" y="5798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2" name="Freeform 49371">
                <a:extLst>
                  <a:ext uri="{FF2B5EF4-FFF2-40B4-BE49-F238E27FC236}">
                    <a16:creationId xmlns:a16="http://schemas.microsoft.com/office/drawing/2014/main" id="{DA90026D-E394-1F12-24C0-31B6A4312150}"/>
                  </a:ext>
                </a:extLst>
              </p:cNvPr>
              <p:cNvSpPr/>
              <p:nvPr/>
            </p:nvSpPr>
            <p:spPr>
              <a:xfrm>
                <a:off x="6927802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3" name="Freeform 49372">
                <a:extLst>
                  <a:ext uri="{FF2B5EF4-FFF2-40B4-BE49-F238E27FC236}">
                    <a16:creationId xmlns:a16="http://schemas.microsoft.com/office/drawing/2014/main" id="{C93ACD6F-A5BE-5BB4-6A80-ECC985724E25}"/>
                  </a:ext>
                </a:extLst>
              </p:cNvPr>
              <p:cNvSpPr/>
              <p:nvPr/>
            </p:nvSpPr>
            <p:spPr>
              <a:xfrm>
                <a:off x="6928298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4" name="Freeform 49373">
                <a:extLst>
                  <a:ext uri="{FF2B5EF4-FFF2-40B4-BE49-F238E27FC236}">
                    <a16:creationId xmlns:a16="http://schemas.microsoft.com/office/drawing/2014/main" id="{F0A6E061-C5C5-3579-C467-A28733C758C8}"/>
                  </a:ext>
                </a:extLst>
              </p:cNvPr>
              <p:cNvSpPr/>
              <p:nvPr/>
            </p:nvSpPr>
            <p:spPr>
              <a:xfrm>
                <a:off x="6928894" y="5933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5" name="Freeform 49374">
                <a:extLst>
                  <a:ext uri="{FF2B5EF4-FFF2-40B4-BE49-F238E27FC236}">
                    <a16:creationId xmlns:a16="http://schemas.microsoft.com/office/drawing/2014/main" id="{9EF7CB32-CFA0-5C94-6B55-8E333B29A267}"/>
                  </a:ext>
                </a:extLst>
              </p:cNvPr>
              <p:cNvSpPr/>
              <p:nvPr/>
            </p:nvSpPr>
            <p:spPr>
              <a:xfrm>
                <a:off x="6929390" y="5936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6" name="Freeform 49375">
                <a:extLst>
                  <a:ext uri="{FF2B5EF4-FFF2-40B4-BE49-F238E27FC236}">
                    <a16:creationId xmlns:a16="http://schemas.microsoft.com/office/drawing/2014/main" id="{6D38C08B-C371-05D8-ED16-B5B1DB990741}"/>
                  </a:ext>
                </a:extLst>
              </p:cNvPr>
              <p:cNvSpPr/>
              <p:nvPr/>
            </p:nvSpPr>
            <p:spPr>
              <a:xfrm>
                <a:off x="6929886" y="5938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7" name="Freeform 49376">
                <a:extLst>
                  <a:ext uri="{FF2B5EF4-FFF2-40B4-BE49-F238E27FC236}">
                    <a16:creationId xmlns:a16="http://schemas.microsoft.com/office/drawing/2014/main" id="{7C690AA2-9E3D-0A87-F8C7-AAB3499A5FE7}"/>
                  </a:ext>
                </a:extLst>
              </p:cNvPr>
              <p:cNvSpPr/>
              <p:nvPr/>
            </p:nvSpPr>
            <p:spPr>
              <a:xfrm>
                <a:off x="6930481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8" name="Freeform 49377">
                <a:extLst>
                  <a:ext uri="{FF2B5EF4-FFF2-40B4-BE49-F238E27FC236}">
                    <a16:creationId xmlns:a16="http://schemas.microsoft.com/office/drawing/2014/main" id="{14B3A703-5786-01B7-B013-B9C8DE560A1D}"/>
                  </a:ext>
                </a:extLst>
              </p:cNvPr>
              <p:cNvSpPr/>
              <p:nvPr/>
            </p:nvSpPr>
            <p:spPr>
              <a:xfrm>
                <a:off x="6930977" y="5935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9" name="Freeform 49378">
                <a:extLst>
                  <a:ext uri="{FF2B5EF4-FFF2-40B4-BE49-F238E27FC236}">
                    <a16:creationId xmlns:a16="http://schemas.microsoft.com/office/drawing/2014/main" id="{57F9A64D-1114-A8C1-72D8-B245AB8CF187}"/>
                  </a:ext>
                </a:extLst>
              </p:cNvPr>
              <p:cNvSpPr/>
              <p:nvPr/>
            </p:nvSpPr>
            <p:spPr>
              <a:xfrm>
                <a:off x="6931473" y="5933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0" name="Freeform 49379">
                <a:extLst>
                  <a:ext uri="{FF2B5EF4-FFF2-40B4-BE49-F238E27FC236}">
                    <a16:creationId xmlns:a16="http://schemas.microsoft.com/office/drawing/2014/main" id="{752D3478-66D9-383C-F414-9B49D56A3A16}"/>
                  </a:ext>
                </a:extLst>
              </p:cNvPr>
              <p:cNvSpPr/>
              <p:nvPr/>
            </p:nvSpPr>
            <p:spPr>
              <a:xfrm>
                <a:off x="6932069" y="5940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1" name="Freeform 49380">
                <a:extLst>
                  <a:ext uri="{FF2B5EF4-FFF2-40B4-BE49-F238E27FC236}">
                    <a16:creationId xmlns:a16="http://schemas.microsoft.com/office/drawing/2014/main" id="{8CF14594-6A61-457C-764A-2D481E722233}"/>
                  </a:ext>
                </a:extLst>
              </p:cNvPr>
              <p:cNvSpPr/>
              <p:nvPr/>
            </p:nvSpPr>
            <p:spPr>
              <a:xfrm>
                <a:off x="6932565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2" name="Freeform 49381">
                <a:extLst>
                  <a:ext uri="{FF2B5EF4-FFF2-40B4-BE49-F238E27FC236}">
                    <a16:creationId xmlns:a16="http://schemas.microsoft.com/office/drawing/2014/main" id="{F74BCE30-2DB5-9FE5-1B27-BCA1772A5188}"/>
                  </a:ext>
                </a:extLst>
              </p:cNvPr>
              <p:cNvSpPr/>
              <p:nvPr/>
            </p:nvSpPr>
            <p:spPr>
              <a:xfrm>
                <a:off x="6933061" y="5856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3" name="Freeform 49382">
                <a:extLst>
                  <a:ext uri="{FF2B5EF4-FFF2-40B4-BE49-F238E27FC236}">
                    <a16:creationId xmlns:a16="http://schemas.microsoft.com/office/drawing/2014/main" id="{E7EC3A9B-7827-9111-D5AB-0785A29C42F4}"/>
                  </a:ext>
                </a:extLst>
              </p:cNvPr>
              <p:cNvSpPr/>
              <p:nvPr/>
            </p:nvSpPr>
            <p:spPr>
              <a:xfrm>
                <a:off x="6933656" y="5731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4" name="Freeform 49383">
                <a:extLst>
                  <a:ext uri="{FF2B5EF4-FFF2-40B4-BE49-F238E27FC236}">
                    <a16:creationId xmlns:a16="http://schemas.microsoft.com/office/drawing/2014/main" id="{BD11B59A-388A-7080-8421-BF432764764F}"/>
                  </a:ext>
                </a:extLst>
              </p:cNvPr>
              <p:cNvSpPr/>
              <p:nvPr/>
            </p:nvSpPr>
            <p:spPr>
              <a:xfrm>
                <a:off x="6934152" y="5597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5" name="Freeform 49384">
                <a:extLst>
                  <a:ext uri="{FF2B5EF4-FFF2-40B4-BE49-F238E27FC236}">
                    <a16:creationId xmlns:a16="http://schemas.microsoft.com/office/drawing/2014/main" id="{30F672A5-4C97-A109-E099-07EBC27E63DF}"/>
                  </a:ext>
                </a:extLst>
              </p:cNvPr>
              <p:cNvSpPr/>
              <p:nvPr/>
            </p:nvSpPr>
            <p:spPr>
              <a:xfrm>
                <a:off x="6934648" y="5619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6" name="Freeform 49385">
                <a:extLst>
                  <a:ext uri="{FF2B5EF4-FFF2-40B4-BE49-F238E27FC236}">
                    <a16:creationId xmlns:a16="http://schemas.microsoft.com/office/drawing/2014/main" id="{8BF83F25-CE29-30EE-1C25-4846DCB58E33}"/>
                  </a:ext>
                </a:extLst>
              </p:cNvPr>
              <p:cNvSpPr/>
              <p:nvPr/>
            </p:nvSpPr>
            <p:spPr>
              <a:xfrm>
                <a:off x="6935244" y="5660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7" name="Freeform 49386">
                <a:extLst>
                  <a:ext uri="{FF2B5EF4-FFF2-40B4-BE49-F238E27FC236}">
                    <a16:creationId xmlns:a16="http://schemas.microsoft.com/office/drawing/2014/main" id="{752A80DD-EB9E-B0F1-D10E-3B2849171E5D}"/>
                  </a:ext>
                </a:extLst>
              </p:cNvPr>
              <p:cNvSpPr/>
              <p:nvPr/>
            </p:nvSpPr>
            <p:spPr>
              <a:xfrm>
                <a:off x="6935740" y="5617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8" name="Freeform 49387">
                <a:extLst>
                  <a:ext uri="{FF2B5EF4-FFF2-40B4-BE49-F238E27FC236}">
                    <a16:creationId xmlns:a16="http://schemas.microsoft.com/office/drawing/2014/main" id="{6F3D017E-D293-6485-C0F2-643FBD4C1335}"/>
                  </a:ext>
                </a:extLst>
              </p:cNvPr>
              <p:cNvSpPr/>
              <p:nvPr/>
            </p:nvSpPr>
            <p:spPr>
              <a:xfrm>
                <a:off x="6936236" y="5656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9" name="Freeform 49388">
                <a:extLst>
                  <a:ext uri="{FF2B5EF4-FFF2-40B4-BE49-F238E27FC236}">
                    <a16:creationId xmlns:a16="http://schemas.microsoft.com/office/drawing/2014/main" id="{C344A309-532D-DE11-7DE6-CBFDA24768F6}"/>
                  </a:ext>
                </a:extLst>
              </p:cNvPr>
              <p:cNvSpPr/>
              <p:nvPr/>
            </p:nvSpPr>
            <p:spPr>
              <a:xfrm>
                <a:off x="6936831" y="5749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0" name="Freeform 49389">
                <a:extLst>
                  <a:ext uri="{FF2B5EF4-FFF2-40B4-BE49-F238E27FC236}">
                    <a16:creationId xmlns:a16="http://schemas.microsoft.com/office/drawing/2014/main" id="{BD0536CC-35F2-E1AB-E8D7-FE411196ACA9}"/>
                  </a:ext>
                </a:extLst>
              </p:cNvPr>
              <p:cNvSpPr/>
              <p:nvPr/>
            </p:nvSpPr>
            <p:spPr>
              <a:xfrm>
                <a:off x="6937327" y="5731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1" name="Freeform 49390">
                <a:extLst>
                  <a:ext uri="{FF2B5EF4-FFF2-40B4-BE49-F238E27FC236}">
                    <a16:creationId xmlns:a16="http://schemas.microsoft.com/office/drawing/2014/main" id="{20D58720-EFF3-41B2-BD7A-6C981759CDDE}"/>
                  </a:ext>
                </a:extLst>
              </p:cNvPr>
              <p:cNvSpPr/>
              <p:nvPr/>
            </p:nvSpPr>
            <p:spPr>
              <a:xfrm>
                <a:off x="6937823" y="5689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2" name="Freeform 49391">
                <a:extLst>
                  <a:ext uri="{FF2B5EF4-FFF2-40B4-BE49-F238E27FC236}">
                    <a16:creationId xmlns:a16="http://schemas.microsoft.com/office/drawing/2014/main" id="{1F6A83EB-9315-EF59-2978-0CD2DC8E6F02}"/>
                  </a:ext>
                </a:extLst>
              </p:cNvPr>
              <p:cNvSpPr/>
              <p:nvPr/>
            </p:nvSpPr>
            <p:spPr>
              <a:xfrm>
                <a:off x="6938320" y="5677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3" name="Freeform 49392">
                <a:extLst>
                  <a:ext uri="{FF2B5EF4-FFF2-40B4-BE49-F238E27FC236}">
                    <a16:creationId xmlns:a16="http://schemas.microsoft.com/office/drawing/2014/main" id="{64312CF1-04CF-1D4A-6ABB-EB660C438525}"/>
                  </a:ext>
                </a:extLst>
              </p:cNvPr>
              <p:cNvSpPr/>
              <p:nvPr/>
            </p:nvSpPr>
            <p:spPr>
              <a:xfrm>
                <a:off x="6938915" y="5637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4" name="Freeform 49393">
                <a:extLst>
                  <a:ext uri="{FF2B5EF4-FFF2-40B4-BE49-F238E27FC236}">
                    <a16:creationId xmlns:a16="http://schemas.microsoft.com/office/drawing/2014/main" id="{CE71557B-03F2-4964-F567-91D2380C831E}"/>
                  </a:ext>
                </a:extLst>
              </p:cNvPr>
              <p:cNvSpPr/>
              <p:nvPr/>
            </p:nvSpPr>
            <p:spPr>
              <a:xfrm>
                <a:off x="6939411" y="5612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5" name="Freeform 49394">
                <a:extLst>
                  <a:ext uri="{FF2B5EF4-FFF2-40B4-BE49-F238E27FC236}">
                    <a16:creationId xmlns:a16="http://schemas.microsoft.com/office/drawing/2014/main" id="{F436C63D-59A0-8157-E12F-97D812CA2D72}"/>
                  </a:ext>
                </a:extLst>
              </p:cNvPr>
              <p:cNvSpPr/>
              <p:nvPr/>
            </p:nvSpPr>
            <p:spPr>
              <a:xfrm>
                <a:off x="6939907" y="5785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6" name="Freeform 49395">
                <a:extLst>
                  <a:ext uri="{FF2B5EF4-FFF2-40B4-BE49-F238E27FC236}">
                    <a16:creationId xmlns:a16="http://schemas.microsoft.com/office/drawing/2014/main" id="{69EBCB07-1F31-02D5-CC12-61248293A461}"/>
                  </a:ext>
                </a:extLst>
              </p:cNvPr>
              <p:cNvSpPr/>
              <p:nvPr/>
            </p:nvSpPr>
            <p:spPr>
              <a:xfrm>
                <a:off x="6940502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7" name="Freeform 49396">
                <a:extLst>
                  <a:ext uri="{FF2B5EF4-FFF2-40B4-BE49-F238E27FC236}">
                    <a16:creationId xmlns:a16="http://schemas.microsoft.com/office/drawing/2014/main" id="{1A07101A-51A4-8C37-CB84-D156B9D9CABF}"/>
                  </a:ext>
                </a:extLst>
              </p:cNvPr>
              <p:cNvSpPr/>
              <p:nvPr/>
            </p:nvSpPr>
            <p:spPr>
              <a:xfrm>
                <a:off x="6940998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8" name="Freeform 49397">
                <a:extLst>
                  <a:ext uri="{FF2B5EF4-FFF2-40B4-BE49-F238E27FC236}">
                    <a16:creationId xmlns:a16="http://schemas.microsoft.com/office/drawing/2014/main" id="{C0907768-5275-1C45-2D2B-8FA3110844E8}"/>
                  </a:ext>
                </a:extLst>
              </p:cNvPr>
              <p:cNvSpPr/>
              <p:nvPr/>
            </p:nvSpPr>
            <p:spPr>
              <a:xfrm>
                <a:off x="6941495" y="59478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9" name="Freeform 49398">
                <a:extLst>
                  <a:ext uri="{FF2B5EF4-FFF2-40B4-BE49-F238E27FC236}">
                    <a16:creationId xmlns:a16="http://schemas.microsoft.com/office/drawing/2014/main" id="{B35170A3-CC0C-E2D2-4FAE-0120916E00A2}"/>
                  </a:ext>
                </a:extLst>
              </p:cNvPr>
              <p:cNvSpPr/>
              <p:nvPr/>
            </p:nvSpPr>
            <p:spPr>
              <a:xfrm>
                <a:off x="6942090" y="5955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0" name="Freeform 49399">
                <a:extLst>
                  <a:ext uri="{FF2B5EF4-FFF2-40B4-BE49-F238E27FC236}">
                    <a16:creationId xmlns:a16="http://schemas.microsoft.com/office/drawing/2014/main" id="{E79F43E0-6627-C53B-7D75-AA5AD3D76F12}"/>
                  </a:ext>
                </a:extLst>
              </p:cNvPr>
              <p:cNvSpPr/>
              <p:nvPr/>
            </p:nvSpPr>
            <p:spPr>
              <a:xfrm>
                <a:off x="6942586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1" name="Freeform 49400">
                <a:extLst>
                  <a:ext uri="{FF2B5EF4-FFF2-40B4-BE49-F238E27FC236}">
                    <a16:creationId xmlns:a16="http://schemas.microsoft.com/office/drawing/2014/main" id="{DDA567E3-5F0C-8427-096B-CC1BD6E7B100}"/>
                  </a:ext>
                </a:extLst>
              </p:cNvPr>
              <p:cNvSpPr/>
              <p:nvPr/>
            </p:nvSpPr>
            <p:spPr>
              <a:xfrm>
                <a:off x="6943082" y="5957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2" name="Freeform 49401">
                <a:extLst>
                  <a:ext uri="{FF2B5EF4-FFF2-40B4-BE49-F238E27FC236}">
                    <a16:creationId xmlns:a16="http://schemas.microsoft.com/office/drawing/2014/main" id="{DE33E385-D933-0D72-B827-5B795D374DE2}"/>
                  </a:ext>
                </a:extLst>
              </p:cNvPr>
              <p:cNvSpPr/>
              <p:nvPr/>
            </p:nvSpPr>
            <p:spPr>
              <a:xfrm>
                <a:off x="6943677" y="595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3" name="Freeform 49402">
                <a:extLst>
                  <a:ext uri="{FF2B5EF4-FFF2-40B4-BE49-F238E27FC236}">
                    <a16:creationId xmlns:a16="http://schemas.microsoft.com/office/drawing/2014/main" id="{E9300218-3B18-2789-76C5-C0261742524F}"/>
                  </a:ext>
                </a:extLst>
              </p:cNvPr>
              <p:cNvSpPr/>
              <p:nvPr/>
            </p:nvSpPr>
            <p:spPr>
              <a:xfrm>
                <a:off x="6944173" y="5949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4" name="Freeform 49403">
                <a:extLst>
                  <a:ext uri="{FF2B5EF4-FFF2-40B4-BE49-F238E27FC236}">
                    <a16:creationId xmlns:a16="http://schemas.microsoft.com/office/drawing/2014/main" id="{93615A94-E7D3-E3F1-5923-02B14C783F2E}"/>
                  </a:ext>
                </a:extLst>
              </p:cNvPr>
              <p:cNvSpPr/>
              <p:nvPr/>
            </p:nvSpPr>
            <p:spPr>
              <a:xfrm>
                <a:off x="6944670" y="5954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5" name="Freeform 49404">
                <a:extLst>
                  <a:ext uri="{FF2B5EF4-FFF2-40B4-BE49-F238E27FC236}">
                    <a16:creationId xmlns:a16="http://schemas.microsoft.com/office/drawing/2014/main" id="{7C515DAD-60BA-2435-74CA-F06365D1EBDC}"/>
                  </a:ext>
                </a:extLst>
              </p:cNvPr>
              <p:cNvSpPr/>
              <p:nvPr/>
            </p:nvSpPr>
            <p:spPr>
              <a:xfrm>
                <a:off x="6945265" y="5948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6" name="Freeform 49405">
                <a:extLst>
                  <a:ext uri="{FF2B5EF4-FFF2-40B4-BE49-F238E27FC236}">
                    <a16:creationId xmlns:a16="http://schemas.microsoft.com/office/drawing/2014/main" id="{1861900B-BC1A-B3D2-9AC1-CD0545241E33}"/>
                  </a:ext>
                </a:extLst>
              </p:cNvPr>
              <p:cNvSpPr/>
              <p:nvPr/>
            </p:nvSpPr>
            <p:spPr>
              <a:xfrm>
                <a:off x="6945761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7" name="Freeform 49406">
                <a:extLst>
                  <a:ext uri="{FF2B5EF4-FFF2-40B4-BE49-F238E27FC236}">
                    <a16:creationId xmlns:a16="http://schemas.microsoft.com/office/drawing/2014/main" id="{356C95DA-E956-ACD4-F21E-50AC20111504}"/>
                  </a:ext>
                </a:extLst>
              </p:cNvPr>
              <p:cNvSpPr/>
              <p:nvPr/>
            </p:nvSpPr>
            <p:spPr>
              <a:xfrm>
                <a:off x="6946257" y="576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8" name="Freeform 49407">
                <a:extLst>
                  <a:ext uri="{FF2B5EF4-FFF2-40B4-BE49-F238E27FC236}">
                    <a16:creationId xmlns:a16="http://schemas.microsoft.com/office/drawing/2014/main" id="{70C74740-D965-4832-9F4A-50E888962245}"/>
                  </a:ext>
                </a:extLst>
              </p:cNvPr>
              <p:cNvSpPr/>
              <p:nvPr/>
            </p:nvSpPr>
            <p:spPr>
              <a:xfrm>
                <a:off x="6946852" y="5625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9" name="Freeform 49408">
                <a:extLst>
                  <a:ext uri="{FF2B5EF4-FFF2-40B4-BE49-F238E27FC236}">
                    <a16:creationId xmlns:a16="http://schemas.microsoft.com/office/drawing/2014/main" id="{AA7BFE46-3767-A501-8F73-94EDB4F655F0}"/>
                  </a:ext>
                </a:extLst>
              </p:cNvPr>
              <p:cNvSpPr/>
              <p:nvPr/>
            </p:nvSpPr>
            <p:spPr>
              <a:xfrm>
                <a:off x="6947348" y="5653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0" name="Freeform 49409">
                <a:extLst>
                  <a:ext uri="{FF2B5EF4-FFF2-40B4-BE49-F238E27FC236}">
                    <a16:creationId xmlns:a16="http://schemas.microsoft.com/office/drawing/2014/main" id="{A52AE50D-E077-44C0-2F49-1B266A5BCDE5}"/>
                  </a:ext>
                </a:extLst>
              </p:cNvPr>
              <p:cNvSpPr/>
              <p:nvPr/>
            </p:nvSpPr>
            <p:spPr>
              <a:xfrm>
                <a:off x="6947845" y="5672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1" name="Freeform 49410">
                <a:extLst>
                  <a:ext uri="{FF2B5EF4-FFF2-40B4-BE49-F238E27FC236}">
                    <a16:creationId xmlns:a16="http://schemas.microsoft.com/office/drawing/2014/main" id="{4670E9E1-F3D3-DFDE-860A-D17E46B7C3E9}"/>
                  </a:ext>
                </a:extLst>
              </p:cNvPr>
              <p:cNvSpPr/>
              <p:nvPr/>
            </p:nvSpPr>
            <p:spPr>
              <a:xfrm>
                <a:off x="6948440" y="5649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2" name="Freeform 49411">
                <a:extLst>
                  <a:ext uri="{FF2B5EF4-FFF2-40B4-BE49-F238E27FC236}">
                    <a16:creationId xmlns:a16="http://schemas.microsoft.com/office/drawing/2014/main" id="{33A3B95E-E193-9506-16EC-A516FDCCE289}"/>
                  </a:ext>
                </a:extLst>
              </p:cNvPr>
              <p:cNvSpPr/>
              <p:nvPr/>
            </p:nvSpPr>
            <p:spPr>
              <a:xfrm>
                <a:off x="6948936" y="568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3" name="Freeform 49412">
                <a:extLst>
                  <a:ext uri="{FF2B5EF4-FFF2-40B4-BE49-F238E27FC236}">
                    <a16:creationId xmlns:a16="http://schemas.microsoft.com/office/drawing/2014/main" id="{B7C5955A-5BB4-CABB-FEED-8B5B198C3F4A}"/>
                  </a:ext>
                </a:extLst>
              </p:cNvPr>
              <p:cNvSpPr/>
              <p:nvPr/>
            </p:nvSpPr>
            <p:spPr>
              <a:xfrm>
                <a:off x="6949432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4" name="Freeform 49413">
                <a:extLst>
                  <a:ext uri="{FF2B5EF4-FFF2-40B4-BE49-F238E27FC236}">
                    <a16:creationId xmlns:a16="http://schemas.microsoft.com/office/drawing/2014/main" id="{0A151C72-1A5E-2C0E-01DD-803F758B3070}"/>
                  </a:ext>
                </a:extLst>
              </p:cNvPr>
              <p:cNvSpPr/>
              <p:nvPr/>
            </p:nvSpPr>
            <p:spPr>
              <a:xfrm>
                <a:off x="6949928" y="5786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5" name="Freeform 49414">
                <a:extLst>
                  <a:ext uri="{FF2B5EF4-FFF2-40B4-BE49-F238E27FC236}">
                    <a16:creationId xmlns:a16="http://schemas.microsoft.com/office/drawing/2014/main" id="{705DE390-D061-55E5-0739-0606EB7F32E9}"/>
                  </a:ext>
                </a:extLst>
              </p:cNvPr>
              <p:cNvSpPr/>
              <p:nvPr/>
            </p:nvSpPr>
            <p:spPr>
              <a:xfrm>
                <a:off x="6950523" y="5779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6" name="Freeform 49415">
                <a:extLst>
                  <a:ext uri="{FF2B5EF4-FFF2-40B4-BE49-F238E27FC236}">
                    <a16:creationId xmlns:a16="http://schemas.microsoft.com/office/drawing/2014/main" id="{D725FDE8-546C-B9BD-1624-681B49A59323}"/>
                  </a:ext>
                </a:extLst>
              </p:cNvPr>
              <p:cNvSpPr/>
              <p:nvPr/>
            </p:nvSpPr>
            <p:spPr>
              <a:xfrm>
                <a:off x="6951020" y="5771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7" name="Freeform 49416">
                <a:extLst>
                  <a:ext uri="{FF2B5EF4-FFF2-40B4-BE49-F238E27FC236}">
                    <a16:creationId xmlns:a16="http://schemas.microsoft.com/office/drawing/2014/main" id="{3E3C40C0-5BAF-B204-572C-9D3D375CB779}"/>
                  </a:ext>
                </a:extLst>
              </p:cNvPr>
              <p:cNvSpPr/>
              <p:nvPr/>
            </p:nvSpPr>
            <p:spPr>
              <a:xfrm>
                <a:off x="6951516" y="574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8" name="Freeform 49417">
                <a:extLst>
                  <a:ext uri="{FF2B5EF4-FFF2-40B4-BE49-F238E27FC236}">
                    <a16:creationId xmlns:a16="http://schemas.microsoft.com/office/drawing/2014/main" id="{FC2B5E53-81C9-A243-8EBB-C0A9D40C0388}"/>
                  </a:ext>
                </a:extLst>
              </p:cNvPr>
              <p:cNvSpPr/>
              <p:nvPr/>
            </p:nvSpPr>
            <p:spPr>
              <a:xfrm>
                <a:off x="6952111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19" name="Freeform 49418">
                <a:extLst>
                  <a:ext uri="{FF2B5EF4-FFF2-40B4-BE49-F238E27FC236}">
                    <a16:creationId xmlns:a16="http://schemas.microsoft.com/office/drawing/2014/main" id="{2D077C5F-FF42-C38A-3F45-ED483C01AB9D}"/>
                  </a:ext>
                </a:extLst>
              </p:cNvPr>
              <p:cNvSpPr/>
              <p:nvPr/>
            </p:nvSpPr>
            <p:spPr>
              <a:xfrm>
                <a:off x="6952607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0" name="Freeform 49419">
                <a:extLst>
                  <a:ext uri="{FF2B5EF4-FFF2-40B4-BE49-F238E27FC236}">
                    <a16:creationId xmlns:a16="http://schemas.microsoft.com/office/drawing/2014/main" id="{0A0165AE-D23F-5E83-0D19-42C9A36FE47A}"/>
                  </a:ext>
                </a:extLst>
              </p:cNvPr>
              <p:cNvSpPr/>
              <p:nvPr/>
            </p:nvSpPr>
            <p:spPr>
              <a:xfrm>
                <a:off x="6953103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1" name="Freeform 49420">
                <a:extLst>
                  <a:ext uri="{FF2B5EF4-FFF2-40B4-BE49-F238E27FC236}">
                    <a16:creationId xmlns:a16="http://schemas.microsoft.com/office/drawing/2014/main" id="{9BDB4C59-73F1-F830-3C62-1C80F9CB4722}"/>
                  </a:ext>
                </a:extLst>
              </p:cNvPr>
              <p:cNvSpPr/>
              <p:nvPr/>
            </p:nvSpPr>
            <p:spPr>
              <a:xfrm>
                <a:off x="6953698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2" name="Freeform 49421">
                <a:extLst>
                  <a:ext uri="{FF2B5EF4-FFF2-40B4-BE49-F238E27FC236}">
                    <a16:creationId xmlns:a16="http://schemas.microsoft.com/office/drawing/2014/main" id="{B70764AB-91E5-CF86-E2CE-F73638352489}"/>
                  </a:ext>
                </a:extLst>
              </p:cNvPr>
              <p:cNvSpPr/>
              <p:nvPr/>
            </p:nvSpPr>
            <p:spPr>
              <a:xfrm>
                <a:off x="6954195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3" name="Freeform 49422">
                <a:extLst>
                  <a:ext uri="{FF2B5EF4-FFF2-40B4-BE49-F238E27FC236}">
                    <a16:creationId xmlns:a16="http://schemas.microsoft.com/office/drawing/2014/main" id="{26DFABDF-2D1C-8F91-EDBD-E7EB21823A31}"/>
                  </a:ext>
                </a:extLst>
              </p:cNvPr>
              <p:cNvSpPr/>
              <p:nvPr/>
            </p:nvSpPr>
            <p:spPr>
              <a:xfrm>
                <a:off x="6954691" y="602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4" name="Freeform 49423">
                <a:extLst>
                  <a:ext uri="{FF2B5EF4-FFF2-40B4-BE49-F238E27FC236}">
                    <a16:creationId xmlns:a16="http://schemas.microsoft.com/office/drawing/2014/main" id="{404FB22B-8DA7-D7CD-AC7F-2FAC042CF154}"/>
                  </a:ext>
                </a:extLst>
              </p:cNvPr>
              <p:cNvSpPr/>
              <p:nvPr/>
            </p:nvSpPr>
            <p:spPr>
              <a:xfrm>
                <a:off x="6955286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5" name="Freeform 49424">
                <a:extLst>
                  <a:ext uri="{FF2B5EF4-FFF2-40B4-BE49-F238E27FC236}">
                    <a16:creationId xmlns:a16="http://schemas.microsoft.com/office/drawing/2014/main" id="{2418BC1D-EA57-5102-C3D0-3E0E2BE94C66}"/>
                  </a:ext>
                </a:extLst>
              </p:cNvPr>
              <p:cNvSpPr/>
              <p:nvPr/>
            </p:nvSpPr>
            <p:spPr>
              <a:xfrm>
                <a:off x="6955782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6" name="Freeform 49425">
                <a:extLst>
                  <a:ext uri="{FF2B5EF4-FFF2-40B4-BE49-F238E27FC236}">
                    <a16:creationId xmlns:a16="http://schemas.microsoft.com/office/drawing/2014/main" id="{3A1D59DB-F8E4-158D-E372-6E0FACAEF3C1}"/>
                  </a:ext>
                </a:extLst>
              </p:cNvPr>
              <p:cNvSpPr/>
              <p:nvPr/>
            </p:nvSpPr>
            <p:spPr>
              <a:xfrm>
                <a:off x="6956278" y="603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7" name="Freeform 49426">
                <a:extLst>
                  <a:ext uri="{FF2B5EF4-FFF2-40B4-BE49-F238E27FC236}">
                    <a16:creationId xmlns:a16="http://schemas.microsoft.com/office/drawing/2014/main" id="{6E285721-E3C3-36F3-DE8F-0B83D7A7D75F}"/>
                  </a:ext>
                </a:extLst>
              </p:cNvPr>
              <p:cNvSpPr/>
              <p:nvPr/>
            </p:nvSpPr>
            <p:spPr>
              <a:xfrm>
                <a:off x="6956873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8" name="Freeform 49427">
                <a:extLst>
                  <a:ext uri="{FF2B5EF4-FFF2-40B4-BE49-F238E27FC236}">
                    <a16:creationId xmlns:a16="http://schemas.microsoft.com/office/drawing/2014/main" id="{9BB30ADA-1390-D184-A08C-9A50BAB53E75}"/>
                  </a:ext>
                </a:extLst>
              </p:cNvPr>
              <p:cNvSpPr/>
              <p:nvPr/>
            </p:nvSpPr>
            <p:spPr>
              <a:xfrm>
                <a:off x="6957370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29" name="Freeform 49428">
                <a:extLst>
                  <a:ext uri="{FF2B5EF4-FFF2-40B4-BE49-F238E27FC236}">
                    <a16:creationId xmlns:a16="http://schemas.microsoft.com/office/drawing/2014/main" id="{B768B7F3-6497-6F5B-C775-DABE81D865FD}"/>
                  </a:ext>
                </a:extLst>
              </p:cNvPr>
              <p:cNvSpPr/>
              <p:nvPr/>
            </p:nvSpPr>
            <p:spPr>
              <a:xfrm>
                <a:off x="6957866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0" name="Freeform 49429">
                <a:extLst>
                  <a:ext uri="{FF2B5EF4-FFF2-40B4-BE49-F238E27FC236}">
                    <a16:creationId xmlns:a16="http://schemas.microsoft.com/office/drawing/2014/main" id="{9D192CA3-281B-E7CD-7EEB-A936DC2D59E8}"/>
                  </a:ext>
                </a:extLst>
              </p:cNvPr>
              <p:cNvSpPr/>
              <p:nvPr/>
            </p:nvSpPr>
            <p:spPr>
              <a:xfrm>
                <a:off x="6958461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1" name="Freeform 49430">
                <a:extLst>
                  <a:ext uri="{FF2B5EF4-FFF2-40B4-BE49-F238E27FC236}">
                    <a16:creationId xmlns:a16="http://schemas.microsoft.com/office/drawing/2014/main" id="{E181C44F-45BF-439A-37D0-BB1D9C5C291F}"/>
                  </a:ext>
                </a:extLst>
              </p:cNvPr>
              <p:cNvSpPr/>
              <p:nvPr/>
            </p:nvSpPr>
            <p:spPr>
              <a:xfrm>
                <a:off x="6958957" y="5846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2" name="Freeform 49431">
                <a:extLst>
                  <a:ext uri="{FF2B5EF4-FFF2-40B4-BE49-F238E27FC236}">
                    <a16:creationId xmlns:a16="http://schemas.microsoft.com/office/drawing/2014/main" id="{6710F43F-6B8D-6617-865D-50DF20D090D4}"/>
                  </a:ext>
                </a:extLst>
              </p:cNvPr>
              <p:cNvSpPr/>
              <p:nvPr/>
            </p:nvSpPr>
            <p:spPr>
              <a:xfrm>
                <a:off x="6959453" y="5674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3" name="Freeform 49432">
                <a:extLst>
                  <a:ext uri="{FF2B5EF4-FFF2-40B4-BE49-F238E27FC236}">
                    <a16:creationId xmlns:a16="http://schemas.microsoft.com/office/drawing/2014/main" id="{BB9CF8AE-01F5-824E-17CE-1E3507B82B51}"/>
                  </a:ext>
                </a:extLst>
              </p:cNvPr>
              <p:cNvSpPr/>
              <p:nvPr/>
            </p:nvSpPr>
            <p:spPr>
              <a:xfrm>
                <a:off x="6960048" y="57025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4" name="Freeform 49433">
                <a:extLst>
                  <a:ext uri="{FF2B5EF4-FFF2-40B4-BE49-F238E27FC236}">
                    <a16:creationId xmlns:a16="http://schemas.microsoft.com/office/drawing/2014/main" id="{3F3C0840-2A69-D095-4197-2D12C8D73B5C}"/>
                  </a:ext>
                </a:extLst>
              </p:cNvPr>
              <p:cNvSpPr/>
              <p:nvPr/>
            </p:nvSpPr>
            <p:spPr>
              <a:xfrm>
                <a:off x="6960545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5" name="Freeform 49434">
                <a:extLst>
                  <a:ext uri="{FF2B5EF4-FFF2-40B4-BE49-F238E27FC236}">
                    <a16:creationId xmlns:a16="http://schemas.microsoft.com/office/drawing/2014/main" id="{3F3DA097-3E28-2E70-6BC6-ACA47E4C7879}"/>
                  </a:ext>
                </a:extLst>
              </p:cNvPr>
              <p:cNvSpPr/>
              <p:nvPr/>
            </p:nvSpPr>
            <p:spPr>
              <a:xfrm>
                <a:off x="6961041" y="5671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6" name="Freeform 49435">
                <a:extLst>
                  <a:ext uri="{FF2B5EF4-FFF2-40B4-BE49-F238E27FC236}">
                    <a16:creationId xmlns:a16="http://schemas.microsoft.com/office/drawing/2014/main" id="{CE8F7782-1B56-8FE8-1E5B-D1FC189EE2EA}"/>
                  </a:ext>
                </a:extLst>
              </p:cNvPr>
              <p:cNvSpPr/>
              <p:nvPr/>
            </p:nvSpPr>
            <p:spPr>
              <a:xfrm>
                <a:off x="6961636" y="574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7" name="Freeform 49436">
                <a:extLst>
                  <a:ext uri="{FF2B5EF4-FFF2-40B4-BE49-F238E27FC236}">
                    <a16:creationId xmlns:a16="http://schemas.microsoft.com/office/drawing/2014/main" id="{FBA58B4B-312A-E92B-C255-87C789081D1B}"/>
                  </a:ext>
                </a:extLst>
              </p:cNvPr>
              <p:cNvSpPr/>
              <p:nvPr/>
            </p:nvSpPr>
            <p:spPr>
              <a:xfrm>
                <a:off x="6962132" y="5834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8" name="Freeform 49437">
                <a:extLst>
                  <a:ext uri="{FF2B5EF4-FFF2-40B4-BE49-F238E27FC236}">
                    <a16:creationId xmlns:a16="http://schemas.microsoft.com/office/drawing/2014/main" id="{11D7FEA5-1E47-06E6-7C96-8FA8FE9294C8}"/>
                  </a:ext>
                </a:extLst>
              </p:cNvPr>
              <p:cNvSpPr/>
              <p:nvPr/>
            </p:nvSpPr>
            <p:spPr>
              <a:xfrm>
                <a:off x="6962628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39" name="Freeform 49438">
                <a:extLst>
                  <a:ext uri="{FF2B5EF4-FFF2-40B4-BE49-F238E27FC236}">
                    <a16:creationId xmlns:a16="http://schemas.microsoft.com/office/drawing/2014/main" id="{9E421E76-9ADD-7A4A-3ED9-80107FE50302}"/>
                  </a:ext>
                </a:extLst>
              </p:cNvPr>
              <p:cNvSpPr/>
              <p:nvPr/>
            </p:nvSpPr>
            <p:spPr>
              <a:xfrm>
                <a:off x="6963124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0" name="Freeform 49439">
                <a:extLst>
                  <a:ext uri="{FF2B5EF4-FFF2-40B4-BE49-F238E27FC236}">
                    <a16:creationId xmlns:a16="http://schemas.microsoft.com/office/drawing/2014/main" id="{B7504D35-DFCD-B51E-6AB8-FFB568A43987}"/>
                  </a:ext>
                </a:extLst>
              </p:cNvPr>
              <p:cNvSpPr/>
              <p:nvPr/>
            </p:nvSpPr>
            <p:spPr>
              <a:xfrm>
                <a:off x="6963720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1" name="Freeform 49440">
                <a:extLst>
                  <a:ext uri="{FF2B5EF4-FFF2-40B4-BE49-F238E27FC236}">
                    <a16:creationId xmlns:a16="http://schemas.microsoft.com/office/drawing/2014/main" id="{DF1F3429-BDCC-9DD3-9AE5-79669598008A}"/>
                  </a:ext>
                </a:extLst>
              </p:cNvPr>
              <p:cNvSpPr/>
              <p:nvPr/>
            </p:nvSpPr>
            <p:spPr>
              <a:xfrm>
                <a:off x="6964216" y="5849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2" name="Freeform 49441">
                <a:extLst>
                  <a:ext uri="{FF2B5EF4-FFF2-40B4-BE49-F238E27FC236}">
                    <a16:creationId xmlns:a16="http://schemas.microsoft.com/office/drawing/2014/main" id="{DCE103F7-3199-30B7-FDD5-FED025E7ABE7}"/>
                  </a:ext>
                </a:extLst>
              </p:cNvPr>
              <p:cNvSpPr/>
              <p:nvPr/>
            </p:nvSpPr>
            <p:spPr>
              <a:xfrm>
                <a:off x="6964712" y="581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3" name="Freeform 49442">
                <a:extLst>
                  <a:ext uri="{FF2B5EF4-FFF2-40B4-BE49-F238E27FC236}">
                    <a16:creationId xmlns:a16="http://schemas.microsoft.com/office/drawing/2014/main" id="{FB4E80B2-DB25-FDCC-ED22-FA8138E5CFB6}"/>
                  </a:ext>
                </a:extLst>
              </p:cNvPr>
              <p:cNvSpPr/>
              <p:nvPr/>
            </p:nvSpPr>
            <p:spPr>
              <a:xfrm>
                <a:off x="6965307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4" name="Freeform 49443">
                <a:extLst>
                  <a:ext uri="{FF2B5EF4-FFF2-40B4-BE49-F238E27FC236}">
                    <a16:creationId xmlns:a16="http://schemas.microsoft.com/office/drawing/2014/main" id="{0C2B7751-803A-2F37-06A7-7748412DAD19}"/>
                  </a:ext>
                </a:extLst>
              </p:cNvPr>
              <p:cNvSpPr/>
              <p:nvPr/>
            </p:nvSpPr>
            <p:spPr>
              <a:xfrm>
                <a:off x="696580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5" name="Freeform 49444">
                <a:extLst>
                  <a:ext uri="{FF2B5EF4-FFF2-40B4-BE49-F238E27FC236}">
                    <a16:creationId xmlns:a16="http://schemas.microsoft.com/office/drawing/2014/main" id="{5884E4DC-9C56-9425-7040-98CAAE91411C}"/>
                  </a:ext>
                </a:extLst>
              </p:cNvPr>
              <p:cNvSpPr/>
              <p:nvPr/>
            </p:nvSpPr>
            <p:spPr>
              <a:xfrm>
                <a:off x="696629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6" name="Freeform 49445">
                <a:extLst>
                  <a:ext uri="{FF2B5EF4-FFF2-40B4-BE49-F238E27FC236}">
                    <a16:creationId xmlns:a16="http://schemas.microsoft.com/office/drawing/2014/main" id="{80AE3E43-866F-4EF2-2E2A-F2820D1D61B2}"/>
                  </a:ext>
                </a:extLst>
              </p:cNvPr>
              <p:cNvSpPr/>
              <p:nvPr/>
            </p:nvSpPr>
            <p:spPr>
              <a:xfrm>
                <a:off x="69668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7" name="Freeform 49446">
                <a:extLst>
                  <a:ext uri="{FF2B5EF4-FFF2-40B4-BE49-F238E27FC236}">
                    <a16:creationId xmlns:a16="http://schemas.microsoft.com/office/drawing/2014/main" id="{3683A9B2-2A6B-52B4-7953-E6C0D9E05C03}"/>
                  </a:ext>
                </a:extLst>
              </p:cNvPr>
              <p:cNvSpPr/>
              <p:nvPr/>
            </p:nvSpPr>
            <p:spPr>
              <a:xfrm>
                <a:off x="696739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8" name="Freeform 49447">
                <a:extLst>
                  <a:ext uri="{FF2B5EF4-FFF2-40B4-BE49-F238E27FC236}">
                    <a16:creationId xmlns:a16="http://schemas.microsoft.com/office/drawing/2014/main" id="{3EAF5811-C9F3-C568-8683-01DC47BC6BF2}"/>
                  </a:ext>
                </a:extLst>
              </p:cNvPr>
              <p:cNvSpPr/>
              <p:nvPr/>
            </p:nvSpPr>
            <p:spPr>
              <a:xfrm>
                <a:off x="6967887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49" name="Freeform 49448">
                <a:extLst>
                  <a:ext uri="{FF2B5EF4-FFF2-40B4-BE49-F238E27FC236}">
                    <a16:creationId xmlns:a16="http://schemas.microsoft.com/office/drawing/2014/main" id="{6500C625-0C56-AE96-FB26-33EF4F22097D}"/>
                  </a:ext>
                </a:extLst>
              </p:cNvPr>
              <p:cNvSpPr/>
              <p:nvPr/>
            </p:nvSpPr>
            <p:spPr>
              <a:xfrm>
                <a:off x="69684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0" name="Freeform 49449">
                <a:extLst>
                  <a:ext uri="{FF2B5EF4-FFF2-40B4-BE49-F238E27FC236}">
                    <a16:creationId xmlns:a16="http://schemas.microsoft.com/office/drawing/2014/main" id="{1CA7588B-1B67-55E3-9D4C-09BDC8B0C646}"/>
                  </a:ext>
                </a:extLst>
              </p:cNvPr>
              <p:cNvSpPr/>
              <p:nvPr/>
            </p:nvSpPr>
            <p:spPr>
              <a:xfrm>
                <a:off x="696897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1" name="Freeform 49450">
                <a:extLst>
                  <a:ext uri="{FF2B5EF4-FFF2-40B4-BE49-F238E27FC236}">
                    <a16:creationId xmlns:a16="http://schemas.microsoft.com/office/drawing/2014/main" id="{F7762E49-B1E8-2126-D5ED-53D415EBB929}"/>
                  </a:ext>
                </a:extLst>
              </p:cNvPr>
              <p:cNvSpPr/>
              <p:nvPr/>
            </p:nvSpPr>
            <p:spPr>
              <a:xfrm>
                <a:off x="696947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2" name="Freeform 49451">
                <a:extLst>
                  <a:ext uri="{FF2B5EF4-FFF2-40B4-BE49-F238E27FC236}">
                    <a16:creationId xmlns:a16="http://schemas.microsoft.com/office/drawing/2014/main" id="{0D5A6893-6409-D474-044B-268B31A5E78C}"/>
                  </a:ext>
                </a:extLst>
              </p:cNvPr>
              <p:cNvSpPr/>
              <p:nvPr/>
            </p:nvSpPr>
            <p:spPr>
              <a:xfrm>
                <a:off x="69700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3" name="Freeform 49452">
                <a:extLst>
                  <a:ext uri="{FF2B5EF4-FFF2-40B4-BE49-F238E27FC236}">
                    <a16:creationId xmlns:a16="http://schemas.microsoft.com/office/drawing/2014/main" id="{FD9F060E-6B06-A06D-7EF2-A6567848CC21}"/>
                  </a:ext>
                </a:extLst>
              </p:cNvPr>
              <p:cNvSpPr/>
              <p:nvPr/>
            </p:nvSpPr>
            <p:spPr>
              <a:xfrm>
                <a:off x="697056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4" name="Freeform 49453">
                <a:extLst>
                  <a:ext uri="{FF2B5EF4-FFF2-40B4-BE49-F238E27FC236}">
                    <a16:creationId xmlns:a16="http://schemas.microsoft.com/office/drawing/2014/main" id="{4D0B1964-1810-6E7C-8349-D52A5A7F72B1}"/>
                  </a:ext>
                </a:extLst>
              </p:cNvPr>
              <p:cNvSpPr/>
              <p:nvPr/>
            </p:nvSpPr>
            <p:spPr>
              <a:xfrm>
                <a:off x="6971062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5" name="Freeform 49454">
                <a:extLst>
                  <a:ext uri="{FF2B5EF4-FFF2-40B4-BE49-F238E27FC236}">
                    <a16:creationId xmlns:a16="http://schemas.microsoft.com/office/drawing/2014/main" id="{29E44CEE-9880-6BFC-1DA3-C5DF6890B534}"/>
                  </a:ext>
                </a:extLst>
              </p:cNvPr>
              <p:cNvSpPr/>
              <p:nvPr/>
            </p:nvSpPr>
            <p:spPr>
              <a:xfrm>
                <a:off x="6971657" y="5898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6" name="Freeform 49455">
                <a:extLst>
                  <a:ext uri="{FF2B5EF4-FFF2-40B4-BE49-F238E27FC236}">
                    <a16:creationId xmlns:a16="http://schemas.microsoft.com/office/drawing/2014/main" id="{6F3E1DA6-12DF-9684-3B59-F997B57C1349}"/>
                  </a:ext>
                </a:extLst>
              </p:cNvPr>
              <p:cNvSpPr/>
              <p:nvPr/>
            </p:nvSpPr>
            <p:spPr>
              <a:xfrm>
                <a:off x="6972153" y="5735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7" name="Freeform 49456">
                <a:extLst>
                  <a:ext uri="{FF2B5EF4-FFF2-40B4-BE49-F238E27FC236}">
                    <a16:creationId xmlns:a16="http://schemas.microsoft.com/office/drawing/2014/main" id="{7D753C86-7AF7-2B98-B659-3B61C06D00C2}"/>
                  </a:ext>
                </a:extLst>
              </p:cNvPr>
              <p:cNvSpPr/>
              <p:nvPr/>
            </p:nvSpPr>
            <p:spPr>
              <a:xfrm>
                <a:off x="6972649" y="5738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8" name="Freeform 49457">
                <a:extLst>
                  <a:ext uri="{FF2B5EF4-FFF2-40B4-BE49-F238E27FC236}">
                    <a16:creationId xmlns:a16="http://schemas.microsoft.com/office/drawing/2014/main" id="{876493CF-C1A4-5197-4F5D-19AA0446F101}"/>
                  </a:ext>
                </a:extLst>
              </p:cNvPr>
              <p:cNvSpPr/>
              <p:nvPr/>
            </p:nvSpPr>
            <p:spPr>
              <a:xfrm>
                <a:off x="6973245" y="5765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59" name="Freeform 49458">
                <a:extLst>
                  <a:ext uri="{FF2B5EF4-FFF2-40B4-BE49-F238E27FC236}">
                    <a16:creationId xmlns:a16="http://schemas.microsoft.com/office/drawing/2014/main" id="{25553264-D6F3-00F1-713D-3990C748B6ED}"/>
                  </a:ext>
                </a:extLst>
              </p:cNvPr>
              <p:cNvSpPr/>
              <p:nvPr/>
            </p:nvSpPr>
            <p:spPr>
              <a:xfrm>
                <a:off x="6973741" y="5718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0" name="Freeform 49459">
                <a:extLst>
                  <a:ext uri="{FF2B5EF4-FFF2-40B4-BE49-F238E27FC236}">
                    <a16:creationId xmlns:a16="http://schemas.microsoft.com/office/drawing/2014/main" id="{D849F6BF-15ED-6DCB-B70D-52BC67865306}"/>
                  </a:ext>
                </a:extLst>
              </p:cNvPr>
              <p:cNvSpPr/>
              <p:nvPr/>
            </p:nvSpPr>
            <p:spPr>
              <a:xfrm>
                <a:off x="6974237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1" name="Freeform 49460">
                <a:extLst>
                  <a:ext uri="{FF2B5EF4-FFF2-40B4-BE49-F238E27FC236}">
                    <a16:creationId xmlns:a16="http://schemas.microsoft.com/office/drawing/2014/main" id="{57AEE009-8A6D-83DC-8E0B-5F5C15DB5732}"/>
                  </a:ext>
                </a:extLst>
              </p:cNvPr>
              <p:cNvSpPr/>
              <p:nvPr/>
            </p:nvSpPr>
            <p:spPr>
              <a:xfrm>
                <a:off x="6974733" y="587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2" name="Freeform 49461">
                <a:extLst>
                  <a:ext uri="{FF2B5EF4-FFF2-40B4-BE49-F238E27FC236}">
                    <a16:creationId xmlns:a16="http://schemas.microsoft.com/office/drawing/2014/main" id="{FDB47FE6-0CC7-C8F1-B2EF-AA9D9ED88A4B}"/>
                  </a:ext>
                </a:extLst>
              </p:cNvPr>
              <p:cNvSpPr/>
              <p:nvPr/>
            </p:nvSpPr>
            <p:spPr>
              <a:xfrm>
                <a:off x="6975328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3" name="Freeform 49462">
                <a:extLst>
                  <a:ext uri="{FF2B5EF4-FFF2-40B4-BE49-F238E27FC236}">
                    <a16:creationId xmlns:a16="http://schemas.microsoft.com/office/drawing/2014/main" id="{FA2512B0-D99E-B633-703A-81C08B8A23C1}"/>
                  </a:ext>
                </a:extLst>
              </p:cNvPr>
              <p:cNvSpPr/>
              <p:nvPr/>
            </p:nvSpPr>
            <p:spPr>
              <a:xfrm>
                <a:off x="6975824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4" name="Freeform 49463">
                <a:extLst>
                  <a:ext uri="{FF2B5EF4-FFF2-40B4-BE49-F238E27FC236}">
                    <a16:creationId xmlns:a16="http://schemas.microsoft.com/office/drawing/2014/main" id="{34CCD62A-0E58-029F-EF0F-2ABEBEA0BE39}"/>
                  </a:ext>
                </a:extLst>
              </p:cNvPr>
              <p:cNvSpPr/>
              <p:nvPr/>
            </p:nvSpPr>
            <p:spPr>
              <a:xfrm>
                <a:off x="6976320" y="5879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5" name="Freeform 49464">
                <a:extLst>
                  <a:ext uri="{FF2B5EF4-FFF2-40B4-BE49-F238E27FC236}">
                    <a16:creationId xmlns:a16="http://schemas.microsoft.com/office/drawing/2014/main" id="{29D78BA3-5895-E2D5-FA80-53E51C86DBA2}"/>
                  </a:ext>
                </a:extLst>
              </p:cNvPr>
              <p:cNvSpPr/>
              <p:nvPr/>
            </p:nvSpPr>
            <p:spPr>
              <a:xfrm>
                <a:off x="6976916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6" name="Freeform 49465">
                <a:extLst>
                  <a:ext uri="{FF2B5EF4-FFF2-40B4-BE49-F238E27FC236}">
                    <a16:creationId xmlns:a16="http://schemas.microsoft.com/office/drawing/2014/main" id="{C5FE2C73-BE41-2753-8EB0-4709213F6E22}"/>
                  </a:ext>
                </a:extLst>
              </p:cNvPr>
              <p:cNvSpPr/>
              <p:nvPr/>
            </p:nvSpPr>
            <p:spPr>
              <a:xfrm>
                <a:off x="6977412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7" name="Freeform 49466">
                <a:extLst>
                  <a:ext uri="{FF2B5EF4-FFF2-40B4-BE49-F238E27FC236}">
                    <a16:creationId xmlns:a16="http://schemas.microsoft.com/office/drawing/2014/main" id="{C40F3EBE-82CF-4885-01AC-1B1CA48CDDFD}"/>
                  </a:ext>
                </a:extLst>
              </p:cNvPr>
              <p:cNvSpPr/>
              <p:nvPr/>
            </p:nvSpPr>
            <p:spPr>
              <a:xfrm>
                <a:off x="6977908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8" name="Freeform 49467">
                <a:extLst>
                  <a:ext uri="{FF2B5EF4-FFF2-40B4-BE49-F238E27FC236}">
                    <a16:creationId xmlns:a16="http://schemas.microsoft.com/office/drawing/2014/main" id="{91205AE7-B8C5-BC1C-0442-5916F7BB8C37}"/>
                  </a:ext>
                </a:extLst>
              </p:cNvPr>
              <p:cNvSpPr/>
              <p:nvPr/>
            </p:nvSpPr>
            <p:spPr>
              <a:xfrm>
                <a:off x="6978503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69" name="Freeform 49468">
                <a:extLst>
                  <a:ext uri="{FF2B5EF4-FFF2-40B4-BE49-F238E27FC236}">
                    <a16:creationId xmlns:a16="http://schemas.microsoft.com/office/drawing/2014/main" id="{B27E27C7-C1F9-A635-5C23-562E94FD414D}"/>
                  </a:ext>
                </a:extLst>
              </p:cNvPr>
              <p:cNvSpPr/>
              <p:nvPr/>
            </p:nvSpPr>
            <p:spPr>
              <a:xfrm>
                <a:off x="6978999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0" name="Freeform 49469">
                <a:extLst>
                  <a:ext uri="{FF2B5EF4-FFF2-40B4-BE49-F238E27FC236}">
                    <a16:creationId xmlns:a16="http://schemas.microsoft.com/office/drawing/2014/main" id="{CA5BCC93-5CD9-7DBE-436C-713C126AFFFF}"/>
                  </a:ext>
                </a:extLst>
              </p:cNvPr>
              <p:cNvSpPr/>
              <p:nvPr/>
            </p:nvSpPr>
            <p:spPr>
              <a:xfrm>
                <a:off x="6979495" y="6029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1" name="Freeform 49470">
                <a:extLst>
                  <a:ext uri="{FF2B5EF4-FFF2-40B4-BE49-F238E27FC236}">
                    <a16:creationId xmlns:a16="http://schemas.microsoft.com/office/drawing/2014/main" id="{CA465906-2CE9-5562-B677-8F45358F8213}"/>
                  </a:ext>
                </a:extLst>
              </p:cNvPr>
              <p:cNvSpPr/>
              <p:nvPr/>
            </p:nvSpPr>
            <p:spPr>
              <a:xfrm>
                <a:off x="6980091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2" name="Freeform 49471">
                <a:extLst>
                  <a:ext uri="{FF2B5EF4-FFF2-40B4-BE49-F238E27FC236}">
                    <a16:creationId xmlns:a16="http://schemas.microsoft.com/office/drawing/2014/main" id="{5C260FA4-B791-68CB-B9CC-C68BC1CBD9F1}"/>
                  </a:ext>
                </a:extLst>
              </p:cNvPr>
              <p:cNvSpPr/>
              <p:nvPr/>
            </p:nvSpPr>
            <p:spPr>
              <a:xfrm>
                <a:off x="6980587" y="6032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3" name="Freeform 49472">
                <a:extLst>
                  <a:ext uri="{FF2B5EF4-FFF2-40B4-BE49-F238E27FC236}">
                    <a16:creationId xmlns:a16="http://schemas.microsoft.com/office/drawing/2014/main" id="{1AACA926-64E9-5BBC-AF75-9763FE8ACDAD}"/>
                  </a:ext>
                </a:extLst>
              </p:cNvPr>
              <p:cNvSpPr/>
              <p:nvPr/>
            </p:nvSpPr>
            <p:spPr>
              <a:xfrm>
                <a:off x="6981083" y="6033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4" name="Freeform 49473">
                <a:extLst>
                  <a:ext uri="{FF2B5EF4-FFF2-40B4-BE49-F238E27FC236}">
                    <a16:creationId xmlns:a16="http://schemas.microsoft.com/office/drawing/2014/main" id="{785BAC28-C478-F5F9-35F8-AB1BF1294BBA}"/>
                  </a:ext>
                </a:extLst>
              </p:cNvPr>
              <p:cNvSpPr/>
              <p:nvPr/>
            </p:nvSpPr>
            <p:spPr>
              <a:xfrm>
                <a:off x="6981678" y="6031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5" name="Freeform 49474">
                <a:extLst>
                  <a:ext uri="{FF2B5EF4-FFF2-40B4-BE49-F238E27FC236}">
                    <a16:creationId xmlns:a16="http://schemas.microsoft.com/office/drawing/2014/main" id="{078FA88A-833C-6A91-CA69-B6B9AE562D23}"/>
                  </a:ext>
                </a:extLst>
              </p:cNvPr>
              <p:cNvSpPr/>
              <p:nvPr/>
            </p:nvSpPr>
            <p:spPr>
              <a:xfrm>
                <a:off x="6982174" y="6031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6" name="Freeform 49475">
                <a:extLst>
                  <a:ext uri="{FF2B5EF4-FFF2-40B4-BE49-F238E27FC236}">
                    <a16:creationId xmlns:a16="http://schemas.microsoft.com/office/drawing/2014/main" id="{278D8E58-C2A4-3418-9170-54E25EE9EE14}"/>
                  </a:ext>
                </a:extLst>
              </p:cNvPr>
              <p:cNvSpPr/>
              <p:nvPr/>
            </p:nvSpPr>
            <p:spPr>
              <a:xfrm>
                <a:off x="6982670" y="6030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7" name="Freeform 49476">
                <a:extLst>
                  <a:ext uri="{FF2B5EF4-FFF2-40B4-BE49-F238E27FC236}">
                    <a16:creationId xmlns:a16="http://schemas.microsoft.com/office/drawing/2014/main" id="{AD20113D-80B1-3E50-39E8-8C6FD540AE73}"/>
                  </a:ext>
                </a:extLst>
              </p:cNvPr>
              <p:cNvSpPr/>
              <p:nvPr/>
            </p:nvSpPr>
            <p:spPr>
              <a:xfrm>
                <a:off x="6983266" y="602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8" name="Freeform 49477">
                <a:extLst>
                  <a:ext uri="{FF2B5EF4-FFF2-40B4-BE49-F238E27FC236}">
                    <a16:creationId xmlns:a16="http://schemas.microsoft.com/office/drawing/2014/main" id="{6648FD18-8022-DE47-BFB1-9142495364B8}"/>
                  </a:ext>
                </a:extLst>
              </p:cNvPr>
              <p:cNvSpPr/>
              <p:nvPr/>
            </p:nvSpPr>
            <p:spPr>
              <a:xfrm>
                <a:off x="6983762" y="5975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79" name="Freeform 49478">
                <a:extLst>
                  <a:ext uri="{FF2B5EF4-FFF2-40B4-BE49-F238E27FC236}">
                    <a16:creationId xmlns:a16="http://schemas.microsoft.com/office/drawing/2014/main" id="{7D12417A-983B-4C85-D408-1DAE70CBBBD9}"/>
                  </a:ext>
                </a:extLst>
              </p:cNvPr>
              <p:cNvSpPr/>
              <p:nvPr/>
            </p:nvSpPr>
            <p:spPr>
              <a:xfrm>
                <a:off x="6984258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0" name="Freeform 49479">
                <a:extLst>
                  <a:ext uri="{FF2B5EF4-FFF2-40B4-BE49-F238E27FC236}">
                    <a16:creationId xmlns:a16="http://schemas.microsoft.com/office/drawing/2014/main" id="{0462CBEB-F7FC-3072-7038-E8965697F01A}"/>
                  </a:ext>
                </a:extLst>
              </p:cNvPr>
              <p:cNvSpPr/>
              <p:nvPr/>
            </p:nvSpPr>
            <p:spPr>
              <a:xfrm>
                <a:off x="6984853" y="5668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1" name="Freeform 49480">
                <a:extLst>
                  <a:ext uri="{FF2B5EF4-FFF2-40B4-BE49-F238E27FC236}">
                    <a16:creationId xmlns:a16="http://schemas.microsoft.com/office/drawing/2014/main" id="{C1DBDE85-F87F-E09B-6FD6-9F7EC7BB1902}"/>
                  </a:ext>
                </a:extLst>
              </p:cNvPr>
              <p:cNvSpPr/>
              <p:nvPr/>
            </p:nvSpPr>
            <p:spPr>
              <a:xfrm>
                <a:off x="6985349" y="5682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2" name="Freeform 49481">
                <a:extLst>
                  <a:ext uri="{FF2B5EF4-FFF2-40B4-BE49-F238E27FC236}">
                    <a16:creationId xmlns:a16="http://schemas.microsoft.com/office/drawing/2014/main" id="{D9B6BD93-AE71-E111-A491-16FA192838BF}"/>
                  </a:ext>
                </a:extLst>
              </p:cNvPr>
              <p:cNvSpPr/>
              <p:nvPr/>
            </p:nvSpPr>
            <p:spPr>
              <a:xfrm>
                <a:off x="6985845" y="569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3" name="Freeform 49482">
                <a:extLst>
                  <a:ext uri="{FF2B5EF4-FFF2-40B4-BE49-F238E27FC236}">
                    <a16:creationId xmlns:a16="http://schemas.microsoft.com/office/drawing/2014/main" id="{95D545C8-E4FB-8BF5-8DEB-0A342E5C5EDA}"/>
                  </a:ext>
                </a:extLst>
              </p:cNvPr>
              <p:cNvSpPr/>
              <p:nvPr/>
            </p:nvSpPr>
            <p:spPr>
              <a:xfrm>
                <a:off x="6986341" y="5636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4" name="Freeform 49483">
                <a:extLst>
                  <a:ext uri="{FF2B5EF4-FFF2-40B4-BE49-F238E27FC236}">
                    <a16:creationId xmlns:a16="http://schemas.microsoft.com/office/drawing/2014/main" id="{2F031F19-997B-28C2-25A5-92BF692201C8}"/>
                  </a:ext>
                </a:extLst>
              </p:cNvPr>
              <p:cNvSpPr/>
              <p:nvPr/>
            </p:nvSpPr>
            <p:spPr>
              <a:xfrm>
                <a:off x="6986937" y="574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5" name="Freeform 49484">
                <a:extLst>
                  <a:ext uri="{FF2B5EF4-FFF2-40B4-BE49-F238E27FC236}">
                    <a16:creationId xmlns:a16="http://schemas.microsoft.com/office/drawing/2014/main" id="{3875BC39-1B7E-6585-0614-827762BB1B7A}"/>
                  </a:ext>
                </a:extLst>
              </p:cNvPr>
              <p:cNvSpPr/>
              <p:nvPr/>
            </p:nvSpPr>
            <p:spPr>
              <a:xfrm>
                <a:off x="6987433" y="5867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6" name="Freeform 49485">
                <a:extLst>
                  <a:ext uri="{FF2B5EF4-FFF2-40B4-BE49-F238E27FC236}">
                    <a16:creationId xmlns:a16="http://schemas.microsoft.com/office/drawing/2014/main" id="{E9CF20D0-F3F8-D71A-FBA9-52A12EEB004B}"/>
                  </a:ext>
                </a:extLst>
              </p:cNvPr>
              <p:cNvSpPr/>
              <p:nvPr/>
            </p:nvSpPr>
            <p:spPr>
              <a:xfrm>
                <a:off x="6987929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7" name="Freeform 49486">
                <a:extLst>
                  <a:ext uri="{FF2B5EF4-FFF2-40B4-BE49-F238E27FC236}">
                    <a16:creationId xmlns:a16="http://schemas.microsoft.com/office/drawing/2014/main" id="{4394408C-89E9-1504-F643-B3B98140A2AD}"/>
                  </a:ext>
                </a:extLst>
              </p:cNvPr>
              <p:cNvSpPr/>
              <p:nvPr/>
            </p:nvSpPr>
            <p:spPr>
              <a:xfrm>
                <a:off x="6988524" y="5907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8" name="Freeform 49487">
                <a:extLst>
                  <a:ext uri="{FF2B5EF4-FFF2-40B4-BE49-F238E27FC236}">
                    <a16:creationId xmlns:a16="http://schemas.microsoft.com/office/drawing/2014/main" id="{69DA06B8-FC9C-5421-B49E-B66EA01C8985}"/>
                  </a:ext>
                </a:extLst>
              </p:cNvPr>
              <p:cNvSpPr/>
              <p:nvPr/>
            </p:nvSpPr>
            <p:spPr>
              <a:xfrm>
                <a:off x="6989020" y="589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89" name="Freeform 49488">
                <a:extLst>
                  <a:ext uri="{FF2B5EF4-FFF2-40B4-BE49-F238E27FC236}">
                    <a16:creationId xmlns:a16="http://schemas.microsoft.com/office/drawing/2014/main" id="{215E2E88-8E82-1C53-4387-E04C49283421}"/>
                  </a:ext>
                </a:extLst>
              </p:cNvPr>
              <p:cNvSpPr/>
              <p:nvPr/>
            </p:nvSpPr>
            <p:spPr>
              <a:xfrm>
                <a:off x="6989516" y="5882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0" name="Freeform 49489">
                <a:extLst>
                  <a:ext uri="{FF2B5EF4-FFF2-40B4-BE49-F238E27FC236}">
                    <a16:creationId xmlns:a16="http://schemas.microsoft.com/office/drawing/2014/main" id="{5F6E5BE0-EBD4-4481-08BE-390227ED048F}"/>
                  </a:ext>
                </a:extLst>
              </p:cNvPr>
              <p:cNvSpPr/>
              <p:nvPr/>
            </p:nvSpPr>
            <p:spPr>
              <a:xfrm>
                <a:off x="6990112" y="5867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1" name="Freeform 49490">
                <a:extLst>
                  <a:ext uri="{FF2B5EF4-FFF2-40B4-BE49-F238E27FC236}">
                    <a16:creationId xmlns:a16="http://schemas.microsoft.com/office/drawing/2014/main" id="{A89D87E4-74E9-46AC-C029-4E09F34EA807}"/>
                  </a:ext>
                </a:extLst>
              </p:cNvPr>
              <p:cNvSpPr/>
              <p:nvPr/>
            </p:nvSpPr>
            <p:spPr>
              <a:xfrm>
                <a:off x="6990608" y="5982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2" name="Freeform 49491">
                <a:extLst>
                  <a:ext uri="{FF2B5EF4-FFF2-40B4-BE49-F238E27FC236}">
                    <a16:creationId xmlns:a16="http://schemas.microsoft.com/office/drawing/2014/main" id="{6E29BDA7-89FB-EE09-436C-93B98F98381E}"/>
                  </a:ext>
                </a:extLst>
              </p:cNvPr>
              <p:cNvSpPr/>
              <p:nvPr/>
            </p:nvSpPr>
            <p:spPr>
              <a:xfrm>
                <a:off x="6991104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3" name="Freeform 49492">
                <a:extLst>
                  <a:ext uri="{FF2B5EF4-FFF2-40B4-BE49-F238E27FC236}">
                    <a16:creationId xmlns:a16="http://schemas.microsoft.com/office/drawing/2014/main" id="{CC37201F-07F7-B160-50C4-97F0E3C140FB}"/>
                  </a:ext>
                </a:extLst>
              </p:cNvPr>
              <p:cNvSpPr/>
              <p:nvPr/>
            </p:nvSpPr>
            <p:spPr>
              <a:xfrm>
                <a:off x="6991699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4" name="Freeform 49493">
                <a:extLst>
                  <a:ext uri="{FF2B5EF4-FFF2-40B4-BE49-F238E27FC236}">
                    <a16:creationId xmlns:a16="http://schemas.microsoft.com/office/drawing/2014/main" id="{0E92BF41-AEEE-6ECF-30D1-881D9B0FB80F}"/>
                  </a:ext>
                </a:extLst>
              </p:cNvPr>
              <p:cNvSpPr/>
              <p:nvPr/>
            </p:nvSpPr>
            <p:spPr>
              <a:xfrm>
                <a:off x="6992195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5" name="Freeform 49494">
                <a:extLst>
                  <a:ext uri="{FF2B5EF4-FFF2-40B4-BE49-F238E27FC236}">
                    <a16:creationId xmlns:a16="http://schemas.microsoft.com/office/drawing/2014/main" id="{6DA7D7FE-0015-64E4-0C20-03449758C845}"/>
                  </a:ext>
                </a:extLst>
              </p:cNvPr>
              <p:cNvSpPr/>
              <p:nvPr/>
            </p:nvSpPr>
            <p:spPr>
              <a:xfrm>
                <a:off x="6992691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6" name="Freeform 49495">
                <a:extLst>
                  <a:ext uri="{FF2B5EF4-FFF2-40B4-BE49-F238E27FC236}">
                    <a16:creationId xmlns:a16="http://schemas.microsoft.com/office/drawing/2014/main" id="{DEB93986-D4FD-FB2F-2594-2E0E8EFF9B3A}"/>
                  </a:ext>
                </a:extLst>
              </p:cNvPr>
              <p:cNvSpPr/>
              <p:nvPr/>
            </p:nvSpPr>
            <p:spPr>
              <a:xfrm>
                <a:off x="6993287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7" name="Freeform 49496">
                <a:extLst>
                  <a:ext uri="{FF2B5EF4-FFF2-40B4-BE49-F238E27FC236}">
                    <a16:creationId xmlns:a16="http://schemas.microsoft.com/office/drawing/2014/main" id="{659AF4AE-C9B7-C954-7584-F7B6438AA70B}"/>
                  </a:ext>
                </a:extLst>
              </p:cNvPr>
              <p:cNvSpPr/>
              <p:nvPr/>
            </p:nvSpPr>
            <p:spPr>
              <a:xfrm>
                <a:off x="6993783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8" name="Freeform 49497">
                <a:extLst>
                  <a:ext uri="{FF2B5EF4-FFF2-40B4-BE49-F238E27FC236}">
                    <a16:creationId xmlns:a16="http://schemas.microsoft.com/office/drawing/2014/main" id="{5582FF75-98B0-C40B-19F0-BAC79D419B76}"/>
                  </a:ext>
                </a:extLst>
              </p:cNvPr>
              <p:cNvSpPr/>
              <p:nvPr/>
            </p:nvSpPr>
            <p:spPr>
              <a:xfrm>
                <a:off x="6994279" y="6026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99" name="Freeform 49498">
                <a:extLst>
                  <a:ext uri="{FF2B5EF4-FFF2-40B4-BE49-F238E27FC236}">
                    <a16:creationId xmlns:a16="http://schemas.microsoft.com/office/drawing/2014/main" id="{830903C8-427F-DA9A-236C-8972AA58EBC0}"/>
                  </a:ext>
                </a:extLst>
              </p:cNvPr>
              <p:cNvSpPr/>
              <p:nvPr/>
            </p:nvSpPr>
            <p:spPr>
              <a:xfrm>
                <a:off x="6994874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0" name="Freeform 49499">
                <a:extLst>
                  <a:ext uri="{FF2B5EF4-FFF2-40B4-BE49-F238E27FC236}">
                    <a16:creationId xmlns:a16="http://schemas.microsoft.com/office/drawing/2014/main" id="{A68C0ED5-AA9A-112A-14E1-256BCF102105}"/>
                  </a:ext>
                </a:extLst>
              </p:cNvPr>
              <p:cNvSpPr/>
              <p:nvPr/>
            </p:nvSpPr>
            <p:spPr>
              <a:xfrm>
                <a:off x="6995370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1" name="Freeform 49500">
                <a:extLst>
                  <a:ext uri="{FF2B5EF4-FFF2-40B4-BE49-F238E27FC236}">
                    <a16:creationId xmlns:a16="http://schemas.microsoft.com/office/drawing/2014/main" id="{7CC3961E-AD2C-9A9F-F0A1-363E475AC8E1}"/>
                  </a:ext>
                </a:extLst>
              </p:cNvPr>
              <p:cNvSpPr/>
              <p:nvPr/>
            </p:nvSpPr>
            <p:spPr>
              <a:xfrm>
                <a:off x="6995866" y="602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2" name="Freeform 49501">
                <a:extLst>
                  <a:ext uri="{FF2B5EF4-FFF2-40B4-BE49-F238E27FC236}">
                    <a16:creationId xmlns:a16="http://schemas.microsoft.com/office/drawing/2014/main" id="{4E6A0E4F-E3E5-7569-ADF1-946E2263A850}"/>
                  </a:ext>
                </a:extLst>
              </p:cNvPr>
              <p:cNvSpPr/>
              <p:nvPr/>
            </p:nvSpPr>
            <p:spPr>
              <a:xfrm>
                <a:off x="6996462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3" name="Freeform 49502">
                <a:extLst>
                  <a:ext uri="{FF2B5EF4-FFF2-40B4-BE49-F238E27FC236}">
                    <a16:creationId xmlns:a16="http://schemas.microsoft.com/office/drawing/2014/main" id="{AB1E96FA-02CB-23D6-23CB-47655FC3E45A}"/>
                  </a:ext>
                </a:extLst>
              </p:cNvPr>
              <p:cNvSpPr/>
              <p:nvPr/>
            </p:nvSpPr>
            <p:spPr>
              <a:xfrm>
                <a:off x="6996958" y="5921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4" name="Freeform 49503">
                <a:extLst>
                  <a:ext uri="{FF2B5EF4-FFF2-40B4-BE49-F238E27FC236}">
                    <a16:creationId xmlns:a16="http://schemas.microsoft.com/office/drawing/2014/main" id="{E88A8598-F1E6-6E9B-9F6E-94404D4E0EB1}"/>
                  </a:ext>
                </a:extLst>
              </p:cNvPr>
              <p:cNvSpPr/>
              <p:nvPr/>
            </p:nvSpPr>
            <p:spPr>
              <a:xfrm>
                <a:off x="6997454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5" name="Freeform 49504">
                <a:extLst>
                  <a:ext uri="{FF2B5EF4-FFF2-40B4-BE49-F238E27FC236}">
                    <a16:creationId xmlns:a16="http://schemas.microsoft.com/office/drawing/2014/main" id="{9F40183B-6762-9E26-43D0-80D8845BA128}"/>
                  </a:ext>
                </a:extLst>
              </p:cNvPr>
              <p:cNvSpPr/>
              <p:nvPr/>
            </p:nvSpPr>
            <p:spPr>
              <a:xfrm>
                <a:off x="6998049" y="5784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6" name="Freeform 49505">
                <a:extLst>
                  <a:ext uri="{FF2B5EF4-FFF2-40B4-BE49-F238E27FC236}">
                    <a16:creationId xmlns:a16="http://schemas.microsoft.com/office/drawing/2014/main" id="{387E2956-FFB4-0DC6-F170-8E0E31AA1E18}"/>
                  </a:ext>
                </a:extLst>
              </p:cNvPr>
              <p:cNvSpPr/>
              <p:nvPr/>
            </p:nvSpPr>
            <p:spPr>
              <a:xfrm>
                <a:off x="6998545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7" name="Freeform 49506">
                <a:extLst>
                  <a:ext uri="{FF2B5EF4-FFF2-40B4-BE49-F238E27FC236}">
                    <a16:creationId xmlns:a16="http://schemas.microsoft.com/office/drawing/2014/main" id="{727E0A2E-2A03-0290-287B-A81B29E45DAB}"/>
                  </a:ext>
                </a:extLst>
              </p:cNvPr>
              <p:cNvSpPr/>
              <p:nvPr/>
            </p:nvSpPr>
            <p:spPr>
              <a:xfrm>
                <a:off x="6999041" y="5828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8" name="Freeform 49507">
                <a:extLst>
                  <a:ext uri="{FF2B5EF4-FFF2-40B4-BE49-F238E27FC236}">
                    <a16:creationId xmlns:a16="http://schemas.microsoft.com/office/drawing/2014/main" id="{851540BD-4E19-2DD0-0FBB-990123D398E3}"/>
                  </a:ext>
                </a:extLst>
              </p:cNvPr>
              <p:cNvSpPr/>
              <p:nvPr/>
            </p:nvSpPr>
            <p:spPr>
              <a:xfrm>
                <a:off x="6999538" y="5874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09" name="Freeform 49508">
                <a:extLst>
                  <a:ext uri="{FF2B5EF4-FFF2-40B4-BE49-F238E27FC236}">
                    <a16:creationId xmlns:a16="http://schemas.microsoft.com/office/drawing/2014/main" id="{E9E0B553-5493-4A3C-9A5C-FCA92AF96566}"/>
                  </a:ext>
                </a:extLst>
              </p:cNvPr>
              <p:cNvSpPr/>
              <p:nvPr/>
            </p:nvSpPr>
            <p:spPr>
              <a:xfrm>
                <a:off x="7000133" y="587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0" name="Freeform 49509">
                <a:extLst>
                  <a:ext uri="{FF2B5EF4-FFF2-40B4-BE49-F238E27FC236}">
                    <a16:creationId xmlns:a16="http://schemas.microsoft.com/office/drawing/2014/main" id="{AF1E7707-40A2-2564-C13E-104BFD95679F}"/>
                  </a:ext>
                </a:extLst>
              </p:cNvPr>
              <p:cNvSpPr/>
              <p:nvPr/>
            </p:nvSpPr>
            <p:spPr>
              <a:xfrm>
                <a:off x="7000629" y="5874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1" name="Freeform 49510">
                <a:extLst>
                  <a:ext uri="{FF2B5EF4-FFF2-40B4-BE49-F238E27FC236}">
                    <a16:creationId xmlns:a16="http://schemas.microsoft.com/office/drawing/2014/main" id="{21395FDC-BE82-0D07-1CB9-56A4268C8271}"/>
                  </a:ext>
                </a:extLst>
              </p:cNvPr>
              <p:cNvSpPr/>
              <p:nvPr/>
            </p:nvSpPr>
            <p:spPr>
              <a:xfrm>
                <a:off x="7001125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2" name="Freeform 49511">
                <a:extLst>
                  <a:ext uri="{FF2B5EF4-FFF2-40B4-BE49-F238E27FC236}">
                    <a16:creationId xmlns:a16="http://schemas.microsoft.com/office/drawing/2014/main" id="{61D51D94-BBA6-1E51-1943-5664B6B0D984}"/>
                  </a:ext>
                </a:extLst>
              </p:cNvPr>
              <p:cNvSpPr/>
              <p:nvPr/>
            </p:nvSpPr>
            <p:spPr>
              <a:xfrm>
                <a:off x="7001720" y="5827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3" name="Freeform 49512">
                <a:extLst>
                  <a:ext uri="{FF2B5EF4-FFF2-40B4-BE49-F238E27FC236}">
                    <a16:creationId xmlns:a16="http://schemas.microsoft.com/office/drawing/2014/main" id="{9AAE4FF6-AC74-081C-3FC3-13E3A8B6FA20}"/>
                  </a:ext>
                </a:extLst>
              </p:cNvPr>
              <p:cNvSpPr/>
              <p:nvPr/>
            </p:nvSpPr>
            <p:spPr>
              <a:xfrm>
                <a:off x="7002216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4" name="Freeform 49513">
                <a:extLst>
                  <a:ext uri="{FF2B5EF4-FFF2-40B4-BE49-F238E27FC236}">
                    <a16:creationId xmlns:a16="http://schemas.microsoft.com/office/drawing/2014/main" id="{1E4F25B8-8F0E-D69C-F511-438AAAC3665E}"/>
                  </a:ext>
                </a:extLst>
              </p:cNvPr>
              <p:cNvSpPr/>
              <p:nvPr/>
            </p:nvSpPr>
            <p:spPr>
              <a:xfrm>
                <a:off x="7002713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5" name="Freeform 49514">
                <a:extLst>
                  <a:ext uri="{FF2B5EF4-FFF2-40B4-BE49-F238E27FC236}">
                    <a16:creationId xmlns:a16="http://schemas.microsoft.com/office/drawing/2014/main" id="{0D3E1AE0-EC03-662C-BB45-4251FAA138E2}"/>
                  </a:ext>
                </a:extLst>
              </p:cNvPr>
              <p:cNvSpPr/>
              <p:nvPr/>
            </p:nvSpPr>
            <p:spPr>
              <a:xfrm>
                <a:off x="7003308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6" name="Freeform 49515">
                <a:extLst>
                  <a:ext uri="{FF2B5EF4-FFF2-40B4-BE49-F238E27FC236}">
                    <a16:creationId xmlns:a16="http://schemas.microsoft.com/office/drawing/2014/main" id="{F45E0510-8863-1143-A7AB-17F6C6511C0E}"/>
                  </a:ext>
                </a:extLst>
              </p:cNvPr>
              <p:cNvSpPr/>
              <p:nvPr/>
            </p:nvSpPr>
            <p:spPr>
              <a:xfrm>
                <a:off x="7003804" y="5946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7" name="Freeform 49516">
                <a:extLst>
                  <a:ext uri="{FF2B5EF4-FFF2-40B4-BE49-F238E27FC236}">
                    <a16:creationId xmlns:a16="http://schemas.microsoft.com/office/drawing/2014/main" id="{067ED348-F230-B3C0-4DC3-A989523CED3D}"/>
                  </a:ext>
                </a:extLst>
              </p:cNvPr>
              <p:cNvSpPr/>
              <p:nvPr/>
            </p:nvSpPr>
            <p:spPr>
              <a:xfrm>
                <a:off x="7004300" y="59683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8" name="Freeform 49517">
                <a:extLst>
                  <a:ext uri="{FF2B5EF4-FFF2-40B4-BE49-F238E27FC236}">
                    <a16:creationId xmlns:a16="http://schemas.microsoft.com/office/drawing/2014/main" id="{EF6E7A5E-9B15-F76D-DFBC-7DCA888C58BC}"/>
                  </a:ext>
                </a:extLst>
              </p:cNvPr>
              <p:cNvSpPr/>
              <p:nvPr/>
            </p:nvSpPr>
            <p:spPr>
              <a:xfrm>
                <a:off x="7004895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19" name="Freeform 49518">
                <a:extLst>
                  <a:ext uri="{FF2B5EF4-FFF2-40B4-BE49-F238E27FC236}">
                    <a16:creationId xmlns:a16="http://schemas.microsoft.com/office/drawing/2014/main" id="{724B48A5-77DF-39D9-84F0-9E2EED7790A7}"/>
                  </a:ext>
                </a:extLst>
              </p:cNvPr>
              <p:cNvSpPr/>
              <p:nvPr/>
            </p:nvSpPr>
            <p:spPr>
              <a:xfrm>
                <a:off x="7005391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0" name="Freeform 49519">
                <a:extLst>
                  <a:ext uri="{FF2B5EF4-FFF2-40B4-BE49-F238E27FC236}">
                    <a16:creationId xmlns:a16="http://schemas.microsoft.com/office/drawing/2014/main" id="{5B899BB8-DCA0-7341-C208-786ECBC25711}"/>
                  </a:ext>
                </a:extLst>
              </p:cNvPr>
              <p:cNvSpPr/>
              <p:nvPr/>
            </p:nvSpPr>
            <p:spPr>
              <a:xfrm>
                <a:off x="7005888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1" name="Freeform 49520">
                <a:extLst>
                  <a:ext uri="{FF2B5EF4-FFF2-40B4-BE49-F238E27FC236}">
                    <a16:creationId xmlns:a16="http://schemas.microsoft.com/office/drawing/2014/main" id="{5C880F2A-C7C6-C98C-3D9D-9C16C8245C44}"/>
                  </a:ext>
                </a:extLst>
              </p:cNvPr>
              <p:cNvSpPr/>
              <p:nvPr/>
            </p:nvSpPr>
            <p:spPr>
              <a:xfrm>
                <a:off x="7006483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2" name="Freeform 49521">
                <a:extLst>
                  <a:ext uri="{FF2B5EF4-FFF2-40B4-BE49-F238E27FC236}">
                    <a16:creationId xmlns:a16="http://schemas.microsoft.com/office/drawing/2014/main" id="{FB13C447-68DD-5E6F-BA17-EF45EED94004}"/>
                  </a:ext>
                </a:extLst>
              </p:cNvPr>
              <p:cNvSpPr/>
              <p:nvPr/>
            </p:nvSpPr>
            <p:spPr>
              <a:xfrm>
                <a:off x="7006979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3" name="Freeform 49522">
                <a:extLst>
                  <a:ext uri="{FF2B5EF4-FFF2-40B4-BE49-F238E27FC236}">
                    <a16:creationId xmlns:a16="http://schemas.microsoft.com/office/drawing/2014/main" id="{CC82F82A-E29C-9B25-6FC8-DD19ABFCA700}"/>
                  </a:ext>
                </a:extLst>
              </p:cNvPr>
              <p:cNvSpPr/>
              <p:nvPr/>
            </p:nvSpPr>
            <p:spPr>
              <a:xfrm>
                <a:off x="7007475" y="5972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4" name="Freeform 49523">
                <a:extLst>
                  <a:ext uri="{FF2B5EF4-FFF2-40B4-BE49-F238E27FC236}">
                    <a16:creationId xmlns:a16="http://schemas.microsoft.com/office/drawing/2014/main" id="{586E32CC-651D-0B69-58C6-33AB8F007D08}"/>
                  </a:ext>
                </a:extLst>
              </p:cNvPr>
              <p:cNvSpPr/>
              <p:nvPr/>
            </p:nvSpPr>
            <p:spPr>
              <a:xfrm>
                <a:off x="7008070" y="5971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5" name="Freeform 49524">
                <a:extLst>
                  <a:ext uri="{FF2B5EF4-FFF2-40B4-BE49-F238E27FC236}">
                    <a16:creationId xmlns:a16="http://schemas.microsoft.com/office/drawing/2014/main" id="{9544424C-047B-2EAF-01B6-CB07100252D0}"/>
                  </a:ext>
                </a:extLst>
              </p:cNvPr>
              <p:cNvSpPr/>
              <p:nvPr/>
            </p:nvSpPr>
            <p:spPr>
              <a:xfrm>
                <a:off x="7008566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6" name="Freeform 49525">
                <a:extLst>
                  <a:ext uri="{FF2B5EF4-FFF2-40B4-BE49-F238E27FC236}">
                    <a16:creationId xmlns:a16="http://schemas.microsoft.com/office/drawing/2014/main" id="{A09D8A87-35E3-F81D-82F6-C17B9EC3EC42}"/>
                  </a:ext>
                </a:extLst>
              </p:cNvPr>
              <p:cNvSpPr/>
              <p:nvPr/>
            </p:nvSpPr>
            <p:spPr>
              <a:xfrm>
                <a:off x="7009063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7" name="Freeform 49526">
                <a:extLst>
                  <a:ext uri="{FF2B5EF4-FFF2-40B4-BE49-F238E27FC236}">
                    <a16:creationId xmlns:a16="http://schemas.microsoft.com/office/drawing/2014/main" id="{2F8113AC-B6C0-1AF6-10AF-60155F7AEF3E}"/>
                  </a:ext>
                </a:extLst>
              </p:cNvPr>
              <p:cNvSpPr/>
              <p:nvPr/>
            </p:nvSpPr>
            <p:spPr>
              <a:xfrm>
                <a:off x="7009658" y="590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8" name="Freeform 49527">
                <a:extLst>
                  <a:ext uri="{FF2B5EF4-FFF2-40B4-BE49-F238E27FC236}">
                    <a16:creationId xmlns:a16="http://schemas.microsoft.com/office/drawing/2014/main" id="{4A934C94-7C19-D8AC-81DF-434504FAE3C4}"/>
                  </a:ext>
                </a:extLst>
              </p:cNvPr>
              <p:cNvSpPr/>
              <p:nvPr/>
            </p:nvSpPr>
            <p:spPr>
              <a:xfrm>
                <a:off x="7010154" y="5705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29" name="Freeform 49528">
                <a:extLst>
                  <a:ext uri="{FF2B5EF4-FFF2-40B4-BE49-F238E27FC236}">
                    <a16:creationId xmlns:a16="http://schemas.microsoft.com/office/drawing/2014/main" id="{E5D07B04-4E1E-79DB-D726-C9DCCB38763A}"/>
                  </a:ext>
                </a:extLst>
              </p:cNvPr>
              <p:cNvSpPr/>
              <p:nvPr/>
            </p:nvSpPr>
            <p:spPr>
              <a:xfrm>
                <a:off x="7010650" y="57062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0" name="Freeform 49529">
                <a:extLst>
                  <a:ext uri="{FF2B5EF4-FFF2-40B4-BE49-F238E27FC236}">
                    <a16:creationId xmlns:a16="http://schemas.microsoft.com/office/drawing/2014/main" id="{D33AC6C3-46F3-F4CE-D681-12F72A6562E7}"/>
                  </a:ext>
                </a:extLst>
              </p:cNvPr>
              <p:cNvSpPr/>
              <p:nvPr/>
            </p:nvSpPr>
            <p:spPr>
              <a:xfrm>
                <a:off x="7011146" y="5726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1" name="Freeform 49530">
                <a:extLst>
                  <a:ext uri="{FF2B5EF4-FFF2-40B4-BE49-F238E27FC236}">
                    <a16:creationId xmlns:a16="http://schemas.microsoft.com/office/drawing/2014/main" id="{EFA43A77-C8A8-ECB1-CCEC-107F99AF5DDA}"/>
                  </a:ext>
                </a:extLst>
              </p:cNvPr>
              <p:cNvSpPr/>
              <p:nvPr/>
            </p:nvSpPr>
            <p:spPr>
              <a:xfrm>
                <a:off x="7011741" y="5687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2" name="Freeform 49531">
                <a:extLst>
                  <a:ext uri="{FF2B5EF4-FFF2-40B4-BE49-F238E27FC236}">
                    <a16:creationId xmlns:a16="http://schemas.microsoft.com/office/drawing/2014/main" id="{5A3E750C-1E1A-8075-9F7F-CB86895A158D}"/>
                  </a:ext>
                </a:extLst>
              </p:cNvPr>
              <p:cNvSpPr/>
              <p:nvPr/>
            </p:nvSpPr>
            <p:spPr>
              <a:xfrm>
                <a:off x="7012238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3" name="Freeform 49532">
                <a:extLst>
                  <a:ext uri="{FF2B5EF4-FFF2-40B4-BE49-F238E27FC236}">
                    <a16:creationId xmlns:a16="http://schemas.microsoft.com/office/drawing/2014/main" id="{61E1DC4B-8675-13BF-9CDB-3C9092631B5D}"/>
                  </a:ext>
                </a:extLst>
              </p:cNvPr>
              <p:cNvSpPr/>
              <p:nvPr/>
            </p:nvSpPr>
            <p:spPr>
              <a:xfrm>
                <a:off x="7012734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4" name="Freeform 49533">
                <a:extLst>
                  <a:ext uri="{FF2B5EF4-FFF2-40B4-BE49-F238E27FC236}">
                    <a16:creationId xmlns:a16="http://schemas.microsoft.com/office/drawing/2014/main" id="{2DFF75C3-EB5F-05CA-07D6-E480A188CEC9}"/>
                  </a:ext>
                </a:extLst>
              </p:cNvPr>
              <p:cNvSpPr/>
              <p:nvPr/>
            </p:nvSpPr>
            <p:spPr>
              <a:xfrm>
                <a:off x="7013329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5" name="Freeform 49534">
                <a:extLst>
                  <a:ext uri="{FF2B5EF4-FFF2-40B4-BE49-F238E27FC236}">
                    <a16:creationId xmlns:a16="http://schemas.microsoft.com/office/drawing/2014/main" id="{029E8147-BDC4-5304-5213-A8C30CB55EEE}"/>
                  </a:ext>
                </a:extLst>
              </p:cNvPr>
              <p:cNvSpPr/>
              <p:nvPr/>
            </p:nvSpPr>
            <p:spPr>
              <a:xfrm>
                <a:off x="7013825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6" name="Freeform 49535">
                <a:extLst>
                  <a:ext uri="{FF2B5EF4-FFF2-40B4-BE49-F238E27FC236}">
                    <a16:creationId xmlns:a16="http://schemas.microsoft.com/office/drawing/2014/main" id="{F21B694A-D7E7-F488-8875-3986A4F15005}"/>
                  </a:ext>
                </a:extLst>
              </p:cNvPr>
              <p:cNvSpPr/>
              <p:nvPr/>
            </p:nvSpPr>
            <p:spPr>
              <a:xfrm>
                <a:off x="7014321" y="589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7" name="Freeform 49536">
                <a:extLst>
                  <a:ext uri="{FF2B5EF4-FFF2-40B4-BE49-F238E27FC236}">
                    <a16:creationId xmlns:a16="http://schemas.microsoft.com/office/drawing/2014/main" id="{84985733-EE64-4369-DF8C-F9CD9AA57860}"/>
                  </a:ext>
                </a:extLst>
              </p:cNvPr>
              <p:cNvSpPr/>
              <p:nvPr/>
            </p:nvSpPr>
            <p:spPr>
              <a:xfrm>
                <a:off x="7014916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8" name="Freeform 49537">
                <a:extLst>
                  <a:ext uri="{FF2B5EF4-FFF2-40B4-BE49-F238E27FC236}">
                    <a16:creationId xmlns:a16="http://schemas.microsoft.com/office/drawing/2014/main" id="{C1C13374-D437-5230-715A-AFCDC80A7A12}"/>
                  </a:ext>
                </a:extLst>
              </p:cNvPr>
              <p:cNvSpPr/>
              <p:nvPr/>
            </p:nvSpPr>
            <p:spPr>
              <a:xfrm>
                <a:off x="7015413" y="584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9" name="Freeform 49538">
                <a:extLst>
                  <a:ext uri="{FF2B5EF4-FFF2-40B4-BE49-F238E27FC236}">
                    <a16:creationId xmlns:a16="http://schemas.microsoft.com/office/drawing/2014/main" id="{4ECBDF40-04BE-391B-0F59-215450C09154}"/>
                  </a:ext>
                </a:extLst>
              </p:cNvPr>
              <p:cNvSpPr/>
              <p:nvPr/>
            </p:nvSpPr>
            <p:spPr>
              <a:xfrm>
                <a:off x="7015909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0" name="Freeform 49539">
                <a:extLst>
                  <a:ext uri="{FF2B5EF4-FFF2-40B4-BE49-F238E27FC236}">
                    <a16:creationId xmlns:a16="http://schemas.microsoft.com/office/drawing/2014/main" id="{6BB9FE20-C4A5-DB99-071D-81144576AA8B}"/>
                  </a:ext>
                </a:extLst>
              </p:cNvPr>
              <p:cNvSpPr/>
              <p:nvPr/>
            </p:nvSpPr>
            <p:spPr>
              <a:xfrm>
                <a:off x="701650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1" name="Freeform 49540">
                <a:extLst>
                  <a:ext uri="{FF2B5EF4-FFF2-40B4-BE49-F238E27FC236}">
                    <a16:creationId xmlns:a16="http://schemas.microsoft.com/office/drawing/2014/main" id="{24008D75-F0EE-B28C-EC54-136E20FAAE5D}"/>
                  </a:ext>
                </a:extLst>
              </p:cNvPr>
              <p:cNvSpPr/>
              <p:nvPr/>
            </p:nvSpPr>
            <p:spPr>
              <a:xfrm>
                <a:off x="701700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2" name="Freeform 49541">
                <a:extLst>
                  <a:ext uri="{FF2B5EF4-FFF2-40B4-BE49-F238E27FC236}">
                    <a16:creationId xmlns:a16="http://schemas.microsoft.com/office/drawing/2014/main" id="{7C8A23E9-9B8D-D849-D861-C8E378C78C61}"/>
                  </a:ext>
                </a:extLst>
              </p:cNvPr>
              <p:cNvSpPr/>
              <p:nvPr/>
            </p:nvSpPr>
            <p:spPr>
              <a:xfrm>
                <a:off x="70174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3" name="Freeform 49542">
                <a:extLst>
                  <a:ext uri="{FF2B5EF4-FFF2-40B4-BE49-F238E27FC236}">
                    <a16:creationId xmlns:a16="http://schemas.microsoft.com/office/drawing/2014/main" id="{557E44D7-2C63-A496-C330-080481519D9A}"/>
                  </a:ext>
                </a:extLst>
              </p:cNvPr>
              <p:cNvSpPr/>
              <p:nvPr/>
            </p:nvSpPr>
            <p:spPr>
              <a:xfrm>
                <a:off x="70180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4" name="Freeform 49543">
                <a:extLst>
                  <a:ext uri="{FF2B5EF4-FFF2-40B4-BE49-F238E27FC236}">
                    <a16:creationId xmlns:a16="http://schemas.microsoft.com/office/drawing/2014/main" id="{9733321A-4984-D928-E427-4F7A54708856}"/>
                  </a:ext>
                </a:extLst>
              </p:cNvPr>
              <p:cNvSpPr/>
              <p:nvPr/>
            </p:nvSpPr>
            <p:spPr>
              <a:xfrm>
                <a:off x="70185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5" name="Freeform 49544">
                <a:extLst>
                  <a:ext uri="{FF2B5EF4-FFF2-40B4-BE49-F238E27FC236}">
                    <a16:creationId xmlns:a16="http://schemas.microsoft.com/office/drawing/2014/main" id="{2A0F019E-D301-91AF-3548-D37F4D020385}"/>
                  </a:ext>
                </a:extLst>
              </p:cNvPr>
              <p:cNvSpPr/>
              <p:nvPr/>
            </p:nvSpPr>
            <p:spPr>
              <a:xfrm>
                <a:off x="70190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6" name="Freeform 49545">
                <a:extLst>
                  <a:ext uri="{FF2B5EF4-FFF2-40B4-BE49-F238E27FC236}">
                    <a16:creationId xmlns:a16="http://schemas.microsoft.com/office/drawing/2014/main" id="{C4996525-6BF3-B49D-300B-BF18F3A5C2D6}"/>
                  </a:ext>
                </a:extLst>
              </p:cNvPr>
              <p:cNvSpPr/>
              <p:nvPr/>
            </p:nvSpPr>
            <p:spPr>
              <a:xfrm>
                <a:off x="7019679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7" name="Freeform 49546">
                <a:extLst>
                  <a:ext uri="{FF2B5EF4-FFF2-40B4-BE49-F238E27FC236}">
                    <a16:creationId xmlns:a16="http://schemas.microsoft.com/office/drawing/2014/main" id="{DB040732-0C88-6D7D-E531-35607CBCD49A}"/>
                  </a:ext>
                </a:extLst>
              </p:cNvPr>
              <p:cNvSpPr/>
              <p:nvPr/>
            </p:nvSpPr>
            <p:spPr>
              <a:xfrm>
                <a:off x="70201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8" name="Freeform 49547">
                <a:extLst>
                  <a:ext uri="{FF2B5EF4-FFF2-40B4-BE49-F238E27FC236}">
                    <a16:creationId xmlns:a16="http://schemas.microsoft.com/office/drawing/2014/main" id="{F34E66F9-0FE2-4FD6-385F-CBEA325464CB}"/>
                  </a:ext>
                </a:extLst>
              </p:cNvPr>
              <p:cNvSpPr/>
              <p:nvPr/>
            </p:nvSpPr>
            <p:spPr>
              <a:xfrm>
                <a:off x="70206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9" name="Freeform 49548">
                <a:extLst>
                  <a:ext uri="{FF2B5EF4-FFF2-40B4-BE49-F238E27FC236}">
                    <a16:creationId xmlns:a16="http://schemas.microsoft.com/office/drawing/2014/main" id="{53672B72-179B-A170-AFAF-F272229B5D39}"/>
                  </a:ext>
                </a:extLst>
              </p:cNvPr>
              <p:cNvSpPr/>
              <p:nvPr/>
            </p:nvSpPr>
            <p:spPr>
              <a:xfrm>
                <a:off x="702126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0" name="Freeform 49549">
                <a:extLst>
                  <a:ext uri="{FF2B5EF4-FFF2-40B4-BE49-F238E27FC236}">
                    <a16:creationId xmlns:a16="http://schemas.microsoft.com/office/drawing/2014/main" id="{B88190D6-50E3-71D1-AABE-C002862302BF}"/>
                  </a:ext>
                </a:extLst>
              </p:cNvPr>
              <p:cNvSpPr/>
              <p:nvPr/>
            </p:nvSpPr>
            <p:spPr>
              <a:xfrm>
                <a:off x="702176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1" name="Freeform 49550">
                <a:extLst>
                  <a:ext uri="{FF2B5EF4-FFF2-40B4-BE49-F238E27FC236}">
                    <a16:creationId xmlns:a16="http://schemas.microsoft.com/office/drawing/2014/main" id="{11F8D28D-7DCA-818D-00C3-22E0E9FF4B63}"/>
                  </a:ext>
                </a:extLst>
              </p:cNvPr>
              <p:cNvSpPr/>
              <p:nvPr/>
            </p:nvSpPr>
            <p:spPr>
              <a:xfrm>
                <a:off x="7022259" y="5941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2" name="Freeform 49551">
                <a:extLst>
                  <a:ext uri="{FF2B5EF4-FFF2-40B4-BE49-F238E27FC236}">
                    <a16:creationId xmlns:a16="http://schemas.microsoft.com/office/drawing/2014/main" id="{327540AF-26E1-06F6-68FF-3B30E1264001}"/>
                  </a:ext>
                </a:extLst>
              </p:cNvPr>
              <p:cNvSpPr/>
              <p:nvPr/>
            </p:nvSpPr>
            <p:spPr>
              <a:xfrm>
                <a:off x="7022755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3" name="Freeform 49552">
                <a:extLst>
                  <a:ext uri="{FF2B5EF4-FFF2-40B4-BE49-F238E27FC236}">
                    <a16:creationId xmlns:a16="http://schemas.microsoft.com/office/drawing/2014/main" id="{BEDD9DB0-4D4A-940E-2EBE-DF08EEC9ADE6}"/>
                  </a:ext>
                </a:extLst>
              </p:cNvPr>
              <p:cNvSpPr/>
              <p:nvPr/>
            </p:nvSpPr>
            <p:spPr>
              <a:xfrm>
                <a:off x="7023350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4" name="Freeform 49553">
                <a:extLst>
                  <a:ext uri="{FF2B5EF4-FFF2-40B4-BE49-F238E27FC236}">
                    <a16:creationId xmlns:a16="http://schemas.microsoft.com/office/drawing/2014/main" id="{A67E4682-637E-5A59-FE13-8C5F6E65A918}"/>
                  </a:ext>
                </a:extLst>
              </p:cNvPr>
              <p:cNvSpPr/>
              <p:nvPr/>
            </p:nvSpPr>
            <p:spPr>
              <a:xfrm>
                <a:off x="7023846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5" name="Freeform 49554">
                <a:extLst>
                  <a:ext uri="{FF2B5EF4-FFF2-40B4-BE49-F238E27FC236}">
                    <a16:creationId xmlns:a16="http://schemas.microsoft.com/office/drawing/2014/main" id="{546D41CD-89CB-E3F8-24E1-8ABE0A6E92C4}"/>
                  </a:ext>
                </a:extLst>
              </p:cNvPr>
              <p:cNvSpPr/>
              <p:nvPr/>
            </p:nvSpPr>
            <p:spPr>
              <a:xfrm>
                <a:off x="7024342" y="5832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6" name="Freeform 49555">
                <a:extLst>
                  <a:ext uri="{FF2B5EF4-FFF2-40B4-BE49-F238E27FC236}">
                    <a16:creationId xmlns:a16="http://schemas.microsoft.com/office/drawing/2014/main" id="{9D7FF535-01A1-52D4-C3DB-AC5C2C88F70F}"/>
                  </a:ext>
                </a:extLst>
              </p:cNvPr>
              <p:cNvSpPr/>
              <p:nvPr/>
            </p:nvSpPr>
            <p:spPr>
              <a:xfrm>
                <a:off x="7024938" y="5887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7" name="Freeform 49556">
                <a:extLst>
                  <a:ext uri="{FF2B5EF4-FFF2-40B4-BE49-F238E27FC236}">
                    <a16:creationId xmlns:a16="http://schemas.microsoft.com/office/drawing/2014/main" id="{6DA29986-4B42-F5BD-ACAB-D86494EA7F11}"/>
                  </a:ext>
                </a:extLst>
              </p:cNvPr>
              <p:cNvSpPr/>
              <p:nvPr/>
            </p:nvSpPr>
            <p:spPr>
              <a:xfrm>
                <a:off x="7025434" y="5925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8" name="Freeform 49557">
                <a:extLst>
                  <a:ext uri="{FF2B5EF4-FFF2-40B4-BE49-F238E27FC236}">
                    <a16:creationId xmlns:a16="http://schemas.microsoft.com/office/drawing/2014/main" id="{D60C5323-0F9C-98A8-B803-9747E2E6D791}"/>
                  </a:ext>
                </a:extLst>
              </p:cNvPr>
              <p:cNvSpPr/>
              <p:nvPr/>
            </p:nvSpPr>
            <p:spPr>
              <a:xfrm>
                <a:off x="7025930" y="593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9" name="Freeform 49558">
                <a:extLst>
                  <a:ext uri="{FF2B5EF4-FFF2-40B4-BE49-F238E27FC236}">
                    <a16:creationId xmlns:a16="http://schemas.microsoft.com/office/drawing/2014/main" id="{3F3AB2F8-EBE8-C477-D1EC-422E1F30EF9F}"/>
                  </a:ext>
                </a:extLst>
              </p:cNvPr>
              <p:cNvSpPr/>
              <p:nvPr/>
            </p:nvSpPr>
            <p:spPr>
              <a:xfrm>
                <a:off x="7026525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0" name="Freeform 49559">
                <a:extLst>
                  <a:ext uri="{FF2B5EF4-FFF2-40B4-BE49-F238E27FC236}">
                    <a16:creationId xmlns:a16="http://schemas.microsoft.com/office/drawing/2014/main" id="{533D5508-5860-3CBD-23A9-0F82F93E2107}"/>
                  </a:ext>
                </a:extLst>
              </p:cNvPr>
              <p:cNvSpPr/>
              <p:nvPr/>
            </p:nvSpPr>
            <p:spPr>
              <a:xfrm>
                <a:off x="7027021" y="5925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1" name="Freeform 49560">
                <a:extLst>
                  <a:ext uri="{FF2B5EF4-FFF2-40B4-BE49-F238E27FC236}">
                    <a16:creationId xmlns:a16="http://schemas.microsoft.com/office/drawing/2014/main" id="{4D44F7FF-DDDC-D795-3A50-8F02A6B1A6B4}"/>
                  </a:ext>
                </a:extLst>
              </p:cNvPr>
              <p:cNvSpPr/>
              <p:nvPr/>
            </p:nvSpPr>
            <p:spPr>
              <a:xfrm>
                <a:off x="7027517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2" name="Freeform 49561">
                <a:extLst>
                  <a:ext uri="{FF2B5EF4-FFF2-40B4-BE49-F238E27FC236}">
                    <a16:creationId xmlns:a16="http://schemas.microsoft.com/office/drawing/2014/main" id="{52CB995C-D51F-8A72-69C1-8E8A9F23AE30}"/>
                  </a:ext>
                </a:extLst>
              </p:cNvPr>
              <p:cNvSpPr/>
              <p:nvPr/>
            </p:nvSpPr>
            <p:spPr>
              <a:xfrm>
                <a:off x="7028113" y="5918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3" name="Freeform 49562">
                <a:extLst>
                  <a:ext uri="{FF2B5EF4-FFF2-40B4-BE49-F238E27FC236}">
                    <a16:creationId xmlns:a16="http://schemas.microsoft.com/office/drawing/2014/main" id="{BFB10F4B-CE6D-0DA9-05A5-6173AB5954F3}"/>
                  </a:ext>
                </a:extLst>
              </p:cNvPr>
              <p:cNvSpPr/>
              <p:nvPr/>
            </p:nvSpPr>
            <p:spPr>
              <a:xfrm>
                <a:off x="7028609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4" name="Freeform 49563">
                <a:extLst>
                  <a:ext uri="{FF2B5EF4-FFF2-40B4-BE49-F238E27FC236}">
                    <a16:creationId xmlns:a16="http://schemas.microsoft.com/office/drawing/2014/main" id="{9BD76C04-62EC-290D-A4A0-9DA72A438072}"/>
                  </a:ext>
                </a:extLst>
              </p:cNvPr>
              <p:cNvSpPr/>
              <p:nvPr/>
            </p:nvSpPr>
            <p:spPr>
              <a:xfrm>
                <a:off x="702910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5" name="Freeform 49564">
                <a:extLst>
                  <a:ext uri="{FF2B5EF4-FFF2-40B4-BE49-F238E27FC236}">
                    <a16:creationId xmlns:a16="http://schemas.microsoft.com/office/drawing/2014/main" id="{633A8B8E-9EB7-C0D8-B040-B8B05C273FE0}"/>
                  </a:ext>
                </a:extLst>
              </p:cNvPr>
              <p:cNvSpPr/>
              <p:nvPr/>
            </p:nvSpPr>
            <p:spPr>
              <a:xfrm>
                <a:off x="702970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6" name="Freeform 49565">
                <a:extLst>
                  <a:ext uri="{FF2B5EF4-FFF2-40B4-BE49-F238E27FC236}">
                    <a16:creationId xmlns:a16="http://schemas.microsoft.com/office/drawing/2014/main" id="{959ED38D-2B37-A9BC-6CA6-979208D9E1DE}"/>
                  </a:ext>
                </a:extLst>
              </p:cNvPr>
              <p:cNvSpPr/>
              <p:nvPr/>
            </p:nvSpPr>
            <p:spPr>
              <a:xfrm>
                <a:off x="703019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7" name="Freeform 49566">
                <a:extLst>
                  <a:ext uri="{FF2B5EF4-FFF2-40B4-BE49-F238E27FC236}">
                    <a16:creationId xmlns:a16="http://schemas.microsoft.com/office/drawing/2014/main" id="{56FCAE3E-CAD9-6B0D-A237-A57FB599C7C8}"/>
                  </a:ext>
                </a:extLst>
              </p:cNvPr>
              <p:cNvSpPr/>
              <p:nvPr/>
            </p:nvSpPr>
            <p:spPr>
              <a:xfrm>
                <a:off x="703069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8" name="Freeform 49567">
                <a:extLst>
                  <a:ext uri="{FF2B5EF4-FFF2-40B4-BE49-F238E27FC236}">
                    <a16:creationId xmlns:a16="http://schemas.microsoft.com/office/drawing/2014/main" id="{C54E9B52-4466-B1E6-C0A3-2E1FED720F52}"/>
                  </a:ext>
                </a:extLst>
              </p:cNvPr>
              <p:cNvSpPr/>
              <p:nvPr/>
            </p:nvSpPr>
            <p:spPr>
              <a:xfrm>
                <a:off x="70312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9" name="Freeform 49568">
                <a:extLst>
                  <a:ext uri="{FF2B5EF4-FFF2-40B4-BE49-F238E27FC236}">
                    <a16:creationId xmlns:a16="http://schemas.microsoft.com/office/drawing/2014/main" id="{2A86F41E-1D81-76A8-CC64-9B732147BEB7}"/>
                  </a:ext>
                </a:extLst>
              </p:cNvPr>
              <p:cNvSpPr/>
              <p:nvPr/>
            </p:nvSpPr>
            <p:spPr>
              <a:xfrm>
                <a:off x="703178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0" name="Freeform 49569">
                <a:extLst>
                  <a:ext uri="{FF2B5EF4-FFF2-40B4-BE49-F238E27FC236}">
                    <a16:creationId xmlns:a16="http://schemas.microsoft.com/office/drawing/2014/main" id="{44BB31B3-9025-0A55-B6E8-1E9245986D15}"/>
                  </a:ext>
                </a:extLst>
              </p:cNvPr>
              <p:cNvSpPr/>
              <p:nvPr/>
            </p:nvSpPr>
            <p:spPr>
              <a:xfrm>
                <a:off x="703228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1" name="Freeform 49570">
                <a:extLst>
                  <a:ext uri="{FF2B5EF4-FFF2-40B4-BE49-F238E27FC236}">
                    <a16:creationId xmlns:a16="http://schemas.microsoft.com/office/drawing/2014/main" id="{6240EDF6-3335-259A-EF16-4ED373F4ABD3}"/>
                  </a:ext>
                </a:extLst>
              </p:cNvPr>
              <p:cNvSpPr/>
              <p:nvPr/>
            </p:nvSpPr>
            <p:spPr>
              <a:xfrm>
                <a:off x="703287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2" name="Freeform 49571">
                <a:extLst>
                  <a:ext uri="{FF2B5EF4-FFF2-40B4-BE49-F238E27FC236}">
                    <a16:creationId xmlns:a16="http://schemas.microsoft.com/office/drawing/2014/main" id="{F663038A-546C-EFA5-976B-23A9F8F673B7}"/>
                  </a:ext>
                </a:extLst>
              </p:cNvPr>
              <p:cNvSpPr/>
              <p:nvPr/>
            </p:nvSpPr>
            <p:spPr>
              <a:xfrm>
                <a:off x="70333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3" name="Freeform 49572">
                <a:extLst>
                  <a:ext uri="{FF2B5EF4-FFF2-40B4-BE49-F238E27FC236}">
                    <a16:creationId xmlns:a16="http://schemas.microsoft.com/office/drawing/2014/main" id="{362C41D7-9D55-42C6-C1C6-7953185E8A40}"/>
                  </a:ext>
                </a:extLst>
              </p:cNvPr>
              <p:cNvSpPr/>
              <p:nvPr/>
            </p:nvSpPr>
            <p:spPr>
              <a:xfrm>
                <a:off x="703386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4" name="Freeform 49573">
                <a:extLst>
                  <a:ext uri="{FF2B5EF4-FFF2-40B4-BE49-F238E27FC236}">
                    <a16:creationId xmlns:a16="http://schemas.microsoft.com/office/drawing/2014/main" id="{F704AFF6-3F85-D5F6-4E75-0D8F3E1DBE6F}"/>
                  </a:ext>
                </a:extLst>
              </p:cNvPr>
              <p:cNvSpPr/>
              <p:nvPr/>
            </p:nvSpPr>
            <p:spPr>
              <a:xfrm>
                <a:off x="7034463" y="6044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5" name="Freeform 49574">
                <a:extLst>
                  <a:ext uri="{FF2B5EF4-FFF2-40B4-BE49-F238E27FC236}">
                    <a16:creationId xmlns:a16="http://schemas.microsoft.com/office/drawing/2014/main" id="{FC20CC3B-8764-2790-87FF-7C00F9B6D668}"/>
                  </a:ext>
                </a:extLst>
              </p:cNvPr>
              <p:cNvSpPr/>
              <p:nvPr/>
            </p:nvSpPr>
            <p:spPr>
              <a:xfrm>
                <a:off x="7034959" y="5916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6" name="Freeform 49575">
                <a:extLst>
                  <a:ext uri="{FF2B5EF4-FFF2-40B4-BE49-F238E27FC236}">
                    <a16:creationId xmlns:a16="http://schemas.microsoft.com/office/drawing/2014/main" id="{074361B9-124E-2306-3606-70D39F2F5CFC}"/>
                  </a:ext>
                </a:extLst>
              </p:cNvPr>
              <p:cNvSpPr/>
              <p:nvPr/>
            </p:nvSpPr>
            <p:spPr>
              <a:xfrm>
                <a:off x="7035455" y="5700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7" name="Freeform 49576">
                <a:extLst>
                  <a:ext uri="{FF2B5EF4-FFF2-40B4-BE49-F238E27FC236}">
                    <a16:creationId xmlns:a16="http://schemas.microsoft.com/office/drawing/2014/main" id="{9EFE2A57-0538-4282-58FC-F4A365536694}"/>
                  </a:ext>
                </a:extLst>
              </p:cNvPr>
              <p:cNvSpPr/>
              <p:nvPr/>
            </p:nvSpPr>
            <p:spPr>
              <a:xfrm>
                <a:off x="7035951" y="572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8" name="Freeform 49577">
                <a:extLst>
                  <a:ext uri="{FF2B5EF4-FFF2-40B4-BE49-F238E27FC236}">
                    <a16:creationId xmlns:a16="http://schemas.microsoft.com/office/drawing/2014/main" id="{EBE0D553-F52D-FE45-197D-2223F3AE9BDF}"/>
                  </a:ext>
                </a:extLst>
              </p:cNvPr>
              <p:cNvSpPr/>
              <p:nvPr/>
            </p:nvSpPr>
            <p:spPr>
              <a:xfrm>
                <a:off x="7036546" y="577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9" name="Freeform 49578">
                <a:extLst>
                  <a:ext uri="{FF2B5EF4-FFF2-40B4-BE49-F238E27FC236}">
                    <a16:creationId xmlns:a16="http://schemas.microsoft.com/office/drawing/2014/main" id="{07765F36-06BC-34EC-FAB0-7B4FF471CFF5}"/>
                  </a:ext>
                </a:extLst>
              </p:cNvPr>
              <p:cNvSpPr/>
              <p:nvPr/>
            </p:nvSpPr>
            <p:spPr>
              <a:xfrm>
                <a:off x="7037042" y="5710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0" name="Freeform 49579">
                <a:extLst>
                  <a:ext uri="{FF2B5EF4-FFF2-40B4-BE49-F238E27FC236}">
                    <a16:creationId xmlns:a16="http://schemas.microsoft.com/office/drawing/2014/main" id="{A41F88F3-259B-7692-439A-77A2EB4E8B18}"/>
                  </a:ext>
                </a:extLst>
              </p:cNvPr>
              <p:cNvSpPr/>
              <p:nvPr/>
            </p:nvSpPr>
            <p:spPr>
              <a:xfrm>
                <a:off x="7037538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1" name="Freeform 49580">
                <a:extLst>
                  <a:ext uri="{FF2B5EF4-FFF2-40B4-BE49-F238E27FC236}">
                    <a16:creationId xmlns:a16="http://schemas.microsoft.com/office/drawing/2014/main" id="{02455CF4-A99F-312B-E2ED-22A937B9DD65}"/>
                  </a:ext>
                </a:extLst>
              </p:cNvPr>
              <p:cNvSpPr/>
              <p:nvPr/>
            </p:nvSpPr>
            <p:spPr>
              <a:xfrm>
                <a:off x="7038134" y="589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2" name="Freeform 49581">
                <a:extLst>
                  <a:ext uri="{FF2B5EF4-FFF2-40B4-BE49-F238E27FC236}">
                    <a16:creationId xmlns:a16="http://schemas.microsoft.com/office/drawing/2014/main" id="{6C82E17F-1755-2612-12B3-B3A0F2990BD7}"/>
                  </a:ext>
                </a:extLst>
              </p:cNvPr>
              <p:cNvSpPr/>
              <p:nvPr/>
            </p:nvSpPr>
            <p:spPr>
              <a:xfrm>
                <a:off x="7038630" y="5947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3" name="Freeform 49582">
                <a:extLst>
                  <a:ext uri="{FF2B5EF4-FFF2-40B4-BE49-F238E27FC236}">
                    <a16:creationId xmlns:a16="http://schemas.microsoft.com/office/drawing/2014/main" id="{A45F29F0-F790-4579-64AF-7EDEAC7C9D44}"/>
                  </a:ext>
                </a:extLst>
              </p:cNvPr>
              <p:cNvSpPr/>
              <p:nvPr/>
            </p:nvSpPr>
            <p:spPr>
              <a:xfrm>
                <a:off x="7039126" y="5940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4" name="Freeform 49583">
                <a:extLst>
                  <a:ext uri="{FF2B5EF4-FFF2-40B4-BE49-F238E27FC236}">
                    <a16:creationId xmlns:a16="http://schemas.microsoft.com/office/drawing/2014/main" id="{07FB0E2B-8EFA-C588-7F8E-003A5AE554AC}"/>
                  </a:ext>
                </a:extLst>
              </p:cNvPr>
              <p:cNvSpPr/>
              <p:nvPr/>
            </p:nvSpPr>
            <p:spPr>
              <a:xfrm>
                <a:off x="7039721" y="5928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5" name="Freeform 49584">
                <a:extLst>
                  <a:ext uri="{FF2B5EF4-FFF2-40B4-BE49-F238E27FC236}">
                    <a16:creationId xmlns:a16="http://schemas.microsoft.com/office/drawing/2014/main" id="{F9932FF3-FC90-1806-BECF-9FA468E91786}"/>
                  </a:ext>
                </a:extLst>
              </p:cNvPr>
              <p:cNvSpPr/>
              <p:nvPr/>
            </p:nvSpPr>
            <p:spPr>
              <a:xfrm>
                <a:off x="7040217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6" name="Freeform 49585">
                <a:extLst>
                  <a:ext uri="{FF2B5EF4-FFF2-40B4-BE49-F238E27FC236}">
                    <a16:creationId xmlns:a16="http://schemas.microsoft.com/office/drawing/2014/main" id="{E07E814F-5114-EF91-E3AD-68E97A79B14B}"/>
                  </a:ext>
                </a:extLst>
              </p:cNvPr>
              <p:cNvSpPr/>
              <p:nvPr/>
            </p:nvSpPr>
            <p:spPr>
              <a:xfrm>
                <a:off x="7040713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7" name="Freeform 49586">
                <a:extLst>
                  <a:ext uri="{FF2B5EF4-FFF2-40B4-BE49-F238E27FC236}">
                    <a16:creationId xmlns:a16="http://schemas.microsoft.com/office/drawing/2014/main" id="{A4FAE200-6808-7239-7AB8-56E0B61B3636}"/>
                  </a:ext>
                </a:extLst>
              </p:cNvPr>
              <p:cNvSpPr/>
              <p:nvPr/>
            </p:nvSpPr>
            <p:spPr>
              <a:xfrm>
                <a:off x="7041309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8" name="Freeform 49587">
                <a:extLst>
                  <a:ext uri="{FF2B5EF4-FFF2-40B4-BE49-F238E27FC236}">
                    <a16:creationId xmlns:a16="http://schemas.microsoft.com/office/drawing/2014/main" id="{45A32BB1-333F-DB38-1D5F-B7F06BEFFD61}"/>
                  </a:ext>
                </a:extLst>
              </p:cNvPr>
              <p:cNvSpPr/>
              <p:nvPr/>
            </p:nvSpPr>
            <p:spPr>
              <a:xfrm>
                <a:off x="704180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89" name="Freeform 49588">
                <a:extLst>
                  <a:ext uri="{FF2B5EF4-FFF2-40B4-BE49-F238E27FC236}">
                    <a16:creationId xmlns:a16="http://schemas.microsoft.com/office/drawing/2014/main" id="{095629C7-9535-C7C6-91C4-C9EEB64D0EED}"/>
                  </a:ext>
                </a:extLst>
              </p:cNvPr>
              <p:cNvSpPr/>
              <p:nvPr/>
            </p:nvSpPr>
            <p:spPr>
              <a:xfrm>
                <a:off x="704230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0" name="Freeform 49589">
                <a:extLst>
                  <a:ext uri="{FF2B5EF4-FFF2-40B4-BE49-F238E27FC236}">
                    <a16:creationId xmlns:a16="http://schemas.microsoft.com/office/drawing/2014/main" id="{FC606EA2-67D8-C20B-1135-C5ACA98D3552}"/>
                  </a:ext>
                </a:extLst>
              </p:cNvPr>
              <p:cNvSpPr/>
              <p:nvPr/>
            </p:nvSpPr>
            <p:spPr>
              <a:xfrm>
                <a:off x="704289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1" name="Freeform 49590">
                <a:extLst>
                  <a:ext uri="{FF2B5EF4-FFF2-40B4-BE49-F238E27FC236}">
                    <a16:creationId xmlns:a16="http://schemas.microsoft.com/office/drawing/2014/main" id="{53F019B6-1F41-AF04-850F-9F4EEADC5D87}"/>
                  </a:ext>
                </a:extLst>
              </p:cNvPr>
              <p:cNvSpPr/>
              <p:nvPr/>
            </p:nvSpPr>
            <p:spPr>
              <a:xfrm>
                <a:off x="70433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2" name="Freeform 49591">
                <a:extLst>
                  <a:ext uri="{FF2B5EF4-FFF2-40B4-BE49-F238E27FC236}">
                    <a16:creationId xmlns:a16="http://schemas.microsoft.com/office/drawing/2014/main" id="{16563666-19DE-D50B-F09F-0F6FCFE130BC}"/>
                  </a:ext>
                </a:extLst>
              </p:cNvPr>
              <p:cNvSpPr/>
              <p:nvPr/>
            </p:nvSpPr>
            <p:spPr>
              <a:xfrm>
                <a:off x="70438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3" name="Freeform 49592">
                <a:extLst>
                  <a:ext uri="{FF2B5EF4-FFF2-40B4-BE49-F238E27FC236}">
                    <a16:creationId xmlns:a16="http://schemas.microsoft.com/office/drawing/2014/main" id="{B4B0564C-2E32-7670-7457-7F3BBF34DAE3}"/>
                  </a:ext>
                </a:extLst>
              </p:cNvPr>
              <p:cNvSpPr/>
              <p:nvPr/>
            </p:nvSpPr>
            <p:spPr>
              <a:xfrm>
                <a:off x="70444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4" name="Freeform 49593">
                <a:extLst>
                  <a:ext uri="{FF2B5EF4-FFF2-40B4-BE49-F238E27FC236}">
                    <a16:creationId xmlns:a16="http://schemas.microsoft.com/office/drawing/2014/main" id="{2F2794C6-AE1F-525D-7E7A-202C1D2064FC}"/>
                  </a:ext>
                </a:extLst>
              </p:cNvPr>
              <p:cNvSpPr/>
              <p:nvPr/>
            </p:nvSpPr>
            <p:spPr>
              <a:xfrm>
                <a:off x="70449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5" name="Freeform 49594">
                <a:extLst>
                  <a:ext uri="{FF2B5EF4-FFF2-40B4-BE49-F238E27FC236}">
                    <a16:creationId xmlns:a16="http://schemas.microsoft.com/office/drawing/2014/main" id="{59E7E0F0-DC47-3BFF-A0B6-CA340B35BEED}"/>
                  </a:ext>
                </a:extLst>
              </p:cNvPr>
              <p:cNvSpPr/>
              <p:nvPr/>
            </p:nvSpPr>
            <p:spPr>
              <a:xfrm>
                <a:off x="70454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6" name="Freeform 49595">
                <a:extLst>
                  <a:ext uri="{FF2B5EF4-FFF2-40B4-BE49-F238E27FC236}">
                    <a16:creationId xmlns:a16="http://schemas.microsoft.com/office/drawing/2014/main" id="{569ABD3C-5C6C-D592-F71B-BC10459F7C93}"/>
                  </a:ext>
                </a:extLst>
              </p:cNvPr>
              <p:cNvSpPr/>
              <p:nvPr/>
            </p:nvSpPr>
            <p:spPr>
              <a:xfrm>
                <a:off x="704607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7" name="Freeform 49596">
                <a:extLst>
                  <a:ext uri="{FF2B5EF4-FFF2-40B4-BE49-F238E27FC236}">
                    <a16:creationId xmlns:a16="http://schemas.microsoft.com/office/drawing/2014/main" id="{17B638BB-4136-F835-A5DA-C4F1B604396F}"/>
                  </a:ext>
                </a:extLst>
              </p:cNvPr>
              <p:cNvSpPr/>
              <p:nvPr/>
            </p:nvSpPr>
            <p:spPr>
              <a:xfrm>
                <a:off x="704656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8" name="Freeform 49597">
                <a:extLst>
                  <a:ext uri="{FF2B5EF4-FFF2-40B4-BE49-F238E27FC236}">
                    <a16:creationId xmlns:a16="http://schemas.microsoft.com/office/drawing/2014/main" id="{1248E667-6058-2644-C62A-00EBE62A6DFB}"/>
                  </a:ext>
                </a:extLst>
              </p:cNvPr>
              <p:cNvSpPr/>
              <p:nvPr/>
            </p:nvSpPr>
            <p:spPr>
              <a:xfrm>
                <a:off x="7047063" y="6029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99" name="Freeform 49598">
                <a:extLst>
                  <a:ext uri="{FF2B5EF4-FFF2-40B4-BE49-F238E27FC236}">
                    <a16:creationId xmlns:a16="http://schemas.microsoft.com/office/drawing/2014/main" id="{052D9376-2C55-A3D4-F827-188A0EDD1899}"/>
                  </a:ext>
                </a:extLst>
              </p:cNvPr>
              <p:cNvSpPr/>
              <p:nvPr/>
            </p:nvSpPr>
            <p:spPr>
              <a:xfrm>
                <a:off x="7047559" y="589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0" name="Freeform 49599">
                <a:extLst>
                  <a:ext uri="{FF2B5EF4-FFF2-40B4-BE49-F238E27FC236}">
                    <a16:creationId xmlns:a16="http://schemas.microsoft.com/office/drawing/2014/main" id="{939B5B80-4839-D3E6-2ED9-2556735CFFBB}"/>
                  </a:ext>
                </a:extLst>
              </p:cNvPr>
              <p:cNvSpPr/>
              <p:nvPr/>
            </p:nvSpPr>
            <p:spPr>
              <a:xfrm>
                <a:off x="7048155" y="5745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1" name="Freeform 49600">
                <a:extLst>
                  <a:ext uri="{FF2B5EF4-FFF2-40B4-BE49-F238E27FC236}">
                    <a16:creationId xmlns:a16="http://schemas.microsoft.com/office/drawing/2014/main" id="{CBE87292-B690-729F-7F76-17C4735DF8D7}"/>
                  </a:ext>
                </a:extLst>
              </p:cNvPr>
              <p:cNvSpPr/>
              <p:nvPr/>
            </p:nvSpPr>
            <p:spPr>
              <a:xfrm>
                <a:off x="7048651" y="5756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2" name="Freeform 49601">
                <a:extLst>
                  <a:ext uri="{FF2B5EF4-FFF2-40B4-BE49-F238E27FC236}">
                    <a16:creationId xmlns:a16="http://schemas.microsoft.com/office/drawing/2014/main" id="{450B940D-924E-2115-0061-14CCB989296C}"/>
                  </a:ext>
                </a:extLst>
              </p:cNvPr>
              <p:cNvSpPr/>
              <p:nvPr/>
            </p:nvSpPr>
            <p:spPr>
              <a:xfrm>
                <a:off x="7049147" y="5813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3" name="Freeform 49602">
                <a:extLst>
                  <a:ext uri="{FF2B5EF4-FFF2-40B4-BE49-F238E27FC236}">
                    <a16:creationId xmlns:a16="http://schemas.microsoft.com/office/drawing/2014/main" id="{77D287CE-EDE6-E3DF-94DD-381A594142FA}"/>
                  </a:ext>
                </a:extLst>
              </p:cNvPr>
              <p:cNvSpPr/>
              <p:nvPr/>
            </p:nvSpPr>
            <p:spPr>
              <a:xfrm>
                <a:off x="7049742" y="5745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4" name="Freeform 49603">
                <a:extLst>
                  <a:ext uri="{FF2B5EF4-FFF2-40B4-BE49-F238E27FC236}">
                    <a16:creationId xmlns:a16="http://schemas.microsoft.com/office/drawing/2014/main" id="{E5A7978F-B239-7941-4718-2F944BB923B5}"/>
                  </a:ext>
                </a:extLst>
              </p:cNvPr>
              <p:cNvSpPr/>
              <p:nvPr/>
            </p:nvSpPr>
            <p:spPr>
              <a:xfrm>
                <a:off x="7050238" y="5869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5" name="Freeform 49604">
                <a:extLst>
                  <a:ext uri="{FF2B5EF4-FFF2-40B4-BE49-F238E27FC236}">
                    <a16:creationId xmlns:a16="http://schemas.microsoft.com/office/drawing/2014/main" id="{EAD9FD22-9461-94D6-6B4F-588CBC9340D5}"/>
                  </a:ext>
                </a:extLst>
              </p:cNvPr>
              <p:cNvSpPr/>
              <p:nvPr/>
            </p:nvSpPr>
            <p:spPr>
              <a:xfrm>
                <a:off x="7050734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6" name="Freeform 49605">
                <a:extLst>
                  <a:ext uri="{FF2B5EF4-FFF2-40B4-BE49-F238E27FC236}">
                    <a16:creationId xmlns:a16="http://schemas.microsoft.com/office/drawing/2014/main" id="{198D474F-2E20-4817-BECE-C202E3E34B2C}"/>
                  </a:ext>
                </a:extLst>
              </p:cNvPr>
              <p:cNvSpPr/>
              <p:nvPr/>
            </p:nvSpPr>
            <p:spPr>
              <a:xfrm>
                <a:off x="7051330" y="595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7" name="Freeform 49606">
                <a:extLst>
                  <a:ext uri="{FF2B5EF4-FFF2-40B4-BE49-F238E27FC236}">
                    <a16:creationId xmlns:a16="http://schemas.microsoft.com/office/drawing/2014/main" id="{6F89C267-66F1-77AA-A5F2-171880C4315A}"/>
                  </a:ext>
                </a:extLst>
              </p:cNvPr>
              <p:cNvSpPr/>
              <p:nvPr/>
            </p:nvSpPr>
            <p:spPr>
              <a:xfrm>
                <a:off x="7051826" y="5946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8" name="Freeform 49607">
                <a:extLst>
                  <a:ext uri="{FF2B5EF4-FFF2-40B4-BE49-F238E27FC236}">
                    <a16:creationId xmlns:a16="http://schemas.microsoft.com/office/drawing/2014/main" id="{B7FB08E2-1074-665B-EC06-93DC93942D9B}"/>
                  </a:ext>
                </a:extLst>
              </p:cNvPr>
              <p:cNvSpPr/>
              <p:nvPr/>
            </p:nvSpPr>
            <p:spPr>
              <a:xfrm>
                <a:off x="7052322" y="5940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09" name="Freeform 49608">
                <a:extLst>
                  <a:ext uri="{FF2B5EF4-FFF2-40B4-BE49-F238E27FC236}">
                    <a16:creationId xmlns:a16="http://schemas.microsoft.com/office/drawing/2014/main" id="{E9E2365E-E4ED-26AB-B8C6-84FF5A5A0685}"/>
                  </a:ext>
                </a:extLst>
              </p:cNvPr>
              <p:cNvSpPr/>
              <p:nvPr/>
            </p:nvSpPr>
            <p:spPr>
              <a:xfrm>
                <a:off x="7052917" y="592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0" name="Freeform 49609">
                <a:extLst>
                  <a:ext uri="{FF2B5EF4-FFF2-40B4-BE49-F238E27FC236}">
                    <a16:creationId xmlns:a16="http://schemas.microsoft.com/office/drawing/2014/main" id="{30957543-E6CD-BD72-0146-27C2D141E7A5}"/>
                  </a:ext>
                </a:extLst>
              </p:cNvPr>
              <p:cNvSpPr/>
              <p:nvPr/>
            </p:nvSpPr>
            <p:spPr>
              <a:xfrm>
                <a:off x="7053413" y="5922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1" name="Freeform 49610">
                <a:extLst>
                  <a:ext uri="{FF2B5EF4-FFF2-40B4-BE49-F238E27FC236}">
                    <a16:creationId xmlns:a16="http://schemas.microsoft.com/office/drawing/2014/main" id="{6D0F6D1F-5052-E148-745D-9D21D299C597}"/>
                  </a:ext>
                </a:extLst>
              </p:cNvPr>
              <p:cNvSpPr/>
              <p:nvPr/>
            </p:nvSpPr>
            <p:spPr>
              <a:xfrm>
                <a:off x="7053909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2" name="Freeform 49611">
                <a:extLst>
                  <a:ext uri="{FF2B5EF4-FFF2-40B4-BE49-F238E27FC236}">
                    <a16:creationId xmlns:a16="http://schemas.microsoft.com/office/drawing/2014/main" id="{002F53BE-CFAC-E6EC-2601-389A72BE87F7}"/>
                  </a:ext>
                </a:extLst>
              </p:cNvPr>
              <p:cNvSpPr/>
              <p:nvPr/>
            </p:nvSpPr>
            <p:spPr>
              <a:xfrm>
                <a:off x="7054505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3" name="Freeform 49612">
                <a:extLst>
                  <a:ext uri="{FF2B5EF4-FFF2-40B4-BE49-F238E27FC236}">
                    <a16:creationId xmlns:a16="http://schemas.microsoft.com/office/drawing/2014/main" id="{86204CCE-6F8B-AA74-5E7C-25F887342890}"/>
                  </a:ext>
                </a:extLst>
              </p:cNvPr>
              <p:cNvSpPr/>
              <p:nvPr/>
            </p:nvSpPr>
            <p:spPr>
              <a:xfrm>
                <a:off x="705500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4" name="Freeform 49613">
                <a:extLst>
                  <a:ext uri="{FF2B5EF4-FFF2-40B4-BE49-F238E27FC236}">
                    <a16:creationId xmlns:a16="http://schemas.microsoft.com/office/drawing/2014/main" id="{3B5FFAFB-7C9F-C195-C83E-5AE16D487EFF}"/>
                  </a:ext>
                </a:extLst>
              </p:cNvPr>
              <p:cNvSpPr/>
              <p:nvPr/>
            </p:nvSpPr>
            <p:spPr>
              <a:xfrm>
                <a:off x="70554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5" name="Freeform 49614">
                <a:extLst>
                  <a:ext uri="{FF2B5EF4-FFF2-40B4-BE49-F238E27FC236}">
                    <a16:creationId xmlns:a16="http://schemas.microsoft.com/office/drawing/2014/main" id="{5392F5D7-0971-2476-8534-75C79D118C4C}"/>
                  </a:ext>
                </a:extLst>
              </p:cNvPr>
              <p:cNvSpPr/>
              <p:nvPr/>
            </p:nvSpPr>
            <p:spPr>
              <a:xfrm>
                <a:off x="705609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6" name="Freeform 49615">
                <a:extLst>
                  <a:ext uri="{FF2B5EF4-FFF2-40B4-BE49-F238E27FC236}">
                    <a16:creationId xmlns:a16="http://schemas.microsoft.com/office/drawing/2014/main" id="{A3810264-BA02-44D8-846F-DBEF0C013BAF}"/>
                  </a:ext>
                </a:extLst>
              </p:cNvPr>
              <p:cNvSpPr/>
              <p:nvPr/>
            </p:nvSpPr>
            <p:spPr>
              <a:xfrm>
                <a:off x="70565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7" name="Freeform 49616">
                <a:extLst>
                  <a:ext uri="{FF2B5EF4-FFF2-40B4-BE49-F238E27FC236}">
                    <a16:creationId xmlns:a16="http://schemas.microsoft.com/office/drawing/2014/main" id="{73B8E4EB-9A3B-D6F1-4044-A25974DF2088}"/>
                  </a:ext>
                </a:extLst>
              </p:cNvPr>
              <p:cNvSpPr/>
              <p:nvPr/>
            </p:nvSpPr>
            <p:spPr>
              <a:xfrm>
                <a:off x="70570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8" name="Freeform 49617">
                <a:extLst>
                  <a:ext uri="{FF2B5EF4-FFF2-40B4-BE49-F238E27FC236}">
                    <a16:creationId xmlns:a16="http://schemas.microsoft.com/office/drawing/2014/main" id="{9B63449D-3316-AF0D-FD73-86F6DE561B8D}"/>
                  </a:ext>
                </a:extLst>
              </p:cNvPr>
              <p:cNvSpPr/>
              <p:nvPr/>
            </p:nvSpPr>
            <p:spPr>
              <a:xfrm>
                <a:off x="70576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19" name="Freeform 49618">
                <a:extLst>
                  <a:ext uri="{FF2B5EF4-FFF2-40B4-BE49-F238E27FC236}">
                    <a16:creationId xmlns:a16="http://schemas.microsoft.com/office/drawing/2014/main" id="{487B7910-C579-E952-7DC7-B33659D29C3F}"/>
                  </a:ext>
                </a:extLst>
              </p:cNvPr>
              <p:cNvSpPr/>
              <p:nvPr/>
            </p:nvSpPr>
            <p:spPr>
              <a:xfrm>
                <a:off x="70581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0" name="Freeform 49619">
                <a:extLst>
                  <a:ext uri="{FF2B5EF4-FFF2-40B4-BE49-F238E27FC236}">
                    <a16:creationId xmlns:a16="http://schemas.microsoft.com/office/drawing/2014/main" id="{FC31E33E-1299-C9FB-0070-DD091CEE6810}"/>
                  </a:ext>
                </a:extLst>
              </p:cNvPr>
              <p:cNvSpPr/>
              <p:nvPr/>
            </p:nvSpPr>
            <p:spPr>
              <a:xfrm>
                <a:off x="70586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1" name="Freeform 49620">
                <a:extLst>
                  <a:ext uri="{FF2B5EF4-FFF2-40B4-BE49-F238E27FC236}">
                    <a16:creationId xmlns:a16="http://schemas.microsoft.com/office/drawing/2014/main" id="{4A9C503D-7BF3-1212-8F9F-553F6E7C4E60}"/>
                  </a:ext>
                </a:extLst>
              </p:cNvPr>
              <p:cNvSpPr/>
              <p:nvPr/>
            </p:nvSpPr>
            <p:spPr>
              <a:xfrm>
                <a:off x="705916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2" name="Freeform 49621">
                <a:extLst>
                  <a:ext uri="{FF2B5EF4-FFF2-40B4-BE49-F238E27FC236}">
                    <a16:creationId xmlns:a16="http://schemas.microsoft.com/office/drawing/2014/main" id="{AB236D60-80EF-B549-46DB-6A2A59DDD8DD}"/>
                  </a:ext>
                </a:extLst>
              </p:cNvPr>
              <p:cNvSpPr/>
              <p:nvPr/>
            </p:nvSpPr>
            <p:spPr>
              <a:xfrm>
                <a:off x="705976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3" name="Freeform 49622">
                <a:extLst>
                  <a:ext uri="{FF2B5EF4-FFF2-40B4-BE49-F238E27FC236}">
                    <a16:creationId xmlns:a16="http://schemas.microsoft.com/office/drawing/2014/main" id="{89C09B0D-94E8-3154-50D0-5F7030943D75}"/>
                  </a:ext>
                </a:extLst>
              </p:cNvPr>
              <p:cNvSpPr/>
              <p:nvPr/>
            </p:nvSpPr>
            <p:spPr>
              <a:xfrm>
                <a:off x="7060259" y="5958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4" name="Freeform 49623">
                <a:extLst>
                  <a:ext uri="{FF2B5EF4-FFF2-40B4-BE49-F238E27FC236}">
                    <a16:creationId xmlns:a16="http://schemas.microsoft.com/office/drawing/2014/main" id="{26788D96-BE0D-2A02-EF19-06EA388277C1}"/>
                  </a:ext>
                </a:extLst>
              </p:cNvPr>
              <p:cNvSpPr/>
              <p:nvPr/>
            </p:nvSpPr>
            <p:spPr>
              <a:xfrm>
                <a:off x="7060755" y="5854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5" name="Freeform 49624">
                <a:extLst>
                  <a:ext uri="{FF2B5EF4-FFF2-40B4-BE49-F238E27FC236}">
                    <a16:creationId xmlns:a16="http://schemas.microsoft.com/office/drawing/2014/main" id="{5AC48F6B-3E6F-C116-BB4F-9022D2C3502A}"/>
                  </a:ext>
                </a:extLst>
              </p:cNvPr>
              <p:cNvSpPr/>
              <p:nvPr/>
            </p:nvSpPr>
            <p:spPr>
              <a:xfrm>
                <a:off x="7061351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6" name="Freeform 49625">
                <a:extLst>
                  <a:ext uri="{FF2B5EF4-FFF2-40B4-BE49-F238E27FC236}">
                    <a16:creationId xmlns:a16="http://schemas.microsoft.com/office/drawing/2014/main" id="{0963E4C2-07B4-4A7B-22CD-9787FF3963F3}"/>
                  </a:ext>
                </a:extLst>
              </p:cNvPr>
              <p:cNvSpPr/>
              <p:nvPr/>
            </p:nvSpPr>
            <p:spPr>
              <a:xfrm>
                <a:off x="7061847" y="591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7" name="Freeform 49626">
                <a:extLst>
                  <a:ext uri="{FF2B5EF4-FFF2-40B4-BE49-F238E27FC236}">
                    <a16:creationId xmlns:a16="http://schemas.microsoft.com/office/drawing/2014/main" id="{A11E1B03-81A0-504E-010A-8865302F18B4}"/>
                  </a:ext>
                </a:extLst>
              </p:cNvPr>
              <p:cNvSpPr/>
              <p:nvPr/>
            </p:nvSpPr>
            <p:spPr>
              <a:xfrm>
                <a:off x="7062343" y="590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8" name="Freeform 49627">
                <a:extLst>
                  <a:ext uri="{FF2B5EF4-FFF2-40B4-BE49-F238E27FC236}">
                    <a16:creationId xmlns:a16="http://schemas.microsoft.com/office/drawing/2014/main" id="{5146AB26-8057-2E24-39B2-1EF564383A2A}"/>
                  </a:ext>
                </a:extLst>
              </p:cNvPr>
              <p:cNvSpPr/>
              <p:nvPr/>
            </p:nvSpPr>
            <p:spPr>
              <a:xfrm>
                <a:off x="7062938" y="5927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29" name="Freeform 49628">
                <a:extLst>
                  <a:ext uri="{FF2B5EF4-FFF2-40B4-BE49-F238E27FC236}">
                    <a16:creationId xmlns:a16="http://schemas.microsoft.com/office/drawing/2014/main" id="{8EC4662B-CF0E-016F-2D82-B8BD19089198}"/>
                  </a:ext>
                </a:extLst>
              </p:cNvPr>
              <p:cNvSpPr/>
              <p:nvPr/>
            </p:nvSpPr>
            <p:spPr>
              <a:xfrm>
                <a:off x="7063434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0" name="Freeform 49629">
                <a:extLst>
                  <a:ext uri="{FF2B5EF4-FFF2-40B4-BE49-F238E27FC236}">
                    <a16:creationId xmlns:a16="http://schemas.microsoft.com/office/drawing/2014/main" id="{297893F0-6B56-6126-8F97-FC18732F40A8}"/>
                  </a:ext>
                </a:extLst>
              </p:cNvPr>
              <p:cNvSpPr/>
              <p:nvPr/>
            </p:nvSpPr>
            <p:spPr>
              <a:xfrm>
                <a:off x="7063930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1" name="Freeform 49630">
                <a:extLst>
                  <a:ext uri="{FF2B5EF4-FFF2-40B4-BE49-F238E27FC236}">
                    <a16:creationId xmlns:a16="http://schemas.microsoft.com/office/drawing/2014/main" id="{11C4BE36-7146-42C1-934E-96AFB13A3CDC}"/>
                  </a:ext>
                </a:extLst>
              </p:cNvPr>
              <p:cNvSpPr/>
              <p:nvPr/>
            </p:nvSpPr>
            <p:spPr>
              <a:xfrm>
                <a:off x="7064526" y="5927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2" name="Freeform 49631">
                <a:extLst>
                  <a:ext uri="{FF2B5EF4-FFF2-40B4-BE49-F238E27FC236}">
                    <a16:creationId xmlns:a16="http://schemas.microsoft.com/office/drawing/2014/main" id="{3E1BF3CD-0552-F258-3ACC-EF95E218C116}"/>
                  </a:ext>
                </a:extLst>
              </p:cNvPr>
              <p:cNvSpPr/>
              <p:nvPr/>
            </p:nvSpPr>
            <p:spPr>
              <a:xfrm>
                <a:off x="7065022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3" name="Freeform 49632">
                <a:extLst>
                  <a:ext uri="{FF2B5EF4-FFF2-40B4-BE49-F238E27FC236}">
                    <a16:creationId xmlns:a16="http://schemas.microsoft.com/office/drawing/2014/main" id="{D0ACFF8A-C7BC-9AAE-7D7F-72FACE8E72A2}"/>
                  </a:ext>
                </a:extLst>
              </p:cNvPr>
              <p:cNvSpPr/>
              <p:nvPr/>
            </p:nvSpPr>
            <p:spPr>
              <a:xfrm>
                <a:off x="7065518" y="589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4" name="Freeform 49633">
                <a:extLst>
                  <a:ext uri="{FF2B5EF4-FFF2-40B4-BE49-F238E27FC236}">
                    <a16:creationId xmlns:a16="http://schemas.microsoft.com/office/drawing/2014/main" id="{0D702746-5F15-8479-C1DD-068856F36BE1}"/>
                  </a:ext>
                </a:extLst>
              </p:cNvPr>
              <p:cNvSpPr/>
              <p:nvPr/>
            </p:nvSpPr>
            <p:spPr>
              <a:xfrm>
                <a:off x="7066113" y="5885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5" name="Freeform 49634">
                <a:extLst>
                  <a:ext uri="{FF2B5EF4-FFF2-40B4-BE49-F238E27FC236}">
                    <a16:creationId xmlns:a16="http://schemas.microsoft.com/office/drawing/2014/main" id="{399073D2-4073-BE6A-8EC5-445ED80FE207}"/>
                  </a:ext>
                </a:extLst>
              </p:cNvPr>
              <p:cNvSpPr/>
              <p:nvPr/>
            </p:nvSpPr>
            <p:spPr>
              <a:xfrm>
                <a:off x="7066609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6" name="Freeform 49635">
                <a:extLst>
                  <a:ext uri="{FF2B5EF4-FFF2-40B4-BE49-F238E27FC236}">
                    <a16:creationId xmlns:a16="http://schemas.microsoft.com/office/drawing/2014/main" id="{2B7B49B2-332E-EAE9-3822-1010610C3530}"/>
                  </a:ext>
                </a:extLst>
              </p:cNvPr>
              <p:cNvSpPr/>
              <p:nvPr/>
            </p:nvSpPr>
            <p:spPr>
              <a:xfrm>
                <a:off x="7067105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7" name="Freeform 49636">
                <a:extLst>
                  <a:ext uri="{FF2B5EF4-FFF2-40B4-BE49-F238E27FC236}">
                    <a16:creationId xmlns:a16="http://schemas.microsoft.com/office/drawing/2014/main" id="{7E7BE8B8-7438-44C2-371A-220FB61879EA}"/>
                  </a:ext>
                </a:extLst>
              </p:cNvPr>
              <p:cNvSpPr/>
              <p:nvPr/>
            </p:nvSpPr>
            <p:spPr>
              <a:xfrm>
                <a:off x="706770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8" name="Freeform 49637">
                <a:extLst>
                  <a:ext uri="{FF2B5EF4-FFF2-40B4-BE49-F238E27FC236}">
                    <a16:creationId xmlns:a16="http://schemas.microsoft.com/office/drawing/2014/main" id="{A3D70975-AC26-E583-D218-8CDFE017F921}"/>
                  </a:ext>
                </a:extLst>
              </p:cNvPr>
              <p:cNvSpPr/>
              <p:nvPr/>
            </p:nvSpPr>
            <p:spPr>
              <a:xfrm>
                <a:off x="70681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39" name="Freeform 49638">
                <a:extLst>
                  <a:ext uri="{FF2B5EF4-FFF2-40B4-BE49-F238E27FC236}">
                    <a16:creationId xmlns:a16="http://schemas.microsoft.com/office/drawing/2014/main" id="{609AE8F3-2F16-4F26-0942-F68D433028F5}"/>
                  </a:ext>
                </a:extLst>
              </p:cNvPr>
              <p:cNvSpPr/>
              <p:nvPr/>
            </p:nvSpPr>
            <p:spPr>
              <a:xfrm>
                <a:off x="706869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0" name="Freeform 49639">
                <a:extLst>
                  <a:ext uri="{FF2B5EF4-FFF2-40B4-BE49-F238E27FC236}">
                    <a16:creationId xmlns:a16="http://schemas.microsoft.com/office/drawing/2014/main" id="{421B1FCF-E8E3-3E3B-A47D-B3724D76B600}"/>
                  </a:ext>
                </a:extLst>
              </p:cNvPr>
              <p:cNvSpPr/>
              <p:nvPr/>
            </p:nvSpPr>
            <p:spPr>
              <a:xfrm>
                <a:off x="70692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1" name="Freeform 49640">
                <a:extLst>
                  <a:ext uri="{FF2B5EF4-FFF2-40B4-BE49-F238E27FC236}">
                    <a16:creationId xmlns:a16="http://schemas.microsoft.com/office/drawing/2014/main" id="{5942D8E1-AC0A-4E84-1A64-1E17FE24091E}"/>
                  </a:ext>
                </a:extLst>
              </p:cNvPr>
              <p:cNvSpPr/>
              <p:nvPr/>
            </p:nvSpPr>
            <p:spPr>
              <a:xfrm>
                <a:off x="706978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2" name="Freeform 49641">
                <a:extLst>
                  <a:ext uri="{FF2B5EF4-FFF2-40B4-BE49-F238E27FC236}">
                    <a16:creationId xmlns:a16="http://schemas.microsoft.com/office/drawing/2014/main" id="{A137D91E-0071-6104-E1DC-D5087E22CEFB}"/>
                  </a:ext>
                </a:extLst>
              </p:cNvPr>
              <p:cNvSpPr/>
              <p:nvPr/>
            </p:nvSpPr>
            <p:spPr>
              <a:xfrm>
                <a:off x="707028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3" name="Freeform 49642">
                <a:extLst>
                  <a:ext uri="{FF2B5EF4-FFF2-40B4-BE49-F238E27FC236}">
                    <a16:creationId xmlns:a16="http://schemas.microsoft.com/office/drawing/2014/main" id="{D26DB911-7A64-A28D-781D-2BB5B0E47CDF}"/>
                  </a:ext>
                </a:extLst>
              </p:cNvPr>
              <p:cNvSpPr/>
              <p:nvPr/>
            </p:nvSpPr>
            <p:spPr>
              <a:xfrm>
                <a:off x="707087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4" name="Freeform 49643">
                <a:extLst>
                  <a:ext uri="{FF2B5EF4-FFF2-40B4-BE49-F238E27FC236}">
                    <a16:creationId xmlns:a16="http://schemas.microsoft.com/office/drawing/2014/main" id="{E1F847AF-0409-0DC6-F373-0872B00E607C}"/>
                  </a:ext>
                </a:extLst>
              </p:cNvPr>
              <p:cNvSpPr/>
              <p:nvPr/>
            </p:nvSpPr>
            <p:spPr>
              <a:xfrm>
                <a:off x="707137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5" name="Freeform 49644">
                <a:extLst>
                  <a:ext uri="{FF2B5EF4-FFF2-40B4-BE49-F238E27FC236}">
                    <a16:creationId xmlns:a16="http://schemas.microsoft.com/office/drawing/2014/main" id="{26F0C555-D06B-7F9B-34E3-9FC03371AB0E}"/>
                  </a:ext>
                </a:extLst>
              </p:cNvPr>
              <p:cNvSpPr/>
              <p:nvPr/>
            </p:nvSpPr>
            <p:spPr>
              <a:xfrm>
                <a:off x="707186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6" name="Freeform 49645">
                <a:extLst>
                  <a:ext uri="{FF2B5EF4-FFF2-40B4-BE49-F238E27FC236}">
                    <a16:creationId xmlns:a16="http://schemas.microsoft.com/office/drawing/2014/main" id="{8E8C33EE-664B-7B11-89B8-B629E63470E3}"/>
                  </a:ext>
                </a:extLst>
              </p:cNvPr>
              <p:cNvSpPr/>
              <p:nvPr/>
            </p:nvSpPr>
            <p:spPr>
              <a:xfrm>
                <a:off x="7072364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7" name="Freeform 49646">
                <a:extLst>
                  <a:ext uri="{FF2B5EF4-FFF2-40B4-BE49-F238E27FC236}">
                    <a16:creationId xmlns:a16="http://schemas.microsoft.com/office/drawing/2014/main" id="{209641EE-5A87-52F1-14B4-13A3021C35C2}"/>
                  </a:ext>
                </a:extLst>
              </p:cNvPr>
              <p:cNvSpPr/>
              <p:nvPr/>
            </p:nvSpPr>
            <p:spPr>
              <a:xfrm>
                <a:off x="7072959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8" name="Freeform 49647">
                <a:extLst>
                  <a:ext uri="{FF2B5EF4-FFF2-40B4-BE49-F238E27FC236}">
                    <a16:creationId xmlns:a16="http://schemas.microsoft.com/office/drawing/2014/main" id="{0EDC36BF-7F48-D870-99F1-589717102816}"/>
                  </a:ext>
                </a:extLst>
              </p:cNvPr>
              <p:cNvSpPr/>
              <p:nvPr/>
            </p:nvSpPr>
            <p:spPr>
              <a:xfrm>
                <a:off x="7073455" y="5657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9" name="Freeform 49648">
                <a:extLst>
                  <a:ext uri="{FF2B5EF4-FFF2-40B4-BE49-F238E27FC236}">
                    <a16:creationId xmlns:a16="http://schemas.microsoft.com/office/drawing/2014/main" id="{7EEA86D2-F914-1DEC-BC2C-DF914ED85D23}"/>
                  </a:ext>
                </a:extLst>
              </p:cNvPr>
              <p:cNvSpPr/>
              <p:nvPr/>
            </p:nvSpPr>
            <p:spPr>
              <a:xfrm>
                <a:off x="7073952" y="5694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0" name="Freeform 49649">
                <a:extLst>
                  <a:ext uri="{FF2B5EF4-FFF2-40B4-BE49-F238E27FC236}">
                    <a16:creationId xmlns:a16="http://schemas.microsoft.com/office/drawing/2014/main" id="{82040AEA-012E-867E-AEE4-CC3C0412BDB8}"/>
                  </a:ext>
                </a:extLst>
              </p:cNvPr>
              <p:cNvSpPr/>
              <p:nvPr/>
            </p:nvSpPr>
            <p:spPr>
              <a:xfrm>
                <a:off x="7074547" y="5709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1" name="Freeform 49650">
                <a:extLst>
                  <a:ext uri="{FF2B5EF4-FFF2-40B4-BE49-F238E27FC236}">
                    <a16:creationId xmlns:a16="http://schemas.microsoft.com/office/drawing/2014/main" id="{ED8A8B18-5F2D-25D5-07D2-EC92320700FC}"/>
                  </a:ext>
                </a:extLst>
              </p:cNvPr>
              <p:cNvSpPr/>
              <p:nvPr/>
            </p:nvSpPr>
            <p:spPr>
              <a:xfrm>
                <a:off x="7075043" y="5635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2" name="Freeform 49651">
                <a:extLst>
                  <a:ext uri="{FF2B5EF4-FFF2-40B4-BE49-F238E27FC236}">
                    <a16:creationId xmlns:a16="http://schemas.microsoft.com/office/drawing/2014/main" id="{35BE0588-A800-7D7A-6B73-48E44D8BF900}"/>
                  </a:ext>
                </a:extLst>
              </p:cNvPr>
              <p:cNvSpPr/>
              <p:nvPr/>
            </p:nvSpPr>
            <p:spPr>
              <a:xfrm>
                <a:off x="7075539" y="570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3" name="Freeform 49652">
                <a:extLst>
                  <a:ext uri="{FF2B5EF4-FFF2-40B4-BE49-F238E27FC236}">
                    <a16:creationId xmlns:a16="http://schemas.microsoft.com/office/drawing/2014/main" id="{ED8638B2-1CBC-6D37-1BFF-EE7503704A49}"/>
                  </a:ext>
                </a:extLst>
              </p:cNvPr>
              <p:cNvSpPr/>
              <p:nvPr/>
            </p:nvSpPr>
            <p:spPr>
              <a:xfrm>
                <a:off x="7076134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4" name="Freeform 49653">
                <a:extLst>
                  <a:ext uri="{FF2B5EF4-FFF2-40B4-BE49-F238E27FC236}">
                    <a16:creationId xmlns:a16="http://schemas.microsoft.com/office/drawing/2014/main" id="{769225F3-888F-02FE-ACB9-775E472ABEE5}"/>
                  </a:ext>
                </a:extLst>
              </p:cNvPr>
              <p:cNvSpPr/>
              <p:nvPr/>
            </p:nvSpPr>
            <p:spPr>
              <a:xfrm>
                <a:off x="7076630" y="5864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5" name="Freeform 49654">
                <a:extLst>
                  <a:ext uri="{FF2B5EF4-FFF2-40B4-BE49-F238E27FC236}">
                    <a16:creationId xmlns:a16="http://schemas.microsoft.com/office/drawing/2014/main" id="{6E3C9B21-5A48-9666-9474-EFD347769D77}"/>
                  </a:ext>
                </a:extLst>
              </p:cNvPr>
              <p:cNvSpPr/>
              <p:nvPr/>
            </p:nvSpPr>
            <p:spPr>
              <a:xfrm>
                <a:off x="7077127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6" name="Freeform 49655">
                <a:extLst>
                  <a:ext uri="{FF2B5EF4-FFF2-40B4-BE49-F238E27FC236}">
                    <a16:creationId xmlns:a16="http://schemas.microsoft.com/office/drawing/2014/main" id="{740927BB-FEF5-8B6D-88A0-B0DE9DA25AE9}"/>
                  </a:ext>
                </a:extLst>
              </p:cNvPr>
              <p:cNvSpPr/>
              <p:nvPr/>
            </p:nvSpPr>
            <p:spPr>
              <a:xfrm>
                <a:off x="7077722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7" name="Freeform 49656">
                <a:extLst>
                  <a:ext uri="{FF2B5EF4-FFF2-40B4-BE49-F238E27FC236}">
                    <a16:creationId xmlns:a16="http://schemas.microsoft.com/office/drawing/2014/main" id="{85BF8191-5FE3-2A81-48F7-4DD0F1167F2E}"/>
                  </a:ext>
                </a:extLst>
              </p:cNvPr>
              <p:cNvSpPr/>
              <p:nvPr/>
            </p:nvSpPr>
            <p:spPr>
              <a:xfrm>
                <a:off x="7078218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8" name="Freeform 49657">
                <a:extLst>
                  <a:ext uri="{FF2B5EF4-FFF2-40B4-BE49-F238E27FC236}">
                    <a16:creationId xmlns:a16="http://schemas.microsoft.com/office/drawing/2014/main" id="{BE1C4B35-F0EF-2EF0-DB88-9E331450FC9B}"/>
                  </a:ext>
                </a:extLst>
              </p:cNvPr>
              <p:cNvSpPr/>
              <p:nvPr/>
            </p:nvSpPr>
            <p:spPr>
              <a:xfrm>
                <a:off x="7078714" y="5800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59" name="Freeform 49658">
                <a:extLst>
                  <a:ext uri="{FF2B5EF4-FFF2-40B4-BE49-F238E27FC236}">
                    <a16:creationId xmlns:a16="http://schemas.microsoft.com/office/drawing/2014/main" id="{2EE7D1B1-8528-A1E7-389A-C98D90BBC74D}"/>
                  </a:ext>
                </a:extLst>
              </p:cNvPr>
              <p:cNvSpPr/>
              <p:nvPr/>
            </p:nvSpPr>
            <p:spPr>
              <a:xfrm>
                <a:off x="7079309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0" name="Freeform 49659">
                <a:extLst>
                  <a:ext uri="{FF2B5EF4-FFF2-40B4-BE49-F238E27FC236}">
                    <a16:creationId xmlns:a16="http://schemas.microsoft.com/office/drawing/2014/main" id="{03066399-EA0F-6793-235D-93335C8166C6}"/>
                  </a:ext>
                </a:extLst>
              </p:cNvPr>
              <p:cNvSpPr/>
              <p:nvPr/>
            </p:nvSpPr>
            <p:spPr>
              <a:xfrm>
                <a:off x="7079805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1" name="Freeform 49660">
                <a:extLst>
                  <a:ext uri="{FF2B5EF4-FFF2-40B4-BE49-F238E27FC236}">
                    <a16:creationId xmlns:a16="http://schemas.microsoft.com/office/drawing/2014/main" id="{7169DC1C-7B1E-B7D0-3255-98E2398FE77C}"/>
                  </a:ext>
                </a:extLst>
              </p:cNvPr>
              <p:cNvSpPr/>
              <p:nvPr/>
            </p:nvSpPr>
            <p:spPr>
              <a:xfrm>
                <a:off x="70803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2" name="Freeform 49661">
                <a:extLst>
                  <a:ext uri="{FF2B5EF4-FFF2-40B4-BE49-F238E27FC236}">
                    <a16:creationId xmlns:a16="http://schemas.microsoft.com/office/drawing/2014/main" id="{4D21E2A5-6BE9-C690-A74F-0CEE60975834}"/>
                  </a:ext>
                </a:extLst>
              </p:cNvPr>
              <p:cNvSpPr/>
              <p:nvPr/>
            </p:nvSpPr>
            <p:spPr>
              <a:xfrm>
                <a:off x="70808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3" name="Freeform 49662">
                <a:extLst>
                  <a:ext uri="{FF2B5EF4-FFF2-40B4-BE49-F238E27FC236}">
                    <a16:creationId xmlns:a16="http://schemas.microsoft.com/office/drawing/2014/main" id="{1E874522-9AB5-C863-C6C0-C71AD4F8B347}"/>
                  </a:ext>
                </a:extLst>
              </p:cNvPr>
              <p:cNvSpPr/>
              <p:nvPr/>
            </p:nvSpPr>
            <p:spPr>
              <a:xfrm>
                <a:off x="70813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4" name="Freeform 49663">
                <a:extLst>
                  <a:ext uri="{FF2B5EF4-FFF2-40B4-BE49-F238E27FC236}">
                    <a16:creationId xmlns:a16="http://schemas.microsoft.com/office/drawing/2014/main" id="{135BEBE3-C815-9498-B8CD-7C7D388CC512}"/>
                  </a:ext>
                </a:extLst>
              </p:cNvPr>
              <p:cNvSpPr/>
              <p:nvPr/>
            </p:nvSpPr>
            <p:spPr>
              <a:xfrm>
                <a:off x="70818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5" name="Freeform 49664">
                <a:extLst>
                  <a:ext uri="{FF2B5EF4-FFF2-40B4-BE49-F238E27FC236}">
                    <a16:creationId xmlns:a16="http://schemas.microsoft.com/office/drawing/2014/main" id="{FA98A80C-9CD2-D4B2-B548-E456278C6FC0}"/>
                  </a:ext>
                </a:extLst>
              </p:cNvPr>
              <p:cNvSpPr/>
              <p:nvPr/>
            </p:nvSpPr>
            <p:spPr>
              <a:xfrm>
                <a:off x="7082484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6" name="Freeform 49665">
                <a:extLst>
                  <a:ext uri="{FF2B5EF4-FFF2-40B4-BE49-F238E27FC236}">
                    <a16:creationId xmlns:a16="http://schemas.microsoft.com/office/drawing/2014/main" id="{B8D168FB-2DEE-2589-5169-40CF17191157}"/>
                  </a:ext>
                </a:extLst>
              </p:cNvPr>
              <p:cNvSpPr/>
              <p:nvPr/>
            </p:nvSpPr>
            <p:spPr>
              <a:xfrm>
                <a:off x="70829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7" name="Freeform 49666">
                <a:extLst>
                  <a:ext uri="{FF2B5EF4-FFF2-40B4-BE49-F238E27FC236}">
                    <a16:creationId xmlns:a16="http://schemas.microsoft.com/office/drawing/2014/main" id="{4B9A5565-E464-C7EF-D5AC-DBE17807D4D6}"/>
                  </a:ext>
                </a:extLst>
              </p:cNvPr>
              <p:cNvSpPr/>
              <p:nvPr/>
            </p:nvSpPr>
            <p:spPr>
              <a:xfrm>
                <a:off x="70834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8" name="Freeform 49667">
                <a:extLst>
                  <a:ext uri="{FF2B5EF4-FFF2-40B4-BE49-F238E27FC236}">
                    <a16:creationId xmlns:a16="http://schemas.microsoft.com/office/drawing/2014/main" id="{5796F08C-7B1F-0C68-673A-5914C9FABD78}"/>
                  </a:ext>
                </a:extLst>
              </p:cNvPr>
              <p:cNvSpPr/>
              <p:nvPr/>
            </p:nvSpPr>
            <p:spPr>
              <a:xfrm>
                <a:off x="708397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69" name="Freeform 49668">
                <a:extLst>
                  <a:ext uri="{FF2B5EF4-FFF2-40B4-BE49-F238E27FC236}">
                    <a16:creationId xmlns:a16="http://schemas.microsoft.com/office/drawing/2014/main" id="{06477796-9FC3-53CB-C618-E0963FF769C7}"/>
                  </a:ext>
                </a:extLst>
              </p:cNvPr>
              <p:cNvSpPr/>
              <p:nvPr/>
            </p:nvSpPr>
            <p:spPr>
              <a:xfrm>
                <a:off x="7084568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0" name="Freeform 49669">
                <a:extLst>
                  <a:ext uri="{FF2B5EF4-FFF2-40B4-BE49-F238E27FC236}">
                    <a16:creationId xmlns:a16="http://schemas.microsoft.com/office/drawing/2014/main" id="{D0E52571-FB68-D581-8649-754CE563593D}"/>
                  </a:ext>
                </a:extLst>
              </p:cNvPr>
              <p:cNvSpPr/>
              <p:nvPr/>
            </p:nvSpPr>
            <p:spPr>
              <a:xfrm>
                <a:off x="7085064" y="5946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1" name="Freeform 49670">
                <a:extLst>
                  <a:ext uri="{FF2B5EF4-FFF2-40B4-BE49-F238E27FC236}">
                    <a16:creationId xmlns:a16="http://schemas.microsoft.com/office/drawing/2014/main" id="{951E6672-75BB-AA5A-22DA-FFC7D00ED84E}"/>
                  </a:ext>
                </a:extLst>
              </p:cNvPr>
              <p:cNvSpPr/>
              <p:nvPr/>
            </p:nvSpPr>
            <p:spPr>
              <a:xfrm>
                <a:off x="7085560" y="581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2" name="Freeform 49671">
                <a:extLst>
                  <a:ext uri="{FF2B5EF4-FFF2-40B4-BE49-F238E27FC236}">
                    <a16:creationId xmlns:a16="http://schemas.microsoft.com/office/drawing/2014/main" id="{42691F16-4E19-C00C-4E9E-506771E39D60}"/>
                  </a:ext>
                </a:extLst>
              </p:cNvPr>
              <p:cNvSpPr/>
              <p:nvPr/>
            </p:nvSpPr>
            <p:spPr>
              <a:xfrm>
                <a:off x="7086155" y="5685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3" name="Freeform 49672">
                <a:extLst>
                  <a:ext uri="{FF2B5EF4-FFF2-40B4-BE49-F238E27FC236}">
                    <a16:creationId xmlns:a16="http://schemas.microsoft.com/office/drawing/2014/main" id="{1FD36A34-A7EC-92CE-8B7D-7299391CA8D2}"/>
                  </a:ext>
                </a:extLst>
              </p:cNvPr>
              <p:cNvSpPr/>
              <p:nvPr/>
            </p:nvSpPr>
            <p:spPr>
              <a:xfrm>
                <a:off x="7086652" y="5723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4" name="Freeform 49673">
                <a:extLst>
                  <a:ext uri="{FF2B5EF4-FFF2-40B4-BE49-F238E27FC236}">
                    <a16:creationId xmlns:a16="http://schemas.microsoft.com/office/drawing/2014/main" id="{78ECA8EC-B39C-48D5-14DA-F145F2F7066A}"/>
                  </a:ext>
                </a:extLst>
              </p:cNvPr>
              <p:cNvSpPr/>
              <p:nvPr/>
            </p:nvSpPr>
            <p:spPr>
              <a:xfrm>
                <a:off x="7087148" y="575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5" name="Freeform 49674">
                <a:extLst>
                  <a:ext uri="{FF2B5EF4-FFF2-40B4-BE49-F238E27FC236}">
                    <a16:creationId xmlns:a16="http://schemas.microsoft.com/office/drawing/2014/main" id="{49F8830E-C95F-CF95-A5C4-64A680672BB4}"/>
                  </a:ext>
                </a:extLst>
              </p:cNvPr>
              <p:cNvSpPr/>
              <p:nvPr/>
            </p:nvSpPr>
            <p:spPr>
              <a:xfrm>
                <a:off x="7087743" y="5685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6" name="Freeform 49675">
                <a:extLst>
                  <a:ext uri="{FF2B5EF4-FFF2-40B4-BE49-F238E27FC236}">
                    <a16:creationId xmlns:a16="http://schemas.microsoft.com/office/drawing/2014/main" id="{298510ED-DBD8-59A5-DBF2-BEDE28DE01DB}"/>
                  </a:ext>
                </a:extLst>
              </p:cNvPr>
              <p:cNvSpPr/>
              <p:nvPr/>
            </p:nvSpPr>
            <p:spPr>
              <a:xfrm>
                <a:off x="7088239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7" name="Freeform 49676">
                <a:extLst>
                  <a:ext uri="{FF2B5EF4-FFF2-40B4-BE49-F238E27FC236}">
                    <a16:creationId xmlns:a16="http://schemas.microsoft.com/office/drawing/2014/main" id="{4626E7B3-AB8E-4652-50C0-CCF7C8B5BD99}"/>
                  </a:ext>
                </a:extLst>
              </p:cNvPr>
              <p:cNvSpPr/>
              <p:nvPr/>
            </p:nvSpPr>
            <p:spPr>
              <a:xfrm>
                <a:off x="7088735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8" name="Freeform 49677">
                <a:extLst>
                  <a:ext uri="{FF2B5EF4-FFF2-40B4-BE49-F238E27FC236}">
                    <a16:creationId xmlns:a16="http://schemas.microsoft.com/office/drawing/2014/main" id="{4D0A3721-4676-C01A-3F6A-A89C877EADEB}"/>
                  </a:ext>
                </a:extLst>
              </p:cNvPr>
              <p:cNvSpPr/>
              <p:nvPr/>
            </p:nvSpPr>
            <p:spPr>
              <a:xfrm>
                <a:off x="7089330" y="583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79" name="Freeform 49678">
                <a:extLst>
                  <a:ext uri="{FF2B5EF4-FFF2-40B4-BE49-F238E27FC236}">
                    <a16:creationId xmlns:a16="http://schemas.microsoft.com/office/drawing/2014/main" id="{284835F2-634B-E5CD-EC96-E4B1FD9FD95A}"/>
                  </a:ext>
                </a:extLst>
              </p:cNvPr>
              <p:cNvSpPr/>
              <p:nvPr/>
            </p:nvSpPr>
            <p:spPr>
              <a:xfrm>
                <a:off x="7089827" y="5839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0" name="Freeform 49679">
                <a:extLst>
                  <a:ext uri="{FF2B5EF4-FFF2-40B4-BE49-F238E27FC236}">
                    <a16:creationId xmlns:a16="http://schemas.microsoft.com/office/drawing/2014/main" id="{CCB70AE3-5306-A14A-C48F-9A7C9D10AF42}"/>
                  </a:ext>
                </a:extLst>
              </p:cNvPr>
              <p:cNvSpPr/>
              <p:nvPr/>
            </p:nvSpPr>
            <p:spPr>
              <a:xfrm>
                <a:off x="7090323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1" name="Freeform 49680">
                <a:extLst>
                  <a:ext uri="{FF2B5EF4-FFF2-40B4-BE49-F238E27FC236}">
                    <a16:creationId xmlns:a16="http://schemas.microsoft.com/office/drawing/2014/main" id="{641394A6-16E2-CD00-B666-F4F4FDAE2D3F}"/>
                  </a:ext>
                </a:extLst>
              </p:cNvPr>
              <p:cNvSpPr/>
              <p:nvPr/>
            </p:nvSpPr>
            <p:spPr>
              <a:xfrm>
                <a:off x="7090918" y="5789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2" name="Freeform 49681">
                <a:extLst>
                  <a:ext uri="{FF2B5EF4-FFF2-40B4-BE49-F238E27FC236}">
                    <a16:creationId xmlns:a16="http://schemas.microsoft.com/office/drawing/2014/main" id="{A1953296-94AC-4226-7F1C-E273D1CACC40}"/>
                  </a:ext>
                </a:extLst>
              </p:cNvPr>
              <p:cNvSpPr/>
              <p:nvPr/>
            </p:nvSpPr>
            <p:spPr>
              <a:xfrm>
                <a:off x="7091414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3" name="Freeform 49682">
                <a:extLst>
                  <a:ext uri="{FF2B5EF4-FFF2-40B4-BE49-F238E27FC236}">
                    <a16:creationId xmlns:a16="http://schemas.microsoft.com/office/drawing/2014/main" id="{B7117B7B-CA9A-0FC8-17B5-597ACF00E61B}"/>
                  </a:ext>
                </a:extLst>
              </p:cNvPr>
              <p:cNvSpPr/>
              <p:nvPr/>
            </p:nvSpPr>
            <p:spPr>
              <a:xfrm>
                <a:off x="7091910" y="5975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4" name="Freeform 49683">
                <a:extLst>
                  <a:ext uri="{FF2B5EF4-FFF2-40B4-BE49-F238E27FC236}">
                    <a16:creationId xmlns:a16="http://schemas.microsoft.com/office/drawing/2014/main" id="{196089A8-5AFE-1783-EE36-01F2AFDD32CC}"/>
                  </a:ext>
                </a:extLst>
              </p:cNvPr>
              <p:cNvSpPr/>
              <p:nvPr/>
            </p:nvSpPr>
            <p:spPr>
              <a:xfrm>
                <a:off x="7092505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5" name="Freeform 49684">
                <a:extLst>
                  <a:ext uri="{FF2B5EF4-FFF2-40B4-BE49-F238E27FC236}">
                    <a16:creationId xmlns:a16="http://schemas.microsoft.com/office/drawing/2014/main" id="{DA80E911-E3D0-C35C-18F9-3BDA0B47C5AD}"/>
                  </a:ext>
                </a:extLst>
              </p:cNvPr>
              <p:cNvSpPr/>
              <p:nvPr/>
            </p:nvSpPr>
            <p:spPr>
              <a:xfrm>
                <a:off x="7093002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6" name="Freeform 49685">
                <a:extLst>
                  <a:ext uri="{FF2B5EF4-FFF2-40B4-BE49-F238E27FC236}">
                    <a16:creationId xmlns:a16="http://schemas.microsoft.com/office/drawing/2014/main" id="{F771CA99-FC71-AFD1-9744-08A1D80C2C60}"/>
                  </a:ext>
                </a:extLst>
              </p:cNvPr>
              <p:cNvSpPr/>
              <p:nvPr/>
            </p:nvSpPr>
            <p:spPr>
              <a:xfrm>
                <a:off x="7093498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7" name="Freeform 49686">
                <a:extLst>
                  <a:ext uri="{FF2B5EF4-FFF2-40B4-BE49-F238E27FC236}">
                    <a16:creationId xmlns:a16="http://schemas.microsoft.com/office/drawing/2014/main" id="{38A61161-00DB-9909-17CA-62EE5EB3BA35}"/>
                  </a:ext>
                </a:extLst>
              </p:cNvPr>
              <p:cNvSpPr/>
              <p:nvPr/>
            </p:nvSpPr>
            <p:spPr>
              <a:xfrm>
                <a:off x="7094093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8" name="Freeform 49687">
                <a:extLst>
                  <a:ext uri="{FF2B5EF4-FFF2-40B4-BE49-F238E27FC236}">
                    <a16:creationId xmlns:a16="http://schemas.microsoft.com/office/drawing/2014/main" id="{610C9782-7709-414A-7D30-1FE9BE62F9D5}"/>
                  </a:ext>
                </a:extLst>
              </p:cNvPr>
              <p:cNvSpPr/>
              <p:nvPr/>
            </p:nvSpPr>
            <p:spPr>
              <a:xfrm>
                <a:off x="7094589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89" name="Freeform 49688">
                <a:extLst>
                  <a:ext uri="{FF2B5EF4-FFF2-40B4-BE49-F238E27FC236}">
                    <a16:creationId xmlns:a16="http://schemas.microsoft.com/office/drawing/2014/main" id="{F95B8A52-7C57-62EB-AFE0-0D683C9913E9}"/>
                  </a:ext>
                </a:extLst>
              </p:cNvPr>
              <p:cNvSpPr/>
              <p:nvPr/>
            </p:nvSpPr>
            <p:spPr>
              <a:xfrm>
                <a:off x="7095085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0" name="Freeform 49689">
                <a:extLst>
                  <a:ext uri="{FF2B5EF4-FFF2-40B4-BE49-F238E27FC236}">
                    <a16:creationId xmlns:a16="http://schemas.microsoft.com/office/drawing/2014/main" id="{6115CD78-2E34-ED6F-D466-7AB4507DD680}"/>
                  </a:ext>
                </a:extLst>
              </p:cNvPr>
              <p:cNvSpPr/>
              <p:nvPr/>
            </p:nvSpPr>
            <p:spPr>
              <a:xfrm>
                <a:off x="7095581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1" name="Freeform 49690">
                <a:extLst>
                  <a:ext uri="{FF2B5EF4-FFF2-40B4-BE49-F238E27FC236}">
                    <a16:creationId xmlns:a16="http://schemas.microsoft.com/office/drawing/2014/main" id="{424D108C-5C30-AC12-CF87-3EFCDD8C65BC}"/>
                  </a:ext>
                </a:extLst>
              </p:cNvPr>
              <p:cNvSpPr/>
              <p:nvPr/>
            </p:nvSpPr>
            <p:spPr>
              <a:xfrm>
                <a:off x="7096177" y="602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2" name="Freeform 49691">
                <a:extLst>
                  <a:ext uri="{FF2B5EF4-FFF2-40B4-BE49-F238E27FC236}">
                    <a16:creationId xmlns:a16="http://schemas.microsoft.com/office/drawing/2014/main" id="{FBDFE34B-8A99-C30E-C407-36C62E5207F5}"/>
                  </a:ext>
                </a:extLst>
              </p:cNvPr>
              <p:cNvSpPr/>
              <p:nvPr/>
            </p:nvSpPr>
            <p:spPr>
              <a:xfrm>
                <a:off x="7096673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3" name="Freeform 49692">
                <a:extLst>
                  <a:ext uri="{FF2B5EF4-FFF2-40B4-BE49-F238E27FC236}">
                    <a16:creationId xmlns:a16="http://schemas.microsoft.com/office/drawing/2014/main" id="{668F3B5D-8704-72B4-4BE4-074D57ED945C}"/>
                  </a:ext>
                </a:extLst>
              </p:cNvPr>
              <p:cNvSpPr/>
              <p:nvPr/>
            </p:nvSpPr>
            <p:spPr>
              <a:xfrm>
                <a:off x="7097169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4" name="Freeform 49693">
                <a:extLst>
                  <a:ext uri="{FF2B5EF4-FFF2-40B4-BE49-F238E27FC236}">
                    <a16:creationId xmlns:a16="http://schemas.microsoft.com/office/drawing/2014/main" id="{1EB6D735-105F-7AD8-F2C9-4230C31A47AD}"/>
                  </a:ext>
                </a:extLst>
              </p:cNvPr>
              <p:cNvSpPr/>
              <p:nvPr/>
            </p:nvSpPr>
            <p:spPr>
              <a:xfrm>
                <a:off x="7097764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5" name="Freeform 49694">
                <a:extLst>
                  <a:ext uri="{FF2B5EF4-FFF2-40B4-BE49-F238E27FC236}">
                    <a16:creationId xmlns:a16="http://schemas.microsoft.com/office/drawing/2014/main" id="{0DD728EC-6A86-25CC-EDF8-CE20FD6D1B85}"/>
                  </a:ext>
                </a:extLst>
              </p:cNvPr>
              <p:cNvSpPr/>
              <p:nvPr/>
            </p:nvSpPr>
            <p:spPr>
              <a:xfrm>
                <a:off x="7098260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6" name="Freeform 49695">
                <a:extLst>
                  <a:ext uri="{FF2B5EF4-FFF2-40B4-BE49-F238E27FC236}">
                    <a16:creationId xmlns:a16="http://schemas.microsoft.com/office/drawing/2014/main" id="{8046573D-418A-4BC0-D618-1BFD252978FB}"/>
                  </a:ext>
                </a:extLst>
              </p:cNvPr>
              <p:cNvSpPr/>
              <p:nvPr/>
            </p:nvSpPr>
            <p:spPr>
              <a:xfrm>
                <a:off x="7098756" y="5657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7" name="Freeform 49696">
                <a:extLst>
                  <a:ext uri="{FF2B5EF4-FFF2-40B4-BE49-F238E27FC236}">
                    <a16:creationId xmlns:a16="http://schemas.microsoft.com/office/drawing/2014/main" id="{5DDB9B3B-F837-C0DF-0019-6149F7549165}"/>
                  </a:ext>
                </a:extLst>
              </p:cNvPr>
              <p:cNvSpPr/>
              <p:nvPr/>
            </p:nvSpPr>
            <p:spPr>
              <a:xfrm>
                <a:off x="7099352" y="5663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8" name="Freeform 49697">
                <a:extLst>
                  <a:ext uri="{FF2B5EF4-FFF2-40B4-BE49-F238E27FC236}">
                    <a16:creationId xmlns:a16="http://schemas.microsoft.com/office/drawing/2014/main" id="{545E2414-0FAB-59A3-4717-952A39CA19F5}"/>
                  </a:ext>
                </a:extLst>
              </p:cNvPr>
              <p:cNvSpPr/>
              <p:nvPr/>
            </p:nvSpPr>
            <p:spPr>
              <a:xfrm>
                <a:off x="7099848" y="5681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99" name="Freeform 49698">
                <a:extLst>
                  <a:ext uri="{FF2B5EF4-FFF2-40B4-BE49-F238E27FC236}">
                    <a16:creationId xmlns:a16="http://schemas.microsoft.com/office/drawing/2014/main" id="{33299B49-4C9C-6291-8F37-CA3008469328}"/>
                  </a:ext>
                </a:extLst>
              </p:cNvPr>
              <p:cNvSpPr/>
              <p:nvPr/>
            </p:nvSpPr>
            <p:spPr>
              <a:xfrm>
                <a:off x="7100344" y="55940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0" name="Freeform 49699">
                <a:extLst>
                  <a:ext uri="{FF2B5EF4-FFF2-40B4-BE49-F238E27FC236}">
                    <a16:creationId xmlns:a16="http://schemas.microsoft.com/office/drawing/2014/main" id="{18AA3276-A75D-39FE-0886-012424C60DA2}"/>
                  </a:ext>
                </a:extLst>
              </p:cNvPr>
              <p:cNvSpPr/>
              <p:nvPr/>
            </p:nvSpPr>
            <p:spPr>
              <a:xfrm>
                <a:off x="7100939" y="5745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1" name="Freeform 49700">
                <a:extLst>
                  <a:ext uri="{FF2B5EF4-FFF2-40B4-BE49-F238E27FC236}">
                    <a16:creationId xmlns:a16="http://schemas.microsoft.com/office/drawing/2014/main" id="{2DF544FC-1E2F-1234-04D9-927A848215BB}"/>
                  </a:ext>
                </a:extLst>
              </p:cNvPr>
              <p:cNvSpPr/>
              <p:nvPr/>
            </p:nvSpPr>
            <p:spPr>
              <a:xfrm>
                <a:off x="7101435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2" name="Freeform 49701">
                <a:extLst>
                  <a:ext uri="{FF2B5EF4-FFF2-40B4-BE49-F238E27FC236}">
                    <a16:creationId xmlns:a16="http://schemas.microsoft.com/office/drawing/2014/main" id="{5F57A5D8-4CD3-7FFF-594D-C287D2F6D939}"/>
                  </a:ext>
                </a:extLst>
              </p:cNvPr>
              <p:cNvSpPr/>
              <p:nvPr/>
            </p:nvSpPr>
            <p:spPr>
              <a:xfrm>
                <a:off x="7101931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3" name="Freeform 49702">
                <a:extLst>
                  <a:ext uri="{FF2B5EF4-FFF2-40B4-BE49-F238E27FC236}">
                    <a16:creationId xmlns:a16="http://schemas.microsoft.com/office/drawing/2014/main" id="{804D2313-3A16-01EF-8DA2-0B0044360F82}"/>
                  </a:ext>
                </a:extLst>
              </p:cNvPr>
              <p:cNvSpPr/>
              <p:nvPr/>
            </p:nvSpPr>
            <p:spPr>
              <a:xfrm>
                <a:off x="7102527" y="5811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4" name="Freeform 49703">
                <a:extLst>
                  <a:ext uri="{FF2B5EF4-FFF2-40B4-BE49-F238E27FC236}">
                    <a16:creationId xmlns:a16="http://schemas.microsoft.com/office/drawing/2014/main" id="{592D4B41-97E2-E813-973B-6CB70B7C5C2E}"/>
                  </a:ext>
                </a:extLst>
              </p:cNvPr>
              <p:cNvSpPr/>
              <p:nvPr/>
            </p:nvSpPr>
            <p:spPr>
              <a:xfrm>
                <a:off x="7103023" y="577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5" name="Freeform 49704">
                <a:extLst>
                  <a:ext uri="{FF2B5EF4-FFF2-40B4-BE49-F238E27FC236}">
                    <a16:creationId xmlns:a16="http://schemas.microsoft.com/office/drawing/2014/main" id="{1F770D3E-215D-D4E2-67B5-60DA98EA4027}"/>
                  </a:ext>
                </a:extLst>
              </p:cNvPr>
              <p:cNvSpPr/>
              <p:nvPr/>
            </p:nvSpPr>
            <p:spPr>
              <a:xfrm>
                <a:off x="7103519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6" name="Freeform 49705">
                <a:extLst>
                  <a:ext uri="{FF2B5EF4-FFF2-40B4-BE49-F238E27FC236}">
                    <a16:creationId xmlns:a16="http://schemas.microsoft.com/office/drawing/2014/main" id="{5DE75C4C-3511-D143-EF41-BFEE72EFDF3B}"/>
                  </a:ext>
                </a:extLst>
              </p:cNvPr>
              <p:cNvSpPr/>
              <p:nvPr/>
            </p:nvSpPr>
            <p:spPr>
              <a:xfrm>
                <a:off x="7104114" y="5732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7" name="Freeform 49706">
                <a:extLst>
                  <a:ext uri="{FF2B5EF4-FFF2-40B4-BE49-F238E27FC236}">
                    <a16:creationId xmlns:a16="http://schemas.microsoft.com/office/drawing/2014/main" id="{C20A5D2E-5D13-85A2-9DA4-C7A5A13675D1}"/>
                  </a:ext>
                </a:extLst>
              </p:cNvPr>
              <p:cNvSpPr/>
              <p:nvPr/>
            </p:nvSpPr>
            <p:spPr>
              <a:xfrm>
                <a:off x="7104610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8" name="Freeform 49707">
                <a:extLst>
                  <a:ext uri="{FF2B5EF4-FFF2-40B4-BE49-F238E27FC236}">
                    <a16:creationId xmlns:a16="http://schemas.microsoft.com/office/drawing/2014/main" id="{C59CCB09-E6DF-9D9D-A96B-B9B4DB39B6CE}"/>
                  </a:ext>
                </a:extLst>
              </p:cNvPr>
              <p:cNvSpPr/>
              <p:nvPr/>
            </p:nvSpPr>
            <p:spPr>
              <a:xfrm>
                <a:off x="7105106" y="5953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09" name="Freeform 49708">
                <a:extLst>
                  <a:ext uri="{FF2B5EF4-FFF2-40B4-BE49-F238E27FC236}">
                    <a16:creationId xmlns:a16="http://schemas.microsoft.com/office/drawing/2014/main" id="{BBF4F4B7-8FD6-3A6B-7388-7968A2AB70D8}"/>
                  </a:ext>
                </a:extLst>
              </p:cNvPr>
              <p:cNvSpPr/>
              <p:nvPr/>
            </p:nvSpPr>
            <p:spPr>
              <a:xfrm>
                <a:off x="7105702" y="5979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0" name="Freeform 49709">
                <a:extLst>
                  <a:ext uri="{FF2B5EF4-FFF2-40B4-BE49-F238E27FC236}">
                    <a16:creationId xmlns:a16="http://schemas.microsoft.com/office/drawing/2014/main" id="{7D4BFB08-F7D0-3E8D-A92D-299CD18B759E}"/>
                  </a:ext>
                </a:extLst>
              </p:cNvPr>
              <p:cNvSpPr/>
              <p:nvPr/>
            </p:nvSpPr>
            <p:spPr>
              <a:xfrm>
                <a:off x="7106198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1" name="Freeform 49710">
                <a:extLst>
                  <a:ext uri="{FF2B5EF4-FFF2-40B4-BE49-F238E27FC236}">
                    <a16:creationId xmlns:a16="http://schemas.microsoft.com/office/drawing/2014/main" id="{87415D4F-310E-9DD0-DB4D-D428E1E97311}"/>
                  </a:ext>
                </a:extLst>
              </p:cNvPr>
              <p:cNvSpPr/>
              <p:nvPr/>
            </p:nvSpPr>
            <p:spPr>
              <a:xfrm>
                <a:off x="7106694" y="5988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2" name="Freeform 49711">
                <a:extLst>
                  <a:ext uri="{FF2B5EF4-FFF2-40B4-BE49-F238E27FC236}">
                    <a16:creationId xmlns:a16="http://schemas.microsoft.com/office/drawing/2014/main" id="{E0D11EE2-7693-9C38-DE54-228934CB67B5}"/>
                  </a:ext>
                </a:extLst>
              </p:cNvPr>
              <p:cNvSpPr/>
              <p:nvPr/>
            </p:nvSpPr>
            <p:spPr>
              <a:xfrm>
                <a:off x="7107289" y="5989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3" name="Freeform 49712">
                <a:extLst>
                  <a:ext uri="{FF2B5EF4-FFF2-40B4-BE49-F238E27FC236}">
                    <a16:creationId xmlns:a16="http://schemas.microsoft.com/office/drawing/2014/main" id="{69C1E438-39E9-741D-9891-6B87387AA596}"/>
                  </a:ext>
                </a:extLst>
              </p:cNvPr>
              <p:cNvSpPr/>
              <p:nvPr/>
            </p:nvSpPr>
            <p:spPr>
              <a:xfrm>
                <a:off x="7107785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4" name="Freeform 49713">
                <a:extLst>
                  <a:ext uri="{FF2B5EF4-FFF2-40B4-BE49-F238E27FC236}">
                    <a16:creationId xmlns:a16="http://schemas.microsoft.com/office/drawing/2014/main" id="{442D0AFF-1220-2F6E-0824-2507FFC67D57}"/>
                  </a:ext>
                </a:extLst>
              </p:cNvPr>
              <p:cNvSpPr/>
              <p:nvPr/>
            </p:nvSpPr>
            <p:spPr>
              <a:xfrm>
                <a:off x="7108281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5" name="Freeform 49714">
                <a:extLst>
                  <a:ext uri="{FF2B5EF4-FFF2-40B4-BE49-F238E27FC236}">
                    <a16:creationId xmlns:a16="http://schemas.microsoft.com/office/drawing/2014/main" id="{5659D253-F2F8-241E-C93C-3BF9C6E2B38B}"/>
                  </a:ext>
                </a:extLst>
              </p:cNvPr>
              <p:cNvSpPr/>
              <p:nvPr/>
            </p:nvSpPr>
            <p:spPr>
              <a:xfrm>
                <a:off x="7108777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6" name="Freeform 49715">
                <a:extLst>
                  <a:ext uri="{FF2B5EF4-FFF2-40B4-BE49-F238E27FC236}">
                    <a16:creationId xmlns:a16="http://schemas.microsoft.com/office/drawing/2014/main" id="{4FCD4B79-F250-D622-6A2E-5856A9559572}"/>
                  </a:ext>
                </a:extLst>
              </p:cNvPr>
              <p:cNvSpPr/>
              <p:nvPr/>
            </p:nvSpPr>
            <p:spPr>
              <a:xfrm>
                <a:off x="7109373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7" name="Freeform 49716">
                <a:extLst>
                  <a:ext uri="{FF2B5EF4-FFF2-40B4-BE49-F238E27FC236}">
                    <a16:creationId xmlns:a16="http://schemas.microsoft.com/office/drawing/2014/main" id="{CF6A00FF-4050-03EF-C27D-5C7F7058DF3B}"/>
                  </a:ext>
                </a:extLst>
              </p:cNvPr>
              <p:cNvSpPr/>
              <p:nvPr/>
            </p:nvSpPr>
            <p:spPr>
              <a:xfrm>
                <a:off x="7109869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8" name="Freeform 49717">
                <a:extLst>
                  <a:ext uri="{FF2B5EF4-FFF2-40B4-BE49-F238E27FC236}">
                    <a16:creationId xmlns:a16="http://schemas.microsoft.com/office/drawing/2014/main" id="{255C01F7-0ED3-3F1C-ACAA-C822D0043C8D}"/>
                  </a:ext>
                </a:extLst>
              </p:cNvPr>
              <p:cNvSpPr/>
              <p:nvPr/>
            </p:nvSpPr>
            <p:spPr>
              <a:xfrm>
                <a:off x="7110365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19" name="Freeform 49718">
                <a:extLst>
                  <a:ext uri="{FF2B5EF4-FFF2-40B4-BE49-F238E27FC236}">
                    <a16:creationId xmlns:a16="http://schemas.microsoft.com/office/drawing/2014/main" id="{41E1819D-93BA-42A9-5484-004EEA5B7CDB}"/>
                  </a:ext>
                </a:extLst>
              </p:cNvPr>
              <p:cNvSpPr/>
              <p:nvPr/>
            </p:nvSpPr>
            <p:spPr>
              <a:xfrm>
                <a:off x="7110960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0" name="Freeform 49719">
                <a:extLst>
                  <a:ext uri="{FF2B5EF4-FFF2-40B4-BE49-F238E27FC236}">
                    <a16:creationId xmlns:a16="http://schemas.microsoft.com/office/drawing/2014/main" id="{4BE6F216-4AAB-7E60-7D5C-5D68769A643F}"/>
                  </a:ext>
                </a:extLst>
              </p:cNvPr>
              <p:cNvSpPr/>
              <p:nvPr/>
            </p:nvSpPr>
            <p:spPr>
              <a:xfrm>
                <a:off x="7111456" y="5678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1" name="Freeform 49720">
                <a:extLst>
                  <a:ext uri="{FF2B5EF4-FFF2-40B4-BE49-F238E27FC236}">
                    <a16:creationId xmlns:a16="http://schemas.microsoft.com/office/drawing/2014/main" id="{12764C24-3AD8-452A-D1C0-A57042D3B5F4}"/>
                  </a:ext>
                </a:extLst>
              </p:cNvPr>
              <p:cNvSpPr/>
              <p:nvPr/>
            </p:nvSpPr>
            <p:spPr>
              <a:xfrm>
                <a:off x="7111952" y="5677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2" name="Freeform 49721">
                <a:extLst>
                  <a:ext uri="{FF2B5EF4-FFF2-40B4-BE49-F238E27FC236}">
                    <a16:creationId xmlns:a16="http://schemas.microsoft.com/office/drawing/2014/main" id="{5495F6DA-02BB-ED7A-6F92-1D7028793D0F}"/>
                  </a:ext>
                </a:extLst>
              </p:cNvPr>
              <p:cNvSpPr/>
              <p:nvPr/>
            </p:nvSpPr>
            <p:spPr>
              <a:xfrm>
                <a:off x="7112548" y="5691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3" name="Freeform 49722">
                <a:extLst>
                  <a:ext uri="{FF2B5EF4-FFF2-40B4-BE49-F238E27FC236}">
                    <a16:creationId xmlns:a16="http://schemas.microsoft.com/office/drawing/2014/main" id="{64A28B33-41E1-C993-35D8-EFFE41EE9307}"/>
                  </a:ext>
                </a:extLst>
              </p:cNvPr>
              <p:cNvSpPr/>
              <p:nvPr/>
            </p:nvSpPr>
            <p:spPr>
              <a:xfrm>
                <a:off x="7113044" y="562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4" name="Freeform 49723">
                <a:extLst>
                  <a:ext uri="{FF2B5EF4-FFF2-40B4-BE49-F238E27FC236}">
                    <a16:creationId xmlns:a16="http://schemas.microsoft.com/office/drawing/2014/main" id="{7F6BF936-8090-90E9-E614-539D5F25AD2A}"/>
                  </a:ext>
                </a:extLst>
              </p:cNvPr>
              <p:cNvSpPr/>
              <p:nvPr/>
            </p:nvSpPr>
            <p:spPr>
              <a:xfrm>
                <a:off x="7113540" y="577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5" name="Freeform 49724">
                <a:extLst>
                  <a:ext uri="{FF2B5EF4-FFF2-40B4-BE49-F238E27FC236}">
                    <a16:creationId xmlns:a16="http://schemas.microsoft.com/office/drawing/2014/main" id="{343C7C22-24A0-0654-F110-0DEA74AD1CCC}"/>
                  </a:ext>
                </a:extLst>
              </p:cNvPr>
              <p:cNvSpPr/>
              <p:nvPr/>
            </p:nvSpPr>
            <p:spPr>
              <a:xfrm>
                <a:off x="7114135" y="5835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6" name="Freeform 49725">
                <a:extLst>
                  <a:ext uri="{FF2B5EF4-FFF2-40B4-BE49-F238E27FC236}">
                    <a16:creationId xmlns:a16="http://schemas.microsoft.com/office/drawing/2014/main" id="{7D0AEEBB-2480-AC8F-A1E0-89F3F2D69D8C}"/>
                  </a:ext>
                </a:extLst>
              </p:cNvPr>
              <p:cNvSpPr/>
              <p:nvPr/>
            </p:nvSpPr>
            <p:spPr>
              <a:xfrm>
                <a:off x="7114631" y="5831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7" name="Freeform 49726">
                <a:extLst>
                  <a:ext uri="{FF2B5EF4-FFF2-40B4-BE49-F238E27FC236}">
                    <a16:creationId xmlns:a16="http://schemas.microsoft.com/office/drawing/2014/main" id="{09BBDBA2-8613-6D8C-637D-854D293E1AB3}"/>
                  </a:ext>
                </a:extLst>
              </p:cNvPr>
              <p:cNvSpPr/>
              <p:nvPr/>
            </p:nvSpPr>
            <p:spPr>
              <a:xfrm>
                <a:off x="7115127" y="581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8" name="Freeform 49727">
                <a:extLst>
                  <a:ext uri="{FF2B5EF4-FFF2-40B4-BE49-F238E27FC236}">
                    <a16:creationId xmlns:a16="http://schemas.microsoft.com/office/drawing/2014/main" id="{1F1DD9E0-4FAA-85DE-9800-FD64BDD51933}"/>
                  </a:ext>
                </a:extLst>
              </p:cNvPr>
              <p:cNvSpPr/>
              <p:nvPr/>
            </p:nvSpPr>
            <p:spPr>
              <a:xfrm>
                <a:off x="7115723" y="581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29" name="Freeform 49728">
                <a:extLst>
                  <a:ext uri="{FF2B5EF4-FFF2-40B4-BE49-F238E27FC236}">
                    <a16:creationId xmlns:a16="http://schemas.microsoft.com/office/drawing/2014/main" id="{BDE4BE9F-E862-9765-C4DB-A3D8C71A38D3}"/>
                  </a:ext>
                </a:extLst>
              </p:cNvPr>
              <p:cNvSpPr/>
              <p:nvPr/>
            </p:nvSpPr>
            <p:spPr>
              <a:xfrm>
                <a:off x="7116219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0" name="Freeform 49729">
                <a:extLst>
                  <a:ext uri="{FF2B5EF4-FFF2-40B4-BE49-F238E27FC236}">
                    <a16:creationId xmlns:a16="http://schemas.microsoft.com/office/drawing/2014/main" id="{4EE29D6A-3B47-BBC7-5247-2B12D8CA632D}"/>
                  </a:ext>
                </a:extLst>
              </p:cNvPr>
              <p:cNvSpPr/>
              <p:nvPr/>
            </p:nvSpPr>
            <p:spPr>
              <a:xfrm>
                <a:off x="7116715" y="5763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1" name="Freeform 49730">
                <a:extLst>
                  <a:ext uri="{FF2B5EF4-FFF2-40B4-BE49-F238E27FC236}">
                    <a16:creationId xmlns:a16="http://schemas.microsoft.com/office/drawing/2014/main" id="{2567B51A-7B80-EC84-CC8A-1F59677DC2A4}"/>
                  </a:ext>
                </a:extLst>
              </p:cNvPr>
              <p:cNvSpPr/>
              <p:nvPr/>
            </p:nvSpPr>
            <p:spPr>
              <a:xfrm>
                <a:off x="7117310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2" name="Freeform 49731">
                <a:extLst>
                  <a:ext uri="{FF2B5EF4-FFF2-40B4-BE49-F238E27FC236}">
                    <a16:creationId xmlns:a16="http://schemas.microsoft.com/office/drawing/2014/main" id="{25A28765-6056-CBE5-C45D-8EA3AB2BD1A4}"/>
                  </a:ext>
                </a:extLst>
              </p:cNvPr>
              <p:cNvSpPr/>
              <p:nvPr/>
            </p:nvSpPr>
            <p:spPr>
              <a:xfrm>
                <a:off x="711780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3" name="Freeform 49732">
                <a:extLst>
                  <a:ext uri="{FF2B5EF4-FFF2-40B4-BE49-F238E27FC236}">
                    <a16:creationId xmlns:a16="http://schemas.microsoft.com/office/drawing/2014/main" id="{B0EB22A4-01EA-6611-6D0D-7970453E44D3}"/>
                  </a:ext>
                </a:extLst>
              </p:cNvPr>
              <p:cNvSpPr/>
              <p:nvPr/>
            </p:nvSpPr>
            <p:spPr>
              <a:xfrm>
                <a:off x="71183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4" name="Freeform 49733">
                <a:extLst>
                  <a:ext uri="{FF2B5EF4-FFF2-40B4-BE49-F238E27FC236}">
                    <a16:creationId xmlns:a16="http://schemas.microsoft.com/office/drawing/2014/main" id="{C6C09A37-8241-805B-7172-557CBCB24B9E}"/>
                  </a:ext>
                </a:extLst>
              </p:cNvPr>
              <p:cNvSpPr/>
              <p:nvPr/>
            </p:nvSpPr>
            <p:spPr>
              <a:xfrm>
                <a:off x="71188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5" name="Freeform 49734">
                <a:extLst>
                  <a:ext uri="{FF2B5EF4-FFF2-40B4-BE49-F238E27FC236}">
                    <a16:creationId xmlns:a16="http://schemas.microsoft.com/office/drawing/2014/main" id="{5052697B-9532-CB16-1ABA-D40BADF67150}"/>
                  </a:ext>
                </a:extLst>
              </p:cNvPr>
              <p:cNvSpPr/>
              <p:nvPr/>
            </p:nvSpPr>
            <p:spPr>
              <a:xfrm>
                <a:off x="7119394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6" name="Freeform 49735">
                <a:extLst>
                  <a:ext uri="{FF2B5EF4-FFF2-40B4-BE49-F238E27FC236}">
                    <a16:creationId xmlns:a16="http://schemas.microsoft.com/office/drawing/2014/main" id="{4642C353-FD47-5845-9C36-CFAED8B92170}"/>
                  </a:ext>
                </a:extLst>
              </p:cNvPr>
              <p:cNvSpPr/>
              <p:nvPr/>
            </p:nvSpPr>
            <p:spPr>
              <a:xfrm>
                <a:off x="7119890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7" name="Freeform 49736">
                <a:extLst>
                  <a:ext uri="{FF2B5EF4-FFF2-40B4-BE49-F238E27FC236}">
                    <a16:creationId xmlns:a16="http://schemas.microsoft.com/office/drawing/2014/main" id="{667CE017-BA73-C56D-A1F5-A290CC9F41C5}"/>
                  </a:ext>
                </a:extLst>
              </p:cNvPr>
              <p:cNvSpPr/>
              <p:nvPr/>
            </p:nvSpPr>
            <p:spPr>
              <a:xfrm>
                <a:off x="7120386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8" name="Freeform 49737">
                <a:extLst>
                  <a:ext uri="{FF2B5EF4-FFF2-40B4-BE49-F238E27FC236}">
                    <a16:creationId xmlns:a16="http://schemas.microsoft.com/office/drawing/2014/main" id="{07834949-505E-4EB6-F469-31B988789637}"/>
                  </a:ext>
                </a:extLst>
              </p:cNvPr>
              <p:cNvSpPr/>
              <p:nvPr/>
            </p:nvSpPr>
            <p:spPr>
              <a:xfrm>
                <a:off x="712098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39" name="Freeform 49738">
                <a:extLst>
                  <a:ext uri="{FF2B5EF4-FFF2-40B4-BE49-F238E27FC236}">
                    <a16:creationId xmlns:a16="http://schemas.microsoft.com/office/drawing/2014/main" id="{593A8E4D-4AF4-6B3E-928E-EE8BE4C4F520}"/>
                  </a:ext>
                </a:extLst>
              </p:cNvPr>
              <p:cNvSpPr/>
              <p:nvPr/>
            </p:nvSpPr>
            <p:spPr>
              <a:xfrm>
                <a:off x="712147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0" name="Freeform 49739">
                <a:extLst>
                  <a:ext uri="{FF2B5EF4-FFF2-40B4-BE49-F238E27FC236}">
                    <a16:creationId xmlns:a16="http://schemas.microsoft.com/office/drawing/2014/main" id="{FE1D7F07-F587-407E-C7D8-290CB0829C84}"/>
                  </a:ext>
                </a:extLst>
              </p:cNvPr>
              <p:cNvSpPr/>
              <p:nvPr/>
            </p:nvSpPr>
            <p:spPr>
              <a:xfrm>
                <a:off x="71219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1" name="Freeform 49740">
                <a:extLst>
                  <a:ext uri="{FF2B5EF4-FFF2-40B4-BE49-F238E27FC236}">
                    <a16:creationId xmlns:a16="http://schemas.microsoft.com/office/drawing/2014/main" id="{DBC5FE03-7AA8-93AE-78E8-B835B616A184}"/>
                  </a:ext>
                </a:extLst>
              </p:cNvPr>
              <p:cNvSpPr/>
              <p:nvPr/>
            </p:nvSpPr>
            <p:spPr>
              <a:xfrm>
                <a:off x="712256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2" name="Freeform 49741">
                <a:extLst>
                  <a:ext uri="{FF2B5EF4-FFF2-40B4-BE49-F238E27FC236}">
                    <a16:creationId xmlns:a16="http://schemas.microsoft.com/office/drawing/2014/main" id="{D21828D5-901A-4F54-1A1A-A14DD472A3CA}"/>
                  </a:ext>
                </a:extLst>
              </p:cNvPr>
              <p:cNvSpPr/>
              <p:nvPr/>
            </p:nvSpPr>
            <p:spPr>
              <a:xfrm>
                <a:off x="7123065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3" name="Freeform 49742">
                <a:extLst>
                  <a:ext uri="{FF2B5EF4-FFF2-40B4-BE49-F238E27FC236}">
                    <a16:creationId xmlns:a16="http://schemas.microsoft.com/office/drawing/2014/main" id="{07F85DCD-3788-33CB-21D5-28823C17A7A9}"/>
                  </a:ext>
                </a:extLst>
              </p:cNvPr>
              <p:cNvSpPr/>
              <p:nvPr/>
            </p:nvSpPr>
            <p:spPr>
              <a:xfrm>
                <a:off x="7123561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4" name="Freeform 49743">
                <a:extLst>
                  <a:ext uri="{FF2B5EF4-FFF2-40B4-BE49-F238E27FC236}">
                    <a16:creationId xmlns:a16="http://schemas.microsoft.com/office/drawing/2014/main" id="{1FF973A6-D33D-283D-CBB9-3EE52CDDC0E5}"/>
                  </a:ext>
                </a:extLst>
              </p:cNvPr>
              <p:cNvSpPr/>
              <p:nvPr/>
            </p:nvSpPr>
            <p:spPr>
              <a:xfrm>
                <a:off x="7124156" y="5796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5" name="Freeform 49744">
                <a:extLst>
                  <a:ext uri="{FF2B5EF4-FFF2-40B4-BE49-F238E27FC236}">
                    <a16:creationId xmlns:a16="http://schemas.microsoft.com/office/drawing/2014/main" id="{08724548-E870-3212-6D63-CDE9B797B3F8}"/>
                  </a:ext>
                </a:extLst>
              </p:cNvPr>
              <p:cNvSpPr/>
              <p:nvPr/>
            </p:nvSpPr>
            <p:spPr>
              <a:xfrm>
                <a:off x="7124652" y="5812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6" name="Freeform 49745">
                <a:extLst>
                  <a:ext uri="{FF2B5EF4-FFF2-40B4-BE49-F238E27FC236}">
                    <a16:creationId xmlns:a16="http://schemas.microsoft.com/office/drawing/2014/main" id="{A37BD6C6-5F7C-10F9-B67E-66DE6B11C4D9}"/>
                  </a:ext>
                </a:extLst>
              </p:cNvPr>
              <p:cNvSpPr/>
              <p:nvPr/>
            </p:nvSpPr>
            <p:spPr>
              <a:xfrm>
                <a:off x="7125148" y="589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7" name="Freeform 49746">
                <a:extLst>
                  <a:ext uri="{FF2B5EF4-FFF2-40B4-BE49-F238E27FC236}">
                    <a16:creationId xmlns:a16="http://schemas.microsoft.com/office/drawing/2014/main" id="{7D5AA1BC-280F-A599-B188-6BCB2C8EF8A2}"/>
                  </a:ext>
                </a:extLst>
              </p:cNvPr>
              <p:cNvSpPr/>
              <p:nvPr/>
            </p:nvSpPr>
            <p:spPr>
              <a:xfrm>
                <a:off x="7125744" y="5795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8" name="Freeform 49747">
                <a:extLst>
                  <a:ext uri="{FF2B5EF4-FFF2-40B4-BE49-F238E27FC236}">
                    <a16:creationId xmlns:a16="http://schemas.microsoft.com/office/drawing/2014/main" id="{CBB6B584-186E-EFB9-A928-1165A7C41F8E}"/>
                  </a:ext>
                </a:extLst>
              </p:cNvPr>
              <p:cNvSpPr/>
              <p:nvPr/>
            </p:nvSpPr>
            <p:spPr>
              <a:xfrm>
                <a:off x="7126240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49" name="Freeform 49748">
                <a:extLst>
                  <a:ext uri="{FF2B5EF4-FFF2-40B4-BE49-F238E27FC236}">
                    <a16:creationId xmlns:a16="http://schemas.microsoft.com/office/drawing/2014/main" id="{76AAD3C7-1DF7-E543-DA0C-26E964909B6F}"/>
                  </a:ext>
                </a:extLst>
              </p:cNvPr>
              <p:cNvSpPr/>
              <p:nvPr/>
            </p:nvSpPr>
            <p:spPr>
              <a:xfrm>
                <a:off x="7126736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0" name="Freeform 49749">
                <a:extLst>
                  <a:ext uri="{FF2B5EF4-FFF2-40B4-BE49-F238E27FC236}">
                    <a16:creationId xmlns:a16="http://schemas.microsoft.com/office/drawing/2014/main" id="{8FE4B597-4FC4-813D-6129-3FD71D9928BE}"/>
                  </a:ext>
                </a:extLst>
              </p:cNvPr>
              <p:cNvSpPr/>
              <p:nvPr/>
            </p:nvSpPr>
            <p:spPr>
              <a:xfrm>
                <a:off x="7127331" y="591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1" name="Freeform 49750">
                <a:extLst>
                  <a:ext uri="{FF2B5EF4-FFF2-40B4-BE49-F238E27FC236}">
                    <a16:creationId xmlns:a16="http://schemas.microsoft.com/office/drawing/2014/main" id="{DAD00EB4-EB6B-C670-5CBE-DB96D614B10D}"/>
                  </a:ext>
                </a:extLst>
              </p:cNvPr>
              <p:cNvSpPr/>
              <p:nvPr/>
            </p:nvSpPr>
            <p:spPr>
              <a:xfrm>
                <a:off x="7127827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2" name="Freeform 49751">
                <a:extLst>
                  <a:ext uri="{FF2B5EF4-FFF2-40B4-BE49-F238E27FC236}">
                    <a16:creationId xmlns:a16="http://schemas.microsoft.com/office/drawing/2014/main" id="{83E27CCD-693C-A49E-60BC-A35DF46F2BE4}"/>
                  </a:ext>
                </a:extLst>
              </p:cNvPr>
              <p:cNvSpPr/>
              <p:nvPr/>
            </p:nvSpPr>
            <p:spPr>
              <a:xfrm>
                <a:off x="7128323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3" name="Freeform 49752">
                <a:extLst>
                  <a:ext uri="{FF2B5EF4-FFF2-40B4-BE49-F238E27FC236}">
                    <a16:creationId xmlns:a16="http://schemas.microsoft.com/office/drawing/2014/main" id="{A7F2702A-E026-2533-6E55-ADE627607B83}"/>
                  </a:ext>
                </a:extLst>
              </p:cNvPr>
              <p:cNvSpPr/>
              <p:nvPr/>
            </p:nvSpPr>
            <p:spPr>
              <a:xfrm>
                <a:off x="7128919" y="5890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4" name="Freeform 49753">
                <a:extLst>
                  <a:ext uri="{FF2B5EF4-FFF2-40B4-BE49-F238E27FC236}">
                    <a16:creationId xmlns:a16="http://schemas.microsoft.com/office/drawing/2014/main" id="{A5E4A0C1-6975-ADED-3419-96A431C38859}"/>
                  </a:ext>
                </a:extLst>
              </p:cNvPr>
              <p:cNvSpPr/>
              <p:nvPr/>
            </p:nvSpPr>
            <p:spPr>
              <a:xfrm>
                <a:off x="7129415" y="5861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5" name="Freeform 49754">
                <a:extLst>
                  <a:ext uri="{FF2B5EF4-FFF2-40B4-BE49-F238E27FC236}">
                    <a16:creationId xmlns:a16="http://schemas.microsoft.com/office/drawing/2014/main" id="{608AC682-348C-67F1-5AA7-B58A3C432336}"/>
                  </a:ext>
                </a:extLst>
              </p:cNvPr>
              <p:cNvSpPr/>
              <p:nvPr/>
            </p:nvSpPr>
            <p:spPr>
              <a:xfrm>
                <a:off x="7129911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6" name="Freeform 49755">
                <a:extLst>
                  <a:ext uri="{FF2B5EF4-FFF2-40B4-BE49-F238E27FC236}">
                    <a16:creationId xmlns:a16="http://schemas.microsoft.com/office/drawing/2014/main" id="{C1F12A81-38FC-76EC-D2B0-589F5CD9F4DA}"/>
                  </a:ext>
                </a:extLst>
              </p:cNvPr>
              <p:cNvSpPr/>
              <p:nvPr/>
            </p:nvSpPr>
            <p:spPr>
              <a:xfrm>
                <a:off x="713050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7" name="Freeform 49756">
                <a:extLst>
                  <a:ext uri="{FF2B5EF4-FFF2-40B4-BE49-F238E27FC236}">
                    <a16:creationId xmlns:a16="http://schemas.microsoft.com/office/drawing/2014/main" id="{2B3A6D36-41FA-EA66-B162-AB0E1F95093C}"/>
                  </a:ext>
                </a:extLst>
              </p:cNvPr>
              <p:cNvSpPr/>
              <p:nvPr/>
            </p:nvSpPr>
            <p:spPr>
              <a:xfrm>
                <a:off x="71310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8" name="Freeform 49757">
                <a:extLst>
                  <a:ext uri="{FF2B5EF4-FFF2-40B4-BE49-F238E27FC236}">
                    <a16:creationId xmlns:a16="http://schemas.microsoft.com/office/drawing/2014/main" id="{AB5D94CE-EAAD-029E-4E72-560FDED2817D}"/>
                  </a:ext>
                </a:extLst>
              </p:cNvPr>
              <p:cNvSpPr/>
              <p:nvPr/>
            </p:nvSpPr>
            <p:spPr>
              <a:xfrm>
                <a:off x="71314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59" name="Freeform 49758">
                <a:extLst>
                  <a:ext uri="{FF2B5EF4-FFF2-40B4-BE49-F238E27FC236}">
                    <a16:creationId xmlns:a16="http://schemas.microsoft.com/office/drawing/2014/main" id="{BB412DF7-0BBF-C01F-6905-0672E9A46ABD}"/>
                  </a:ext>
                </a:extLst>
              </p:cNvPr>
              <p:cNvSpPr/>
              <p:nvPr/>
            </p:nvSpPr>
            <p:spPr>
              <a:xfrm>
                <a:off x="713199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0" name="Freeform 49759">
                <a:extLst>
                  <a:ext uri="{FF2B5EF4-FFF2-40B4-BE49-F238E27FC236}">
                    <a16:creationId xmlns:a16="http://schemas.microsoft.com/office/drawing/2014/main" id="{00ADC001-E37A-812A-CBB2-88751EBD6E0E}"/>
                  </a:ext>
                </a:extLst>
              </p:cNvPr>
              <p:cNvSpPr/>
              <p:nvPr/>
            </p:nvSpPr>
            <p:spPr>
              <a:xfrm>
                <a:off x="713259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1" name="Freeform 49760">
                <a:extLst>
                  <a:ext uri="{FF2B5EF4-FFF2-40B4-BE49-F238E27FC236}">
                    <a16:creationId xmlns:a16="http://schemas.microsoft.com/office/drawing/2014/main" id="{1A5DFAD6-EFBF-B24D-0C47-4F317544302E}"/>
                  </a:ext>
                </a:extLst>
              </p:cNvPr>
              <p:cNvSpPr/>
              <p:nvPr/>
            </p:nvSpPr>
            <p:spPr>
              <a:xfrm>
                <a:off x="7133086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2" name="Freeform 49761">
                <a:extLst>
                  <a:ext uri="{FF2B5EF4-FFF2-40B4-BE49-F238E27FC236}">
                    <a16:creationId xmlns:a16="http://schemas.microsoft.com/office/drawing/2014/main" id="{924B60EF-2E88-7FFE-ECD1-71A448969366}"/>
                  </a:ext>
                </a:extLst>
              </p:cNvPr>
              <p:cNvSpPr/>
              <p:nvPr/>
            </p:nvSpPr>
            <p:spPr>
              <a:xfrm>
                <a:off x="71335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3" name="Freeform 49762">
                <a:extLst>
                  <a:ext uri="{FF2B5EF4-FFF2-40B4-BE49-F238E27FC236}">
                    <a16:creationId xmlns:a16="http://schemas.microsoft.com/office/drawing/2014/main" id="{C377039A-9AAB-813E-D4AC-0E83D5EB053F}"/>
                  </a:ext>
                </a:extLst>
              </p:cNvPr>
              <p:cNvSpPr/>
              <p:nvPr/>
            </p:nvSpPr>
            <p:spPr>
              <a:xfrm>
                <a:off x="71341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4" name="Freeform 49763">
                <a:extLst>
                  <a:ext uri="{FF2B5EF4-FFF2-40B4-BE49-F238E27FC236}">
                    <a16:creationId xmlns:a16="http://schemas.microsoft.com/office/drawing/2014/main" id="{3B02E46D-CDD1-4D44-8344-815C57C28CD1}"/>
                  </a:ext>
                </a:extLst>
              </p:cNvPr>
              <p:cNvSpPr/>
              <p:nvPr/>
            </p:nvSpPr>
            <p:spPr>
              <a:xfrm>
                <a:off x="713467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5" name="Freeform 49764">
                <a:extLst>
                  <a:ext uri="{FF2B5EF4-FFF2-40B4-BE49-F238E27FC236}">
                    <a16:creationId xmlns:a16="http://schemas.microsoft.com/office/drawing/2014/main" id="{5D7542EE-846E-D7F1-58C2-E760DE73F27F}"/>
                  </a:ext>
                </a:extLst>
              </p:cNvPr>
              <p:cNvSpPr/>
              <p:nvPr/>
            </p:nvSpPr>
            <p:spPr>
              <a:xfrm>
                <a:off x="71351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6" name="Freeform 49765">
                <a:extLst>
                  <a:ext uri="{FF2B5EF4-FFF2-40B4-BE49-F238E27FC236}">
                    <a16:creationId xmlns:a16="http://schemas.microsoft.com/office/drawing/2014/main" id="{4B255E6A-400F-AB48-4E1E-F2C5E56475F1}"/>
                  </a:ext>
                </a:extLst>
              </p:cNvPr>
              <p:cNvSpPr/>
              <p:nvPr/>
            </p:nvSpPr>
            <p:spPr>
              <a:xfrm>
                <a:off x="7135765" y="6033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7" name="Freeform 49766">
                <a:extLst>
                  <a:ext uri="{FF2B5EF4-FFF2-40B4-BE49-F238E27FC236}">
                    <a16:creationId xmlns:a16="http://schemas.microsoft.com/office/drawing/2014/main" id="{F7B51AE1-C1E9-ECBA-0407-A26F24F96202}"/>
                  </a:ext>
                </a:extLst>
              </p:cNvPr>
              <p:cNvSpPr/>
              <p:nvPr/>
            </p:nvSpPr>
            <p:spPr>
              <a:xfrm>
                <a:off x="7136261" y="5936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8" name="Freeform 49767">
                <a:extLst>
                  <a:ext uri="{FF2B5EF4-FFF2-40B4-BE49-F238E27FC236}">
                    <a16:creationId xmlns:a16="http://schemas.microsoft.com/office/drawing/2014/main" id="{9AB6E9DA-792C-FC84-0953-52379B48C4D2}"/>
                  </a:ext>
                </a:extLst>
              </p:cNvPr>
              <p:cNvSpPr/>
              <p:nvPr/>
            </p:nvSpPr>
            <p:spPr>
              <a:xfrm>
                <a:off x="7136757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69" name="Freeform 49768">
                <a:extLst>
                  <a:ext uri="{FF2B5EF4-FFF2-40B4-BE49-F238E27FC236}">
                    <a16:creationId xmlns:a16="http://schemas.microsoft.com/office/drawing/2014/main" id="{89A4A015-42E2-EFC4-94FB-DE27B602301F}"/>
                  </a:ext>
                </a:extLst>
              </p:cNvPr>
              <p:cNvSpPr/>
              <p:nvPr/>
            </p:nvSpPr>
            <p:spPr>
              <a:xfrm>
                <a:off x="7137352" y="5876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0" name="Freeform 49769">
                <a:extLst>
                  <a:ext uri="{FF2B5EF4-FFF2-40B4-BE49-F238E27FC236}">
                    <a16:creationId xmlns:a16="http://schemas.microsoft.com/office/drawing/2014/main" id="{D52FD3F1-0FC1-3BF4-7D1D-4D956ECF70DD}"/>
                  </a:ext>
                </a:extLst>
              </p:cNvPr>
              <p:cNvSpPr/>
              <p:nvPr/>
            </p:nvSpPr>
            <p:spPr>
              <a:xfrm>
                <a:off x="7137848" y="5924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1" name="Freeform 49770">
                <a:extLst>
                  <a:ext uri="{FF2B5EF4-FFF2-40B4-BE49-F238E27FC236}">
                    <a16:creationId xmlns:a16="http://schemas.microsoft.com/office/drawing/2014/main" id="{C4E1A831-2AA7-DB0D-EEB3-C77626BC7A38}"/>
                  </a:ext>
                </a:extLst>
              </p:cNvPr>
              <p:cNvSpPr/>
              <p:nvPr/>
            </p:nvSpPr>
            <p:spPr>
              <a:xfrm>
                <a:off x="7138345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2" name="Freeform 49771">
                <a:extLst>
                  <a:ext uri="{FF2B5EF4-FFF2-40B4-BE49-F238E27FC236}">
                    <a16:creationId xmlns:a16="http://schemas.microsoft.com/office/drawing/2014/main" id="{96DD20C3-E397-86BC-9289-1684A88FA493}"/>
                  </a:ext>
                </a:extLst>
              </p:cNvPr>
              <p:cNvSpPr/>
              <p:nvPr/>
            </p:nvSpPr>
            <p:spPr>
              <a:xfrm>
                <a:off x="7138940" y="592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3" name="Freeform 49772">
                <a:extLst>
                  <a:ext uri="{FF2B5EF4-FFF2-40B4-BE49-F238E27FC236}">
                    <a16:creationId xmlns:a16="http://schemas.microsoft.com/office/drawing/2014/main" id="{E529296D-B16D-ADE4-6ABD-CAE50BEFE9EF}"/>
                  </a:ext>
                </a:extLst>
              </p:cNvPr>
              <p:cNvSpPr/>
              <p:nvPr/>
            </p:nvSpPr>
            <p:spPr>
              <a:xfrm>
                <a:off x="7139436" y="5935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4" name="Freeform 49773">
                <a:extLst>
                  <a:ext uri="{FF2B5EF4-FFF2-40B4-BE49-F238E27FC236}">
                    <a16:creationId xmlns:a16="http://schemas.microsoft.com/office/drawing/2014/main" id="{D16F8290-C486-6ABF-223D-5F47372D1BE3}"/>
                  </a:ext>
                </a:extLst>
              </p:cNvPr>
              <p:cNvSpPr/>
              <p:nvPr/>
            </p:nvSpPr>
            <p:spPr>
              <a:xfrm>
                <a:off x="7139932" y="592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5" name="Freeform 49774">
                <a:extLst>
                  <a:ext uri="{FF2B5EF4-FFF2-40B4-BE49-F238E27FC236}">
                    <a16:creationId xmlns:a16="http://schemas.microsoft.com/office/drawing/2014/main" id="{78B689B1-B03A-FA40-A0FC-90D070B3E58E}"/>
                  </a:ext>
                </a:extLst>
              </p:cNvPr>
              <p:cNvSpPr/>
              <p:nvPr/>
            </p:nvSpPr>
            <p:spPr>
              <a:xfrm>
                <a:off x="7140527" y="5897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6" name="Freeform 49775">
                <a:extLst>
                  <a:ext uri="{FF2B5EF4-FFF2-40B4-BE49-F238E27FC236}">
                    <a16:creationId xmlns:a16="http://schemas.microsoft.com/office/drawing/2014/main" id="{6AEE2242-51BF-4127-AE22-603BCFB55AEC}"/>
                  </a:ext>
                </a:extLst>
              </p:cNvPr>
              <p:cNvSpPr/>
              <p:nvPr/>
            </p:nvSpPr>
            <p:spPr>
              <a:xfrm>
                <a:off x="7141023" y="5862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7" name="Freeform 49776">
                <a:extLst>
                  <a:ext uri="{FF2B5EF4-FFF2-40B4-BE49-F238E27FC236}">
                    <a16:creationId xmlns:a16="http://schemas.microsoft.com/office/drawing/2014/main" id="{BA557015-4ECF-4C71-6649-0ACAAD3625AB}"/>
                  </a:ext>
                </a:extLst>
              </p:cNvPr>
              <p:cNvSpPr/>
              <p:nvPr/>
            </p:nvSpPr>
            <p:spPr>
              <a:xfrm>
                <a:off x="7141520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8" name="Freeform 49777">
                <a:extLst>
                  <a:ext uri="{FF2B5EF4-FFF2-40B4-BE49-F238E27FC236}">
                    <a16:creationId xmlns:a16="http://schemas.microsoft.com/office/drawing/2014/main" id="{39A37BC1-F286-F719-C871-05C3D4682A70}"/>
                  </a:ext>
                </a:extLst>
              </p:cNvPr>
              <p:cNvSpPr/>
              <p:nvPr/>
            </p:nvSpPr>
            <p:spPr>
              <a:xfrm>
                <a:off x="7142115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79" name="Freeform 49778">
                <a:extLst>
                  <a:ext uri="{FF2B5EF4-FFF2-40B4-BE49-F238E27FC236}">
                    <a16:creationId xmlns:a16="http://schemas.microsoft.com/office/drawing/2014/main" id="{4BBFD04F-7577-90F9-D90F-06F8AE1BA3BA}"/>
                  </a:ext>
                </a:extLst>
              </p:cNvPr>
              <p:cNvSpPr/>
              <p:nvPr/>
            </p:nvSpPr>
            <p:spPr>
              <a:xfrm>
                <a:off x="7142611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0" name="Freeform 49779">
                <a:extLst>
                  <a:ext uri="{FF2B5EF4-FFF2-40B4-BE49-F238E27FC236}">
                    <a16:creationId xmlns:a16="http://schemas.microsoft.com/office/drawing/2014/main" id="{918135ED-989D-868B-E15D-2B0C403475FE}"/>
                  </a:ext>
                </a:extLst>
              </p:cNvPr>
              <p:cNvSpPr/>
              <p:nvPr/>
            </p:nvSpPr>
            <p:spPr>
              <a:xfrm>
                <a:off x="7143107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1" name="Freeform 49780">
                <a:extLst>
                  <a:ext uri="{FF2B5EF4-FFF2-40B4-BE49-F238E27FC236}">
                    <a16:creationId xmlns:a16="http://schemas.microsoft.com/office/drawing/2014/main" id="{5489D3C1-7E28-E5DD-A0EB-101579B42EE2}"/>
                  </a:ext>
                </a:extLst>
              </p:cNvPr>
              <p:cNvSpPr/>
              <p:nvPr/>
            </p:nvSpPr>
            <p:spPr>
              <a:xfrm>
                <a:off x="714370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2" name="Freeform 49781">
                <a:extLst>
                  <a:ext uri="{FF2B5EF4-FFF2-40B4-BE49-F238E27FC236}">
                    <a16:creationId xmlns:a16="http://schemas.microsoft.com/office/drawing/2014/main" id="{77623CA7-58E5-F682-9FEA-BABC6FB2D8E0}"/>
                  </a:ext>
                </a:extLst>
              </p:cNvPr>
              <p:cNvSpPr/>
              <p:nvPr/>
            </p:nvSpPr>
            <p:spPr>
              <a:xfrm>
                <a:off x="71441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3" name="Freeform 49782">
                <a:extLst>
                  <a:ext uri="{FF2B5EF4-FFF2-40B4-BE49-F238E27FC236}">
                    <a16:creationId xmlns:a16="http://schemas.microsoft.com/office/drawing/2014/main" id="{0971D7DC-CA64-9806-CE32-7E0BFD851130}"/>
                  </a:ext>
                </a:extLst>
              </p:cNvPr>
              <p:cNvSpPr/>
              <p:nvPr/>
            </p:nvSpPr>
            <p:spPr>
              <a:xfrm>
                <a:off x="714469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4" name="Freeform 49783">
                <a:extLst>
                  <a:ext uri="{FF2B5EF4-FFF2-40B4-BE49-F238E27FC236}">
                    <a16:creationId xmlns:a16="http://schemas.microsoft.com/office/drawing/2014/main" id="{57375258-4814-9453-CA80-37AA398B407D}"/>
                  </a:ext>
                </a:extLst>
              </p:cNvPr>
              <p:cNvSpPr/>
              <p:nvPr/>
            </p:nvSpPr>
            <p:spPr>
              <a:xfrm>
                <a:off x="714519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5" name="Freeform 49784">
                <a:extLst>
                  <a:ext uri="{FF2B5EF4-FFF2-40B4-BE49-F238E27FC236}">
                    <a16:creationId xmlns:a16="http://schemas.microsoft.com/office/drawing/2014/main" id="{0380DF23-94F5-B83A-298B-663BAD6BFDBA}"/>
                  </a:ext>
                </a:extLst>
              </p:cNvPr>
              <p:cNvSpPr/>
              <p:nvPr/>
            </p:nvSpPr>
            <p:spPr>
              <a:xfrm>
                <a:off x="714578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6" name="Freeform 49785">
                <a:extLst>
                  <a:ext uri="{FF2B5EF4-FFF2-40B4-BE49-F238E27FC236}">
                    <a16:creationId xmlns:a16="http://schemas.microsoft.com/office/drawing/2014/main" id="{6218DDA6-81A3-AC46-4E22-D86F55109901}"/>
                  </a:ext>
                </a:extLst>
              </p:cNvPr>
              <p:cNvSpPr/>
              <p:nvPr/>
            </p:nvSpPr>
            <p:spPr>
              <a:xfrm>
                <a:off x="714628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7" name="Freeform 49786">
                <a:extLst>
                  <a:ext uri="{FF2B5EF4-FFF2-40B4-BE49-F238E27FC236}">
                    <a16:creationId xmlns:a16="http://schemas.microsoft.com/office/drawing/2014/main" id="{978FF917-39F9-A8A6-2817-09FF8BC43609}"/>
                  </a:ext>
                </a:extLst>
              </p:cNvPr>
              <p:cNvSpPr/>
              <p:nvPr/>
            </p:nvSpPr>
            <p:spPr>
              <a:xfrm>
                <a:off x="714677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8" name="Freeform 49787">
                <a:extLst>
                  <a:ext uri="{FF2B5EF4-FFF2-40B4-BE49-F238E27FC236}">
                    <a16:creationId xmlns:a16="http://schemas.microsoft.com/office/drawing/2014/main" id="{492EF939-4C7B-0A01-C6EE-35E432EB3AD3}"/>
                  </a:ext>
                </a:extLst>
              </p:cNvPr>
              <p:cNvSpPr/>
              <p:nvPr/>
            </p:nvSpPr>
            <p:spPr>
              <a:xfrm>
                <a:off x="7147373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89" name="Freeform 49788">
                <a:extLst>
                  <a:ext uri="{FF2B5EF4-FFF2-40B4-BE49-F238E27FC236}">
                    <a16:creationId xmlns:a16="http://schemas.microsoft.com/office/drawing/2014/main" id="{97E2F7D5-E9F4-F6E2-259E-7F8980F6454A}"/>
                  </a:ext>
                </a:extLst>
              </p:cNvPr>
              <p:cNvSpPr/>
              <p:nvPr/>
            </p:nvSpPr>
            <p:spPr>
              <a:xfrm>
                <a:off x="7147870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0" name="Freeform 49789">
                <a:extLst>
                  <a:ext uri="{FF2B5EF4-FFF2-40B4-BE49-F238E27FC236}">
                    <a16:creationId xmlns:a16="http://schemas.microsoft.com/office/drawing/2014/main" id="{2537C468-2466-97C9-179D-5A2CD21CF216}"/>
                  </a:ext>
                </a:extLst>
              </p:cNvPr>
              <p:cNvSpPr/>
              <p:nvPr/>
            </p:nvSpPr>
            <p:spPr>
              <a:xfrm>
                <a:off x="7148366" y="599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1" name="Freeform 49790">
                <a:extLst>
                  <a:ext uri="{FF2B5EF4-FFF2-40B4-BE49-F238E27FC236}">
                    <a16:creationId xmlns:a16="http://schemas.microsoft.com/office/drawing/2014/main" id="{5A316CB7-38D2-2F38-8739-506086073B1D}"/>
                  </a:ext>
                </a:extLst>
              </p:cNvPr>
              <p:cNvSpPr/>
              <p:nvPr/>
            </p:nvSpPr>
            <p:spPr>
              <a:xfrm>
                <a:off x="7148961" y="584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2" name="Freeform 49791">
                <a:extLst>
                  <a:ext uri="{FF2B5EF4-FFF2-40B4-BE49-F238E27FC236}">
                    <a16:creationId xmlns:a16="http://schemas.microsoft.com/office/drawing/2014/main" id="{5A1A76CE-4F52-68B7-2A8F-9A8C8AFC5307}"/>
                  </a:ext>
                </a:extLst>
              </p:cNvPr>
              <p:cNvSpPr/>
              <p:nvPr/>
            </p:nvSpPr>
            <p:spPr>
              <a:xfrm>
                <a:off x="7149457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3" name="Freeform 49792">
                <a:extLst>
                  <a:ext uri="{FF2B5EF4-FFF2-40B4-BE49-F238E27FC236}">
                    <a16:creationId xmlns:a16="http://schemas.microsoft.com/office/drawing/2014/main" id="{FAF90FBC-A95A-BFAF-808B-46C60DE9E066}"/>
                  </a:ext>
                </a:extLst>
              </p:cNvPr>
              <p:cNvSpPr/>
              <p:nvPr/>
            </p:nvSpPr>
            <p:spPr>
              <a:xfrm>
                <a:off x="7149953" y="5774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4" name="Freeform 49793">
                <a:extLst>
                  <a:ext uri="{FF2B5EF4-FFF2-40B4-BE49-F238E27FC236}">
                    <a16:creationId xmlns:a16="http://schemas.microsoft.com/office/drawing/2014/main" id="{24D2CA03-7719-C235-4AC3-9BACC206DE2B}"/>
                  </a:ext>
                </a:extLst>
              </p:cNvPr>
              <p:cNvSpPr/>
              <p:nvPr/>
            </p:nvSpPr>
            <p:spPr>
              <a:xfrm>
                <a:off x="7150548" y="5867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5" name="Freeform 49794">
                <a:extLst>
                  <a:ext uri="{FF2B5EF4-FFF2-40B4-BE49-F238E27FC236}">
                    <a16:creationId xmlns:a16="http://schemas.microsoft.com/office/drawing/2014/main" id="{B5F6060E-8BBC-F7CC-082C-0171E5283ED2}"/>
                  </a:ext>
                </a:extLst>
              </p:cNvPr>
              <p:cNvSpPr/>
              <p:nvPr/>
            </p:nvSpPr>
            <p:spPr>
              <a:xfrm>
                <a:off x="7151045" y="5804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6" name="Freeform 49795">
                <a:extLst>
                  <a:ext uri="{FF2B5EF4-FFF2-40B4-BE49-F238E27FC236}">
                    <a16:creationId xmlns:a16="http://schemas.microsoft.com/office/drawing/2014/main" id="{88CDDC37-7D04-7D05-1C41-A95594632408}"/>
                  </a:ext>
                </a:extLst>
              </p:cNvPr>
              <p:cNvSpPr/>
              <p:nvPr/>
            </p:nvSpPr>
            <p:spPr>
              <a:xfrm>
                <a:off x="7151541" y="5857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7" name="Freeform 49796">
                <a:extLst>
                  <a:ext uri="{FF2B5EF4-FFF2-40B4-BE49-F238E27FC236}">
                    <a16:creationId xmlns:a16="http://schemas.microsoft.com/office/drawing/2014/main" id="{C3856249-260C-03DD-62CE-E2C933D9E6EA}"/>
                  </a:ext>
                </a:extLst>
              </p:cNvPr>
              <p:cNvSpPr/>
              <p:nvPr/>
            </p:nvSpPr>
            <p:spPr>
              <a:xfrm>
                <a:off x="7152136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8" name="Freeform 49797">
                <a:extLst>
                  <a:ext uri="{FF2B5EF4-FFF2-40B4-BE49-F238E27FC236}">
                    <a16:creationId xmlns:a16="http://schemas.microsoft.com/office/drawing/2014/main" id="{8C7F34F9-C968-0D95-BBF0-5F443C0CF435}"/>
                  </a:ext>
                </a:extLst>
              </p:cNvPr>
              <p:cNvSpPr/>
              <p:nvPr/>
            </p:nvSpPr>
            <p:spPr>
              <a:xfrm>
                <a:off x="7152632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99" name="Freeform 49798">
                <a:extLst>
                  <a:ext uri="{FF2B5EF4-FFF2-40B4-BE49-F238E27FC236}">
                    <a16:creationId xmlns:a16="http://schemas.microsoft.com/office/drawing/2014/main" id="{B8BCA508-2441-BFE0-94C0-051974F11B03}"/>
                  </a:ext>
                </a:extLst>
              </p:cNvPr>
              <p:cNvSpPr/>
              <p:nvPr/>
            </p:nvSpPr>
            <p:spPr>
              <a:xfrm>
                <a:off x="7153128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0" name="Freeform 49799">
                <a:extLst>
                  <a:ext uri="{FF2B5EF4-FFF2-40B4-BE49-F238E27FC236}">
                    <a16:creationId xmlns:a16="http://schemas.microsoft.com/office/drawing/2014/main" id="{73826817-AEA6-1E4A-50F1-C81CCA294DB3}"/>
                  </a:ext>
                </a:extLst>
              </p:cNvPr>
              <p:cNvSpPr/>
              <p:nvPr/>
            </p:nvSpPr>
            <p:spPr>
              <a:xfrm>
                <a:off x="7153723" y="5842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1" name="Freeform 49800">
                <a:extLst>
                  <a:ext uri="{FF2B5EF4-FFF2-40B4-BE49-F238E27FC236}">
                    <a16:creationId xmlns:a16="http://schemas.microsoft.com/office/drawing/2014/main" id="{0C323DC6-7A4A-E6F1-7E6D-D52EC773E4C4}"/>
                  </a:ext>
                </a:extLst>
              </p:cNvPr>
              <p:cNvSpPr/>
              <p:nvPr/>
            </p:nvSpPr>
            <p:spPr>
              <a:xfrm>
                <a:off x="7154220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2" name="Freeform 49801">
                <a:extLst>
                  <a:ext uri="{FF2B5EF4-FFF2-40B4-BE49-F238E27FC236}">
                    <a16:creationId xmlns:a16="http://schemas.microsoft.com/office/drawing/2014/main" id="{E4185D17-3F54-BC12-B534-174ED54BFE4A}"/>
                  </a:ext>
                </a:extLst>
              </p:cNvPr>
              <p:cNvSpPr/>
              <p:nvPr/>
            </p:nvSpPr>
            <p:spPr>
              <a:xfrm>
                <a:off x="7154716" y="5788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3" name="Freeform 49802">
                <a:extLst>
                  <a:ext uri="{FF2B5EF4-FFF2-40B4-BE49-F238E27FC236}">
                    <a16:creationId xmlns:a16="http://schemas.microsoft.com/office/drawing/2014/main" id="{8EEBB7FB-40AE-8950-0DBA-0EBD02958500}"/>
                  </a:ext>
                </a:extLst>
              </p:cNvPr>
              <p:cNvSpPr/>
              <p:nvPr/>
            </p:nvSpPr>
            <p:spPr>
              <a:xfrm>
                <a:off x="7155311" y="604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4" name="Freeform 49803">
                <a:extLst>
                  <a:ext uri="{FF2B5EF4-FFF2-40B4-BE49-F238E27FC236}">
                    <a16:creationId xmlns:a16="http://schemas.microsoft.com/office/drawing/2014/main" id="{C62AB066-222B-6B1A-1593-38E46C11A76A}"/>
                  </a:ext>
                </a:extLst>
              </p:cNvPr>
              <p:cNvSpPr/>
              <p:nvPr/>
            </p:nvSpPr>
            <p:spPr>
              <a:xfrm>
                <a:off x="715580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5" name="Freeform 49804">
                <a:extLst>
                  <a:ext uri="{FF2B5EF4-FFF2-40B4-BE49-F238E27FC236}">
                    <a16:creationId xmlns:a16="http://schemas.microsoft.com/office/drawing/2014/main" id="{CFA74329-33C2-7C19-F078-CB1B5ABD89C8}"/>
                  </a:ext>
                </a:extLst>
              </p:cNvPr>
              <p:cNvSpPr/>
              <p:nvPr/>
            </p:nvSpPr>
            <p:spPr>
              <a:xfrm>
                <a:off x="715630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6" name="Freeform 49805">
                <a:extLst>
                  <a:ext uri="{FF2B5EF4-FFF2-40B4-BE49-F238E27FC236}">
                    <a16:creationId xmlns:a16="http://schemas.microsoft.com/office/drawing/2014/main" id="{A8BAF093-9A7A-4F3D-4B8B-FBFDAE23DEAA}"/>
                  </a:ext>
                </a:extLst>
              </p:cNvPr>
              <p:cNvSpPr/>
              <p:nvPr/>
            </p:nvSpPr>
            <p:spPr>
              <a:xfrm>
                <a:off x="715679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7" name="Freeform 49806">
                <a:extLst>
                  <a:ext uri="{FF2B5EF4-FFF2-40B4-BE49-F238E27FC236}">
                    <a16:creationId xmlns:a16="http://schemas.microsoft.com/office/drawing/2014/main" id="{01933A8C-54AE-44E5-5097-CB17C85D1B07}"/>
                  </a:ext>
                </a:extLst>
              </p:cNvPr>
              <p:cNvSpPr/>
              <p:nvPr/>
            </p:nvSpPr>
            <p:spPr>
              <a:xfrm>
                <a:off x="71573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8" name="Freeform 49807">
                <a:extLst>
                  <a:ext uri="{FF2B5EF4-FFF2-40B4-BE49-F238E27FC236}">
                    <a16:creationId xmlns:a16="http://schemas.microsoft.com/office/drawing/2014/main" id="{92346128-1C6A-9B39-DC42-FB732E588C3D}"/>
                  </a:ext>
                </a:extLst>
              </p:cNvPr>
              <p:cNvSpPr/>
              <p:nvPr/>
            </p:nvSpPr>
            <p:spPr>
              <a:xfrm>
                <a:off x="71578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09" name="Freeform 49808">
                <a:extLst>
                  <a:ext uri="{FF2B5EF4-FFF2-40B4-BE49-F238E27FC236}">
                    <a16:creationId xmlns:a16="http://schemas.microsoft.com/office/drawing/2014/main" id="{D5C3BDAA-87F4-591B-DF2D-D3E8579F7A1D}"/>
                  </a:ext>
                </a:extLst>
              </p:cNvPr>
              <p:cNvSpPr/>
              <p:nvPr/>
            </p:nvSpPr>
            <p:spPr>
              <a:xfrm>
                <a:off x="715838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0" name="Freeform 49809">
                <a:extLst>
                  <a:ext uri="{FF2B5EF4-FFF2-40B4-BE49-F238E27FC236}">
                    <a16:creationId xmlns:a16="http://schemas.microsoft.com/office/drawing/2014/main" id="{55D3F17E-6714-CADE-5BB3-B364E7CAA356}"/>
                  </a:ext>
                </a:extLst>
              </p:cNvPr>
              <p:cNvSpPr/>
              <p:nvPr/>
            </p:nvSpPr>
            <p:spPr>
              <a:xfrm>
                <a:off x="715898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1" name="Freeform 49810">
                <a:extLst>
                  <a:ext uri="{FF2B5EF4-FFF2-40B4-BE49-F238E27FC236}">
                    <a16:creationId xmlns:a16="http://schemas.microsoft.com/office/drawing/2014/main" id="{6F435846-1587-FC6F-6F24-960598E03BC3}"/>
                  </a:ext>
                </a:extLst>
              </p:cNvPr>
              <p:cNvSpPr/>
              <p:nvPr/>
            </p:nvSpPr>
            <p:spPr>
              <a:xfrm>
                <a:off x="7159478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2" name="Freeform 49811">
                <a:extLst>
                  <a:ext uri="{FF2B5EF4-FFF2-40B4-BE49-F238E27FC236}">
                    <a16:creationId xmlns:a16="http://schemas.microsoft.com/office/drawing/2014/main" id="{D85B6EC0-54B0-6C0C-117B-6BACF03F6AEB}"/>
                  </a:ext>
                </a:extLst>
              </p:cNvPr>
              <p:cNvSpPr/>
              <p:nvPr/>
            </p:nvSpPr>
            <p:spPr>
              <a:xfrm>
                <a:off x="7159974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3" name="Freeform 49812">
                <a:extLst>
                  <a:ext uri="{FF2B5EF4-FFF2-40B4-BE49-F238E27FC236}">
                    <a16:creationId xmlns:a16="http://schemas.microsoft.com/office/drawing/2014/main" id="{C2A39E7C-54D8-6A17-A48D-8F132029B9AF}"/>
                  </a:ext>
                </a:extLst>
              </p:cNvPr>
              <p:cNvSpPr/>
              <p:nvPr/>
            </p:nvSpPr>
            <p:spPr>
              <a:xfrm>
                <a:off x="716057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4" name="Freeform 49813">
                <a:extLst>
                  <a:ext uri="{FF2B5EF4-FFF2-40B4-BE49-F238E27FC236}">
                    <a16:creationId xmlns:a16="http://schemas.microsoft.com/office/drawing/2014/main" id="{80A5B15C-E0E8-86FE-E902-00A8EFDBCD79}"/>
                  </a:ext>
                </a:extLst>
              </p:cNvPr>
              <p:cNvSpPr/>
              <p:nvPr/>
            </p:nvSpPr>
            <p:spPr>
              <a:xfrm>
                <a:off x="7161066" y="595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5" name="Freeform 49814">
                <a:extLst>
                  <a:ext uri="{FF2B5EF4-FFF2-40B4-BE49-F238E27FC236}">
                    <a16:creationId xmlns:a16="http://schemas.microsoft.com/office/drawing/2014/main" id="{04C0C17A-3E64-7F82-2661-083EA51E61B0}"/>
                  </a:ext>
                </a:extLst>
              </p:cNvPr>
              <p:cNvSpPr/>
              <p:nvPr/>
            </p:nvSpPr>
            <p:spPr>
              <a:xfrm>
                <a:off x="7161562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6" name="Freeform 49815">
                <a:extLst>
                  <a:ext uri="{FF2B5EF4-FFF2-40B4-BE49-F238E27FC236}">
                    <a16:creationId xmlns:a16="http://schemas.microsoft.com/office/drawing/2014/main" id="{A3518F84-8951-238A-9E37-49436C74AEE1}"/>
                  </a:ext>
                </a:extLst>
              </p:cNvPr>
              <p:cNvSpPr/>
              <p:nvPr/>
            </p:nvSpPr>
            <p:spPr>
              <a:xfrm>
                <a:off x="7162157" y="5708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7" name="Freeform 49816">
                <a:extLst>
                  <a:ext uri="{FF2B5EF4-FFF2-40B4-BE49-F238E27FC236}">
                    <a16:creationId xmlns:a16="http://schemas.microsoft.com/office/drawing/2014/main" id="{A7E61E86-F26E-15EA-AB55-34426DC50EB3}"/>
                  </a:ext>
                </a:extLst>
              </p:cNvPr>
              <p:cNvSpPr/>
              <p:nvPr/>
            </p:nvSpPr>
            <p:spPr>
              <a:xfrm>
                <a:off x="7162653" y="5729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8" name="Freeform 49817">
                <a:extLst>
                  <a:ext uri="{FF2B5EF4-FFF2-40B4-BE49-F238E27FC236}">
                    <a16:creationId xmlns:a16="http://schemas.microsoft.com/office/drawing/2014/main" id="{6BE9D41F-A8D8-FA60-EDA9-6C5ECFD37E91}"/>
                  </a:ext>
                </a:extLst>
              </p:cNvPr>
              <p:cNvSpPr/>
              <p:nvPr/>
            </p:nvSpPr>
            <p:spPr>
              <a:xfrm>
                <a:off x="7163149" y="5738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9" name="Freeform 49818">
                <a:extLst>
                  <a:ext uri="{FF2B5EF4-FFF2-40B4-BE49-F238E27FC236}">
                    <a16:creationId xmlns:a16="http://schemas.microsoft.com/office/drawing/2014/main" id="{5C7E0E7B-3F1B-1F3C-909F-967B1A75BC99}"/>
                  </a:ext>
                </a:extLst>
              </p:cNvPr>
              <p:cNvSpPr/>
              <p:nvPr/>
            </p:nvSpPr>
            <p:spPr>
              <a:xfrm>
                <a:off x="7163745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0" name="Freeform 49819">
                <a:extLst>
                  <a:ext uri="{FF2B5EF4-FFF2-40B4-BE49-F238E27FC236}">
                    <a16:creationId xmlns:a16="http://schemas.microsoft.com/office/drawing/2014/main" id="{B90D2B0C-4D7F-4E31-4697-46F83648A9C8}"/>
                  </a:ext>
                </a:extLst>
              </p:cNvPr>
              <p:cNvSpPr/>
              <p:nvPr/>
            </p:nvSpPr>
            <p:spPr>
              <a:xfrm>
                <a:off x="7164241" y="5804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1" name="Freeform 49820">
                <a:extLst>
                  <a:ext uri="{FF2B5EF4-FFF2-40B4-BE49-F238E27FC236}">
                    <a16:creationId xmlns:a16="http://schemas.microsoft.com/office/drawing/2014/main" id="{8F3971F0-CDA1-B14C-D1FB-5AA39F92B3B7}"/>
                  </a:ext>
                </a:extLst>
              </p:cNvPr>
              <p:cNvSpPr/>
              <p:nvPr/>
            </p:nvSpPr>
            <p:spPr>
              <a:xfrm>
                <a:off x="7164737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2" name="Freeform 49821">
                <a:extLst>
                  <a:ext uri="{FF2B5EF4-FFF2-40B4-BE49-F238E27FC236}">
                    <a16:creationId xmlns:a16="http://schemas.microsoft.com/office/drawing/2014/main" id="{3A78F78E-B957-3F35-8B4E-2E4C4EB047E4}"/>
                  </a:ext>
                </a:extLst>
              </p:cNvPr>
              <p:cNvSpPr/>
              <p:nvPr/>
            </p:nvSpPr>
            <p:spPr>
              <a:xfrm>
                <a:off x="7165332" y="5785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3" name="Freeform 49822">
                <a:extLst>
                  <a:ext uri="{FF2B5EF4-FFF2-40B4-BE49-F238E27FC236}">
                    <a16:creationId xmlns:a16="http://schemas.microsoft.com/office/drawing/2014/main" id="{833E91BE-555E-539F-D857-A92AA9B57A48}"/>
                  </a:ext>
                </a:extLst>
              </p:cNvPr>
              <p:cNvSpPr/>
              <p:nvPr/>
            </p:nvSpPr>
            <p:spPr>
              <a:xfrm>
                <a:off x="7165828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4" name="Freeform 49823">
                <a:extLst>
                  <a:ext uri="{FF2B5EF4-FFF2-40B4-BE49-F238E27FC236}">
                    <a16:creationId xmlns:a16="http://schemas.microsoft.com/office/drawing/2014/main" id="{E542E79A-9AC2-AEB0-7F8E-D88F83FDD000}"/>
                  </a:ext>
                </a:extLst>
              </p:cNvPr>
              <p:cNvSpPr/>
              <p:nvPr/>
            </p:nvSpPr>
            <p:spPr>
              <a:xfrm>
                <a:off x="7166324" y="5732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5" name="Freeform 49824">
                <a:extLst>
                  <a:ext uri="{FF2B5EF4-FFF2-40B4-BE49-F238E27FC236}">
                    <a16:creationId xmlns:a16="http://schemas.microsoft.com/office/drawing/2014/main" id="{2D2F9965-04F9-579E-9A89-86157FF69110}"/>
                  </a:ext>
                </a:extLst>
              </p:cNvPr>
              <p:cNvSpPr/>
              <p:nvPr/>
            </p:nvSpPr>
            <p:spPr>
              <a:xfrm>
                <a:off x="7166920" y="5714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6" name="Freeform 49825">
                <a:extLst>
                  <a:ext uri="{FF2B5EF4-FFF2-40B4-BE49-F238E27FC236}">
                    <a16:creationId xmlns:a16="http://schemas.microsoft.com/office/drawing/2014/main" id="{52AF6E4F-7FFF-3CE1-5DB5-0CDB57674C01}"/>
                  </a:ext>
                </a:extLst>
              </p:cNvPr>
              <p:cNvSpPr/>
              <p:nvPr/>
            </p:nvSpPr>
            <p:spPr>
              <a:xfrm>
                <a:off x="7167416" y="5708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7" name="Freeform 49826">
                <a:extLst>
                  <a:ext uri="{FF2B5EF4-FFF2-40B4-BE49-F238E27FC236}">
                    <a16:creationId xmlns:a16="http://schemas.microsoft.com/office/drawing/2014/main" id="{2473CE02-3433-84FD-C412-6145DD13FD6D}"/>
                  </a:ext>
                </a:extLst>
              </p:cNvPr>
              <p:cNvSpPr/>
              <p:nvPr/>
            </p:nvSpPr>
            <p:spPr>
              <a:xfrm>
                <a:off x="7167912" y="59319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8" name="Freeform 49827">
                <a:extLst>
                  <a:ext uri="{FF2B5EF4-FFF2-40B4-BE49-F238E27FC236}">
                    <a16:creationId xmlns:a16="http://schemas.microsoft.com/office/drawing/2014/main" id="{EA216BCA-882B-9A16-91FA-54B0A3077EAD}"/>
                  </a:ext>
                </a:extLst>
              </p:cNvPr>
              <p:cNvSpPr/>
              <p:nvPr/>
            </p:nvSpPr>
            <p:spPr>
              <a:xfrm>
                <a:off x="7168507" y="6016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9" name="Freeform 49828">
                <a:extLst>
                  <a:ext uri="{FF2B5EF4-FFF2-40B4-BE49-F238E27FC236}">
                    <a16:creationId xmlns:a16="http://schemas.microsoft.com/office/drawing/2014/main" id="{D16AA7A6-4912-CC3F-89CE-5458AF0FCAB1}"/>
                  </a:ext>
                </a:extLst>
              </p:cNvPr>
              <p:cNvSpPr/>
              <p:nvPr/>
            </p:nvSpPr>
            <p:spPr>
              <a:xfrm>
                <a:off x="7169003" y="60291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0" name="Freeform 49829">
                <a:extLst>
                  <a:ext uri="{FF2B5EF4-FFF2-40B4-BE49-F238E27FC236}">
                    <a16:creationId xmlns:a16="http://schemas.microsoft.com/office/drawing/2014/main" id="{2CE2FC4C-BCB7-AAA0-D805-E4EFEA7C5205}"/>
                  </a:ext>
                </a:extLst>
              </p:cNvPr>
              <p:cNvSpPr/>
              <p:nvPr/>
            </p:nvSpPr>
            <p:spPr>
              <a:xfrm>
                <a:off x="7169499" y="6031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1" name="Freeform 49830">
                <a:extLst>
                  <a:ext uri="{FF2B5EF4-FFF2-40B4-BE49-F238E27FC236}">
                    <a16:creationId xmlns:a16="http://schemas.microsoft.com/office/drawing/2014/main" id="{EB60C6E4-37C4-EF29-BEE3-4C428D276F07}"/>
                  </a:ext>
                </a:extLst>
              </p:cNvPr>
              <p:cNvSpPr/>
              <p:nvPr/>
            </p:nvSpPr>
            <p:spPr>
              <a:xfrm>
                <a:off x="7169995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2" name="Freeform 49831">
                <a:extLst>
                  <a:ext uri="{FF2B5EF4-FFF2-40B4-BE49-F238E27FC236}">
                    <a16:creationId xmlns:a16="http://schemas.microsoft.com/office/drawing/2014/main" id="{2D3DC6F3-6692-A815-E07A-D1F9623232F3}"/>
                  </a:ext>
                </a:extLst>
              </p:cNvPr>
              <p:cNvSpPr/>
              <p:nvPr/>
            </p:nvSpPr>
            <p:spPr>
              <a:xfrm>
                <a:off x="7170591" y="6030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3" name="Freeform 49832">
                <a:extLst>
                  <a:ext uri="{FF2B5EF4-FFF2-40B4-BE49-F238E27FC236}">
                    <a16:creationId xmlns:a16="http://schemas.microsoft.com/office/drawing/2014/main" id="{E746E68B-BB91-3336-84F1-C5E734175669}"/>
                  </a:ext>
                </a:extLst>
              </p:cNvPr>
              <p:cNvSpPr/>
              <p:nvPr/>
            </p:nvSpPr>
            <p:spPr>
              <a:xfrm>
                <a:off x="7171087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4" name="Freeform 49833">
                <a:extLst>
                  <a:ext uri="{FF2B5EF4-FFF2-40B4-BE49-F238E27FC236}">
                    <a16:creationId xmlns:a16="http://schemas.microsoft.com/office/drawing/2014/main" id="{8B2503A6-9AFB-1505-C44B-27E750E37495}"/>
                  </a:ext>
                </a:extLst>
              </p:cNvPr>
              <p:cNvSpPr/>
              <p:nvPr/>
            </p:nvSpPr>
            <p:spPr>
              <a:xfrm>
                <a:off x="7171583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5" name="Freeform 49834">
                <a:extLst>
                  <a:ext uri="{FF2B5EF4-FFF2-40B4-BE49-F238E27FC236}">
                    <a16:creationId xmlns:a16="http://schemas.microsoft.com/office/drawing/2014/main" id="{7E20C705-A9C2-DB5F-49B2-E71491CA7FF8}"/>
                  </a:ext>
                </a:extLst>
              </p:cNvPr>
              <p:cNvSpPr/>
              <p:nvPr/>
            </p:nvSpPr>
            <p:spPr>
              <a:xfrm>
                <a:off x="7172178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6" name="Freeform 49835">
                <a:extLst>
                  <a:ext uri="{FF2B5EF4-FFF2-40B4-BE49-F238E27FC236}">
                    <a16:creationId xmlns:a16="http://schemas.microsoft.com/office/drawing/2014/main" id="{B664A267-5952-3351-FE90-7A01BAF2669C}"/>
                  </a:ext>
                </a:extLst>
              </p:cNvPr>
              <p:cNvSpPr/>
              <p:nvPr/>
            </p:nvSpPr>
            <p:spPr>
              <a:xfrm>
                <a:off x="7172674" y="6028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7" name="Freeform 49836">
                <a:extLst>
                  <a:ext uri="{FF2B5EF4-FFF2-40B4-BE49-F238E27FC236}">
                    <a16:creationId xmlns:a16="http://schemas.microsoft.com/office/drawing/2014/main" id="{E259556F-1E87-A89F-FFB2-AE3A87AB5B5C}"/>
                  </a:ext>
                </a:extLst>
              </p:cNvPr>
              <p:cNvSpPr/>
              <p:nvPr/>
            </p:nvSpPr>
            <p:spPr>
              <a:xfrm>
                <a:off x="7173170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8" name="Freeform 49837">
                <a:extLst>
                  <a:ext uri="{FF2B5EF4-FFF2-40B4-BE49-F238E27FC236}">
                    <a16:creationId xmlns:a16="http://schemas.microsoft.com/office/drawing/2014/main" id="{6B039B27-A8A3-2E5C-2671-471DD75A2CAC}"/>
                  </a:ext>
                </a:extLst>
              </p:cNvPr>
              <p:cNvSpPr/>
              <p:nvPr/>
            </p:nvSpPr>
            <p:spPr>
              <a:xfrm>
                <a:off x="7173766" y="5897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39" name="Freeform 49838">
                <a:extLst>
                  <a:ext uri="{FF2B5EF4-FFF2-40B4-BE49-F238E27FC236}">
                    <a16:creationId xmlns:a16="http://schemas.microsoft.com/office/drawing/2014/main" id="{149D899B-77FA-9BCA-7CE3-5AD31288F2B7}"/>
                  </a:ext>
                </a:extLst>
              </p:cNvPr>
              <p:cNvSpPr/>
              <p:nvPr/>
            </p:nvSpPr>
            <p:spPr>
              <a:xfrm>
                <a:off x="7174262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0" name="Freeform 49839">
                <a:extLst>
                  <a:ext uri="{FF2B5EF4-FFF2-40B4-BE49-F238E27FC236}">
                    <a16:creationId xmlns:a16="http://schemas.microsoft.com/office/drawing/2014/main" id="{E3D29B78-90DE-F1DC-0E4A-74E7119A49A3}"/>
                  </a:ext>
                </a:extLst>
              </p:cNvPr>
              <p:cNvSpPr/>
              <p:nvPr/>
            </p:nvSpPr>
            <p:spPr>
              <a:xfrm>
                <a:off x="7174758" y="565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1" name="Freeform 49840">
                <a:extLst>
                  <a:ext uri="{FF2B5EF4-FFF2-40B4-BE49-F238E27FC236}">
                    <a16:creationId xmlns:a16="http://schemas.microsoft.com/office/drawing/2014/main" id="{263AD3AC-A34A-A8C1-0DB7-66CB6E822F2E}"/>
                  </a:ext>
                </a:extLst>
              </p:cNvPr>
              <p:cNvSpPr/>
              <p:nvPr/>
            </p:nvSpPr>
            <p:spPr>
              <a:xfrm>
                <a:off x="7175353" y="5672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2" name="Freeform 49841">
                <a:extLst>
                  <a:ext uri="{FF2B5EF4-FFF2-40B4-BE49-F238E27FC236}">
                    <a16:creationId xmlns:a16="http://schemas.microsoft.com/office/drawing/2014/main" id="{08AEE5C3-EF41-66DC-A523-4295F37D68CB}"/>
                  </a:ext>
                </a:extLst>
              </p:cNvPr>
              <p:cNvSpPr/>
              <p:nvPr/>
            </p:nvSpPr>
            <p:spPr>
              <a:xfrm>
                <a:off x="7175849" y="5682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3" name="Freeform 49842">
                <a:extLst>
                  <a:ext uri="{FF2B5EF4-FFF2-40B4-BE49-F238E27FC236}">
                    <a16:creationId xmlns:a16="http://schemas.microsoft.com/office/drawing/2014/main" id="{0E676441-342E-0A5B-F76B-CE3A56CCDDA7}"/>
                  </a:ext>
                </a:extLst>
              </p:cNvPr>
              <p:cNvSpPr/>
              <p:nvPr/>
            </p:nvSpPr>
            <p:spPr>
              <a:xfrm>
                <a:off x="7176345" y="5574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4" name="Freeform 49843">
                <a:extLst>
                  <a:ext uri="{FF2B5EF4-FFF2-40B4-BE49-F238E27FC236}">
                    <a16:creationId xmlns:a16="http://schemas.microsoft.com/office/drawing/2014/main" id="{84F23D06-BF39-D1A4-329C-C56585AADE5A}"/>
                  </a:ext>
                </a:extLst>
              </p:cNvPr>
              <p:cNvSpPr/>
              <p:nvPr/>
            </p:nvSpPr>
            <p:spPr>
              <a:xfrm>
                <a:off x="7176941" y="5726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5" name="Freeform 49844">
                <a:extLst>
                  <a:ext uri="{FF2B5EF4-FFF2-40B4-BE49-F238E27FC236}">
                    <a16:creationId xmlns:a16="http://schemas.microsoft.com/office/drawing/2014/main" id="{0A942403-9AE7-935D-2C2B-8EC2ABCFCB05}"/>
                  </a:ext>
                </a:extLst>
              </p:cNvPr>
              <p:cNvSpPr/>
              <p:nvPr/>
            </p:nvSpPr>
            <p:spPr>
              <a:xfrm>
                <a:off x="7177437" y="578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6" name="Freeform 49845">
                <a:extLst>
                  <a:ext uri="{FF2B5EF4-FFF2-40B4-BE49-F238E27FC236}">
                    <a16:creationId xmlns:a16="http://schemas.microsoft.com/office/drawing/2014/main" id="{1E254780-1E7B-21E8-8430-26A226A0CA66}"/>
                  </a:ext>
                </a:extLst>
              </p:cNvPr>
              <p:cNvSpPr/>
              <p:nvPr/>
            </p:nvSpPr>
            <p:spPr>
              <a:xfrm>
                <a:off x="7177933" y="5760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7" name="Freeform 49846">
                <a:extLst>
                  <a:ext uri="{FF2B5EF4-FFF2-40B4-BE49-F238E27FC236}">
                    <a16:creationId xmlns:a16="http://schemas.microsoft.com/office/drawing/2014/main" id="{379426B0-F175-2A56-48AC-D66219F27DD2}"/>
                  </a:ext>
                </a:extLst>
              </p:cNvPr>
              <p:cNvSpPr/>
              <p:nvPr/>
            </p:nvSpPr>
            <p:spPr>
              <a:xfrm>
                <a:off x="7178528" y="5723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8" name="Freeform 49847">
                <a:extLst>
                  <a:ext uri="{FF2B5EF4-FFF2-40B4-BE49-F238E27FC236}">
                    <a16:creationId xmlns:a16="http://schemas.microsoft.com/office/drawing/2014/main" id="{BBEED260-6A9E-BF43-18E5-0D7B40E4C465}"/>
                  </a:ext>
                </a:extLst>
              </p:cNvPr>
              <p:cNvSpPr/>
              <p:nvPr/>
            </p:nvSpPr>
            <p:spPr>
              <a:xfrm>
                <a:off x="7179024" y="5683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49" name="Freeform 49848">
                <a:extLst>
                  <a:ext uri="{FF2B5EF4-FFF2-40B4-BE49-F238E27FC236}">
                    <a16:creationId xmlns:a16="http://schemas.microsoft.com/office/drawing/2014/main" id="{02F00ECF-C93F-17AA-72EC-F9E63C3F622C}"/>
                  </a:ext>
                </a:extLst>
              </p:cNvPr>
              <p:cNvSpPr/>
              <p:nvPr/>
            </p:nvSpPr>
            <p:spPr>
              <a:xfrm>
                <a:off x="7179520" y="5663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0" name="Freeform 49849">
                <a:extLst>
                  <a:ext uri="{FF2B5EF4-FFF2-40B4-BE49-F238E27FC236}">
                    <a16:creationId xmlns:a16="http://schemas.microsoft.com/office/drawing/2014/main" id="{4B229273-F5B5-D8C2-2EA8-1224E5C312E8}"/>
                  </a:ext>
                </a:extLst>
              </p:cNvPr>
              <p:cNvSpPr/>
              <p:nvPr/>
            </p:nvSpPr>
            <p:spPr>
              <a:xfrm>
                <a:off x="7180116" y="56401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1" name="Freeform 49850">
                <a:extLst>
                  <a:ext uri="{FF2B5EF4-FFF2-40B4-BE49-F238E27FC236}">
                    <a16:creationId xmlns:a16="http://schemas.microsoft.com/office/drawing/2014/main" id="{AE643DDB-D811-8E21-4F1C-08B26E732779}"/>
                  </a:ext>
                </a:extLst>
              </p:cNvPr>
              <p:cNvSpPr/>
              <p:nvPr/>
            </p:nvSpPr>
            <p:spPr>
              <a:xfrm>
                <a:off x="7180612" y="571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2" name="Freeform 49851">
                <a:extLst>
                  <a:ext uri="{FF2B5EF4-FFF2-40B4-BE49-F238E27FC236}">
                    <a16:creationId xmlns:a16="http://schemas.microsoft.com/office/drawing/2014/main" id="{6C943209-7506-0334-83DB-89210E154EB1}"/>
                  </a:ext>
                </a:extLst>
              </p:cNvPr>
              <p:cNvSpPr/>
              <p:nvPr/>
            </p:nvSpPr>
            <p:spPr>
              <a:xfrm>
                <a:off x="7181108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3" name="Freeform 49852">
                <a:extLst>
                  <a:ext uri="{FF2B5EF4-FFF2-40B4-BE49-F238E27FC236}">
                    <a16:creationId xmlns:a16="http://schemas.microsoft.com/office/drawing/2014/main" id="{BEC43591-E307-B416-5C40-CFDC6E6727E5}"/>
                  </a:ext>
                </a:extLst>
              </p:cNvPr>
              <p:cNvSpPr/>
              <p:nvPr/>
            </p:nvSpPr>
            <p:spPr>
              <a:xfrm>
                <a:off x="7181604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4" name="Freeform 49853">
                <a:extLst>
                  <a:ext uri="{FF2B5EF4-FFF2-40B4-BE49-F238E27FC236}">
                    <a16:creationId xmlns:a16="http://schemas.microsoft.com/office/drawing/2014/main" id="{4454E25D-9E06-4181-641C-A1A969DCFDA5}"/>
                  </a:ext>
                </a:extLst>
              </p:cNvPr>
              <p:cNvSpPr/>
              <p:nvPr/>
            </p:nvSpPr>
            <p:spPr>
              <a:xfrm>
                <a:off x="7182199" y="5936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5" name="Freeform 49854">
                <a:extLst>
                  <a:ext uri="{FF2B5EF4-FFF2-40B4-BE49-F238E27FC236}">
                    <a16:creationId xmlns:a16="http://schemas.microsoft.com/office/drawing/2014/main" id="{A3F81527-70DC-1F03-D1AC-7017EAD25046}"/>
                  </a:ext>
                </a:extLst>
              </p:cNvPr>
              <p:cNvSpPr/>
              <p:nvPr/>
            </p:nvSpPr>
            <p:spPr>
              <a:xfrm>
                <a:off x="7182695" y="5936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6" name="Freeform 49855">
                <a:extLst>
                  <a:ext uri="{FF2B5EF4-FFF2-40B4-BE49-F238E27FC236}">
                    <a16:creationId xmlns:a16="http://schemas.microsoft.com/office/drawing/2014/main" id="{FE09AFD6-73E5-606C-414A-D242B5E709C2}"/>
                  </a:ext>
                </a:extLst>
              </p:cNvPr>
              <p:cNvSpPr/>
              <p:nvPr/>
            </p:nvSpPr>
            <p:spPr>
              <a:xfrm>
                <a:off x="7183191" y="5936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7" name="Freeform 49856">
                <a:extLst>
                  <a:ext uri="{FF2B5EF4-FFF2-40B4-BE49-F238E27FC236}">
                    <a16:creationId xmlns:a16="http://schemas.microsoft.com/office/drawing/2014/main" id="{23621CCB-8814-4951-171B-30FF5AD019BE}"/>
                  </a:ext>
                </a:extLst>
              </p:cNvPr>
              <p:cNvSpPr/>
              <p:nvPr/>
            </p:nvSpPr>
            <p:spPr>
              <a:xfrm>
                <a:off x="7183787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8" name="Freeform 49857">
                <a:extLst>
                  <a:ext uri="{FF2B5EF4-FFF2-40B4-BE49-F238E27FC236}">
                    <a16:creationId xmlns:a16="http://schemas.microsoft.com/office/drawing/2014/main" id="{E5B426B7-0499-41C1-8853-F1856E23F18E}"/>
                  </a:ext>
                </a:extLst>
              </p:cNvPr>
              <p:cNvSpPr/>
              <p:nvPr/>
            </p:nvSpPr>
            <p:spPr>
              <a:xfrm>
                <a:off x="7184283" y="5938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59" name="Freeform 49858">
                <a:extLst>
                  <a:ext uri="{FF2B5EF4-FFF2-40B4-BE49-F238E27FC236}">
                    <a16:creationId xmlns:a16="http://schemas.microsoft.com/office/drawing/2014/main" id="{8129343A-CCCD-14D0-7F6E-D312E767BFFB}"/>
                  </a:ext>
                </a:extLst>
              </p:cNvPr>
              <p:cNvSpPr/>
              <p:nvPr/>
            </p:nvSpPr>
            <p:spPr>
              <a:xfrm>
                <a:off x="7184779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0" name="Freeform 49859">
                <a:extLst>
                  <a:ext uri="{FF2B5EF4-FFF2-40B4-BE49-F238E27FC236}">
                    <a16:creationId xmlns:a16="http://schemas.microsoft.com/office/drawing/2014/main" id="{29F504BC-B3B9-464E-D5A7-F68E8DA5F6F5}"/>
                  </a:ext>
                </a:extLst>
              </p:cNvPr>
              <p:cNvSpPr/>
              <p:nvPr/>
            </p:nvSpPr>
            <p:spPr>
              <a:xfrm>
                <a:off x="7185374" y="592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1" name="Freeform 49860">
                <a:extLst>
                  <a:ext uri="{FF2B5EF4-FFF2-40B4-BE49-F238E27FC236}">
                    <a16:creationId xmlns:a16="http://schemas.microsoft.com/office/drawing/2014/main" id="{64146089-C3DE-CA84-4729-9A57568A47E1}"/>
                  </a:ext>
                </a:extLst>
              </p:cNvPr>
              <p:cNvSpPr/>
              <p:nvPr/>
            </p:nvSpPr>
            <p:spPr>
              <a:xfrm>
                <a:off x="7185870" y="5915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2" name="Freeform 49861">
                <a:extLst>
                  <a:ext uri="{FF2B5EF4-FFF2-40B4-BE49-F238E27FC236}">
                    <a16:creationId xmlns:a16="http://schemas.microsoft.com/office/drawing/2014/main" id="{9942D2DA-2DBF-D088-8ACE-3490803294A5}"/>
                  </a:ext>
                </a:extLst>
              </p:cNvPr>
              <p:cNvSpPr/>
              <p:nvPr/>
            </p:nvSpPr>
            <p:spPr>
              <a:xfrm>
                <a:off x="7186366" y="584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3" name="Freeform 49862">
                <a:extLst>
                  <a:ext uri="{FF2B5EF4-FFF2-40B4-BE49-F238E27FC236}">
                    <a16:creationId xmlns:a16="http://schemas.microsoft.com/office/drawing/2014/main" id="{FB41EF17-6FBB-8962-1491-A56168A8B791}"/>
                  </a:ext>
                </a:extLst>
              </p:cNvPr>
              <p:cNvSpPr/>
              <p:nvPr/>
            </p:nvSpPr>
            <p:spPr>
              <a:xfrm>
                <a:off x="7186962" y="5785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4" name="Freeform 49863">
                <a:extLst>
                  <a:ext uri="{FF2B5EF4-FFF2-40B4-BE49-F238E27FC236}">
                    <a16:creationId xmlns:a16="http://schemas.microsoft.com/office/drawing/2014/main" id="{D9F29F0A-9732-7033-F1D4-30A6350352A1}"/>
                  </a:ext>
                </a:extLst>
              </p:cNvPr>
              <p:cNvSpPr/>
              <p:nvPr/>
            </p:nvSpPr>
            <p:spPr>
              <a:xfrm>
                <a:off x="7187458" y="5711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5" name="Freeform 49864">
                <a:extLst>
                  <a:ext uri="{FF2B5EF4-FFF2-40B4-BE49-F238E27FC236}">
                    <a16:creationId xmlns:a16="http://schemas.microsoft.com/office/drawing/2014/main" id="{2AA23171-3640-7FBC-A9CD-22BD787E239A}"/>
                  </a:ext>
                </a:extLst>
              </p:cNvPr>
              <p:cNvSpPr/>
              <p:nvPr/>
            </p:nvSpPr>
            <p:spPr>
              <a:xfrm>
                <a:off x="7187954" y="5723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6" name="Freeform 49865">
                <a:extLst>
                  <a:ext uri="{FF2B5EF4-FFF2-40B4-BE49-F238E27FC236}">
                    <a16:creationId xmlns:a16="http://schemas.microsoft.com/office/drawing/2014/main" id="{08E014A0-41F4-4186-4645-C89DB2BEECE9}"/>
                  </a:ext>
                </a:extLst>
              </p:cNvPr>
              <p:cNvSpPr/>
              <p:nvPr/>
            </p:nvSpPr>
            <p:spPr>
              <a:xfrm>
                <a:off x="7188549" y="5755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7" name="Freeform 49866">
                <a:extLst>
                  <a:ext uri="{FF2B5EF4-FFF2-40B4-BE49-F238E27FC236}">
                    <a16:creationId xmlns:a16="http://schemas.microsoft.com/office/drawing/2014/main" id="{D6D9257D-AFBB-406E-27FF-42B44BFF0E39}"/>
                  </a:ext>
                </a:extLst>
              </p:cNvPr>
              <p:cNvSpPr/>
              <p:nvPr/>
            </p:nvSpPr>
            <p:spPr>
              <a:xfrm>
                <a:off x="7189045" y="5698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8" name="Freeform 49867">
                <a:extLst>
                  <a:ext uri="{FF2B5EF4-FFF2-40B4-BE49-F238E27FC236}">
                    <a16:creationId xmlns:a16="http://schemas.microsoft.com/office/drawing/2014/main" id="{031E5F79-F19C-0355-360B-1A435C294997}"/>
                  </a:ext>
                </a:extLst>
              </p:cNvPr>
              <p:cNvSpPr/>
              <p:nvPr/>
            </p:nvSpPr>
            <p:spPr>
              <a:xfrm>
                <a:off x="7189541" y="5765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69" name="Freeform 49868">
                <a:extLst>
                  <a:ext uri="{FF2B5EF4-FFF2-40B4-BE49-F238E27FC236}">
                    <a16:creationId xmlns:a16="http://schemas.microsoft.com/office/drawing/2014/main" id="{1BCFF4CF-BBF0-9B7D-8E71-B9723D7716A2}"/>
                  </a:ext>
                </a:extLst>
              </p:cNvPr>
              <p:cNvSpPr/>
              <p:nvPr/>
            </p:nvSpPr>
            <p:spPr>
              <a:xfrm>
                <a:off x="7190137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0" name="Freeform 49869">
                <a:extLst>
                  <a:ext uri="{FF2B5EF4-FFF2-40B4-BE49-F238E27FC236}">
                    <a16:creationId xmlns:a16="http://schemas.microsoft.com/office/drawing/2014/main" id="{6A4699AE-E8D2-79B3-A3F8-C3B8F4F51927}"/>
                  </a:ext>
                </a:extLst>
              </p:cNvPr>
              <p:cNvSpPr/>
              <p:nvPr/>
            </p:nvSpPr>
            <p:spPr>
              <a:xfrm>
                <a:off x="7190633" y="5734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1" name="Freeform 49870">
                <a:extLst>
                  <a:ext uri="{FF2B5EF4-FFF2-40B4-BE49-F238E27FC236}">
                    <a16:creationId xmlns:a16="http://schemas.microsoft.com/office/drawing/2014/main" id="{1A496781-5A3E-D4F4-6BAB-DB17FD329C30}"/>
                  </a:ext>
                </a:extLst>
              </p:cNvPr>
              <p:cNvSpPr/>
              <p:nvPr/>
            </p:nvSpPr>
            <p:spPr>
              <a:xfrm>
                <a:off x="7191129" y="570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2" name="Freeform 49871">
                <a:extLst>
                  <a:ext uri="{FF2B5EF4-FFF2-40B4-BE49-F238E27FC236}">
                    <a16:creationId xmlns:a16="http://schemas.microsoft.com/office/drawing/2014/main" id="{414068DB-6598-1E4B-D361-7D737B94385D}"/>
                  </a:ext>
                </a:extLst>
              </p:cNvPr>
              <p:cNvSpPr/>
              <p:nvPr/>
            </p:nvSpPr>
            <p:spPr>
              <a:xfrm>
                <a:off x="7191724" y="5663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3" name="Freeform 49872">
                <a:extLst>
                  <a:ext uri="{FF2B5EF4-FFF2-40B4-BE49-F238E27FC236}">
                    <a16:creationId xmlns:a16="http://schemas.microsoft.com/office/drawing/2014/main" id="{2A455B23-9222-AF23-D65A-1A2DBF0CCB77}"/>
                  </a:ext>
                </a:extLst>
              </p:cNvPr>
              <p:cNvSpPr/>
              <p:nvPr/>
            </p:nvSpPr>
            <p:spPr>
              <a:xfrm>
                <a:off x="7192220" y="5625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4" name="Freeform 49873">
                <a:extLst>
                  <a:ext uri="{FF2B5EF4-FFF2-40B4-BE49-F238E27FC236}">
                    <a16:creationId xmlns:a16="http://schemas.microsoft.com/office/drawing/2014/main" id="{E5476A6E-4B9B-EAD0-7192-CE88EDA95C16}"/>
                  </a:ext>
                </a:extLst>
              </p:cNvPr>
              <p:cNvSpPr/>
              <p:nvPr/>
            </p:nvSpPr>
            <p:spPr>
              <a:xfrm>
                <a:off x="7192716" y="5597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5" name="Freeform 49874">
                <a:extLst>
                  <a:ext uri="{FF2B5EF4-FFF2-40B4-BE49-F238E27FC236}">
                    <a16:creationId xmlns:a16="http://schemas.microsoft.com/office/drawing/2014/main" id="{7EEA93B3-F6B8-9B92-1BF0-9C35DAEE59BD}"/>
                  </a:ext>
                </a:extLst>
              </p:cNvPr>
              <p:cNvSpPr/>
              <p:nvPr/>
            </p:nvSpPr>
            <p:spPr>
              <a:xfrm>
                <a:off x="7193213" y="5845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6" name="Freeform 49875">
                <a:extLst>
                  <a:ext uri="{FF2B5EF4-FFF2-40B4-BE49-F238E27FC236}">
                    <a16:creationId xmlns:a16="http://schemas.microsoft.com/office/drawing/2014/main" id="{677A78B9-0DAB-FDD7-C174-5B6ED4847AC8}"/>
                  </a:ext>
                </a:extLst>
              </p:cNvPr>
              <p:cNvSpPr/>
              <p:nvPr/>
            </p:nvSpPr>
            <p:spPr>
              <a:xfrm>
                <a:off x="7193808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7" name="Freeform 49876">
                <a:extLst>
                  <a:ext uri="{FF2B5EF4-FFF2-40B4-BE49-F238E27FC236}">
                    <a16:creationId xmlns:a16="http://schemas.microsoft.com/office/drawing/2014/main" id="{FB36A77D-3CF9-C319-760F-3EF01A7F0CCC}"/>
                  </a:ext>
                </a:extLst>
              </p:cNvPr>
              <p:cNvSpPr/>
              <p:nvPr/>
            </p:nvSpPr>
            <p:spPr>
              <a:xfrm>
                <a:off x="7194304" y="5972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8" name="Freeform 49877">
                <a:extLst>
                  <a:ext uri="{FF2B5EF4-FFF2-40B4-BE49-F238E27FC236}">
                    <a16:creationId xmlns:a16="http://schemas.microsoft.com/office/drawing/2014/main" id="{E967640C-1AA5-43A6-9077-AC0D3B74039B}"/>
                  </a:ext>
                </a:extLst>
              </p:cNvPr>
              <p:cNvSpPr/>
              <p:nvPr/>
            </p:nvSpPr>
            <p:spPr>
              <a:xfrm>
                <a:off x="7194800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79" name="Freeform 49878">
                <a:extLst>
                  <a:ext uri="{FF2B5EF4-FFF2-40B4-BE49-F238E27FC236}">
                    <a16:creationId xmlns:a16="http://schemas.microsoft.com/office/drawing/2014/main" id="{080EE34C-A8E6-AE90-E6BE-D34C6E38CCF6}"/>
                  </a:ext>
                </a:extLst>
              </p:cNvPr>
              <p:cNvSpPr/>
              <p:nvPr/>
            </p:nvSpPr>
            <p:spPr>
              <a:xfrm>
                <a:off x="7195395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0" name="Freeform 49879">
                <a:extLst>
                  <a:ext uri="{FF2B5EF4-FFF2-40B4-BE49-F238E27FC236}">
                    <a16:creationId xmlns:a16="http://schemas.microsoft.com/office/drawing/2014/main" id="{0E14D02F-334D-2BB1-E458-2022219D6734}"/>
                  </a:ext>
                </a:extLst>
              </p:cNvPr>
              <p:cNvSpPr/>
              <p:nvPr/>
            </p:nvSpPr>
            <p:spPr>
              <a:xfrm>
                <a:off x="7195891" y="5980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1" name="Freeform 49880">
                <a:extLst>
                  <a:ext uri="{FF2B5EF4-FFF2-40B4-BE49-F238E27FC236}">
                    <a16:creationId xmlns:a16="http://schemas.microsoft.com/office/drawing/2014/main" id="{B6994DAE-FA22-BD99-3D37-95BE145CB4E2}"/>
                  </a:ext>
                </a:extLst>
              </p:cNvPr>
              <p:cNvSpPr/>
              <p:nvPr/>
            </p:nvSpPr>
            <p:spPr>
              <a:xfrm>
                <a:off x="7196388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2" name="Freeform 49881">
                <a:extLst>
                  <a:ext uri="{FF2B5EF4-FFF2-40B4-BE49-F238E27FC236}">
                    <a16:creationId xmlns:a16="http://schemas.microsoft.com/office/drawing/2014/main" id="{17872958-03F5-8D34-FC03-A004FE4629CA}"/>
                  </a:ext>
                </a:extLst>
              </p:cNvPr>
              <p:cNvSpPr/>
              <p:nvPr/>
            </p:nvSpPr>
            <p:spPr>
              <a:xfrm>
                <a:off x="7196983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3" name="Freeform 49882">
                <a:extLst>
                  <a:ext uri="{FF2B5EF4-FFF2-40B4-BE49-F238E27FC236}">
                    <a16:creationId xmlns:a16="http://schemas.microsoft.com/office/drawing/2014/main" id="{5E59CACA-7407-8CBB-24EF-1FC032297C00}"/>
                  </a:ext>
                </a:extLst>
              </p:cNvPr>
              <p:cNvSpPr/>
              <p:nvPr/>
            </p:nvSpPr>
            <p:spPr>
              <a:xfrm>
                <a:off x="7197479" y="5982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4" name="Freeform 49883">
                <a:extLst>
                  <a:ext uri="{FF2B5EF4-FFF2-40B4-BE49-F238E27FC236}">
                    <a16:creationId xmlns:a16="http://schemas.microsoft.com/office/drawing/2014/main" id="{C2D846CA-3578-BB48-3D48-39349CC42B01}"/>
                  </a:ext>
                </a:extLst>
              </p:cNvPr>
              <p:cNvSpPr/>
              <p:nvPr/>
            </p:nvSpPr>
            <p:spPr>
              <a:xfrm>
                <a:off x="7197975" y="5982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5" name="Freeform 49884">
                <a:extLst>
                  <a:ext uri="{FF2B5EF4-FFF2-40B4-BE49-F238E27FC236}">
                    <a16:creationId xmlns:a16="http://schemas.microsoft.com/office/drawing/2014/main" id="{E2D50683-F969-72C1-1ECF-02FFE6C967D4}"/>
                  </a:ext>
                </a:extLst>
              </p:cNvPr>
              <p:cNvSpPr/>
              <p:nvPr/>
            </p:nvSpPr>
            <p:spPr>
              <a:xfrm>
                <a:off x="7198570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6" name="Freeform 49885">
                <a:extLst>
                  <a:ext uri="{FF2B5EF4-FFF2-40B4-BE49-F238E27FC236}">
                    <a16:creationId xmlns:a16="http://schemas.microsoft.com/office/drawing/2014/main" id="{2AF10596-D2F7-67E5-AD68-4E3836368466}"/>
                  </a:ext>
                </a:extLst>
              </p:cNvPr>
              <p:cNvSpPr/>
              <p:nvPr/>
            </p:nvSpPr>
            <p:spPr>
              <a:xfrm>
                <a:off x="7199066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7" name="Freeform 49886">
                <a:extLst>
                  <a:ext uri="{FF2B5EF4-FFF2-40B4-BE49-F238E27FC236}">
                    <a16:creationId xmlns:a16="http://schemas.microsoft.com/office/drawing/2014/main" id="{5EEC8326-3CBD-F42B-6DA4-603DCEBACBB2}"/>
                  </a:ext>
                </a:extLst>
              </p:cNvPr>
              <p:cNvSpPr/>
              <p:nvPr/>
            </p:nvSpPr>
            <p:spPr>
              <a:xfrm>
                <a:off x="7199563" y="5723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8" name="Freeform 49887">
                <a:extLst>
                  <a:ext uri="{FF2B5EF4-FFF2-40B4-BE49-F238E27FC236}">
                    <a16:creationId xmlns:a16="http://schemas.microsoft.com/office/drawing/2014/main" id="{D71AC6E8-7F2A-1116-E5EC-C349B1DC0803}"/>
                  </a:ext>
                </a:extLst>
              </p:cNvPr>
              <p:cNvSpPr/>
              <p:nvPr/>
            </p:nvSpPr>
            <p:spPr>
              <a:xfrm>
                <a:off x="7200158" y="5683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89" name="Freeform 49888">
                <a:extLst>
                  <a:ext uri="{FF2B5EF4-FFF2-40B4-BE49-F238E27FC236}">
                    <a16:creationId xmlns:a16="http://schemas.microsoft.com/office/drawing/2014/main" id="{8417CAD7-077C-37DE-51EB-D55004A31DDE}"/>
                  </a:ext>
                </a:extLst>
              </p:cNvPr>
              <p:cNvSpPr/>
              <p:nvPr/>
            </p:nvSpPr>
            <p:spPr>
              <a:xfrm>
                <a:off x="7200654" y="5688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0" name="Freeform 49889">
                <a:extLst>
                  <a:ext uri="{FF2B5EF4-FFF2-40B4-BE49-F238E27FC236}">
                    <a16:creationId xmlns:a16="http://schemas.microsoft.com/office/drawing/2014/main" id="{D1AC9E5B-322B-FC5A-ED1F-D4581F40F689}"/>
                  </a:ext>
                </a:extLst>
              </p:cNvPr>
              <p:cNvSpPr/>
              <p:nvPr/>
            </p:nvSpPr>
            <p:spPr>
              <a:xfrm>
                <a:off x="7201150" y="5745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1" name="Freeform 49890">
                <a:extLst>
                  <a:ext uri="{FF2B5EF4-FFF2-40B4-BE49-F238E27FC236}">
                    <a16:creationId xmlns:a16="http://schemas.microsoft.com/office/drawing/2014/main" id="{F7F529BA-0C00-9D6C-4701-3E6A758F7E99}"/>
                  </a:ext>
                </a:extLst>
              </p:cNvPr>
              <p:cNvSpPr/>
              <p:nvPr/>
            </p:nvSpPr>
            <p:spPr>
              <a:xfrm>
                <a:off x="7201745" y="5693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2" name="Freeform 49891">
                <a:extLst>
                  <a:ext uri="{FF2B5EF4-FFF2-40B4-BE49-F238E27FC236}">
                    <a16:creationId xmlns:a16="http://schemas.microsoft.com/office/drawing/2014/main" id="{83AA5C89-FF76-491C-C411-EB6C6EECE1E0}"/>
                  </a:ext>
                </a:extLst>
              </p:cNvPr>
              <p:cNvSpPr/>
              <p:nvPr/>
            </p:nvSpPr>
            <p:spPr>
              <a:xfrm>
                <a:off x="7202241" y="57568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3" name="Freeform 49892">
                <a:extLst>
                  <a:ext uri="{FF2B5EF4-FFF2-40B4-BE49-F238E27FC236}">
                    <a16:creationId xmlns:a16="http://schemas.microsoft.com/office/drawing/2014/main" id="{FEB8FCB1-4EF7-493B-FC13-592FB2DB4C79}"/>
                  </a:ext>
                </a:extLst>
              </p:cNvPr>
              <p:cNvSpPr/>
              <p:nvPr/>
            </p:nvSpPr>
            <p:spPr>
              <a:xfrm>
                <a:off x="7202738" y="5740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4" name="Freeform 49893">
                <a:extLst>
                  <a:ext uri="{FF2B5EF4-FFF2-40B4-BE49-F238E27FC236}">
                    <a16:creationId xmlns:a16="http://schemas.microsoft.com/office/drawing/2014/main" id="{F2EF2B40-487E-3457-E46D-FE4016B61BAF}"/>
                  </a:ext>
                </a:extLst>
              </p:cNvPr>
              <p:cNvSpPr/>
              <p:nvPr/>
            </p:nvSpPr>
            <p:spPr>
              <a:xfrm>
                <a:off x="7203333" y="5694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5" name="Freeform 49894">
                <a:extLst>
                  <a:ext uri="{FF2B5EF4-FFF2-40B4-BE49-F238E27FC236}">
                    <a16:creationId xmlns:a16="http://schemas.microsoft.com/office/drawing/2014/main" id="{C50F049F-6B9D-127B-4A50-FCFB17551113}"/>
                  </a:ext>
                </a:extLst>
              </p:cNvPr>
              <p:cNvSpPr/>
              <p:nvPr/>
            </p:nvSpPr>
            <p:spPr>
              <a:xfrm>
                <a:off x="7203829" y="5680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6" name="Freeform 49895">
                <a:extLst>
                  <a:ext uri="{FF2B5EF4-FFF2-40B4-BE49-F238E27FC236}">
                    <a16:creationId xmlns:a16="http://schemas.microsoft.com/office/drawing/2014/main" id="{D8239C34-7228-A01F-AF03-3391D97C9B9E}"/>
                  </a:ext>
                </a:extLst>
              </p:cNvPr>
              <p:cNvSpPr/>
              <p:nvPr/>
            </p:nvSpPr>
            <p:spPr>
              <a:xfrm>
                <a:off x="7204325" y="5625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7" name="Freeform 49896">
                <a:extLst>
                  <a:ext uri="{FF2B5EF4-FFF2-40B4-BE49-F238E27FC236}">
                    <a16:creationId xmlns:a16="http://schemas.microsoft.com/office/drawing/2014/main" id="{48687C44-4F6A-1308-3D17-C818FC52BDAB}"/>
                  </a:ext>
                </a:extLst>
              </p:cNvPr>
              <p:cNvSpPr/>
              <p:nvPr/>
            </p:nvSpPr>
            <p:spPr>
              <a:xfrm>
                <a:off x="7204920" y="5595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8" name="Freeform 49897">
                <a:extLst>
                  <a:ext uri="{FF2B5EF4-FFF2-40B4-BE49-F238E27FC236}">
                    <a16:creationId xmlns:a16="http://schemas.microsoft.com/office/drawing/2014/main" id="{D397EE7A-FC99-1888-A96D-96DAA4B39164}"/>
                  </a:ext>
                </a:extLst>
              </p:cNvPr>
              <p:cNvSpPr/>
              <p:nvPr/>
            </p:nvSpPr>
            <p:spPr>
              <a:xfrm>
                <a:off x="7205416" y="5543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99" name="Freeform 49898">
                <a:extLst>
                  <a:ext uri="{FF2B5EF4-FFF2-40B4-BE49-F238E27FC236}">
                    <a16:creationId xmlns:a16="http://schemas.microsoft.com/office/drawing/2014/main" id="{82491C90-28E2-C940-BCC1-7C275376D912}"/>
                  </a:ext>
                </a:extLst>
              </p:cNvPr>
              <p:cNvSpPr/>
              <p:nvPr/>
            </p:nvSpPr>
            <p:spPr>
              <a:xfrm>
                <a:off x="7205913" y="57230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0" name="Freeform 49899">
                <a:extLst>
                  <a:ext uri="{FF2B5EF4-FFF2-40B4-BE49-F238E27FC236}">
                    <a16:creationId xmlns:a16="http://schemas.microsoft.com/office/drawing/2014/main" id="{18DE6267-51EE-E765-2A5F-9A1A74DB7074}"/>
                  </a:ext>
                </a:extLst>
              </p:cNvPr>
              <p:cNvSpPr/>
              <p:nvPr/>
            </p:nvSpPr>
            <p:spPr>
              <a:xfrm>
                <a:off x="7206409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1" name="Freeform 49900">
                <a:extLst>
                  <a:ext uri="{FF2B5EF4-FFF2-40B4-BE49-F238E27FC236}">
                    <a16:creationId xmlns:a16="http://schemas.microsoft.com/office/drawing/2014/main" id="{A8C2B742-60A7-9806-4C87-FBB40EBEC9A9}"/>
                  </a:ext>
                </a:extLst>
              </p:cNvPr>
              <p:cNvSpPr/>
              <p:nvPr/>
            </p:nvSpPr>
            <p:spPr>
              <a:xfrm>
                <a:off x="7207004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2" name="Freeform 49901">
                <a:extLst>
                  <a:ext uri="{FF2B5EF4-FFF2-40B4-BE49-F238E27FC236}">
                    <a16:creationId xmlns:a16="http://schemas.microsoft.com/office/drawing/2014/main" id="{A83B3671-8107-DC94-9546-D61FE816F998}"/>
                  </a:ext>
                </a:extLst>
              </p:cNvPr>
              <p:cNvSpPr/>
              <p:nvPr/>
            </p:nvSpPr>
            <p:spPr>
              <a:xfrm>
                <a:off x="7207500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3" name="Freeform 49902">
                <a:extLst>
                  <a:ext uri="{FF2B5EF4-FFF2-40B4-BE49-F238E27FC236}">
                    <a16:creationId xmlns:a16="http://schemas.microsoft.com/office/drawing/2014/main" id="{2C54A926-3D8E-C412-0DAF-3681013D2347}"/>
                  </a:ext>
                </a:extLst>
              </p:cNvPr>
              <p:cNvSpPr/>
              <p:nvPr/>
            </p:nvSpPr>
            <p:spPr>
              <a:xfrm>
                <a:off x="7207996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4" name="Freeform 49903">
                <a:extLst>
                  <a:ext uri="{FF2B5EF4-FFF2-40B4-BE49-F238E27FC236}">
                    <a16:creationId xmlns:a16="http://schemas.microsoft.com/office/drawing/2014/main" id="{347A70C9-2452-043D-469D-D6D6BD3BE15F}"/>
                  </a:ext>
                </a:extLst>
              </p:cNvPr>
              <p:cNvSpPr/>
              <p:nvPr/>
            </p:nvSpPr>
            <p:spPr>
              <a:xfrm>
                <a:off x="7208591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5" name="Freeform 49904">
                <a:extLst>
                  <a:ext uri="{FF2B5EF4-FFF2-40B4-BE49-F238E27FC236}">
                    <a16:creationId xmlns:a16="http://schemas.microsoft.com/office/drawing/2014/main" id="{E2753AAA-4FBC-CC4D-F7F4-6863088500A4}"/>
                  </a:ext>
                </a:extLst>
              </p:cNvPr>
              <p:cNvSpPr/>
              <p:nvPr/>
            </p:nvSpPr>
            <p:spPr>
              <a:xfrm>
                <a:off x="7209088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6" name="Freeform 49905">
                <a:extLst>
                  <a:ext uri="{FF2B5EF4-FFF2-40B4-BE49-F238E27FC236}">
                    <a16:creationId xmlns:a16="http://schemas.microsoft.com/office/drawing/2014/main" id="{4D0C6927-8392-260D-5C3A-CD5711373941}"/>
                  </a:ext>
                </a:extLst>
              </p:cNvPr>
              <p:cNvSpPr/>
              <p:nvPr/>
            </p:nvSpPr>
            <p:spPr>
              <a:xfrm>
                <a:off x="7209584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7" name="Freeform 49906">
                <a:extLst>
                  <a:ext uri="{FF2B5EF4-FFF2-40B4-BE49-F238E27FC236}">
                    <a16:creationId xmlns:a16="http://schemas.microsoft.com/office/drawing/2014/main" id="{C94689A2-22BC-8391-4FD5-F5D4F02B9815}"/>
                  </a:ext>
                </a:extLst>
              </p:cNvPr>
              <p:cNvSpPr/>
              <p:nvPr/>
            </p:nvSpPr>
            <p:spPr>
              <a:xfrm>
                <a:off x="7210179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8" name="Freeform 49907">
                <a:extLst>
                  <a:ext uri="{FF2B5EF4-FFF2-40B4-BE49-F238E27FC236}">
                    <a16:creationId xmlns:a16="http://schemas.microsoft.com/office/drawing/2014/main" id="{EE68CA58-70C7-E6CD-2396-C119165F85E0}"/>
                  </a:ext>
                </a:extLst>
              </p:cNvPr>
              <p:cNvSpPr/>
              <p:nvPr/>
            </p:nvSpPr>
            <p:spPr>
              <a:xfrm>
                <a:off x="7210675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09" name="Freeform 49908">
                <a:extLst>
                  <a:ext uri="{FF2B5EF4-FFF2-40B4-BE49-F238E27FC236}">
                    <a16:creationId xmlns:a16="http://schemas.microsoft.com/office/drawing/2014/main" id="{8321D100-1D0E-4FFB-7B00-0F5F135DFD48}"/>
                  </a:ext>
                </a:extLst>
              </p:cNvPr>
              <p:cNvSpPr/>
              <p:nvPr/>
            </p:nvSpPr>
            <p:spPr>
              <a:xfrm>
                <a:off x="7211171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0" name="Freeform 49909">
                <a:extLst>
                  <a:ext uri="{FF2B5EF4-FFF2-40B4-BE49-F238E27FC236}">
                    <a16:creationId xmlns:a16="http://schemas.microsoft.com/office/drawing/2014/main" id="{3F942D31-B754-1101-DD50-037E9F13E7CA}"/>
                  </a:ext>
                </a:extLst>
              </p:cNvPr>
              <p:cNvSpPr/>
              <p:nvPr/>
            </p:nvSpPr>
            <p:spPr>
              <a:xfrm>
                <a:off x="7211766" y="58140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1" name="Freeform 49910">
                <a:extLst>
                  <a:ext uri="{FF2B5EF4-FFF2-40B4-BE49-F238E27FC236}">
                    <a16:creationId xmlns:a16="http://schemas.microsoft.com/office/drawing/2014/main" id="{CF819D9C-BB60-77AE-15CD-F394A3B99605}"/>
                  </a:ext>
                </a:extLst>
              </p:cNvPr>
              <p:cNvSpPr/>
              <p:nvPr/>
            </p:nvSpPr>
            <p:spPr>
              <a:xfrm>
                <a:off x="7212263" y="5674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2" name="Freeform 49911">
                <a:extLst>
                  <a:ext uri="{FF2B5EF4-FFF2-40B4-BE49-F238E27FC236}">
                    <a16:creationId xmlns:a16="http://schemas.microsoft.com/office/drawing/2014/main" id="{57658F14-B393-0917-9DE2-86953C0FE81A}"/>
                  </a:ext>
                </a:extLst>
              </p:cNvPr>
              <p:cNvSpPr/>
              <p:nvPr/>
            </p:nvSpPr>
            <p:spPr>
              <a:xfrm>
                <a:off x="7212759" y="5613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3" name="Freeform 49912">
                <a:extLst>
                  <a:ext uri="{FF2B5EF4-FFF2-40B4-BE49-F238E27FC236}">
                    <a16:creationId xmlns:a16="http://schemas.microsoft.com/office/drawing/2014/main" id="{0BE6B0C3-B3E5-8535-FF86-E6E377A59B53}"/>
                  </a:ext>
                </a:extLst>
              </p:cNvPr>
              <p:cNvSpPr/>
              <p:nvPr/>
            </p:nvSpPr>
            <p:spPr>
              <a:xfrm>
                <a:off x="7213354" y="5655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4" name="Freeform 49913">
                <a:extLst>
                  <a:ext uri="{FF2B5EF4-FFF2-40B4-BE49-F238E27FC236}">
                    <a16:creationId xmlns:a16="http://schemas.microsoft.com/office/drawing/2014/main" id="{4DA6D8D2-82DD-3D12-8828-38AF0D0D117D}"/>
                  </a:ext>
                </a:extLst>
              </p:cNvPr>
              <p:cNvSpPr/>
              <p:nvPr/>
            </p:nvSpPr>
            <p:spPr>
              <a:xfrm>
                <a:off x="7213850" y="5666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5" name="Freeform 49914">
                <a:extLst>
                  <a:ext uri="{FF2B5EF4-FFF2-40B4-BE49-F238E27FC236}">
                    <a16:creationId xmlns:a16="http://schemas.microsoft.com/office/drawing/2014/main" id="{D5ED232F-1C25-499C-E885-CE8E6E4EB3B5}"/>
                  </a:ext>
                </a:extLst>
              </p:cNvPr>
              <p:cNvSpPr/>
              <p:nvPr/>
            </p:nvSpPr>
            <p:spPr>
              <a:xfrm>
                <a:off x="7214346" y="5562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6" name="Freeform 49915">
                <a:extLst>
                  <a:ext uri="{FF2B5EF4-FFF2-40B4-BE49-F238E27FC236}">
                    <a16:creationId xmlns:a16="http://schemas.microsoft.com/office/drawing/2014/main" id="{1CEE640A-8EBC-A1A9-F6D8-1AFA2FC7FEA8}"/>
                  </a:ext>
                </a:extLst>
              </p:cNvPr>
              <p:cNvSpPr/>
              <p:nvPr/>
            </p:nvSpPr>
            <p:spPr>
              <a:xfrm>
                <a:off x="7214941" y="568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7" name="Freeform 49916">
                <a:extLst>
                  <a:ext uri="{FF2B5EF4-FFF2-40B4-BE49-F238E27FC236}">
                    <a16:creationId xmlns:a16="http://schemas.microsoft.com/office/drawing/2014/main" id="{1F94D9C0-5A1B-B422-C007-96364583D166}"/>
                  </a:ext>
                </a:extLst>
              </p:cNvPr>
              <p:cNvSpPr/>
              <p:nvPr/>
            </p:nvSpPr>
            <p:spPr>
              <a:xfrm>
                <a:off x="7215438" y="5728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8" name="Freeform 49917">
                <a:extLst>
                  <a:ext uri="{FF2B5EF4-FFF2-40B4-BE49-F238E27FC236}">
                    <a16:creationId xmlns:a16="http://schemas.microsoft.com/office/drawing/2014/main" id="{1C3E8FBD-006B-213E-F6E6-FA8B0E815607}"/>
                  </a:ext>
                </a:extLst>
              </p:cNvPr>
              <p:cNvSpPr/>
              <p:nvPr/>
            </p:nvSpPr>
            <p:spPr>
              <a:xfrm>
                <a:off x="7215934" y="5760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19" name="Freeform 49918">
                <a:extLst>
                  <a:ext uri="{FF2B5EF4-FFF2-40B4-BE49-F238E27FC236}">
                    <a16:creationId xmlns:a16="http://schemas.microsoft.com/office/drawing/2014/main" id="{30E19756-1F20-BF4A-5EAF-60DD5AF28A0F}"/>
                  </a:ext>
                </a:extLst>
              </p:cNvPr>
              <p:cNvSpPr/>
              <p:nvPr/>
            </p:nvSpPr>
            <p:spPr>
              <a:xfrm>
                <a:off x="7216529" y="5738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0" name="Freeform 49919">
                <a:extLst>
                  <a:ext uri="{FF2B5EF4-FFF2-40B4-BE49-F238E27FC236}">
                    <a16:creationId xmlns:a16="http://schemas.microsoft.com/office/drawing/2014/main" id="{4766A41A-FDF8-2C9E-E06D-640938ED9FE1}"/>
                  </a:ext>
                </a:extLst>
              </p:cNvPr>
              <p:cNvSpPr/>
              <p:nvPr/>
            </p:nvSpPr>
            <p:spPr>
              <a:xfrm>
                <a:off x="7217025" y="5668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1" name="Freeform 49920">
                <a:extLst>
                  <a:ext uri="{FF2B5EF4-FFF2-40B4-BE49-F238E27FC236}">
                    <a16:creationId xmlns:a16="http://schemas.microsoft.com/office/drawing/2014/main" id="{B5BADEE8-B4D1-8E11-14F3-F03E73BBCF00}"/>
                  </a:ext>
                </a:extLst>
              </p:cNvPr>
              <p:cNvSpPr/>
              <p:nvPr/>
            </p:nvSpPr>
            <p:spPr>
              <a:xfrm>
                <a:off x="7217521" y="56038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2" name="Freeform 49921">
                <a:extLst>
                  <a:ext uri="{FF2B5EF4-FFF2-40B4-BE49-F238E27FC236}">
                    <a16:creationId xmlns:a16="http://schemas.microsoft.com/office/drawing/2014/main" id="{6D4C90A1-CFE0-CDA3-8FA6-5C628590EB0B}"/>
                  </a:ext>
                </a:extLst>
              </p:cNvPr>
              <p:cNvSpPr/>
              <p:nvPr/>
            </p:nvSpPr>
            <p:spPr>
              <a:xfrm>
                <a:off x="7218017" y="5599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3" name="Freeform 49922">
                <a:extLst>
                  <a:ext uri="{FF2B5EF4-FFF2-40B4-BE49-F238E27FC236}">
                    <a16:creationId xmlns:a16="http://schemas.microsoft.com/office/drawing/2014/main" id="{E7B2BA1E-8FF8-8F8D-8AA0-9F4CBDE31208}"/>
                  </a:ext>
                </a:extLst>
              </p:cNvPr>
              <p:cNvSpPr/>
              <p:nvPr/>
            </p:nvSpPr>
            <p:spPr>
              <a:xfrm>
                <a:off x="7218613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4" name="Freeform 49923">
                <a:extLst>
                  <a:ext uri="{FF2B5EF4-FFF2-40B4-BE49-F238E27FC236}">
                    <a16:creationId xmlns:a16="http://schemas.microsoft.com/office/drawing/2014/main" id="{8418C5D3-0049-27A8-3058-126F96DA118C}"/>
                  </a:ext>
                </a:extLst>
              </p:cNvPr>
              <p:cNvSpPr/>
              <p:nvPr/>
            </p:nvSpPr>
            <p:spPr>
              <a:xfrm>
                <a:off x="7219109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5" name="Freeform 49924">
                <a:extLst>
                  <a:ext uri="{FF2B5EF4-FFF2-40B4-BE49-F238E27FC236}">
                    <a16:creationId xmlns:a16="http://schemas.microsoft.com/office/drawing/2014/main" id="{691D5BB6-E53E-811C-268F-E3264F2301FD}"/>
                  </a:ext>
                </a:extLst>
              </p:cNvPr>
              <p:cNvSpPr/>
              <p:nvPr/>
            </p:nvSpPr>
            <p:spPr>
              <a:xfrm>
                <a:off x="7219605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6" name="Freeform 49925">
                <a:extLst>
                  <a:ext uri="{FF2B5EF4-FFF2-40B4-BE49-F238E27FC236}">
                    <a16:creationId xmlns:a16="http://schemas.microsoft.com/office/drawing/2014/main" id="{482BB520-10FC-40D4-B687-3898F01A4338}"/>
                  </a:ext>
                </a:extLst>
              </p:cNvPr>
              <p:cNvSpPr/>
              <p:nvPr/>
            </p:nvSpPr>
            <p:spPr>
              <a:xfrm>
                <a:off x="7220200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7" name="Freeform 49926">
                <a:extLst>
                  <a:ext uri="{FF2B5EF4-FFF2-40B4-BE49-F238E27FC236}">
                    <a16:creationId xmlns:a16="http://schemas.microsoft.com/office/drawing/2014/main" id="{38D8CD98-C98A-EC91-B342-2D73560738AA}"/>
                  </a:ext>
                </a:extLst>
              </p:cNvPr>
              <p:cNvSpPr/>
              <p:nvPr/>
            </p:nvSpPr>
            <p:spPr>
              <a:xfrm>
                <a:off x="7220696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8" name="Freeform 49927">
                <a:extLst>
                  <a:ext uri="{FF2B5EF4-FFF2-40B4-BE49-F238E27FC236}">
                    <a16:creationId xmlns:a16="http://schemas.microsoft.com/office/drawing/2014/main" id="{93925BC0-ECFA-2F84-3B61-F443112D7D33}"/>
                  </a:ext>
                </a:extLst>
              </p:cNvPr>
              <p:cNvSpPr/>
              <p:nvPr/>
            </p:nvSpPr>
            <p:spPr>
              <a:xfrm>
                <a:off x="7221192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29" name="Freeform 49928">
                <a:extLst>
                  <a:ext uri="{FF2B5EF4-FFF2-40B4-BE49-F238E27FC236}">
                    <a16:creationId xmlns:a16="http://schemas.microsoft.com/office/drawing/2014/main" id="{58A0BDB6-15D2-34A1-42EA-E4AF343C5F40}"/>
                  </a:ext>
                </a:extLst>
              </p:cNvPr>
              <p:cNvSpPr/>
              <p:nvPr/>
            </p:nvSpPr>
            <p:spPr>
              <a:xfrm>
                <a:off x="7221788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0" name="Freeform 49929">
                <a:extLst>
                  <a:ext uri="{FF2B5EF4-FFF2-40B4-BE49-F238E27FC236}">
                    <a16:creationId xmlns:a16="http://schemas.microsoft.com/office/drawing/2014/main" id="{6F16A0BD-1AB6-F67C-069A-D1B4BD61C3D0}"/>
                  </a:ext>
                </a:extLst>
              </p:cNvPr>
              <p:cNvSpPr/>
              <p:nvPr/>
            </p:nvSpPr>
            <p:spPr>
              <a:xfrm>
                <a:off x="7222284" y="6010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1" name="Freeform 49930">
                <a:extLst>
                  <a:ext uri="{FF2B5EF4-FFF2-40B4-BE49-F238E27FC236}">
                    <a16:creationId xmlns:a16="http://schemas.microsoft.com/office/drawing/2014/main" id="{85225BEF-74DE-9747-A5F3-849A02CFAA77}"/>
                  </a:ext>
                </a:extLst>
              </p:cNvPr>
              <p:cNvSpPr/>
              <p:nvPr/>
            </p:nvSpPr>
            <p:spPr>
              <a:xfrm>
                <a:off x="7222780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2" name="Freeform 49931">
                <a:extLst>
                  <a:ext uri="{FF2B5EF4-FFF2-40B4-BE49-F238E27FC236}">
                    <a16:creationId xmlns:a16="http://schemas.microsoft.com/office/drawing/2014/main" id="{FBBE59AC-90A2-52D4-6F8E-694EA2AFF979}"/>
                  </a:ext>
                </a:extLst>
              </p:cNvPr>
              <p:cNvSpPr/>
              <p:nvPr/>
            </p:nvSpPr>
            <p:spPr>
              <a:xfrm>
                <a:off x="7223375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3" name="Freeform 49932">
                <a:extLst>
                  <a:ext uri="{FF2B5EF4-FFF2-40B4-BE49-F238E27FC236}">
                    <a16:creationId xmlns:a16="http://schemas.microsoft.com/office/drawing/2014/main" id="{D59C9AE2-56BF-331A-4ABF-635420AF38DE}"/>
                  </a:ext>
                </a:extLst>
              </p:cNvPr>
              <p:cNvSpPr/>
              <p:nvPr/>
            </p:nvSpPr>
            <p:spPr>
              <a:xfrm>
                <a:off x="7223871" y="5988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4" name="Freeform 49933">
                <a:extLst>
                  <a:ext uri="{FF2B5EF4-FFF2-40B4-BE49-F238E27FC236}">
                    <a16:creationId xmlns:a16="http://schemas.microsoft.com/office/drawing/2014/main" id="{8C7C7DB0-621E-C910-A3A1-016051557715}"/>
                  </a:ext>
                </a:extLst>
              </p:cNvPr>
              <p:cNvSpPr/>
              <p:nvPr/>
            </p:nvSpPr>
            <p:spPr>
              <a:xfrm>
                <a:off x="7224367" y="584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5" name="Freeform 49934">
                <a:extLst>
                  <a:ext uri="{FF2B5EF4-FFF2-40B4-BE49-F238E27FC236}">
                    <a16:creationId xmlns:a16="http://schemas.microsoft.com/office/drawing/2014/main" id="{400EE9D6-BADF-EDAF-BA36-C0B202B399A4}"/>
                  </a:ext>
                </a:extLst>
              </p:cNvPr>
              <p:cNvSpPr/>
              <p:nvPr/>
            </p:nvSpPr>
            <p:spPr>
              <a:xfrm>
                <a:off x="7224963" y="5765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6" name="Freeform 49935">
                <a:extLst>
                  <a:ext uri="{FF2B5EF4-FFF2-40B4-BE49-F238E27FC236}">
                    <a16:creationId xmlns:a16="http://schemas.microsoft.com/office/drawing/2014/main" id="{CE1D5FFB-3396-F4FE-A801-EC9A1D4A9EC1}"/>
                  </a:ext>
                </a:extLst>
              </p:cNvPr>
              <p:cNvSpPr/>
              <p:nvPr/>
            </p:nvSpPr>
            <p:spPr>
              <a:xfrm>
                <a:off x="7225459" y="575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7" name="Freeform 49936">
                <a:extLst>
                  <a:ext uri="{FF2B5EF4-FFF2-40B4-BE49-F238E27FC236}">
                    <a16:creationId xmlns:a16="http://schemas.microsoft.com/office/drawing/2014/main" id="{890AD7BB-E18C-9D5D-CB3C-44778BDA6A03}"/>
                  </a:ext>
                </a:extLst>
              </p:cNvPr>
              <p:cNvSpPr/>
              <p:nvPr/>
            </p:nvSpPr>
            <p:spPr>
              <a:xfrm>
                <a:off x="7225955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8" name="Freeform 49937">
                <a:extLst>
                  <a:ext uri="{FF2B5EF4-FFF2-40B4-BE49-F238E27FC236}">
                    <a16:creationId xmlns:a16="http://schemas.microsoft.com/office/drawing/2014/main" id="{EA2D7D82-C930-247A-2100-13C40C6646D3}"/>
                  </a:ext>
                </a:extLst>
              </p:cNvPr>
              <p:cNvSpPr/>
              <p:nvPr/>
            </p:nvSpPr>
            <p:spPr>
              <a:xfrm>
                <a:off x="7226550" y="5791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39" name="Freeform 49938">
                <a:extLst>
                  <a:ext uri="{FF2B5EF4-FFF2-40B4-BE49-F238E27FC236}">
                    <a16:creationId xmlns:a16="http://schemas.microsoft.com/office/drawing/2014/main" id="{D6F58E83-8C81-188D-9F92-5F7300336696}"/>
                  </a:ext>
                </a:extLst>
              </p:cNvPr>
              <p:cNvSpPr/>
              <p:nvPr/>
            </p:nvSpPr>
            <p:spPr>
              <a:xfrm>
                <a:off x="7227046" y="5763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0" name="Freeform 49939">
                <a:extLst>
                  <a:ext uri="{FF2B5EF4-FFF2-40B4-BE49-F238E27FC236}">
                    <a16:creationId xmlns:a16="http://schemas.microsoft.com/office/drawing/2014/main" id="{FD2141BC-6A85-2A0D-BCC1-015DE12CFD09}"/>
                  </a:ext>
                </a:extLst>
              </p:cNvPr>
              <p:cNvSpPr/>
              <p:nvPr/>
            </p:nvSpPr>
            <p:spPr>
              <a:xfrm>
                <a:off x="7227542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1" name="Freeform 49940">
                <a:extLst>
                  <a:ext uri="{FF2B5EF4-FFF2-40B4-BE49-F238E27FC236}">
                    <a16:creationId xmlns:a16="http://schemas.microsoft.com/office/drawing/2014/main" id="{752CF93E-4505-367E-BE05-1805798ED126}"/>
                  </a:ext>
                </a:extLst>
              </p:cNvPr>
              <p:cNvSpPr/>
              <p:nvPr/>
            </p:nvSpPr>
            <p:spPr>
              <a:xfrm>
                <a:off x="7228138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2" name="Freeform 49941">
                <a:extLst>
                  <a:ext uri="{FF2B5EF4-FFF2-40B4-BE49-F238E27FC236}">
                    <a16:creationId xmlns:a16="http://schemas.microsoft.com/office/drawing/2014/main" id="{57A0CF43-8784-8B08-215E-06280C914A30}"/>
                  </a:ext>
                </a:extLst>
              </p:cNvPr>
              <p:cNvSpPr/>
              <p:nvPr/>
            </p:nvSpPr>
            <p:spPr>
              <a:xfrm>
                <a:off x="7228634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3" name="Freeform 49942">
                <a:extLst>
                  <a:ext uri="{FF2B5EF4-FFF2-40B4-BE49-F238E27FC236}">
                    <a16:creationId xmlns:a16="http://schemas.microsoft.com/office/drawing/2014/main" id="{69C6EB5E-9E8C-E559-D5AE-E964B6AFD0AB}"/>
                  </a:ext>
                </a:extLst>
              </p:cNvPr>
              <p:cNvSpPr/>
              <p:nvPr/>
            </p:nvSpPr>
            <p:spPr>
              <a:xfrm>
                <a:off x="7229130" y="5771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4" name="Freeform 49943">
                <a:extLst>
                  <a:ext uri="{FF2B5EF4-FFF2-40B4-BE49-F238E27FC236}">
                    <a16:creationId xmlns:a16="http://schemas.microsoft.com/office/drawing/2014/main" id="{39C1ACF4-CAFE-AB4B-9249-09014BFFE053}"/>
                  </a:ext>
                </a:extLst>
              </p:cNvPr>
              <p:cNvSpPr/>
              <p:nvPr/>
            </p:nvSpPr>
            <p:spPr>
              <a:xfrm>
                <a:off x="7229626" y="5730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5" name="Freeform 49944">
                <a:extLst>
                  <a:ext uri="{FF2B5EF4-FFF2-40B4-BE49-F238E27FC236}">
                    <a16:creationId xmlns:a16="http://schemas.microsoft.com/office/drawing/2014/main" id="{C6DE0B56-6DA1-5010-BB05-7E4A8622F3C8}"/>
                  </a:ext>
                </a:extLst>
              </p:cNvPr>
              <p:cNvSpPr/>
              <p:nvPr/>
            </p:nvSpPr>
            <p:spPr>
              <a:xfrm>
                <a:off x="7230221" y="5702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6" name="Freeform 49945">
                <a:extLst>
                  <a:ext uri="{FF2B5EF4-FFF2-40B4-BE49-F238E27FC236}">
                    <a16:creationId xmlns:a16="http://schemas.microsoft.com/office/drawing/2014/main" id="{24935F4A-F77D-579A-CCA9-68E6249D930B}"/>
                  </a:ext>
                </a:extLst>
              </p:cNvPr>
              <p:cNvSpPr/>
              <p:nvPr/>
            </p:nvSpPr>
            <p:spPr>
              <a:xfrm>
                <a:off x="7230717" y="5684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7" name="Freeform 49946">
                <a:extLst>
                  <a:ext uri="{FF2B5EF4-FFF2-40B4-BE49-F238E27FC236}">
                    <a16:creationId xmlns:a16="http://schemas.microsoft.com/office/drawing/2014/main" id="{71AD2AB8-0AB6-5A8B-75D0-7DEEAA907285}"/>
                  </a:ext>
                </a:extLst>
              </p:cNvPr>
              <p:cNvSpPr/>
              <p:nvPr/>
            </p:nvSpPr>
            <p:spPr>
              <a:xfrm>
                <a:off x="7231213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8" name="Freeform 49947">
                <a:extLst>
                  <a:ext uri="{FF2B5EF4-FFF2-40B4-BE49-F238E27FC236}">
                    <a16:creationId xmlns:a16="http://schemas.microsoft.com/office/drawing/2014/main" id="{0B7C788B-59EC-A563-8358-67D9B8FE7C5F}"/>
                  </a:ext>
                </a:extLst>
              </p:cNvPr>
              <p:cNvSpPr/>
              <p:nvPr/>
            </p:nvSpPr>
            <p:spPr>
              <a:xfrm>
                <a:off x="7231809" y="6038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49" name="Freeform 49948">
                <a:extLst>
                  <a:ext uri="{FF2B5EF4-FFF2-40B4-BE49-F238E27FC236}">
                    <a16:creationId xmlns:a16="http://schemas.microsoft.com/office/drawing/2014/main" id="{563C628D-6C5F-E9B6-C2A2-83548B827CCB}"/>
                  </a:ext>
                </a:extLst>
              </p:cNvPr>
              <p:cNvSpPr/>
              <p:nvPr/>
            </p:nvSpPr>
            <p:spPr>
              <a:xfrm>
                <a:off x="7232305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0" name="Freeform 49949">
                <a:extLst>
                  <a:ext uri="{FF2B5EF4-FFF2-40B4-BE49-F238E27FC236}">
                    <a16:creationId xmlns:a16="http://schemas.microsoft.com/office/drawing/2014/main" id="{BFCE68BF-3D04-2E11-1F88-B4FB3FCCB5C5}"/>
                  </a:ext>
                </a:extLst>
              </p:cNvPr>
              <p:cNvSpPr/>
              <p:nvPr/>
            </p:nvSpPr>
            <p:spPr>
              <a:xfrm>
                <a:off x="7232801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1" name="Freeform 49950">
                <a:extLst>
                  <a:ext uri="{FF2B5EF4-FFF2-40B4-BE49-F238E27FC236}">
                    <a16:creationId xmlns:a16="http://schemas.microsoft.com/office/drawing/2014/main" id="{DC6F55F7-0A49-DAD0-9B35-13477C0BCDE3}"/>
                  </a:ext>
                </a:extLst>
              </p:cNvPr>
              <p:cNvSpPr/>
              <p:nvPr/>
            </p:nvSpPr>
            <p:spPr>
              <a:xfrm>
                <a:off x="7233396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2" name="Freeform 49951">
                <a:extLst>
                  <a:ext uri="{FF2B5EF4-FFF2-40B4-BE49-F238E27FC236}">
                    <a16:creationId xmlns:a16="http://schemas.microsoft.com/office/drawing/2014/main" id="{90AE7F25-F49B-EF07-08DD-4867B9555408}"/>
                  </a:ext>
                </a:extLst>
              </p:cNvPr>
              <p:cNvSpPr/>
              <p:nvPr/>
            </p:nvSpPr>
            <p:spPr>
              <a:xfrm>
                <a:off x="7233892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3" name="Freeform 49952">
                <a:extLst>
                  <a:ext uri="{FF2B5EF4-FFF2-40B4-BE49-F238E27FC236}">
                    <a16:creationId xmlns:a16="http://schemas.microsoft.com/office/drawing/2014/main" id="{5CF52681-2D4F-8EE3-2899-6514A1A9B8D3}"/>
                  </a:ext>
                </a:extLst>
              </p:cNvPr>
              <p:cNvSpPr/>
              <p:nvPr/>
            </p:nvSpPr>
            <p:spPr>
              <a:xfrm>
                <a:off x="7234388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4" name="Freeform 49953">
                <a:extLst>
                  <a:ext uri="{FF2B5EF4-FFF2-40B4-BE49-F238E27FC236}">
                    <a16:creationId xmlns:a16="http://schemas.microsoft.com/office/drawing/2014/main" id="{F996BDB3-0DF3-419E-13A6-4EAB55EF8DDC}"/>
                  </a:ext>
                </a:extLst>
              </p:cNvPr>
              <p:cNvSpPr/>
              <p:nvPr/>
            </p:nvSpPr>
            <p:spPr>
              <a:xfrm>
                <a:off x="7234984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5" name="Freeform 49954">
                <a:extLst>
                  <a:ext uri="{FF2B5EF4-FFF2-40B4-BE49-F238E27FC236}">
                    <a16:creationId xmlns:a16="http://schemas.microsoft.com/office/drawing/2014/main" id="{C06150DF-8C5B-E135-84BA-30196358184B}"/>
                  </a:ext>
                </a:extLst>
              </p:cNvPr>
              <p:cNvSpPr/>
              <p:nvPr/>
            </p:nvSpPr>
            <p:spPr>
              <a:xfrm>
                <a:off x="7235480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6" name="Freeform 49955">
                <a:extLst>
                  <a:ext uri="{FF2B5EF4-FFF2-40B4-BE49-F238E27FC236}">
                    <a16:creationId xmlns:a16="http://schemas.microsoft.com/office/drawing/2014/main" id="{88E1606A-5C0C-F019-5AA6-C661F5296906}"/>
                  </a:ext>
                </a:extLst>
              </p:cNvPr>
              <p:cNvSpPr/>
              <p:nvPr/>
            </p:nvSpPr>
            <p:spPr>
              <a:xfrm>
                <a:off x="7235976" y="6042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7" name="Freeform 49956">
                <a:extLst>
                  <a:ext uri="{FF2B5EF4-FFF2-40B4-BE49-F238E27FC236}">
                    <a16:creationId xmlns:a16="http://schemas.microsoft.com/office/drawing/2014/main" id="{DEDA7BF7-4045-D220-04AB-DA31945F5EE7}"/>
                  </a:ext>
                </a:extLst>
              </p:cNvPr>
              <p:cNvSpPr/>
              <p:nvPr/>
            </p:nvSpPr>
            <p:spPr>
              <a:xfrm>
                <a:off x="7236571" y="6040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8" name="Freeform 49957">
                <a:extLst>
                  <a:ext uri="{FF2B5EF4-FFF2-40B4-BE49-F238E27FC236}">
                    <a16:creationId xmlns:a16="http://schemas.microsoft.com/office/drawing/2014/main" id="{8DBA0710-8DF5-03C1-5DE4-FB5A7C83AA88}"/>
                  </a:ext>
                </a:extLst>
              </p:cNvPr>
              <p:cNvSpPr/>
              <p:nvPr/>
            </p:nvSpPr>
            <p:spPr>
              <a:xfrm>
                <a:off x="7237067" y="588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59" name="Freeform 49958">
                <a:extLst>
                  <a:ext uri="{FF2B5EF4-FFF2-40B4-BE49-F238E27FC236}">
                    <a16:creationId xmlns:a16="http://schemas.microsoft.com/office/drawing/2014/main" id="{2CB664A3-3E5E-F45D-55C7-146166355C73}"/>
                  </a:ext>
                </a:extLst>
              </p:cNvPr>
              <p:cNvSpPr/>
              <p:nvPr/>
            </p:nvSpPr>
            <p:spPr>
              <a:xfrm>
                <a:off x="7237563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0" name="Freeform 49959">
                <a:extLst>
                  <a:ext uri="{FF2B5EF4-FFF2-40B4-BE49-F238E27FC236}">
                    <a16:creationId xmlns:a16="http://schemas.microsoft.com/office/drawing/2014/main" id="{0E1885E6-6C76-7294-0F03-4B5B6669DB4D}"/>
                  </a:ext>
                </a:extLst>
              </p:cNvPr>
              <p:cNvSpPr/>
              <p:nvPr/>
            </p:nvSpPr>
            <p:spPr>
              <a:xfrm>
                <a:off x="7238159" y="5852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1" name="Freeform 49960">
                <a:extLst>
                  <a:ext uri="{FF2B5EF4-FFF2-40B4-BE49-F238E27FC236}">
                    <a16:creationId xmlns:a16="http://schemas.microsoft.com/office/drawing/2014/main" id="{DD964740-F500-2B5D-DB7A-631D53400123}"/>
                  </a:ext>
                </a:extLst>
              </p:cNvPr>
              <p:cNvSpPr/>
              <p:nvPr/>
            </p:nvSpPr>
            <p:spPr>
              <a:xfrm>
                <a:off x="7238655" y="5859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2" name="Freeform 49961">
                <a:extLst>
                  <a:ext uri="{FF2B5EF4-FFF2-40B4-BE49-F238E27FC236}">
                    <a16:creationId xmlns:a16="http://schemas.microsoft.com/office/drawing/2014/main" id="{966888A3-E164-B466-F793-EBB1797B20C3}"/>
                  </a:ext>
                </a:extLst>
              </p:cNvPr>
              <p:cNvSpPr/>
              <p:nvPr/>
            </p:nvSpPr>
            <p:spPr>
              <a:xfrm>
                <a:off x="7239151" y="5859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3" name="Freeform 49962">
                <a:extLst>
                  <a:ext uri="{FF2B5EF4-FFF2-40B4-BE49-F238E27FC236}">
                    <a16:creationId xmlns:a16="http://schemas.microsoft.com/office/drawing/2014/main" id="{E317E2DF-150F-142D-7CA7-B060029ECB3B}"/>
                  </a:ext>
                </a:extLst>
              </p:cNvPr>
              <p:cNvSpPr/>
              <p:nvPr/>
            </p:nvSpPr>
            <p:spPr>
              <a:xfrm>
                <a:off x="7239746" y="5847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4" name="Freeform 49963">
                <a:extLst>
                  <a:ext uri="{FF2B5EF4-FFF2-40B4-BE49-F238E27FC236}">
                    <a16:creationId xmlns:a16="http://schemas.microsoft.com/office/drawing/2014/main" id="{F7D95F44-F06F-E63D-E705-43E98ED64D94}"/>
                  </a:ext>
                </a:extLst>
              </p:cNvPr>
              <p:cNvSpPr/>
              <p:nvPr/>
            </p:nvSpPr>
            <p:spPr>
              <a:xfrm>
                <a:off x="7240242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5" name="Freeform 49964">
                <a:extLst>
                  <a:ext uri="{FF2B5EF4-FFF2-40B4-BE49-F238E27FC236}">
                    <a16:creationId xmlns:a16="http://schemas.microsoft.com/office/drawing/2014/main" id="{871D39B8-DD75-0E88-50FF-39C1EF23C27D}"/>
                  </a:ext>
                </a:extLst>
              </p:cNvPr>
              <p:cNvSpPr/>
              <p:nvPr/>
            </p:nvSpPr>
            <p:spPr>
              <a:xfrm>
                <a:off x="7240738" y="5796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6" name="Freeform 49965">
                <a:extLst>
                  <a:ext uri="{FF2B5EF4-FFF2-40B4-BE49-F238E27FC236}">
                    <a16:creationId xmlns:a16="http://schemas.microsoft.com/office/drawing/2014/main" id="{92E24E73-96A8-4437-9395-81F244C258B1}"/>
                  </a:ext>
                </a:extLst>
              </p:cNvPr>
              <p:cNvSpPr/>
              <p:nvPr/>
            </p:nvSpPr>
            <p:spPr>
              <a:xfrm>
                <a:off x="7241334" y="5792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7" name="Freeform 49966">
                <a:extLst>
                  <a:ext uri="{FF2B5EF4-FFF2-40B4-BE49-F238E27FC236}">
                    <a16:creationId xmlns:a16="http://schemas.microsoft.com/office/drawing/2014/main" id="{4B92CE66-0460-7B5C-0215-EFEA90236CCC}"/>
                  </a:ext>
                </a:extLst>
              </p:cNvPr>
              <p:cNvSpPr/>
              <p:nvPr/>
            </p:nvSpPr>
            <p:spPr>
              <a:xfrm>
                <a:off x="7241830" y="5760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8" name="Freeform 49967">
                <a:extLst>
                  <a:ext uri="{FF2B5EF4-FFF2-40B4-BE49-F238E27FC236}">
                    <a16:creationId xmlns:a16="http://schemas.microsoft.com/office/drawing/2014/main" id="{8E7C22D4-8EDE-39E1-E2F7-D36412808EDC}"/>
                  </a:ext>
                </a:extLst>
              </p:cNvPr>
              <p:cNvSpPr/>
              <p:nvPr/>
            </p:nvSpPr>
            <p:spPr>
              <a:xfrm>
                <a:off x="7242326" y="5716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69" name="Freeform 49968">
                <a:extLst>
                  <a:ext uri="{FF2B5EF4-FFF2-40B4-BE49-F238E27FC236}">
                    <a16:creationId xmlns:a16="http://schemas.microsoft.com/office/drawing/2014/main" id="{6034266C-DBF3-AE61-0229-FC96A217B2F1}"/>
                  </a:ext>
                </a:extLst>
              </p:cNvPr>
              <p:cNvSpPr/>
              <p:nvPr/>
            </p:nvSpPr>
            <p:spPr>
              <a:xfrm>
                <a:off x="7242822" y="570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0" name="Freeform 49969">
                <a:extLst>
                  <a:ext uri="{FF2B5EF4-FFF2-40B4-BE49-F238E27FC236}">
                    <a16:creationId xmlns:a16="http://schemas.microsoft.com/office/drawing/2014/main" id="{11FD630D-2043-BC29-7050-5729680227D1}"/>
                  </a:ext>
                </a:extLst>
              </p:cNvPr>
              <p:cNvSpPr/>
              <p:nvPr/>
            </p:nvSpPr>
            <p:spPr>
              <a:xfrm>
                <a:off x="7243417" y="5684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1" name="Freeform 49970">
                <a:extLst>
                  <a:ext uri="{FF2B5EF4-FFF2-40B4-BE49-F238E27FC236}">
                    <a16:creationId xmlns:a16="http://schemas.microsoft.com/office/drawing/2014/main" id="{115B888D-0114-4C6E-79F7-0C6AAAB40353}"/>
                  </a:ext>
                </a:extLst>
              </p:cNvPr>
              <p:cNvSpPr/>
              <p:nvPr/>
            </p:nvSpPr>
            <p:spPr>
              <a:xfrm>
                <a:off x="7243913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2" name="Freeform 49971">
                <a:extLst>
                  <a:ext uri="{FF2B5EF4-FFF2-40B4-BE49-F238E27FC236}">
                    <a16:creationId xmlns:a16="http://schemas.microsoft.com/office/drawing/2014/main" id="{424BABFB-FB25-9EBD-237F-0119BB9C4AD7}"/>
                  </a:ext>
                </a:extLst>
              </p:cNvPr>
              <p:cNvSpPr/>
              <p:nvPr/>
            </p:nvSpPr>
            <p:spPr>
              <a:xfrm>
                <a:off x="7244409" y="60596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3" name="Freeform 49972">
                <a:extLst>
                  <a:ext uri="{FF2B5EF4-FFF2-40B4-BE49-F238E27FC236}">
                    <a16:creationId xmlns:a16="http://schemas.microsoft.com/office/drawing/2014/main" id="{A7484312-02CD-C02E-4A87-86EE93E192B2}"/>
                  </a:ext>
                </a:extLst>
              </p:cNvPr>
              <p:cNvSpPr/>
              <p:nvPr/>
            </p:nvSpPr>
            <p:spPr>
              <a:xfrm>
                <a:off x="7245005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4" name="Freeform 49973">
                <a:extLst>
                  <a:ext uri="{FF2B5EF4-FFF2-40B4-BE49-F238E27FC236}">
                    <a16:creationId xmlns:a16="http://schemas.microsoft.com/office/drawing/2014/main" id="{EAAB1FA8-006D-E27B-183F-F5DC0113791E}"/>
                  </a:ext>
                </a:extLst>
              </p:cNvPr>
              <p:cNvSpPr/>
              <p:nvPr/>
            </p:nvSpPr>
            <p:spPr>
              <a:xfrm>
                <a:off x="7245501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5" name="Freeform 49974">
                <a:extLst>
                  <a:ext uri="{FF2B5EF4-FFF2-40B4-BE49-F238E27FC236}">
                    <a16:creationId xmlns:a16="http://schemas.microsoft.com/office/drawing/2014/main" id="{B646688D-E8FB-FF68-C25E-7620C923C28A}"/>
                  </a:ext>
                </a:extLst>
              </p:cNvPr>
              <p:cNvSpPr/>
              <p:nvPr/>
            </p:nvSpPr>
            <p:spPr>
              <a:xfrm>
                <a:off x="7245997" y="60613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6" name="Freeform 49975">
                <a:extLst>
                  <a:ext uri="{FF2B5EF4-FFF2-40B4-BE49-F238E27FC236}">
                    <a16:creationId xmlns:a16="http://schemas.microsoft.com/office/drawing/2014/main" id="{66D15D63-5A09-829C-6D07-5CE71AF4541E}"/>
                  </a:ext>
                </a:extLst>
              </p:cNvPr>
              <p:cNvSpPr/>
              <p:nvPr/>
            </p:nvSpPr>
            <p:spPr>
              <a:xfrm>
                <a:off x="7246592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7" name="Freeform 49976">
                <a:extLst>
                  <a:ext uri="{FF2B5EF4-FFF2-40B4-BE49-F238E27FC236}">
                    <a16:creationId xmlns:a16="http://schemas.microsoft.com/office/drawing/2014/main" id="{DDAD8F49-D9AC-DD44-D7BF-597AB16A9458}"/>
                  </a:ext>
                </a:extLst>
              </p:cNvPr>
              <p:cNvSpPr/>
              <p:nvPr/>
            </p:nvSpPr>
            <p:spPr>
              <a:xfrm>
                <a:off x="7247088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8" name="Freeform 49977">
                <a:extLst>
                  <a:ext uri="{FF2B5EF4-FFF2-40B4-BE49-F238E27FC236}">
                    <a16:creationId xmlns:a16="http://schemas.microsoft.com/office/drawing/2014/main" id="{5601ECDB-884E-60B7-1195-BAE918AED9E0}"/>
                  </a:ext>
                </a:extLst>
              </p:cNvPr>
              <p:cNvSpPr/>
              <p:nvPr/>
            </p:nvSpPr>
            <p:spPr>
              <a:xfrm>
                <a:off x="7247584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79" name="Freeform 49978">
                <a:extLst>
                  <a:ext uri="{FF2B5EF4-FFF2-40B4-BE49-F238E27FC236}">
                    <a16:creationId xmlns:a16="http://schemas.microsoft.com/office/drawing/2014/main" id="{A375A8AB-0956-BC1E-BD0F-0115C6524DAF}"/>
                  </a:ext>
                </a:extLst>
              </p:cNvPr>
              <p:cNvSpPr/>
              <p:nvPr/>
            </p:nvSpPr>
            <p:spPr>
              <a:xfrm>
                <a:off x="7248180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0" name="Freeform 49979">
                <a:extLst>
                  <a:ext uri="{FF2B5EF4-FFF2-40B4-BE49-F238E27FC236}">
                    <a16:creationId xmlns:a16="http://schemas.microsoft.com/office/drawing/2014/main" id="{31E7EB7C-3C03-3EDF-0DCF-32D8121835C6}"/>
                  </a:ext>
                </a:extLst>
              </p:cNvPr>
              <p:cNvSpPr/>
              <p:nvPr/>
            </p:nvSpPr>
            <p:spPr>
              <a:xfrm>
                <a:off x="7248676" y="6060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1" name="Freeform 49980">
                <a:extLst>
                  <a:ext uri="{FF2B5EF4-FFF2-40B4-BE49-F238E27FC236}">
                    <a16:creationId xmlns:a16="http://schemas.microsoft.com/office/drawing/2014/main" id="{05C5E4DC-F7A9-69F1-86A8-DD6ACA0D03D3}"/>
                  </a:ext>
                </a:extLst>
              </p:cNvPr>
              <p:cNvSpPr/>
              <p:nvPr/>
            </p:nvSpPr>
            <p:spPr>
              <a:xfrm>
                <a:off x="7249172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2" name="Freeform 49981">
                <a:extLst>
                  <a:ext uri="{FF2B5EF4-FFF2-40B4-BE49-F238E27FC236}">
                    <a16:creationId xmlns:a16="http://schemas.microsoft.com/office/drawing/2014/main" id="{36E67A79-1804-BD87-D343-030DEF53DDDB}"/>
                  </a:ext>
                </a:extLst>
              </p:cNvPr>
              <p:cNvSpPr/>
              <p:nvPr/>
            </p:nvSpPr>
            <p:spPr>
              <a:xfrm>
                <a:off x="7249767" y="5865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3" name="Freeform 49982">
                <a:extLst>
                  <a:ext uri="{FF2B5EF4-FFF2-40B4-BE49-F238E27FC236}">
                    <a16:creationId xmlns:a16="http://schemas.microsoft.com/office/drawing/2014/main" id="{4DA316E2-9943-2BFC-A83C-E4017B422DC4}"/>
                  </a:ext>
                </a:extLst>
              </p:cNvPr>
              <p:cNvSpPr/>
              <p:nvPr/>
            </p:nvSpPr>
            <p:spPr>
              <a:xfrm>
                <a:off x="7250263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4" name="Freeform 49983">
                <a:extLst>
                  <a:ext uri="{FF2B5EF4-FFF2-40B4-BE49-F238E27FC236}">
                    <a16:creationId xmlns:a16="http://schemas.microsoft.com/office/drawing/2014/main" id="{E5C12D97-A476-7A66-2EFF-DDDAAE9613A8}"/>
                  </a:ext>
                </a:extLst>
              </p:cNvPr>
              <p:cNvSpPr/>
              <p:nvPr/>
            </p:nvSpPr>
            <p:spPr>
              <a:xfrm>
                <a:off x="7250759" y="5800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5" name="Freeform 49984">
                <a:extLst>
                  <a:ext uri="{FF2B5EF4-FFF2-40B4-BE49-F238E27FC236}">
                    <a16:creationId xmlns:a16="http://schemas.microsoft.com/office/drawing/2014/main" id="{1AADE30A-9B78-68CC-2D34-6227FEC81A39}"/>
                  </a:ext>
                </a:extLst>
              </p:cNvPr>
              <p:cNvSpPr/>
              <p:nvPr/>
            </p:nvSpPr>
            <p:spPr>
              <a:xfrm>
                <a:off x="7251355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6" name="Freeform 49985">
                <a:extLst>
                  <a:ext uri="{FF2B5EF4-FFF2-40B4-BE49-F238E27FC236}">
                    <a16:creationId xmlns:a16="http://schemas.microsoft.com/office/drawing/2014/main" id="{C9134DDE-FC26-C128-8E83-F0A1B95FBED2}"/>
                  </a:ext>
                </a:extLst>
              </p:cNvPr>
              <p:cNvSpPr/>
              <p:nvPr/>
            </p:nvSpPr>
            <p:spPr>
              <a:xfrm>
                <a:off x="7251851" y="5834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7" name="Freeform 49986">
                <a:extLst>
                  <a:ext uri="{FF2B5EF4-FFF2-40B4-BE49-F238E27FC236}">
                    <a16:creationId xmlns:a16="http://schemas.microsoft.com/office/drawing/2014/main" id="{3F5DDD50-DB5E-1503-2D1E-3E18566AF7F5}"/>
                  </a:ext>
                </a:extLst>
              </p:cNvPr>
              <p:cNvSpPr/>
              <p:nvPr/>
            </p:nvSpPr>
            <p:spPr>
              <a:xfrm>
                <a:off x="7252347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8" name="Freeform 49987">
                <a:extLst>
                  <a:ext uri="{FF2B5EF4-FFF2-40B4-BE49-F238E27FC236}">
                    <a16:creationId xmlns:a16="http://schemas.microsoft.com/office/drawing/2014/main" id="{3E3BA6B2-D751-A7FC-F78D-E0160011554F}"/>
                  </a:ext>
                </a:extLst>
              </p:cNvPr>
              <p:cNvSpPr/>
              <p:nvPr/>
            </p:nvSpPr>
            <p:spPr>
              <a:xfrm>
                <a:off x="7252942" y="5796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89" name="Freeform 49988">
                <a:extLst>
                  <a:ext uri="{FF2B5EF4-FFF2-40B4-BE49-F238E27FC236}">
                    <a16:creationId xmlns:a16="http://schemas.microsoft.com/office/drawing/2014/main" id="{05282487-0AF4-6A1B-54AA-CE648133ED62}"/>
                  </a:ext>
                </a:extLst>
              </p:cNvPr>
              <p:cNvSpPr/>
              <p:nvPr/>
            </p:nvSpPr>
            <p:spPr>
              <a:xfrm>
                <a:off x="7253438" y="5766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0" name="Freeform 49989">
                <a:extLst>
                  <a:ext uri="{FF2B5EF4-FFF2-40B4-BE49-F238E27FC236}">
                    <a16:creationId xmlns:a16="http://schemas.microsoft.com/office/drawing/2014/main" id="{83EC48DC-1D02-792B-34FB-840DD9054DB2}"/>
                  </a:ext>
                </a:extLst>
              </p:cNvPr>
              <p:cNvSpPr/>
              <p:nvPr/>
            </p:nvSpPr>
            <p:spPr>
              <a:xfrm>
                <a:off x="7253934" y="5748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1" name="Freeform 49990">
                <a:extLst>
                  <a:ext uri="{FF2B5EF4-FFF2-40B4-BE49-F238E27FC236}">
                    <a16:creationId xmlns:a16="http://schemas.microsoft.com/office/drawing/2014/main" id="{75C4957B-0B68-100E-3EC8-13C53D0ADABD}"/>
                  </a:ext>
                </a:extLst>
              </p:cNvPr>
              <p:cNvSpPr/>
              <p:nvPr/>
            </p:nvSpPr>
            <p:spPr>
              <a:xfrm>
                <a:off x="7254430" y="571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2" name="Freeform 49991">
                <a:extLst>
                  <a:ext uri="{FF2B5EF4-FFF2-40B4-BE49-F238E27FC236}">
                    <a16:creationId xmlns:a16="http://schemas.microsoft.com/office/drawing/2014/main" id="{5D94C9C9-2EE6-AB51-B5E8-CABD5BC6D67E}"/>
                  </a:ext>
                </a:extLst>
              </p:cNvPr>
              <p:cNvSpPr/>
              <p:nvPr/>
            </p:nvSpPr>
            <p:spPr>
              <a:xfrm>
                <a:off x="7255026" y="5678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3" name="Freeform 49992">
                <a:extLst>
                  <a:ext uri="{FF2B5EF4-FFF2-40B4-BE49-F238E27FC236}">
                    <a16:creationId xmlns:a16="http://schemas.microsoft.com/office/drawing/2014/main" id="{A707FC84-54CD-534D-87FA-59B6155085DB}"/>
                  </a:ext>
                </a:extLst>
              </p:cNvPr>
              <p:cNvSpPr/>
              <p:nvPr/>
            </p:nvSpPr>
            <p:spPr>
              <a:xfrm>
                <a:off x="7255522" y="5647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4" name="Freeform 49993">
                <a:extLst>
                  <a:ext uri="{FF2B5EF4-FFF2-40B4-BE49-F238E27FC236}">
                    <a16:creationId xmlns:a16="http://schemas.microsoft.com/office/drawing/2014/main" id="{67541EC2-6615-58EC-BC96-3F25CE7CD434}"/>
                  </a:ext>
                </a:extLst>
              </p:cNvPr>
              <p:cNvSpPr/>
              <p:nvPr/>
            </p:nvSpPr>
            <p:spPr>
              <a:xfrm>
                <a:off x="7256018" y="5635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5" name="Freeform 49994">
                <a:extLst>
                  <a:ext uri="{FF2B5EF4-FFF2-40B4-BE49-F238E27FC236}">
                    <a16:creationId xmlns:a16="http://schemas.microsoft.com/office/drawing/2014/main" id="{D8D91A32-6449-9484-44E6-4C853E698FD9}"/>
                  </a:ext>
                </a:extLst>
              </p:cNvPr>
              <p:cNvSpPr/>
              <p:nvPr/>
            </p:nvSpPr>
            <p:spPr>
              <a:xfrm>
                <a:off x="7256613" y="5703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6" name="Freeform 49995">
                <a:extLst>
                  <a:ext uri="{FF2B5EF4-FFF2-40B4-BE49-F238E27FC236}">
                    <a16:creationId xmlns:a16="http://schemas.microsoft.com/office/drawing/2014/main" id="{A09A5AAF-43CE-3AA0-12C0-906B326AD502}"/>
                  </a:ext>
                </a:extLst>
              </p:cNvPr>
              <p:cNvSpPr/>
              <p:nvPr/>
            </p:nvSpPr>
            <p:spPr>
              <a:xfrm>
                <a:off x="7257109" y="5906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7" name="Freeform 49996">
                <a:extLst>
                  <a:ext uri="{FF2B5EF4-FFF2-40B4-BE49-F238E27FC236}">
                    <a16:creationId xmlns:a16="http://schemas.microsoft.com/office/drawing/2014/main" id="{A06BF852-A914-8ECF-4734-AA8CA7A7915D}"/>
                  </a:ext>
                </a:extLst>
              </p:cNvPr>
              <p:cNvSpPr/>
              <p:nvPr/>
            </p:nvSpPr>
            <p:spPr>
              <a:xfrm>
                <a:off x="7257605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8" name="Freeform 49997">
                <a:extLst>
                  <a:ext uri="{FF2B5EF4-FFF2-40B4-BE49-F238E27FC236}">
                    <a16:creationId xmlns:a16="http://schemas.microsoft.com/office/drawing/2014/main" id="{7D44E2A2-42EB-21AF-5039-86DB82E6E465}"/>
                  </a:ext>
                </a:extLst>
              </p:cNvPr>
              <p:cNvSpPr/>
              <p:nvPr/>
            </p:nvSpPr>
            <p:spPr>
              <a:xfrm>
                <a:off x="7258201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99" name="Freeform 49998">
                <a:extLst>
                  <a:ext uri="{FF2B5EF4-FFF2-40B4-BE49-F238E27FC236}">
                    <a16:creationId xmlns:a16="http://schemas.microsoft.com/office/drawing/2014/main" id="{D7CF50C8-E916-B2E3-D8B3-034738448A6D}"/>
                  </a:ext>
                </a:extLst>
              </p:cNvPr>
              <p:cNvSpPr/>
              <p:nvPr/>
            </p:nvSpPr>
            <p:spPr>
              <a:xfrm>
                <a:off x="7258697" y="5957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0" name="Freeform 49999">
                <a:extLst>
                  <a:ext uri="{FF2B5EF4-FFF2-40B4-BE49-F238E27FC236}">
                    <a16:creationId xmlns:a16="http://schemas.microsoft.com/office/drawing/2014/main" id="{CC021DEF-89E8-1396-90E5-6B824B8F0197}"/>
                  </a:ext>
                </a:extLst>
              </p:cNvPr>
              <p:cNvSpPr/>
              <p:nvPr/>
            </p:nvSpPr>
            <p:spPr>
              <a:xfrm>
                <a:off x="7259193" y="5957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1" name="Freeform 50000">
                <a:extLst>
                  <a:ext uri="{FF2B5EF4-FFF2-40B4-BE49-F238E27FC236}">
                    <a16:creationId xmlns:a16="http://schemas.microsoft.com/office/drawing/2014/main" id="{86508E04-4161-7892-1ABC-1EC95F743B7C}"/>
                  </a:ext>
                </a:extLst>
              </p:cNvPr>
              <p:cNvSpPr/>
              <p:nvPr/>
            </p:nvSpPr>
            <p:spPr>
              <a:xfrm>
                <a:off x="7259788" y="5960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2" name="Freeform 50001">
                <a:extLst>
                  <a:ext uri="{FF2B5EF4-FFF2-40B4-BE49-F238E27FC236}">
                    <a16:creationId xmlns:a16="http://schemas.microsoft.com/office/drawing/2014/main" id="{DE53A093-0795-FD7A-0FA8-91209A92096C}"/>
                  </a:ext>
                </a:extLst>
              </p:cNvPr>
              <p:cNvSpPr/>
              <p:nvPr/>
            </p:nvSpPr>
            <p:spPr>
              <a:xfrm>
                <a:off x="7260284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3" name="Freeform 50002">
                <a:extLst>
                  <a:ext uri="{FF2B5EF4-FFF2-40B4-BE49-F238E27FC236}">
                    <a16:creationId xmlns:a16="http://schemas.microsoft.com/office/drawing/2014/main" id="{27E8B696-8A8E-0A57-83F9-5DF7AFBFC9CA}"/>
                  </a:ext>
                </a:extLst>
              </p:cNvPr>
              <p:cNvSpPr/>
              <p:nvPr/>
            </p:nvSpPr>
            <p:spPr>
              <a:xfrm>
                <a:off x="7260780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4" name="Freeform 50003">
                <a:extLst>
                  <a:ext uri="{FF2B5EF4-FFF2-40B4-BE49-F238E27FC236}">
                    <a16:creationId xmlns:a16="http://schemas.microsoft.com/office/drawing/2014/main" id="{B8A9B331-BCB6-A772-7BA9-9320B3647DB5}"/>
                  </a:ext>
                </a:extLst>
              </p:cNvPr>
              <p:cNvSpPr/>
              <p:nvPr/>
            </p:nvSpPr>
            <p:spPr>
              <a:xfrm>
                <a:off x="7261376" y="5960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5" name="Freeform 50004">
                <a:extLst>
                  <a:ext uri="{FF2B5EF4-FFF2-40B4-BE49-F238E27FC236}">
                    <a16:creationId xmlns:a16="http://schemas.microsoft.com/office/drawing/2014/main" id="{B833BBF2-043C-C3F6-11E9-6BAE0D283D83}"/>
                  </a:ext>
                </a:extLst>
              </p:cNvPr>
              <p:cNvSpPr/>
              <p:nvPr/>
            </p:nvSpPr>
            <p:spPr>
              <a:xfrm>
                <a:off x="7261872" y="5945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6" name="Freeform 50005">
                <a:extLst>
                  <a:ext uri="{FF2B5EF4-FFF2-40B4-BE49-F238E27FC236}">
                    <a16:creationId xmlns:a16="http://schemas.microsoft.com/office/drawing/2014/main" id="{A4F1A150-1012-4532-E203-F82CCA4CE779}"/>
                  </a:ext>
                </a:extLst>
              </p:cNvPr>
              <p:cNvSpPr/>
              <p:nvPr/>
            </p:nvSpPr>
            <p:spPr>
              <a:xfrm>
                <a:off x="7262368" y="5836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7" name="Freeform 50006">
                <a:extLst>
                  <a:ext uri="{FF2B5EF4-FFF2-40B4-BE49-F238E27FC236}">
                    <a16:creationId xmlns:a16="http://schemas.microsoft.com/office/drawing/2014/main" id="{53DCAE0B-E1A5-D4C2-1A28-CB2DF7C6AB49}"/>
                  </a:ext>
                </a:extLst>
              </p:cNvPr>
              <p:cNvSpPr/>
              <p:nvPr/>
            </p:nvSpPr>
            <p:spPr>
              <a:xfrm>
                <a:off x="7262963" y="5813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8" name="Freeform 50007">
                <a:extLst>
                  <a:ext uri="{FF2B5EF4-FFF2-40B4-BE49-F238E27FC236}">
                    <a16:creationId xmlns:a16="http://schemas.microsoft.com/office/drawing/2014/main" id="{B1D9A577-31A4-B5BD-E47B-AEEBB33353C9}"/>
                  </a:ext>
                </a:extLst>
              </p:cNvPr>
              <p:cNvSpPr/>
              <p:nvPr/>
            </p:nvSpPr>
            <p:spPr>
              <a:xfrm>
                <a:off x="7263459" y="576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09" name="Freeform 50008">
                <a:extLst>
                  <a:ext uri="{FF2B5EF4-FFF2-40B4-BE49-F238E27FC236}">
                    <a16:creationId xmlns:a16="http://schemas.microsoft.com/office/drawing/2014/main" id="{1E04E47A-9903-5A98-A614-AB0B25DE44E2}"/>
                  </a:ext>
                </a:extLst>
              </p:cNvPr>
              <p:cNvSpPr/>
              <p:nvPr/>
            </p:nvSpPr>
            <p:spPr>
              <a:xfrm>
                <a:off x="7263955" y="5782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0" name="Freeform 50009">
                <a:extLst>
                  <a:ext uri="{FF2B5EF4-FFF2-40B4-BE49-F238E27FC236}">
                    <a16:creationId xmlns:a16="http://schemas.microsoft.com/office/drawing/2014/main" id="{6E4D9732-FAE0-226C-BF3C-CC79E788F30C}"/>
                  </a:ext>
                </a:extLst>
              </p:cNvPr>
              <p:cNvSpPr/>
              <p:nvPr/>
            </p:nvSpPr>
            <p:spPr>
              <a:xfrm>
                <a:off x="7264551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1" name="Freeform 50010">
                <a:extLst>
                  <a:ext uri="{FF2B5EF4-FFF2-40B4-BE49-F238E27FC236}">
                    <a16:creationId xmlns:a16="http://schemas.microsoft.com/office/drawing/2014/main" id="{A913F96E-7E66-F838-61CE-ADF09BCA2066}"/>
                  </a:ext>
                </a:extLst>
              </p:cNvPr>
              <p:cNvSpPr/>
              <p:nvPr/>
            </p:nvSpPr>
            <p:spPr>
              <a:xfrm>
                <a:off x="7265047" y="5814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2" name="Freeform 50011">
                <a:extLst>
                  <a:ext uri="{FF2B5EF4-FFF2-40B4-BE49-F238E27FC236}">
                    <a16:creationId xmlns:a16="http://schemas.microsoft.com/office/drawing/2014/main" id="{25B19CE4-5B03-A69A-9762-F0D613399414}"/>
                  </a:ext>
                </a:extLst>
              </p:cNvPr>
              <p:cNvSpPr/>
              <p:nvPr/>
            </p:nvSpPr>
            <p:spPr>
              <a:xfrm>
                <a:off x="7265543" y="580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3" name="Freeform 50012">
                <a:extLst>
                  <a:ext uri="{FF2B5EF4-FFF2-40B4-BE49-F238E27FC236}">
                    <a16:creationId xmlns:a16="http://schemas.microsoft.com/office/drawing/2014/main" id="{9FC82382-85F9-E79D-D53C-C91D0864E359}"/>
                  </a:ext>
                </a:extLst>
              </p:cNvPr>
              <p:cNvSpPr/>
              <p:nvPr/>
            </p:nvSpPr>
            <p:spPr>
              <a:xfrm>
                <a:off x="7266039" y="5774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4" name="Freeform 50013">
                <a:extLst>
                  <a:ext uri="{FF2B5EF4-FFF2-40B4-BE49-F238E27FC236}">
                    <a16:creationId xmlns:a16="http://schemas.microsoft.com/office/drawing/2014/main" id="{18377C8D-370D-D322-A01C-B5D1F76C230C}"/>
                  </a:ext>
                </a:extLst>
              </p:cNvPr>
              <p:cNvSpPr/>
              <p:nvPr/>
            </p:nvSpPr>
            <p:spPr>
              <a:xfrm>
                <a:off x="7266634" y="5750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5" name="Freeform 50014">
                <a:extLst>
                  <a:ext uri="{FF2B5EF4-FFF2-40B4-BE49-F238E27FC236}">
                    <a16:creationId xmlns:a16="http://schemas.microsoft.com/office/drawing/2014/main" id="{5DACE526-ED58-FF9D-C9C6-5793233A70A5}"/>
                  </a:ext>
                </a:extLst>
              </p:cNvPr>
              <p:cNvSpPr/>
              <p:nvPr/>
            </p:nvSpPr>
            <p:spPr>
              <a:xfrm>
                <a:off x="7267130" y="575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6" name="Freeform 50015">
                <a:extLst>
                  <a:ext uri="{FF2B5EF4-FFF2-40B4-BE49-F238E27FC236}">
                    <a16:creationId xmlns:a16="http://schemas.microsoft.com/office/drawing/2014/main" id="{FB5B25F1-59CF-E3F9-7F9A-99E00502CD70}"/>
                  </a:ext>
                </a:extLst>
              </p:cNvPr>
              <p:cNvSpPr/>
              <p:nvPr/>
            </p:nvSpPr>
            <p:spPr>
              <a:xfrm>
                <a:off x="7267627" y="5707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7" name="Freeform 50016">
                <a:extLst>
                  <a:ext uri="{FF2B5EF4-FFF2-40B4-BE49-F238E27FC236}">
                    <a16:creationId xmlns:a16="http://schemas.microsoft.com/office/drawing/2014/main" id="{F5828086-5226-BF9C-6101-F87BC6369F65}"/>
                  </a:ext>
                </a:extLst>
              </p:cNvPr>
              <p:cNvSpPr/>
              <p:nvPr/>
            </p:nvSpPr>
            <p:spPr>
              <a:xfrm>
                <a:off x="7268222" y="56952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8" name="Freeform 50017">
                <a:extLst>
                  <a:ext uri="{FF2B5EF4-FFF2-40B4-BE49-F238E27FC236}">
                    <a16:creationId xmlns:a16="http://schemas.microsoft.com/office/drawing/2014/main" id="{C6CCB53C-57B0-370C-44DC-17868FF1FCF3}"/>
                  </a:ext>
                </a:extLst>
              </p:cNvPr>
              <p:cNvSpPr/>
              <p:nvPr/>
            </p:nvSpPr>
            <p:spPr>
              <a:xfrm>
                <a:off x="7268718" y="5671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19" name="Freeform 50018">
                <a:extLst>
                  <a:ext uri="{FF2B5EF4-FFF2-40B4-BE49-F238E27FC236}">
                    <a16:creationId xmlns:a16="http://schemas.microsoft.com/office/drawing/2014/main" id="{10871F20-466C-2D3A-ED20-04B9A0F36F65}"/>
                  </a:ext>
                </a:extLst>
              </p:cNvPr>
              <p:cNvSpPr/>
              <p:nvPr/>
            </p:nvSpPr>
            <p:spPr>
              <a:xfrm>
                <a:off x="7269214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0" name="Freeform 50019">
                <a:extLst>
                  <a:ext uri="{FF2B5EF4-FFF2-40B4-BE49-F238E27FC236}">
                    <a16:creationId xmlns:a16="http://schemas.microsoft.com/office/drawing/2014/main" id="{4F614A0C-E78B-9764-AB9A-EE38E0C5F583}"/>
                  </a:ext>
                </a:extLst>
              </p:cNvPr>
              <p:cNvSpPr/>
              <p:nvPr/>
            </p:nvSpPr>
            <p:spPr>
              <a:xfrm>
                <a:off x="7269809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1" name="Freeform 50020">
                <a:extLst>
                  <a:ext uri="{FF2B5EF4-FFF2-40B4-BE49-F238E27FC236}">
                    <a16:creationId xmlns:a16="http://schemas.microsoft.com/office/drawing/2014/main" id="{933F9C09-D30A-0400-44A5-8EB389F98C1F}"/>
                  </a:ext>
                </a:extLst>
              </p:cNvPr>
              <p:cNvSpPr/>
              <p:nvPr/>
            </p:nvSpPr>
            <p:spPr>
              <a:xfrm>
                <a:off x="7270305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2" name="Freeform 50021">
                <a:extLst>
                  <a:ext uri="{FF2B5EF4-FFF2-40B4-BE49-F238E27FC236}">
                    <a16:creationId xmlns:a16="http://schemas.microsoft.com/office/drawing/2014/main" id="{1ACBE95F-6C39-BB8A-9AF2-29FCF5794717}"/>
                  </a:ext>
                </a:extLst>
              </p:cNvPr>
              <p:cNvSpPr/>
              <p:nvPr/>
            </p:nvSpPr>
            <p:spPr>
              <a:xfrm>
                <a:off x="72708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3" name="Freeform 50022">
                <a:extLst>
                  <a:ext uri="{FF2B5EF4-FFF2-40B4-BE49-F238E27FC236}">
                    <a16:creationId xmlns:a16="http://schemas.microsoft.com/office/drawing/2014/main" id="{F84745FC-E441-2FE1-56A7-32025C760CCD}"/>
                  </a:ext>
                </a:extLst>
              </p:cNvPr>
              <p:cNvSpPr/>
              <p:nvPr/>
            </p:nvSpPr>
            <p:spPr>
              <a:xfrm>
                <a:off x="727139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4" name="Freeform 50023">
                <a:extLst>
                  <a:ext uri="{FF2B5EF4-FFF2-40B4-BE49-F238E27FC236}">
                    <a16:creationId xmlns:a16="http://schemas.microsoft.com/office/drawing/2014/main" id="{81656CDA-EF41-75D1-EEDC-C689A8926DA2}"/>
                  </a:ext>
                </a:extLst>
              </p:cNvPr>
              <p:cNvSpPr/>
              <p:nvPr/>
            </p:nvSpPr>
            <p:spPr>
              <a:xfrm>
                <a:off x="7271893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5" name="Freeform 50024">
                <a:extLst>
                  <a:ext uri="{FF2B5EF4-FFF2-40B4-BE49-F238E27FC236}">
                    <a16:creationId xmlns:a16="http://schemas.microsoft.com/office/drawing/2014/main" id="{9DF38573-B342-FC7B-21DC-E0FF25D6508E}"/>
                  </a:ext>
                </a:extLst>
              </p:cNvPr>
              <p:cNvSpPr/>
              <p:nvPr/>
            </p:nvSpPr>
            <p:spPr>
              <a:xfrm>
                <a:off x="727238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6" name="Freeform 50025">
                <a:extLst>
                  <a:ext uri="{FF2B5EF4-FFF2-40B4-BE49-F238E27FC236}">
                    <a16:creationId xmlns:a16="http://schemas.microsoft.com/office/drawing/2014/main" id="{8D46A40B-8C25-BE03-EAC6-DC6AF93E3904}"/>
                  </a:ext>
                </a:extLst>
              </p:cNvPr>
              <p:cNvSpPr/>
              <p:nvPr/>
            </p:nvSpPr>
            <p:spPr>
              <a:xfrm>
                <a:off x="727298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7" name="Freeform 50026">
                <a:extLst>
                  <a:ext uri="{FF2B5EF4-FFF2-40B4-BE49-F238E27FC236}">
                    <a16:creationId xmlns:a16="http://schemas.microsoft.com/office/drawing/2014/main" id="{D6169FD0-D7D1-A9C2-3CA2-30E0900DF7BF}"/>
                  </a:ext>
                </a:extLst>
              </p:cNvPr>
              <p:cNvSpPr/>
              <p:nvPr/>
            </p:nvSpPr>
            <p:spPr>
              <a:xfrm>
                <a:off x="727348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8" name="Freeform 50027">
                <a:extLst>
                  <a:ext uri="{FF2B5EF4-FFF2-40B4-BE49-F238E27FC236}">
                    <a16:creationId xmlns:a16="http://schemas.microsoft.com/office/drawing/2014/main" id="{B44BCEC6-E6AB-1E39-C3EE-B26E04069878}"/>
                  </a:ext>
                </a:extLst>
              </p:cNvPr>
              <p:cNvSpPr/>
              <p:nvPr/>
            </p:nvSpPr>
            <p:spPr>
              <a:xfrm>
                <a:off x="7273977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29" name="Freeform 50028">
                <a:extLst>
                  <a:ext uri="{FF2B5EF4-FFF2-40B4-BE49-F238E27FC236}">
                    <a16:creationId xmlns:a16="http://schemas.microsoft.com/office/drawing/2014/main" id="{F99E3F12-8E01-6DB1-D162-574C7687F3B4}"/>
                  </a:ext>
                </a:extLst>
              </p:cNvPr>
              <p:cNvSpPr/>
              <p:nvPr/>
            </p:nvSpPr>
            <p:spPr>
              <a:xfrm>
                <a:off x="7274572" y="60621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0" name="Freeform 50029">
                <a:extLst>
                  <a:ext uri="{FF2B5EF4-FFF2-40B4-BE49-F238E27FC236}">
                    <a16:creationId xmlns:a16="http://schemas.microsoft.com/office/drawing/2014/main" id="{547A9595-5E0D-FD66-C9A3-DC03D86761A3}"/>
                  </a:ext>
                </a:extLst>
              </p:cNvPr>
              <p:cNvSpPr/>
              <p:nvPr/>
            </p:nvSpPr>
            <p:spPr>
              <a:xfrm>
                <a:off x="7275068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1" name="Freeform 50030">
                <a:extLst>
                  <a:ext uri="{FF2B5EF4-FFF2-40B4-BE49-F238E27FC236}">
                    <a16:creationId xmlns:a16="http://schemas.microsoft.com/office/drawing/2014/main" id="{40D49925-7613-734D-AB59-8DF290F21168}"/>
                  </a:ext>
                </a:extLst>
              </p:cNvPr>
              <p:cNvSpPr/>
              <p:nvPr/>
            </p:nvSpPr>
            <p:spPr>
              <a:xfrm>
                <a:off x="7275564" y="5726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2" name="Freeform 50031">
                <a:extLst>
                  <a:ext uri="{FF2B5EF4-FFF2-40B4-BE49-F238E27FC236}">
                    <a16:creationId xmlns:a16="http://schemas.microsoft.com/office/drawing/2014/main" id="{47D27257-A362-7668-4A14-B4FED6ACFBED}"/>
                  </a:ext>
                </a:extLst>
              </p:cNvPr>
              <p:cNvSpPr/>
              <p:nvPr/>
            </p:nvSpPr>
            <p:spPr>
              <a:xfrm>
                <a:off x="7276159" y="5707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3" name="Freeform 50032">
                <a:extLst>
                  <a:ext uri="{FF2B5EF4-FFF2-40B4-BE49-F238E27FC236}">
                    <a16:creationId xmlns:a16="http://schemas.microsoft.com/office/drawing/2014/main" id="{2F8B808C-93EC-541C-01D2-8839673ED5B4}"/>
                  </a:ext>
                </a:extLst>
              </p:cNvPr>
              <p:cNvSpPr/>
              <p:nvPr/>
            </p:nvSpPr>
            <p:spPr>
              <a:xfrm>
                <a:off x="7276655" y="5713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4" name="Freeform 50033">
                <a:extLst>
                  <a:ext uri="{FF2B5EF4-FFF2-40B4-BE49-F238E27FC236}">
                    <a16:creationId xmlns:a16="http://schemas.microsoft.com/office/drawing/2014/main" id="{2D9A5807-E9B1-C023-C443-AF68060CA4FF}"/>
                  </a:ext>
                </a:extLst>
              </p:cNvPr>
              <p:cNvSpPr/>
              <p:nvPr/>
            </p:nvSpPr>
            <p:spPr>
              <a:xfrm>
                <a:off x="7277152" y="5735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5" name="Freeform 50034">
                <a:extLst>
                  <a:ext uri="{FF2B5EF4-FFF2-40B4-BE49-F238E27FC236}">
                    <a16:creationId xmlns:a16="http://schemas.microsoft.com/office/drawing/2014/main" id="{C5DB555C-999B-783D-C66D-F41206F28A40}"/>
                  </a:ext>
                </a:extLst>
              </p:cNvPr>
              <p:cNvSpPr/>
              <p:nvPr/>
            </p:nvSpPr>
            <p:spPr>
              <a:xfrm>
                <a:off x="7277747" y="5635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6" name="Freeform 50035">
                <a:extLst>
                  <a:ext uri="{FF2B5EF4-FFF2-40B4-BE49-F238E27FC236}">
                    <a16:creationId xmlns:a16="http://schemas.microsoft.com/office/drawing/2014/main" id="{A5DC0A8C-B28D-5856-39B3-366EC8417043}"/>
                  </a:ext>
                </a:extLst>
              </p:cNvPr>
              <p:cNvSpPr/>
              <p:nvPr/>
            </p:nvSpPr>
            <p:spPr>
              <a:xfrm>
                <a:off x="7278243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7" name="Freeform 50036">
                <a:extLst>
                  <a:ext uri="{FF2B5EF4-FFF2-40B4-BE49-F238E27FC236}">
                    <a16:creationId xmlns:a16="http://schemas.microsoft.com/office/drawing/2014/main" id="{60447B03-C43B-7377-556B-5CF2915ED8B2}"/>
                  </a:ext>
                </a:extLst>
              </p:cNvPr>
              <p:cNvSpPr/>
              <p:nvPr/>
            </p:nvSpPr>
            <p:spPr>
              <a:xfrm>
                <a:off x="7278739" y="575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8" name="Freeform 50037">
                <a:extLst>
                  <a:ext uri="{FF2B5EF4-FFF2-40B4-BE49-F238E27FC236}">
                    <a16:creationId xmlns:a16="http://schemas.microsoft.com/office/drawing/2014/main" id="{317F42CD-5ED7-E214-FDC0-8F8A54C1BFDC}"/>
                  </a:ext>
                </a:extLst>
              </p:cNvPr>
              <p:cNvSpPr/>
              <p:nvPr/>
            </p:nvSpPr>
            <p:spPr>
              <a:xfrm>
                <a:off x="7279235" y="5716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39" name="Freeform 50038">
                <a:extLst>
                  <a:ext uri="{FF2B5EF4-FFF2-40B4-BE49-F238E27FC236}">
                    <a16:creationId xmlns:a16="http://schemas.microsoft.com/office/drawing/2014/main" id="{23422389-B3A8-6EEC-8E41-AFFEC0D308D2}"/>
                  </a:ext>
                </a:extLst>
              </p:cNvPr>
              <p:cNvSpPr/>
              <p:nvPr/>
            </p:nvSpPr>
            <p:spPr>
              <a:xfrm>
                <a:off x="7279830" y="5688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0" name="Freeform 50039">
                <a:extLst>
                  <a:ext uri="{FF2B5EF4-FFF2-40B4-BE49-F238E27FC236}">
                    <a16:creationId xmlns:a16="http://schemas.microsoft.com/office/drawing/2014/main" id="{0C78A2BC-6AD1-162E-B67C-F380B84ACAE4}"/>
                  </a:ext>
                </a:extLst>
              </p:cNvPr>
              <p:cNvSpPr/>
              <p:nvPr/>
            </p:nvSpPr>
            <p:spPr>
              <a:xfrm>
                <a:off x="7280327" y="5650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1" name="Freeform 50040">
                <a:extLst>
                  <a:ext uri="{FF2B5EF4-FFF2-40B4-BE49-F238E27FC236}">
                    <a16:creationId xmlns:a16="http://schemas.microsoft.com/office/drawing/2014/main" id="{5F0CA6B4-D805-42C0-82D9-3EF6546C54A6}"/>
                  </a:ext>
                </a:extLst>
              </p:cNvPr>
              <p:cNvSpPr/>
              <p:nvPr/>
            </p:nvSpPr>
            <p:spPr>
              <a:xfrm>
                <a:off x="7280823" y="5600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2" name="Freeform 50041">
                <a:extLst>
                  <a:ext uri="{FF2B5EF4-FFF2-40B4-BE49-F238E27FC236}">
                    <a16:creationId xmlns:a16="http://schemas.microsoft.com/office/drawing/2014/main" id="{745EAE9A-AF07-E590-1B1B-B8F68D1194CE}"/>
                  </a:ext>
                </a:extLst>
              </p:cNvPr>
              <p:cNvSpPr/>
              <p:nvPr/>
            </p:nvSpPr>
            <p:spPr>
              <a:xfrm>
                <a:off x="7281418" y="5591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3" name="Freeform 50042">
                <a:extLst>
                  <a:ext uri="{FF2B5EF4-FFF2-40B4-BE49-F238E27FC236}">
                    <a16:creationId xmlns:a16="http://schemas.microsoft.com/office/drawing/2014/main" id="{7F9D08B2-5444-DDC6-F741-AC1B9A5FE938}"/>
                  </a:ext>
                </a:extLst>
              </p:cNvPr>
              <p:cNvSpPr/>
              <p:nvPr/>
            </p:nvSpPr>
            <p:spPr>
              <a:xfrm>
                <a:off x="7281914" y="599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4" name="Freeform 50043">
                <a:extLst>
                  <a:ext uri="{FF2B5EF4-FFF2-40B4-BE49-F238E27FC236}">
                    <a16:creationId xmlns:a16="http://schemas.microsoft.com/office/drawing/2014/main" id="{A0A1C7DF-6423-1BB6-B771-E71C84EAC9E4}"/>
                  </a:ext>
                </a:extLst>
              </p:cNvPr>
              <p:cNvSpPr/>
              <p:nvPr/>
            </p:nvSpPr>
            <p:spPr>
              <a:xfrm>
                <a:off x="7282410" y="6036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5" name="Freeform 50044">
                <a:extLst>
                  <a:ext uri="{FF2B5EF4-FFF2-40B4-BE49-F238E27FC236}">
                    <a16:creationId xmlns:a16="http://schemas.microsoft.com/office/drawing/2014/main" id="{182E5DEF-E807-F7D0-4091-322A602802DF}"/>
                  </a:ext>
                </a:extLst>
              </p:cNvPr>
              <p:cNvSpPr/>
              <p:nvPr/>
            </p:nvSpPr>
            <p:spPr>
              <a:xfrm>
                <a:off x="7283005" y="6042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6" name="Freeform 50045">
                <a:extLst>
                  <a:ext uri="{FF2B5EF4-FFF2-40B4-BE49-F238E27FC236}">
                    <a16:creationId xmlns:a16="http://schemas.microsoft.com/office/drawing/2014/main" id="{90B67A65-A954-C987-F0C0-794C19475BF6}"/>
                  </a:ext>
                </a:extLst>
              </p:cNvPr>
              <p:cNvSpPr/>
              <p:nvPr/>
            </p:nvSpPr>
            <p:spPr>
              <a:xfrm>
                <a:off x="7283502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7" name="Freeform 50046">
                <a:extLst>
                  <a:ext uri="{FF2B5EF4-FFF2-40B4-BE49-F238E27FC236}">
                    <a16:creationId xmlns:a16="http://schemas.microsoft.com/office/drawing/2014/main" id="{119AC131-68F2-9621-8381-790CCB181390}"/>
                  </a:ext>
                </a:extLst>
              </p:cNvPr>
              <p:cNvSpPr/>
              <p:nvPr/>
            </p:nvSpPr>
            <p:spPr>
              <a:xfrm>
                <a:off x="7283998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8" name="Freeform 50047">
                <a:extLst>
                  <a:ext uri="{FF2B5EF4-FFF2-40B4-BE49-F238E27FC236}">
                    <a16:creationId xmlns:a16="http://schemas.microsoft.com/office/drawing/2014/main" id="{7418CADF-DB11-6B2F-CEE1-EC5CCFB53607}"/>
                  </a:ext>
                </a:extLst>
              </p:cNvPr>
              <p:cNvSpPr/>
              <p:nvPr/>
            </p:nvSpPr>
            <p:spPr>
              <a:xfrm>
                <a:off x="7284593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49" name="Freeform 50048">
                <a:extLst>
                  <a:ext uri="{FF2B5EF4-FFF2-40B4-BE49-F238E27FC236}">
                    <a16:creationId xmlns:a16="http://schemas.microsoft.com/office/drawing/2014/main" id="{B67344A2-80B4-252C-4E2E-E23008D4CDA0}"/>
                  </a:ext>
                </a:extLst>
              </p:cNvPr>
              <p:cNvSpPr/>
              <p:nvPr/>
            </p:nvSpPr>
            <p:spPr>
              <a:xfrm>
                <a:off x="7285089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0" name="Freeform 50049">
                <a:extLst>
                  <a:ext uri="{FF2B5EF4-FFF2-40B4-BE49-F238E27FC236}">
                    <a16:creationId xmlns:a16="http://schemas.microsoft.com/office/drawing/2014/main" id="{87988AFD-0601-F838-491C-BED080B08609}"/>
                  </a:ext>
                </a:extLst>
              </p:cNvPr>
              <p:cNvSpPr/>
              <p:nvPr/>
            </p:nvSpPr>
            <p:spPr>
              <a:xfrm>
                <a:off x="7285585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1" name="Freeform 50050">
                <a:extLst>
                  <a:ext uri="{FF2B5EF4-FFF2-40B4-BE49-F238E27FC236}">
                    <a16:creationId xmlns:a16="http://schemas.microsoft.com/office/drawing/2014/main" id="{568F8D5A-59D5-22F3-7FA5-574379F9A063}"/>
                  </a:ext>
                </a:extLst>
              </p:cNvPr>
              <p:cNvSpPr/>
              <p:nvPr/>
            </p:nvSpPr>
            <p:spPr>
              <a:xfrm>
                <a:off x="7286180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2" name="Freeform 50051">
                <a:extLst>
                  <a:ext uri="{FF2B5EF4-FFF2-40B4-BE49-F238E27FC236}">
                    <a16:creationId xmlns:a16="http://schemas.microsoft.com/office/drawing/2014/main" id="{6E2473EC-E225-2F12-0A20-B5B2BEDE1F47}"/>
                  </a:ext>
                </a:extLst>
              </p:cNvPr>
              <p:cNvSpPr/>
              <p:nvPr/>
            </p:nvSpPr>
            <p:spPr>
              <a:xfrm>
                <a:off x="7286677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3" name="Freeform 50052">
                <a:extLst>
                  <a:ext uri="{FF2B5EF4-FFF2-40B4-BE49-F238E27FC236}">
                    <a16:creationId xmlns:a16="http://schemas.microsoft.com/office/drawing/2014/main" id="{44B7725C-8954-368D-A0D5-9ED891D7F4FB}"/>
                  </a:ext>
                </a:extLst>
              </p:cNvPr>
              <p:cNvSpPr/>
              <p:nvPr/>
            </p:nvSpPr>
            <p:spPr>
              <a:xfrm>
                <a:off x="7287173" y="6033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4" name="Freeform 50053">
                <a:extLst>
                  <a:ext uri="{FF2B5EF4-FFF2-40B4-BE49-F238E27FC236}">
                    <a16:creationId xmlns:a16="http://schemas.microsoft.com/office/drawing/2014/main" id="{FF8026A3-FE8C-499A-106B-0C4FD1B09C99}"/>
                  </a:ext>
                </a:extLst>
              </p:cNvPr>
              <p:cNvSpPr/>
              <p:nvPr/>
            </p:nvSpPr>
            <p:spPr>
              <a:xfrm>
                <a:off x="7287768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5" name="Freeform 50054">
                <a:extLst>
                  <a:ext uri="{FF2B5EF4-FFF2-40B4-BE49-F238E27FC236}">
                    <a16:creationId xmlns:a16="http://schemas.microsoft.com/office/drawing/2014/main" id="{8E4EFBAE-18A2-41FB-0DB8-B945A2C791B2}"/>
                  </a:ext>
                </a:extLst>
              </p:cNvPr>
              <p:cNvSpPr/>
              <p:nvPr/>
            </p:nvSpPr>
            <p:spPr>
              <a:xfrm>
                <a:off x="7288264" y="5683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6" name="Freeform 50055">
                <a:extLst>
                  <a:ext uri="{FF2B5EF4-FFF2-40B4-BE49-F238E27FC236}">
                    <a16:creationId xmlns:a16="http://schemas.microsoft.com/office/drawing/2014/main" id="{D3763593-3978-67B4-4BA7-39AC47DD3231}"/>
                  </a:ext>
                </a:extLst>
              </p:cNvPr>
              <p:cNvSpPr/>
              <p:nvPr/>
            </p:nvSpPr>
            <p:spPr>
              <a:xfrm>
                <a:off x="7288760" y="5649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7" name="Freeform 50056">
                <a:extLst>
                  <a:ext uri="{FF2B5EF4-FFF2-40B4-BE49-F238E27FC236}">
                    <a16:creationId xmlns:a16="http://schemas.microsoft.com/office/drawing/2014/main" id="{00AF30AB-E964-BBC8-053A-2133EB5F8892}"/>
                  </a:ext>
                </a:extLst>
              </p:cNvPr>
              <p:cNvSpPr/>
              <p:nvPr/>
            </p:nvSpPr>
            <p:spPr>
              <a:xfrm>
                <a:off x="7289355" y="5661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8" name="Freeform 50057">
                <a:extLst>
                  <a:ext uri="{FF2B5EF4-FFF2-40B4-BE49-F238E27FC236}">
                    <a16:creationId xmlns:a16="http://schemas.microsoft.com/office/drawing/2014/main" id="{9FD12F56-7684-87A7-58C9-145F66D0CC48}"/>
                  </a:ext>
                </a:extLst>
              </p:cNvPr>
              <p:cNvSpPr/>
              <p:nvPr/>
            </p:nvSpPr>
            <p:spPr>
              <a:xfrm>
                <a:off x="7289852" y="5689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59" name="Freeform 50058">
                <a:extLst>
                  <a:ext uri="{FF2B5EF4-FFF2-40B4-BE49-F238E27FC236}">
                    <a16:creationId xmlns:a16="http://schemas.microsoft.com/office/drawing/2014/main" id="{FB0E0F1B-683B-A3F4-A539-475AEABB7362}"/>
                  </a:ext>
                </a:extLst>
              </p:cNvPr>
              <p:cNvSpPr/>
              <p:nvPr/>
            </p:nvSpPr>
            <p:spPr>
              <a:xfrm>
                <a:off x="7290348" y="55614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0" name="Freeform 50059">
                <a:extLst>
                  <a:ext uri="{FF2B5EF4-FFF2-40B4-BE49-F238E27FC236}">
                    <a16:creationId xmlns:a16="http://schemas.microsoft.com/office/drawing/2014/main" id="{488105BA-E1CE-D903-1191-2D267AF67CD6}"/>
                  </a:ext>
                </a:extLst>
              </p:cNvPr>
              <p:cNvSpPr/>
              <p:nvPr/>
            </p:nvSpPr>
            <p:spPr>
              <a:xfrm>
                <a:off x="7290844" y="5671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1" name="Freeform 50060">
                <a:extLst>
                  <a:ext uri="{FF2B5EF4-FFF2-40B4-BE49-F238E27FC236}">
                    <a16:creationId xmlns:a16="http://schemas.microsoft.com/office/drawing/2014/main" id="{08EE92C2-C05D-14E8-3DB4-A11BDD9B7643}"/>
                  </a:ext>
                </a:extLst>
              </p:cNvPr>
              <p:cNvSpPr/>
              <p:nvPr/>
            </p:nvSpPr>
            <p:spPr>
              <a:xfrm>
                <a:off x="7291439" y="577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2" name="Freeform 50061">
                <a:extLst>
                  <a:ext uri="{FF2B5EF4-FFF2-40B4-BE49-F238E27FC236}">
                    <a16:creationId xmlns:a16="http://schemas.microsoft.com/office/drawing/2014/main" id="{3C0BA1E3-5CA9-7E45-A9F6-A4C448B2D8C2}"/>
                  </a:ext>
                </a:extLst>
              </p:cNvPr>
              <p:cNvSpPr/>
              <p:nvPr/>
            </p:nvSpPr>
            <p:spPr>
              <a:xfrm>
                <a:off x="7291935" y="5789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3" name="Freeform 50062">
                <a:extLst>
                  <a:ext uri="{FF2B5EF4-FFF2-40B4-BE49-F238E27FC236}">
                    <a16:creationId xmlns:a16="http://schemas.microsoft.com/office/drawing/2014/main" id="{0CE3A325-31A1-2582-4236-CA34ECEACD1F}"/>
                  </a:ext>
                </a:extLst>
              </p:cNvPr>
              <p:cNvSpPr/>
              <p:nvPr/>
            </p:nvSpPr>
            <p:spPr>
              <a:xfrm>
                <a:off x="7292431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4" name="Freeform 50063">
                <a:extLst>
                  <a:ext uri="{FF2B5EF4-FFF2-40B4-BE49-F238E27FC236}">
                    <a16:creationId xmlns:a16="http://schemas.microsoft.com/office/drawing/2014/main" id="{97D1EA89-1B77-1E62-7C4B-49CC37FB44CD}"/>
                  </a:ext>
                </a:extLst>
              </p:cNvPr>
              <p:cNvSpPr/>
              <p:nvPr/>
            </p:nvSpPr>
            <p:spPr>
              <a:xfrm>
                <a:off x="7293027" y="572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5" name="Freeform 50064">
                <a:extLst>
                  <a:ext uri="{FF2B5EF4-FFF2-40B4-BE49-F238E27FC236}">
                    <a16:creationId xmlns:a16="http://schemas.microsoft.com/office/drawing/2014/main" id="{52382658-ABC8-875C-2337-5C13D34393F9}"/>
                  </a:ext>
                </a:extLst>
              </p:cNvPr>
              <p:cNvSpPr/>
              <p:nvPr/>
            </p:nvSpPr>
            <p:spPr>
              <a:xfrm>
                <a:off x="7293523" y="5673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6" name="Freeform 50065">
                <a:extLst>
                  <a:ext uri="{FF2B5EF4-FFF2-40B4-BE49-F238E27FC236}">
                    <a16:creationId xmlns:a16="http://schemas.microsoft.com/office/drawing/2014/main" id="{CC2CF0C7-693E-1C60-3703-61905D4217FB}"/>
                  </a:ext>
                </a:extLst>
              </p:cNvPr>
              <p:cNvSpPr/>
              <p:nvPr/>
            </p:nvSpPr>
            <p:spPr>
              <a:xfrm>
                <a:off x="7294019" y="5670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7" name="Freeform 50066">
                <a:extLst>
                  <a:ext uri="{FF2B5EF4-FFF2-40B4-BE49-F238E27FC236}">
                    <a16:creationId xmlns:a16="http://schemas.microsoft.com/office/drawing/2014/main" id="{4D85CDED-F6E1-B963-37D4-7A5084F8F659}"/>
                  </a:ext>
                </a:extLst>
              </p:cNvPr>
              <p:cNvSpPr/>
              <p:nvPr/>
            </p:nvSpPr>
            <p:spPr>
              <a:xfrm>
                <a:off x="7294614" y="591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8" name="Freeform 50067">
                <a:extLst>
                  <a:ext uri="{FF2B5EF4-FFF2-40B4-BE49-F238E27FC236}">
                    <a16:creationId xmlns:a16="http://schemas.microsoft.com/office/drawing/2014/main" id="{C07CEFD0-3F17-E369-B730-7A2F65F89FB1}"/>
                  </a:ext>
                </a:extLst>
              </p:cNvPr>
              <p:cNvSpPr/>
              <p:nvPr/>
            </p:nvSpPr>
            <p:spPr>
              <a:xfrm>
                <a:off x="7295110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69" name="Freeform 50068">
                <a:extLst>
                  <a:ext uri="{FF2B5EF4-FFF2-40B4-BE49-F238E27FC236}">
                    <a16:creationId xmlns:a16="http://schemas.microsoft.com/office/drawing/2014/main" id="{60BF9D7E-7260-53FD-121C-6500A817B65D}"/>
                  </a:ext>
                </a:extLst>
              </p:cNvPr>
              <p:cNvSpPr/>
              <p:nvPr/>
            </p:nvSpPr>
            <p:spPr>
              <a:xfrm>
                <a:off x="7295606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0" name="Freeform 50069">
                <a:extLst>
                  <a:ext uri="{FF2B5EF4-FFF2-40B4-BE49-F238E27FC236}">
                    <a16:creationId xmlns:a16="http://schemas.microsoft.com/office/drawing/2014/main" id="{796B05B6-E51E-0181-DF40-03D383E93EA8}"/>
                  </a:ext>
                </a:extLst>
              </p:cNvPr>
              <p:cNvSpPr/>
              <p:nvPr/>
            </p:nvSpPr>
            <p:spPr>
              <a:xfrm>
                <a:off x="7296202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1" name="Freeform 50070">
                <a:extLst>
                  <a:ext uri="{FF2B5EF4-FFF2-40B4-BE49-F238E27FC236}">
                    <a16:creationId xmlns:a16="http://schemas.microsoft.com/office/drawing/2014/main" id="{2CFBFD0D-AC53-9DF7-C12E-1E5CD540264A}"/>
                  </a:ext>
                </a:extLst>
              </p:cNvPr>
              <p:cNvSpPr/>
              <p:nvPr/>
            </p:nvSpPr>
            <p:spPr>
              <a:xfrm>
                <a:off x="7296698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2" name="Freeform 50071">
                <a:extLst>
                  <a:ext uri="{FF2B5EF4-FFF2-40B4-BE49-F238E27FC236}">
                    <a16:creationId xmlns:a16="http://schemas.microsoft.com/office/drawing/2014/main" id="{1FF86C91-DCAE-49E7-7C5B-E6034D9450D2}"/>
                  </a:ext>
                </a:extLst>
              </p:cNvPr>
              <p:cNvSpPr/>
              <p:nvPr/>
            </p:nvSpPr>
            <p:spPr>
              <a:xfrm>
                <a:off x="7297194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3" name="Freeform 50072">
                <a:extLst>
                  <a:ext uri="{FF2B5EF4-FFF2-40B4-BE49-F238E27FC236}">
                    <a16:creationId xmlns:a16="http://schemas.microsoft.com/office/drawing/2014/main" id="{1F0DF48E-EDFA-BF23-BE11-2048F1491898}"/>
                  </a:ext>
                </a:extLst>
              </p:cNvPr>
              <p:cNvSpPr/>
              <p:nvPr/>
            </p:nvSpPr>
            <p:spPr>
              <a:xfrm>
                <a:off x="7297789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4" name="Freeform 50073">
                <a:extLst>
                  <a:ext uri="{FF2B5EF4-FFF2-40B4-BE49-F238E27FC236}">
                    <a16:creationId xmlns:a16="http://schemas.microsoft.com/office/drawing/2014/main" id="{374B9EA3-FECD-8A19-E5F8-DC4A8A65928F}"/>
                  </a:ext>
                </a:extLst>
              </p:cNvPr>
              <p:cNvSpPr/>
              <p:nvPr/>
            </p:nvSpPr>
            <p:spPr>
              <a:xfrm>
                <a:off x="7298285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5" name="Freeform 50074">
                <a:extLst>
                  <a:ext uri="{FF2B5EF4-FFF2-40B4-BE49-F238E27FC236}">
                    <a16:creationId xmlns:a16="http://schemas.microsoft.com/office/drawing/2014/main" id="{5C4AC8F4-A1BD-50BD-E47E-07BC64B85EB0}"/>
                  </a:ext>
                </a:extLst>
              </p:cNvPr>
              <p:cNvSpPr/>
              <p:nvPr/>
            </p:nvSpPr>
            <p:spPr>
              <a:xfrm>
                <a:off x="7298781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6" name="Freeform 50075">
                <a:extLst>
                  <a:ext uri="{FF2B5EF4-FFF2-40B4-BE49-F238E27FC236}">
                    <a16:creationId xmlns:a16="http://schemas.microsoft.com/office/drawing/2014/main" id="{A3F9C764-0802-5FF0-604E-134530EEB3B4}"/>
                  </a:ext>
                </a:extLst>
              </p:cNvPr>
              <p:cNvSpPr/>
              <p:nvPr/>
            </p:nvSpPr>
            <p:spPr>
              <a:xfrm>
                <a:off x="7299377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7" name="Freeform 50076">
                <a:extLst>
                  <a:ext uri="{FF2B5EF4-FFF2-40B4-BE49-F238E27FC236}">
                    <a16:creationId xmlns:a16="http://schemas.microsoft.com/office/drawing/2014/main" id="{1DD9D3E9-14A8-52C2-3A41-BC1ED7698A72}"/>
                  </a:ext>
                </a:extLst>
              </p:cNvPr>
              <p:cNvSpPr/>
              <p:nvPr/>
            </p:nvSpPr>
            <p:spPr>
              <a:xfrm>
                <a:off x="7299873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8" name="Freeform 50077">
                <a:extLst>
                  <a:ext uri="{FF2B5EF4-FFF2-40B4-BE49-F238E27FC236}">
                    <a16:creationId xmlns:a16="http://schemas.microsoft.com/office/drawing/2014/main" id="{6A0F7FD6-BF87-5017-19FE-98B0DAAA8510}"/>
                  </a:ext>
                </a:extLst>
              </p:cNvPr>
              <p:cNvSpPr/>
              <p:nvPr/>
            </p:nvSpPr>
            <p:spPr>
              <a:xfrm>
                <a:off x="7300369" y="5834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79" name="Freeform 50078">
                <a:extLst>
                  <a:ext uri="{FF2B5EF4-FFF2-40B4-BE49-F238E27FC236}">
                    <a16:creationId xmlns:a16="http://schemas.microsoft.com/office/drawing/2014/main" id="{75D6C54B-3DFA-D91A-960C-1BE7C7E347D7}"/>
                  </a:ext>
                </a:extLst>
              </p:cNvPr>
              <p:cNvSpPr/>
              <p:nvPr/>
            </p:nvSpPr>
            <p:spPr>
              <a:xfrm>
                <a:off x="7300964" y="5689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0" name="Freeform 50079">
                <a:extLst>
                  <a:ext uri="{FF2B5EF4-FFF2-40B4-BE49-F238E27FC236}">
                    <a16:creationId xmlns:a16="http://schemas.microsoft.com/office/drawing/2014/main" id="{1E2103B9-C11F-B009-FEF5-5F3DB32C324A}"/>
                  </a:ext>
                </a:extLst>
              </p:cNvPr>
              <p:cNvSpPr/>
              <p:nvPr/>
            </p:nvSpPr>
            <p:spPr>
              <a:xfrm>
                <a:off x="7301460" y="5674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1" name="Freeform 50080">
                <a:extLst>
                  <a:ext uri="{FF2B5EF4-FFF2-40B4-BE49-F238E27FC236}">
                    <a16:creationId xmlns:a16="http://schemas.microsoft.com/office/drawing/2014/main" id="{F18D3983-909F-CE86-9F13-459B48A9F55A}"/>
                  </a:ext>
                </a:extLst>
              </p:cNvPr>
              <p:cNvSpPr/>
              <p:nvPr/>
            </p:nvSpPr>
            <p:spPr>
              <a:xfrm>
                <a:off x="7301956" y="5686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2" name="Freeform 50081">
                <a:extLst>
                  <a:ext uri="{FF2B5EF4-FFF2-40B4-BE49-F238E27FC236}">
                    <a16:creationId xmlns:a16="http://schemas.microsoft.com/office/drawing/2014/main" id="{07CD4589-F67F-3EE0-AE1A-BDF5252E3B69}"/>
                  </a:ext>
                </a:extLst>
              </p:cNvPr>
              <p:cNvSpPr/>
              <p:nvPr/>
            </p:nvSpPr>
            <p:spPr>
              <a:xfrm>
                <a:off x="7302452" y="5721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3" name="Freeform 50082">
                <a:extLst>
                  <a:ext uri="{FF2B5EF4-FFF2-40B4-BE49-F238E27FC236}">
                    <a16:creationId xmlns:a16="http://schemas.microsoft.com/office/drawing/2014/main" id="{758946DF-92A2-AC00-2E14-031990DD4EE6}"/>
                  </a:ext>
                </a:extLst>
              </p:cNvPr>
              <p:cNvSpPr/>
              <p:nvPr/>
            </p:nvSpPr>
            <p:spPr>
              <a:xfrm>
                <a:off x="7303048" y="5616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4" name="Freeform 50083">
                <a:extLst>
                  <a:ext uri="{FF2B5EF4-FFF2-40B4-BE49-F238E27FC236}">
                    <a16:creationId xmlns:a16="http://schemas.microsoft.com/office/drawing/2014/main" id="{A7070DB0-EC23-2101-9F84-C9672C96E28A}"/>
                  </a:ext>
                </a:extLst>
              </p:cNvPr>
              <p:cNvSpPr/>
              <p:nvPr/>
            </p:nvSpPr>
            <p:spPr>
              <a:xfrm>
                <a:off x="7303544" y="5736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5" name="Freeform 50084">
                <a:extLst>
                  <a:ext uri="{FF2B5EF4-FFF2-40B4-BE49-F238E27FC236}">
                    <a16:creationId xmlns:a16="http://schemas.microsoft.com/office/drawing/2014/main" id="{7AC7D3DB-E3D0-0EBA-0DDE-4EF9BE8B004D}"/>
                  </a:ext>
                </a:extLst>
              </p:cNvPr>
              <p:cNvSpPr/>
              <p:nvPr/>
            </p:nvSpPr>
            <p:spPr>
              <a:xfrm>
                <a:off x="7304040" y="577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6" name="Freeform 50085">
                <a:extLst>
                  <a:ext uri="{FF2B5EF4-FFF2-40B4-BE49-F238E27FC236}">
                    <a16:creationId xmlns:a16="http://schemas.microsoft.com/office/drawing/2014/main" id="{C9FFCDA1-A33A-B397-656B-92A6DCE473EA}"/>
                  </a:ext>
                </a:extLst>
              </p:cNvPr>
              <p:cNvSpPr/>
              <p:nvPr/>
            </p:nvSpPr>
            <p:spPr>
              <a:xfrm>
                <a:off x="7304635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7" name="Freeform 50086">
                <a:extLst>
                  <a:ext uri="{FF2B5EF4-FFF2-40B4-BE49-F238E27FC236}">
                    <a16:creationId xmlns:a16="http://schemas.microsoft.com/office/drawing/2014/main" id="{C2A06913-B4F1-B1D6-73C9-72C94D0B0C94}"/>
                  </a:ext>
                </a:extLst>
              </p:cNvPr>
              <p:cNvSpPr/>
              <p:nvPr/>
            </p:nvSpPr>
            <p:spPr>
              <a:xfrm>
                <a:off x="7305131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8" name="Freeform 50087">
                <a:extLst>
                  <a:ext uri="{FF2B5EF4-FFF2-40B4-BE49-F238E27FC236}">
                    <a16:creationId xmlns:a16="http://schemas.microsoft.com/office/drawing/2014/main" id="{DB7AB19B-8DBA-67DC-DC32-2AAA7B89109E}"/>
                  </a:ext>
                </a:extLst>
              </p:cNvPr>
              <p:cNvSpPr/>
              <p:nvPr/>
            </p:nvSpPr>
            <p:spPr>
              <a:xfrm>
                <a:off x="7305627" y="572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89" name="Freeform 50088">
                <a:extLst>
                  <a:ext uri="{FF2B5EF4-FFF2-40B4-BE49-F238E27FC236}">
                    <a16:creationId xmlns:a16="http://schemas.microsoft.com/office/drawing/2014/main" id="{B7F212A6-ECF3-FEA7-89E0-0402149032D2}"/>
                  </a:ext>
                </a:extLst>
              </p:cNvPr>
              <p:cNvSpPr/>
              <p:nvPr/>
            </p:nvSpPr>
            <p:spPr>
              <a:xfrm>
                <a:off x="7306223" y="5685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0" name="Freeform 50089">
                <a:extLst>
                  <a:ext uri="{FF2B5EF4-FFF2-40B4-BE49-F238E27FC236}">
                    <a16:creationId xmlns:a16="http://schemas.microsoft.com/office/drawing/2014/main" id="{3C208766-384E-22BD-E73D-973F7BD3682D}"/>
                  </a:ext>
                </a:extLst>
              </p:cNvPr>
              <p:cNvSpPr/>
              <p:nvPr/>
            </p:nvSpPr>
            <p:spPr>
              <a:xfrm>
                <a:off x="7306719" y="56230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1" name="Freeform 50090">
                <a:extLst>
                  <a:ext uri="{FF2B5EF4-FFF2-40B4-BE49-F238E27FC236}">
                    <a16:creationId xmlns:a16="http://schemas.microsoft.com/office/drawing/2014/main" id="{ACC80817-1AAB-F43A-FF9A-4EEAF6AF1B6F}"/>
                  </a:ext>
                </a:extLst>
              </p:cNvPr>
              <p:cNvSpPr/>
              <p:nvPr/>
            </p:nvSpPr>
            <p:spPr>
              <a:xfrm>
                <a:off x="7307215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2" name="Freeform 50091">
                <a:extLst>
                  <a:ext uri="{FF2B5EF4-FFF2-40B4-BE49-F238E27FC236}">
                    <a16:creationId xmlns:a16="http://schemas.microsoft.com/office/drawing/2014/main" id="{B46B79DE-A55D-D194-0E47-C77349384A55}"/>
                  </a:ext>
                </a:extLst>
              </p:cNvPr>
              <p:cNvSpPr/>
              <p:nvPr/>
            </p:nvSpPr>
            <p:spPr>
              <a:xfrm>
                <a:off x="7307810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3" name="Freeform 50092">
                <a:extLst>
                  <a:ext uri="{FF2B5EF4-FFF2-40B4-BE49-F238E27FC236}">
                    <a16:creationId xmlns:a16="http://schemas.microsoft.com/office/drawing/2014/main" id="{9F870A84-24FD-1739-DAF8-BE1B259160CC}"/>
                  </a:ext>
                </a:extLst>
              </p:cNvPr>
              <p:cNvSpPr/>
              <p:nvPr/>
            </p:nvSpPr>
            <p:spPr>
              <a:xfrm>
                <a:off x="730830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4" name="Freeform 50093">
                <a:extLst>
                  <a:ext uri="{FF2B5EF4-FFF2-40B4-BE49-F238E27FC236}">
                    <a16:creationId xmlns:a16="http://schemas.microsoft.com/office/drawing/2014/main" id="{60CD020E-120E-F1B5-9D32-D52ED3F6FFB3}"/>
                  </a:ext>
                </a:extLst>
              </p:cNvPr>
              <p:cNvSpPr/>
              <p:nvPr/>
            </p:nvSpPr>
            <p:spPr>
              <a:xfrm>
                <a:off x="73088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5" name="Freeform 50094">
                <a:extLst>
                  <a:ext uri="{FF2B5EF4-FFF2-40B4-BE49-F238E27FC236}">
                    <a16:creationId xmlns:a16="http://schemas.microsoft.com/office/drawing/2014/main" id="{11DFB49E-8B1D-5A1E-4C7D-2FD1870B838B}"/>
                  </a:ext>
                </a:extLst>
              </p:cNvPr>
              <p:cNvSpPr/>
              <p:nvPr/>
            </p:nvSpPr>
            <p:spPr>
              <a:xfrm>
                <a:off x="73093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6" name="Freeform 50095">
                <a:extLst>
                  <a:ext uri="{FF2B5EF4-FFF2-40B4-BE49-F238E27FC236}">
                    <a16:creationId xmlns:a16="http://schemas.microsoft.com/office/drawing/2014/main" id="{09C06C43-AC11-92A7-8316-FE1F20FEBADE}"/>
                  </a:ext>
                </a:extLst>
              </p:cNvPr>
              <p:cNvSpPr/>
              <p:nvPr/>
            </p:nvSpPr>
            <p:spPr>
              <a:xfrm>
                <a:off x="730989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7" name="Freeform 50096">
                <a:extLst>
                  <a:ext uri="{FF2B5EF4-FFF2-40B4-BE49-F238E27FC236}">
                    <a16:creationId xmlns:a16="http://schemas.microsoft.com/office/drawing/2014/main" id="{4EF761EF-33B5-8931-0E26-E9C0635A7304}"/>
                  </a:ext>
                </a:extLst>
              </p:cNvPr>
              <p:cNvSpPr/>
              <p:nvPr/>
            </p:nvSpPr>
            <p:spPr>
              <a:xfrm>
                <a:off x="73103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8" name="Freeform 50097">
                <a:extLst>
                  <a:ext uri="{FF2B5EF4-FFF2-40B4-BE49-F238E27FC236}">
                    <a16:creationId xmlns:a16="http://schemas.microsoft.com/office/drawing/2014/main" id="{26576FAB-D196-0D35-F171-279DD7704156}"/>
                  </a:ext>
                </a:extLst>
              </p:cNvPr>
              <p:cNvSpPr/>
              <p:nvPr/>
            </p:nvSpPr>
            <p:spPr>
              <a:xfrm>
                <a:off x="73109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99" name="Freeform 50098">
                <a:extLst>
                  <a:ext uri="{FF2B5EF4-FFF2-40B4-BE49-F238E27FC236}">
                    <a16:creationId xmlns:a16="http://schemas.microsoft.com/office/drawing/2014/main" id="{8456A749-AA3B-6F16-4778-C10DA5B85E12}"/>
                  </a:ext>
                </a:extLst>
              </p:cNvPr>
              <p:cNvSpPr/>
              <p:nvPr/>
            </p:nvSpPr>
            <p:spPr>
              <a:xfrm>
                <a:off x="73114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0" name="Freeform 50099">
                <a:extLst>
                  <a:ext uri="{FF2B5EF4-FFF2-40B4-BE49-F238E27FC236}">
                    <a16:creationId xmlns:a16="http://schemas.microsoft.com/office/drawing/2014/main" id="{54D638BC-2B60-E25F-F97D-BC648F568216}"/>
                  </a:ext>
                </a:extLst>
              </p:cNvPr>
              <p:cNvSpPr/>
              <p:nvPr/>
            </p:nvSpPr>
            <p:spPr>
              <a:xfrm>
                <a:off x="73119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1" name="Freeform 50100">
                <a:extLst>
                  <a:ext uri="{FF2B5EF4-FFF2-40B4-BE49-F238E27FC236}">
                    <a16:creationId xmlns:a16="http://schemas.microsoft.com/office/drawing/2014/main" id="{ECD8956E-B70D-0F23-94C4-072641295EE1}"/>
                  </a:ext>
                </a:extLst>
              </p:cNvPr>
              <p:cNvSpPr/>
              <p:nvPr/>
            </p:nvSpPr>
            <p:spPr>
              <a:xfrm>
                <a:off x="7312573" y="60600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2" name="Freeform 50101">
                <a:extLst>
                  <a:ext uri="{FF2B5EF4-FFF2-40B4-BE49-F238E27FC236}">
                    <a16:creationId xmlns:a16="http://schemas.microsoft.com/office/drawing/2014/main" id="{6B6876E5-D6B4-B621-CB1B-DE6B1931BA93}"/>
                  </a:ext>
                </a:extLst>
              </p:cNvPr>
              <p:cNvSpPr/>
              <p:nvPr/>
            </p:nvSpPr>
            <p:spPr>
              <a:xfrm>
                <a:off x="7313069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3" name="Freeform 50102">
                <a:extLst>
                  <a:ext uri="{FF2B5EF4-FFF2-40B4-BE49-F238E27FC236}">
                    <a16:creationId xmlns:a16="http://schemas.microsoft.com/office/drawing/2014/main" id="{85F709FA-1719-986C-965D-1647386E81C0}"/>
                  </a:ext>
                </a:extLst>
              </p:cNvPr>
              <p:cNvSpPr/>
              <p:nvPr/>
            </p:nvSpPr>
            <p:spPr>
              <a:xfrm>
                <a:off x="7313565" y="5747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4" name="Freeform 50103">
                <a:extLst>
                  <a:ext uri="{FF2B5EF4-FFF2-40B4-BE49-F238E27FC236}">
                    <a16:creationId xmlns:a16="http://schemas.microsoft.com/office/drawing/2014/main" id="{2F63C874-82B9-49BE-E81A-8EBAD5D472B2}"/>
                  </a:ext>
                </a:extLst>
              </p:cNvPr>
              <p:cNvSpPr/>
              <p:nvPr/>
            </p:nvSpPr>
            <p:spPr>
              <a:xfrm>
                <a:off x="7314160" y="574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5" name="Freeform 50104">
                <a:extLst>
                  <a:ext uri="{FF2B5EF4-FFF2-40B4-BE49-F238E27FC236}">
                    <a16:creationId xmlns:a16="http://schemas.microsoft.com/office/drawing/2014/main" id="{8DB8F7B1-1CBD-4A09-D62C-47F961A020E2}"/>
                  </a:ext>
                </a:extLst>
              </p:cNvPr>
              <p:cNvSpPr/>
              <p:nvPr/>
            </p:nvSpPr>
            <p:spPr>
              <a:xfrm>
                <a:off x="7314656" y="5743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6" name="Freeform 50105">
                <a:extLst>
                  <a:ext uri="{FF2B5EF4-FFF2-40B4-BE49-F238E27FC236}">
                    <a16:creationId xmlns:a16="http://schemas.microsoft.com/office/drawing/2014/main" id="{65093B93-325A-AE53-2A0B-18A42FBDAEF8}"/>
                  </a:ext>
                </a:extLst>
              </p:cNvPr>
              <p:cNvSpPr/>
              <p:nvPr/>
            </p:nvSpPr>
            <p:spPr>
              <a:xfrm>
                <a:off x="7315152" y="578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7" name="Freeform 50106">
                <a:extLst>
                  <a:ext uri="{FF2B5EF4-FFF2-40B4-BE49-F238E27FC236}">
                    <a16:creationId xmlns:a16="http://schemas.microsoft.com/office/drawing/2014/main" id="{5110840E-2135-63F0-4530-EBA915C543D7}"/>
                  </a:ext>
                </a:extLst>
              </p:cNvPr>
              <p:cNvSpPr/>
              <p:nvPr/>
            </p:nvSpPr>
            <p:spPr>
              <a:xfrm>
                <a:off x="7315648" y="5718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8" name="Freeform 50107">
                <a:extLst>
                  <a:ext uri="{FF2B5EF4-FFF2-40B4-BE49-F238E27FC236}">
                    <a16:creationId xmlns:a16="http://schemas.microsoft.com/office/drawing/2014/main" id="{55CE78FA-04D9-5BB9-2F14-59B501ACD356}"/>
                  </a:ext>
                </a:extLst>
              </p:cNvPr>
              <p:cNvSpPr/>
              <p:nvPr/>
            </p:nvSpPr>
            <p:spPr>
              <a:xfrm>
                <a:off x="7316244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09" name="Freeform 50108">
                <a:extLst>
                  <a:ext uri="{FF2B5EF4-FFF2-40B4-BE49-F238E27FC236}">
                    <a16:creationId xmlns:a16="http://schemas.microsoft.com/office/drawing/2014/main" id="{8D0CD4C4-A6A7-149E-26B6-5D9EBB262C74}"/>
                  </a:ext>
                </a:extLst>
              </p:cNvPr>
              <p:cNvSpPr/>
              <p:nvPr/>
            </p:nvSpPr>
            <p:spPr>
              <a:xfrm>
                <a:off x="7316740" y="581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0" name="Freeform 50109">
                <a:extLst>
                  <a:ext uri="{FF2B5EF4-FFF2-40B4-BE49-F238E27FC236}">
                    <a16:creationId xmlns:a16="http://schemas.microsoft.com/office/drawing/2014/main" id="{6580100D-CF2C-836B-DBB3-2BF5A98B205F}"/>
                  </a:ext>
                </a:extLst>
              </p:cNvPr>
              <p:cNvSpPr/>
              <p:nvPr/>
            </p:nvSpPr>
            <p:spPr>
              <a:xfrm>
                <a:off x="7317236" y="582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1" name="Freeform 50110">
                <a:extLst>
                  <a:ext uri="{FF2B5EF4-FFF2-40B4-BE49-F238E27FC236}">
                    <a16:creationId xmlns:a16="http://schemas.microsoft.com/office/drawing/2014/main" id="{83C1CB77-4A0B-CA37-F38D-E7AEA97D5FDD}"/>
                  </a:ext>
                </a:extLst>
              </p:cNvPr>
              <p:cNvSpPr/>
              <p:nvPr/>
            </p:nvSpPr>
            <p:spPr>
              <a:xfrm>
                <a:off x="7317831" y="5785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2" name="Freeform 50111">
                <a:extLst>
                  <a:ext uri="{FF2B5EF4-FFF2-40B4-BE49-F238E27FC236}">
                    <a16:creationId xmlns:a16="http://schemas.microsoft.com/office/drawing/2014/main" id="{FBD2A106-CDD5-7214-A311-1158A8B0E93E}"/>
                  </a:ext>
                </a:extLst>
              </p:cNvPr>
              <p:cNvSpPr/>
              <p:nvPr/>
            </p:nvSpPr>
            <p:spPr>
              <a:xfrm>
                <a:off x="7318327" y="577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3" name="Freeform 50112">
                <a:extLst>
                  <a:ext uri="{FF2B5EF4-FFF2-40B4-BE49-F238E27FC236}">
                    <a16:creationId xmlns:a16="http://schemas.microsoft.com/office/drawing/2014/main" id="{41D3332D-538B-CB93-4C05-910F91872D5E}"/>
                  </a:ext>
                </a:extLst>
              </p:cNvPr>
              <p:cNvSpPr/>
              <p:nvPr/>
            </p:nvSpPr>
            <p:spPr>
              <a:xfrm>
                <a:off x="7318823" y="5714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4" name="Freeform 50113">
                <a:extLst>
                  <a:ext uri="{FF2B5EF4-FFF2-40B4-BE49-F238E27FC236}">
                    <a16:creationId xmlns:a16="http://schemas.microsoft.com/office/drawing/2014/main" id="{A92CDC18-814B-EBB3-3ED0-A6D1DE75BE34}"/>
                  </a:ext>
                </a:extLst>
              </p:cNvPr>
              <p:cNvSpPr/>
              <p:nvPr/>
            </p:nvSpPr>
            <p:spPr>
              <a:xfrm>
                <a:off x="7319419" y="5663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5" name="Freeform 50114">
                <a:extLst>
                  <a:ext uri="{FF2B5EF4-FFF2-40B4-BE49-F238E27FC236}">
                    <a16:creationId xmlns:a16="http://schemas.microsoft.com/office/drawing/2014/main" id="{85876867-5A14-5772-6C05-42E4A36F3D14}"/>
                  </a:ext>
                </a:extLst>
              </p:cNvPr>
              <p:cNvSpPr/>
              <p:nvPr/>
            </p:nvSpPr>
            <p:spPr>
              <a:xfrm>
                <a:off x="7319915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6" name="Freeform 50115">
                <a:extLst>
                  <a:ext uri="{FF2B5EF4-FFF2-40B4-BE49-F238E27FC236}">
                    <a16:creationId xmlns:a16="http://schemas.microsoft.com/office/drawing/2014/main" id="{EE2E3769-613F-C31A-BE9D-4FAD11E115CB}"/>
                  </a:ext>
                </a:extLst>
              </p:cNvPr>
              <p:cNvSpPr/>
              <p:nvPr/>
            </p:nvSpPr>
            <p:spPr>
              <a:xfrm>
                <a:off x="7320411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7" name="Freeform 50116">
                <a:extLst>
                  <a:ext uri="{FF2B5EF4-FFF2-40B4-BE49-F238E27FC236}">
                    <a16:creationId xmlns:a16="http://schemas.microsoft.com/office/drawing/2014/main" id="{3ECBE1F8-3E3B-AD7C-4FA2-925E9DD7FAE9}"/>
                  </a:ext>
                </a:extLst>
              </p:cNvPr>
              <p:cNvSpPr/>
              <p:nvPr/>
            </p:nvSpPr>
            <p:spPr>
              <a:xfrm>
                <a:off x="732100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8" name="Freeform 50117">
                <a:extLst>
                  <a:ext uri="{FF2B5EF4-FFF2-40B4-BE49-F238E27FC236}">
                    <a16:creationId xmlns:a16="http://schemas.microsoft.com/office/drawing/2014/main" id="{9D144282-41B0-6712-73A9-A3274204D444}"/>
                  </a:ext>
                </a:extLst>
              </p:cNvPr>
              <p:cNvSpPr/>
              <p:nvPr/>
            </p:nvSpPr>
            <p:spPr>
              <a:xfrm>
                <a:off x="7321502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19" name="Freeform 50118">
                <a:extLst>
                  <a:ext uri="{FF2B5EF4-FFF2-40B4-BE49-F238E27FC236}">
                    <a16:creationId xmlns:a16="http://schemas.microsoft.com/office/drawing/2014/main" id="{419D1BEA-D6CC-00B7-F06D-46B9A362678F}"/>
                  </a:ext>
                </a:extLst>
              </p:cNvPr>
              <p:cNvSpPr/>
              <p:nvPr/>
            </p:nvSpPr>
            <p:spPr>
              <a:xfrm>
                <a:off x="7321998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0" name="Freeform 50119">
                <a:extLst>
                  <a:ext uri="{FF2B5EF4-FFF2-40B4-BE49-F238E27FC236}">
                    <a16:creationId xmlns:a16="http://schemas.microsoft.com/office/drawing/2014/main" id="{907A23E8-40E9-EFD1-5947-5D779E3D9840}"/>
                  </a:ext>
                </a:extLst>
              </p:cNvPr>
              <p:cNvSpPr/>
              <p:nvPr/>
            </p:nvSpPr>
            <p:spPr>
              <a:xfrm>
                <a:off x="732259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1" name="Freeform 50120">
                <a:extLst>
                  <a:ext uri="{FF2B5EF4-FFF2-40B4-BE49-F238E27FC236}">
                    <a16:creationId xmlns:a16="http://schemas.microsoft.com/office/drawing/2014/main" id="{AE60566E-79D1-5FC4-D08B-B55381D352EE}"/>
                  </a:ext>
                </a:extLst>
              </p:cNvPr>
              <p:cNvSpPr/>
              <p:nvPr/>
            </p:nvSpPr>
            <p:spPr>
              <a:xfrm>
                <a:off x="73230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2" name="Freeform 50121">
                <a:extLst>
                  <a:ext uri="{FF2B5EF4-FFF2-40B4-BE49-F238E27FC236}">
                    <a16:creationId xmlns:a16="http://schemas.microsoft.com/office/drawing/2014/main" id="{FD2A67BE-268D-CF83-404F-61482A314327}"/>
                  </a:ext>
                </a:extLst>
              </p:cNvPr>
              <p:cNvSpPr/>
              <p:nvPr/>
            </p:nvSpPr>
            <p:spPr>
              <a:xfrm>
                <a:off x="73235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3" name="Freeform 50122">
                <a:extLst>
                  <a:ext uri="{FF2B5EF4-FFF2-40B4-BE49-F238E27FC236}">
                    <a16:creationId xmlns:a16="http://schemas.microsoft.com/office/drawing/2014/main" id="{10EDA1A3-CF74-C149-F003-A61E2817928F}"/>
                  </a:ext>
                </a:extLst>
              </p:cNvPr>
              <p:cNvSpPr/>
              <p:nvPr/>
            </p:nvSpPr>
            <p:spPr>
              <a:xfrm>
                <a:off x="73241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4" name="Freeform 50123">
                <a:extLst>
                  <a:ext uri="{FF2B5EF4-FFF2-40B4-BE49-F238E27FC236}">
                    <a16:creationId xmlns:a16="http://schemas.microsoft.com/office/drawing/2014/main" id="{22AAFF6B-15E7-DD15-0188-BB39A156371A}"/>
                  </a:ext>
                </a:extLst>
              </p:cNvPr>
              <p:cNvSpPr/>
              <p:nvPr/>
            </p:nvSpPr>
            <p:spPr>
              <a:xfrm>
                <a:off x="732467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5" name="Freeform 50124">
                <a:extLst>
                  <a:ext uri="{FF2B5EF4-FFF2-40B4-BE49-F238E27FC236}">
                    <a16:creationId xmlns:a16="http://schemas.microsoft.com/office/drawing/2014/main" id="{5B4BD679-C8E0-FD42-1339-1A74E284CDCB}"/>
                  </a:ext>
                </a:extLst>
              </p:cNvPr>
              <p:cNvSpPr/>
              <p:nvPr/>
            </p:nvSpPr>
            <p:spPr>
              <a:xfrm>
                <a:off x="7325173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6" name="Freeform 50125">
                <a:extLst>
                  <a:ext uri="{FF2B5EF4-FFF2-40B4-BE49-F238E27FC236}">
                    <a16:creationId xmlns:a16="http://schemas.microsoft.com/office/drawing/2014/main" id="{87D6E8B1-69C0-26B4-15EE-5CCC15A16FC2}"/>
                  </a:ext>
                </a:extLst>
              </p:cNvPr>
              <p:cNvSpPr/>
              <p:nvPr/>
            </p:nvSpPr>
            <p:spPr>
              <a:xfrm>
                <a:off x="7325769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7" name="Freeform 50126">
                <a:extLst>
                  <a:ext uri="{FF2B5EF4-FFF2-40B4-BE49-F238E27FC236}">
                    <a16:creationId xmlns:a16="http://schemas.microsoft.com/office/drawing/2014/main" id="{97FA7CA0-2F92-294E-16B8-B37F3E6C7F1E}"/>
                  </a:ext>
                </a:extLst>
              </p:cNvPr>
              <p:cNvSpPr/>
              <p:nvPr/>
            </p:nvSpPr>
            <p:spPr>
              <a:xfrm>
                <a:off x="7326265" y="5785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8" name="Freeform 50127">
                <a:extLst>
                  <a:ext uri="{FF2B5EF4-FFF2-40B4-BE49-F238E27FC236}">
                    <a16:creationId xmlns:a16="http://schemas.microsoft.com/office/drawing/2014/main" id="{480629CD-9A9D-62F0-020E-65D57FA8064C}"/>
                  </a:ext>
                </a:extLst>
              </p:cNvPr>
              <p:cNvSpPr/>
              <p:nvPr/>
            </p:nvSpPr>
            <p:spPr>
              <a:xfrm>
                <a:off x="7326761" y="5776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29" name="Freeform 50128">
                <a:extLst>
                  <a:ext uri="{FF2B5EF4-FFF2-40B4-BE49-F238E27FC236}">
                    <a16:creationId xmlns:a16="http://schemas.microsoft.com/office/drawing/2014/main" id="{1F51BD71-BEA8-F777-AB80-E8AAD7A5655D}"/>
                  </a:ext>
                </a:extLst>
              </p:cNvPr>
              <p:cNvSpPr/>
              <p:nvPr/>
            </p:nvSpPr>
            <p:spPr>
              <a:xfrm>
                <a:off x="7327257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0" name="Freeform 50129">
                <a:extLst>
                  <a:ext uri="{FF2B5EF4-FFF2-40B4-BE49-F238E27FC236}">
                    <a16:creationId xmlns:a16="http://schemas.microsoft.com/office/drawing/2014/main" id="{A2DA471F-CA1A-2995-49D6-CB828A745E99}"/>
                  </a:ext>
                </a:extLst>
              </p:cNvPr>
              <p:cNvSpPr/>
              <p:nvPr/>
            </p:nvSpPr>
            <p:spPr>
              <a:xfrm>
                <a:off x="7327852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1" name="Freeform 50130">
                <a:extLst>
                  <a:ext uri="{FF2B5EF4-FFF2-40B4-BE49-F238E27FC236}">
                    <a16:creationId xmlns:a16="http://schemas.microsoft.com/office/drawing/2014/main" id="{0830F2AF-6F56-7F19-E74F-345A1BB8F041}"/>
                  </a:ext>
                </a:extLst>
              </p:cNvPr>
              <p:cNvSpPr/>
              <p:nvPr/>
            </p:nvSpPr>
            <p:spPr>
              <a:xfrm>
                <a:off x="7328348" y="5829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2" name="Freeform 50131">
                <a:extLst>
                  <a:ext uri="{FF2B5EF4-FFF2-40B4-BE49-F238E27FC236}">
                    <a16:creationId xmlns:a16="http://schemas.microsoft.com/office/drawing/2014/main" id="{7AAA7968-C7F2-4687-C2E8-2CB63D0C4FBE}"/>
                  </a:ext>
                </a:extLst>
              </p:cNvPr>
              <p:cNvSpPr/>
              <p:nvPr/>
            </p:nvSpPr>
            <p:spPr>
              <a:xfrm>
                <a:off x="7328845" y="5834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3" name="Freeform 50132">
                <a:extLst>
                  <a:ext uri="{FF2B5EF4-FFF2-40B4-BE49-F238E27FC236}">
                    <a16:creationId xmlns:a16="http://schemas.microsoft.com/office/drawing/2014/main" id="{2DF3CB54-19FF-4148-1E80-A55F980F123E}"/>
                  </a:ext>
                </a:extLst>
              </p:cNvPr>
              <p:cNvSpPr/>
              <p:nvPr/>
            </p:nvSpPr>
            <p:spPr>
              <a:xfrm>
                <a:off x="7329440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4" name="Freeform 50133">
                <a:extLst>
                  <a:ext uri="{FF2B5EF4-FFF2-40B4-BE49-F238E27FC236}">
                    <a16:creationId xmlns:a16="http://schemas.microsoft.com/office/drawing/2014/main" id="{7599E213-DE75-0074-EADF-5CDFAA87058A}"/>
                  </a:ext>
                </a:extLst>
              </p:cNvPr>
              <p:cNvSpPr/>
              <p:nvPr/>
            </p:nvSpPr>
            <p:spPr>
              <a:xfrm>
                <a:off x="7329936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5" name="Freeform 50134">
                <a:extLst>
                  <a:ext uri="{FF2B5EF4-FFF2-40B4-BE49-F238E27FC236}">
                    <a16:creationId xmlns:a16="http://schemas.microsoft.com/office/drawing/2014/main" id="{3ECBC58C-FBC5-52E6-C9E6-D6BF1F93AB99}"/>
                  </a:ext>
                </a:extLst>
              </p:cNvPr>
              <p:cNvSpPr/>
              <p:nvPr/>
            </p:nvSpPr>
            <p:spPr>
              <a:xfrm>
                <a:off x="7330432" y="5747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6" name="Freeform 50135">
                <a:extLst>
                  <a:ext uri="{FF2B5EF4-FFF2-40B4-BE49-F238E27FC236}">
                    <a16:creationId xmlns:a16="http://schemas.microsoft.com/office/drawing/2014/main" id="{39DDE39D-4345-F18E-DA0F-531C253B8DBC}"/>
                  </a:ext>
                </a:extLst>
              </p:cNvPr>
              <p:cNvSpPr/>
              <p:nvPr/>
            </p:nvSpPr>
            <p:spPr>
              <a:xfrm>
                <a:off x="7331027" y="5718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7" name="Freeform 50136">
                <a:extLst>
                  <a:ext uri="{FF2B5EF4-FFF2-40B4-BE49-F238E27FC236}">
                    <a16:creationId xmlns:a16="http://schemas.microsoft.com/office/drawing/2014/main" id="{8E42A1F5-9D4A-D386-BCB1-A514A5C0FB7E}"/>
                  </a:ext>
                </a:extLst>
              </p:cNvPr>
              <p:cNvSpPr/>
              <p:nvPr/>
            </p:nvSpPr>
            <p:spPr>
              <a:xfrm>
                <a:off x="7331523" y="5688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8" name="Freeform 50137">
                <a:extLst>
                  <a:ext uri="{FF2B5EF4-FFF2-40B4-BE49-F238E27FC236}">
                    <a16:creationId xmlns:a16="http://schemas.microsoft.com/office/drawing/2014/main" id="{B6CCFD4C-9271-2ECD-2718-EE4B3CB8518E}"/>
                  </a:ext>
                </a:extLst>
              </p:cNvPr>
              <p:cNvSpPr/>
              <p:nvPr/>
            </p:nvSpPr>
            <p:spPr>
              <a:xfrm>
                <a:off x="7332020" y="5682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39" name="Freeform 50138">
                <a:extLst>
                  <a:ext uri="{FF2B5EF4-FFF2-40B4-BE49-F238E27FC236}">
                    <a16:creationId xmlns:a16="http://schemas.microsoft.com/office/drawing/2014/main" id="{5839FC5A-1ABB-674E-0E68-4BAE31B0D4E4}"/>
                  </a:ext>
                </a:extLst>
              </p:cNvPr>
              <p:cNvSpPr/>
              <p:nvPr/>
            </p:nvSpPr>
            <p:spPr>
              <a:xfrm>
                <a:off x="7332615" y="5875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0" name="Freeform 50139">
                <a:extLst>
                  <a:ext uri="{FF2B5EF4-FFF2-40B4-BE49-F238E27FC236}">
                    <a16:creationId xmlns:a16="http://schemas.microsoft.com/office/drawing/2014/main" id="{0FBEDEF2-BE32-696C-CD90-4BC7934BBC08}"/>
                  </a:ext>
                </a:extLst>
              </p:cNvPr>
              <p:cNvSpPr/>
              <p:nvPr/>
            </p:nvSpPr>
            <p:spPr>
              <a:xfrm>
                <a:off x="7333111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1" name="Freeform 50140">
                <a:extLst>
                  <a:ext uri="{FF2B5EF4-FFF2-40B4-BE49-F238E27FC236}">
                    <a16:creationId xmlns:a16="http://schemas.microsoft.com/office/drawing/2014/main" id="{2F73EE31-09CF-B74C-A608-0923191884B4}"/>
                  </a:ext>
                </a:extLst>
              </p:cNvPr>
              <p:cNvSpPr/>
              <p:nvPr/>
            </p:nvSpPr>
            <p:spPr>
              <a:xfrm>
                <a:off x="7333607" y="6034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2" name="Freeform 50141">
                <a:extLst>
                  <a:ext uri="{FF2B5EF4-FFF2-40B4-BE49-F238E27FC236}">
                    <a16:creationId xmlns:a16="http://schemas.microsoft.com/office/drawing/2014/main" id="{4E3693CC-22EE-C3D4-B739-E0CE0C1B6C96}"/>
                  </a:ext>
                </a:extLst>
              </p:cNvPr>
              <p:cNvSpPr/>
              <p:nvPr/>
            </p:nvSpPr>
            <p:spPr>
              <a:xfrm>
                <a:off x="7334202" y="6035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3" name="Freeform 50142">
                <a:extLst>
                  <a:ext uri="{FF2B5EF4-FFF2-40B4-BE49-F238E27FC236}">
                    <a16:creationId xmlns:a16="http://schemas.microsoft.com/office/drawing/2014/main" id="{55405C03-4343-DE42-A6C2-72C9BC0929E7}"/>
                  </a:ext>
                </a:extLst>
              </p:cNvPr>
              <p:cNvSpPr/>
              <p:nvPr/>
            </p:nvSpPr>
            <p:spPr>
              <a:xfrm>
                <a:off x="7334698" y="6036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4" name="Freeform 50143">
                <a:extLst>
                  <a:ext uri="{FF2B5EF4-FFF2-40B4-BE49-F238E27FC236}">
                    <a16:creationId xmlns:a16="http://schemas.microsoft.com/office/drawing/2014/main" id="{A6BF7D5E-6ACA-7D0A-B5A0-391BDF8DF97A}"/>
                  </a:ext>
                </a:extLst>
              </p:cNvPr>
              <p:cNvSpPr/>
              <p:nvPr/>
            </p:nvSpPr>
            <p:spPr>
              <a:xfrm>
                <a:off x="7335195" y="6038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5" name="Freeform 50144">
                <a:extLst>
                  <a:ext uri="{FF2B5EF4-FFF2-40B4-BE49-F238E27FC236}">
                    <a16:creationId xmlns:a16="http://schemas.microsoft.com/office/drawing/2014/main" id="{722DEE18-E4E1-883B-5AC8-FA5CDE382D20}"/>
                  </a:ext>
                </a:extLst>
              </p:cNvPr>
              <p:cNvSpPr/>
              <p:nvPr/>
            </p:nvSpPr>
            <p:spPr>
              <a:xfrm>
                <a:off x="7335790" y="6038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6" name="Freeform 50145">
                <a:extLst>
                  <a:ext uri="{FF2B5EF4-FFF2-40B4-BE49-F238E27FC236}">
                    <a16:creationId xmlns:a16="http://schemas.microsoft.com/office/drawing/2014/main" id="{13A1C750-9CF6-574B-6B14-7597F0AD149F}"/>
                  </a:ext>
                </a:extLst>
              </p:cNvPr>
              <p:cNvSpPr/>
              <p:nvPr/>
            </p:nvSpPr>
            <p:spPr>
              <a:xfrm>
                <a:off x="7336286" y="603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7" name="Freeform 50146">
                <a:extLst>
                  <a:ext uri="{FF2B5EF4-FFF2-40B4-BE49-F238E27FC236}">
                    <a16:creationId xmlns:a16="http://schemas.microsoft.com/office/drawing/2014/main" id="{FC6D5924-4001-3498-A72D-C95E23587129}"/>
                  </a:ext>
                </a:extLst>
              </p:cNvPr>
              <p:cNvSpPr/>
              <p:nvPr/>
            </p:nvSpPr>
            <p:spPr>
              <a:xfrm>
                <a:off x="7336782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8" name="Freeform 50147">
                <a:extLst>
                  <a:ext uri="{FF2B5EF4-FFF2-40B4-BE49-F238E27FC236}">
                    <a16:creationId xmlns:a16="http://schemas.microsoft.com/office/drawing/2014/main" id="{DD14A728-784B-3129-13CF-2A0844C52E9A}"/>
                  </a:ext>
                </a:extLst>
              </p:cNvPr>
              <p:cNvSpPr/>
              <p:nvPr/>
            </p:nvSpPr>
            <p:spPr>
              <a:xfrm>
                <a:off x="7337377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49" name="Freeform 50148">
                <a:extLst>
                  <a:ext uri="{FF2B5EF4-FFF2-40B4-BE49-F238E27FC236}">
                    <a16:creationId xmlns:a16="http://schemas.microsoft.com/office/drawing/2014/main" id="{87171715-1EE4-1F26-FA6D-DAA0994F4FE4}"/>
                  </a:ext>
                </a:extLst>
              </p:cNvPr>
              <p:cNvSpPr/>
              <p:nvPr/>
            </p:nvSpPr>
            <p:spPr>
              <a:xfrm>
                <a:off x="7337873" y="6035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0" name="Freeform 50149">
                <a:extLst>
                  <a:ext uri="{FF2B5EF4-FFF2-40B4-BE49-F238E27FC236}">
                    <a16:creationId xmlns:a16="http://schemas.microsoft.com/office/drawing/2014/main" id="{FAA5603B-D267-2D7C-0E89-8E063CF531BE}"/>
                  </a:ext>
                </a:extLst>
              </p:cNvPr>
              <p:cNvSpPr/>
              <p:nvPr/>
            </p:nvSpPr>
            <p:spPr>
              <a:xfrm>
                <a:off x="7338370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1" name="Freeform 50150">
                <a:extLst>
                  <a:ext uri="{FF2B5EF4-FFF2-40B4-BE49-F238E27FC236}">
                    <a16:creationId xmlns:a16="http://schemas.microsoft.com/office/drawing/2014/main" id="{990EE6FE-6868-A042-4F0B-E3BEFF394DFC}"/>
                  </a:ext>
                </a:extLst>
              </p:cNvPr>
              <p:cNvSpPr/>
              <p:nvPr/>
            </p:nvSpPr>
            <p:spPr>
              <a:xfrm>
                <a:off x="7338965" y="568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2" name="Freeform 50151">
                <a:extLst>
                  <a:ext uri="{FF2B5EF4-FFF2-40B4-BE49-F238E27FC236}">
                    <a16:creationId xmlns:a16="http://schemas.microsoft.com/office/drawing/2014/main" id="{B8F829B8-3234-0D99-F93C-1055C887590B}"/>
                  </a:ext>
                </a:extLst>
              </p:cNvPr>
              <p:cNvSpPr/>
              <p:nvPr/>
            </p:nvSpPr>
            <p:spPr>
              <a:xfrm>
                <a:off x="7339461" y="5659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3" name="Freeform 50152">
                <a:extLst>
                  <a:ext uri="{FF2B5EF4-FFF2-40B4-BE49-F238E27FC236}">
                    <a16:creationId xmlns:a16="http://schemas.microsoft.com/office/drawing/2014/main" id="{9FF9CD4A-3E58-B816-4BC2-66AC9D3187D0}"/>
                  </a:ext>
                </a:extLst>
              </p:cNvPr>
              <p:cNvSpPr/>
              <p:nvPr/>
            </p:nvSpPr>
            <p:spPr>
              <a:xfrm>
                <a:off x="7339957" y="5660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4" name="Freeform 50153">
                <a:extLst>
                  <a:ext uri="{FF2B5EF4-FFF2-40B4-BE49-F238E27FC236}">
                    <a16:creationId xmlns:a16="http://schemas.microsoft.com/office/drawing/2014/main" id="{BE02DF55-5317-F770-A4BA-9C262019C29F}"/>
                  </a:ext>
                </a:extLst>
              </p:cNvPr>
              <p:cNvSpPr/>
              <p:nvPr/>
            </p:nvSpPr>
            <p:spPr>
              <a:xfrm>
                <a:off x="7340453" y="5668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5" name="Freeform 50154">
                <a:extLst>
                  <a:ext uri="{FF2B5EF4-FFF2-40B4-BE49-F238E27FC236}">
                    <a16:creationId xmlns:a16="http://schemas.microsoft.com/office/drawing/2014/main" id="{E9D3C820-E310-246F-6406-9B9C475F5813}"/>
                  </a:ext>
                </a:extLst>
              </p:cNvPr>
              <p:cNvSpPr/>
              <p:nvPr/>
            </p:nvSpPr>
            <p:spPr>
              <a:xfrm>
                <a:off x="7341048" y="5615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6" name="Freeform 50155">
                <a:extLst>
                  <a:ext uri="{FF2B5EF4-FFF2-40B4-BE49-F238E27FC236}">
                    <a16:creationId xmlns:a16="http://schemas.microsoft.com/office/drawing/2014/main" id="{39F0582F-18F6-AB11-9EBF-12143AA71016}"/>
                  </a:ext>
                </a:extLst>
              </p:cNvPr>
              <p:cNvSpPr/>
              <p:nvPr/>
            </p:nvSpPr>
            <p:spPr>
              <a:xfrm>
                <a:off x="7341545" y="571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7" name="Freeform 50156">
                <a:extLst>
                  <a:ext uri="{FF2B5EF4-FFF2-40B4-BE49-F238E27FC236}">
                    <a16:creationId xmlns:a16="http://schemas.microsoft.com/office/drawing/2014/main" id="{10F48300-50F5-0157-F3D9-1BD9C67639DE}"/>
                  </a:ext>
                </a:extLst>
              </p:cNvPr>
              <p:cNvSpPr/>
              <p:nvPr/>
            </p:nvSpPr>
            <p:spPr>
              <a:xfrm>
                <a:off x="7342041" y="56875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8" name="Freeform 50157">
                <a:extLst>
                  <a:ext uri="{FF2B5EF4-FFF2-40B4-BE49-F238E27FC236}">
                    <a16:creationId xmlns:a16="http://schemas.microsoft.com/office/drawing/2014/main" id="{5608EEA3-B139-6FA6-468C-9836282248EA}"/>
                  </a:ext>
                </a:extLst>
              </p:cNvPr>
              <p:cNvSpPr/>
              <p:nvPr/>
            </p:nvSpPr>
            <p:spPr>
              <a:xfrm>
                <a:off x="7342636" y="5673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59" name="Freeform 50158">
                <a:extLst>
                  <a:ext uri="{FF2B5EF4-FFF2-40B4-BE49-F238E27FC236}">
                    <a16:creationId xmlns:a16="http://schemas.microsoft.com/office/drawing/2014/main" id="{DBAC5FFD-5DCF-786B-7B7E-1B64B34F5294}"/>
                  </a:ext>
                </a:extLst>
              </p:cNvPr>
              <p:cNvSpPr/>
              <p:nvPr/>
            </p:nvSpPr>
            <p:spPr>
              <a:xfrm>
                <a:off x="7343132" y="562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0" name="Freeform 50159">
                <a:extLst>
                  <a:ext uri="{FF2B5EF4-FFF2-40B4-BE49-F238E27FC236}">
                    <a16:creationId xmlns:a16="http://schemas.microsoft.com/office/drawing/2014/main" id="{D660BE35-5E4A-13FE-2BFC-7DAA9E4031DD}"/>
                  </a:ext>
                </a:extLst>
              </p:cNvPr>
              <p:cNvSpPr/>
              <p:nvPr/>
            </p:nvSpPr>
            <p:spPr>
              <a:xfrm>
                <a:off x="7343628" y="55768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1" name="Freeform 50160">
                <a:extLst>
                  <a:ext uri="{FF2B5EF4-FFF2-40B4-BE49-F238E27FC236}">
                    <a16:creationId xmlns:a16="http://schemas.microsoft.com/office/drawing/2014/main" id="{49B5B062-9EDA-830E-BE23-7C1BBD40EE72}"/>
                  </a:ext>
                </a:extLst>
              </p:cNvPr>
              <p:cNvSpPr/>
              <p:nvPr/>
            </p:nvSpPr>
            <p:spPr>
              <a:xfrm>
                <a:off x="7344223" y="5527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2" name="Freeform 50161">
                <a:extLst>
                  <a:ext uri="{FF2B5EF4-FFF2-40B4-BE49-F238E27FC236}">
                    <a16:creationId xmlns:a16="http://schemas.microsoft.com/office/drawing/2014/main" id="{0F39D3C9-FD13-2BF4-5431-4CCE8D71F4EF}"/>
                  </a:ext>
                </a:extLst>
              </p:cNvPr>
              <p:cNvSpPr/>
              <p:nvPr/>
            </p:nvSpPr>
            <p:spPr>
              <a:xfrm>
                <a:off x="7344720" y="55062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3" name="Freeform 50162">
                <a:extLst>
                  <a:ext uri="{FF2B5EF4-FFF2-40B4-BE49-F238E27FC236}">
                    <a16:creationId xmlns:a16="http://schemas.microsoft.com/office/drawing/2014/main" id="{DC1B3FB0-0053-EB9A-F972-C9C6E22A4C98}"/>
                  </a:ext>
                </a:extLst>
              </p:cNvPr>
              <p:cNvSpPr/>
              <p:nvPr/>
            </p:nvSpPr>
            <p:spPr>
              <a:xfrm>
                <a:off x="7345216" y="5738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4" name="Freeform 50163">
                <a:extLst>
                  <a:ext uri="{FF2B5EF4-FFF2-40B4-BE49-F238E27FC236}">
                    <a16:creationId xmlns:a16="http://schemas.microsoft.com/office/drawing/2014/main" id="{38D8F4E4-2D81-A57E-E4E7-6805A3422979}"/>
                  </a:ext>
                </a:extLst>
              </p:cNvPr>
              <p:cNvSpPr/>
              <p:nvPr/>
            </p:nvSpPr>
            <p:spPr>
              <a:xfrm>
                <a:off x="7345811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5" name="Freeform 50164">
                <a:extLst>
                  <a:ext uri="{FF2B5EF4-FFF2-40B4-BE49-F238E27FC236}">
                    <a16:creationId xmlns:a16="http://schemas.microsoft.com/office/drawing/2014/main" id="{43CA24EA-B30C-88BC-FDDC-90A8852F2B02}"/>
                  </a:ext>
                </a:extLst>
              </p:cNvPr>
              <p:cNvSpPr/>
              <p:nvPr/>
            </p:nvSpPr>
            <p:spPr>
              <a:xfrm>
                <a:off x="7346307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6" name="Freeform 50165">
                <a:extLst>
                  <a:ext uri="{FF2B5EF4-FFF2-40B4-BE49-F238E27FC236}">
                    <a16:creationId xmlns:a16="http://schemas.microsoft.com/office/drawing/2014/main" id="{E7BECB30-E8B2-03D6-99C0-D3A4393A38BF}"/>
                  </a:ext>
                </a:extLst>
              </p:cNvPr>
              <p:cNvSpPr/>
              <p:nvPr/>
            </p:nvSpPr>
            <p:spPr>
              <a:xfrm>
                <a:off x="7346803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7" name="Freeform 50166">
                <a:extLst>
                  <a:ext uri="{FF2B5EF4-FFF2-40B4-BE49-F238E27FC236}">
                    <a16:creationId xmlns:a16="http://schemas.microsoft.com/office/drawing/2014/main" id="{30284311-8B72-4E0D-AB0C-A685E5317063}"/>
                  </a:ext>
                </a:extLst>
              </p:cNvPr>
              <p:cNvSpPr/>
              <p:nvPr/>
            </p:nvSpPr>
            <p:spPr>
              <a:xfrm>
                <a:off x="7347398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8" name="Freeform 50167">
                <a:extLst>
                  <a:ext uri="{FF2B5EF4-FFF2-40B4-BE49-F238E27FC236}">
                    <a16:creationId xmlns:a16="http://schemas.microsoft.com/office/drawing/2014/main" id="{A53BE845-BA93-0FDE-3D13-3985338BFFD9}"/>
                  </a:ext>
                </a:extLst>
              </p:cNvPr>
              <p:cNvSpPr/>
              <p:nvPr/>
            </p:nvSpPr>
            <p:spPr>
              <a:xfrm>
                <a:off x="7347895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69" name="Freeform 50168">
                <a:extLst>
                  <a:ext uri="{FF2B5EF4-FFF2-40B4-BE49-F238E27FC236}">
                    <a16:creationId xmlns:a16="http://schemas.microsoft.com/office/drawing/2014/main" id="{90B7E370-5F5B-3D2E-2F92-2DFF6A2A5EDE}"/>
                  </a:ext>
                </a:extLst>
              </p:cNvPr>
              <p:cNvSpPr/>
              <p:nvPr/>
            </p:nvSpPr>
            <p:spPr>
              <a:xfrm>
                <a:off x="7348391" y="602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0" name="Freeform 50169">
                <a:extLst>
                  <a:ext uri="{FF2B5EF4-FFF2-40B4-BE49-F238E27FC236}">
                    <a16:creationId xmlns:a16="http://schemas.microsoft.com/office/drawing/2014/main" id="{FF379C7C-7158-60EE-F1F1-0C9E3E4FA9D2}"/>
                  </a:ext>
                </a:extLst>
              </p:cNvPr>
              <p:cNvSpPr/>
              <p:nvPr/>
            </p:nvSpPr>
            <p:spPr>
              <a:xfrm>
                <a:off x="7348986" y="60295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1" name="Freeform 50170">
                <a:extLst>
                  <a:ext uri="{FF2B5EF4-FFF2-40B4-BE49-F238E27FC236}">
                    <a16:creationId xmlns:a16="http://schemas.microsoft.com/office/drawing/2014/main" id="{6F904596-6BC8-2889-6AA2-A6A822ABA799}"/>
                  </a:ext>
                </a:extLst>
              </p:cNvPr>
              <p:cNvSpPr/>
              <p:nvPr/>
            </p:nvSpPr>
            <p:spPr>
              <a:xfrm>
                <a:off x="7349482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2" name="Freeform 50171">
                <a:extLst>
                  <a:ext uri="{FF2B5EF4-FFF2-40B4-BE49-F238E27FC236}">
                    <a16:creationId xmlns:a16="http://schemas.microsoft.com/office/drawing/2014/main" id="{F3E0F43D-8E88-EDB3-C855-3288C5499663}"/>
                  </a:ext>
                </a:extLst>
              </p:cNvPr>
              <p:cNvSpPr/>
              <p:nvPr/>
            </p:nvSpPr>
            <p:spPr>
              <a:xfrm>
                <a:off x="7349978" y="60307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3" name="Freeform 50172">
                <a:extLst>
                  <a:ext uri="{FF2B5EF4-FFF2-40B4-BE49-F238E27FC236}">
                    <a16:creationId xmlns:a16="http://schemas.microsoft.com/office/drawing/2014/main" id="{E5FBB983-9EAB-92E1-6559-0C99A35F8527}"/>
                  </a:ext>
                </a:extLst>
              </p:cNvPr>
              <p:cNvSpPr/>
              <p:nvPr/>
            </p:nvSpPr>
            <p:spPr>
              <a:xfrm>
                <a:off x="7350573" y="6017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4" name="Freeform 50173">
                <a:extLst>
                  <a:ext uri="{FF2B5EF4-FFF2-40B4-BE49-F238E27FC236}">
                    <a16:creationId xmlns:a16="http://schemas.microsoft.com/office/drawing/2014/main" id="{472651F0-05C2-C1B6-2B5E-1634701BD9BB}"/>
                  </a:ext>
                </a:extLst>
              </p:cNvPr>
              <p:cNvSpPr/>
              <p:nvPr/>
            </p:nvSpPr>
            <p:spPr>
              <a:xfrm>
                <a:off x="7351070" y="5796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5" name="Freeform 50174">
                <a:extLst>
                  <a:ext uri="{FF2B5EF4-FFF2-40B4-BE49-F238E27FC236}">
                    <a16:creationId xmlns:a16="http://schemas.microsoft.com/office/drawing/2014/main" id="{3B780E16-CE37-4B6F-F439-9F0BC2063F5D}"/>
                  </a:ext>
                </a:extLst>
              </p:cNvPr>
              <p:cNvSpPr/>
              <p:nvPr/>
            </p:nvSpPr>
            <p:spPr>
              <a:xfrm>
                <a:off x="7351566" y="5692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6" name="Freeform 50175">
                <a:extLst>
                  <a:ext uri="{FF2B5EF4-FFF2-40B4-BE49-F238E27FC236}">
                    <a16:creationId xmlns:a16="http://schemas.microsoft.com/office/drawing/2014/main" id="{B5EDCAEC-C451-84A6-7B67-87157BC39473}"/>
                  </a:ext>
                </a:extLst>
              </p:cNvPr>
              <p:cNvSpPr/>
              <p:nvPr/>
            </p:nvSpPr>
            <p:spPr>
              <a:xfrm>
                <a:off x="7352062" y="5676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7" name="Freeform 50176">
                <a:extLst>
                  <a:ext uri="{FF2B5EF4-FFF2-40B4-BE49-F238E27FC236}">
                    <a16:creationId xmlns:a16="http://schemas.microsoft.com/office/drawing/2014/main" id="{66E1DA34-EF3E-8FEC-45DA-7EEBB3987E46}"/>
                  </a:ext>
                </a:extLst>
              </p:cNvPr>
              <p:cNvSpPr/>
              <p:nvPr/>
            </p:nvSpPr>
            <p:spPr>
              <a:xfrm>
                <a:off x="7352657" y="5676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8" name="Freeform 50177">
                <a:extLst>
                  <a:ext uri="{FF2B5EF4-FFF2-40B4-BE49-F238E27FC236}">
                    <a16:creationId xmlns:a16="http://schemas.microsoft.com/office/drawing/2014/main" id="{5F8EC7D1-2A41-FCAD-2A27-6F0892A18B92}"/>
                  </a:ext>
                </a:extLst>
              </p:cNvPr>
              <p:cNvSpPr/>
              <p:nvPr/>
            </p:nvSpPr>
            <p:spPr>
              <a:xfrm>
                <a:off x="7353153" y="575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79" name="Freeform 50178">
                <a:extLst>
                  <a:ext uri="{FF2B5EF4-FFF2-40B4-BE49-F238E27FC236}">
                    <a16:creationId xmlns:a16="http://schemas.microsoft.com/office/drawing/2014/main" id="{AACBEB32-46A5-748C-7746-A2B8555C2768}"/>
                  </a:ext>
                </a:extLst>
              </p:cNvPr>
              <p:cNvSpPr/>
              <p:nvPr/>
            </p:nvSpPr>
            <p:spPr>
              <a:xfrm>
                <a:off x="7353649" y="5720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0" name="Freeform 50179">
                <a:extLst>
                  <a:ext uri="{FF2B5EF4-FFF2-40B4-BE49-F238E27FC236}">
                    <a16:creationId xmlns:a16="http://schemas.microsoft.com/office/drawing/2014/main" id="{B268A816-4F8E-393F-8647-1DCD91BEED59}"/>
                  </a:ext>
                </a:extLst>
              </p:cNvPr>
              <p:cNvSpPr/>
              <p:nvPr/>
            </p:nvSpPr>
            <p:spPr>
              <a:xfrm>
                <a:off x="7354245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1" name="Freeform 50180">
                <a:extLst>
                  <a:ext uri="{FF2B5EF4-FFF2-40B4-BE49-F238E27FC236}">
                    <a16:creationId xmlns:a16="http://schemas.microsoft.com/office/drawing/2014/main" id="{D31F7EBD-D289-0B3F-B69D-53945F330E04}"/>
                  </a:ext>
                </a:extLst>
              </p:cNvPr>
              <p:cNvSpPr/>
              <p:nvPr/>
            </p:nvSpPr>
            <p:spPr>
              <a:xfrm>
                <a:off x="7354741" y="5682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2" name="Freeform 50181">
                <a:extLst>
                  <a:ext uri="{FF2B5EF4-FFF2-40B4-BE49-F238E27FC236}">
                    <a16:creationId xmlns:a16="http://schemas.microsoft.com/office/drawing/2014/main" id="{6B2531E1-71AB-9085-11EE-1250C68B826A}"/>
                  </a:ext>
                </a:extLst>
              </p:cNvPr>
              <p:cNvSpPr/>
              <p:nvPr/>
            </p:nvSpPr>
            <p:spPr>
              <a:xfrm>
                <a:off x="7355237" y="56548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3" name="Freeform 50182">
                <a:extLst>
                  <a:ext uri="{FF2B5EF4-FFF2-40B4-BE49-F238E27FC236}">
                    <a16:creationId xmlns:a16="http://schemas.microsoft.com/office/drawing/2014/main" id="{C56E53E8-D05F-D7E4-3546-F9C38906CEE5}"/>
                  </a:ext>
                </a:extLst>
              </p:cNvPr>
              <p:cNvSpPr/>
              <p:nvPr/>
            </p:nvSpPr>
            <p:spPr>
              <a:xfrm>
                <a:off x="7355832" y="56070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4" name="Freeform 50183">
                <a:extLst>
                  <a:ext uri="{FF2B5EF4-FFF2-40B4-BE49-F238E27FC236}">
                    <a16:creationId xmlns:a16="http://schemas.microsoft.com/office/drawing/2014/main" id="{CB340F69-C820-D65D-0374-B0ACC1E901EC}"/>
                  </a:ext>
                </a:extLst>
              </p:cNvPr>
              <p:cNvSpPr/>
              <p:nvPr/>
            </p:nvSpPr>
            <p:spPr>
              <a:xfrm>
                <a:off x="7356328" y="55463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5" name="Freeform 50184">
                <a:extLst>
                  <a:ext uri="{FF2B5EF4-FFF2-40B4-BE49-F238E27FC236}">
                    <a16:creationId xmlns:a16="http://schemas.microsoft.com/office/drawing/2014/main" id="{6DAE593E-CEF7-933B-89F7-E1CE87304D00}"/>
                  </a:ext>
                </a:extLst>
              </p:cNvPr>
              <p:cNvSpPr/>
              <p:nvPr/>
            </p:nvSpPr>
            <p:spPr>
              <a:xfrm>
                <a:off x="7356824" y="5469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6" name="Freeform 50185">
                <a:extLst>
                  <a:ext uri="{FF2B5EF4-FFF2-40B4-BE49-F238E27FC236}">
                    <a16:creationId xmlns:a16="http://schemas.microsoft.com/office/drawing/2014/main" id="{43406359-774A-818B-8AAB-AD72513BC675}"/>
                  </a:ext>
                </a:extLst>
              </p:cNvPr>
              <p:cNvSpPr/>
              <p:nvPr/>
            </p:nvSpPr>
            <p:spPr>
              <a:xfrm>
                <a:off x="7357420" y="54544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7" name="Freeform 50186">
                <a:extLst>
                  <a:ext uri="{FF2B5EF4-FFF2-40B4-BE49-F238E27FC236}">
                    <a16:creationId xmlns:a16="http://schemas.microsoft.com/office/drawing/2014/main" id="{9D9791C4-D42C-89C5-FFCA-39174C3781F9}"/>
                  </a:ext>
                </a:extLst>
              </p:cNvPr>
              <p:cNvSpPr/>
              <p:nvPr/>
            </p:nvSpPr>
            <p:spPr>
              <a:xfrm>
                <a:off x="7357916" y="5737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8" name="Freeform 50187">
                <a:extLst>
                  <a:ext uri="{FF2B5EF4-FFF2-40B4-BE49-F238E27FC236}">
                    <a16:creationId xmlns:a16="http://schemas.microsoft.com/office/drawing/2014/main" id="{5045E123-06FC-1FB4-C519-B208BC36444F}"/>
                  </a:ext>
                </a:extLst>
              </p:cNvPr>
              <p:cNvSpPr/>
              <p:nvPr/>
            </p:nvSpPr>
            <p:spPr>
              <a:xfrm>
                <a:off x="7358412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89" name="Freeform 50188">
                <a:extLst>
                  <a:ext uri="{FF2B5EF4-FFF2-40B4-BE49-F238E27FC236}">
                    <a16:creationId xmlns:a16="http://schemas.microsoft.com/office/drawing/2014/main" id="{1E564E0C-A1C0-43DD-3E62-1FEC6C61666F}"/>
                  </a:ext>
                </a:extLst>
              </p:cNvPr>
              <p:cNvSpPr/>
              <p:nvPr/>
            </p:nvSpPr>
            <p:spPr>
              <a:xfrm>
                <a:off x="7359007" y="5997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0" name="Freeform 50189">
                <a:extLst>
                  <a:ext uri="{FF2B5EF4-FFF2-40B4-BE49-F238E27FC236}">
                    <a16:creationId xmlns:a16="http://schemas.microsoft.com/office/drawing/2014/main" id="{32013059-D921-9830-A2DE-32EB43BCAD96}"/>
                  </a:ext>
                </a:extLst>
              </p:cNvPr>
              <p:cNvSpPr/>
              <p:nvPr/>
            </p:nvSpPr>
            <p:spPr>
              <a:xfrm>
                <a:off x="7359503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1" name="Freeform 50190">
                <a:extLst>
                  <a:ext uri="{FF2B5EF4-FFF2-40B4-BE49-F238E27FC236}">
                    <a16:creationId xmlns:a16="http://schemas.microsoft.com/office/drawing/2014/main" id="{99C47925-E78C-1A88-E48C-80FE40054E08}"/>
                  </a:ext>
                </a:extLst>
              </p:cNvPr>
              <p:cNvSpPr/>
              <p:nvPr/>
            </p:nvSpPr>
            <p:spPr>
              <a:xfrm>
                <a:off x="7359999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2" name="Freeform 50191">
                <a:extLst>
                  <a:ext uri="{FF2B5EF4-FFF2-40B4-BE49-F238E27FC236}">
                    <a16:creationId xmlns:a16="http://schemas.microsoft.com/office/drawing/2014/main" id="{17FA720B-CF04-6B9B-4389-AE11DBCEAD7A}"/>
                  </a:ext>
                </a:extLst>
              </p:cNvPr>
              <p:cNvSpPr/>
              <p:nvPr/>
            </p:nvSpPr>
            <p:spPr>
              <a:xfrm>
                <a:off x="7360595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3" name="Freeform 50192">
                <a:extLst>
                  <a:ext uri="{FF2B5EF4-FFF2-40B4-BE49-F238E27FC236}">
                    <a16:creationId xmlns:a16="http://schemas.microsoft.com/office/drawing/2014/main" id="{F70CF7C7-361D-1C57-39AE-3BE386CF9F1A}"/>
                  </a:ext>
                </a:extLst>
              </p:cNvPr>
              <p:cNvSpPr/>
              <p:nvPr/>
            </p:nvSpPr>
            <p:spPr>
              <a:xfrm>
                <a:off x="7361091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4" name="Freeform 50193">
                <a:extLst>
                  <a:ext uri="{FF2B5EF4-FFF2-40B4-BE49-F238E27FC236}">
                    <a16:creationId xmlns:a16="http://schemas.microsoft.com/office/drawing/2014/main" id="{D3084029-8F91-18DD-419F-557421D9821C}"/>
                  </a:ext>
                </a:extLst>
              </p:cNvPr>
              <p:cNvSpPr/>
              <p:nvPr/>
            </p:nvSpPr>
            <p:spPr>
              <a:xfrm>
                <a:off x="7361587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5" name="Freeform 50194">
                <a:extLst>
                  <a:ext uri="{FF2B5EF4-FFF2-40B4-BE49-F238E27FC236}">
                    <a16:creationId xmlns:a16="http://schemas.microsoft.com/office/drawing/2014/main" id="{3A3229C7-2664-C674-B75B-44F8AE70524C}"/>
                  </a:ext>
                </a:extLst>
              </p:cNvPr>
              <p:cNvSpPr/>
              <p:nvPr/>
            </p:nvSpPr>
            <p:spPr>
              <a:xfrm>
                <a:off x="7362182" y="6007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6" name="Freeform 50195">
                <a:extLst>
                  <a:ext uri="{FF2B5EF4-FFF2-40B4-BE49-F238E27FC236}">
                    <a16:creationId xmlns:a16="http://schemas.microsoft.com/office/drawing/2014/main" id="{B15578D9-1B9B-9899-DA0C-EBF41E981E04}"/>
                  </a:ext>
                </a:extLst>
              </p:cNvPr>
              <p:cNvSpPr/>
              <p:nvPr/>
            </p:nvSpPr>
            <p:spPr>
              <a:xfrm>
                <a:off x="7362678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7" name="Freeform 50196">
                <a:extLst>
                  <a:ext uri="{FF2B5EF4-FFF2-40B4-BE49-F238E27FC236}">
                    <a16:creationId xmlns:a16="http://schemas.microsoft.com/office/drawing/2014/main" id="{9F3B1D4F-04E8-5932-757F-3166F2EAC043}"/>
                  </a:ext>
                </a:extLst>
              </p:cNvPr>
              <p:cNvSpPr/>
              <p:nvPr/>
            </p:nvSpPr>
            <p:spPr>
              <a:xfrm>
                <a:off x="7363174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8" name="Freeform 50197">
                <a:extLst>
                  <a:ext uri="{FF2B5EF4-FFF2-40B4-BE49-F238E27FC236}">
                    <a16:creationId xmlns:a16="http://schemas.microsoft.com/office/drawing/2014/main" id="{BB7ACFAF-B71F-BA7F-F6C9-ED9C186E4650}"/>
                  </a:ext>
                </a:extLst>
              </p:cNvPr>
              <p:cNvSpPr/>
              <p:nvPr/>
            </p:nvSpPr>
            <p:spPr>
              <a:xfrm>
                <a:off x="7363670" y="5781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99" name="Freeform 50198">
                <a:extLst>
                  <a:ext uri="{FF2B5EF4-FFF2-40B4-BE49-F238E27FC236}">
                    <a16:creationId xmlns:a16="http://schemas.microsoft.com/office/drawing/2014/main" id="{9F2DDA88-0E46-524C-0D10-91B09FA469CB}"/>
                  </a:ext>
                </a:extLst>
              </p:cNvPr>
              <p:cNvSpPr/>
              <p:nvPr/>
            </p:nvSpPr>
            <p:spPr>
              <a:xfrm>
                <a:off x="7364266" y="5669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0" name="Freeform 50199">
                <a:extLst>
                  <a:ext uri="{FF2B5EF4-FFF2-40B4-BE49-F238E27FC236}">
                    <a16:creationId xmlns:a16="http://schemas.microsoft.com/office/drawing/2014/main" id="{234FB8B2-DB8D-BF1F-9E9E-597382C7651F}"/>
                  </a:ext>
                </a:extLst>
              </p:cNvPr>
              <p:cNvSpPr/>
              <p:nvPr/>
            </p:nvSpPr>
            <p:spPr>
              <a:xfrm>
                <a:off x="7364762" y="5663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1" name="Freeform 50200">
                <a:extLst>
                  <a:ext uri="{FF2B5EF4-FFF2-40B4-BE49-F238E27FC236}">
                    <a16:creationId xmlns:a16="http://schemas.microsoft.com/office/drawing/2014/main" id="{069A19EE-DA75-7D7F-9EB6-85211AE74219}"/>
                  </a:ext>
                </a:extLst>
              </p:cNvPr>
              <p:cNvSpPr/>
              <p:nvPr/>
            </p:nvSpPr>
            <p:spPr>
              <a:xfrm>
                <a:off x="7365258" y="5661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2" name="Freeform 50201">
                <a:extLst>
                  <a:ext uri="{FF2B5EF4-FFF2-40B4-BE49-F238E27FC236}">
                    <a16:creationId xmlns:a16="http://schemas.microsoft.com/office/drawing/2014/main" id="{9B874F46-A1D2-E777-B52B-8C31585481AB}"/>
                  </a:ext>
                </a:extLst>
              </p:cNvPr>
              <p:cNvSpPr/>
              <p:nvPr/>
            </p:nvSpPr>
            <p:spPr>
              <a:xfrm>
                <a:off x="7365853" y="5673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3" name="Freeform 50202">
                <a:extLst>
                  <a:ext uri="{FF2B5EF4-FFF2-40B4-BE49-F238E27FC236}">
                    <a16:creationId xmlns:a16="http://schemas.microsoft.com/office/drawing/2014/main" id="{5BCF6DE0-4E9D-A498-AF62-0620E918639B}"/>
                  </a:ext>
                </a:extLst>
              </p:cNvPr>
              <p:cNvSpPr/>
              <p:nvPr/>
            </p:nvSpPr>
            <p:spPr>
              <a:xfrm>
                <a:off x="7366349" y="5585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4" name="Freeform 50203">
                <a:extLst>
                  <a:ext uri="{FF2B5EF4-FFF2-40B4-BE49-F238E27FC236}">
                    <a16:creationId xmlns:a16="http://schemas.microsoft.com/office/drawing/2014/main" id="{29CBC27B-8E99-520C-F44C-B4313384A537}"/>
                  </a:ext>
                </a:extLst>
              </p:cNvPr>
              <p:cNvSpPr/>
              <p:nvPr/>
            </p:nvSpPr>
            <p:spPr>
              <a:xfrm>
                <a:off x="7366845" y="5690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5" name="Freeform 50204">
                <a:extLst>
                  <a:ext uri="{FF2B5EF4-FFF2-40B4-BE49-F238E27FC236}">
                    <a16:creationId xmlns:a16="http://schemas.microsoft.com/office/drawing/2014/main" id="{5C9D3248-0175-F942-1B41-B07C947CDB6D}"/>
                  </a:ext>
                </a:extLst>
              </p:cNvPr>
              <p:cNvSpPr/>
              <p:nvPr/>
            </p:nvSpPr>
            <p:spPr>
              <a:xfrm>
                <a:off x="7367441" y="5657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6" name="Freeform 50205">
                <a:extLst>
                  <a:ext uri="{FF2B5EF4-FFF2-40B4-BE49-F238E27FC236}">
                    <a16:creationId xmlns:a16="http://schemas.microsoft.com/office/drawing/2014/main" id="{65023F78-AD78-2913-23EA-DE6DB535BB5B}"/>
                  </a:ext>
                </a:extLst>
              </p:cNvPr>
              <p:cNvSpPr/>
              <p:nvPr/>
            </p:nvSpPr>
            <p:spPr>
              <a:xfrm>
                <a:off x="7367937" y="56222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7" name="Freeform 50206">
                <a:extLst>
                  <a:ext uri="{FF2B5EF4-FFF2-40B4-BE49-F238E27FC236}">
                    <a16:creationId xmlns:a16="http://schemas.microsoft.com/office/drawing/2014/main" id="{AAA385C6-E236-E0EB-E759-C5D1FE800D41}"/>
                  </a:ext>
                </a:extLst>
              </p:cNvPr>
              <p:cNvSpPr/>
              <p:nvPr/>
            </p:nvSpPr>
            <p:spPr>
              <a:xfrm>
                <a:off x="7368433" y="5589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8" name="Freeform 50207">
                <a:extLst>
                  <a:ext uri="{FF2B5EF4-FFF2-40B4-BE49-F238E27FC236}">
                    <a16:creationId xmlns:a16="http://schemas.microsoft.com/office/drawing/2014/main" id="{2ABB6A64-B95C-6710-D4E7-7474E0979248}"/>
                  </a:ext>
                </a:extLst>
              </p:cNvPr>
              <p:cNvSpPr/>
              <p:nvPr/>
            </p:nvSpPr>
            <p:spPr>
              <a:xfrm>
                <a:off x="7369028" y="55189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09" name="Freeform 50208">
                <a:extLst>
                  <a:ext uri="{FF2B5EF4-FFF2-40B4-BE49-F238E27FC236}">
                    <a16:creationId xmlns:a16="http://schemas.microsoft.com/office/drawing/2014/main" id="{3808EC92-5CAE-9290-9F89-0C2A3B4EEC3A}"/>
                  </a:ext>
                </a:extLst>
              </p:cNvPr>
              <p:cNvSpPr/>
              <p:nvPr/>
            </p:nvSpPr>
            <p:spPr>
              <a:xfrm>
                <a:off x="7369524" y="5452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0" name="Freeform 50209">
                <a:extLst>
                  <a:ext uri="{FF2B5EF4-FFF2-40B4-BE49-F238E27FC236}">
                    <a16:creationId xmlns:a16="http://schemas.microsoft.com/office/drawing/2014/main" id="{22DB5B44-DFBC-CFE4-1CA8-5B66A2529130}"/>
                  </a:ext>
                </a:extLst>
              </p:cNvPr>
              <p:cNvSpPr/>
              <p:nvPr/>
            </p:nvSpPr>
            <p:spPr>
              <a:xfrm>
                <a:off x="7370020" y="54336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1" name="Freeform 50210">
                <a:extLst>
                  <a:ext uri="{FF2B5EF4-FFF2-40B4-BE49-F238E27FC236}">
                    <a16:creationId xmlns:a16="http://schemas.microsoft.com/office/drawing/2014/main" id="{4289D075-CA4E-C913-2734-FD6F2E75DF02}"/>
                  </a:ext>
                </a:extLst>
              </p:cNvPr>
              <p:cNvSpPr/>
              <p:nvPr/>
            </p:nvSpPr>
            <p:spPr>
              <a:xfrm>
                <a:off x="7370616" y="5696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2" name="Freeform 50211">
                <a:extLst>
                  <a:ext uri="{FF2B5EF4-FFF2-40B4-BE49-F238E27FC236}">
                    <a16:creationId xmlns:a16="http://schemas.microsoft.com/office/drawing/2014/main" id="{826CBB74-954A-541F-0148-F1010F3F89E6}"/>
                  </a:ext>
                </a:extLst>
              </p:cNvPr>
              <p:cNvSpPr/>
              <p:nvPr/>
            </p:nvSpPr>
            <p:spPr>
              <a:xfrm>
                <a:off x="7371112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3" name="Freeform 50212">
                <a:extLst>
                  <a:ext uri="{FF2B5EF4-FFF2-40B4-BE49-F238E27FC236}">
                    <a16:creationId xmlns:a16="http://schemas.microsoft.com/office/drawing/2014/main" id="{77F61EC4-4E9C-17E1-E7E3-365553499AF6}"/>
                  </a:ext>
                </a:extLst>
              </p:cNvPr>
              <p:cNvSpPr/>
              <p:nvPr/>
            </p:nvSpPr>
            <p:spPr>
              <a:xfrm>
                <a:off x="7371608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4" name="Freeform 50213">
                <a:extLst>
                  <a:ext uri="{FF2B5EF4-FFF2-40B4-BE49-F238E27FC236}">
                    <a16:creationId xmlns:a16="http://schemas.microsoft.com/office/drawing/2014/main" id="{02129388-D04A-F6F4-2978-84E21C17E0AD}"/>
                  </a:ext>
                </a:extLst>
              </p:cNvPr>
              <p:cNvSpPr/>
              <p:nvPr/>
            </p:nvSpPr>
            <p:spPr>
              <a:xfrm>
                <a:off x="7372203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5" name="Freeform 50214">
                <a:extLst>
                  <a:ext uri="{FF2B5EF4-FFF2-40B4-BE49-F238E27FC236}">
                    <a16:creationId xmlns:a16="http://schemas.microsoft.com/office/drawing/2014/main" id="{BDA9F38F-28BA-0576-BAD3-A534BC9914F8}"/>
                  </a:ext>
                </a:extLst>
              </p:cNvPr>
              <p:cNvSpPr/>
              <p:nvPr/>
            </p:nvSpPr>
            <p:spPr>
              <a:xfrm>
                <a:off x="7372699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6" name="Freeform 50215">
                <a:extLst>
                  <a:ext uri="{FF2B5EF4-FFF2-40B4-BE49-F238E27FC236}">
                    <a16:creationId xmlns:a16="http://schemas.microsoft.com/office/drawing/2014/main" id="{8C4EB84B-9A7A-82A4-9CE9-1BBA9CDAAD7F}"/>
                  </a:ext>
                </a:extLst>
              </p:cNvPr>
              <p:cNvSpPr/>
              <p:nvPr/>
            </p:nvSpPr>
            <p:spPr>
              <a:xfrm>
                <a:off x="7373195" y="60123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7" name="Freeform 50216">
                <a:extLst>
                  <a:ext uri="{FF2B5EF4-FFF2-40B4-BE49-F238E27FC236}">
                    <a16:creationId xmlns:a16="http://schemas.microsoft.com/office/drawing/2014/main" id="{A1C9E38C-24D1-888B-F81A-3A491282C368}"/>
                  </a:ext>
                </a:extLst>
              </p:cNvPr>
              <p:cNvSpPr/>
              <p:nvPr/>
            </p:nvSpPr>
            <p:spPr>
              <a:xfrm>
                <a:off x="7373791" y="60131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8" name="Freeform 50217">
                <a:extLst>
                  <a:ext uri="{FF2B5EF4-FFF2-40B4-BE49-F238E27FC236}">
                    <a16:creationId xmlns:a16="http://schemas.microsoft.com/office/drawing/2014/main" id="{7E858474-5AF1-06E0-37A3-C3E8B24D2E1D}"/>
                  </a:ext>
                </a:extLst>
              </p:cNvPr>
              <p:cNvSpPr/>
              <p:nvPr/>
            </p:nvSpPr>
            <p:spPr>
              <a:xfrm>
                <a:off x="7374287" y="6014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19" name="Freeform 50218">
                <a:extLst>
                  <a:ext uri="{FF2B5EF4-FFF2-40B4-BE49-F238E27FC236}">
                    <a16:creationId xmlns:a16="http://schemas.microsoft.com/office/drawing/2014/main" id="{0EE88FD2-D254-B870-E40D-F21C79015D65}"/>
                  </a:ext>
                </a:extLst>
              </p:cNvPr>
              <p:cNvSpPr/>
              <p:nvPr/>
            </p:nvSpPr>
            <p:spPr>
              <a:xfrm>
                <a:off x="7374783" y="6016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0" name="Freeform 50219">
                <a:extLst>
                  <a:ext uri="{FF2B5EF4-FFF2-40B4-BE49-F238E27FC236}">
                    <a16:creationId xmlns:a16="http://schemas.microsoft.com/office/drawing/2014/main" id="{5390661E-F029-89D7-5962-4D4014696C5E}"/>
                  </a:ext>
                </a:extLst>
              </p:cNvPr>
              <p:cNvSpPr/>
              <p:nvPr/>
            </p:nvSpPr>
            <p:spPr>
              <a:xfrm>
                <a:off x="7375378" y="6016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1" name="Freeform 50220">
                <a:extLst>
                  <a:ext uri="{FF2B5EF4-FFF2-40B4-BE49-F238E27FC236}">
                    <a16:creationId xmlns:a16="http://schemas.microsoft.com/office/drawing/2014/main" id="{F6AB7C25-547A-5AB2-14F7-DA794FA0BE3B}"/>
                  </a:ext>
                </a:extLst>
              </p:cNvPr>
              <p:cNvSpPr/>
              <p:nvPr/>
            </p:nvSpPr>
            <p:spPr>
              <a:xfrm>
                <a:off x="7375874" y="5960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2" name="Freeform 50221">
                <a:extLst>
                  <a:ext uri="{FF2B5EF4-FFF2-40B4-BE49-F238E27FC236}">
                    <a16:creationId xmlns:a16="http://schemas.microsoft.com/office/drawing/2014/main" id="{BABC13A1-4866-4F08-0898-7546405EC846}"/>
                  </a:ext>
                </a:extLst>
              </p:cNvPr>
              <p:cNvSpPr/>
              <p:nvPr/>
            </p:nvSpPr>
            <p:spPr>
              <a:xfrm>
                <a:off x="7376370" y="5779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3" name="Freeform 50222">
                <a:extLst>
                  <a:ext uri="{FF2B5EF4-FFF2-40B4-BE49-F238E27FC236}">
                    <a16:creationId xmlns:a16="http://schemas.microsoft.com/office/drawing/2014/main" id="{9EDC04AE-0B2D-71D3-BA23-7C118A162E1C}"/>
                  </a:ext>
                </a:extLst>
              </p:cNvPr>
              <p:cNvSpPr/>
              <p:nvPr/>
            </p:nvSpPr>
            <p:spPr>
              <a:xfrm>
                <a:off x="7376866" y="5664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4" name="Freeform 50223">
                <a:extLst>
                  <a:ext uri="{FF2B5EF4-FFF2-40B4-BE49-F238E27FC236}">
                    <a16:creationId xmlns:a16="http://schemas.microsoft.com/office/drawing/2014/main" id="{E4A48E82-B044-99D1-212A-100253E7C5A6}"/>
                  </a:ext>
                </a:extLst>
              </p:cNvPr>
              <p:cNvSpPr/>
              <p:nvPr/>
            </p:nvSpPr>
            <p:spPr>
              <a:xfrm>
                <a:off x="7377462" y="5650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5" name="Freeform 50224">
                <a:extLst>
                  <a:ext uri="{FF2B5EF4-FFF2-40B4-BE49-F238E27FC236}">
                    <a16:creationId xmlns:a16="http://schemas.microsoft.com/office/drawing/2014/main" id="{DB16903C-3F3B-6EB5-B52A-346D31A9695C}"/>
                  </a:ext>
                </a:extLst>
              </p:cNvPr>
              <p:cNvSpPr/>
              <p:nvPr/>
            </p:nvSpPr>
            <p:spPr>
              <a:xfrm>
                <a:off x="7377958" y="5651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6" name="Freeform 50225">
                <a:extLst>
                  <a:ext uri="{FF2B5EF4-FFF2-40B4-BE49-F238E27FC236}">
                    <a16:creationId xmlns:a16="http://schemas.microsoft.com/office/drawing/2014/main" id="{518C7426-9A0D-963C-E536-254064507C76}"/>
                  </a:ext>
                </a:extLst>
              </p:cNvPr>
              <p:cNvSpPr/>
              <p:nvPr/>
            </p:nvSpPr>
            <p:spPr>
              <a:xfrm>
                <a:off x="7378454" y="5685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7" name="Freeform 50226">
                <a:extLst>
                  <a:ext uri="{FF2B5EF4-FFF2-40B4-BE49-F238E27FC236}">
                    <a16:creationId xmlns:a16="http://schemas.microsoft.com/office/drawing/2014/main" id="{B6396170-3E38-4D14-FD13-948B83A133EA}"/>
                  </a:ext>
                </a:extLst>
              </p:cNvPr>
              <p:cNvSpPr/>
              <p:nvPr/>
            </p:nvSpPr>
            <p:spPr>
              <a:xfrm>
                <a:off x="7379049" y="5600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8" name="Freeform 50227">
                <a:extLst>
                  <a:ext uri="{FF2B5EF4-FFF2-40B4-BE49-F238E27FC236}">
                    <a16:creationId xmlns:a16="http://schemas.microsoft.com/office/drawing/2014/main" id="{3BC00491-CA7D-B059-D1B8-0B9706CD265A}"/>
                  </a:ext>
                </a:extLst>
              </p:cNvPr>
              <p:cNvSpPr/>
              <p:nvPr/>
            </p:nvSpPr>
            <p:spPr>
              <a:xfrm>
                <a:off x="7379545" y="569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29" name="Freeform 50228">
                <a:extLst>
                  <a:ext uri="{FF2B5EF4-FFF2-40B4-BE49-F238E27FC236}">
                    <a16:creationId xmlns:a16="http://schemas.microsoft.com/office/drawing/2014/main" id="{BD77B5E4-CBE4-D661-1BDA-AF873A80320A}"/>
                  </a:ext>
                </a:extLst>
              </p:cNvPr>
              <p:cNvSpPr/>
              <p:nvPr/>
            </p:nvSpPr>
            <p:spPr>
              <a:xfrm>
                <a:off x="7380041" y="5654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0" name="Freeform 50229">
                <a:extLst>
                  <a:ext uri="{FF2B5EF4-FFF2-40B4-BE49-F238E27FC236}">
                    <a16:creationId xmlns:a16="http://schemas.microsoft.com/office/drawing/2014/main" id="{6482BB4D-37D7-F8D6-40F8-2B47BA585AAB}"/>
                  </a:ext>
                </a:extLst>
              </p:cNvPr>
              <p:cNvSpPr/>
              <p:nvPr/>
            </p:nvSpPr>
            <p:spPr>
              <a:xfrm>
                <a:off x="7380637" y="5623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1" name="Freeform 50230">
                <a:extLst>
                  <a:ext uri="{FF2B5EF4-FFF2-40B4-BE49-F238E27FC236}">
                    <a16:creationId xmlns:a16="http://schemas.microsoft.com/office/drawing/2014/main" id="{68830E57-D067-E511-C576-DA2EF0B5BFD5}"/>
                  </a:ext>
                </a:extLst>
              </p:cNvPr>
              <p:cNvSpPr/>
              <p:nvPr/>
            </p:nvSpPr>
            <p:spPr>
              <a:xfrm>
                <a:off x="7381133" y="5545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2" name="Freeform 50231">
                <a:extLst>
                  <a:ext uri="{FF2B5EF4-FFF2-40B4-BE49-F238E27FC236}">
                    <a16:creationId xmlns:a16="http://schemas.microsoft.com/office/drawing/2014/main" id="{E9669F5F-924E-5D0E-4C31-E7A055062B9D}"/>
                  </a:ext>
                </a:extLst>
              </p:cNvPr>
              <p:cNvSpPr/>
              <p:nvPr/>
            </p:nvSpPr>
            <p:spPr>
              <a:xfrm>
                <a:off x="7381629" y="54887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3" name="Freeform 50232">
                <a:extLst>
                  <a:ext uri="{FF2B5EF4-FFF2-40B4-BE49-F238E27FC236}">
                    <a16:creationId xmlns:a16="http://schemas.microsoft.com/office/drawing/2014/main" id="{E0F22650-9CB9-B773-89FA-C875A8C6A0BB}"/>
                  </a:ext>
                </a:extLst>
              </p:cNvPr>
              <p:cNvSpPr/>
              <p:nvPr/>
            </p:nvSpPr>
            <p:spPr>
              <a:xfrm>
                <a:off x="7382224" y="5424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4" name="Freeform 50233">
                <a:extLst>
                  <a:ext uri="{FF2B5EF4-FFF2-40B4-BE49-F238E27FC236}">
                    <a16:creationId xmlns:a16="http://schemas.microsoft.com/office/drawing/2014/main" id="{6D4671EC-FD19-E33E-5A77-07E2BFEBD729}"/>
                  </a:ext>
                </a:extLst>
              </p:cNvPr>
              <p:cNvSpPr/>
              <p:nvPr/>
            </p:nvSpPr>
            <p:spPr>
              <a:xfrm>
                <a:off x="7382720" y="54111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5" name="Freeform 50234">
                <a:extLst>
                  <a:ext uri="{FF2B5EF4-FFF2-40B4-BE49-F238E27FC236}">
                    <a16:creationId xmlns:a16="http://schemas.microsoft.com/office/drawing/2014/main" id="{704968F3-DA72-D09C-4199-025276B9860B}"/>
                  </a:ext>
                </a:extLst>
              </p:cNvPr>
              <p:cNvSpPr/>
              <p:nvPr/>
            </p:nvSpPr>
            <p:spPr>
              <a:xfrm>
                <a:off x="7383216" y="5659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6" name="Freeform 50235">
                <a:extLst>
                  <a:ext uri="{FF2B5EF4-FFF2-40B4-BE49-F238E27FC236}">
                    <a16:creationId xmlns:a16="http://schemas.microsoft.com/office/drawing/2014/main" id="{ACFD69B0-5C56-7D9A-912A-C27E8CD49705}"/>
                  </a:ext>
                </a:extLst>
              </p:cNvPr>
              <p:cNvSpPr/>
              <p:nvPr/>
            </p:nvSpPr>
            <p:spPr>
              <a:xfrm>
                <a:off x="7383812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7" name="Freeform 50236">
                <a:extLst>
                  <a:ext uri="{FF2B5EF4-FFF2-40B4-BE49-F238E27FC236}">
                    <a16:creationId xmlns:a16="http://schemas.microsoft.com/office/drawing/2014/main" id="{1CDD234F-F7F3-DB1F-4E53-D19584520A4E}"/>
                  </a:ext>
                </a:extLst>
              </p:cNvPr>
              <p:cNvSpPr/>
              <p:nvPr/>
            </p:nvSpPr>
            <p:spPr>
              <a:xfrm>
                <a:off x="7384308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8" name="Freeform 50237">
                <a:extLst>
                  <a:ext uri="{FF2B5EF4-FFF2-40B4-BE49-F238E27FC236}">
                    <a16:creationId xmlns:a16="http://schemas.microsoft.com/office/drawing/2014/main" id="{46BA53C2-75D7-02E9-BB12-F1D967CD0562}"/>
                  </a:ext>
                </a:extLst>
              </p:cNvPr>
              <p:cNvSpPr/>
              <p:nvPr/>
            </p:nvSpPr>
            <p:spPr>
              <a:xfrm>
                <a:off x="7384804" y="602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39" name="Freeform 50238">
                <a:extLst>
                  <a:ext uri="{FF2B5EF4-FFF2-40B4-BE49-F238E27FC236}">
                    <a16:creationId xmlns:a16="http://schemas.microsoft.com/office/drawing/2014/main" id="{643B7E55-FABD-1B53-9A95-037291939964}"/>
                  </a:ext>
                </a:extLst>
              </p:cNvPr>
              <p:cNvSpPr/>
              <p:nvPr/>
            </p:nvSpPr>
            <p:spPr>
              <a:xfrm>
                <a:off x="7385399" y="6028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0" name="Freeform 50239">
                <a:extLst>
                  <a:ext uri="{FF2B5EF4-FFF2-40B4-BE49-F238E27FC236}">
                    <a16:creationId xmlns:a16="http://schemas.microsoft.com/office/drawing/2014/main" id="{D9284D75-A756-79E4-86A1-70963CEAC41C}"/>
                  </a:ext>
                </a:extLst>
              </p:cNvPr>
              <p:cNvSpPr/>
              <p:nvPr/>
            </p:nvSpPr>
            <p:spPr>
              <a:xfrm>
                <a:off x="7385895" y="602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1" name="Freeform 50240">
                <a:extLst>
                  <a:ext uri="{FF2B5EF4-FFF2-40B4-BE49-F238E27FC236}">
                    <a16:creationId xmlns:a16="http://schemas.microsoft.com/office/drawing/2014/main" id="{5E939CA8-4DF8-BA9F-A5D6-56D19B81A62F}"/>
                  </a:ext>
                </a:extLst>
              </p:cNvPr>
              <p:cNvSpPr/>
              <p:nvPr/>
            </p:nvSpPr>
            <p:spPr>
              <a:xfrm>
                <a:off x="7386391" y="60270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2" name="Freeform 50241">
                <a:extLst>
                  <a:ext uri="{FF2B5EF4-FFF2-40B4-BE49-F238E27FC236}">
                    <a16:creationId xmlns:a16="http://schemas.microsoft.com/office/drawing/2014/main" id="{CE51C7D7-9B39-7C80-44B2-629ED9480D6D}"/>
                  </a:ext>
                </a:extLst>
              </p:cNvPr>
              <p:cNvSpPr/>
              <p:nvPr/>
            </p:nvSpPr>
            <p:spPr>
              <a:xfrm>
                <a:off x="7386987" y="6028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3" name="Freeform 50242">
                <a:extLst>
                  <a:ext uri="{FF2B5EF4-FFF2-40B4-BE49-F238E27FC236}">
                    <a16:creationId xmlns:a16="http://schemas.microsoft.com/office/drawing/2014/main" id="{B682C7A9-EE8E-9738-1CC5-6BC078B91D24}"/>
                  </a:ext>
                </a:extLst>
              </p:cNvPr>
              <p:cNvSpPr/>
              <p:nvPr/>
            </p:nvSpPr>
            <p:spPr>
              <a:xfrm>
                <a:off x="7387483" y="602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4" name="Freeform 50243">
                <a:extLst>
                  <a:ext uri="{FF2B5EF4-FFF2-40B4-BE49-F238E27FC236}">
                    <a16:creationId xmlns:a16="http://schemas.microsoft.com/office/drawing/2014/main" id="{33B41E03-5B00-6D4B-E192-ECEF461E7D6B}"/>
                  </a:ext>
                </a:extLst>
              </p:cNvPr>
              <p:cNvSpPr/>
              <p:nvPr/>
            </p:nvSpPr>
            <p:spPr>
              <a:xfrm>
                <a:off x="7387979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5" name="Freeform 50244">
                <a:extLst>
                  <a:ext uri="{FF2B5EF4-FFF2-40B4-BE49-F238E27FC236}">
                    <a16:creationId xmlns:a16="http://schemas.microsoft.com/office/drawing/2014/main" id="{F6DDBB57-1F1E-8BCC-5627-1F8FF8969109}"/>
                  </a:ext>
                </a:extLst>
              </p:cNvPr>
              <p:cNvSpPr/>
              <p:nvPr/>
            </p:nvSpPr>
            <p:spPr>
              <a:xfrm>
                <a:off x="7388475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6" name="Freeform 50245">
                <a:extLst>
                  <a:ext uri="{FF2B5EF4-FFF2-40B4-BE49-F238E27FC236}">
                    <a16:creationId xmlns:a16="http://schemas.microsoft.com/office/drawing/2014/main" id="{464C53F6-4C86-E925-F0E5-373FAD4E993D}"/>
                  </a:ext>
                </a:extLst>
              </p:cNvPr>
              <p:cNvSpPr/>
              <p:nvPr/>
            </p:nvSpPr>
            <p:spPr>
              <a:xfrm>
                <a:off x="7389070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7" name="Freeform 50246">
                <a:extLst>
                  <a:ext uri="{FF2B5EF4-FFF2-40B4-BE49-F238E27FC236}">
                    <a16:creationId xmlns:a16="http://schemas.microsoft.com/office/drawing/2014/main" id="{02E1F803-C8D3-BD00-D5B8-E84F95DD046D}"/>
                  </a:ext>
                </a:extLst>
              </p:cNvPr>
              <p:cNvSpPr/>
              <p:nvPr/>
            </p:nvSpPr>
            <p:spPr>
              <a:xfrm>
                <a:off x="7389566" y="5686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8" name="Freeform 50247">
                <a:extLst>
                  <a:ext uri="{FF2B5EF4-FFF2-40B4-BE49-F238E27FC236}">
                    <a16:creationId xmlns:a16="http://schemas.microsoft.com/office/drawing/2014/main" id="{BC3AF51C-6F9B-56BE-8E0C-07376EFA9830}"/>
                  </a:ext>
                </a:extLst>
              </p:cNvPr>
              <p:cNvSpPr/>
              <p:nvPr/>
            </p:nvSpPr>
            <p:spPr>
              <a:xfrm>
                <a:off x="7390063" y="5676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49" name="Freeform 50248">
                <a:extLst>
                  <a:ext uri="{FF2B5EF4-FFF2-40B4-BE49-F238E27FC236}">
                    <a16:creationId xmlns:a16="http://schemas.microsoft.com/office/drawing/2014/main" id="{A85DF10E-65E2-1DD9-6584-58BBC45B0C77}"/>
                  </a:ext>
                </a:extLst>
              </p:cNvPr>
              <p:cNvSpPr/>
              <p:nvPr/>
            </p:nvSpPr>
            <p:spPr>
              <a:xfrm>
                <a:off x="7390658" y="5669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0" name="Freeform 50249">
                <a:extLst>
                  <a:ext uri="{FF2B5EF4-FFF2-40B4-BE49-F238E27FC236}">
                    <a16:creationId xmlns:a16="http://schemas.microsoft.com/office/drawing/2014/main" id="{1F9D37EE-646C-DD4D-ECA9-47827308492C}"/>
                  </a:ext>
                </a:extLst>
              </p:cNvPr>
              <p:cNvSpPr/>
              <p:nvPr/>
            </p:nvSpPr>
            <p:spPr>
              <a:xfrm>
                <a:off x="7391154" y="574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1" name="Freeform 50250">
                <a:extLst>
                  <a:ext uri="{FF2B5EF4-FFF2-40B4-BE49-F238E27FC236}">
                    <a16:creationId xmlns:a16="http://schemas.microsoft.com/office/drawing/2014/main" id="{061FAF14-D6CE-2AC1-E1CB-D21D80421403}"/>
                  </a:ext>
                </a:extLst>
              </p:cNvPr>
              <p:cNvSpPr/>
              <p:nvPr/>
            </p:nvSpPr>
            <p:spPr>
              <a:xfrm>
                <a:off x="7391650" y="5727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2" name="Freeform 50251">
                <a:extLst>
                  <a:ext uri="{FF2B5EF4-FFF2-40B4-BE49-F238E27FC236}">
                    <a16:creationId xmlns:a16="http://schemas.microsoft.com/office/drawing/2014/main" id="{B4937425-58E9-39D3-7812-91BC681594BE}"/>
                  </a:ext>
                </a:extLst>
              </p:cNvPr>
              <p:cNvSpPr/>
              <p:nvPr/>
            </p:nvSpPr>
            <p:spPr>
              <a:xfrm>
                <a:off x="7392245" y="5762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3" name="Freeform 50252">
                <a:extLst>
                  <a:ext uri="{FF2B5EF4-FFF2-40B4-BE49-F238E27FC236}">
                    <a16:creationId xmlns:a16="http://schemas.microsoft.com/office/drawing/2014/main" id="{4FD723F5-7A57-DE9A-F68A-B69241CB0476}"/>
                  </a:ext>
                </a:extLst>
              </p:cNvPr>
              <p:cNvSpPr/>
              <p:nvPr/>
            </p:nvSpPr>
            <p:spPr>
              <a:xfrm>
                <a:off x="7392741" y="5799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4" name="Freeform 50253">
                <a:extLst>
                  <a:ext uri="{FF2B5EF4-FFF2-40B4-BE49-F238E27FC236}">
                    <a16:creationId xmlns:a16="http://schemas.microsoft.com/office/drawing/2014/main" id="{AD6DB0F6-CA42-AC7D-166C-E4AC6D862D8A}"/>
                  </a:ext>
                </a:extLst>
              </p:cNvPr>
              <p:cNvSpPr/>
              <p:nvPr/>
            </p:nvSpPr>
            <p:spPr>
              <a:xfrm>
                <a:off x="7393238" y="5720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5" name="Freeform 50254">
                <a:extLst>
                  <a:ext uri="{FF2B5EF4-FFF2-40B4-BE49-F238E27FC236}">
                    <a16:creationId xmlns:a16="http://schemas.microsoft.com/office/drawing/2014/main" id="{D22F2AAD-6D46-9AD7-395B-BFCE716B049D}"/>
                  </a:ext>
                </a:extLst>
              </p:cNvPr>
              <p:cNvSpPr/>
              <p:nvPr/>
            </p:nvSpPr>
            <p:spPr>
              <a:xfrm>
                <a:off x="7393833" y="5685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6" name="Freeform 50255">
                <a:extLst>
                  <a:ext uri="{FF2B5EF4-FFF2-40B4-BE49-F238E27FC236}">
                    <a16:creationId xmlns:a16="http://schemas.microsoft.com/office/drawing/2014/main" id="{32F4812C-C9B9-47B0-8176-7B0FDD28B256}"/>
                  </a:ext>
                </a:extLst>
              </p:cNvPr>
              <p:cNvSpPr/>
              <p:nvPr/>
            </p:nvSpPr>
            <p:spPr>
              <a:xfrm>
                <a:off x="7394329" y="56270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7" name="Freeform 50256">
                <a:extLst>
                  <a:ext uri="{FF2B5EF4-FFF2-40B4-BE49-F238E27FC236}">
                    <a16:creationId xmlns:a16="http://schemas.microsoft.com/office/drawing/2014/main" id="{E4A93496-0B9B-5499-86A1-01C919AA22F5}"/>
                  </a:ext>
                </a:extLst>
              </p:cNvPr>
              <p:cNvSpPr/>
              <p:nvPr/>
            </p:nvSpPr>
            <p:spPr>
              <a:xfrm>
                <a:off x="7394825" y="55764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8" name="Freeform 50257">
                <a:extLst>
                  <a:ext uri="{FF2B5EF4-FFF2-40B4-BE49-F238E27FC236}">
                    <a16:creationId xmlns:a16="http://schemas.microsoft.com/office/drawing/2014/main" id="{78B0080F-E1E9-2E97-9B41-D5E317ED9FE2}"/>
                  </a:ext>
                </a:extLst>
              </p:cNvPr>
              <p:cNvSpPr/>
              <p:nvPr/>
            </p:nvSpPr>
            <p:spPr>
              <a:xfrm>
                <a:off x="7395420" y="55585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59" name="Freeform 50258">
                <a:extLst>
                  <a:ext uri="{FF2B5EF4-FFF2-40B4-BE49-F238E27FC236}">
                    <a16:creationId xmlns:a16="http://schemas.microsoft.com/office/drawing/2014/main" id="{7C5D9892-D21B-61AB-BA7D-840A0848217F}"/>
                  </a:ext>
                </a:extLst>
              </p:cNvPr>
              <p:cNvSpPr/>
              <p:nvPr/>
            </p:nvSpPr>
            <p:spPr>
              <a:xfrm>
                <a:off x="7395916" y="5698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0" name="Freeform 50259">
                <a:extLst>
                  <a:ext uri="{FF2B5EF4-FFF2-40B4-BE49-F238E27FC236}">
                    <a16:creationId xmlns:a16="http://schemas.microsoft.com/office/drawing/2014/main" id="{D45943FE-A174-8456-7ABB-7ABA69610EE9}"/>
                  </a:ext>
                </a:extLst>
              </p:cNvPr>
              <p:cNvSpPr/>
              <p:nvPr/>
            </p:nvSpPr>
            <p:spPr>
              <a:xfrm>
                <a:off x="7396413" y="591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1" name="Freeform 50260">
                <a:extLst>
                  <a:ext uri="{FF2B5EF4-FFF2-40B4-BE49-F238E27FC236}">
                    <a16:creationId xmlns:a16="http://schemas.microsoft.com/office/drawing/2014/main" id="{7FAD289D-1564-A4E8-D2FA-AC3D667200B4}"/>
                  </a:ext>
                </a:extLst>
              </p:cNvPr>
              <p:cNvSpPr/>
              <p:nvPr/>
            </p:nvSpPr>
            <p:spPr>
              <a:xfrm>
                <a:off x="7397008" y="5959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2" name="Freeform 50261">
                <a:extLst>
                  <a:ext uri="{FF2B5EF4-FFF2-40B4-BE49-F238E27FC236}">
                    <a16:creationId xmlns:a16="http://schemas.microsoft.com/office/drawing/2014/main" id="{89867093-C02F-94FA-4061-7649EF49F336}"/>
                  </a:ext>
                </a:extLst>
              </p:cNvPr>
              <p:cNvSpPr/>
              <p:nvPr/>
            </p:nvSpPr>
            <p:spPr>
              <a:xfrm>
                <a:off x="7397504" y="597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3" name="Freeform 50262">
                <a:extLst>
                  <a:ext uri="{FF2B5EF4-FFF2-40B4-BE49-F238E27FC236}">
                    <a16:creationId xmlns:a16="http://schemas.microsoft.com/office/drawing/2014/main" id="{D03B3B1E-7407-7734-DB40-F6D098603FCB}"/>
                  </a:ext>
                </a:extLst>
              </p:cNvPr>
              <p:cNvSpPr/>
              <p:nvPr/>
            </p:nvSpPr>
            <p:spPr>
              <a:xfrm>
                <a:off x="7398000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4" name="Freeform 50263">
                <a:extLst>
                  <a:ext uri="{FF2B5EF4-FFF2-40B4-BE49-F238E27FC236}">
                    <a16:creationId xmlns:a16="http://schemas.microsoft.com/office/drawing/2014/main" id="{8601A525-FC14-A59D-FBAB-4A9894887A7A}"/>
                  </a:ext>
                </a:extLst>
              </p:cNvPr>
              <p:cNvSpPr/>
              <p:nvPr/>
            </p:nvSpPr>
            <p:spPr>
              <a:xfrm>
                <a:off x="7398595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5" name="Freeform 50264">
                <a:extLst>
                  <a:ext uri="{FF2B5EF4-FFF2-40B4-BE49-F238E27FC236}">
                    <a16:creationId xmlns:a16="http://schemas.microsoft.com/office/drawing/2014/main" id="{E234002C-C393-F0CB-057E-6DEABC884BC3}"/>
                  </a:ext>
                </a:extLst>
              </p:cNvPr>
              <p:cNvSpPr/>
              <p:nvPr/>
            </p:nvSpPr>
            <p:spPr>
              <a:xfrm>
                <a:off x="7399091" y="5980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6" name="Freeform 50265">
                <a:extLst>
                  <a:ext uri="{FF2B5EF4-FFF2-40B4-BE49-F238E27FC236}">
                    <a16:creationId xmlns:a16="http://schemas.microsoft.com/office/drawing/2014/main" id="{09646EC0-C611-475C-FC8E-AD926400018A}"/>
                  </a:ext>
                </a:extLst>
              </p:cNvPr>
              <p:cNvSpPr/>
              <p:nvPr/>
            </p:nvSpPr>
            <p:spPr>
              <a:xfrm>
                <a:off x="7399588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7" name="Freeform 50266">
                <a:extLst>
                  <a:ext uri="{FF2B5EF4-FFF2-40B4-BE49-F238E27FC236}">
                    <a16:creationId xmlns:a16="http://schemas.microsoft.com/office/drawing/2014/main" id="{C39E247E-4753-80E8-1246-FE704329A897}"/>
                  </a:ext>
                </a:extLst>
              </p:cNvPr>
              <p:cNvSpPr/>
              <p:nvPr/>
            </p:nvSpPr>
            <p:spPr>
              <a:xfrm>
                <a:off x="7400084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8" name="Freeform 50267">
                <a:extLst>
                  <a:ext uri="{FF2B5EF4-FFF2-40B4-BE49-F238E27FC236}">
                    <a16:creationId xmlns:a16="http://schemas.microsoft.com/office/drawing/2014/main" id="{6BA492A6-11C5-5E0F-EA8D-F9AE07EF6188}"/>
                  </a:ext>
                </a:extLst>
              </p:cNvPr>
              <p:cNvSpPr/>
              <p:nvPr/>
            </p:nvSpPr>
            <p:spPr>
              <a:xfrm>
                <a:off x="7400679" y="595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69" name="Freeform 50268">
                <a:extLst>
                  <a:ext uri="{FF2B5EF4-FFF2-40B4-BE49-F238E27FC236}">
                    <a16:creationId xmlns:a16="http://schemas.microsoft.com/office/drawing/2014/main" id="{53ACD822-AC6B-9E40-2EFF-51EAAE90E81F}"/>
                  </a:ext>
                </a:extLst>
              </p:cNvPr>
              <p:cNvSpPr/>
              <p:nvPr/>
            </p:nvSpPr>
            <p:spPr>
              <a:xfrm>
                <a:off x="7401175" y="5868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0" name="Freeform 50269">
                <a:extLst>
                  <a:ext uri="{FF2B5EF4-FFF2-40B4-BE49-F238E27FC236}">
                    <a16:creationId xmlns:a16="http://schemas.microsoft.com/office/drawing/2014/main" id="{D4B675AC-EE6C-70A4-1EC0-0E7186CCC5FE}"/>
                  </a:ext>
                </a:extLst>
              </p:cNvPr>
              <p:cNvSpPr/>
              <p:nvPr/>
            </p:nvSpPr>
            <p:spPr>
              <a:xfrm>
                <a:off x="7401671" y="5868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1" name="Freeform 50270">
                <a:extLst>
                  <a:ext uri="{FF2B5EF4-FFF2-40B4-BE49-F238E27FC236}">
                    <a16:creationId xmlns:a16="http://schemas.microsoft.com/office/drawing/2014/main" id="{5FF463AE-E1FB-CB4E-19B0-E6F182569FA1}"/>
                  </a:ext>
                </a:extLst>
              </p:cNvPr>
              <p:cNvSpPr/>
              <p:nvPr/>
            </p:nvSpPr>
            <p:spPr>
              <a:xfrm>
                <a:off x="7402266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2" name="Freeform 50271">
                <a:extLst>
                  <a:ext uri="{FF2B5EF4-FFF2-40B4-BE49-F238E27FC236}">
                    <a16:creationId xmlns:a16="http://schemas.microsoft.com/office/drawing/2014/main" id="{5C239AA2-5B69-8C80-D41B-6ACBBA779DD5}"/>
                  </a:ext>
                </a:extLst>
              </p:cNvPr>
              <p:cNvSpPr/>
              <p:nvPr/>
            </p:nvSpPr>
            <p:spPr>
              <a:xfrm>
                <a:off x="7402763" y="5849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3" name="Freeform 50272">
                <a:extLst>
                  <a:ext uri="{FF2B5EF4-FFF2-40B4-BE49-F238E27FC236}">
                    <a16:creationId xmlns:a16="http://schemas.microsoft.com/office/drawing/2014/main" id="{33FBFF5C-299D-E156-D4E0-BD5F097AC5F4}"/>
                  </a:ext>
                </a:extLst>
              </p:cNvPr>
              <p:cNvSpPr/>
              <p:nvPr/>
            </p:nvSpPr>
            <p:spPr>
              <a:xfrm>
                <a:off x="7403259" y="5843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4" name="Freeform 50273">
                <a:extLst>
                  <a:ext uri="{FF2B5EF4-FFF2-40B4-BE49-F238E27FC236}">
                    <a16:creationId xmlns:a16="http://schemas.microsoft.com/office/drawing/2014/main" id="{91EBF798-FFF8-0B5C-5403-4D46E1E89817}"/>
                  </a:ext>
                </a:extLst>
              </p:cNvPr>
              <p:cNvSpPr/>
              <p:nvPr/>
            </p:nvSpPr>
            <p:spPr>
              <a:xfrm>
                <a:off x="7403854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5" name="Freeform 50274">
                <a:extLst>
                  <a:ext uri="{FF2B5EF4-FFF2-40B4-BE49-F238E27FC236}">
                    <a16:creationId xmlns:a16="http://schemas.microsoft.com/office/drawing/2014/main" id="{AD43E7EB-58B4-0D87-622D-C34F42B6B993}"/>
                  </a:ext>
                </a:extLst>
              </p:cNvPr>
              <p:cNvSpPr/>
              <p:nvPr/>
            </p:nvSpPr>
            <p:spPr>
              <a:xfrm>
                <a:off x="7404350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6" name="Freeform 50275">
                <a:extLst>
                  <a:ext uri="{FF2B5EF4-FFF2-40B4-BE49-F238E27FC236}">
                    <a16:creationId xmlns:a16="http://schemas.microsoft.com/office/drawing/2014/main" id="{C3358453-A6E0-0C46-370E-C45A3CFDE47A}"/>
                  </a:ext>
                </a:extLst>
              </p:cNvPr>
              <p:cNvSpPr/>
              <p:nvPr/>
            </p:nvSpPr>
            <p:spPr>
              <a:xfrm>
                <a:off x="7404846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7" name="Freeform 50276">
                <a:extLst>
                  <a:ext uri="{FF2B5EF4-FFF2-40B4-BE49-F238E27FC236}">
                    <a16:creationId xmlns:a16="http://schemas.microsoft.com/office/drawing/2014/main" id="{C5B9A847-2F46-4B5A-9F46-84ADA4AAD871}"/>
                  </a:ext>
                </a:extLst>
              </p:cNvPr>
              <p:cNvSpPr/>
              <p:nvPr/>
            </p:nvSpPr>
            <p:spPr>
              <a:xfrm>
                <a:off x="7405441" y="5764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8" name="Freeform 50277">
                <a:extLst>
                  <a:ext uri="{FF2B5EF4-FFF2-40B4-BE49-F238E27FC236}">
                    <a16:creationId xmlns:a16="http://schemas.microsoft.com/office/drawing/2014/main" id="{B608B1AF-CBF5-AF9F-0389-0C90DAD39161}"/>
                  </a:ext>
                </a:extLst>
              </p:cNvPr>
              <p:cNvSpPr/>
              <p:nvPr/>
            </p:nvSpPr>
            <p:spPr>
              <a:xfrm>
                <a:off x="7405938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79" name="Freeform 50278">
                <a:extLst>
                  <a:ext uri="{FF2B5EF4-FFF2-40B4-BE49-F238E27FC236}">
                    <a16:creationId xmlns:a16="http://schemas.microsoft.com/office/drawing/2014/main" id="{7B2111C3-22E1-EFA4-A827-069B4606D227}"/>
                  </a:ext>
                </a:extLst>
              </p:cNvPr>
              <p:cNvSpPr/>
              <p:nvPr/>
            </p:nvSpPr>
            <p:spPr>
              <a:xfrm>
                <a:off x="7406434" y="56707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0" name="Freeform 50279">
                <a:extLst>
                  <a:ext uri="{FF2B5EF4-FFF2-40B4-BE49-F238E27FC236}">
                    <a16:creationId xmlns:a16="http://schemas.microsoft.com/office/drawing/2014/main" id="{39CA98D8-7872-1104-A071-A888ADD51781}"/>
                  </a:ext>
                </a:extLst>
              </p:cNvPr>
              <p:cNvSpPr/>
              <p:nvPr/>
            </p:nvSpPr>
            <p:spPr>
              <a:xfrm>
                <a:off x="7407029" y="5665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1" name="Freeform 50280">
                <a:extLst>
                  <a:ext uri="{FF2B5EF4-FFF2-40B4-BE49-F238E27FC236}">
                    <a16:creationId xmlns:a16="http://schemas.microsoft.com/office/drawing/2014/main" id="{5006B134-F133-2534-8E12-2176F3896681}"/>
                  </a:ext>
                </a:extLst>
              </p:cNvPr>
              <p:cNvSpPr/>
              <p:nvPr/>
            </p:nvSpPr>
            <p:spPr>
              <a:xfrm>
                <a:off x="7407525" y="5634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2" name="Freeform 50281">
                <a:extLst>
                  <a:ext uri="{FF2B5EF4-FFF2-40B4-BE49-F238E27FC236}">
                    <a16:creationId xmlns:a16="http://schemas.microsoft.com/office/drawing/2014/main" id="{CDE4E5F2-7B4D-D417-FA0B-3A924021EE6A}"/>
                  </a:ext>
                </a:extLst>
              </p:cNvPr>
              <p:cNvSpPr/>
              <p:nvPr/>
            </p:nvSpPr>
            <p:spPr>
              <a:xfrm>
                <a:off x="7408021" y="56009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3" name="Freeform 50282">
                <a:extLst>
                  <a:ext uri="{FF2B5EF4-FFF2-40B4-BE49-F238E27FC236}">
                    <a16:creationId xmlns:a16="http://schemas.microsoft.com/office/drawing/2014/main" id="{DE57F3B2-E4EB-F198-93DC-1FFE49953185}"/>
                  </a:ext>
                </a:extLst>
              </p:cNvPr>
              <p:cNvSpPr/>
              <p:nvPr/>
            </p:nvSpPr>
            <p:spPr>
              <a:xfrm>
                <a:off x="7408616" y="5634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4" name="Freeform 50283">
                <a:extLst>
                  <a:ext uri="{FF2B5EF4-FFF2-40B4-BE49-F238E27FC236}">
                    <a16:creationId xmlns:a16="http://schemas.microsoft.com/office/drawing/2014/main" id="{D200C563-08C0-603A-E674-BC1871BBC2B9}"/>
                  </a:ext>
                </a:extLst>
              </p:cNvPr>
              <p:cNvSpPr/>
              <p:nvPr/>
            </p:nvSpPr>
            <p:spPr>
              <a:xfrm>
                <a:off x="7409113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5" name="Freeform 50284">
                <a:extLst>
                  <a:ext uri="{FF2B5EF4-FFF2-40B4-BE49-F238E27FC236}">
                    <a16:creationId xmlns:a16="http://schemas.microsoft.com/office/drawing/2014/main" id="{6D564130-E660-2A01-DB86-AC3FD0D4150C}"/>
                  </a:ext>
                </a:extLst>
              </p:cNvPr>
              <p:cNvSpPr/>
              <p:nvPr/>
            </p:nvSpPr>
            <p:spPr>
              <a:xfrm>
                <a:off x="7409609" y="6015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6" name="Freeform 50285">
                <a:extLst>
                  <a:ext uri="{FF2B5EF4-FFF2-40B4-BE49-F238E27FC236}">
                    <a16:creationId xmlns:a16="http://schemas.microsoft.com/office/drawing/2014/main" id="{AA32170A-A15E-8838-A2A4-344A1787A951}"/>
                  </a:ext>
                </a:extLst>
              </p:cNvPr>
              <p:cNvSpPr/>
              <p:nvPr/>
            </p:nvSpPr>
            <p:spPr>
              <a:xfrm>
                <a:off x="7410204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7" name="Freeform 50286">
                <a:extLst>
                  <a:ext uri="{FF2B5EF4-FFF2-40B4-BE49-F238E27FC236}">
                    <a16:creationId xmlns:a16="http://schemas.microsoft.com/office/drawing/2014/main" id="{A3704220-3094-0518-58B9-05155266DF39}"/>
                  </a:ext>
                </a:extLst>
              </p:cNvPr>
              <p:cNvSpPr/>
              <p:nvPr/>
            </p:nvSpPr>
            <p:spPr>
              <a:xfrm>
                <a:off x="7410700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8" name="Freeform 50287">
                <a:extLst>
                  <a:ext uri="{FF2B5EF4-FFF2-40B4-BE49-F238E27FC236}">
                    <a16:creationId xmlns:a16="http://schemas.microsoft.com/office/drawing/2014/main" id="{8765B75E-519D-2B54-6606-F71B3990EA8E}"/>
                  </a:ext>
                </a:extLst>
              </p:cNvPr>
              <p:cNvSpPr/>
              <p:nvPr/>
            </p:nvSpPr>
            <p:spPr>
              <a:xfrm>
                <a:off x="7411196" y="602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89" name="Freeform 50288">
                <a:extLst>
                  <a:ext uri="{FF2B5EF4-FFF2-40B4-BE49-F238E27FC236}">
                    <a16:creationId xmlns:a16="http://schemas.microsoft.com/office/drawing/2014/main" id="{24519F65-E311-D226-1CB6-08C369F3D62C}"/>
                  </a:ext>
                </a:extLst>
              </p:cNvPr>
              <p:cNvSpPr/>
              <p:nvPr/>
            </p:nvSpPr>
            <p:spPr>
              <a:xfrm>
                <a:off x="7411791" y="6028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0" name="Freeform 50289">
                <a:extLst>
                  <a:ext uri="{FF2B5EF4-FFF2-40B4-BE49-F238E27FC236}">
                    <a16:creationId xmlns:a16="http://schemas.microsoft.com/office/drawing/2014/main" id="{B44DA245-1184-5569-954E-F3F800581CB1}"/>
                  </a:ext>
                </a:extLst>
              </p:cNvPr>
              <p:cNvSpPr/>
              <p:nvPr/>
            </p:nvSpPr>
            <p:spPr>
              <a:xfrm>
                <a:off x="7412288" y="60287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1" name="Freeform 50290">
                <a:extLst>
                  <a:ext uri="{FF2B5EF4-FFF2-40B4-BE49-F238E27FC236}">
                    <a16:creationId xmlns:a16="http://schemas.microsoft.com/office/drawing/2014/main" id="{AA3198A9-039A-1152-BC27-1CDCA46E23BC}"/>
                  </a:ext>
                </a:extLst>
              </p:cNvPr>
              <p:cNvSpPr/>
              <p:nvPr/>
            </p:nvSpPr>
            <p:spPr>
              <a:xfrm>
                <a:off x="7412784" y="6030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2" name="Freeform 50291">
                <a:extLst>
                  <a:ext uri="{FF2B5EF4-FFF2-40B4-BE49-F238E27FC236}">
                    <a16:creationId xmlns:a16="http://schemas.microsoft.com/office/drawing/2014/main" id="{ECC553AD-BA78-253D-DF01-4A9A79ACB883}"/>
                  </a:ext>
                </a:extLst>
              </p:cNvPr>
              <p:cNvSpPr/>
              <p:nvPr/>
            </p:nvSpPr>
            <p:spPr>
              <a:xfrm>
                <a:off x="7413280" y="60311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3" name="Freeform 50292">
                <a:extLst>
                  <a:ext uri="{FF2B5EF4-FFF2-40B4-BE49-F238E27FC236}">
                    <a16:creationId xmlns:a16="http://schemas.microsoft.com/office/drawing/2014/main" id="{C4F0AACC-9CA1-BA5E-BAFF-1FC330721163}"/>
                  </a:ext>
                </a:extLst>
              </p:cNvPr>
              <p:cNvSpPr/>
              <p:nvPr/>
            </p:nvSpPr>
            <p:spPr>
              <a:xfrm>
                <a:off x="7413875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4" name="Freeform 50293">
                <a:extLst>
                  <a:ext uri="{FF2B5EF4-FFF2-40B4-BE49-F238E27FC236}">
                    <a16:creationId xmlns:a16="http://schemas.microsoft.com/office/drawing/2014/main" id="{EF5AD21E-E5FC-2D18-F63C-F596A9462F3D}"/>
                  </a:ext>
                </a:extLst>
              </p:cNvPr>
              <p:cNvSpPr/>
              <p:nvPr/>
            </p:nvSpPr>
            <p:spPr>
              <a:xfrm>
                <a:off x="7414371" y="5861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5" name="Freeform 50294">
                <a:extLst>
                  <a:ext uri="{FF2B5EF4-FFF2-40B4-BE49-F238E27FC236}">
                    <a16:creationId xmlns:a16="http://schemas.microsoft.com/office/drawing/2014/main" id="{6F366A8C-BBD7-48BB-38A4-F303F045501F}"/>
                  </a:ext>
                </a:extLst>
              </p:cNvPr>
              <p:cNvSpPr/>
              <p:nvPr/>
            </p:nvSpPr>
            <p:spPr>
              <a:xfrm>
                <a:off x="7414867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6" name="Freeform 50295">
                <a:extLst>
                  <a:ext uri="{FF2B5EF4-FFF2-40B4-BE49-F238E27FC236}">
                    <a16:creationId xmlns:a16="http://schemas.microsoft.com/office/drawing/2014/main" id="{A7C625CA-9BB2-8B89-A6B5-D0C695416A41}"/>
                  </a:ext>
                </a:extLst>
              </p:cNvPr>
              <p:cNvSpPr/>
              <p:nvPr/>
            </p:nvSpPr>
            <p:spPr>
              <a:xfrm>
                <a:off x="7415463" y="581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7" name="Freeform 50296">
                <a:extLst>
                  <a:ext uri="{FF2B5EF4-FFF2-40B4-BE49-F238E27FC236}">
                    <a16:creationId xmlns:a16="http://schemas.microsoft.com/office/drawing/2014/main" id="{0002C357-EFED-5B77-9A00-168B5275BA1F}"/>
                  </a:ext>
                </a:extLst>
              </p:cNvPr>
              <p:cNvSpPr/>
              <p:nvPr/>
            </p:nvSpPr>
            <p:spPr>
              <a:xfrm>
                <a:off x="7415959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8" name="Freeform 50297">
                <a:extLst>
                  <a:ext uri="{FF2B5EF4-FFF2-40B4-BE49-F238E27FC236}">
                    <a16:creationId xmlns:a16="http://schemas.microsoft.com/office/drawing/2014/main" id="{41EDC98A-BB20-771E-E40C-C4E5712E74C1}"/>
                  </a:ext>
                </a:extLst>
              </p:cNvPr>
              <p:cNvSpPr/>
              <p:nvPr/>
            </p:nvSpPr>
            <p:spPr>
              <a:xfrm>
                <a:off x="7416455" y="5831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99" name="Freeform 50298">
                <a:extLst>
                  <a:ext uri="{FF2B5EF4-FFF2-40B4-BE49-F238E27FC236}">
                    <a16:creationId xmlns:a16="http://schemas.microsoft.com/office/drawing/2014/main" id="{CA4367E7-0BC9-EC34-3A00-CDA2A5BEF6B1}"/>
                  </a:ext>
                </a:extLst>
              </p:cNvPr>
              <p:cNvSpPr/>
              <p:nvPr/>
            </p:nvSpPr>
            <p:spPr>
              <a:xfrm>
                <a:off x="7417050" y="5822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0" name="Freeform 50299">
                <a:extLst>
                  <a:ext uri="{FF2B5EF4-FFF2-40B4-BE49-F238E27FC236}">
                    <a16:creationId xmlns:a16="http://schemas.microsoft.com/office/drawing/2014/main" id="{A97A8C53-A9F6-14C8-6A60-7500FDD63938}"/>
                  </a:ext>
                </a:extLst>
              </p:cNvPr>
              <p:cNvSpPr/>
              <p:nvPr/>
            </p:nvSpPr>
            <p:spPr>
              <a:xfrm>
                <a:off x="7417546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1" name="Freeform 50300">
                <a:extLst>
                  <a:ext uri="{FF2B5EF4-FFF2-40B4-BE49-F238E27FC236}">
                    <a16:creationId xmlns:a16="http://schemas.microsoft.com/office/drawing/2014/main" id="{7BFDDA01-BC40-DA1E-4A65-CB3D3DE6C898}"/>
                  </a:ext>
                </a:extLst>
              </p:cNvPr>
              <p:cNvSpPr/>
              <p:nvPr/>
            </p:nvSpPr>
            <p:spPr>
              <a:xfrm>
                <a:off x="7418042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2" name="Freeform 50301">
                <a:extLst>
                  <a:ext uri="{FF2B5EF4-FFF2-40B4-BE49-F238E27FC236}">
                    <a16:creationId xmlns:a16="http://schemas.microsoft.com/office/drawing/2014/main" id="{8DB57B8C-EF59-593D-18D5-22A1CE7AB0A9}"/>
                  </a:ext>
                </a:extLst>
              </p:cNvPr>
              <p:cNvSpPr/>
              <p:nvPr/>
            </p:nvSpPr>
            <p:spPr>
              <a:xfrm>
                <a:off x="7418638" y="5757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3" name="Freeform 50302">
                <a:extLst>
                  <a:ext uri="{FF2B5EF4-FFF2-40B4-BE49-F238E27FC236}">
                    <a16:creationId xmlns:a16="http://schemas.microsoft.com/office/drawing/2014/main" id="{FAB35C17-2C67-CFBE-0626-B31BEAC202A0}"/>
                  </a:ext>
                </a:extLst>
              </p:cNvPr>
              <p:cNvSpPr/>
              <p:nvPr/>
            </p:nvSpPr>
            <p:spPr>
              <a:xfrm>
                <a:off x="7419134" y="5718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4" name="Freeform 50303">
                <a:extLst>
                  <a:ext uri="{FF2B5EF4-FFF2-40B4-BE49-F238E27FC236}">
                    <a16:creationId xmlns:a16="http://schemas.microsoft.com/office/drawing/2014/main" id="{AE50D2C3-5355-D7A1-8F20-C8FEC357B792}"/>
                  </a:ext>
                </a:extLst>
              </p:cNvPr>
              <p:cNvSpPr/>
              <p:nvPr/>
            </p:nvSpPr>
            <p:spPr>
              <a:xfrm>
                <a:off x="7419630" y="5666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5" name="Freeform 50304">
                <a:extLst>
                  <a:ext uri="{FF2B5EF4-FFF2-40B4-BE49-F238E27FC236}">
                    <a16:creationId xmlns:a16="http://schemas.microsoft.com/office/drawing/2014/main" id="{1338FE39-7A72-A78F-F8FB-A32AE81D1EBD}"/>
                  </a:ext>
                </a:extLst>
              </p:cNvPr>
              <p:cNvSpPr/>
              <p:nvPr/>
            </p:nvSpPr>
            <p:spPr>
              <a:xfrm>
                <a:off x="7420225" y="5642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6" name="Freeform 50305">
                <a:extLst>
                  <a:ext uri="{FF2B5EF4-FFF2-40B4-BE49-F238E27FC236}">
                    <a16:creationId xmlns:a16="http://schemas.microsoft.com/office/drawing/2014/main" id="{77B07D31-17E4-AF9E-F266-062EEF112A2C}"/>
                  </a:ext>
                </a:extLst>
              </p:cNvPr>
              <p:cNvSpPr/>
              <p:nvPr/>
            </p:nvSpPr>
            <p:spPr>
              <a:xfrm>
                <a:off x="7420721" y="56168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7" name="Freeform 50306">
                <a:extLst>
                  <a:ext uri="{FF2B5EF4-FFF2-40B4-BE49-F238E27FC236}">
                    <a16:creationId xmlns:a16="http://schemas.microsoft.com/office/drawing/2014/main" id="{911DDB91-B51D-32F2-EE1F-BEAC40CB2632}"/>
                  </a:ext>
                </a:extLst>
              </p:cNvPr>
              <p:cNvSpPr/>
              <p:nvPr/>
            </p:nvSpPr>
            <p:spPr>
              <a:xfrm>
                <a:off x="7421217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8" name="Freeform 50307">
                <a:extLst>
                  <a:ext uri="{FF2B5EF4-FFF2-40B4-BE49-F238E27FC236}">
                    <a16:creationId xmlns:a16="http://schemas.microsoft.com/office/drawing/2014/main" id="{1C2EDED3-DFD6-6488-09B2-4D8F2AF4A7E7}"/>
                  </a:ext>
                </a:extLst>
              </p:cNvPr>
              <p:cNvSpPr/>
              <p:nvPr/>
            </p:nvSpPr>
            <p:spPr>
              <a:xfrm>
                <a:off x="7421813" y="6033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09" name="Freeform 50308">
                <a:extLst>
                  <a:ext uri="{FF2B5EF4-FFF2-40B4-BE49-F238E27FC236}">
                    <a16:creationId xmlns:a16="http://schemas.microsoft.com/office/drawing/2014/main" id="{F7084754-A342-7BED-546B-F0854B051709}"/>
                  </a:ext>
                </a:extLst>
              </p:cNvPr>
              <p:cNvSpPr/>
              <p:nvPr/>
            </p:nvSpPr>
            <p:spPr>
              <a:xfrm>
                <a:off x="7422309" y="6043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0" name="Freeform 50309">
                <a:extLst>
                  <a:ext uri="{FF2B5EF4-FFF2-40B4-BE49-F238E27FC236}">
                    <a16:creationId xmlns:a16="http://schemas.microsoft.com/office/drawing/2014/main" id="{AD108CDA-F2F8-FDDC-1D22-AD2DE6746BD8}"/>
                  </a:ext>
                </a:extLst>
              </p:cNvPr>
              <p:cNvSpPr/>
              <p:nvPr/>
            </p:nvSpPr>
            <p:spPr>
              <a:xfrm>
                <a:off x="7422805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1" name="Freeform 50310">
                <a:extLst>
                  <a:ext uri="{FF2B5EF4-FFF2-40B4-BE49-F238E27FC236}">
                    <a16:creationId xmlns:a16="http://schemas.microsoft.com/office/drawing/2014/main" id="{509CC891-44D0-875B-D18F-BC354F8661CF}"/>
                  </a:ext>
                </a:extLst>
              </p:cNvPr>
              <p:cNvSpPr/>
              <p:nvPr/>
            </p:nvSpPr>
            <p:spPr>
              <a:xfrm>
                <a:off x="7423400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2" name="Freeform 50311">
                <a:extLst>
                  <a:ext uri="{FF2B5EF4-FFF2-40B4-BE49-F238E27FC236}">
                    <a16:creationId xmlns:a16="http://schemas.microsoft.com/office/drawing/2014/main" id="{16E4D7F6-8B72-BCE2-C8F1-D2C0F9DCF0C0}"/>
                  </a:ext>
                </a:extLst>
              </p:cNvPr>
              <p:cNvSpPr/>
              <p:nvPr/>
            </p:nvSpPr>
            <p:spPr>
              <a:xfrm>
                <a:off x="7423896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3" name="Freeform 50312">
                <a:extLst>
                  <a:ext uri="{FF2B5EF4-FFF2-40B4-BE49-F238E27FC236}">
                    <a16:creationId xmlns:a16="http://schemas.microsoft.com/office/drawing/2014/main" id="{C39BA091-66A1-B47F-7F9F-87C3559BBFE2}"/>
                  </a:ext>
                </a:extLst>
              </p:cNvPr>
              <p:cNvSpPr/>
              <p:nvPr/>
            </p:nvSpPr>
            <p:spPr>
              <a:xfrm>
                <a:off x="7424392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4" name="Freeform 50313">
                <a:extLst>
                  <a:ext uri="{FF2B5EF4-FFF2-40B4-BE49-F238E27FC236}">
                    <a16:creationId xmlns:a16="http://schemas.microsoft.com/office/drawing/2014/main" id="{54F5556F-38CE-F53B-CAFB-6F069598A365}"/>
                  </a:ext>
                </a:extLst>
              </p:cNvPr>
              <p:cNvSpPr/>
              <p:nvPr/>
            </p:nvSpPr>
            <p:spPr>
              <a:xfrm>
                <a:off x="7424888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5" name="Freeform 50314">
                <a:extLst>
                  <a:ext uri="{FF2B5EF4-FFF2-40B4-BE49-F238E27FC236}">
                    <a16:creationId xmlns:a16="http://schemas.microsoft.com/office/drawing/2014/main" id="{D541CDE8-DC74-4B4C-5327-FCBF1269117B}"/>
                  </a:ext>
                </a:extLst>
              </p:cNvPr>
              <p:cNvSpPr/>
              <p:nvPr/>
            </p:nvSpPr>
            <p:spPr>
              <a:xfrm>
                <a:off x="7425484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6" name="Freeform 50315">
                <a:extLst>
                  <a:ext uri="{FF2B5EF4-FFF2-40B4-BE49-F238E27FC236}">
                    <a16:creationId xmlns:a16="http://schemas.microsoft.com/office/drawing/2014/main" id="{C329B641-0F4B-F20C-61AE-61EE57DF2D8D}"/>
                  </a:ext>
                </a:extLst>
              </p:cNvPr>
              <p:cNvSpPr/>
              <p:nvPr/>
            </p:nvSpPr>
            <p:spPr>
              <a:xfrm>
                <a:off x="7425980" y="60453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7" name="Freeform 50316">
                <a:extLst>
                  <a:ext uri="{FF2B5EF4-FFF2-40B4-BE49-F238E27FC236}">
                    <a16:creationId xmlns:a16="http://schemas.microsoft.com/office/drawing/2014/main" id="{CEDC5189-C676-9C77-5F8F-3277DE2ED3AF}"/>
                  </a:ext>
                </a:extLst>
              </p:cNvPr>
              <p:cNvSpPr/>
              <p:nvPr/>
            </p:nvSpPr>
            <p:spPr>
              <a:xfrm>
                <a:off x="7426476" y="60450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8" name="Freeform 50317">
                <a:extLst>
                  <a:ext uri="{FF2B5EF4-FFF2-40B4-BE49-F238E27FC236}">
                    <a16:creationId xmlns:a16="http://schemas.microsoft.com/office/drawing/2014/main" id="{36CA6DF4-3F80-E24F-6823-4EA0A261574E}"/>
                  </a:ext>
                </a:extLst>
              </p:cNvPr>
              <p:cNvSpPr/>
              <p:nvPr/>
            </p:nvSpPr>
            <p:spPr>
              <a:xfrm>
                <a:off x="7427071" y="5864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19" name="Freeform 50318">
                <a:extLst>
                  <a:ext uri="{FF2B5EF4-FFF2-40B4-BE49-F238E27FC236}">
                    <a16:creationId xmlns:a16="http://schemas.microsoft.com/office/drawing/2014/main" id="{55F5110F-31BA-E10A-2E2E-19E51597BBEB}"/>
                  </a:ext>
                </a:extLst>
              </p:cNvPr>
              <p:cNvSpPr/>
              <p:nvPr/>
            </p:nvSpPr>
            <p:spPr>
              <a:xfrm>
                <a:off x="7427567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0" name="Freeform 50319">
                <a:extLst>
                  <a:ext uri="{FF2B5EF4-FFF2-40B4-BE49-F238E27FC236}">
                    <a16:creationId xmlns:a16="http://schemas.microsoft.com/office/drawing/2014/main" id="{81E913BE-6B1B-74B4-4E6C-BC52C6EBEE4E}"/>
                  </a:ext>
                </a:extLst>
              </p:cNvPr>
              <p:cNvSpPr/>
              <p:nvPr/>
            </p:nvSpPr>
            <p:spPr>
              <a:xfrm>
                <a:off x="7428063" y="5730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1" name="Freeform 50320">
                <a:extLst>
                  <a:ext uri="{FF2B5EF4-FFF2-40B4-BE49-F238E27FC236}">
                    <a16:creationId xmlns:a16="http://schemas.microsoft.com/office/drawing/2014/main" id="{A380045F-A134-356F-E549-9F2B7BE99551}"/>
                  </a:ext>
                </a:extLst>
              </p:cNvPr>
              <p:cNvSpPr/>
              <p:nvPr/>
            </p:nvSpPr>
            <p:spPr>
              <a:xfrm>
                <a:off x="7428659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2" name="Freeform 50321">
                <a:extLst>
                  <a:ext uri="{FF2B5EF4-FFF2-40B4-BE49-F238E27FC236}">
                    <a16:creationId xmlns:a16="http://schemas.microsoft.com/office/drawing/2014/main" id="{88B361CD-EEEB-C397-4756-A2BF8A10DE78}"/>
                  </a:ext>
                </a:extLst>
              </p:cNvPr>
              <p:cNvSpPr/>
              <p:nvPr/>
            </p:nvSpPr>
            <p:spPr>
              <a:xfrm>
                <a:off x="7429155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3" name="Freeform 50322">
                <a:extLst>
                  <a:ext uri="{FF2B5EF4-FFF2-40B4-BE49-F238E27FC236}">
                    <a16:creationId xmlns:a16="http://schemas.microsoft.com/office/drawing/2014/main" id="{F9AE9F66-8EED-4D81-69E7-F4A15BBF812A}"/>
                  </a:ext>
                </a:extLst>
              </p:cNvPr>
              <p:cNvSpPr/>
              <p:nvPr/>
            </p:nvSpPr>
            <p:spPr>
              <a:xfrm>
                <a:off x="7429651" y="5789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4" name="Freeform 50323">
                <a:extLst>
                  <a:ext uri="{FF2B5EF4-FFF2-40B4-BE49-F238E27FC236}">
                    <a16:creationId xmlns:a16="http://schemas.microsoft.com/office/drawing/2014/main" id="{2D6B6E7A-2074-6C78-98F2-665B998B7451}"/>
                  </a:ext>
                </a:extLst>
              </p:cNvPr>
              <p:cNvSpPr/>
              <p:nvPr/>
            </p:nvSpPr>
            <p:spPr>
              <a:xfrm>
                <a:off x="7430246" y="580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5" name="Freeform 50324">
                <a:extLst>
                  <a:ext uri="{FF2B5EF4-FFF2-40B4-BE49-F238E27FC236}">
                    <a16:creationId xmlns:a16="http://schemas.microsoft.com/office/drawing/2014/main" id="{22E0BCB8-5C05-B1D0-028F-966C7832C3F0}"/>
                  </a:ext>
                </a:extLst>
              </p:cNvPr>
              <p:cNvSpPr/>
              <p:nvPr/>
            </p:nvSpPr>
            <p:spPr>
              <a:xfrm>
                <a:off x="7430742" y="5789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6" name="Freeform 50325">
                <a:extLst>
                  <a:ext uri="{FF2B5EF4-FFF2-40B4-BE49-F238E27FC236}">
                    <a16:creationId xmlns:a16="http://schemas.microsoft.com/office/drawing/2014/main" id="{09058F10-D30F-6DC7-68B5-160C9B46AA5A}"/>
                  </a:ext>
                </a:extLst>
              </p:cNvPr>
              <p:cNvSpPr/>
              <p:nvPr/>
            </p:nvSpPr>
            <p:spPr>
              <a:xfrm>
                <a:off x="7431238" y="577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7" name="Freeform 50326">
                <a:extLst>
                  <a:ext uri="{FF2B5EF4-FFF2-40B4-BE49-F238E27FC236}">
                    <a16:creationId xmlns:a16="http://schemas.microsoft.com/office/drawing/2014/main" id="{6421C346-4362-E310-9E85-27570A1AF5C3}"/>
                  </a:ext>
                </a:extLst>
              </p:cNvPr>
              <p:cNvSpPr/>
              <p:nvPr/>
            </p:nvSpPr>
            <p:spPr>
              <a:xfrm>
                <a:off x="7431834" y="5745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8" name="Freeform 50327">
                <a:extLst>
                  <a:ext uri="{FF2B5EF4-FFF2-40B4-BE49-F238E27FC236}">
                    <a16:creationId xmlns:a16="http://schemas.microsoft.com/office/drawing/2014/main" id="{7B8BDD12-9F8C-E612-D92B-809B6D89FA1E}"/>
                  </a:ext>
                </a:extLst>
              </p:cNvPr>
              <p:cNvSpPr/>
              <p:nvPr/>
            </p:nvSpPr>
            <p:spPr>
              <a:xfrm>
                <a:off x="7432330" y="5694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29" name="Freeform 50328">
                <a:extLst>
                  <a:ext uri="{FF2B5EF4-FFF2-40B4-BE49-F238E27FC236}">
                    <a16:creationId xmlns:a16="http://schemas.microsoft.com/office/drawing/2014/main" id="{8415B83F-A11F-0DAC-EA6A-602D86E4E0F3}"/>
                  </a:ext>
                </a:extLst>
              </p:cNvPr>
              <p:cNvSpPr/>
              <p:nvPr/>
            </p:nvSpPr>
            <p:spPr>
              <a:xfrm>
                <a:off x="7432826" y="5639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0" name="Freeform 50329">
                <a:extLst>
                  <a:ext uri="{FF2B5EF4-FFF2-40B4-BE49-F238E27FC236}">
                    <a16:creationId xmlns:a16="http://schemas.microsoft.com/office/drawing/2014/main" id="{A14E2F25-C052-5A17-F0E9-D4E1680A91BB}"/>
                  </a:ext>
                </a:extLst>
              </p:cNvPr>
              <p:cNvSpPr/>
              <p:nvPr/>
            </p:nvSpPr>
            <p:spPr>
              <a:xfrm>
                <a:off x="7433421" y="5618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1" name="Freeform 50330">
                <a:extLst>
                  <a:ext uri="{FF2B5EF4-FFF2-40B4-BE49-F238E27FC236}">
                    <a16:creationId xmlns:a16="http://schemas.microsoft.com/office/drawing/2014/main" id="{745E9033-5BAA-638A-04E0-7919316BE85B}"/>
                  </a:ext>
                </a:extLst>
              </p:cNvPr>
              <p:cNvSpPr/>
              <p:nvPr/>
            </p:nvSpPr>
            <p:spPr>
              <a:xfrm>
                <a:off x="7433917" y="582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2" name="Freeform 50331">
                <a:extLst>
                  <a:ext uri="{FF2B5EF4-FFF2-40B4-BE49-F238E27FC236}">
                    <a16:creationId xmlns:a16="http://schemas.microsoft.com/office/drawing/2014/main" id="{0EC0750F-6EDA-0B58-6164-40E80DC0E8C3}"/>
                  </a:ext>
                </a:extLst>
              </p:cNvPr>
              <p:cNvSpPr/>
              <p:nvPr/>
            </p:nvSpPr>
            <p:spPr>
              <a:xfrm>
                <a:off x="7434413" y="60417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3" name="Freeform 50332">
                <a:extLst>
                  <a:ext uri="{FF2B5EF4-FFF2-40B4-BE49-F238E27FC236}">
                    <a16:creationId xmlns:a16="http://schemas.microsoft.com/office/drawing/2014/main" id="{6F830F03-3D5E-A6AC-8C59-B4D44E5A375F}"/>
                  </a:ext>
                </a:extLst>
              </p:cNvPr>
              <p:cNvSpPr/>
              <p:nvPr/>
            </p:nvSpPr>
            <p:spPr>
              <a:xfrm>
                <a:off x="7435009" y="6046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4" name="Freeform 50333">
                <a:extLst>
                  <a:ext uri="{FF2B5EF4-FFF2-40B4-BE49-F238E27FC236}">
                    <a16:creationId xmlns:a16="http://schemas.microsoft.com/office/drawing/2014/main" id="{C3430D70-E672-DFC6-F9D4-17A42A313398}"/>
                  </a:ext>
                </a:extLst>
              </p:cNvPr>
              <p:cNvSpPr/>
              <p:nvPr/>
            </p:nvSpPr>
            <p:spPr>
              <a:xfrm>
                <a:off x="7435505" y="6047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5" name="Freeform 50334">
                <a:extLst>
                  <a:ext uri="{FF2B5EF4-FFF2-40B4-BE49-F238E27FC236}">
                    <a16:creationId xmlns:a16="http://schemas.microsoft.com/office/drawing/2014/main" id="{4BAB20CD-51A2-0DF4-CA6D-EE6FE646188F}"/>
                  </a:ext>
                </a:extLst>
              </p:cNvPr>
              <p:cNvSpPr/>
              <p:nvPr/>
            </p:nvSpPr>
            <p:spPr>
              <a:xfrm>
                <a:off x="7436001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6" name="Freeform 50335">
                <a:extLst>
                  <a:ext uri="{FF2B5EF4-FFF2-40B4-BE49-F238E27FC236}">
                    <a16:creationId xmlns:a16="http://schemas.microsoft.com/office/drawing/2014/main" id="{A330D885-FC14-23C2-8ABD-F3BBF4A40691}"/>
                  </a:ext>
                </a:extLst>
              </p:cNvPr>
              <p:cNvSpPr/>
              <p:nvPr/>
            </p:nvSpPr>
            <p:spPr>
              <a:xfrm>
                <a:off x="7436497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7" name="Freeform 50336">
                <a:extLst>
                  <a:ext uri="{FF2B5EF4-FFF2-40B4-BE49-F238E27FC236}">
                    <a16:creationId xmlns:a16="http://schemas.microsoft.com/office/drawing/2014/main" id="{22BC5166-E5D5-48E1-6562-295BDD1F6B0A}"/>
                  </a:ext>
                </a:extLst>
              </p:cNvPr>
              <p:cNvSpPr/>
              <p:nvPr/>
            </p:nvSpPr>
            <p:spPr>
              <a:xfrm>
                <a:off x="7437092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8" name="Freeform 50337">
                <a:extLst>
                  <a:ext uri="{FF2B5EF4-FFF2-40B4-BE49-F238E27FC236}">
                    <a16:creationId xmlns:a16="http://schemas.microsoft.com/office/drawing/2014/main" id="{9014C4A8-BBC8-7B09-E7F9-2ACC7878C2A9}"/>
                  </a:ext>
                </a:extLst>
              </p:cNvPr>
              <p:cNvSpPr/>
              <p:nvPr/>
            </p:nvSpPr>
            <p:spPr>
              <a:xfrm>
                <a:off x="7437588" y="6050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39" name="Freeform 50338">
                <a:extLst>
                  <a:ext uri="{FF2B5EF4-FFF2-40B4-BE49-F238E27FC236}">
                    <a16:creationId xmlns:a16="http://schemas.microsoft.com/office/drawing/2014/main" id="{5DE2B679-C091-2834-1455-F72473F5BAB9}"/>
                  </a:ext>
                </a:extLst>
              </p:cNvPr>
              <p:cNvSpPr/>
              <p:nvPr/>
            </p:nvSpPr>
            <p:spPr>
              <a:xfrm>
                <a:off x="7438084" y="6050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0" name="Freeform 50339">
                <a:extLst>
                  <a:ext uri="{FF2B5EF4-FFF2-40B4-BE49-F238E27FC236}">
                    <a16:creationId xmlns:a16="http://schemas.microsoft.com/office/drawing/2014/main" id="{B5A48ADF-EEEB-2B71-8863-B58A5243D20D}"/>
                  </a:ext>
                </a:extLst>
              </p:cNvPr>
              <p:cNvSpPr/>
              <p:nvPr/>
            </p:nvSpPr>
            <p:spPr>
              <a:xfrm>
                <a:off x="7438680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1" name="Freeform 50340">
                <a:extLst>
                  <a:ext uri="{FF2B5EF4-FFF2-40B4-BE49-F238E27FC236}">
                    <a16:creationId xmlns:a16="http://schemas.microsoft.com/office/drawing/2014/main" id="{572DAB2D-3514-EDEC-443B-38AEE0A12F20}"/>
                  </a:ext>
                </a:extLst>
              </p:cNvPr>
              <p:cNvSpPr/>
              <p:nvPr/>
            </p:nvSpPr>
            <p:spPr>
              <a:xfrm>
                <a:off x="7439176" y="6049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2" name="Freeform 50341">
                <a:extLst>
                  <a:ext uri="{FF2B5EF4-FFF2-40B4-BE49-F238E27FC236}">
                    <a16:creationId xmlns:a16="http://schemas.microsoft.com/office/drawing/2014/main" id="{67F11A81-C687-EF6C-63CD-AB370300B57D}"/>
                  </a:ext>
                </a:extLst>
              </p:cNvPr>
              <p:cNvSpPr/>
              <p:nvPr/>
            </p:nvSpPr>
            <p:spPr>
              <a:xfrm>
                <a:off x="7439672" y="58462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3" name="Freeform 50342">
                <a:extLst>
                  <a:ext uri="{FF2B5EF4-FFF2-40B4-BE49-F238E27FC236}">
                    <a16:creationId xmlns:a16="http://schemas.microsoft.com/office/drawing/2014/main" id="{E8CC06FF-BED5-0064-B386-D7524E833378}"/>
                  </a:ext>
                </a:extLst>
              </p:cNvPr>
              <p:cNvSpPr/>
              <p:nvPr/>
            </p:nvSpPr>
            <p:spPr>
              <a:xfrm>
                <a:off x="7440267" y="5814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4" name="Freeform 50343">
                <a:extLst>
                  <a:ext uri="{FF2B5EF4-FFF2-40B4-BE49-F238E27FC236}">
                    <a16:creationId xmlns:a16="http://schemas.microsoft.com/office/drawing/2014/main" id="{086CE78B-8224-EEC1-AF96-1403B6C8343B}"/>
                  </a:ext>
                </a:extLst>
              </p:cNvPr>
              <p:cNvSpPr/>
              <p:nvPr/>
            </p:nvSpPr>
            <p:spPr>
              <a:xfrm>
                <a:off x="7440763" y="5748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5" name="Freeform 50344">
                <a:extLst>
                  <a:ext uri="{FF2B5EF4-FFF2-40B4-BE49-F238E27FC236}">
                    <a16:creationId xmlns:a16="http://schemas.microsoft.com/office/drawing/2014/main" id="{E983B7F1-357E-D02D-4534-1CA5A3877FC1}"/>
                  </a:ext>
                </a:extLst>
              </p:cNvPr>
              <p:cNvSpPr/>
              <p:nvPr/>
            </p:nvSpPr>
            <p:spPr>
              <a:xfrm>
                <a:off x="7441259" y="5745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6" name="Freeform 50345">
                <a:extLst>
                  <a:ext uri="{FF2B5EF4-FFF2-40B4-BE49-F238E27FC236}">
                    <a16:creationId xmlns:a16="http://schemas.microsoft.com/office/drawing/2014/main" id="{3BB03F1B-3F66-F68B-62F6-0AD4ACD79D14}"/>
                  </a:ext>
                </a:extLst>
              </p:cNvPr>
              <p:cNvSpPr/>
              <p:nvPr/>
            </p:nvSpPr>
            <p:spPr>
              <a:xfrm>
                <a:off x="7441855" y="582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7" name="Freeform 50346">
                <a:extLst>
                  <a:ext uri="{FF2B5EF4-FFF2-40B4-BE49-F238E27FC236}">
                    <a16:creationId xmlns:a16="http://schemas.microsoft.com/office/drawing/2014/main" id="{164A589B-E775-2AB3-57C1-34BBB539BE93}"/>
                  </a:ext>
                </a:extLst>
              </p:cNvPr>
              <p:cNvSpPr/>
              <p:nvPr/>
            </p:nvSpPr>
            <p:spPr>
              <a:xfrm>
                <a:off x="7442351" y="5823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8" name="Freeform 50347">
                <a:extLst>
                  <a:ext uri="{FF2B5EF4-FFF2-40B4-BE49-F238E27FC236}">
                    <a16:creationId xmlns:a16="http://schemas.microsoft.com/office/drawing/2014/main" id="{CB95BF16-B02C-EDFB-2C79-3DE3FB890B96}"/>
                  </a:ext>
                </a:extLst>
              </p:cNvPr>
              <p:cNvSpPr/>
              <p:nvPr/>
            </p:nvSpPr>
            <p:spPr>
              <a:xfrm>
                <a:off x="7442847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49" name="Freeform 50348">
                <a:extLst>
                  <a:ext uri="{FF2B5EF4-FFF2-40B4-BE49-F238E27FC236}">
                    <a16:creationId xmlns:a16="http://schemas.microsoft.com/office/drawing/2014/main" id="{2AA2986F-1F38-588D-7F83-D0D5F2C795E2}"/>
                  </a:ext>
                </a:extLst>
              </p:cNvPr>
              <p:cNvSpPr/>
              <p:nvPr/>
            </p:nvSpPr>
            <p:spPr>
              <a:xfrm>
                <a:off x="7443442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0" name="Freeform 50349">
                <a:extLst>
                  <a:ext uri="{FF2B5EF4-FFF2-40B4-BE49-F238E27FC236}">
                    <a16:creationId xmlns:a16="http://schemas.microsoft.com/office/drawing/2014/main" id="{03B4AF1A-8CEB-9E5E-3073-7D5505AD4120}"/>
                  </a:ext>
                </a:extLst>
              </p:cNvPr>
              <p:cNvSpPr/>
              <p:nvPr/>
            </p:nvSpPr>
            <p:spPr>
              <a:xfrm>
                <a:off x="7443938" y="5755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1" name="Freeform 50350">
                <a:extLst>
                  <a:ext uri="{FF2B5EF4-FFF2-40B4-BE49-F238E27FC236}">
                    <a16:creationId xmlns:a16="http://schemas.microsoft.com/office/drawing/2014/main" id="{373C2A7A-296F-5593-CEAD-D70A3599A0B9}"/>
                  </a:ext>
                </a:extLst>
              </p:cNvPr>
              <p:cNvSpPr/>
              <p:nvPr/>
            </p:nvSpPr>
            <p:spPr>
              <a:xfrm>
                <a:off x="7444434" y="5720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2" name="Freeform 50351">
                <a:extLst>
                  <a:ext uri="{FF2B5EF4-FFF2-40B4-BE49-F238E27FC236}">
                    <a16:creationId xmlns:a16="http://schemas.microsoft.com/office/drawing/2014/main" id="{522EB5E2-3ABD-C46D-AD3E-67EC012B4466}"/>
                  </a:ext>
                </a:extLst>
              </p:cNvPr>
              <p:cNvSpPr/>
              <p:nvPr/>
            </p:nvSpPr>
            <p:spPr>
              <a:xfrm>
                <a:off x="7445030" y="5671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3" name="Freeform 50352">
                <a:extLst>
                  <a:ext uri="{FF2B5EF4-FFF2-40B4-BE49-F238E27FC236}">
                    <a16:creationId xmlns:a16="http://schemas.microsoft.com/office/drawing/2014/main" id="{298ED437-0217-5921-5C55-72E97CC0C102}"/>
                  </a:ext>
                </a:extLst>
              </p:cNvPr>
              <p:cNvSpPr/>
              <p:nvPr/>
            </p:nvSpPr>
            <p:spPr>
              <a:xfrm>
                <a:off x="7445526" y="5624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4" name="Freeform 50353">
                <a:extLst>
                  <a:ext uri="{FF2B5EF4-FFF2-40B4-BE49-F238E27FC236}">
                    <a16:creationId xmlns:a16="http://schemas.microsoft.com/office/drawing/2014/main" id="{BABAE096-2720-633F-02FA-97C5ED119317}"/>
                  </a:ext>
                </a:extLst>
              </p:cNvPr>
              <p:cNvSpPr/>
              <p:nvPr/>
            </p:nvSpPr>
            <p:spPr>
              <a:xfrm>
                <a:off x="7446022" y="5605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5" name="Freeform 50354">
                <a:extLst>
                  <a:ext uri="{FF2B5EF4-FFF2-40B4-BE49-F238E27FC236}">
                    <a16:creationId xmlns:a16="http://schemas.microsoft.com/office/drawing/2014/main" id="{CC68BE40-CD7A-CA3C-2B18-F37CD1E36191}"/>
                  </a:ext>
                </a:extLst>
              </p:cNvPr>
              <p:cNvSpPr/>
              <p:nvPr/>
            </p:nvSpPr>
            <p:spPr>
              <a:xfrm>
                <a:off x="7446617" y="5723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6" name="Freeform 50355">
                <a:extLst>
                  <a:ext uri="{FF2B5EF4-FFF2-40B4-BE49-F238E27FC236}">
                    <a16:creationId xmlns:a16="http://schemas.microsoft.com/office/drawing/2014/main" id="{6616468A-7024-C7E9-B8D3-299CD0A6AC50}"/>
                  </a:ext>
                </a:extLst>
              </p:cNvPr>
              <p:cNvSpPr/>
              <p:nvPr/>
            </p:nvSpPr>
            <p:spPr>
              <a:xfrm>
                <a:off x="7447113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7" name="Freeform 50356">
                <a:extLst>
                  <a:ext uri="{FF2B5EF4-FFF2-40B4-BE49-F238E27FC236}">
                    <a16:creationId xmlns:a16="http://schemas.microsoft.com/office/drawing/2014/main" id="{1E5BA3FA-6F9D-646C-1A6F-422B7025C9C8}"/>
                  </a:ext>
                </a:extLst>
              </p:cNvPr>
              <p:cNvSpPr/>
              <p:nvPr/>
            </p:nvSpPr>
            <p:spPr>
              <a:xfrm>
                <a:off x="7447609" y="6033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8" name="Freeform 50357">
                <a:extLst>
                  <a:ext uri="{FF2B5EF4-FFF2-40B4-BE49-F238E27FC236}">
                    <a16:creationId xmlns:a16="http://schemas.microsoft.com/office/drawing/2014/main" id="{D1071690-9905-2B37-2BD6-6714A034DD64}"/>
                  </a:ext>
                </a:extLst>
              </p:cNvPr>
              <p:cNvSpPr/>
              <p:nvPr/>
            </p:nvSpPr>
            <p:spPr>
              <a:xfrm>
                <a:off x="7448205" y="6036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59" name="Freeform 50358">
                <a:extLst>
                  <a:ext uri="{FF2B5EF4-FFF2-40B4-BE49-F238E27FC236}">
                    <a16:creationId xmlns:a16="http://schemas.microsoft.com/office/drawing/2014/main" id="{6B38AA5A-DFC9-065D-6AA8-6EDE2296CDE0}"/>
                  </a:ext>
                </a:extLst>
              </p:cNvPr>
              <p:cNvSpPr/>
              <p:nvPr/>
            </p:nvSpPr>
            <p:spPr>
              <a:xfrm>
                <a:off x="7448701" y="6037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0" name="Freeform 50359">
                <a:extLst>
                  <a:ext uri="{FF2B5EF4-FFF2-40B4-BE49-F238E27FC236}">
                    <a16:creationId xmlns:a16="http://schemas.microsoft.com/office/drawing/2014/main" id="{D8CFC88A-C1CD-338F-BF13-46D4FD7FA203}"/>
                  </a:ext>
                </a:extLst>
              </p:cNvPr>
              <p:cNvSpPr/>
              <p:nvPr/>
            </p:nvSpPr>
            <p:spPr>
              <a:xfrm>
                <a:off x="7449197" y="6037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1" name="Freeform 50360">
                <a:extLst>
                  <a:ext uri="{FF2B5EF4-FFF2-40B4-BE49-F238E27FC236}">
                    <a16:creationId xmlns:a16="http://schemas.microsoft.com/office/drawing/2014/main" id="{1897322B-997A-194F-C2A3-EEF5E5659DB4}"/>
                  </a:ext>
                </a:extLst>
              </p:cNvPr>
              <p:cNvSpPr/>
              <p:nvPr/>
            </p:nvSpPr>
            <p:spPr>
              <a:xfrm>
                <a:off x="7449693" y="6036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2" name="Freeform 50361">
                <a:extLst>
                  <a:ext uri="{FF2B5EF4-FFF2-40B4-BE49-F238E27FC236}">
                    <a16:creationId xmlns:a16="http://schemas.microsoft.com/office/drawing/2014/main" id="{B7944D02-1608-7141-C52F-D0B9B802E5BB}"/>
                  </a:ext>
                </a:extLst>
              </p:cNvPr>
              <p:cNvSpPr/>
              <p:nvPr/>
            </p:nvSpPr>
            <p:spPr>
              <a:xfrm>
                <a:off x="7450288" y="6037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3" name="Freeform 50362">
                <a:extLst>
                  <a:ext uri="{FF2B5EF4-FFF2-40B4-BE49-F238E27FC236}">
                    <a16:creationId xmlns:a16="http://schemas.microsoft.com/office/drawing/2014/main" id="{7A79A4E7-40BE-D9AA-EDF2-64AB99B09A63}"/>
                  </a:ext>
                </a:extLst>
              </p:cNvPr>
              <p:cNvSpPr/>
              <p:nvPr/>
            </p:nvSpPr>
            <p:spPr>
              <a:xfrm>
                <a:off x="7450784" y="60376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4" name="Freeform 50363">
                <a:extLst>
                  <a:ext uri="{FF2B5EF4-FFF2-40B4-BE49-F238E27FC236}">
                    <a16:creationId xmlns:a16="http://schemas.microsoft.com/office/drawing/2014/main" id="{55DCAF6C-7BD8-8241-D446-74BF0E0A076C}"/>
                  </a:ext>
                </a:extLst>
              </p:cNvPr>
              <p:cNvSpPr/>
              <p:nvPr/>
            </p:nvSpPr>
            <p:spPr>
              <a:xfrm>
                <a:off x="7451280" y="6038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5" name="Freeform 50364">
                <a:extLst>
                  <a:ext uri="{FF2B5EF4-FFF2-40B4-BE49-F238E27FC236}">
                    <a16:creationId xmlns:a16="http://schemas.microsoft.com/office/drawing/2014/main" id="{D801C623-0EA3-17D4-BD68-3FCC2E5C048C}"/>
                  </a:ext>
                </a:extLst>
              </p:cNvPr>
              <p:cNvSpPr/>
              <p:nvPr/>
            </p:nvSpPr>
            <p:spPr>
              <a:xfrm>
                <a:off x="7451876" y="60364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6" name="Freeform 50365">
                <a:extLst>
                  <a:ext uri="{FF2B5EF4-FFF2-40B4-BE49-F238E27FC236}">
                    <a16:creationId xmlns:a16="http://schemas.microsoft.com/office/drawing/2014/main" id="{03688177-09D2-D919-4ACD-DE5E8B261AF1}"/>
                  </a:ext>
                </a:extLst>
              </p:cNvPr>
              <p:cNvSpPr/>
              <p:nvPr/>
            </p:nvSpPr>
            <p:spPr>
              <a:xfrm>
                <a:off x="7452372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7" name="Freeform 50366">
                <a:extLst>
                  <a:ext uri="{FF2B5EF4-FFF2-40B4-BE49-F238E27FC236}">
                    <a16:creationId xmlns:a16="http://schemas.microsoft.com/office/drawing/2014/main" id="{1DDF14A2-9DCE-093F-C430-FCE43F610C98}"/>
                  </a:ext>
                </a:extLst>
              </p:cNvPr>
              <p:cNvSpPr/>
              <p:nvPr/>
            </p:nvSpPr>
            <p:spPr>
              <a:xfrm>
                <a:off x="7452868" y="5685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8" name="Freeform 50367">
                <a:extLst>
                  <a:ext uri="{FF2B5EF4-FFF2-40B4-BE49-F238E27FC236}">
                    <a16:creationId xmlns:a16="http://schemas.microsoft.com/office/drawing/2014/main" id="{A4A44C17-7C58-5C9A-43C4-293E277DF125}"/>
                  </a:ext>
                </a:extLst>
              </p:cNvPr>
              <p:cNvSpPr/>
              <p:nvPr/>
            </p:nvSpPr>
            <p:spPr>
              <a:xfrm>
                <a:off x="7453463" y="5676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69" name="Freeform 50368">
                <a:extLst>
                  <a:ext uri="{FF2B5EF4-FFF2-40B4-BE49-F238E27FC236}">
                    <a16:creationId xmlns:a16="http://schemas.microsoft.com/office/drawing/2014/main" id="{56D724DA-3548-E054-A536-6B8A87EBE02C}"/>
                  </a:ext>
                </a:extLst>
              </p:cNvPr>
              <p:cNvSpPr/>
              <p:nvPr/>
            </p:nvSpPr>
            <p:spPr>
              <a:xfrm>
                <a:off x="7453959" y="5676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0" name="Freeform 50369">
                <a:extLst>
                  <a:ext uri="{FF2B5EF4-FFF2-40B4-BE49-F238E27FC236}">
                    <a16:creationId xmlns:a16="http://schemas.microsoft.com/office/drawing/2014/main" id="{55B3912C-5917-FF0C-419E-6DF4C4CD6A1D}"/>
                  </a:ext>
                </a:extLst>
              </p:cNvPr>
              <p:cNvSpPr/>
              <p:nvPr/>
            </p:nvSpPr>
            <p:spPr>
              <a:xfrm>
                <a:off x="7454455" y="57487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1" name="Freeform 50370">
                <a:extLst>
                  <a:ext uri="{FF2B5EF4-FFF2-40B4-BE49-F238E27FC236}">
                    <a16:creationId xmlns:a16="http://schemas.microsoft.com/office/drawing/2014/main" id="{705F0BFA-F493-87FD-85AF-4C3BFA8B61B8}"/>
                  </a:ext>
                </a:extLst>
              </p:cNvPr>
              <p:cNvSpPr/>
              <p:nvPr/>
            </p:nvSpPr>
            <p:spPr>
              <a:xfrm>
                <a:off x="7455051" y="5717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2" name="Freeform 50371">
                <a:extLst>
                  <a:ext uri="{FF2B5EF4-FFF2-40B4-BE49-F238E27FC236}">
                    <a16:creationId xmlns:a16="http://schemas.microsoft.com/office/drawing/2014/main" id="{8B3109FD-D134-5314-5365-20EA5E7A9F27}"/>
                  </a:ext>
                </a:extLst>
              </p:cNvPr>
              <p:cNvSpPr/>
              <p:nvPr/>
            </p:nvSpPr>
            <p:spPr>
              <a:xfrm>
                <a:off x="7455547" y="5753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3" name="Freeform 50372">
                <a:extLst>
                  <a:ext uri="{FF2B5EF4-FFF2-40B4-BE49-F238E27FC236}">
                    <a16:creationId xmlns:a16="http://schemas.microsoft.com/office/drawing/2014/main" id="{101636EF-59A0-3038-B261-6ACF8F5DF6E9}"/>
                  </a:ext>
                </a:extLst>
              </p:cNvPr>
              <p:cNvSpPr/>
              <p:nvPr/>
            </p:nvSpPr>
            <p:spPr>
              <a:xfrm>
                <a:off x="7456043" y="574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4" name="Freeform 50373">
                <a:extLst>
                  <a:ext uri="{FF2B5EF4-FFF2-40B4-BE49-F238E27FC236}">
                    <a16:creationId xmlns:a16="http://schemas.microsoft.com/office/drawing/2014/main" id="{7EC09750-B865-EF96-A907-24011E5AEA19}"/>
                  </a:ext>
                </a:extLst>
              </p:cNvPr>
              <p:cNvSpPr/>
              <p:nvPr/>
            </p:nvSpPr>
            <p:spPr>
              <a:xfrm>
                <a:off x="7456638" y="5721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5" name="Freeform 50374">
                <a:extLst>
                  <a:ext uri="{FF2B5EF4-FFF2-40B4-BE49-F238E27FC236}">
                    <a16:creationId xmlns:a16="http://schemas.microsoft.com/office/drawing/2014/main" id="{9F4F030D-165E-A440-7A33-43CC0D821F63}"/>
                  </a:ext>
                </a:extLst>
              </p:cNvPr>
              <p:cNvSpPr/>
              <p:nvPr/>
            </p:nvSpPr>
            <p:spPr>
              <a:xfrm>
                <a:off x="7457134" y="56915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6" name="Freeform 50375">
                <a:extLst>
                  <a:ext uri="{FF2B5EF4-FFF2-40B4-BE49-F238E27FC236}">
                    <a16:creationId xmlns:a16="http://schemas.microsoft.com/office/drawing/2014/main" id="{9A8D0A64-EA26-2646-1425-0C6E954BED66}"/>
                  </a:ext>
                </a:extLst>
              </p:cNvPr>
              <p:cNvSpPr/>
              <p:nvPr/>
            </p:nvSpPr>
            <p:spPr>
              <a:xfrm>
                <a:off x="7457630" y="5642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7" name="Freeform 50376">
                <a:extLst>
                  <a:ext uri="{FF2B5EF4-FFF2-40B4-BE49-F238E27FC236}">
                    <a16:creationId xmlns:a16="http://schemas.microsoft.com/office/drawing/2014/main" id="{88C16181-2DF8-64B8-8A3A-A62DE4757DC5}"/>
                  </a:ext>
                </a:extLst>
              </p:cNvPr>
              <p:cNvSpPr/>
              <p:nvPr/>
            </p:nvSpPr>
            <p:spPr>
              <a:xfrm>
                <a:off x="7458226" y="5617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8" name="Freeform 50377">
                <a:extLst>
                  <a:ext uri="{FF2B5EF4-FFF2-40B4-BE49-F238E27FC236}">
                    <a16:creationId xmlns:a16="http://schemas.microsoft.com/office/drawing/2014/main" id="{887A67F2-940D-6F64-4981-681F1565CA98}"/>
                  </a:ext>
                </a:extLst>
              </p:cNvPr>
              <p:cNvSpPr/>
              <p:nvPr/>
            </p:nvSpPr>
            <p:spPr>
              <a:xfrm>
                <a:off x="7458722" y="5572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79" name="Freeform 50378">
                <a:extLst>
                  <a:ext uri="{FF2B5EF4-FFF2-40B4-BE49-F238E27FC236}">
                    <a16:creationId xmlns:a16="http://schemas.microsoft.com/office/drawing/2014/main" id="{E938CD3A-D0F5-BC69-107C-24E88F3406F5}"/>
                  </a:ext>
                </a:extLst>
              </p:cNvPr>
              <p:cNvSpPr/>
              <p:nvPr/>
            </p:nvSpPr>
            <p:spPr>
              <a:xfrm>
                <a:off x="7459218" y="55875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0" name="Freeform 50379">
                <a:extLst>
                  <a:ext uri="{FF2B5EF4-FFF2-40B4-BE49-F238E27FC236}">
                    <a16:creationId xmlns:a16="http://schemas.microsoft.com/office/drawing/2014/main" id="{BA70607E-4B00-83D4-8884-E9A676C9C5C6}"/>
                  </a:ext>
                </a:extLst>
              </p:cNvPr>
              <p:cNvSpPr/>
              <p:nvPr/>
            </p:nvSpPr>
            <p:spPr>
              <a:xfrm>
                <a:off x="7459813" y="59874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1" name="Freeform 50380">
                <a:extLst>
                  <a:ext uri="{FF2B5EF4-FFF2-40B4-BE49-F238E27FC236}">
                    <a16:creationId xmlns:a16="http://schemas.microsoft.com/office/drawing/2014/main" id="{480EF8AC-5AEA-8DA3-8865-BB4DE04B963D}"/>
                  </a:ext>
                </a:extLst>
              </p:cNvPr>
              <p:cNvSpPr/>
              <p:nvPr/>
            </p:nvSpPr>
            <p:spPr>
              <a:xfrm>
                <a:off x="7460309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2" name="Freeform 50381">
                <a:extLst>
                  <a:ext uri="{FF2B5EF4-FFF2-40B4-BE49-F238E27FC236}">
                    <a16:creationId xmlns:a16="http://schemas.microsoft.com/office/drawing/2014/main" id="{E38F2AF9-F85A-12B2-90C6-E6F1F640F5F4}"/>
                  </a:ext>
                </a:extLst>
              </p:cNvPr>
              <p:cNvSpPr/>
              <p:nvPr/>
            </p:nvSpPr>
            <p:spPr>
              <a:xfrm>
                <a:off x="7460805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3" name="Freeform 50382">
                <a:extLst>
                  <a:ext uri="{FF2B5EF4-FFF2-40B4-BE49-F238E27FC236}">
                    <a16:creationId xmlns:a16="http://schemas.microsoft.com/office/drawing/2014/main" id="{21CB18C0-BAFA-70E4-AD05-BC6A1BBFC6F3}"/>
                  </a:ext>
                </a:extLst>
              </p:cNvPr>
              <p:cNvSpPr/>
              <p:nvPr/>
            </p:nvSpPr>
            <p:spPr>
              <a:xfrm>
                <a:off x="7461302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4" name="Freeform 50383">
                <a:extLst>
                  <a:ext uri="{FF2B5EF4-FFF2-40B4-BE49-F238E27FC236}">
                    <a16:creationId xmlns:a16="http://schemas.microsoft.com/office/drawing/2014/main" id="{1461E0CD-08D2-A468-9CDB-B301FBC2FD75}"/>
                  </a:ext>
                </a:extLst>
              </p:cNvPr>
              <p:cNvSpPr/>
              <p:nvPr/>
            </p:nvSpPr>
            <p:spPr>
              <a:xfrm>
                <a:off x="7461897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5" name="Freeform 50384">
                <a:extLst>
                  <a:ext uri="{FF2B5EF4-FFF2-40B4-BE49-F238E27FC236}">
                    <a16:creationId xmlns:a16="http://schemas.microsoft.com/office/drawing/2014/main" id="{ACE26848-039D-E9F7-BF02-0DB50CAE8194}"/>
                  </a:ext>
                </a:extLst>
              </p:cNvPr>
              <p:cNvSpPr/>
              <p:nvPr/>
            </p:nvSpPr>
            <p:spPr>
              <a:xfrm>
                <a:off x="7462393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6" name="Freeform 50385">
                <a:extLst>
                  <a:ext uri="{FF2B5EF4-FFF2-40B4-BE49-F238E27FC236}">
                    <a16:creationId xmlns:a16="http://schemas.microsoft.com/office/drawing/2014/main" id="{87DF10C1-EA32-0678-65FB-152265284606}"/>
                  </a:ext>
                </a:extLst>
              </p:cNvPr>
              <p:cNvSpPr/>
              <p:nvPr/>
            </p:nvSpPr>
            <p:spPr>
              <a:xfrm>
                <a:off x="7462889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7" name="Freeform 50386">
                <a:extLst>
                  <a:ext uri="{FF2B5EF4-FFF2-40B4-BE49-F238E27FC236}">
                    <a16:creationId xmlns:a16="http://schemas.microsoft.com/office/drawing/2014/main" id="{FE92E6FD-84AF-80C2-7FE5-1CBE341F8744}"/>
                  </a:ext>
                </a:extLst>
              </p:cNvPr>
              <p:cNvSpPr/>
              <p:nvPr/>
            </p:nvSpPr>
            <p:spPr>
              <a:xfrm>
                <a:off x="7463484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8" name="Freeform 50387">
                <a:extLst>
                  <a:ext uri="{FF2B5EF4-FFF2-40B4-BE49-F238E27FC236}">
                    <a16:creationId xmlns:a16="http://schemas.microsoft.com/office/drawing/2014/main" id="{31D2E10F-4B45-F832-38C6-13BEFABE9751}"/>
                  </a:ext>
                </a:extLst>
              </p:cNvPr>
              <p:cNvSpPr/>
              <p:nvPr/>
            </p:nvSpPr>
            <p:spPr>
              <a:xfrm>
                <a:off x="7463980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89" name="Freeform 50388">
                <a:extLst>
                  <a:ext uri="{FF2B5EF4-FFF2-40B4-BE49-F238E27FC236}">
                    <a16:creationId xmlns:a16="http://schemas.microsoft.com/office/drawing/2014/main" id="{11B76602-0D65-2F19-2AEF-F9404C29873F}"/>
                  </a:ext>
                </a:extLst>
              </p:cNvPr>
              <p:cNvSpPr/>
              <p:nvPr/>
            </p:nvSpPr>
            <p:spPr>
              <a:xfrm>
                <a:off x="7464477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0" name="Freeform 50389">
                <a:extLst>
                  <a:ext uri="{FF2B5EF4-FFF2-40B4-BE49-F238E27FC236}">
                    <a16:creationId xmlns:a16="http://schemas.microsoft.com/office/drawing/2014/main" id="{405D6EA5-E8AE-4CCE-5E52-7EF56A621EEF}"/>
                  </a:ext>
                </a:extLst>
              </p:cNvPr>
              <p:cNvSpPr/>
              <p:nvPr/>
            </p:nvSpPr>
            <p:spPr>
              <a:xfrm>
                <a:off x="7465072" y="581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1" name="Freeform 50390">
                <a:extLst>
                  <a:ext uri="{FF2B5EF4-FFF2-40B4-BE49-F238E27FC236}">
                    <a16:creationId xmlns:a16="http://schemas.microsoft.com/office/drawing/2014/main" id="{F8E2CFCC-6C42-1F2A-B823-C2085695E765}"/>
                  </a:ext>
                </a:extLst>
              </p:cNvPr>
              <p:cNvSpPr/>
              <p:nvPr/>
            </p:nvSpPr>
            <p:spPr>
              <a:xfrm>
                <a:off x="7465568" y="5659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2" name="Freeform 50391">
                <a:extLst>
                  <a:ext uri="{FF2B5EF4-FFF2-40B4-BE49-F238E27FC236}">
                    <a16:creationId xmlns:a16="http://schemas.microsoft.com/office/drawing/2014/main" id="{A4746D2E-78B5-8956-D56A-AB0C3B076F2A}"/>
                  </a:ext>
                </a:extLst>
              </p:cNvPr>
              <p:cNvSpPr/>
              <p:nvPr/>
            </p:nvSpPr>
            <p:spPr>
              <a:xfrm>
                <a:off x="7466064" y="56340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3" name="Freeform 50392">
                <a:extLst>
                  <a:ext uri="{FF2B5EF4-FFF2-40B4-BE49-F238E27FC236}">
                    <a16:creationId xmlns:a16="http://schemas.microsoft.com/office/drawing/2014/main" id="{D83F05B6-08DA-41FF-1F90-D4B42ACCBA88}"/>
                  </a:ext>
                </a:extLst>
              </p:cNvPr>
              <p:cNvSpPr/>
              <p:nvPr/>
            </p:nvSpPr>
            <p:spPr>
              <a:xfrm>
                <a:off x="7466659" y="5653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4" name="Freeform 50393">
                <a:extLst>
                  <a:ext uri="{FF2B5EF4-FFF2-40B4-BE49-F238E27FC236}">
                    <a16:creationId xmlns:a16="http://schemas.microsoft.com/office/drawing/2014/main" id="{E3EA0136-6EC4-84E3-639F-0201C9559353}"/>
                  </a:ext>
                </a:extLst>
              </p:cNvPr>
              <p:cNvSpPr/>
              <p:nvPr/>
            </p:nvSpPr>
            <p:spPr>
              <a:xfrm>
                <a:off x="7467155" y="5680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5" name="Freeform 50394">
                <a:extLst>
                  <a:ext uri="{FF2B5EF4-FFF2-40B4-BE49-F238E27FC236}">
                    <a16:creationId xmlns:a16="http://schemas.microsoft.com/office/drawing/2014/main" id="{89B52073-59FF-DE3D-D471-481BC137DDA2}"/>
                  </a:ext>
                </a:extLst>
              </p:cNvPr>
              <p:cNvSpPr/>
              <p:nvPr/>
            </p:nvSpPr>
            <p:spPr>
              <a:xfrm>
                <a:off x="7467652" y="5599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6" name="Freeform 50395">
                <a:extLst>
                  <a:ext uri="{FF2B5EF4-FFF2-40B4-BE49-F238E27FC236}">
                    <a16:creationId xmlns:a16="http://schemas.microsoft.com/office/drawing/2014/main" id="{2772E251-D2DB-5F64-74CA-058132C95488}"/>
                  </a:ext>
                </a:extLst>
              </p:cNvPr>
              <p:cNvSpPr/>
              <p:nvPr/>
            </p:nvSpPr>
            <p:spPr>
              <a:xfrm>
                <a:off x="7468247" y="57087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7" name="Freeform 50396">
                <a:extLst>
                  <a:ext uri="{FF2B5EF4-FFF2-40B4-BE49-F238E27FC236}">
                    <a16:creationId xmlns:a16="http://schemas.microsoft.com/office/drawing/2014/main" id="{2044E617-59A1-24E0-AF55-80F91B2A797A}"/>
                  </a:ext>
                </a:extLst>
              </p:cNvPr>
              <p:cNvSpPr/>
              <p:nvPr/>
            </p:nvSpPr>
            <p:spPr>
              <a:xfrm>
                <a:off x="7468743" y="575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8" name="Freeform 50397">
                <a:extLst>
                  <a:ext uri="{FF2B5EF4-FFF2-40B4-BE49-F238E27FC236}">
                    <a16:creationId xmlns:a16="http://schemas.microsoft.com/office/drawing/2014/main" id="{6C4D6960-4135-C0B3-1438-EB56CBD0BA3D}"/>
                  </a:ext>
                </a:extLst>
              </p:cNvPr>
              <p:cNvSpPr/>
              <p:nvPr/>
            </p:nvSpPr>
            <p:spPr>
              <a:xfrm>
                <a:off x="7469239" y="5739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99" name="Freeform 50398">
                <a:extLst>
                  <a:ext uri="{FF2B5EF4-FFF2-40B4-BE49-F238E27FC236}">
                    <a16:creationId xmlns:a16="http://schemas.microsoft.com/office/drawing/2014/main" id="{B39AB548-C090-8678-E5DC-3274A352DD86}"/>
                  </a:ext>
                </a:extLst>
              </p:cNvPr>
              <p:cNvSpPr/>
              <p:nvPr/>
            </p:nvSpPr>
            <p:spPr>
              <a:xfrm>
                <a:off x="7469834" y="57116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0" name="Freeform 50399">
                <a:extLst>
                  <a:ext uri="{FF2B5EF4-FFF2-40B4-BE49-F238E27FC236}">
                    <a16:creationId xmlns:a16="http://schemas.microsoft.com/office/drawing/2014/main" id="{812E71B0-CC79-BB2E-6AB5-3CE0F1F68F43}"/>
                  </a:ext>
                </a:extLst>
              </p:cNvPr>
              <p:cNvSpPr/>
              <p:nvPr/>
            </p:nvSpPr>
            <p:spPr>
              <a:xfrm>
                <a:off x="7470330" y="5658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1" name="Freeform 50400">
                <a:extLst>
                  <a:ext uri="{FF2B5EF4-FFF2-40B4-BE49-F238E27FC236}">
                    <a16:creationId xmlns:a16="http://schemas.microsoft.com/office/drawing/2014/main" id="{5FEA616A-EF74-2005-BEDF-60BE6D9434CE}"/>
                  </a:ext>
                </a:extLst>
              </p:cNvPr>
              <p:cNvSpPr/>
              <p:nvPr/>
            </p:nvSpPr>
            <p:spPr>
              <a:xfrm>
                <a:off x="7470827" y="5592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2" name="Freeform 50401">
                <a:extLst>
                  <a:ext uri="{FF2B5EF4-FFF2-40B4-BE49-F238E27FC236}">
                    <a16:creationId xmlns:a16="http://schemas.microsoft.com/office/drawing/2014/main" id="{E3806E60-8419-2897-A54B-A7949F9F3A78}"/>
                  </a:ext>
                </a:extLst>
              </p:cNvPr>
              <p:cNvSpPr/>
              <p:nvPr/>
            </p:nvSpPr>
            <p:spPr>
              <a:xfrm>
                <a:off x="7471422" y="5567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3" name="Freeform 50402">
                <a:extLst>
                  <a:ext uri="{FF2B5EF4-FFF2-40B4-BE49-F238E27FC236}">
                    <a16:creationId xmlns:a16="http://schemas.microsoft.com/office/drawing/2014/main" id="{8DFFB6C1-C40D-5D23-4686-5CD4DED5F91C}"/>
                  </a:ext>
                </a:extLst>
              </p:cNvPr>
              <p:cNvSpPr/>
              <p:nvPr/>
            </p:nvSpPr>
            <p:spPr>
              <a:xfrm>
                <a:off x="7471918" y="55720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4" name="Freeform 50403">
                <a:extLst>
                  <a:ext uri="{FF2B5EF4-FFF2-40B4-BE49-F238E27FC236}">
                    <a16:creationId xmlns:a16="http://schemas.microsoft.com/office/drawing/2014/main" id="{F589641B-0CD6-8D9D-1A42-DC6934FD8B90}"/>
                  </a:ext>
                </a:extLst>
              </p:cNvPr>
              <p:cNvSpPr/>
              <p:nvPr/>
            </p:nvSpPr>
            <p:spPr>
              <a:xfrm>
                <a:off x="7472414" y="5936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5" name="Freeform 50404">
                <a:extLst>
                  <a:ext uri="{FF2B5EF4-FFF2-40B4-BE49-F238E27FC236}">
                    <a16:creationId xmlns:a16="http://schemas.microsoft.com/office/drawing/2014/main" id="{38AD5D45-D74F-55CC-25D2-F00718160F9E}"/>
                  </a:ext>
                </a:extLst>
              </p:cNvPr>
              <p:cNvSpPr/>
              <p:nvPr/>
            </p:nvSpPr>
            <p:spPr>
              <a:xfrm>
                <a:off x="7472910" y="59723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6" name="Freeform 50405">
                <a:extLst>
                  <a:ext uri="{FF2B5EF4-FFF2-40B4-BE49-F238E27FC236}">
                    <a16:creationId xmlns:a16="http://schemas.microsoft.com/office/drawing/2014/main" id="{E42FF8EC-9995-8A2A-F64C-6242552CAACD}"/>
                  </a:ext>
                </a:extLst>
              </p:cNvPr>
              <p:cNvSpPr/>
              <p:nvPr/>
            </p:nvSpPr>
            <p:spPr>
              <a:xfrm>
                <a:off x="7473505" y="5978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7" name="Freeform 50406">
                <a:extLst>
                  <a:ext uri="{FF2B5EF4-FFF2-40B4-BE49-F238E27FC236}">
                    <a16:creationId xmlns:a16="http://schemas.microsoft.com/office/drawing/2014/main" id="{0F875745-4E2B-115B-0B85-0DE8E454D653}"/>
                  </a:ext>
                </a:extLst>
              </p:cNvPr>
              <p:cNvSpPr/>
              <p:nvPr/>
            </p:nvSpPr>
            <p:spPr>
              <a:xfrm>
                <a:off x="7474002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8" name="Freeform 50407">
                <a:extLst>
                  <a:ext uri="{FF2B5EF4-FFF2-40B4-BE49-F238E27FC236}">
                    <a16:creationId xmlns:a16="http://schemas.microsoft.com/office/drawing/2014/main" id="{32DC916A-AEDA-3E73-687B-B9073148076C}"/>
                  </a:ext>
                </a:extLst>
              </p:cNvPr>
              <p:cNvSpPr/>
              <p:nvPr/>
            </p:nvSpPr>
            <p:spPr>
              <a:xfrm>
                <a:off x="7474498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09" name="Freeform 50408">
                <a:extLst>
                  <a:ext uri="{FF2B5EF4-FFF2-40B4-BE49-F238E27FC236}">
                    <a16:creationId xmlns:a16="http://schemas.microsoft.com/office/drawing/2014/main" id="{FC5C4357-2AF8-B917-A708-51E1669E2D15}"/>
                  </a:ext>
                </a:extLst>
              </p:cNvPr>
              <p:cNvSpPr/>
              <p:nvPr/>
            </p:nvSpPr>
            <p:spPr>
              <a:xfrm>
                <a:off x="7475093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0" name="Freeform 50409">
                <a:extLst>
                  <a:ext uri="{FF2B5EF4-FFF2-40B4-BE49-F238E27FC236}">
                    <a16:creationId xmlns:a16="http://schemas.microsoft.com/office/drawing/2014/main" id="{A231604F-0C59-2A1F-ED92-4592188D59BC}"/>
                  </a:ext>
                </a:extLst>
              </p:cNvPr>
              <p:cNvSpPr/>
              <p:nvPr/>
            </p:nvSpPr>
            <p:spPr>
              <a:xfrm>
                <a:off x="7475589" y="59805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1" name="Freeform 50410">
                <a:extLst>
                  <a:ext uri="{FF2B5EF4-FFF2-40B4-BE49-F238E27FC236}">
                    <a16:creationId xmlns:a16="http://schemas.microsoft.com/office/drawing/2014/main" id="{0AD95CFF-91DF-1848-1320-47314FC253A7}"/>
                  </a:ext>
                </a:extLst>
              </p:cNvPr>
              <p:cNvSpPr/>
              <p:nvPr/>
            </p:nvSpPr>
            <p:spPr>
              <a:xfrm>
                <a:off x="7476085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2" name="Freeform 50411">
                <a:extLst>
                  <a:ext uri="{FF2B5EF4-FFF2-40B4-BE49-F238E27FC236}">
                    <a16:creationId xmlns:a16="http://schemas.microsoft.com/office/drawing/2014/main" id="{433C13F1-0472-4570-20C8-6F70B0B9A166}"/>
                  </a:ext>
                </a:extLst>
              </p:cNvPr>
              <p:cNvSpPr/>
              <p:nvPr/>
            </p:nvSpPr>
            <p:spPr>
              <a:xfrm>
                <a:off x="7476680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3" name="Freeform 50412">
                <a:extLst>
                  <a:ext uri="{FF2B5EF4-FFF2-40B4-BE49-F238E27FC236}">
                    <a16:creationId xmlns:a16="http://schemas.microsoft.com/office/drawing/2014/main" id="{605A08C2-3104-3985-AA51-63BE54104455}"/>
                  </a:ext>
                </a:extLst>
              </p:cNvPr>
              <p:cNvSpPr/>
              <p:nvPr/>
            </p:nvSpPr>
            <p:spPr>
              <a:xfrm>
                <a:off x="7477177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4" name="Freeform 50413">
                <a:extLst>
                  <a:ext uri="{FF2B5EF4-FFF2-40B4-BE49-F238E27FC236}">
                    <a16:creationId xmlns:a16="http://schemas.microsoft.com/office/drawing/2014/main" id="{592BEBF4-AB78-6801-28BF-274160BDA0B9}"/>
                  </a:ext>
                </a:extLst>
              </p:cNvPr>
              <p:cNvSpPr/>
              <p:nvPr/>
            </p:nvSpPr>
            <p:spPr>
              <a:xfrm>
                <a:off x="7477673" y="5854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5" name="Freeform 50414">
                <a:extLst>
                  <a:ext uri="{FF2B5EF4-FFF2-40B4-BE49-F238E27FC236}">
                    <a16:creationId xmlns:a16="http://schemas.microsoft.com/office/drawing/2014/main" id="{181AF214-B326-2722-6545-60B7D761D5A8}"/>
                  </a:ext>
                </a:extLst>
              </p:cNvPr>
              <p:cNvSpPr/>
              <p:nvPr/>
            </p:nvSpPr>
            <p:spPr>
              <a:xfrm>
                <a:off x="7478268" y="5732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6" name="Freeform 50415">
                <a:extLst>
                  <a:ext uri="{FF2B5EF4-FFF2-40B4-BE49-F238E27FC236}">
                    <a16:creationId xmlns:a16="http://schemas.microsoft.com/office/drawing/2014/main" id="{B27613BB-004E-9C16-9376-6E4FC92A4C8C}"/>
                  </a:ext>
                </a:extLst>
              </p:cNvPr>
              <p:cNvSpPr/>
              <p:nvPr/>
            </p:nvSpPr>
            <p:spPr>
              <a:xfrm>
                <a:off x="7478764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7" name="Freeform 50416">
                <a:extLst>
                  <a:ext uri="{FF2B5EF4-FFF2-40B4-BE49-F238E27FC236}">
                    <a16:creationId xmlns:a16="http://schemas.microsoft.com/office/drawing/2014/main" id="{2A2ECE01-F114-1509-1EE3-738530B8763B}"/>
                  </a:ext>
                </a:extLst>
              </p:cNvPr>
              <p:cNvSpPr/>
              <p:nvPr/>
            </p:nvSpPr>
            <p:spPr>
              <a:xfrm>
                <a:off x="7479260" y="5737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8" name="Freeform 50417">
                <a:extLst>
                  <a:ext uri="{FF2B5EF4-FFF2-40B4-BE49-F238E27FC236}">
                    <a16:creationId xmlns:a16="http://schemas.microsoft.com/office/drawing/2014/main" id="{A9FE329A-4A39-C400-714D-B926C66705B2}"/>
                  </a:ext>
                </a:extLst>
              </p:cNvPr>
              <p:cNvSpPr/>
              <p:nvPr/>
            </p:nvSpPr>
            <p:spPr>
              <a:xfrm>
                <a:off x="7479855" y="5831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19" name="Freeform 50418">
                <a:extLst>
                  <a:ext uri="{FF2B5EF4-FFF2-40B4-BE49-F238E27FC236}">
                    <a16:creationId xmlns:a16="http://schemas.microsoft.com/office/drawing/2014/main" id="{D015D87A-8AEA-6C86-117A-18E03AEF1A32}"/>
                  </a:ext>
                </a:extLst>
              </p:cNvPr>
              <p:cNvSpPr/>
              <p:nvPr/>
            </p:nvSpPr>
            <p:spPr>
              <a:xfrm>
                <a:off x="7480352" y="578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0" name="Freeform 50419">
                <a:extLst>
                  <a:ext uri="{FF2B5EF4-FFF2-40B4-BE49-F238E27FC236}">
                    <a16:creationId xmlns:a16="http://schemas.microsoft.com/office/drawing/2014/main" id="{12F47F85-56AE-F2EE-D72E-56BA2F16BFC6}"/>
                  </a:ext>
                </a:extLst>
              </p:cNvPr>
              <p:cNvSpPr/>
              <p:nvPr/>
            </p:nvSpPr>
            <p:spPr>
              <a:xfrm>
                <a:off x="7480848" y="5789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1" name="Freeform 50420">
                <a:extLst>
                  <a:ext uri="{FF2B5EF4-FFF2-40B4-BE49-F238E27FC236}">
                    <a16:creationId xmlns:a16="http://schemas.microsoft.com/office/drawing/2014/main" id="{EA8CE0A3-6E62-0BB5-2F03-DA9100A60C86}"/>
                  </a:ext>
                </a:extLst>
              </p:cNvPr>
              <p:cNvSpPr/>
              <p:nvPr/>
            </p:nvSpPr>
            <p:spPr>
              <a:xfrm>
                <a:off x="7481443" y="5778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2" name="Freeform 50421">
                <a:extLst>
                  <a:ext uri="{FF2B5EF4-FFF2-40B4-BE49-F238E27FC236}">
                    <a16:creationId xmlns:a16="http://schemas.microsoft.com/office/drawing/2014/main" id="{D00A76F1-EF75-1A43-8E91-314135B8F5AE}"/>
                  </a:ext>
                </a:extLst>
              </p:cNvPr>
              <p:cNvSpPr/>
              <p:nvPr/>
            </p:nvSpPr>
            <p:spPr>
              <a:xfrm>
                <a:off x="7481939" y="57373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3" name="Freeform 50422">
                <a:extLst>
                  <a:ext uri="{FF2B5EF4-FFF2-40B4-BE49-F238E27FC236}">
                    <a16:creationId xmlns:a16="http://schemas.microsoft.com/office/drawing/2014/main" id="{57C2FAFC-B413-80B1-1BE9-FC7CAA15EB4C}"/>
                  </a:ext>
                </a:extLst>
              </p:cNvPr>
              <p:cNvSpPr/>
              <p:nvPr/>
            </p:nvSpPr>
            <p:spPr>
              <a:xfrm>
                <a:off x="7482435" y="5675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4" name="Freeform 50423">
                <a:extLst>
                  <a:ext uri="{FF2B5EF4-FFF2-40B4-BE49-F238E27FC236}">
                    <a16:creationId xmlns:a16="http://schemas.microsoft.com/office/drawing/2014/main" id="{4640C087-9240-A962-BE7A-C1DF31B76A9C}"/>
                  </a:ext>
                </a:extLst>
              </p:cNvPr>
              <p:cNvSpPr/>
              <p:nvPr/>
            </p:nvSpPr>
            <p:spPr>
              <a:xfrm>
                <a:off x="7483030" y="5631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5" name="Freeform 50424">
                <a:extLst>
                  <a:ext uri="{FF2B5EF4-FFF2-40B4-BE49-F238E27FC236}">
                    <a16:creationId xmlns:a16="http://schemas.microsoft.com/office/drawing/2014/main" id="{35BD06F6-3008-1AF5-3CDE-898D6298A3F0}"/>
                  </a:ext>
                </a:extLst>
              </p:cNvPr>
              <p:cNvSpPr/>
              <p:nvPr/>
            </p:nvSpPr>
            <p:spPr>
              <a:xfrm>
                <a:off x="7483527" y="55687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6" name="Freeform 50425">
                <a:extLst>
                  <a:ext uri="{FF2B5EF4-FFF2-40B4-BE49-F238E27FC236}">
                    <a16:creationId xmlns:a16="http://schemas.microsoft.com/office/drawing/2014/main" id="{F2EFA5C0-1882-A75D-EF99-B26CD6E2AC88}"/>
                  </a:ext>
                </a:extLst>
              </p:cNvPr>
              <p:cNvSpPr/>
              <p:nvPr/>
            </p:nvSpPr>
            <p:spPr>
              <a:xfrm>
                <a:off x="7484023" y="55401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7" name="Freeform 50426">
                <a:extLst>
                  <a:ext uri="{FF2B5EF4-FFF2-40B4-BE49-F238E27FC236}">
                    <a16:creationId xmlns:a16="http://schemas.microsoft.com/office/drawing/2014/main" id="{69CEFED5-69B6-1062-FE64-9103B3DD1E9E}"/>
                  </a:ext>
                </a:extLst>
              </p:cNvPr>
              <p:cNvSpPr/>
              <p:nvPr/>
            </p:nvSpPr>
            <p:spPr>
              <a:xfrm>
                <a:off x="7484618" y="5717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8" name="Freeform 50427">
                <a:extLst>
                  <a:ext uri="{FF2B5EF4-FFF2-40B4-BE49-F238E27FC236}">
                    <a16:creationId xmlns:a16="http://schemas.microsoft.com/office/drawing/2014/main" id="{D50B37A9-24F4-3A80-E667-DB21EF135681}"/>
                  </a:ext>
                </a:extLst>
              </p:cNvPr>
              <p:cNvSpPr/>
              <p:nvPr/>
            </p:nvSpPr>
            <p:spPr>
              <a:xfrm>
                <a:off x="7485114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29" name="Freeform 50428">
                <a:extLst>
                  <a:ext uri="{FF2B5EF4-FFF2-40B4-BE49-F238E27FC236}">
                    <a16:creationId xmlns:a16="http://schemas.microsoft.com/office/drawing/2014/main" id="{DC34A556-6303-F37E-4249-2EF16F2FD425}"/>
                  </a:ext>
                </a:extLst>
              </p:cNvPr>
              <p:cNvSpPr/>
              <p:nvPr/>
            </p:nvSpPr>
            <p:spPr>
              <a:xfrm>
                <a:off x="748561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0" name="Freeform 50429">
                <a:extLst>
                  <a:ext uri="{FF2B5EF4-FFF2-40B4-BE49-F238E27FC236}">
                    <a16:creationId xmlns:a16="http://schemas.microsoft.com/office/drawing/2014/main" id="{B4AD19DE-8A49-33DC-BF1D-C01FE66CE49F}"/>
                  </a:ext>
                </a:extLst>
              </p:cNvPr>
              <p:cNvSpPr/>
              <p:nvPr/>
            </p:nvSpPr>
            <p:spPr>
              <a:xfrm>
                <a:off x="748610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1" name="Freeform 50430">
                <a:extLst>
                  <a:ext uri="{FF2B5EF4-FFF2-40B4-BE49-F238E27FC236}">
                    <a16:creationId xmlns:a16="http://schemas.microsoft.com/office/drawing/2014/main" id="{8966CC21-9E3F-4732-2DA0-E36D16253FF6}"/>
                  </a:ext>
                </a:extLst>
              </p:cNvPr>
              <p:cNvSpPr/>
              <p:nvPr/>
            </p:nvSpPr>
            <p:spPr>
              <a:xfrm>
                <a:off x="748670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2" name="Freeform 50431">
                <a:extLst>
                  <a:ext uri="{FF2B5EF4-FFF2-40B4-BE49-F238E27FC236}">
                    <a16:creationId xmlns:a16="http://schemas.microsoft.com/office/drawing/2014/main" id="{8FCD7605-C516-AC78-2B60-2439B8FC44F2}"/>
                  </a:ext>
                </a:extLst>
              </p:cNvPr>
              <p:cNvSpPr/>
              <p:nvPr/>
            </p:nvSpPr>
            <p:spPr>
              <a:xfrm>
                <a:off x="74871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3" name="Freeform 50432">
                <a:extLst>
                  <a:ext uri="{FF2B5EF4-FFF2-40B4-BE49-F238E27FC236}">
                    <a16:creationId xmlns:a16="http://schemas.microsoft.com/office/drawing/2014/main" id="{0BE78DE7-6B41-239A-09A1-13F1DF1766A8}"/>
                  </a:ext>
                </a:extLst>
              </p:cNvPr>
              <p:cNvSpPr/>
              <p:nvPr/>
            </p:nvSpPr>
            <p:spPr>
              <a:xfrm>
                <a:off x="748769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4" name="Freeform 50433">
                <a:extLst>
                  <a:ext uri="{FF2B5EF4-FFF2-40B4-BE49-F238E27FC236}">
                    <a16:creationId xmlns:a16="http://schemas.microsoft.com/office/drawing/2014/main" id="{79FFDA74-0795-93AF-428A-F8098290297C}"/>
                  </a:ext>
                </a:extLst>
              </p:cNvPr>
              <p:cNvSpPr/>
              <p:nvPr/>
            </p:nvSpPr>
            <p:spPr>
              <a:xfrm>
                <a:off x="7488289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5" name="Freeform 50434">
                <a:extLst>
                  <a:ext uri="{FF2B5EF4-FFF2-40B4-BE49-F238E27FC236}">
                    <a16:creationId xmlns:a16="http://schemas.microsoft.com/office/drawing/2014/main" id="{7795C799-5F7F-E172-7CBC-02733514999E}"/>
                  </a:ext>
                </a:extLst>
              </p:cNvPr>
              <p:cNvSpPr/>
              <p:nvPr/>
            </p:nvSpPr>
            <p:spPr>
              <a:xfrm>
                <a:off x="7488785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6" name="Freeform 50435">
                <a:extLst>
                  <a:ext uri="{FF2B5EF4-FFF2-40B4-BE49-F238E27FC236}">
                    <a16:creationId xmlns:a16="http://schemas.microsoft.com/office/drawing/2014/main" id="{3295F31B-E9B1-8BAF-0C54-F08958114F5D}"/>
                  </a:ext>
                </a:extLst>
              </p:cNvPr>
              <p:cNvSpPr/>
              <p:nvPr/>
            </p:nvSpPr>
            <p:spPr>
              <a:xfrm>
                <a:off x="748928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7" name="Freeform 50436">
                <a:extLst>
                  <a:ext uri="{FF2B5EF4-FFF2-40B4-BE49-F238E27FC236}">
                    <a16:creationId xmlns:a16="http://schemas.microsoft.com/office/drawing/2014/main" id="{1803D28E-F9DD-272E-4427-DDE9B8976A89}"/>
                  </a:ext>
                </a:extLst>
              </p:cNvPr>
              <p:cNvSpPr/>
              <p:nvPr/>
            </p:nvSpPr>
            <p:spPr>
              <a:xfrm>
                <a:off x="7489877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8" name="Freeform 50437">
                <a:extLst>
                  <a:ext uri="{FF2B5EF4-FFF2-40B4-BE49-F238E27FC236}">
                    <a16:creationId xmlns:a16="http://schemas.microsoft.com/office/drawing/2014/main" id="{067B37F8-0474-BE68-5A81-564AF3BB76CC}"/>
                  </a:ext>
                </a:extLst>
              </p:cNvPr>
              <p:cNvSpPr/>
              <p:nvPr/>
            </p:nvSpPr>
            <p:spPr>
              <a:xfrm>
                <a:off x="7490373" y="582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39" name="Freeform 50438">
                <a:extLst>
                  <a:ext uri="{FF2B5EF4-FFF2-40B4-BE49-F238E27FC236}">
                    <a16:creationId xmlns:a16="http://schemas.microsoft.com/office/drawing/2014/main" id="{240DEBB5-1551-3731-13CC-85C4B0C43E76}"/>
                  </a:ext>
                </a:extLst>
              </p:cNvPr>
              <p:cNvSpPr/>
              <p:nvPr/>
            </p:nvSpPr>
            <p:spPr>
              <a:xfrm>
                <a:off x="7490869" y="5807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0" name="Freeform 50439">
                <a:extLst>
                  <a:ext uri="{FF2B5EF4-FFF2-40B4-BE49-F238E27FC236}">
                    <a16:creationId xmlns:a16="http://schemas.microsoft.com/office/drawing/2014/main" id="{F5BFE1E5-CB68-2F27-EC57-83F27E940C22}"/>
                  </a:ext>
                </a:extLst>
              </p:cNvPr>
              <p:cNvSpPr/>
              <p:nvPr/>
            </p:nvSpPr>
            <p:spPr>
              <a:xfrm>
                <a:off x="7491464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1" name="Freeform 50440">
                <a:extLst>
                  <a:ext uri="{FF2B5EF4-FFF2-40B4-BE49-F238E27FC236}">
                    <a16:creationId xmlns:a16="http://schemas.microsoft.com/office/drawing/2014/main" id="{C2BE2A42-6C34-317E-E332-64F5F751D78A}"/>
                  </a:ext>
                </a:extLst>
              </p:cNvPr>
              <p:cNvSpPr/>
              <p:nvPr/>
            </p:nvSpPr>
            <p:spPr>
              <a:xfrm>
                <a:off x="7491960" y="5813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2" name="Freeform 50441">
                <a:extLst>
                  <a:ext uri="{FF2B5EF4-FFF2-40B4-BE49-F238E27FC236}">
                    <a16:creationId xmlns:a16="http://schemas.microsoft.com/office/drawing/2014/main" id="{C3A6C0F2-3D5E-9CDB-34C7-0518A5D0823F}"/>
                  </a:ext>
                </a:extLst>
              </p:cNvPr>
              <p:cNvSpPr/>
              <p:nvPr/>
            </p:nvSpPr>
            <p:spPr>
              <a:xfrm>
                <a:off x="7492456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3" name="Freeform 50442">
                <a:extLst>
                  <a:ext uri="{FF2B5EF4-FFF2-40B4-BE49-F238E27FC236}">
                    <a16:creationId xmlns:a16="http://schemas.microsoft.com/office/drawing/2014/main" id="{1650F133-CF2C-38D6-2464-0648AEB7859D}"/>
                  </a:ext>
                </a:extLst>
              </p:cNvPr>
              <p:cNvSpPr/>
              <p:nvPr/>
            </p:nvSpPr>
            <p:spPr>
              <a:xfrm>
                <a:off x="7493052" y="579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4" name="Freeform 50443">
                <a:extLst>
                  <a:ext uri="{FF2B5EF4-FFF2-40B4-BE49-F238E27FC236}">
                    <a16:creationId xmlns:a16="http://schemas.microsoft.com/office/drawing/2014/main" id="{70C8AB3B-814C-A28F-4577-D7ED4B987812}"/>
                  </a:ext>
                </a:extLst>
              </p:cNvPr>
              <p:cNvSpPr/>
              <p:nvPr/>
            </p:nvSpPr>
            <p:spPr>
              <a:xfrm>
                <a:off x="7493548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5" name="Freeform 50444">
                <a:extLst>
                  <a:ext uri="{FF2B5EF4-FFF2-40B4-BE49-F238E27FC236}">
                    <a16:creationId xmlns:a16="http://schemas.microsoft.com/office/drawing/2014/main" id="{00AD0CA8-3886-C31D-1AC6-55C31E2727D9}"/>
                  </a:ext>
                </a:extLst>
              </p:cNvPr>
              <p:cNvSpPr/>
              <p:nvPr/>
            </p:nvSpPr>
            <p:spPr>
              <a:xfrm>
                <a:off x="7494044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6" name="Freeform 50445">
                <a:extLst>
                  <a:ext uri="{FF2B5EF4-FFF2-40B4-BE49-F238E27FC236}">
                    <a16:creationId xmlns:a16="http://schemas.microsoft.com/office/drawing/2014/main" id="{6A91AECA-0D87-0A93-9E87-B6D245B8DDEF}"/>
                  </a:ext>
                </a:extLst>
              </p:cNvPr>
              <p:cNvSpPr/>
              <p:nvPr/>
            </p:nvSpPr>
            <p:spPr>
              <a:xfrm>
                <a:off x="7494639" y="5721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7" name="Freeform 50446">
                <a:extLst>
                  <a:ext uri="{FF2B5EF4-FFF2-40B4-BE49-F238E27FC236}">
                    <a16:creationId xmlns:a16="http://schemas.microsoft.com/office/drawing/2014/main" id="{358BF169-8E2E-C651-63ED-A7CFF242EAB6}"/>
                  </a:ext>
                </a:extLst>
              </p:cNvPr>
              <p:cNvSpPr/>
              <p:nvPr/>
            </p:nvSpPr>
            <p:spPr>
              <a:xfrm>
                <a:off x="7495135" y="56593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8" name="Freeform 50447">
                <a:extLst>
                  <a:ext uri="{FF2B5EF4-FFF2-40B4-BE49-F238E27FC236}">
                    <a16:creationId xmlns:a16="http://schemas.microsoft.com/office/drawing/2014/main" id="{0650217A-46F1-7C7E-D5E0-A3D717A2FEC0}"/>
                  </a:ext>
                </a:extLst>
              </p:cNvPr>
              <p:cNvSpPr/>
              <p:nvPr/>
            </p:nvSpPr>
            <p:spPr>
              <a:xfrm>
                <a:off x="7495631" y="5586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49" name="Freeform 50448">
                <a:extLst>
                  <a:ext uri="{FF2B5EF4-FFF2-40B4-BE49-F238E27FC236}">
                    <a16:creationId xmlns:a16="http://schemas.microsoft.com/office/drawing/2014/main" id="{03118A87-D9EE-A2DD-7FED-0E3C6E1B4112}"/>
                  </a:ext>
                </a:extLst>
              </p:cNvPr>
              <p:cNvSpPr/>
              <p:nvPr/>
            </p:nvSpPr>
            <p:spPr>
              <a:xfrm>
                <a:off x="7496227" y="55168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0" name="Freeform 50449">
                <a:extLst>
                  <a:ext uri="{FF2B5EF4-FFF2-40B4-BE49-F238E27FC236}">
                    <a16:creationId xmlns:a16="http://schemas.microsoft.com/office/drawing/2014/main" id="{CCEA412F-8473-EF01-6E3C-D5008403E6DE}"/>
                  </a:ext>
                </a:extLst>
              </p:cNvPr>
              <p:cNvSpPr/>
              <p:nvPr/>
            </p:nvSpPr>
            <p:spPr>
              <a:xfrm>
                <a:off x="7496723" y="55095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1" name="Freeform 50450">
                <a:extLst>
                  <a:ext uri="{FF2B5EF4-FFF2-40B4-BE49-F238E27FC236}">
                    <a16:creationId xmlns:a16="http://schemas.microsoft.com/office/drawing/2014/main" id="{D9B9BCAD-C2D6-A6F9-61FF-5267222CFEC0}"/>
                  </a:ext>
                </a:extLst>
              </p:cNvPr>
              <p:cNvSpPr/>
              <p:nvPr/>
            </p:nvSpPr>
            <p:spPr>
              <a:xfrm>
                <a:off x="7497219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2" name="Freeform 50451">
                <a:extLst>
                  <a:ext uri="{FF2B5EF4-FFF2-40B4-BE49-F238E27FC236}">
                    <a16:creationId xmlns:a16="http://schemas.microsoft.com/office/drawing/2014/main" id="{A41BD02A-46E1-6C53-E500-BDBFB8F2EB14}"/>
                  </a:ext>
                </a:extLst>
              </p:cNvPr>
              <p:cNvSpPr/>
              <p:nvPr/>
            </p:nvSpPr>
            <p:spPr>
              <a:xfrm>
                <a:off x="749771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3" name="Freeform 50452">
                <a:extLst>
                  <a:ext uri="{FF2B5EF4-FFF2-40B4-BE49-F238E27FC236}">
                    <a16:creationId xmlns:a16="http://schemas.microsoft.com/office/drawing/2014/main" id="{DCD3CB4A-11A4-7ECE-0BCE-032B0F619BB1}"/>
                  </a:ext>
                </a:extLst>
              </p:cNvPr>
              <p:cNvSpPr/>
              <p:nvPr/>
            </p:nvSpPr>
            <p:spPr>
              <a:xfrm>
                <a:off x="749831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4" name="Freeform 50453">
                <a:extLst>
                  <a:ext uri="{FF2B5EF4-FFF2-40B4-BE49-F238E27FC236}">
                    <a16:creationId xmlns:a16="http://schemas.microsoft.com/office/drawing/2014/main" id="{92F2EAF7-6FBC-ECE4-AA91-0A8B733D8FBC}"/>
                  </a:ext>
                </a:extLst>
              </p:cNvPr>
              <p:cNvSpPr/>
              <p:nvPr/>
            </p:nvSpPr>
            <p:spPr>
              <a:xfrm>
                <a:off x="7498806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5" name="Freeform 50454">
                <a:extLst>
                  <a:ext uri="{FF2B5EF4-FFF2-40B4-BE49-F238E27FC236}">
                    <a16:creationId xmlns:a16="http://schemas.microsoft.com/office/drawing/2014/main" id="{6C51B5EE-9042-F0CB-9178-DB9BA2F4E6D3}"/>
                  </a:ext>
                </a:extLst>
              </p:cNvPr>
              <p:cNvSpPr/>
              <p:nvPr/>
            </p:nvSpPr>
            <p:spPr>
              <a:xfrm>
                <a:off x="7499302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6" name="Freeform 50455">
                <a:extLst>
                  <a:ext uri="{FF2B5EF4-FFF2-40B4-BE49-F238E27FC236}">
                    <a16:creationId xmlns:a16="http://schemas.microsoft.com/office/drawing/2014/main" id="{7E263F02-4346-4B30-FF19-4479ABD0972D}"/>
                  </a:ext>
                </a:extLst>
              </p:cNvPr>
              <p:cNvSpPr/>
              <p:nvPr/>
            </p:nvSpPr>
            <p:spPr>
              <a:xfrm>
                <a:off x="74998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7" name="Freeform 50456">
                <a:extLst>
                  <a:ext uri="{FF2B5EF4-FFF2-40B4-BE49-F238E27FC236}">
                    <a16:creationId xmlns:a16="http://schemas.microsoft.com/office/drawing/2014/main" id="{A25DD061-5B94-ACAF-A278-77A42AF79453}"/>
                  </a:ext>
                </a:extLst>
              </p:cNvPr>
              <p:cNvSpPr/>
              <p:nvPr/>
            </p:nvSpPr>
            <p:spPr>
              <a:xfrm>
                <a:off x="7500394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8" name="Freeform 50457">
                <a:extLst>
                  <a:ext uri="{FF2B5EF4-FFF2-40B4-BE49-F238E27FC236}">
                    <a16:creationId xmlns:a16="http://schemas.microsoft.com/office/drawing/2014/main" id="{911359F4-24A5-5416-3CDD-2E1440A530E0}"/>
                  </a:ext>
                </a:extLst>
              </p:cNvPr>
              <p:cNvSpPr/>
              <p:nvPr/>
            </p:nvSpPr>
            <p:spPr>
              <a:xfrm>
                <a:off x="7500890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59" name="Freeform 50458">
                <a:extLst>
                  <a:ext uri="{FF2B5EF4-FFF2-40B4-BE49-F238E27FC236}">
                    <a16:creationId xmlns:a16="http://schemas.microsoft.com/office/drawing/2014/main" id="{8050DB6F-14E2-208E-24CB-868A42D35AFC}"/>
                  </a:ext>
                </a:extLst>
              </p:cNvPr>
              <p:cNvSpPr/>
              <p:nvPr/>
            </p:nvSpPr>
            <p:spPr>
              <a:xfrm>
                <a:off x="750148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0" name="Freeform 50459">
                <a:extLst>
                  <a:ext uri="{FF2B5EF4-FFF2-40B4-BE49-F238E27FC236}">
                    <a16:creationId xmlns:a16="http://schemas.microsoft.com/office/drawing/2014/main" id="{D20FD5A7-E931-B0DF-2DE7-8E18BDA474AB}"/>
                  </a:ext>
                </a:extLst>
              </p:cNvPr>
              <p:cNvSpPr/>
              <p:nvPr/>
            </p:nvSpPr>
            <p:spPr>
              <a:xfrm>
                <a:off x="7501981" y="60650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1" name="Freeform 50460">
                <a:extLst>
                  <a:ext uri="{FF2B5EF4-FFF2-40B4-BE49-F238E27FC236}">
                    <a16:creationId xmlns:a16="http://schemas.microsoft.com/office/drawing/2014/main" id="{1FFFEE36-B8E0-B6A6-723C-D473E1AF4275}"/>
                  </a:ext>
                </a:extLst>
              </p:cNvPr>
              <p:cNvSpPr/>
              <p:nvPr/>
            </p:nvSpPr>
            <p:spPr>
              <a:xfrm>
                <a:off x="7502477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2" name="Freeform 50461">
                <a:extLst>
                  <a:ext uri="{FF2B5EF4-FFF2-40B4-BE49-F238E27FC236}">
                    <a16:creationId xmlns:a16="http://schemas.microsoft.com/office/drawing/2014/main" id="{895F0BAF-9E1D-AF84-3B10-6462A5581011}"/>
                  </a:ext>
                </a:extLst>
              </p:cNvPr>
              <p:cNvSpPr/>
              <p:nvPr/>
            </p:nvSpPr>
            <p:spPr>
              <a:xfrm>
                <a:off x="7503073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3" name="Freeform 50462">
                <a:extLst>
                  <a:ext uri="{FF2B5EF4-FFF2-40B4-BE49-F238E27FC236}">
                    <a16:creationId xmlns:a16="http://schemas.microsoft.com/office/drawing/2014/main" id="{53C7E36A-45C0-A1F5-CA84-60B8F6B2CD76}"/>
                  </a:ext>
                </a:extLst>
              </p:cNvPr>
              <p:cNvSpPr/>
              <p:nvPr/>
            </p:nvSpPr>
            <p:spPr>
              <a:xfrm>
                <a:off x="7503569" y="5743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4" name="Freeform 50463">
                <a:extLst>
                  <a:ext uri="{FF2B5EF4-FFF2-40B4-BE49-F238E27FC236}">
                    <a16:creationId xmlns:a16="http://schemas.microsoft.com/office/drawing/2014/main" id="{0DA81F79-ADE1-007E-2591-5B5819DCEDB7}"/>
                  </a:ext>
                </a:extLst>
              </p:cNvPr>
              <p:cNvSpPr/>
              <p:nvPr/>
            </p:nvSpPr>
            <p:spPr>
              <a:xfrm>
                <a:off x="7504065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5" name="Freeform 50464">
                <a:extLst>
                  <a:ext uri="{FF2B5EF4-FFF2-40B4-BE49-F238E27FC236}">
                    <a16:creationId xmlns:a16="http://schemas.microsoft.com/office/drawing/2014/main" id="{803D2B2D-761F-A5F3-C192-34DA02C817D3}"/>
                  </a:ext>
                </a:extLst>
              </p:cNvPr>
              <p:cNvSpPr/>
              <p:nvPr/>
            </p:nvSpPr>
            <p:spPr>
              <a:xfrm>
                <a:off x="7504660" y="5753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6" name="Freeform 50465">
                <a:extLst>
                  <a:ext uri="{FF2B5EF4-FFF2-40B4-BE49-F238E27FC236}">
                    <a16:creationId xmlns:a16="http://schemas.microsoft.com/office/drawing/2014/main" id="{06C73125-74C8-5D83-8853-176A4DCB351A}"/>
                  </a:ext>
                </a:extLst>
              </p:cNvPr>
              <p:cNvSpPr/>
              <p:nvPr/>
            </p:nvSpPr>
            <p:spPr>
              <a:xfrm>
                <a:off x="7505156" y="5810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7" name="Freeform 50466">
                <a:extLst>
                  <a:ext uri="{FF2B5EF4-FFF2-40B4-BE49-F238E27FC236}">
                    <a16:creationId xmlns:a16="http://schemas.microsoft.com/office/drawing/2014/main" id="{05C61A12-6759-3E34-D8BF-9857FCAB6E0D}"/>
                  </a:ext>
                </a:extLst>
              </p:cNvPr>
              <p:cNvSpPr/>
              <p:nvPr/>
            </p:nvSpPr>
            <p:spPr>
              <a:xfrm>
                <a:off x="7505652" y="5707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8" name="Freeform 50467">
                <a:extLst>
                  <a:ext uri="{FF2B5EF4-FFF2-40B4-BE49-F238E27FC236}">
                    <a16:creationId xmlns:a16="http://schemas.microsoft.com/office/drawing/2014/main" id="{EFA71E8E-EA71-51E7-1873-E3297B534E14}"/>
                  </a:ext>
                </a:extLst>
              </p:cNvPr>
              <p:cNvSpPr/>
              <p:nvPr/>
            </p:nvSpPr>
            <p:spPr>
              <a:xfrm>
                <a:off x="7506248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69" name="Freeform 50468">
                <a:extLst>
                  <a:ext uri="{FF2B5EF4-FFF2-40B4-BE49-F238E27FC236}">
                    <a16:creationId xmlns:a16="http://schemas.microsoft.com/office/drawing/2014/main" id="{595F2E95-45E3-4610-E3B1-4D261C3928C6}"/>
                  </a:ext>
                </a:extLst>
              </p:cNvPr>
              <p:cNvSpPr/>
              <p:nvPr/>
            </p:nvSpPr>
            <p:spPr>
              <a:xfrm>
                <a:off x="7506744" y="5796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0" name="Freeform 50469">
                <a:extLst>
                  <a:ext uri="{FF2B5EF4-FFF2-40B4-BE49-F238E27FC236}">
                    <a16:creationId xmlns:a16="http://schemas.microsoft.com/office/drawing/2014/main" id="{A353786A-99AF-1DFF-2920-67FD2F9731FA}"/>
                  </a:ext>
                </a:extLst>
              </p:cNvPr>
              <p:cNvSpPr/>
              <p:nvPr/>
            </p:nvSpPr>
            <p:spPr>
              <a:xfrm>
                <a:off x="7507240" y="5755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1" name="Freeform 50470">
                <a:extLst>
                  <a:ext uri="{FF2B5EF4-FFF2-40B4-BE49-F238E27FC236}">
                    <a16:creationId xmlns:a16="http://schemas.microsoft.com/office/drawing/2014/main" id="{1A360CB6-4198-FFFF-8C40-B1AB9E70A48F}"/>
                  </a:ext>
                </a:extLst>
              </p:cNvPr>
              <p:cNvSpPr/>
              <p:nvPr/>
            </p:nvSpPr>
            <p:spPr>
              <a:xfrm>
                <a:off x="7507835" y="57405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2" name="Freeform 50471">
                <a:extLst>
                  <a:ext uri="{FF2B5EF4-FFF2-40B4-BE49-F238E27FC236}">
                    <a16:creationId xmlns:a16="http://schemas.microsoft.com/office/drawing/2014/main" id="{2F507A9D-7900-490A-AF24-7258F85C1BE7}"/>
                  </a:ext>
                </a:extLst>
              </p:cNvPr>
              <p:cNvSpPr/>
              <p:nvPr/>
            </p:nvSpPr>
            <p:spPr>
              <a:xfrm>
                <a:off x="7508331" y="5709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3" name="Freeform 50472">
                <a:extLst>
                  <a:ext uri="{FF2B5EF4-FFF2-40B4-BE49-F238E27FC236}">
                    <a16:creationId xmlns:a16="http://schemas.microsoft.com/office/drawing/2014/main" id="{154F1D87-8E87-4D3F-1F71-048BDD2C7004}"/>
                  </a:ext>
                </a:extLst>
              </p:cNvPr>
              <p:cNvSpPr/>
              <p:nvPr/>
            </p:nvSpPr>
            <p:spPr>
              <a:xfrm>
                <a:off x="7508827" y="5680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4" name="Freeform 50473">
                <a:extLst>
                  <a:ext uri="{FF2B5EF4-FFF2-40B4-BE49-F238E27FC236}">
                    <a16:creationId xmlns:a16="http://schemas.microsoft.com/office/drawing/2014/main" id="{C5146B09-62C4-86E2-18F7-03CD898E66C7}"/>
                  </a:ext>
                </a:extLst>
              </p:cNvPr>
              <p:cNvSpPr/>
              <p:nvPr/>
            </p:nvSpPr>
            <p:spPr>
              <a:xfrm>
                <a:off x="7509323" y="5740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5" name="Freeform 50474">
                <a:extLst>
                  <a:ext uri="{FF2B5EF4-FFF2-40B4-BE49-F238E27FC236}">
                    <a16:creationId xmlns:a16="http://schemas.microsoft.com/office/drawing/2014/main" id="{70DB11FC-1D29-EEA2-22B6-24BD812DF0D9}"/>
                  </a:ext>
                </a:extLst>
              </p:cNvPr>
              <p:cNvSpPr/>
              <p:nvPr/>
            </p:nvSpPr>
            <p:spPr>
              <a:xfrm>
                <a:off x="7509919" y="5897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6" name="Freeform 50475">
                <a:extLst>
                  <a:ext uri="{FF2B5EF4-FFF2-40B4-BE49-F238E27FC236}">
                    <a16:creationId xmlns:a16="http://schemas.microsoft.com/office/drawing/2014/main" id="{FB4DFB01-CBEA-35F3-26BA-7B7D27D8763C}"/>
                  </a:ext>
                </a:extLst>
              </p:cNvPr>
              <p:cNvSpPr/>
              <p:nvPr/>
            </p:nvSpPr>
            <p:spPr>
              <a:xfrm>
                <a:off x="7510415" y="60380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7" name="Freeform 50476">
                <a:extLst>
                  <a:ext uri="{FF2B5EF4-FFF2-40B4-BE49-F238E27FC236}">
                    <a16:creationId xmlns:a16="http://schemas.microsoft.com/office/drawing/2014/main" id="{C50EB5E0-7A62-6713-B955-C9EA6CDAE585}"/>
                  </a:ext>
                </a:extLst>
              </p:cNvPr>
              <p:cNvSpPr/>
              <p:nvPr/>
            </p:nvSpPr>
            <p:spPr>
              <a:xfrm>
                <a:off x="7510911" y="6046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8" name="Freeform 50477">
                <a:extLst>
                  <a:ext uri="{FF2B5EF4-FFF2-40B4-BE49-F238E27FC236}">
                    <a16:creationId xmlns:a16="http://schemas.microsoft.com/office/drawing/2014/main" id="{16A7B1F9-A5D0-0126-CA9E-5DE7E97E83AB}"/>
                  </a:ext>
                </a:extLst>
              </p:cNvPr>
              <p:cNvSpPr/>
              <p:nvPr/>
            </p:nvSpPr>
            <p:spPr>
              <a:xfrm>
                <a:off x="7511506" y="60478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79" name="Freeform 50478">
                <a:extLst>
                  <a:ext uri="{FF2B5EF4-FFF2-40B4-BE49-F238E27FC236}">
                    <a16:creationId xmlns:a16="http://schemas.microsoft.com/office/drawing/2014/main" id="{9F4EDFDC-C462-EB12-C596-6DCC759E630B}"/>
                  </a:ext>
                </a:extLst>
              </p:cNvPr>
              <p:cNvSpPr/>
              <p:nvPr/>
            </p:nvSpPr>
            <p:spPr>
              <a:xfrm>
                <a:off x="7512002" y="604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0" name="Freeform 50479">
                <a:extLst>
                  <a:ext uri="{FF2B5EF4-FFF2-40B4-BE49-F238E27FC236}">
                    <a16:creationId xmlns:a16="http://schemas.microsoft.com/office/drawing/2014/main" id="{4B2C7EA3-900A-729C-1292-4AA8DF9F3348}"/>
                  </a:ext>
                </a:extLst>
              </p:cNvPr>
              <p:cNvSpPr/>
              <p:nvPr/>
            </p:nvSpPr>
            <p:spPr>
              <a:xfrm>
                <a:off x="7512498" y="60470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1" name="Freeform 50480">
                <a:extLst>
                  <a:ext uri="{FF2B5EF4-FFF2-40B4-BE49-F238E27FC236}">
                    <a16:creationId xmlns:a16="http://schemas.microsoft.com/office/drawing/2014/main" id="{18F5568F-BC72-477E-55A8-10B61C07037F}"/>
                  </a:ext>
                </a:extLst>
              </p:cNvPr>
              <p:cNvSpPr/>
              <p:nvPr/>
            </p:nvSpPr>
            <p:spPr>
              <a:xfrm>
                <a:off x="7513094" y="6047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2" name="Freeform 50481">
                <a:extLst>
                  <a:ext uri="{FF2B5EF4-FFF2-40B4-BE49-F238E27FC236}">
                    <a16:creationId xmlns:a16="http://schemas.microsoft.com/office/drawing/2014/main" id="{857FD158-E9D7-3615-FD61-D8F3AA4E3FB6}"/>
                  </a:ext>
                </a:extLst>
              </p:cNvPr>
              <p:cNvSpPr/>
              <p:nvPr/>
            </p:nvSpPr>
            <p:spPr>
              <a:xfrm>
                <a:off x="7513590" y="60482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3" name="Freeform 50482">
                <a:extLst>
                  <a:ext uri="{FF2B5EF4-FFF2-40B4-BE49-F238E27FC236}">
                    <a16:creationId xmlns:a16="http://schemas.microsoft.com/office/drawing/2014/main" id="{5EE515F3-A126-8945-0649-C14E48814364}"/>
                  </a:ext>
                </a:extLst>
              </p:cNvPr>
              <p:cNvSpPr/>
              <p:nvPr/>
            </p:nvSpPr>
            <p:spPr>
              <a:xfrm>
                <a:off x="7514086" y="60490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4" name="Freeform 50483">
                <a:extLst>
                  <a:ext uri="{FF2B5EF4-FFF2-40B4-BE49-F238E27FC236}">
                    <a16:creationId xmlns:a16="http://schemas.microsoft.com/office/drawing/2014/main" id="{1C4CE473-D706-CE6F-4BAC-58CF96EE4208}"/>
                  </a:ext>
                </a:extLst>
              </p:cNvPr>
              <p:cNvSpPr/>
              <p:nvPr/>
            </p:nvSpPr>
            <p:spPr>
              <a:xfrm>
                <a:off x="7514681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5" name="Freeform 50484">
                <a:extLst>
                  <a:ext uri="{FF2B5EF4-FFF2-40B4-BE49-F238E27FC236}">
                    <a16:creationId xmlns:a16="http://schemas.microsoft.com/office/drawing/2014/main" id="{DC6E0329-E1AD-C633-0E4F-636A7EAAE787}"/>
                  </a:ext>
                </a:extLst>
              </p:cNvPr>
              <p:cNvSpPr/>
              <p:nvPr/>
            </p:nvSpPr>
            <p:spPr>
              <a:xfrm>
                <a:off x="7515177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6" name="Freeform 50485">
                <a:extLst>
                  <a:ext uri="{FF2B5EF4-FFF2-40B4-BE49-F238E27FC236}">
                    <a16:creationId xmlns:a16="http://schemas.microsoft.com/office/drawing/2014/main" id="{84A423C9-4D1A-7AEE-D600-76E62D93F846}"/>
                  </a:ext>
                </a:extLst>
              </p:cNvPr>
              <p:cNvSpPr/>
              <p:nvPr/>
            </p:nvSpPr>
            <p:spPr>
              <a:xfrm>
                <a:off x="7515673" y="582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7" name="Freeform 50486">
                <a:extLst>
                  <a:ext uri="{FF2B5EF4-FFF2-40B4-BE49-F238E27FC236}">
                    <a16:creationId xmlns:a16="http://schemas.microsoft.com/office/drawing/2014/main" id="{E5A18794-B609-1027-A9EF-639A92681DD7}"/>
                  </a:ext>
                </a:extLst>
              </p:cNvPr>
              <p:cNvSpPr/>
              <p:nvPr/>
            </p:nvSpPr>
            <p:spPr>
              <a:xfrm>
                <a:off x="7516269" y="5627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8" name="Freeform 50487">
                <a:extLst>
                  <a:ext uri="{FF2B5EF4-FFF2-40B4-BE49-F238E27FC236}">
                    <a16:creationId xmlns:a16="http://schemas.microsoft.com/office/drawing/2014/main" id="{B0146994-A4E9-F03E-D542-3F1E1AC3D9EB}"/>
                  </a:ext>
                </a:extLst>
              </p:cNvPr>
              <p:cNvSpPr/>
              <p:nvPr/>
            </p:nvSpPr>
            <p:spPr>
              <a:xfrm>
                <a:off x="7516765" y="5630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89" name="Freeform 50488">
                <a:extLst>
                  <a:ext uri="{FF2B5EF4-FFF2-40B4-BE49-F238E27FC236}">
                    <a16:creationId xmlns:a16="http://schemas.microsoft.com/office/drawing/2014/main" id="{25BCA86F-6252-E024-B4EE-B1E53D3BCE83}"/>
                  </a:ext>
                </a:extLst>
              </p:cNvPr>
              <p:cNvSpPr/>
              <p:nvPr/>
            </p:nvSpPr>
            <p:spPr>
              <a:xfrm>
                <a:off x="7517261" y="5658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0" name="Freeform 50489">
                <a:extLst>
                  <a:ext uri="{FF2B5EF4-FFF2-40B4-BE49-F238E27FC236}">
                    <a16:creationId xmlns:a16="http://schemas.microsoft.com/office/drawing/2014/main" id="{5FBCA2C9-29F6-4644-CC52-F76DD3CE0B04}"/>
                  </a:ext>
                </a:extLst>
              </p:cNvPr>
              <p:cNvSpPr/>
              <p:nvPr/>
            </p:nvSpPr>
            <p:spPr>
              <a:xfrm>
                <a:off x="7517856" y="5771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1" name="Freeform 50490">
                <a:extLst>
                  <a:ext uri="{FF2B5EF4-FFF2-40B4-BE49-F238E27FC236}">
                    <a16:creationId xmlns:a16="http://schemas.microsoft.com/office/drawing/2014/main" id="{EFB56A3D-EA1C-0EA7-1FC5-66011151A491}"/>
                  </a:ext>
                </a:extLst>
              </p:cNvPr>
              <p:cNvSpPr/>
              <p:nvPr/>
            </p:nvSpPr>
            <p:spPr>
              <a:xfrm>
                <a:off x="7518352" y="56512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2" name="Freeform 50491">
                <a:extLst>
                  <a:ext uri="{FF2B5EF4-FFF2-40B4-BE49-F238E27FC236}">
                    <a16:creationId xmlns:a16="http://schemas.microsoft.com/office/drawing/2014/main" id="{075DFCD6-2BA3-E180-3BE2-FB3D6D8E1088}"/>
                  </a:ext>
                </a:extLst>
              </p:cNvPr>
              <p:cNvSpPr/>
              <p:nvPr/>
            </p:nvSpPr>
            <p:spPr>
              <a:xfrm>
                <a:off x="7518848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3" name="Freeform 50492">
                <a:extLst>
                  <a:ext uri="{FF2B5EF4-FFF2-40B4-BE49-F238E27FC236}">
                    <a16:creationId xmlns:a16="http://schemas.microsoft.com/office/drawing/2014/main" id="{F8910C65-BD6D-35E3-39CF-9F39D357B2A2}"/>
                  </a:ext>
                </a:extLst>
              </p:cNvPr>
              <p:cNvSpPr/>
              <p:nvPr/>
            </p:nvSpPr>
            <p:spPr>
              <a:xfrm>
                <a:off x="7519444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4" name="Freeform 50493">
                <a:extLst>
                  <a:ext uri="{FF2B5EF4-FFF2-40B4-BE49-F238E27FC236}">
                    <a16:creationId xmlns:a16="http://schemas.microsoft.com/office/drawing/2014/main" id="{EE8ADDEF-3871-8771-0F9B-4F9500EA7AE5}"/>
                  </a:ext>
                </a:extLst>
              </p:cNvPr>
              <p:cNvSpPr/>
              <p:nvPr/>
            </p:nvSpPr>
            <p:spPr>
              <a:xfrm>
                <a:off x="7519940" y="581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5" name="Freeform 50494">
                <a:extLst>
                  <a:ext uri="{FF2B5EF4-FFF2-40B4-BE49-F238E27FC236}">
                    <a16:creationId xmlns:a16="http://schemas.microsoft.com/office/drawing/2014/main" id="{EB7336B4-DBE3-FC3E-32B0-1FBCA482F50F}"/>
                  </a:ext>
                </a:extLst>
              </p:cNvPr>
              <p:cNvSpPr/>
              <p:nvPr/>
            </p:nvSpPr>
            <p:spPr>
              <a:xfrm>
                <a:off x="7520436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6" name="Freeform 50495">
                <a:extLst>
                  <a:ext uri="{FF2B5EF4-FFF2-40B4-BE49-F238E27FC236}">
                    <a16:creationId xmlns:a16="http://schemas.microsoft.com/office/drawing/2014/main" id="{E811B281-0971-1B4D-4DC4-A67A8ABD408E}"/>
                  </a:ext>
                </a:extLst>
              </p:cNvPr>
              <p:cNvSpPr/>
              <p:nvPr/>
            </p:nvSpPr>
            <p:spPr>
              <a:xfrm>
                <a:off x="7521031" y="5785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7" name="Freeform 50496">
                <a:extLst>
                  <a:ext uri="{FF2B5EF4-FFF2-40B4-BE49-F238E27FC236}">
                    <a16:creationId xmlns:a16="http://schemas.microsoft.com/office/drawing/2014/main" id="{76552F0D-8FA6-7DE6-6CEE-EB94F98C20CC}"/>
                  </a:ext>
                </a:extLst>
              </p:cNvPr>
              <p:cNvSpPr/>
              <p:nvPr/>
            </p:nvSpPr>
            <p:spPr>
              <a:xfrm>
                <a:off x="7521527" y="577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8" name="Freeform 50497">
                <a:extLst>
                  <a:ext uri="{FF2B5EF4-FFF2-40B4-BE49-F238E27FC236}">
                    <a16:creationId xmlns:a16="http://schemas.microsoft.com/office/drawing/2014/main" id="{6634AA89-39B0-C729-5C2C-6DD47EC65ED2}"/>
                  </a:ext>
                </a:extLst>
              </p:cNvPr>
              <p:cNvSpPr/>
              <p:nvPr/>
            </p:nvSpPr>
            <p:spPr>
              <a:xfrm>
                <a:off x="7522023" y="5757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99" name="Freeform 50498">
                <a:extLst>
                  <a:ext uri="{FF2B5EF4-FFF2-40B4-BE49-F238E27FC236}">
                    <a16:creationId xmlns:a16="http://schemas.microsoft.com/office/drawing/2014/main" id="{3F943CCB-A549-F1BC-7B27-DF613E328E79}"/>
                  </a:ext>
                </a:extLst>
              </p:cNvPr>
              <p:cNvSpPr/>
              <p:nvPr/>
            </p:nvSpPr>
            <p:spPr>
              <a:xfrm>
                <a:off x="7522520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0" name="Freeform 50499">
                <a:extLst>
                  <a:ext uri="{FF2B5EF4-FFF2-40B4-BE49-F238E27FC236}">
                    <a16:creationId xmlns:a16="http://schemas.microsoft.com/office/drawing/2014/main" id="{5249D260-69FF-4CC1-6137-4ED5D50F6A47}"/>
                  </a:ext>
                </a:extLst>
              </p:cNvPr>
              <p:cNvSpPr/>
              <p:nvPr/>
            </p:nvSpPr>
            <p:spPr>
              <a:xfrm>
                <a:off x="7523115" y="6060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1" name="Freeform 50500">
                <a:extLst>
                  <a:ext uri="{FF2B5EF4-FFF2-40B4-BE49-F238E27FC236}">
                    <a16:creationId xmlns:a16="http://schemas.microsoft.com/office/drawing/2014/main" id="{19A9A30A-B466-7563-4171-EA8D008E66B8}"/>
                  </a:ext>
                </a:extLst>
              </p:cNvPr>
              <p:cNvSpPr/>
              <p:nvPr/>
            </p:nvSpPr>
            <p:spPr>
              <a:xfrm>
                <a:off x="752361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2" name="Freeform 50501">
                <a:extLst>
                  <a:ext uri="{FF2B5EF4-FFF2-40B4-BE49-F238E27FC236}">
                    <a16:creationId xmlns:a16="http://schemas.microsoft.com/office/drawing/2014/main" id="{00FB8B5E-2E87-115A-069A-510689D1EEBB}"/>
                  </a:ext>
                </a:extLst>
              </p:cNvPr>
              <p:cNvSpPr/>
              <p:nvPr/>
            </p:nvSpPr>
            <p:spPr>
              <a:xfrm>
                <a:off x="7524107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3" name="Freeform 50502">
                <a:extLst>
                  <a:ext uri="{FF2B5EF4-FFF2-40B4-BE49-F238E27FC236}">
                    <a16:creationId xmlns:a16="http://schemas.microsoft.com/office/drawing/2014/main" id="{E4E7385B-20AB-2D6D-67AC-874CA5E955FD}"/>
                  </a:ext>
                </a:extLst>
              </p:cNvPr>
              <p:cNvSpPr/>
              <p:nvPr/>
            </p:nvSpPr>
            <p:spPr>
              <a:xfrm>
                <a:off x="7524702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4" name="Freeform 50503">
                <a:extLst>
                  <a:ext uri="{FF2B5EF4-FFF2-40B4-BE49-F238E27FC236}">
                    <a16:creationId xmlns:a16="http://schemas.microsoft.com/office/drawing/2014/main" id="{20D1BE13-2C2B-856E-CC24-C80AF0EF901D}"/>
                  </a:ext>
                </a:extLst>
              </p:cNvPr>
              <p:cNvSpPr/>
              <p:nvPr/>
            </p:nvSpPr>
            <p:spPr>
              <a:xfrm>
                <a:off x="7525198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5" name="Freeform 50504">
                <a:extLst>
                  <a:ext uri="{FF2B5EF4-FFF2-40B4-BE49-F238E27FC236}">
                    <a16:creationId xmlns:a16="http://schemas.microsoft.com/office/drawing/2014/main" id="{17F31522-FD8E-D847-137C-28BDA8EDE3C3}"/>
                  </a:ext>
                </a:extLst>
              </p:cNvPr>
              <p:cNvSpPr/>
              <p:nvPr/>
            </p:nvSpPr>
            <p:spPr>
              <a:xfrm>
                <a:off x="7525695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6" name="Freeform 50505">
                <a:extLst>
                  <a:ext uri="{FF2B5EF4-FFF2-40B4-BE49-F238E27FC236}">
                    <a16:creationId xmlns:a16="http://schemas.microsoft.com/office/drawing/2014/main" id="{F8ED9E54-3A2D-74C0-D323-E6E0BA0EA65D}"/>
                  </a:ext>
                </a:extLst>
              </p:cNvPr>
              <p:cNvSpPr/>
              <p:nvPr/>
            </p:nvSpPr>
            <p:spPr>
              <a:xfrm>
                <a:off x="7526290" y="60633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7" name="Freeform 50506">
                <a:extLst>
                  <a:ext uri="{FF2B5EF4-FFF2-40B4-BE49-F238E27FC236}">
                    <a16:creationId xmlns:a16="http://schemas.microsoft.com/office/drawing/2014/main" id="{2CEF6959-9966-6BB8-76ED-47E5B8E31194}"/>
                  </a:ext>
                </a:extLst>
              </p:cNvPr>
              <p:cNvSpPr/>
              <p:nvPr/>
            </p:nvSpPr>
            <p:spPr>
              <a:xfrm>
                <a:off x="7526786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8" name="Freeform 50507">
                <a:extLst>
                  <a:ext uri="{FF2B5EF4-FFF2-40B4-BE49-F238E27FC236}">
                    <a16:creationId xmlns:a16="http://schemas.microsoft.com/office/drawing/2014/main" id="{D67EC444-41DF-2CA6-7BFC-D27E38FCB4F3}"/>
                  </a:ext>
                </a:extLst>
              </p:cNvPr>
              <p:cNvSpPr/>
              <p:nvPr/>
            </p:nvSpPr>
            <p:spPr>
              <a:xfrm>
                <a:off x="7527282" y="60625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09" name="Freeform 50508">
                <a:extLst>
                  <a:ext uri="{FF2B5EF4-FFF2-40B4-BE49-F238E27FC236}">
                    <a16:creationId xmlns:a16="http://schemas.microsoft.com/office/drawing/2014/main" id="{11FF322C-1BB7-DF7C-2F6F-843FD53E01BB}"/>
                  </a:ext>
                </a:extLst>
              </p:cNvPr>
              <p:cNvSpPr/>
              <p:nvPr/>
            </p:nvSpPr>
            <p:spPr>
              <a:xfrm>
                <a:off x="7527877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0" name="Freeform 50509">
                <a:extLst>
                  <a:ext uri="{FF2B5EF4-FFF2-40B4-BE49-F238E27FC236}">
                    <a16:creationId xmlns:a16="http://schemas.microsoft.com/office/drawing/2014/main" id="{342D066A-DDB8-A32E-80ED-55F9380AB55E}"/>
                  </a:ext>
                </a:extLst>
              </p:cNvPr>
              <p:cNvSpPr/>
              <p:nvPr/>
            </p:nvSpPr>
            <p:spPr>
              <a:xfrm>
                <a:off x="7528373" y="5880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1" name="Freeform 50510">
                <a:extLst>
                  <a:ext uri="{FF2B5EF4-FFF2-40B4-BE49-F238E27FC236}">
                    <a16:creationId xmlns:a16="http://schemas.microsoft.com/office/drawing/2014/main" id="{8E9DF000-45D9-0262-A7C6-614248A7CFC2}"/>
                  </a:ext>
                </a:extLst>
              </p:cNvPr>
              <p:cNvSpPr/>
              <p:nvPr/>
            </p:nvSpPr>
            <p:spPr>
              <a:xfrm>
                <a:off x="7528870" y="5730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2" name="Freeform 50511">
                <a:extLst>
                  <a:ext uri="{FF2B5EF4-FFF2-40B4-BE49-F238E27FC236}">
                    <a16:creationId xmlns:a16="http://schemas.microsoft.com/office/drawing/2014/main" id="{7756C64A-5F40-313A-3AE5-907B51B884F5}"/>
                  </a:ext>
                </a:extLst>
              </p:cNvPr>
              <p:cNvSpPr/>
              <p:nvPr/>
            </p:nvSpPr>
            <p:spPr>
              <a:xfrm>
                <a:off x="7529465" y="5710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3" name="Freeform 50512">
                <a:extLst>
                  <a:ext uri="{FF2B5EF4-FFF2-40B4-BE49-F238E27FC236}">
                    <a16:creationId xmlns:a16="http://schemas.microsoft.com/office/drawing/2014/main" id="{7B6BB9E3-6270-F863-9C3A-386CB21DB31A}"/>
                  </a:ext>
                </a:extLst>
              </p:cNvPr>
              <p:cNvSpPr/>
              <p:nvPr/>
            </p:nvSpPr>
            <p:spPr>
              <a:xfrm>
                <a:off x="7529961" y="5747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4" name="Freeform 50513">
                <a:extLst>
                  <a:ext uri="{FF2B5EF4-FFF2-40B4-BE49-F238E27FC236}">
                    <a16:creationId xmlns:a16="http://schemas.microsoft.com/office/drawing/2014/main" id="{6407ACBF-FBFE-7F96-5A0F-07CCE9C8C0D9}"/>
                  </a:ext>
                </a:extLst>
              </p:cNvPr>
              <p:cNvSpPr/>
              <p:nvPr/>
            </p:nvSpPr>
            <p:spPr>
              <a:xfrm>
                <a:off x="7530457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5" name="Freeform 50514">
                <a:extLst>
                  <a:ext uri="{FF2B5EF4-FFF2-40B4-BE49-F238E27FC236}">
                    <a16:creationId xmlns:a16="http://schemas.microsoft.com/office/drawing/2014/main" id="{BA81FC66-FE19-4EF3-BCC6-7EB1C1E4E56F}"/>
                  </a:ext>
                </a:extLst>
              </p:cNvPr>
              <p:cNvSpPr/>
              <p:nvPr/>
            </p:nvSpPr>
            <p:spPr>
              <a:xfrm>
                <a:off x="7531052" y="57638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6" name="Freeform 50515">
                <a:extLst>
                  <a:ext uri="{FF2B5EF4-FFF2-40B4-BE49-F238E27FC236}">
                    <a16:creationId xmlns:a16="http://schemas.microsoft.com/office/drawing/2014/main" id="{4B3567B1-3E36-FB4D-E842-634CBF418DCF}"/>
                  </a:ext>
                </a:extLst>
              </p:cNvPr>
              <p:cNvSpPr/>
              <p:nvPr/>
            </p:nvSpPr>
            <p:spPr>
              <a:xfrm>
                <a:off x="7531548" y="5851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7" name="Freeform 50516">
                <a:extLst>
                  <a:ext uri="{FF2B5EF4-FFF2-40B4-BE49-F238E27FC236}">
                    <a16:creationId xmlns:a16="http://schemas.microsoft.com/office/drawing/2014/main" id="{2F556ACD-A0CE-1A04-A66F-5730BB4772DC}"/>
                  </a:ext>
                </a:extLst>
              </p:cNvPr>
              <p:cNvSpPr/>
              <p:nvPr/>
            </p:nvSpPr>
            <p:spPr>
              <a:xfrm>
                <a:off x="7532045" y="58899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8" name="Freeform 50517">
                <a:extLst>
                  <a:ext uri="{FF2B5EF4-FFF2-40B4-BE49-F238E27FC236}">
                    <a16:creationId xmlns:a16="http://schemas.microsoft.com/office/drawing/2014/main" id="{80BE9D6E-1D57-D4FF-589D-4094E76897AD}"/>
                  </a:ext>
                </a:extLst>
              </p:cNvPr>
              <p:cNvSpPr/>
              <p:nvPr/>
            </p:nvSpPr>
            <p:spPr>
              <a:xfrm>
                <a:off x="7532640" y="5887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19" name="Freeform 50518">
                <a:extLst>
                  <a:ext uri="{FF2B5EF4-FFF2-40B4-BE49-F238E27FC236}">
                    <a16:creationId xmlns:a16="http://schemas.microsoft.com/office/drawing/2014/main" id="{0DDDB68A-D28C-7048-7E0E-2CFE4ADB17F2}"/>
                  </a:ext>
                </a:extLst>
              </p:cNvPr>
              <p:cNvSpPr/>
              <p:nvPr/>
            </p:nvSpPr>
            <p:spPr>
              <a:xfrm>
                <a:off x="7533136" y="5869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0" name="Freeform 50519">
                <a:extLst>
                  <a:ext uri="{FF2B5EF4-FFF2-40B4-BE49-F238E27FC236}">
                    <a16:creationId xmlns:a16="http://schemas.microsoft.com/office/drawing/2014/main" id="{054C3549-4B2F-DAAE-9D56-DCC6B584FB3E}"/>
                  </a:ext>
                </a:extLst>
              </p:cNvPr>
              <p:cNvSpPr/>
              <p:nvPr/>
            </p:nvSpPr>
            <p:spPr>
              <a:xfrm>
                <a:off x="7533632" y="5853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1" name="Freeform 50520">
                <a:extLst>
                  <a:ext uri="{FF2B5EF4-FFF2-40B4-BE49-F238E27FC236}">
                    <a16:creationId xmlns:a16="http://schemas.microsoft.com/office/drawing/2014/main" id="{B0E36B29-CDDC-5135-2D8D-FD238CFE0EFA}"/>
                  </a:ext>
                </a:extLst>
              </p:cNvPr>
              <p:cNvSpPr/>
              <p:nvPr/>
            </p:nvSpPr>
            <p:spPr>
              <a:xfrm>
                <a:off x="7534128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2" name="Freeform 50521">
                <a:extLst>
                  <a:ext uri="{FF2B5EF4-FFF2-40B4-BE49-F238E27FC236}">
                    <a16:creationId xmlns:a16="http://schemas.microsoft.com/office/drawing/2014/main" id="{82758361-D87C-33C4-9099-98ED8F71ED5B}"/>
                  </a:ext>
                </a:extLst>
              </p:cNvPr>
              <p:cNvSpPr/>
              <p:nvPr/>
            </p:nvSpPr>
            <p:spPr>
              <a:xfrm>
                <a:off x="7534723" y="5838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3" name="Freeform 50522">
                <a:extLst>
                  <a:ext uri="{FF2B5EF4-FFF2-40B4-BE49-F238E27FC236}">
                    <a16:creationId xmlns:a16="http://schemas.microsoft.com/office/drawing/2014/main" id="{9D2FBCDB-B69B-3905-F661-34403DFC5FE4}"/>
                  </a:ext>
                </a:extLst>
              </p:cNvPr>
              <p:cNvSpPr/>
              <p:nvPr/>
            </p:nvSpPr>
            <p:spPr>
              <a:xfrm>
                <a:off x="7535220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4" name="Freeform 50523">
                <a:extLst>
                  <a:ext uri="{FF2B5EF4-FFF2-40B4-BE49-F238E27FC236}">
                    <a16:creationId xmlns:a16="http://schemas.microsoft.com/office/drawing/2014/main" id="{21E5BA94-D5FC-E454-AA49-CFECEF86A6C9}"/>
                  </a:ext>
                </a:extLst>
              </p:cNvPr>
              <p:cNvSpPr/>
              <p:nvPr/>
            </p:nvSpPr>
            <p:spPr>
              <a:xfrm>
                <a:off x="7535716" y="60637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5" name="Freeform 50524">
                <a:extLst>
                  <a:ext uri="{FF2B5EF4-FFF2-40B4-BE49-F238E27FC236}">
                    <a16:creationId xmlns:a16="http://schemas.microsoft.com/office/drawing/2014/main" id="{FEC26DC5-1E00-30A2-2DA1-ABB37003FADE}"/>
                  </a:ext>
                </a:extLst>
              </p:cNvPr>
              <p:cNvSpPr/>
              <p:nvPr/>
            </p:nvSpPr>
            <p:spPr>
              <a:xfrm>
                <a:off x="7536311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6" name="Freeform 50525">
                <a:extLst>
                  <a:ext uri="{FF2B5EF4-FFF2-40B4-BE49-F238E27FC236}">
                    <a16:creationId xmlns:a16="http://schemas.microsoft.com/office/drawing/2014/main" id="{236909B6-5DF5-B039-2210-28903211C3A5}"/>
                  </a:ext>
                </a:extLst>
              </p:cNvPr>
              <p:cNvSpPr/>
              <p:nvPr/>
            </p:nvSpPr>
            <p:spPr>
              <a:xfrm>
                <a:off x="7536807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7" name="Freeform 50526">
                <a:extLst>
                  <a:ext uri="{FF2B5EF4-FFF2-40B4-BE49-F238E27FC236}">
                    <a16:creationId xmlns:a16="http://schemas.microsoft.com/office/drawing/2014/main" id="{12AB61BD-7B44-B253-17C6-4EDE1C756E1F}"/>
                  </a:ext>
                </a:extLst>
              </p:cNvPr>
              <p:cNvSpPr/>
              <p:nvPr/>
            </p:nvSpPr>
            <p:spPr>
              <a:xfrm>
                <a:off x="753730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8" name="Freeform 50527">
                <a:extLst>
                  <a:ext uri="{FF2B5EF4-FFF2-40B4-BE49-F238E27FC236}">
                    <a16:creationId xmlns:a16="http://schemas.microsoft.com/office/drawing/2014/main" id="{7905784B-7CE6-C52F-2B38-3F9E8D1D7757}"/>
                  </a:ext>
                </a:extLst>
              </p:cNvPr>
              <p:cNvSpPr/>
              <p:nvPr/>
            </p:nvSpPr>
            <p:spPr>
              <a:xfrm>
                <a:off x="753789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29" name="Freeform 50528">
                <a:extLst>
                  <a:ext uri="{FF2B5EF4-FFF2-40B4-BE49-F238E27FC236}">
                    <a16:creationId xmlns:a16="http://schemas.microsoft.com/office/drawing/2014/main" id="{9BB717E0-7877-4B0F-653D-4040D4A6D6D5}"/>
                  </a:ext>
                </a:extLst>
              </p:cNvPr>
              <p:cNvSpPr/>
              <p:nvPr/>
            </p:nvSpPr>
            <p:spPr>
              <a:xfrm>
                <a:off x="75383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0" name="Freeform 50529">
                <a:extLst>
                  <a:ext uri="{FF2B5EF4-FFF2-40B4-BE49-F238E27FC236}">
                    <a16:creationId xmlns:a16="http://schemas.microsoft.com/office/drawing/2014/main" id="{F334653A-5E09-756D-1AAA-50BF129F43DC}"/>
                  </a:ext>
                </a:extLst>
              </p:cNvPr>
              <p:cNvSpPr/>
              <p:nvPr/>
            </p:nvSpPr>
            <p:spPr>
              <a:xfrm>
                <a:off x="75388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1" name="Freeform 50530">
                <a:extLst>
                  <a:ext uri="{FF2B5EF4-FFF2-40B4-BE49-F238E27FC236}">
                    <a16:creationId xmlns:a16="http://schemas.microsoft.com/office/drawing/2014/main" id="{3A0BC72D-3A62-EF51-F02B-625862B02C0D}"/>
                  </a:ext>
                </a:extLst>
              </p:cNvPr>
              <p:cNvSpPr/>
              <p:nvPr/>
            </p:nvSpPr>
            <p:spPr>
              <a:xfrm>
                <a:off x="7539486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2" name="Freeform 50531">
                <a:extLst>
                  <a:ext uri="{FF2B5EF4-FFF2-40B4-BE49-F238E27FC236}">
                    <a16:creationId xmlns:a16="http://schemas.microsoft.com/office/drawing/2014/main" id="{068EC308-6A1B-EAF2-3BB7-27C179AB2767}"/>
                  </a:ext>
                </a:extLst>
              </p:cNvPr>
              <p:cNvSpPr/>
              <p:nvPr/>
            </p:nvSpPr>
            <p:spPr>
              <a:xfrm>
                <a:off x="7539982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3" name="Freeform 50532">
                <a:extLst>
                  <a:ext uri="{FF2B5EF4-FFF2-40B4-BE49-F238E27FC236}">
                    <a16:creationId xmlns:a16="http://schemas.microsoft.com/office/drawing/2014/main" id="{601FEE24-3CF1-142B-A4FB-F0DB7582028F}"/>
                  </a:ext>
                </a:extLst>
              </p:cNvPr>
              <p:cNvSpPr/>
              <p:nvPr/>
            </p:nvSpPr>
            <p:spPr>
              <a:xfrm>
                <a:off x="7540478" y="60617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4" name="Freeform 50533">
                <a:extLst>
                  <a:ext uri="{FF2B5EF4-FFF2-40B4-BE49-F238E27FC236}">
                    <a16:creationId xmlns:a16="http://schemas.microsoft.com/office/drawing/2014/main" id="{4AEDCB82-A0D2-2342-8738-32A760697AF5}"/>
                  </a:ext>
                </a:extLst>
              </p:cNvPr>
              <p:cNvSpPr/>
              <p:nvPr/>
            </p:nvSpPr>
            <p:spPr>
              <a:xfrm>
                <a:off x="7541073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5" name="Freeform 50534">
                <a:extLst>
                  <a:ext uri="{FF2B5EF4-FFF2-40B4-BE49-F238E27FC236}">
                    <a16:creationId xmlns:a16="http://schemas.microsoft.com/office/drawing/2014/main" id="{EF9A02D2-7884-14E6-CD81-E431E986D731}"/>
                  </a:ext>
                </a:extLst>
              </p:cNvPr>
              <p:cNvSpPr/>
              <p:nvPr/>
            </p:nvSpPr>
            <p:spPr>
              <a:xfrm>
                <a:off x="7541570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6" name="Freeform 50535">
                <a:extLst>
                  <a:ext uri="{FF2B5EF4-FFF2-40B4-BE49-F238E27FC236}">
                    <a16:creationId xmlns:a16="http://schemas.microsoft.com/office/drawing/2014/main" id="{AB4E6640-FF54-0414-D8F5-210B91ACDD6E}"/>
                  </a:ext>
                </a:extLst>
              </p:cNvPr>
              <p:cNvSpPr/>
              <p:nvPr/>
            </p:nvSpPr>
            <p:spPr>
              <a:xfrm>
                <a:off x="7542066" y="5787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7" name="Freeform 50536">
                <a:extLst>
                  <a:ext uri="{FF2B5EF4-FFF2-40B4-BE49-F238E27FC236}">
                    <a16:creationId xmlns:a16="http://schemas.microsoft.com/office/drawing/2014/main" id="{8300823A-BBDC-F019-F24B-4B5660F6F988}"/>
                  </a:ext>
                </a:extLst>
              </p:cNvPr>
              <p:cNvSpPr/>
              <p:nvPr/>
            </p:nvSpPr>
            <p:spPr>
              <a:xfrm>
                <a:off x="7542661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8" name="Freeform 50537">
                <a:extLst>
                  <a:ext uri="{FF2B5EF4-FFF2-40B4-BE49-F238E27FC236}">
                    <a16:creationId xmlns:a16="http://schemas.microsoft.com/office/drawing/2014/main" id="{0CACE787-97ED-0B8E-2B24-182249F57746}"/>
                  </a:ext>
                </a:extLst>
              </p:cNvPr>
              <p:cNvSpPr/>
              <p:nvPr/>
            </p:nvSpPr>
            <p:spPr>
              <a:xfrm>
                <a:off x="7543157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39" name="Freeform 50538">
                <a:extLst>
                  <a:ext uri="{FF2B5EF4-FFF2-40B4-BE49-F238E27FC236}">
                    <a16:creationId xmlns:a16="http://schemas.microsoft.com/office/drawing/2014/main" id="{5739F0F1-CFDF-1EC6-84F0-CAF9466C8833}"/>
                  </a:ext>
                </a:extLst>
              </p:cNvPr>
              <p:cNvSpPr/>
              <p:nvPr/>
            </p:nvSpPr>
            <p:spPr>
              <a:xfrm>
                <a:off x="7543653" y="5823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0" name="Freeform 50539">
                <a:extLst>
                  <a:ext uri="{FF2B5EF4-FFF2-40B4-BE49-F238E27FC236}">
                    <a16:creationId xmlns:a16="http://schemas.microsoft.com/office/drawing/2014/main" id="{4E391695-36DD-E50C-892C-3103CD3F4DE7}"/>
                  </a:ext>
                </a:extLst>
              </p:cNvPr>
              <p:cNvSpPr/>
              <p:nvPr/>
            </p:nvSpPr>
            <p:spPr>
              <a:xfrm>
                <a:off x="7544248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1" name="Freeform 50540">
                <a:extLst>
                  <a:ext uri="{FF2B5EF4-FFF2-40B4-BE49-F238E27FC236}">
                    <a16:creationId xmlns:a16="http://schemas.microsoft.com/office/drawing/2014/main" id="{52CE7D3F-C9A4-D713-3913-4B7CA7C8F932}"/>
                  </a:ext>
                </a:extLst>
              </p:cNvPr>
              <p:cNvSpPr/>
              <p:nvPr/>
            </p:nvSpPr>
            <p:spPr>
              <a:xfrm>
                <a:off x="7544745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2" name="Freeform 50541">
                <a:extLst>
                  <a:ext uri="{FF2B5EF4-FFF2-40B4-BE49-F238E27FC236}">
                    <a16:creationId xmlns:a16="http://schemas.microsoft.com/office/drawing/2014/main" id="{5BFCA5B6-AB2F-3C45-A094-4ED2318C262C}"/>
                  </a:ext>
                </a:extLst>
              </p:cNvPr>
              <p:cNvSpPr/>
              <p:nvPr/>
            </p:nvSpPr>
            <p:spPr>
              <a:xfrm>
                <a:off x="7545241" y="5900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3" name="Freeform 50542">
                <a:extLst>
                  <a:ext uri="{FF2B5EF4-FFF2-40B4-BE49-F238E27FC236}">
                    <a16:creationId xmlns:a16="http://schemas.microsoft.com/office/drawing/2014/main" id="{E3830350-2FA2-AF8A-6AD9-755D64F58598}"/>
                  </a:ext>
                </a:extLst>
              </p:cNvPr>
              <p:cNvSpPr/>
              <p:nvPr/>
            </p:nvSpPr>
            <p:spPr>
              <a:xfrm>
                <a:off x="7545836" y="5900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4" name="Freeform 50543">
                <a:extLst>
                  <a:ext uri="{FF2B5EF4-FFF2-40B4-BE49-F238E27FC236}">
                    <a16:creationId xmlns:a16="http://schemas.microsoft.com/office/drawing/2014/main" id="{D958CA4C-5002-8019-69C9-12311D453E42}"/>
                  </a:ext>
                </a:extLst>
              </p:cNvPr>
              <p:cNvSpPr/>
              <p:nvPr/>
            </p:nvSpPr>
            <p:spPr>
              <a:xfrm>
                <a:off x="7546332" y="5880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5" name="Freeform 50544">
                <a:extLst>
                  <a:ext uri="{FF2B5EF4-FFF2-40B4-BE49-F238E27FC236}">
                    <a16:creationId xmlns:a16="http://schemas.microsoft.com/office/drawing/2014/main" id="{AC05DC43-464B-9E3F-9DD3-D9CDA5C30BD9}"/>
                  </a:ext>
                </a:extLst>
              </p:cNvPr>
              <p:cNvSpPr/>
              <p:nvPr/>
            </p:nvSpPr>
            <p:spPr>
              <a:xfrm>
                <a:off x="7546828" y="587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6" name="Freeform 50545">
                <a:extLst>
                  <a:ext uri="{FF2B5EF4-FFF2-40B4-BE49-F238E27FC236}">
                    <a16:creationId xmlns:a16="http://schemas.microsoft.com/office/drawing/2014/main" id="{2F41B8E1-0A68-37B4-C690-727F75E163DF}"/>
                  </a:ext>
                </a:extLst>
              </p:cNvPr>
              <p:cNvSpPr/>
              <p:nvPr/>
            </p:nvSpPr>
            <p:spPr>
              <a:xfrm>
                <a:off x="7547324" y="5885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7" name="Freeform 50546">
                <a:extLst>
                  <a:ext uri="{FF2B5EF4-FFF2-40B4-BE49-F238E27FC236}">
                    <a16:creationId xmlns:a16="http://schemas.microsoft.com/office/drawing/2014/main" id="{8FF400B1-B0F3-9757-5EBD-C3B21DE2FDAA}"/>
                  </a:ext>
                </a:extLst>
              </p:cNvPr>
              <p:cNvSpPr/>
              <p:nvPr/>
            </p:nvSpPr>
            <p:spPr>
              <a:xfrm>
                <a:off x="7547920" y="5908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8" name="Freeform 50547">
                <a:extLst>
                  <a:ext uri="{FF2B5EF4-FFF2-40B4-BE49-F238E27FC236}">
                    <a16:creationId xmlns:a16="http://schemas.microsoft.com/office/drawing/2014/main" id="{F6A39C5B-F440-6B0D-0A19-0C2561BE25C6}"/>
                  </a:ext>
                </a:extLst>
              </p:cNvPr>
              <p:cNvSpPr/>
              <p:nvPr/>
            </p:nvSpPr>
            <p:spPr>
              <a:xfrm>
                <a:off x="7548416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49" name="Freeform 50548">
                <a:extLst>
                  <a:ext uri="{FF2B5EF4-FFF2-40B4-BE49-F238E27FC236}">
                    <a16:creationId xmlns:a16="http://schemas.microsoft.com/office/drawing/2014/main" id="{0CFF0303-F69A-6268-2FE3-436F602D0824}"/>
                  </a:ext>
                </a:extLst>
              </p:cNvPr>
              <p:cNvSpPr/>
              <p:nvPr/>
            </p:nvSpPr>
            <p:spPr>
              <a:xfrm>
                <a:off x="7548912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0" name="Freeform 50549">
                <a:extLst>
                  <a:ext uri="{FF2B5EF4-FFF2-40B4-BE49-F238E27FC236}">
                    <a16:creationId xmlns:a16="http://schemas.microsoft.com/office/drawing/2014/main" id="{8BDD3457-5453-13E3-CD99-BFAC0C4D9407}"/>
                  </a:ext>
                </a:extLst>
              </p:cNvPr>
              <p:cNvSpPr/>
              <p:nvPr/>
            </p:nvSpPr>
            <p:spPr>
              <a:xfrm>
                <a:off x="7549507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1" name="Freeform 50550">
                <a:extLst>
                  <a:ext uri="{FF2B5EF4-FFF2-40B4-BE49-F238E27FC236}">
                    <a16:creationId xmlns:a16="http://schemas.microsoft.com/office/drawing/2014/main" id="{C426562A-7D13-3466-E100-B67BC07E3543}"/>
                  </a:ext>
                </a:extLst>
              </p:cNvPr>
              <p:cNvSpPr/>
              <p:nvPr/>
            </p:nvSpPr>
            <p:spPr>
              <a:xfrm>
                <a:off x="7550003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2" name="Freeform 50551">
                <a:extLst>
                  <a:ext uri="{FF2B5EF4-FFF2-40B4-BE49-F238E27FC236}">
                    <a16:creationId xmlns:a16="http://schemas.microsoft.com/office/drawing/2014/main" id="{41E17A9F-7ED3-FF47-7F25-8AE2093523E1}"/>
                  </a:ext>
                </a:extLst>
              </p:cNvPr>
              <p:cNvSpPr/>
              <p:nvPr/>
            </p:nvSpPr>
            <p:spPr>
              <a:xfrm>
                <a:off x="7550499" y="60564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3" name="Freeform 50552">
                <a:extLst>
                  <a:ext uri="{FF2B5EF4-FFF2-40B4-BE49-F238E27FC236}">
                    <a16:creationId xmlns:a16="http://schemas.microsoft.com/office/drawing/2014/main" id="{11A340CA-CFB9-BE42-943B-E0F9F1972BF6}"/>
                  </a:ext>
                </a:extLst>
              </p:cNvPr>
              <p:cNvSpPr/>
              <p:nvPr/>
            </p:nvSpPr>
            <p:spPr>
              <a:xfrm>
                <a:off x="7551095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4" name="Freeform 50553">
                <a:extLst>
                  <a:ext uri="{FF2B5EF4-FFF2-40B4-BE49-F238E27FC236}">
                    <a16:creationId xmlns:a16="http://schemas.microsoft.com/office/drawing/2014/main" id="{CB1090F5-D208-4C96-7ACB-7DBA9D4235AB}"/>
                  </a:ext>
                </a:extLst>
              </p:cNvPr>
              <p:cNvSpPr/>
              <p:nvPr/>
            </p:nvSpPr>
            <p:spPr>
              <a:xfrm>
                <a:off x="7551591" y="6056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5" name="Freeform 50554">
                <a:extLst>
                  <a:ext uri="{FF2B5EF4-FFF2-40B4-BE49-F238E27FC236}">
                    <a16:creationId xmlns:a16="http://schemas.microsoft.com/office/drawing/2014/main" id="{F8525896-2D5E-070B-8748-835E7FD654EA}"/>
                  </a:ext>
                </a:extLst>
              </p:cNvPr>
              <p:cNvSpPr/>
              <p:nvPr/>
            </p:nvSpPr>
            <p:spPr>
              <a:xfrm>
                <a:off x="7552087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6" name="Freeform 50555">
                <a:extLst>
                  <a:ext uri="{FF2B5EF4-FFF2-40B4-BE49-F238E27FC236}">
                    <a16:creationId xmlns:a16="http://schemas.microsoft.com/office/drawing/2014/main" id="{0CEAEC95-9D20-B53D-C0F8-35B58BD3C575}"/>
                  </a:ext>
                </a:extLst>
              </p:cNvPr>
              <p:cNvSpPr/>
              <p:nvPr/>
            </p:nvSpPr>
            <p:spPr>
              <a:xfrm>
                <a:off x="7552682" y="6057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7" name="Freeform 50556">
                <a:extLst>
                  <a:ext uri="{FF2B5EF4-FFF2-40B4-BE49-F238E27FC236}">
                    <a16:creationId xmlns:a16="http://schemas.microsoft.com/office/drawing/2014/main" id="{05A8176D-4304-A163-4145-161862204346}"/>
                  </a:ext>
                </a:extLst>
              </p:cNvPr>
              <p:cNvSpPr/>
              <p:nvPr/>
            </p:nvSpPr>
            <p:spPr>
              <a:xfrm>
                <a:off x="7553178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8" name="Freeform 50557">
                <a:extLst>
                  <a:ext uri="{FF2B5EF4-FFF2-40B4-BE49-F238E27FC236}">
                    <a16:creationId xmlns:a16="http://schemas.microsoft.com/office/drawing/2014/main" id="{4CCADD03-7BD0-5469-0460-E67E7296FED9}"/>
                  </a:ext>
                </a:extLst>
              </p:cNvPr>
              <p:cNvSpPr/>
              <p:nvPr/>
            </p:nvSpPr>
            <p:spPr>
              <a:xfrm>
                <a:off x="7553674" y="5951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59" name="Freeform 50558">
                <a:extLst>
                  <a:ext uri="{FF2B5EF4-FFF2-40B4-BE49-F238E27FC236}">
                    <a16:creationId xmlns:a16="http://schemas.microsoft.com/office/drawing/2014/main" id="{93DDF874-32B2-BC29-2F94-49EA81F38730}"/>
                  </a:ext>
                </a:extLst>
              </p:cNvPr>
              <p:cNvSpPr/>
              <p:nvPr/>
            </p:nvSpPr>
            <p:spPr>
              <a:xfrm>
                <a:off x="7554270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0" name="Freeform 50559">
                <a:extLst>
                  <a:ext uri="{FF2B5EF4-FFF2-40B4-BE49-F238E27FC236}">
                    <a16:creationId xmlns:a16="http://schemas.microsoft.com/office/drawing/2014/main" id="{9DBC074E-CAF8-9811-1B0F-AF1ADC0BE889}"/>
                  </a:ext>
                </a:extLst>
              </p:cNvPr>
              <p:cNvSpPr/>
              <p:nvPr/>
            </p:nvSpPr>
            <p:spPr>
              <a:xfrm>
                <a:off x="7554766" y="5818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1" name="Freeform 50560">
                <a:extLst>
                  <a:ext uri="{FF2B5EF4-FFF2-40B4-BE49-F238E27FC236}">
                    <a16:creationId xmlns:a16="http://schemas.microsoft.com/office/drawing/2014/main" id="{BEB22E30-FF1F-DECB-F7D2-9FDA523417E5}"/>
                  </a:ext>
                </a:extLst>
              </p:cNvPr>
              <p:cNvSpPr/>
              <p:nvPr/>
            </p:nvSpPr>
            <p:spPr>
              <a:xfrm>
                <a:off x="7555262" y="584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2" name="Freeform 50561">
                <a:extLst>
                  <a:ext uri="{FF2B5EF4-FFF2-40B4-BE49-F238E27FC236}">
                    <a16:creationId xmlns:a16="http://schemas.microsoft.com/office/drawing/2014/main" id="{7524E5DE-131C-BC08-255A-C34C9BDC7F97}"/>
                  </a:ext>
                </a:extLst>
              </p:cNvPr>
              <p:cNvSpPr/>
              <p:nvPr/>
            </p:nvSpPr>
            <p:spPr>
              <a:xfrm>
                <a:off x="7555857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3" name="Freeform 50562">
                <a:extLst>
                  <a:ext uri="{FF2B5EF4-FFF2-40B4-BE49-F238E27FC236}">
                    <a16:creationId xmlns:a16="http://schemas.microsoft.com/office/drawing/2014/main" id="{412B5FD2-F494-15FF-C371-ACE9A3A09537}"/>
                  </a:ext>
                </a:extLst>
              </p:cNvPr>
              <p:cNvSpPr/>
              <p:nvPr/>
            </p:nvSpPr>
            <p:spPr>
              <a:xfrm>
                <a:off x="7556353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4" name="Freeform 50563">
                <a:extLst>
                  <a:ext uri="{FF2B5EF4-FFF2-40B4-BE49-F238E27FC236}">
                    <a16:creationId xmlns:a16="http://schemas.microsoft.com/office/drawing/2014/main" id="{A60F306D-5721-5B3B-2D8B-63582769B8D8}"/>
                  </a:ext>
                </a:extLst>
              </p:cNvPr>
              <p:cNvSpPr/>
              <p:nvPr/>
            </p:nvSpPr>
            <p:spPr>
              <a:xfrm>
                <a:off x="7556849" y="585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5" name="Freeform 50564">
                <a:extLst>
                  <a:ext uri="{FF2B5EF4-FFF2-40B4-BE49-F238E27FC236}">
                    <a16:creationId xmlns:a16="http://schemas.microsoft.com/office/drawing/2014/main" id="{3375E3B5-093B-3B90-E891-D2C35280CC59}"/>
                  </a:ext>
                </a:extLst>
              </p:cNvPr>
              <p:cNvSpPr/>
              <p:nvPr/>
            </p:nvSpPr>
            <p:spPr>
              <a:xfrm>
                <a:off x="7557445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6" name="Freeform 50565">
                <a:extLst>
                  <a:ext uri="{FF2B5EF4-FFF2-40B4-BE49-F238E27FC236}">
                    <a16:creationId xmlns:a16="http://schemas.microsoft.com/office/drawing/2014/main" id="{E4CAE8D5-CF28-C192-C4A2-D7E99A1481F7}"/>
                  </a:ext>
                </a:extLst>
              </p:cNvPr>
              <p:cNvSpPr/>
              <p:nvPr/>
            </p:nvSpPr>
            <p:spPr>
              <a:xfrm>
                <a:off x="7557941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7" name="Freeform 50566">
                <a:extLst>
                  <a:ext uri="{FF2B5EF4-FFF2-40B4-BE49-F238E27FC236}">
                    <a16:creationId xmlns:a16="http://schemas.microsoft.com/office/drawing/2014/main" id="{B14B0E73-321F-D8A3-D561-76B2AEC31412}"/>
                  </a:ext>
                </a:extLst>
              </p:cNvPr>
              <p:cNvSpPr/>
              <p:nvPr/>
            </p:nvSpPr>
            <p:spPr>
              <a:xfrm>
                <a:off x="7558437" y="580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8" name="Freeform 50567">
                <a:extLst>
                  <a:ext uri="{FF2B5EF4-FFF2-40B4-BE49-F238E27FC236}">
                    <a16:creationId xmlns:a16="http://schemas.microsoft.com/office/drawing/2014/main" id="{58A16E48-FDF3-F125-6A35-266FAB1A3B5E}"/>
                  </a:ext>
                </a:extLst>
              </p:cNvPr>
              <p:cNvSpPr/>
              <p:nvPr/>
            </p:nvSpPr>
            <p:spPr>
              <a:xfrm>
                <a:off x="7558933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69" name="Freeform 50568">
                <a:extLst>
                  <a:ext uri="{FF2B5EF4-FFF2-40B4-BE49-F238E27FC236}">
                    <a16:creationId xmlns:a16="http://schemas.microsoft.com/office/drawing/2014/main" id="{AFFFC77D-A1B8-5160-5B7B-E3D0306E2757}"/>
                  </a:ext>
                </a:extLst>
              </p:cNvPr>
              <p:cNvSpPr/>
              <p:nvPr/>
            </p:nvSpPr>
            <p:spPr>
              <a:xfrm>
                <a:off x="7559528" y="572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0" name="Freeform 50569">
                <a:extLst>
                  <a:ext uri="{FF2B5EF4-FFF2-40B4-BE49-F238E27FC236}">
                    <a16:creationId xmlns:a16="http://schemas.microsoft.com/office/drawing/2014/main" id="{6D0F3D87-68EF-36D7-8C1F-F534AFF35D7D}"/>
                  </a:ext>
                </a:extLst>
              </p:cNvPr>
              <p:cNvSpPr/>
              <p:nvPr/>
            </p:nvSpPr>
            <p:spPr>
              <a:xfrm>
                <a:off x="7560024" y="5733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1" name="Freeform 50570">
                <a:extLst>
                  <a:ext uri="{FF2B5EF4-FFF2-40B4-BE49-F238E27FC236}">
                    <a16:creationId xmlns:a16="http://schemas.microsoft.com/office/drawing/2014/main" id="{DEC3349F-0FA7-23C9-00FC-0BC9E89ABE77}"/>
                  </a:ext>
                </a:extLst>
              </p:cNvPr>
              <p:cNvSpPr/>
              <p:nvPr/>
            </p:nvSpPr>
            <p:spPr>
              <a:xfrm>
                <a:off x="7560520" y="5752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2" name="Freeform 50571">
                <a:extLst>
                  <a:ext uri="{FF2B5EF4-FFF2-40B4-BE49-F238E27FC236}">
                    <a16:creationId xmlns:a16="http://schemas.microsoft.com/office/drawing/2014/main" id="{35164E1A-2926-0E62-C736-F9ECB3DA6D0E}"/>
                  </a:ext>
                </a:extLst>
              </p:cNvPr>
              <p:cNvSpPr/>
              <p:nvPr/>
            </p:nvSpPr>
            <p:spPr>
              <a:xfrm>
                <a:off x="7561116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3" name="Freeform 50572">
                <a:extLst>
                  <a:ext uri="{FF2B5EF4-FFF2-40B4-BE49-F238E27FC236}">
                    <a16:creationId xmlns:a16="http://schemas.microsoft.com/office/drawing/2014/main" id="{7A429834-A0F3-1F68-A9AB-EED63DFD6897}"/>
                  </a:ext>
                </a:extLst>
              </p:cNvPr>
              <p:cNvSpPr/>
              <p:nvPr/>
            </p:nvSpPr>
            <p:spPr>
              <a:xfrm>
                <a:off x="7561612" y="5990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4" name="Freeform 50573">
                <a:extLst>
                  <a:ext uri="{FF2B5EF4-FFF2-40B4-BE49-F238E27FC236}">
                    <a16:creationId xmlns:a16="http://schemas.microsoft.com/office/drawing/2014/main" id="{540C0F48-2F4E-0FF7-B2B4-586D6412D875}"/>
                  </a:ext>
                </a:extLst>
              </p:cNvPr>
              <p:cNvSpPr/>
              <p:nvPr/>
            </p:nvSpPr>
            <p:spPr>
              <a:xfrm>
                <a:off x="7562108" y="6002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5" name="Freeform 50574">
                <a:extLst>
                  <a:ext uri="{FF2B5EF4-FFF2-40B4-BE49-F238E27FC236}">
                    <a16:creationId xmlns:a16="http://schemas.microsoft.com/office/drawing/2014/main" id="{333B5E00-BCDD-99BE-A993-85D193D4FAFC}"/>
                  </a:ext>
                </a:extLst>
              </p:cNvPr>
              <p:cNvSpPr/>
              <p:nvPr/>
            </p:nvSpPr>
            <p:spPr>
              <a:xfrm>
                <a:off x="7562703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6" name="Freeform 50575">
                <a:extLst>
                  <a:ext uri="{FF2B5EF4-FFF2-40B4-BE49-F238E27FC236}">
                    <a16:creationId xmlns:a16="http://schemas.microsoft.com/office/drawing/2014/main" id="{7F3E5334-C479-5134-5D30-40FEE576E3D5}"/>
                  </a:ext>
                </a:extLst>
              </p:cNvPr>
              <p:cNvSpPr/>
              <p:nvPr/>
            </p:nvSpPr>
            <p:spPr>
              <a:xfrm>
                <a:off x="7563199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7" name="Freeform 50576">
                <a:extLst>
                  <a:ext uri="{FF2B5EF4-FFF2-40B4-BE49-F238E27FC236}">
                    <a16:creationId xmlns:a16="http://schemas.microsoft.com/office/drawing/2014/main" id="{8E6C4C95-62B3-61C4-39B0-042320A54550}"/>
                  </a:ext>
                </a:extLst>
              </p:cNvPr>
              <p:cNvSpPr/>
              <p:nvPr/>
            </p:nvSpPr>
            <p:spPr>
              <a:xfrm>
                <a:off x="7563695" y="6001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8" name="Freeform 50577">
                <a:extLst>
                  <a:ext uri="{FF2B5EF4-FFF2-40B4-BE49-F238E27FC236}">
                    <a16:creationId xmlns:a16="http://schemas.microsoft.com/office/drawing/2014/main" id="{EC632E14-5C5B-A3B5-7846-E1926B304623}"/>
                  </a:ext>
                </a:extLst>
              </p:cNvPr>
              <p:cNvSpPr/>
              <p:nvPr/>
            </p:nvSpPr>
            <p:spPr>
              <a:xfrm>
                <a:off x="7564291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79" name="Freeform 50578">
                <a:extLst>
                  <a:ext uri="{FF2B5EF4-FFF2-40B4-BE49-F238E27FC236}">
                    <a16:creationId xmlns:a16="http://schemas.microsoft.com/office/drawing/2014/main" id="{81FE8D11-145C-CE77-AD3B-65B7ACDB1379}"/>
                  </a:ext>
                </a:extLst>
              </p:cNvPr>
              <p:cNvSpPr/>
              <p:nvPr/>
            </p:nvSpPr>
            <p:spPr>
              <a:xfrm>
                <a:off x="7564787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0" name="Freeform 50579">
                <a:extLst>
                  <a:ext uri="{FF2B5EF4-FFF2-40B4-BE49-F238E27FC236}">
                    <a16:creationId xmlns:a16="http://schemas.microsoft.com/office/drawing/2014/main" id="{21CACB9E-1FB6-5FF1-2404-D04A5129F48C}"/>
                  </a:ext>
                </a:extLst>
              </p:cNvPr>
              <p:cNvSpPr/>
              <p:nvPr/>
            </p:nvSpPr>
            <p:spPr>
              <a:xfrm>
                <a:off x="7565283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1" name="Freeform 50580">
                <a:extLst>
                  <a:ext uri="{FF2B5EF4-FFF2-40B4-BE49-F238E27FC236}">
                    <a16:creationId xmlns:a16="http://schemas.microsoft.com/office/drawing/2014/main" id="{AAF6C4C4-DDF2-127F-F92C-8CDB8767864B}"/>
                  </a:ext>
                </a:extLst>
              </p:cNvPr>
              <p:cNvSpPr/>
              <p:nvPr/>
            </p:nvSpPr>
            <p:spPr>
              <a:xfrm>
                <a:off x="7565878" y="5951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2" name="Freeform 50581">
                <a:extLst>
                  <a:ext uri="{FF2B5EF4-FFF2-40B4-BE49-F238E27FC236}">
                    <a16:creationId xmlns:a16="http://schemas.microsoft.com/office/drawing/2014/main" id="{686E1748-B3CA-734B-38B4-608120FF5BFB}"/>
                  </a:ext>
                </a:extLst>
              </p:cNvPr>
              <p:cNvSpPr/>
              <p:nvPr/>
            </p:nvSpPr>
            <p:spPr>
              <a:xfrm>
                <a:off x="7566374" y="5907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3" name="Freeform 50582">
                <a:extLst>
                  <a:ext uri="{FF2B5EF4-FFF2-40B4-BE49-F238E27FC236}">
                    <a16:creationId xmlns:a16="http://schemas.microsoft.com/office/drawing/2014/main" id="{FF45AD66-D1B1-3BBC-2479-8428EA8339CC}"/>
                  </a:ext>
                </a:extLst>
              </p:cNvPr>
              <p:cNvSpPr/>
              <p:nvPr/>
            </p:nvSpPr>
            <p:spPr>
              <a:xfrm>
                <a:off x="7566870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4" name="Freeform 50583">
                <a:extLst>
                  <a:ext uri="{FF2B5EF4-FFF2-40B4-BE49-F238E27FC236}">
                    <a16:creationId xmlns:a16="http://schemas.microsoft.com/office/drawing/2014/main" id="{78086ACD-98C9-E5F2-2D41-E82362621BA0}"/>
                  </a:ext>
                </a:extLst>
              </p:cNvPr>
              <p:cNvSpPr/>
              <p:nvPr/>
            </p:nvSpPr>
            <p:spPr>
              <a:xfrm>
                <a:off x="7567466" y="5756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5" name="Freeform 50584">
                <a:extLst>
                  <a:ext uri="{FF2B5EF4-FFF2-40B4-BE49-F238E27FC236}">
                    <a16:creationId xmlns:a16="http://schemas.microsoft.com/office/drawing/2014/main" id="{B03FC033-7BCA-4685-25A5-71D668344737}"/>
                  </a:ext>
                </a:extLst>
              </p:cNvPr>
              <p:cNvSpPr/>
              <p:nvPr/>
            </p:nvSpPr>
            <p:spPr>
              <a:xfrm>
                <a:off x="7567962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6" name="Freeform 50585">
                <a:extLst>
                  <a:ext uri="{FF2B5EF4-FFF2-40B4-BE49-F238E27FC236}">
                    <a16:creationId xmlns:a16="http://schemas.microsoft.com/office/drawing/2014/main" id="{10947CF8-90A1-6E27-B2CE-C1E2889613E3}"/>
                  </a:ext>
                </a:extLst>
              </p:cNvPr>
              <p:cNvSpPr/>
              <p:nvPr/>
            </p:nvSpPr>
            <p:spPr>
              <a:xfrm>
                <a:off x="7568458" y="5876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7" name="Freeform 50586">
                <a:extLst>
                  <a:ext uri="{FF2B5EF4-FFF2-40B4-BE49-F238E27FC236}">
                    <a16:creationId xmlns:a16="http://schemas.microsoft.com/office/drawing/2014/main" id="{8C8D5561-E956-16C9-0677-476F85FA2D01}"/>
                  </a:ext>
                </a:extLst>
              </p:cNvPr>
              <p:cNvSpPr/>
              <p:nvPr/>
            </p:nvSpPr>
            <p:spPr>
              <a:xfrm>
                <a:off x="7569053" y="5779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8" name="Freeform 50587">
                <a:extLst>
                  <a:ext uri="{FF2B5EF4-FFF2-40B4-BE49-F238E27FC236}">
                    <a16:creationId xmlns:a16="http://schemas.microsoft.com/office/drawing/2014/main" id="{77E1A4AC-BCA3-47E0-7DE9-0B3F8179FE7C}"/>
                  </a:ext>
                </a:extLst>
              </p:cNvPr>
              <p:cNvSpPr/>
              <p:nvPr/>
            </p:nvSpPr>
            <p:spPr>
              <a:xfrm>
                <a:off x="7569549" y="5845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89" name="Freeform 50588">
                <a:extLst>
                  <a:ext uri="{FF2B5EF4-FFF2-40B4-BE49-F238E27FC236}">
                    <a16:creationId xmlns:a16="http://schemas.microsoft.com/office/drawing/2014/main" id="{16A790C4-423B-7E5F-9D04-2990FCB50C25}"/>
                  </a:ext>
                </a:extLst>
              </p:cNvPr>
              <p:cNvSpPr/>
              <p:nvPr/>
            </p:nvSpPr>
            <p:spPr>
              <a:xfrm>
                <a:off x="7570045" y="5827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0" name="Freeform 50589">
                <a:extLst>
                  <a:ext uri="{FF2B5EF4-FFF2-40B4-BE49-F238E27FC236}">
                    <a16:creationId xmlns:a16="http://schemas.microsoft.com/office/drawing/2014/main" id="{3E52CB16-89B3-2EBB-9B52-B3ABF42B5B69}"/>
                  </a:ext>
                </a:extLst>
              </p:cNvPr>
              <p:cNvSpPr/>
              <p:nvPr/>
            </p:nvSpPr>
            <p:spPr>
              <a:xfrm>
                <a:off x="7570541" y="5799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1" name="Freeform 50590">
                <a:extLst>
                  <a:ext uri="{FF2B5EF4-FFF2-40B4-BE49-F238E27FC236}">
                    <a16:creationId xmlns:a16="http://schemas.microsoft.com/office/drawing/2014/main" id="{E48CEF57-46A9-1341-9397-01B67C6A9789}"/>
                  </a:ext>
                </a:extLst>
              </p:cNvPr>
              <p:cNvSpPr/>
              <p:nvPr/>
            </p:nvSpPr>
            <p:spPr>
              <a:xfrm>
                <a:off x="7571137" y="5771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2" name="Freeform 50591">
                <a:extLst>
                  <a:ext uri="{FF2B5EF4-FFF2-40B4-BE49-F238E27FC236}">
                    <a16:creationId xmlns:a16="http://schemas.microsoft.com/office/drawing/2014/main" id="{BA0C19F8-824B-71C4-9233-879E40F69535}"/>
                  </a:ext>
                </a:extLst>
              </p:cNvPr>
              <p:cNvSpPr/>
              <p:nvPr/>
            </p:nvSpPr>
            <p:spPr>
              <a:xfrm>
                <a:off x="7571633" y="5716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3" name="Freeform 50592">
                <a:extLst>
                  <a:ext uri="{FF2B5EF4-FFF2-40B4-BE49-F238E27FC236}">
                    <a16:creationId xmlns:a16="http://schemas.microsoft.com/office/drawing/2014/main" id="{CE0C518F-7EAF-6B2D-D401-E45D46A2FBB1}"/>
                  </a:ext>
                </a:extLst>
              </p:cNvPr>
              <p:cNvSpPr/>
              <p:nvPr/>
            </p:nvSpPr>
            <p:spPr>
              <a:xfrm>
                <a:off x="7572129" y="5695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4" name="Freeform 50593">
                <a:extLst>
                  <a:ext uri="{FF2B5EF4-FFF2-40B4-BE49-F238E27FC236}">
                    <a16:creationId xmlns:a16="http://schemas.microsoft.com/office/drawing/2014/main" id="{14847F10-1016-EEA2-DCBC-98B19D46B82D}"/>
                  </a:ext>
                </a:extLst>
              </p:cNvPr>
              <p:cNvSpPr/>
              <p:nvPr/>
            </p:nvSpPr>
            <p:spPr>
              <a:xfrm>
                <a:off x="7572724" y="5701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5" name="Freeform 50594">
                <a:extLst>
                  <a:ext uri="{FF2B5EF4-FFF2-40B4-BE49-F238E27FC236}">
                    <a16:creationId xmlns:a16="http://schemas.microsoft.com/office/drawing/2014/main" id="{92794B95-0113-E313-1053-AC30054143EE}"/>
                  </a:ext>
                </a:extLst>
              </p:cNvPr>
              <p:cNvSpPr/>
              <p:nvPr/>
            </p:nvSpPr>
            <p:spPr>
              <a:xfrm>
                <a:off x="7573220" y="5774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6" name="Freeform 50595">
                <a:extLst>
                  <a:ext uri="{FF2B5EF4-FFF2-40B4-BE49-F238E27FC236}">
                    <a16:creationId xmlns:a16="http://schemas.microsoft.com/office/drawing/2014/main" id="{B432A021-C2B3-71D1-22BB-03CD472717EB}"/>
                  </a:ext>
                </a:extLst>
              </p:cNvPr>
              <p:cNvSpPr/>
              <p:nvPr/>
            </p:nvSpPr>
            <p:spPr>
              <a:xfrm>
                <a:off x="7573716" y="6041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7" name="Freeform 50596">
                <a:extLst>
                  <a:ext uri="{FF2B5EF4-FFF2-40B4-BE49-F238E27FC236}">
                    <a16:creationId xmlns:a16="http://schemas.microsoft.com/office/drawing/2014/main" id="{84E1AC0C-4503-53DD-EBE7-466E5D6F254F}"/>
                  </a:ext>
                </a:extLst>
              </p:cNvPr>
              <p:cNvSpPr/>
              <p:nvPr/>
            </p:nvSpPr>
            <p:spPr>
              <a:xfrm>
                <a:off x="7574312" y="6051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8" name="Freeform 50597">
                <a:extLst>
                  <a:ext uri="{FF2B5EF4-FFF2-40B4-BE49-F238E27FC236}">
                    <a16:creationId xmlns:a16="http://schemas.microsoft.com/office/drawing/2014/main" id="{7E4DDE6E-072F-FE6D-95FD-C981E9A5B584}"/>
                  </a:ext>
                </a:extLst>
              </p:cNvPr>
              <p:cNvSpPr/>
              <p:nvPr/>
            </p:nvSpPr>
            <p:spPr>
              <a:xfrm>
                <a:off x="7574808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99" name="Freeform 50598">
                <a:extLst>
                  <a:ext uri="{FF2B5EF4-FFF2-40B4-BE49-F238E27FC236}">
                    <a16:creationId xmlns:a16="http://schemas.microsoft.com/office/drawing/2014/main" id="{7CF5D349-AAD4-1682-34FE-44DD88FC6654}"/>
                  </a:ext>
                </a:extLst>
              </p:cNvPr>
              <p:cNvSpPr/>
              <p:nvPr/>
            </p:nvSpPr>
            <p:spPr>
              <a:xfrm>
                <a:off x="7575304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0" name="Freeform 50599">
                <a:extLst>
                  <a:ext uri="{FF2B5EF4-FFF2-40B4-BE49-F238E27FC236}">
                    <a16:creationId xmlns:a16="http://schemas.microsoft.com/office/drawing/2014/main" id="{9EF17878-AF00-89B2-027D-CBBEAC26CBF3}"/>
                  </a:ext>
                </a:extLst>
              </p:cNvPr>
              <p:cNvSpPr/>
              <p:nvPr/>
            </p:nvSpPr>
            <p:spPr>
              <a:xfrm>
                <a:off x="7575899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1" name="Freeform 50600">
                <a:extLst>
                  <a:ext uri="{FF2B5EF4-FFF2-40B4-BE49-F238E27FC236}">
                    <a16:creationId xmlns:a16="http://schemas.microsoft.com/office/drawing/2014/main" id="{D7CA502F-C02E-9F41-4C12-429FCBF76E58}"/>
                  </a:ext>
                </a:extLst>
              </p:cNvPr>
              <p:cNvSpPr/>
              <p:nvPr/>
            </p:nvSpPr>
            <p:spPr>
              <a:xfrm>
                <a:off x="7576395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2" name="Freeform 50601">
                <a:extLst>
                  <a:ext uri="{FF2B5EF4-FFF2-40B4-BE49-F238E27FC236}">
                    <a16:creationId xmlns:a16="http://schemas.microsoft.com/office/drawing/2014/main" id="{A05546AF-1F21-F7A4-D1FE-619E97EADA74}"/>
                  </a:ext>
                </a:extLst>
              </p:cNvPr>
              <p:cNvSpPr/>
              <p:nvPr/>
            </p:nvSpPr>
            <p:spPr>
              <a:xfrm>
                <a:off x="7576891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3" name="Freeform 50602">
                <a:extLst>
                  <a:ext uri="{FF2B5EF4-FFF2-40B4-BE49-F238E27FC236}">
                    <a16:creationId xmlns:a16="http://schemas.microsoft.com/office/drawing/2014/main" id="{E1984943-099F-4AC6-DE74-16379777C375}"/>
                  </a:ext>
                </a:extLst>
              </p:cNvPr>
              <p:cNvSpPr/>
              <p:nvPr/>
            </p:nvSpPr>
            <p:spPr>
              <a:xfrm>
                <a:off x="7577487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4" name="Freeform 50603">
                <a:extLst>
                  <a:ext uri="{FF2B5EF4-FFF2-40B4-BE49-F238E27FC236}">
                    <a16:creationId xmlns:a16="http://schemas.microsoft.com/office/drawing/2014/main" id="{9DA57696-2E1F-8A25-B28E-D10B1D8D76E5}"/>
                  </a:ext>
                </a:extLst>
              </p:cNvPr>
              <p:cNvSpPr/>
              <p:nvPr/>
            </p:nvSpPr>
            <p:spPr>
              <a:xfrm>
                <a:off x="7577983" y="6053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5" name="Freeform 50604">
                <a:extLst>
                  <a:ext uri="{FF2B5EF4-FFF2-40B4-BE49-F238E27FC236}">
                    <a16:creationId xmlns:a16="http://schemas.microsoft.com/office/drawing/2014/main" id="{2F8DAF31-08C3-72B5-CDE9-3D8C31A23161}"/>
                  </a:ext>
                </a:extLst>
              </p:cNvPr>
              <p:cNvSpPr/>
              <p:nvPr/>
            </p:nvSpPr>
            <p:spPr>
              <a:xfrm>
                <a:off x="7578479" y="60409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6" name="Freeform 50605">
                <a:extLst>
                  <a:ext uri="{FF2B5EF4-FFF2-40B4-BE49-F238E27FC236}">
                    <a16:creationId xmlns:a16="http://schemas.microsoft.com/office/drawing/2014/main" id="{D658A14E-AF23-81BC-099F-FA4308B257FE}"/>
                  </a:ext>
                </a:extLst>
              </p:cNvPr>
              <p:cNvSpPr/>
              <p:nvPr/>
            </p:nvSpPr>
            <p:spPr>
              <a:xfrm>
                <a:off x="7579074" y="5912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7" name="Freeform 50606">
                <a:extLst>
                  <a:ext uri="{FF2B5EF4-FFF2-40B4-BE49-F238E27FC236}">
                    <a16:creationId xmlns:a16="http://schemas.microsoft.com/office/drawing/2014/main" id="{90E07BA5-CC88-A026-3DDB-4303F181D02A}"/>
                  </a:ext>
                </a:extLst>
              </p:cNvPr>
              <p:cNvSpPr/>
              <p:nvPr/>
            </p:nvSpPr>
            <p:spPr>
              <a:xfrm>
                <a:off x="7579570" y="5846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8" name="Freeform 50607">
                <a:extLst>
                  <a:ext uri="{FF2B5EF4-FFF2-40B4-BE49-F238E27FC236}">
                    <a16:creationId xmlns:a16="http://schemas.microsoft.com/office/drawing/2014/main" id="{FAAF81F9-8FEA-3056-E42A-E3F4402463C7}"/>
                  </a:ext>
                </a:extLst>
              </p:cNvPr>
              <p:cNvSpPr/>
              <p:nvPr/>
            </p:nvSpPr>
            <p:spPr>
              <a:xfrm>
                <a:off x="7580066" y="5844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09" name="Freeform 50608">
                <a:extLst>
                  <a:ext uri="{FF2B5EF4-FFF2-40B4-BE49-F238E27FC236}">
                    <a16:creationId xmlns:a16="http://schemas.microsoft.com/office/drawing/2014/main" id="{57EADEEB-DF1F-7651-4EF7-E1A4564121D7}"/>
                  </a:ext>
                </a:extLst>
              </p:cNvPr>
              <p:cNvSpPr/>
              <p:nvPr/>
            </p:nvSpPr>
            <p:spPr>
              <a:xfrm>
                <a:off x="7580662" y="5849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0" name="Freeform 50609">
                <a:extLst>
                  <a:ext uri="{FF2B5EF4-FFF2-40B4-BE49-F238E27FC236}">
                    <a16:creationId xmlns:a16="http://schemas.microsoft.com/office/drawing/2014/main" id="{40888DF1-165E-C891-3E28-284298C3B230}"/>
                  </a:ext>
                </a:extLst>
              </p:cNvPr>
              <p:cNvSpPr/>
              <p:nvPr/>
            </p:nvSpPr>
            <p:spPr>
              <a:xfrm>
                <a:off x="7581158" y="5900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1" name="Freeform 50610">
                <a:extLst>
                  <a:ext uri="{FF2B5EF4-FFF2-40B4-BE49-F238E27FC236}">
                    <a16:creationId xmlns:a16="http://schemas.microsoft.com/office/drawing/2014/main" id="{ED4E3DA3-A9A5-0C12-9E81-1C964A2D3D27}"/>
                  </a:ext>
                </a:extLst>
              </p:cNvPr>
              <p:cNvSpPr/>
              <p:nvPr/>
            </p:nvSpPr>
            <p:spPr>
              <a:xfrm>
                <a:off x="7581654" y="584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2" name="Freeform 50611">
                <a:extLst>
                  <a:ext uri="{FF2B5EF4-FFF2-40B4-BE49-F238E27FC236}">
                    <a16:creationId xmlns:a16="http://schemas.microsoft.com/office/drawing/2014/main" id="{F5844850-4D3D-B169-9CB3-94669F5787C2}"/>
                  </a:ext>
                </a:extLst>
              </p:cNvPr>
              <p:cNvSpPr/>
              <p:nvPr/>
            </p:nvSpPr>
            <p:spPr>
              <a:xfrm>
                <a:off x="7582249" y="5890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3" name="Freeform 50612">
                <a:extLst>
                  <a:ext uri="{FF2B5EF4-FFF2-40B4-BE49-F238E27FC236}">
                    <a16:creationId xmlns:a16="http://schemas.microsoft.com/office/drawing/2014/main" id="{734AFD32-8965-5DFD-A1D7-128761C78D0F}"/>
                  </a:ext>
                </a:extLst>
              </p:cNvPr>
              <p:cNvSpPr/>
              <p:nvPr/>
            </p:nvSpPr>
            <p:spPr>
              <a:xfrm>
                <a:off x="7582745" y="58674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4" name="Freeform 50613">
                <a:extLst>
                  <a:ext uri="{FF2B5EF4-FFF2-40B4-BE49-F238E27FC236}">
                    <a16:creationId xmlns:a16="http://schemas.microsoft.com/office/drawing/2014/main" id="{FD5CA1A6-7F0A-9FF7-37CE-C17BF9C92096}"/>
                  </a:ext>
                </a:extLst>
              </p:cNvPr>
              <p:cNvSpPr/>
              <p:nvPr/>
            </p:nvSpPr>
            <p:spPr>
              <a:xfrm>
                <a:off x="7583241" y="5825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5" name="Freeform 50614">
                <a:extLst>
                  <a:ext uri="{FF2B5EF4-FFF2-40B4-BE49-F238E27FC236}">
                    <a16:creationId xmlns:a16="http://schemas.microsoft.com/office/drawing/2014/main" id="{D144B3EF-F747-A14A-263A-9CCAF361C9B8}"/>
                  </a:ext>
                </a:extLst>
              </p:cNvPr>
              <p:cNvSpPr/>
              <p:nvPr/>
            </p:nvSpPr>
            <p:spPr>
              <a:xfrm>
                <a:off x="7583738" y="5810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6" name="Freeform 50615">
                <a:extLst>
                  <a:ext uri="{FF2B5EF4-FFF2-40B4-BE49-F238E27FC236}">
                    <a16:creationId xmlns:a16="http://schemas.microsoft.com/office/drawing/2014/main" id="{548FA563-0E43-821C-B208-E0F871CE9CF0}"/>
                  </a:ext>
                </a:extLst>
              </p:cNvPr>
              <p:cNvSpPr/>
              <p:nvPr/>
            </p:nvSpPr>
            <p:spPr>
              <a:xfrm>
                <a:off x="7584333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7" name="Freeform 50616">
                <a:extLst>
                  <a:ext uri="{FF2B5EF4-FFF2-40B4-BE49-F238E27FC236}">
                    <a16:creationId xmlns:a16="http://schemas.microsoft.com/office/drawing/2014/main" id="{AFD3ECF6-9105-2E97-C321-A757316A73F0}"/>
                  </a:ext>
                </a:extLst>
              </p:cNvPr>
              <p:cNvSpPr/>
              <p:nvPr/>
            </p:nvSpPr>
            <p:spPr>
              <a:xfrm>
                <a:off x="7584829" y="5763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8" name="Freeform 50617">
                <a:extLst>
                  <a:ext uri="{FF2B5EF4-FFF2-40B4-BE49-F238E27FC236}">
                    <a16:creationId xmlns:a16="http://schemas.microsoft.com/office/drawing/2014/main" id="{995638BE-BC27-62F9-0348-35A718316497}"/>
                  </a:ext>
                </a:extLst>
              </p:cNvPr>
              <p:cNvSpPr/>
              <p:nvPr/>
            </p:nvSpPr>
            <p:spPr>
              <a:xfrm>
                <a:off x="7585325" y="5747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19" name="Freeform 50618">
                <a:extLst>
                  <a:ext uri="{FF2B5EF4-FFF2-40B4-BE49-F238E27FC236}">
                    <a16:creationId xmlns:a16="http://schemas.microsoft.com/office/drawing/2014/main" id="{2ED0CCA1-2D09-67F2-8FF5-B0FC41004D11}"/>
                  </a:ext>
                </a:extLst>
              </p:cNvPr>
              <p:cNvSpPr/>
              <p:nvPr/>
            </p:nvSpPr>
            <p:spPr>
              <a:xfrm>
                <a:off x="7585920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0" name="Freeform 50619">
                <a:extLst>
                  <a:ext uri="{FF2B5EF4-FFF2-40B4-BE49-F238E27FC236}">
                    <a16:creationId xmlns:a16="http://schemas.microsoft.com/office/drawing/2014/main" id="{94D6A9AA-2B1F-5DBA-1BA0-6A117C10341F}"/>
                  </a:ext>
                </a:extLst>
              </p:cNvPr>
              <p:cNvSpPr/>
              <p:nvPr/>
            </p:nvSpPr>
            <p:spPr>
              <a:xfrm>
                <a:off x="7586416" y="60629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1" name="Freeform 50620">
                <a:extLst>
                  <a:ext uri="{FF2B5EF4-FFF2-40B4-BE49-F238E27FC236}">
                    <a16:creationId xmlns:a16="http://schemas.microsoft.com/office/drawing/2014/main" id="{3E0B1AD6-9A15-DCBF-2AE2-A3E3D13CC823}"/>
                  </a:ext>
                </a:extLst>
              </p:cNvPr>
              <p:cNvSpPr/>
              <p:nvPr/>
            </p:nvSpPr>
            <p:spPr>
              <a:xfrm>
                <a:off x="758691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2" name="Freeform 50621">
                <a:extLst>
                  <a:ext uri="{FF2B5EF4-FFF2-40B4-BE49-F238E27FC236}">
                    <a16:creationId xmlns:a16="http://schemas.microsoft.com/office/drawing/2014/main" id="{F5E1A255-2032-41AF-1AD5-ECADB8EF90CC}"/>
                  </a:ext>
                </a:extLst>
              </p:cNvPr>
              <p:cNvSpPr/>
              <p:nvPr/>
            </p:nvSpPr>
            <p:spPr>
              <a:xfrm>
                <a:off x="758750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3" name="Freeform 50622">
                <a:extLst>
                  <a:ext uri="{FF2B5EF4-FFF2-40B4-BE49-F238E27FC236}">
                    <a16:creationId xmlns:a16="http://schemas.microsoft.com/office/drawing/2014/main" id="{38083E97-DE0F-96A4-46EA-992777681ED0}"/>
                  </a:ext>
                </a:extLst>
              </p:cNvPr>
              <p:cNvSpPr/>
              <p:nvPr/>
            </p:nvSpPr>
            <p:spPr>
              <a:xfrm>
                <a:off x="7588004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4" name="Freeform 50623">
                <a:extLst>
                  <a:ext uri="{FF2B5EF4-FFF2-40B4-BE49-F238E27FC236}">
                    <a16:creationId xmlns:a16="http://schemas.microsoft.com/office/drawing/2014/main" id="{C3172C00-0ECF-ED8F-5C9B-F1EB679A7C0D}"/>
                  </a:ext>
                </a:extLst>
              </p:cNvPr>
              <p:cNvSpPr/>
              <p:nvPr/>
            </p:nvSpPr>
            <p:spPr>
              <a:xfrm>
                <a:off x="7588500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5" name="Freeform 50624">
                <a:extLst>
                  <a:ext uri="{FF2B5EF4-FFF2-40B4-BE49-F238E27FC236}">
                    <a16:creationId xmlns:a16="http://schemas.microsoft.com/office/drawing/2014/main" id="{B63E918C-4520-9E86-BD10-60A57F75FDD9}"/>
                  </a:ext>
                </a:extLst>
              </p:cNvPr>
              <p:cNvSpPr/>
              <p:nvPr/>
            </p:nvSpPr>
            <p:spPr>
              <a:xfrm>
                <a:off x="7589095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6" name="Freeform 50625">
                <a:extLst>
                  <a:ext uri="{FF2B5EF4-FFF2-40B4-BE49-F238E27FC236}">
                    <a16:creationId xmlns:a16="http://schemas.microsoft.com/office/drawing/2014/main" id="{45576EFE-44C0-4ACC-2709-A34442D2175B}"/>
                  </a:ext>
                </a:extLst>
              </p:cNvPr>
              <p:cNvSpPr/>
              <p:nvPr/>
            </p:nvSpPr>
            <p:spPr>
              <a:xfrm>
                <a:off x="7589591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7" name="Freeform 50626">
                <a:extLst>
                  <a:ext uri="{FF2B5EF4-FFF2-40B4-BE49-F238E27FC236}">
                    <a16:creationId xmlns:a16="http://schemas.microsoft.com/office/drawing/2014/main" id="{317D56ED-8186-57C6-354E-AFF51E47FE27}"/>
                  </a:ext>
                </a:extLst>
              </p:cNvPr>
              <p:cNvSpPr/>
              <p:nvPr/>
            </p:nvSpPr>
            <p:spPr>
              <a:xfrm>
                <a:off x="7590088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8" name="Freeform 50627">
                <a:extLst>
                  <a:ext uri="{FF2B5EF4-FFF2-40B4-BE49-F238E27FC236}">
                    <a16:creationId xmlns:a16="http://schemas.microsoft.com/office/drawing/2014/main" id="{C2E229C2-EAF8-555E-E2A7-63580D179181}"/>
                  </a:ext>
                </a:extLst>
              </p:cNvPr>
              <p:cNvSpPr/>
              <p:nvPr/>
            </p:nvSpPr>
            <p:spPr>
              <a:xfrm>
                <a:off x="7590683" y="6064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29" name="Freeform 50628">
                <a:extLst>
                  <a:ext uri="{FF2B5EF4-FFF2-40B4-BE49-F238E27FC236}">
                    <a16:creationId xmlns:a16="http://schemas.microsoft.com/office/drawing/2014/main" id="{78E409A0-C971-3BD2-424F-29385696099E}"/>
                  </a:ext>
                </a:extLst>
              </p:cNvPr>
              <p:cNvSpPr/>
              <p:nvPr/>
            </p:nvSpPr>
            <p:spPr>
              <a:xfrm>
                <a:off x="7591179" y="6064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0" name="Freeform 50629">
                <a:extLst>
                  <a:ext uri="{FF2B5EF4-FFF2-40B4-BE49-F238E27FC236}">
                    <a16:creationId xmlns:a16="http://schemas.microsoft.com/office/drawing/2014/main" id="{1C4300E1-BFB1-0A46-8DE3-E648AC639B64}"/>
                  </a:ext>
                </a:extLst>
              </p:cNvPr>
              <p:cNvSpPr/>
              <p:nvPr/>
            </p:nvSpPr>
            <p:spPr>
              <a:xfrm>
                <a:off x="7591675" y="59107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1" name="Freeform 50630">
                <a:extLst>
                  <a:ext uri="{FF2B5EF4-FFF2-40B4-BE49-F238E27FC236}">
                    <a16:creationId xmlns:a16="http://schemas.microsoft.com/office/drawing/2014/main" id="{982C5A4A-6372-6578-D59B-52087EA85EAD}"/>
                  </a:ext>
                </a:extLst>
              </p:cNvPr>
              <p:cNvSpPr/>
              <p:nvPr/>
            </p:nvSpPr>
            <p:spPr>
              <a:xfrm>
                <a:off x="7592270" y="5813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2" name="Freeform 50631">
                <a:extLst>
                  <a:ext uri="{FF2B5EF4-FFF2-40B4-BE49-F238E27FC236}">
                    <a16:creationId xmlns:a16="http://schemas.microsoft.com/office/drawing/2014/main" id="{4133E396-36DF-F5A4-B930-E68F7D4E7F02}"/>
                  </a:ext>
                </a:extLst>
              </p:cNvPr>
              <p:cNvSpPr/>
              <p:nvPr/>
            </p:nvSpPr>
            <p:spPr>
              <a:xfrm>
                <a:off x="7592766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3" name="Freeform 50632">
                <a:extLst>
                  <a:ext uri="{FF2B5EF4-FFF2-40B4-BE49-F238E27FC236}">
                    <a16:creationId xmlns:a16="http://schemas.microsoft.com/office/drawing/2014/main" id="{5EC462EC-0FEE-6F8F-331A-66A0E70C6F26}"/>
                  </a:ext>
                </a:extLst>
              </p:cNvPr>
              <p:cNvSpPr/>
              <p:nvPr/>
            </p:nvSpPr>
            <p:spPr>
              <a:xfrm>
                <a:off x="7593263" y="5827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4" name="Freeform 50633">
                <a:extLst>
                  <a:ext uri="{FF2B5EF4-FFF2-40B4-BE49-F238E27FC236}">
                    <a16:creationId xmlns:a16="http://schemas.microsoft.com/office/drawing/2014/main" id="{A75D4154-0C9B-6508-74E6-48C6008B256B}"/>
                  </a:ext>
                </a:extLst>
              </p:cNvPr>
              <p:cNvSpPr/>
              <p:nvPr/>
            </p:nvSpPr>
            <p:spPr>
              <a:xfrm>
                <a:off x="7593858" y="58793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5" name="Freeform 50634">
                <a:extLst>
                  <a:ext uri="{FF2B5EF4-FFF2-40B4-BE49-F238E27FC236}">
                    <a16:creationId xmlns:a16="http://schemas.microsoft.com/office/drawing/2014/main" id="{3364EB74-FAEC-EEBB-8A93-7E7BD38D8D09}"/>
                  </a:ext>
                </a:extLst>
              </p:cNvPr>
              <p:cNvSpPr/>
              <p:nvPr/>
            </p:nvSpPr>
            <p:spPr>
              <a:xfrm>
                <a:off x="7594354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6" name="Freeform 50635">
                <a:extLst>
                  <a:ext uri="{FF2B5EF4-FFF2-40B4-BE49-F238E27FC236}">
                    <a16:creationId xmlns:a16="http://schemas.microsoft.com/office/drawing/2014/main" id="{8B980939-4C34-CEBB-1172-3E08C7F38B86}"/>
                  </a:ext>
                </a:extLst>
              </p:cNvPr>
              <p:cNvSpPr/>
              <p:nvPr/>
            </p:nvSpPr>
            <p:spPr>
              <a:xfrm>
                <a:off x="7594850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7" name="Freeform 50636">
                <a:extLst>
                  <a:ext uri="{FF2B5EF4-FFF2-40B4-BE49-F238E27FC236}">
                    <a16:creationId xmlns:a16="http://schemas.microsoft.com/office/drawing/2014/main" id="{70C17836-E56E-049F-54C7-D6A27CE74536}"/>
                  </a:ext>
                </a:extLst>
              </p:cNvPr>
              <p:cNvSpPr/>
              <p:nvPr/>
            </p:nvSpPr>
            <p:spPr>
              <a:xfrm>
                <a:off x="7595346" y="5829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8" name="Freeform 50637">
                <a:extLst>
                  <a:ext uri="{FF2B5EF4-FFF2-40B4-BE49-F238E27FC236}">
                    <a16:creationId xmlns:a16="http://schemas.microsoft.com/office/drawing/2014/main" id="{E3D3E521-92D4-DA48-CA69-2927C5EF4A72}"/>
                  </a:ext>
                </a:extLst>
              </p:cNvPr>
              <p:cNvSpPr/>
              <p:nvPr/>
            </p:nvSpPr>
            <p:spPr>
              <a:xfrm>
                <a:off x="7595941" y="5799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39" name="Freeform 50638">
                <a:extLst>
                  <a:ext uri="{FF2B5EF4-FFF2-40B4-BE49-F238E27FC236}">
                    <a16:creationId xmlns:a16="http://schemas.microsoft.com/office/drawing/2014/main" id="{AB653CDA-2068-A825-849F-DA50B7F970A7}"/>
                  </a:ext>
                </a:extLst>
              </p:cNvPr>
              <p:cNvSpPr/>
              <p:nvPr/>
            </p:nvSpPr>
            <p:spPr>
              <a:xfrm>
                <a:off x="7596438" y="5764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0" name="Freeform 50639">
                <a:extLst>
                  <a:ext uri="{FF2B5EF4-FFF2-40B4-BE49-F238E27FC236}">
                    <a16:creationId xmlns:a16="http://schemas.microsoft.com/office/drawing/2014/main" id="{759105F9-C94B-FB35-AEAC-610CC1CA7B3F}"/>
                  </a:ext>
                </a:extLst>
              </p:cNvPr>
              <p:cNvSpPr/>
              <p:nvPr/>
            </p:nvSpPr>
            <p:spPr>
              <a:xfrm>
                <a:off x="7596934" y="5735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1" name="Freeform 50640">
                <a:extLst>
                  <a:ext uri="{FF2B5EF4-FFF2-40B4-BE49-F238E27FC236}">
                    <a16:creationId xmlns:a16="http://schemas.microsoft.com/office/drawing/2014/main" id="{908C1374-E321-BC96-7EA5-667D1B7E5C4E}"/>
                  </a:ext>
                </a:extLst>
              </p:cNvPr>
              <p:cNvSpPr/>
              <p:nvPr/>
            </p:nvSpPr>
            <p:spPr>
              <a:xfrm>
                <a:off x="7597529" y="5717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2" name="Freeform 50641">
                <a:extLst>
                  <a:ext uri="{FF2B5EF4-FFF2-40B4-BE49-F238E27FC236}">
                    <a16:creationId xmlns:a16="http://schemas.microsoft.com/office/drawing/2014/main" id="{53F368B3-F146-1531-2CE1-E33F8B73BF2F}"/>
                  </a:ext>
                </a:extLst>
              </p:cNvPr>
              <p:cNvSpPr/>
              <p:nvPr/>
            </p:nvSpPr>
            <p:spPr>
              <a:xfrm>
                <a:off x="7598025" y="569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3" name="Freeform 50642">
                <a:extLst>
                  <a:ext uri="{FF2B5EF4-FFF2-40B4-BE49-F238E27FC236}">
                    <a16:creationId xmlns:a16="http://schemas.microsoft.com/office/drawing/2014/main" id="{FFF808A4-A48B-5561-4171-FEA92F992EA1}"/>
                  </a:ext>
                </a:extLst>
              </p:cNvPr>
              <p:cNvSpPr/>
              <p:nvPr/>
            </p:nvSpPr>
            <p:spPr>
              <a:xfrm>
                <a:off x="7598521" y="5718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4" name="Freeform 50643">
                <a:extLst>
                  <a:ext uri="{FF2B5EF4-FFF2-40B4-BE49-F238E27FC236}">
                    <a16:creationId xmlns:a16="http://schemas.microsoft.com/office/drawing/2014/main" id="{4ED6807F-27F8-03BF-85C0-B1D8E45FE307}"/>
                  </a:ext>
                </a:extLst>
              </p:cNvPr>
              <p:cNvSpPr/>
              <p:nvPr/>
            </p:nvSpPr>
            <p:spPr>
              <a:xfrm>
                <a:off x="7599116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5" name="Freeform 50644">
                <a:extLst>
                  <a:ext uri="{FF2B5EF4-FFF2-40B4-BE49-F238E27FC236}">
                    <a16:creationId xmlns:a16="http://schemas.microsoft.com/office/drawing/2014/main" id="{1E8C505C-8D09-3B1F-108E-DEC4CE2DEDAF}"/>
                  </a:ext>
                </a:extLst>
              </p:cNvPr>
              <p:cNvSpPr/>
              <p:nvPr/>
            </p:nvSpPr>
            <p:spPr>
              <a:xfrm>
                <a:off x="7599613" y="60299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6" name="Freeform 50645">
                <a:extLst>
                  <a:ext uri="{FF2B5EF4-FFF2-40B4-BE49-F238E27FC236}">
                    <a16:creationId xmlns:a16="http://schemas.microsoft.com/office/drawing/2014/main" id="{CEF6ED72-7E4B-C88D-0DD0-4901858A5D92}"/>
                  </a:ext>
                </a:extLst>
              </p:cNvPr>
              <p:cNvSpPr/>
              <p:nvPr/>
            </p:nvSpPr>
            <p:spPr>
              <a:xfrm>
                <a:off x="7600109" y="60327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7" name="Freeform 50646">
                <a:extLst>
                  <a:ext uri="{FF2B5EF4-FFF2-40B4-BE49-F238E27FC236}">
                    <a16:creationId xmlns:a16="http://schemas.microsoft.com/office/drawing/2014/main" id="{249882ED-3A05-A04D-9790-AEE55A89EAB4}"/>
                  </a:ext>
                </a:extLst>
              </p:cNvPr>
              <p:cNvSpPr/>
              <p:nvPr/>
            </p:nvSpPr>
            <p:spPr>
              <a:xfrm>
                <a:off x="7600704" y="60331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8" name="Freeform 50647">
                <a:extLst>
                  <a:ext uri="{FF2B5EF4-FFF2-40B4-BE49-F238E27FC236}">
                    <a16:creationId xmlns:a16="http://schemas.microsoft.com/office/drawing/2014/main" id="{C1884AE9-EECB-EFDE-A6DB-3F51BA016CBB}"/>
                  </a:ext>
                </a:extLst>
              </p:cNvPr>
              <p:cNvSpPr/>
              <p:nvPr/>
            </p:nvSpPr>
            <p:spPr>
              <a:xfrm>
                <a:off x="7601200" y="6033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49" name="Freeform 50648">
                <a:extLst>
                  <a:ext uri="{FF2B5EF4-FFF2-40B4-BE49-F238E27FC236}">
                    <a16:creationId xmlns:a16="http://schemas.microsoft.com/office/drawing/2014/main" id="{276D4483-DBB7-38D7-C732-721C37DF78D7}"/>
                  </a:ext>
                </a:extLst>
              </p:cNvPr>
              <p:cNvSpPr/>
              <p:nvPr/>
            </p:nvSpPr>
            <p:spPr>
              <a:xfrm>
                <a:off x="7601696" y="60335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0" name="Freeform 50649">
                <a:extLst>
                  <a:ext uri="{FF2B5EF4-FFF2-40B4-BE49-F238E27FC236}">
                    <a16:creationId xmlns:a16="http://schemas.microsoft.com/office/drawing/2014/main" id="{F8C6D5C9-E85F-8602-ABD8-73CAD38898C6}"/>
                  </a:ext>
                </a:extLst>
              </p:cNvPr>
              <p:cNvSpPr/>
              <p:nvPr/>
            </p:nvSpPr>
            <p:spPr>
              <a:xfrm>
                <a:off x="7602291" y="6034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1" name="Freeform 50650">
                <a:extLst>
                  <a:ext uri="{FF2B5EF4-FFF2-40B4-BE49-F238E27FC236}">
                    <a16:creationId xmlns:a16="http://schemas.microsoft.com/office/drawing/2014/main" id="{357ACC31-334C-53BF-7352-E2FBBFC8B21E}"/>
                  </a:ext>
                </a:extLst>
              </p:cNvPr>
              <p:cNvSpPr/>
              <p:nvPr/>
            </p:nvSpPr>
            <p:spPr>
              <a:xfrm>
                <a:off x="7602788" y="60347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2" name="Freeform 50651">
                <a:extLst>
                  <a:ext uri="{FF2B5EF4-FFF2-40B4-BE49-F238E27FC236}">
                    <a16:creationId xmlns:a16="http://schemas.microsoft.com/office/drawing/2014/main" id="{674FB417-729E-9697-7219-D381B86FCB26}"/>
                  </a:ext>
                </a:extLst>
              </p:cNvPr>
              <p:cNvSpPr/>
              <p:nvPr/>
            </p:nvSpPr>
            <p:spPr>
              <a:xfrm>
                <a:off x="7603284" y="60339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3" name="Freeform 50652">
                <a:extLst>
                  <a:ext uri="{FF2B5EF4-FFF2-40B4-BE49-F238E27FC236}">
                    <a16:creationId xmlns:a16="http://schemas.microsoft.com/office/drawing/2014/main" id="{E413B2F1-2893-FFBF-AEE2-CA3AE96CE9FE}"/>
                  </a:ext>
                </a:extLst>
              </p:cNvPr>
              <p:cNvSpPr/>
              <p:nvPr/>
            </p:nvSpPr>
            <p:spPr>
              <a:xfrm>
                <a:off x="7603879" y="60181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4" name="Freeform 50653">
                <a:extLst>
                  <a:ext uri="{FF2B5EF4-FFF2-40B4-BE49-F238E27FC236}">
                    <a16:creationId xmlns:a16="http://schemas.microsoft.com/office/drawing/2014/main" id="{6E624F72-A089-15CC-A4E2-C2D7AAA2F321}"/>
                  </a:ext>
                </a:extLst>
              </p:cNvPr>
              <p:cNvSpPr/>
              <p:nvPr/>
            </p:nvSpPr>
            <p:spPr>
              <a:xfrm>
                <a:off x="7604375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5" name="Freeform 50654">
                <a:extLst>
                  <a:ext uri="{FF2B5EF4-FFF2-40B4-BE49-F238E27FC236}">
                    <a16:creationId xmlns:a16="http://schemas.microsoft.com/office/drawing/2014/main" id="{0E5934E2-42BF-40CB-60E5-203B2CA7F6CA}"/>
                  </a:ext>
                </a:extLst>
              </p:cNvPr>
              <p:cNvSpPr/>
              <p:nvPr/>
            </p:nvSpPr>
            <p:spPr>
              <a:xfrm>
                <a:off x="7604871" y="5874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6" name="Freeform 50655">
                <a:extLst>
                  <a:ext uri="{FF2B5EF4-FFF2-40B4-BE49-F238E27FC236}">
                    <a16:creationId xmlns:a16="http://schemas.microsoft.com/office/drawing/2014/main" id="{180DE876-F155-23E9-136B-1A6D08627210}"/>
                  </a:ext>
                </a:extLst>
              </p:cNvPr>
              <p:cNvSpPr/>
              <p:nvPr/>
            </p:nvSpPr>
            <p:spPr>
              <a:xfrm>
                <a:off x="7605466" y="5818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7" name="Freeform 50656">
                <a:extLst>
                  <a:ext uri="{FF2B5EF4-FFF2-40B4-BE49-F238E27FC236}">
                    <a16:creationId xmlns:a16="http://schemas.microsoft.com/office/drawing/2014/main" id="{98C68383-401E-1609-3C81-5288D71055F0}"/>
                  </a:ext>
                </a:extLst>
              </p:cNvPr>
              <p:cNvSpPr/>
              <p:nvPr/>
            </p:nvSpPr>
            <p:spPr>
              <a:xfrm>
                <a:off x="7605963" y="5835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8" name="Freeform 50657">
                <a:extLst>
                  <a:ext uri="{FF2B5EF4-FFF2-40B4-BE49-F238E27FC236}">
                    <a16:creationId xmlns:a16="http://schemas.microsoft.com/office/drawing/2014/main" id="{0C8EC6F2-0AD3-4E9B-C8DF-61C155336696}"/>
                  </a:ext>
                </a:extLst>
              </p:cNvPr>
              <p:cNvSpPr/>
              <p:nvPr/>
            </p:nvSpPr>
            <p:spPr>
              <a:xfrm>
                <a:off x="7606459" y="589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59" name="Freeform 50658">
                <a:extLst>
                  <a:ext uri="{FF2B5EF4-FFF2-40B4-BE49-F238E27FC236}">
                    <a16:creationId xmlns:a16="http://schemas.microsoft.com/office/drawing/2014/main" id="{1B3FA6BC-30A0-4097-D400-375D80C46961}"/>
                  </a:ext>
                </a:extLst>
              </p:cNvPr>
              <p:cNvSpPr/>
              <p:nvPr/>
            </p:nvSpPr>
            <p:spPr>
              <a:xfrm>
                <a:off x="7606955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0" name="Freeform 50659">
                <a:extLst>
                  <a:ext uri="{FF2B5EF4-FFF2-40B4-BE49-F238E27FC236}">
                    <a16:creationId xmlns:a16="http://schemas.microsoft.com/office/drawing/2014/main" id="{B5EC8666-8307-9D48-800D-327FFE0020E3}"/>
                  </a:ext>
                </a:extLst>
              </p:cNvPr>
              <p:cNvSpPr/>
              <p:nvPr/>
            </p:nvSpPr>
            <p:spPr>
              <a:xfrm>
                <a:off x="7607550" y="5862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1" name="Freeform 50660">
                <a:extLst>
                  <a:ext uri="{FF2B5EF4-FFF2-40B4-BE49-F238E27FC236}">
                    <a16:creationId xmlns:a16="http://schemas.microsoft.com/office/drawing/2014/main" id="{27304A40-55CB-A943-29D3-7417F51D14BD}"/>
                  </a:ext>
                </a:extLst>
              </p:cNvPr>
              <p:cNvSpPr/>
              <p:nvPr/>
            </p:nvSpPr>
            <p:spPr>
              <a:xfrm>
                <a:off x="7608046" y="5839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2" name="Freeform 50661">
                <a:extLst>
                  <a:ext uri="{FF2B5EF4-FFF2-40B4-BE49-F238E27FC236}">
                    <a16:creationId xmlns:a16="http://schemas.microsoft.com/office/drawing/2014/main" id="{B2248577-8BBC-1CFD-289D-33D3697D1AED}"/>
                  </a:ext>
                </a:extLst>
              </p:cNvPr>
              <p:cNvSpPr/>
              <p:nvPr/>
            </p:nvSpPr>
            <p:spPr>
              <a:xfrm>
                <a:off x="7608542" y="581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3" name="Freeform 50662">
                <a:extLst>
                  <a:ext uri="{FF2B5EF4-FFF2-40B4-BE49-F238E27FC236}">
                    <a16:creationId xmlns:a16="http://schemas.microsoft.com/office/drawing/2014/main" id="{C638C098-362E-037D-DB58-1A4BB4C5AD1C}"/>
                  </a:ext>
                </a:extLst>
              </p:cNvPr>
              <p:cNvSpPr/>
              <p:nvPr/>
            </p:nvSpPr>
            <p:spPr>
              <a:xfrm>
                <a:off x="7609138" y="5782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4" name="Freeform 50663">
                <a:extLst>
                  <a:ext uri="{FF2B5EF4-FFF2-40B4-BE49-F238E27FC236}">
                    <a16:creationId xmlns:a16="http://schemas.microsoft.com/office/drawing/2014/main" id="{EB72B1DF-D519-8ABC-8346-6D82C8A11158}"/>
                  </a:ext>
                </a:extLst>
              </p:cNvPr>
              <p:cNvSpPr/>
              <p:nvPr/>
            </p:nvSpPr>
            <p:spPr>
              <a:xfrm>
                <a:off x="7609634" y="5750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5" name="Freeform 50664">
                <a:extLst>
                  <a:ext uri="{FF2B5EF4-FFF2-40B4-BE49-F238E27FC236}">
                    <a16:creationId xmlns:a16="http://schemas.microsoft.com/office/drawing/2014/main" id="{8B95382E-619E-654B-0BA2-A67E36F8EA95}"/>
                  </a:ext>
                </a:extLst>
              </p:cNvPr>
              <p:cNvSpPr/>
              <p:nvPr/>
            </p:nvSpPr>
            <p:spPr>
              <a:xfrm>
                <a:off x="7610130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6" name="Freeform 50665">
                <a:extLst>
                  <a:ext uri="{FF2B5EF4-FFF2-40B4-BE49-F238E27FC236}">
                    <a16:creationId xmlns:a16="http://schemas.microsoft.com/office/drawing/2014/main" id="{C3AACDF3-70D8-0CB8-F084-EECF2570E46D}"/>
                  </a:ext>
                </a:extLst>
              </p:cNvPr>
              <p:cNvSpPr/>
              <p:nvPr/>
            </p:nvSpPr>
            <p:spPr>
              <a:xfrm>
                <a:off x="7610725" y="574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7" name="Freeform 50666">
                <a:extLst>
                  <a:ext uri="{FF2B5EF4-FFF2-40B4-BE49-F238E27FC236}">
                    <a16:creationId xmlns:a16="http://schemas.microsoft.com/office/drawing/2014/main" id="{FEC68E99-878E-19B6-19CB-2C91D83BD870}"/>
                  </a:ext>
                </a:extLst>
              </p:cNvPr>
              <p:cNvSpPr/>
              <p:nvPr/>
            </p:nvSpPr>
            <p:spPr>
              <a:xfrm>
                <a:off x="7611221" y="5742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8" name="Freeform 50667">
                <a:extLst>
                  <a:ext uri="{FF2B5EF4-FFF2-40B4-BE49-F238E27FC236}">
                    <a16:creationId xmlns:a16="http://schemas.microsoft.com/office/drawing/2014/main" id="{03ACC7D0-E3CB-8B28-18A0-553D6915A3A8}"/>
                  </a:ext>
                </a:extLst>
              </p:cNvPr>
              <p:cNvSpPr/>
              <p:nvPr/>
            </p:nvSpPr>
            <p:spPr>
              <a:xfrm>
                <a:off x="7611717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69" name="Freeform 50668">
                <a:extLst>
                  <a:ext uri="{FF2B5EF4-FFF2-40B4-BE49-F238E27FC236}">
                    <a16:creationId xmlns:a16="http://schemas.microsoft.com/office/drawing/2014/main" id="{032D1428-32FD-F4DE-0D1F-69F9CF376568}"/>
                  </a:ext>
                </a:extLst>
              </p:cNvPr>
              <p:cNvSpPr/>
              <p:nvPr/>
            </p:nvSpPr>
            <p:spPr>
              <a:xfrm>
                <a:off x="7612313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0" name="Freeform 50669">
                <a:extLst>
                  <a:ext uri="{FF2B5EF4-FFF2-40B4-BE49-F238E27FC236}">
                    <a16:creationId xmlns:a16="http://schemas.microsoft.com/office/drawing/2014/main" id="{9C44DA26-FEF2-9C26-394D-6E4F9D2B8D09}"/>
                  </a:ext>
                </a:extLst>
              </p:cNvPr>
              <p:cNvSpPr/>
              <p:nvPr/>
            </p:nvSpPr>
            <p:spPr>
              <a:xfrm>
                <a:off x="7612809" y="6040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1" name="Freeform 50670">
                <a:extLst>
                  <a:ext uri="{FF2B5EF4-FFF2-40B4-BE49-F238E27FC236}">
                    <a16:creationId xmlns:a16="http://schemas.microsoft.com/office/drawing/2014/main" id="{C0344700-3DBC-C4B2-9B36-E841406C35B5}"/>
                  </a:ext>
                </a:extLst>
              </p:cNvPr>
              <p:cNvSpPr/>
              <p:nvPr/>
            </p:nvSpPr>
            <p:spPr>
              <a:xfrm>
                <a:off x="7613305" y="6040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2" name="Freeform 50671">
                <a:extLst>
                  <a:ext uri="{FF2B5EF4-FFF2-40B4-BE49-F238E27FC236}">
                    <a16:creationId xmlns:a16="http://schemas.microsoft.com/office/drawing/2014/main" id="{E4DC085A-214E-F51F-4468-5E71A4C2A856}"/>
                  </a:ext>
                </a:extLst>
              </p:cNvPr>
              <p:cNvSpPr/>
              <p:nvPr/>
            </p:nvSpPr>
            <p:spPr>
              <a:xfrm>
                <a:off x="7613900" y="6042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3" name="Freeform 50672">
                <a:extLst>
                  <a:ext uri="{FF2B5EF4-FFF2-40B4-BE49-F238E27FC236}">
                    <a16:creationId xmlns:a16="http://schemas.microsoft.com/office/drawing/2014/main" id="{722678A1-53D0-AAC9-FD1A-180BAFC8322D}"/>
                  </a:ext>
                </a:extLst>
              </p:cNvPr>
              <p:cNvSpPr/>
              <p:nvPr/>
            </p:nvSpPr>
            <p:spPr>
              <a:xfrm>
                <a:off x="7614396" y="6042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4" name="Freeform 50673">
                <a:extLst>
                  <a:ext uri="{FF2B5EF4-FFF2-40B4-BE49-F238E27FC236}">
                    <a16:creationId xmlns:a16="http://schemas.microsoft.com/office/drawing/2014/main" id="{992F476B-FE4B-2896-0B00-ADD74A702E92}"/>
                  </a:ext>
                </a:extLst>
              </p:cNvPr>
              <p:cNvSpPr/>
              <p:nvPr/>
            </p:nvSpPr>
            <p:spPr>
              <a:xfrm>
                <a:off x="7614892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5" name="Freeform 50674">
                <a:extLst>
                  <a:ext uri="{FF2B5EF4-FFF2-40B4-BE49-F238E27FC236}">
                    <a16:creationId xmlns:a16="http://schemas.microsoft.com/office/drawing/2014/main" id="{3CE4CBF7-F01F-1213-C9FA-56332E6AE62F}"/>
                  </a:ext>
                </a:extLst>
              </p:cNvPr>
              <p:cNvSpPr/>
              <p:nvPr/>
            </p:nvSpPr>
            <p:spPr>
              <a:xfrm>
                <a:off x="7615488" y="60446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6" name="Freeform 50675">
                <a:extLst>
                  <a:ext uri="{FF2B5EF4-FFF2-40B4-BE49-F238E27FC236}">
                    <a16:creationId xmlns:a16="http://schemas.microsoft.com/office/drawing/2014/main" id="{F017772E-8491-E1C4-D4B8-85DEAFBB34AA}"/>
                  </a:ext>
                </a:extLst>
              </p:cNvPr>
              <p:cNvSpPr/>
              <p:nvPr/>
            </p:nvSpPr>
            <p:spPr>
              <a:xfrm>
                <a:off x="7615984" y="6042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7" name="Freeform 50676">
                <a:extLst>
                  <a:ext uri="{FF2B5EF4-FFF2-40B4-BE49-F238E27FC236}">
                    <a16:creationId xmlns:a16="http://schemas.microsoft.com/office/drawing/2014/main" id="{599CA92B-DEE3-4BE3-B551-5DB1284E77E1}"/>
                  </a:ext>
                </a:extLst>
              </p:cNvPr>
              <p:cNvSpPr/>
              <p:nvPr/>
            </p:nvSpPr>
            <p:spPr>
              <a:xfrm>
                <a:off x="7616480" y="5957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8" name="Freeform 50677">
                <a:extLst>
                  <a:ext uri="{FF2B5EF4-FFF2-40B4-BE49-F238E27FC236}">
                    <a16:creationId xmlns:a16="http://schemas.microsoft.com/office/drawing/2014/main" id="{067A6B52-0EB8-65CD-5607-F8B2C1963F26}"/>
                  </a:ext>
                </a:extLst>
              </p:cNvPr>
              <p:cNvSpPr/>
              <p:nvPr/>
            </p:nvSpPr>
            <p:spPr>
              <a:xfrm>
                <a:off x="7617075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79" name="Freeform 50678">
                <a:extLst>
                  <a:ext uri="{FF2B5EF4-FFF2-40B4-BE49-F238E27FC236}">
                    <a16:creationId xmlns:a16="http://schemas.microsoft.com/office/drawing/2014/main" id="{E82B8028-BE25-2A98-84A3-07890254ABE6}"/>
                  </a:ext>
                </a:extLst>
              </p:cNvPr>
              <p:cNvSpPr/>
              <p:nvPr/>
            </p:nvSpPr>
            <p:spPr>
              <a:xfrm>
                <a:off x="7617571" y="5763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0" name="Freeform 50679">
                <a:extLst>
                  <a:ext uri="{FF2B5EF4-FFF2-40B4-BE49-F238E27FC236}">
                    <a16:creationId xmlns:a16="http://schemas.microsoft.com/office/drawing/2014/main" id="{F8862DD2-8870-BA92-8B4F-20AD602D9B6C}"/>
                  </a:ext>
                </a:extLst>
              </p:cNvPr>
              <p:cNvSpPr/>
              <p:nvPr/>
            </p:nvSpPr>
            <p:spPr>
              <a:xfrm>
                <a:off x="7618067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1" name="Freeform 50680">
                <a:extLst>
                  <a:ext uri="{FF2B5EF4-FFF2-40B4-BE49-F238E27FC236}">
                    <a16:creationId xmlns:a16="http://schemas.microsoft.com/office/drawing/2014/main" id="{F3CDCE9E-699C-CB1D-4923-638A44CD6761}"/>
                  </a:ext>
                </a:extLst>
              </p:cNvPr>
              <p:cNvSpPr/>
              <p:nvPr/>
            </p:nvSpPr>
            <p:spPr>
              <a:xfrm>
                <a:off x="7618663" y="573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2" name="Freeform 50681">
                <a:extLst>
                  <a:ext uri="{FF2B5EF4-FFF2-40B4-BE49-F238E27FC236}">
                    <a16:creationId xmlns:a16="http://schemas.microsoft.com/office/drawing/2014/main" id="{F9E1E035-9E22-CFDF-E6D1-0FB51B6EF467}"/>
                  </a:ext>
                </a:extLst>
              </p:cNvPr>
              <p:cNvSpPr/>
              <p:nvPr/>
            </p:nvSpPr>
            <p:spPr>
              <a:xfrm>
                <a:off x="7619159" y="5800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3" name="Freeform 50682">
                <a:extLst>
                  <a:ext uri="{FF2B5EF4-FFF2-40B4-BE49-F238E27FC236}">
                    <a16:creationId xmlns:a16="http://schemas.microsoft.com/office/drawing/2014/main" id="{7D8843B0-D155-B9A9-741A-3B5C267D1F41}"/>
                  </a:ext>
                </a:extLst>
              </p:cNvPr>
              <p:cNvSpPr/>
              <p:nvPr/>
            </p:nvSpPr>
            <p:spPr>
              <a:xfrm>
                <a:off x="7619655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4" name="Freeform 50683">
                <a:extLst>
                  <a:ext uri="{FF2B5EF4-FFF2-40B4-BE49-F238E27FC236}">
                    <a16:creationId xmlns:a16="http://schemas.microsoft.com/office/drawing/2014/main" id="{059B7B66-86F0-5C5D-458C-0E4501646415}"/>
                  </a:ext>
                </a:extLst>
              </p:cNvPr>
              <p:cNvSpPr/>
              <p:nvPr/>
            </p:nvSpPr>
            <p:spPr>
              <a:xfrm>
                <a:off x="7620151" y="5719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5" name="Freeform 50684">
                <a:extLst>
                  <a:ext uri="{FF2B5EF4-FFF2-40B4-BE49-F238E27FC236}">
                    <a16:creationId xmlns:a16="http://schemas.microsoft.com/office/drawing/2014/main" id="{5C76C5FE-7E68-A1DC-E8A5-284EC97ABDA6}"/>
                  </a:ext>
                </a:extLst>
              </p:cNvPr>
              <p:cNvSpPr/>
              <p:nvPr/>
            </p:nvSpPr>
            <p:spPr>
              <a:xfrm>
                <a:off x="7620746" y="5682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6" name="Freeform 50685">
                <a:extLst>
                  <a:ext uri="{FF2B5EF4-FFF2-40B4-BE49-F238E27FC236}">
                    <a16:creationId xmlns:a16="http://schemas.microsoft.com/office/drawing/2014/main" id="{E98AE2A8-54B4-868B-71FA-1DC7311B43E4}"/>
                  </a:ext>
                </a:extLst>
              </p:cNvPr>
              <p:cNvSpPr/>
              <p:nvPr/>
            </p:nvSpPr>
            <p:spPr>
              <a:xfrm>
                <a:off x="7621242" y="5642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7" name="Freeform 50686">
                <a:extLst>
                  <a:ext uri="{FF2B5EF4-FFF2-40B4-BE49-F238E27FC236}">
                    <a16:creationId xmlns:a16="http://schemas.microsoft.com/office/drawing/2014/main" id="{7CB58ECA-6E16-D3D2-EAA1-2DF17B389230}"/>
                  </a:ext>
                </a:extLst>
              </p:cNvPr>
              <p:cNvSpPr/>
              <p:nvPr/>
            </p:nvSpPr>
            <p:spPr>
              <a:xfrm>
                <a:off x="7621738" y="55662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8" name="Freeform 50687">
                <a:extLst>
                  <a:ext uri="{FF2B5EF4-FFF2-40B4-BE49-F238E27FC236}">
                    <a16:creationId xmlns:a16="http://schemas.microsoft.com/office/drawing/2014/main" id="{ADFC83C9-8F73-AAA6-AA4E-FE36A229CBC0}"/>
                  </a:ext>
                </a:extLst>
              </p:cNvPr>
              <p:cNvSpPr/>
              <p:nvPr/>
            </p:nvSpPr>
            <p:spPr>
              <a:xfrm>
                <a:off x="7622334" y="55262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89" name="Freeform 50688">
                <a:extLst>
                  <a:ext uri="{FF2B5EF4-FFF2-40B4-BE49-F238E27FC236}">
                    <a16:creationId xmlns:a16="http://schemas.microsoft.com/office/drawing/2014/main" id="{01C2A203-0C26-60AA-4DB9-0D9BDCFC8594}"/>
                  </a:ext>
                </a:extLst>
              </p:cNvPr>
              <p:cNvSpPr/>
              <p:nvPr/>
            </p:nvSpPr>
            <p:spPr>
              <a:xfrm>
                <a:off x="7622830" y="5511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0" name="Freeform 50689">
                <a:extLst>
                  <a:ext uri="{FF2B5EF4-FFF2-40B4-BE49-F238E27FC236}">
                    <a16:creationId xmlns:a16="http://schemas.microsoft.com/office/drawing/2014/main" id="{C1617D49-4C81-4140-13A6-AD21E9F9538B}"/>
                  </a:ext>
                </a:extLst>
              </p:cNvPr>
              <p:cNvSpPr/>
              <p:nvPr/>
            </p:nvSpPr>
            <p:spPr>
              <a:xfrm>
                <a:off x="7623326" y="55112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1" name="Freeform 50690">
                <a:extLst>
                  <a:ext uri="{FF2B5EF4-FFF2-40B4-BE49-F238E27FC236}">
                    <a16:creationId xmlns:a16="http://schemas.microsoft.com/office/drawing/2014/main" id="{9AF7419A-C211-7D8F-013E-5FA8A8012C2C}"/>
                  </a:ext>
                </a:extLst>
              </p:cNvPr>
              <p:cNvSpPr/>
              <p:nvPr/>
            </p:nvSpPr>
            <p:spPr>
              <a:xfrm>
                <a:off x="7623921" y="55438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2" name="Freeform 50691">
                <a:extLst>
                  <a:ext uri="{FF2B5EF4-FFF2-40B4-BE49-F238E27FC236}">
                    <a16:creationId xmlns:a16="http://schemas.microsoft.com/office/drawing/2014/main" id="{0BE67127-B787-C9C2-8FBC-2AE5A9D6EF5B}"/>
                  </a:ext>
                </a:extLst>
              </p:cNvPr>
              <p:cNvSpPr/>
              <p:nvPr/>
            </p:nvSpPr>
            <p:spPr>
              <a:xfrm>
                <a:off x="7624417" y="5924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3" name="Freeform 50692">
                <a:extLst>
                  <a:ext uri="{FF2B5EF4-FFF2-40B4-BE49-F238E27FC236}">
                    <a16:creationId xmlns:a16="http://schemas.microsoft.com/office/drawing/2014/main" id="{FCEFFC40-AF3B-9FEF-1197-A52A42F9D69E}"/>
                  </a:ext>
                </a:extLst>
              </p:cNvPr>
              <p:cNvSpPr/>
              <p:nvPr/>
            </p:nvSpPr>
            <p:spPr>
              <a:xfrm>
                <a:off x="7624913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4" name="Freeform 50693">
                <a:extLst>
                  <a:ext uri="{FF2B5EF4-FFF2-40B4-BE49-F238E27FC236}">
                    <a16:creationId xmlns:a16="http://schemas.microsoft.com/office/drawing/2014/main" id="{9E372C10-554B-DC49-15AC-997D2DD4AFFD}"/>
                  </a:ext>
                </a:extLst>
              </p:cNvPr>
              <p:cNvSpPr/>
              <p:nvPr/>
            </p:nvSpPr>
            <p:spPr>
              <a:xfrm>
                <a:off x="7625509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5" name="Freeform 50694">
                <a:extLst>
                  <a:ext uri="{FF2B5EF4-FFF2-40B4-BE49-F238E27FC236}">
                    <a16:creationId xmlns:a16="http://schemas.microsoft.com/office/drawing/2014/main" id="{3015ED7A-0504-BE24-03B9-1A73981AE758}"/>
                  </a:ext>
                </a:extLst>
              </p:cNvPr>
              <p:cNvSpPr/>
              <p:nvPr/>
            </p:nvSpPr>
            <p:spPr>
              <a:xfrm>
                <a:off x="7626005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6" name="Freeform 50695">
                <a:extLst>
                  <a:ext uri="{FF2B5EF4-FFF2-40B4-BE49-F238E27FC236}">
                    <a16:creationId xmlns:a16="http://schemas.microsoft.com/office/drawing/2014/main" id="{C0B663B4-10A0-8F2C-4A18-AA498ABE9649}"/>
                  </a:ext>
                </a:extLst>
              </p:cNvPr>
              <p:cNvSpPr/>
              <p:nvPr/>
            </p:nvSpPr>
            <p:spPr>
              <a:xfrm>
                <a:off x="7626501" y="5965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7" name="Freeform 50696">
                <a:extLst>
                  <a:ext uri="{FF2B5EF4-FFF2-40B4-BE49-F238E27FC236}">
                    <a16:creationId xmlns:a16="http://schemas.microsoft.com/office/drawing/2014/main" id="{290A8A08-F1A5-7F8D-836A-CA4063C591EB}"/>
                  </a:ext>
                </a:extLst>
              </p:cNvPr>
              <p:cNvSpPr/>
              <p:nvPr/>
            </p:nvSpPr>
            <p:spPr>
              <a:xfrm>
                <a:off x="7627096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8" name="Freeform 50697">
                <a:extLst>
                  <a:ext uri="{FF2B5EF4-FFF2-40B4-BE49-F238E27FC236}">
                    <a16:creationId xmlns:a16="http://schemas.microsoft.com/office/drawing/2014/main" id="{249E6416-1175-43AB-F4BF-12B1508CDA7A}"/>
                  </a:ext>
                </a:extLst>
              </p:cNvPr>
              <p:cNvSpPr/>
              <p:nvPr/>
            </p:nvSpPr>
            <p:spPr>
              <a:xfrm>
                <a:off x="7627592" y="5966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99" name="Freeform 50698">
                <a:extLst>
                  <a:ext uri="{FF2B5EF4-FFF2-40B4-BE49-F238E27FC236}">
                    <a16:creationId xmlns:a16="http://schemas.microsoft.com/office/drawing/2014/main" id="{403638E8-709C-567D-79A5-280277B9E4BE}"/>
                  </a:ext>
                </a:extLst>
              </p:cNvPr>
              <p:cNvSpPr/>
              <p:nvPr/>
            </p:nvSpPr>
            <p:spPr>
              <a:xfrm>
                <a:off x="7628088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0" name="Freeform 50699">
                <a:extLst>
                  <a:ext uri="{FF2B5EF4-FFF2-40B4-BE49-F238E27FC236}">
                    <a16:creationId xmlns:a16="http://schemas.microsoft.com/office/drawing/2014/main" id="{FFEE7BC0-EA85-33DF-1742-55FAFA53F015}"/>
                  </a:ext>
                </a:extLst>
              </p:cNvPr>
              <p:cNvSpPr/>
              <p:nvPr/>
            </p:nvSpPr>
            <p:spPr>
              <a:xfrm>
                <a:off x="7628684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1" name="Freeform 50700">
                <a:extLst>
                  <a:ext uri="{FF2B5EF4-FFF2-40B4-BE49-F238E27FC236}">
                    <a16:creationId xmlns:a16="http://schemas.microsoft.com/office/drawing/2014/main" id="{EC69AB6A-BB2F-53AE-D035-A83F9A3590E5}"/>
                  </a:ext>
                </a:extLst>
              </p:cNvPr>
              <p:cNvSpPr/>
              <p:nvPr/>
            </p:nvSpPr>
            <p:spPr>
              <a:xfrm>
                <a:off x="7629180" y="59584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2" name="Freeform 50701">
                <a:extLst>
                  <a:ext uri="{FF2B5EF4-FFF2-40B4-BE49-F238E27FC236}">
                    <a16:creationId xmlns:a16="http://schemas.microsoft.com/office/drawing/2014/main" id="{C3F26D7B-4F1E-1349-B886-AE634D448AB8}"/>
                  </a:ext>
                </a:extLst>
              </p:cNvPr>
              <p:cNvSpPr/>
              <p:nvPr/>
            </p:nvSpPr>
            <p:spPr>
              <a:xfrm>
                <a:off x="7629676" y="576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3" name="Freeform 50702">
                <a:extLst>
                  <a:ext uri="{FF2B5EF4-FFF2-40B4-BE49-F238E27FC236}">
                    <a16:creationId xmlns:a16="http://schemas.microsoft.com/office/drawing/2014/main" id="{CA652D84-C2B3-1DBA-60BC-29BF25D08F44}"/>
                  </a:ext>
                </a:extLst>
              </p:cNvPr>
              <p:cNvSpPr/>
              <p:nvPr/>
            </p:nvSpPr>
            <p:spPr>
              <a:xfrm>
                <a:off x="7630271" y="5782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4" name="Freeform 50703">
                <a:extLst>
                  <a:ext uri="{FF2B5EF4-FFF2-40B4-BE49-F238E27FC236}">
                    <a16:creationId xmlns:a16="http://schemas.microsoft.com/office/drawing/2014/main" id="{FAF42091-929F-1FF2-4525-801BD0D8D6B0}"/>
                  </a:ext>
                </a:extLst>
              </p:cNvPr>
              <p:cNvSpPr/>
              <p:nvPr/>
            </p:nvSpPr>
            <p:spPr>
              <a:xfrm>
                <a:off x="7630767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5" name="Freeform 50704">
                <a:extLst>
                  <a:ext uri="{FF2B5EF4-FFF2-40B4-BE49-F238E27FC236}">
                    <a16:creationId xmlns:a16="http://schemas.microsoft.com/office/drawing/2014/main" id="{F6DCFB1A-6042-E13C-25D1-6E9543E6EBF4}"/>
                  </a:ext>
                </a:extLst>
              </p:cNvPr>
              <p:cNvSpPr/>
              <p:nvPr/>
            </p:nvSpPr>
            <p:spPr>
              <a:xfrm>
                <a:off x="7631263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6" name="Freeform 50705">
                <a:extLst>
                  <a:ext uri="{FF2B5EF4-FFF2-40B4-BE49-F238E27FC236}">
                    <a16:creationId xmlns:a16="http://schemas.microsoft.com/office/drawing/2014/main" id="{893F211A-26D6-3832-3BC5-69117C05EA94}"/>
                  </a:ext>
                </a:extLst>
              </p:cNvPr>
              <p:cNvSpPr/>
              <p:nvPr/>
            </p:nvSpPr>
            <p:spPr>
              <a:xfrm>
                <a:off x="7631759" y="5782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7" name="Freeform 50706">
                <a:extLst>
                  <a:ext uri="{FF2B5EF4-FFF2-40B4-BE49-F238E27FC236}">
                    <a16:creationId xmlns:a16="http://schemas.microsoft.com/office/drawing/2014/main" id="{718DD98E-9DB6-A4C7-4FEE-753B77FAFA3B}"/>
                  </a:ext>
                </a:extLst>
              </p:cNvPr>
              <p:cNvSpPr/>
              <p:nvPr/>
            </p:nvSpPr>
            <p:spPr>
              <a:xfrm>
                <a:off x="7632355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8" name="Freeform 50707">
                <a:extLst>
                  <a:ext uri="{FF2B5EF4-FFF2-40B4-BE49-F238E27FC236}">
                    <a16:creationId xmlns:a16="http://schemas.microsoft.com/office/drawing/2014/main" id="{E1C273AD-5960-98CD-9C89-36285C64D838}"/>
                  </a:ext>
                </a:extLst>
              </p:cNvPr>
              <p:cNvSpPr/>
              <p:nvPr/>
            </p:nvSpPr>
            <p:spPr>
              <a:xfrm>
                <a:off x="7632851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09" name="Freeform 50708">
                <a:extLst>
                  <a:ext uri="{FF2B5EF4-FFF2-40B4-BE49-F238E27FC236}">
                    <a16:creationId xmlns:a16="http://schemas.microsoft.com/office/drawing/2014/main" id="{8ACADDE6-29A3-437A-071F-C1AE53407AFA}"/>
                  </a:ext>
                </a:extLst>
              </p:cNvPr>
              <p:cNvSpPr/>
              <p:nvPr/>
            </p:nvSpPr>
            <p:spPr>
              <a:xfrm>
                <a:off x="7633347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0" name="Freeform 50709">
                <a:extLst>
                  <a:ext uri="{FF2B5EF4-FFF2-40B4-BE49-F238E27FC236}">
                    <a16:creationId xmlns:a16="http://schemas.microsoft.com/office/drawing/2014/main" id="{B2E3D5E2-34A5-F9EE-C345-1E92C7360166}"/>
                  </a:ext>
                </a:extLst>
              </p:cNvPr>
              <p:cNvSpPr/>
              <p:nvPr/>
            </p:nvSpPr>
            <p:spPr>
              <a:xfrm>
                <a:off x="7633942" y="569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1" name="Freeform 50710">
                <a:extLst>
                  <a:ext uri="{FF2B5EF4-FFF2-40B4-BE49-F238E27FC236}">
                    <a16:creationId xmlns:a16="http://schemas.microsoft.com/office/drawing/2014/main" id="{227A8A22-315F-330D-10DA-E85ACB8386CF}"/>
                  </a:ext>
                </a:extLst>
              </p:cNvPr>
              <p:cNvSpPr/>
              <p:nvPr/>
            </p:nvSpPr>
            <p:spPr>
              <a:xfrm>
                <a:off x="7634438" y="56218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2" name="Freeform 50711">
                <a:extLst>
                  <a:ext uri="{FF2B5EF4-FFF2-40B4-BE49-F238E27FC236}">
                    <a16:creationId xmlns:a16="http://schemas.microsoft.com/office/drawing/2014/main" id="{C6D3E941-F315-2502-3D6D-90A1B1820DF2}"/>
                  </a:ext>
                </a:extLst>
              </p:cNvPr>
              <p:cNvSpPr/>
              <p:nvPr/>
            </p:nvSpPr>
            <p:spPr>
              <a:xfrm>
                <a:off x="7634934" y="5605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3" name="Freeform 50712">
                <a:extLst>
                  <a:ext uri="{FF2B5EF4-FFF2-40B4-BE49-F238E27FC236}">
                    <a16:creationId xmlns:a16="http://schemas.microsoft.com/office/drawing/2014/main" id="{F80B0FC7-4D32-1E86-145D-A75C8D901BB9}"/>
                  </a:ext>
                </a:extLst>
              </p:cNvPr>
              <p:cNvSpPr/>
              <p:nvPr/>
            </p:nvSpPr>
            <p:spPr>
              <a:xfrm>
                <a:off x="7635530" y="55867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4" name="Freeform 50713">
                <a:extLst>
                  <a:ext uri="{FF2B5EF4-FFF2-40B4-BE49-F238E27FC236}">
                    <a16:creationId xmlns:a16="http://schemas.microsoft.com/office/drawing/2014/main" id="{4DB1220E-9280-87BF-0DA1-67721C7D4A21}"/>
                  </a:ext>
                </a:extLst>
              </p:cNvPr>
              <p:cNvSpPr/>
              <p:nvPr/>
            </p:nvSpPr>
            <p:spPr>
              <a:xfrm>
                <a:off x="7636026" y="5592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5" name="Freeform 50714">
                <a:extLst>
                  <a:ext uri="{FF2B5EF4-FFF2-40B4-BE49-F238E27FC236}">
                    <a16:creationId xmlns:a16="http://schemas.microsoft.com/office/drawing/2014/main" id="{415F783E-5F02-E0D2-7B62-3F72F4DB9D20}"/>
                  </a:ext>
                </a:extLst>
              </p:cNvPr>
              <p:cNvSpPr/>
              <p:nvPr/>
            </p:nvSpPr>
            <p:spPr>
              <a:xfrm>
                <a:off x="7636522" y="5615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6" name="Freeform 50715">
                <a:extLst>
                  <a:ext uri="{FF2B5EF4-FFF2-40B4-BE49-F238E27FC236}">
                    <a16:creationId xmlns:a16="http://schemas.microsoft.com/office/drawing/2014/main" id="{E688E1C9-2F64-13BF-3B16-9DA682A10341}"/>
                  </a:ext>
                </a:extLst>
              </p:cNvPr>
              <p:cNvSpPr/>
              <p:nvPr/>
            </p:nvSpPr>
            <p:spPr>
              <a:xfrm>
                <a:off x="7637117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7" name="Freeform 50716">
                <a:extLst>
                  <a:ext uri="{FF2B5EF4-FFF2-40B4-BE49-F238E27FC236}">
                    <a16:creationId xmlns:a16="http://schemas.microsoft.com/office/drawing/2014/main" id="{ADF2853E-26E3-DA81-2CF8-E53FD3CA2174}"/>
                  </a:ext>
                </a:extLst>
              </p:cNvPr>
              <p:cNvSpPr/>
              <p:nvPr/>
            </p:nvSpPr>
            <p:spPr>
              <a:xfrm>
                <a:off x="7637613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8" name="Freeform 50717">
                <a:extLst>
                  <a:ext uri="{FF2B5EF4-FFF2-40B4-BE49-F238E27FC236}">
                    <a16:creationId xmlns:a16="http://schemas.microsoft.com/office/drawing/2014/main" id="{5B83F4F9-F5A3-D726-E459-997F84BA55E4}"/>
                  </a:ext>
                </a:extLst>
              </p:cNvPr>
              <p:cNvSpPr/>
              <p:nvPr/>
            </p:nvSpPr>
            <p:spPr>
              <a:xfrm>
                <a:off x="7638109" y="5940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19" name="Freeform 50718">
                <a:extLst>
                  <a:ext uri="{FF2B5EF4-FFF2-40B4-BE49-F238E27FC236}">
                    <a16:creationId xmlns:a16="http://schemas.microsoft.com/office/drawing/2014/main" id="{99ECE146-7536-821A-4ED3-00CDD449BB27}"/>
                  </a:ext>
                </a:extLst>
              </p:cNvPr>
              <p:cNvSpPr/>
              <p:nvPr/>
            </p:nvSpPr>
            <p:spPr>
              <a:xfrm>
                <a:off x="7638705" y="5937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0" name="Freeform 50719">
                <a:extLst>
                  <a:ext uri="{FF2B5EF4-FFF2-40B4-BE49-F238E27FC236}">
                    <a16:creationId xmlns:a16="http://schemas.microsoft.com/office/drawing/2014/main" id="{D2CF69A1-E923-6076-67EA-B47E4D2C1637}"/>
                  </a:ext>
                </a:extLst>
              </p:cNvPr>
              <p:cNvSpPr/>
              <p:nvPr/>
            </p:nvSpPr>
            <p:spPr>
              <a:xfrm>
                <a:off x="7639201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1" name="Freeform 50720">
                <a:extLst>
                  <a:ext uri="{FF2B5EF4-FFF2-40B4-BE49-F238E27FC236}">
                    <a16:creationId xmlns:a16="http://schemas.microsoft.com/office/drawing/2014/main" id="{8177AF72-1B07-8F8D-680D-226ACF9F99B1}"/>
                  </a:ext>
                </a:extLst>
              </p:cNvPr>
              <p:cNvSpPr/>
              <p:nvPr/>
            </p:nvSpPr>
            <p:spPr>
              <a:xfrm>
                <a:off x="7639697" y="59339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2" name="Freeform 50721">
                <a:extLst>
                  <a:ext uri="{FF2B5EF4-FFF2-40B4-BE49-F238E27FC236}">
                    <a16:creationId xmlns:a16="http://schemas.microsoft.com/office/drawing/2014/main" id="{430F398A-4308-B2E2-8958-F2B1741D2A65}"/>
                  </a:ext>
                </a:extLst>
              </p:cNvPr>
              <p:cNvSpPr/>
              <p:nvPr/>
            </p:nvSpPr>
            <p:spPr>
              <a:xfrm>
                <a:off x="7640292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3" name="Freeform 50722">
                <a:extLst>
                  <a:ext uri="{FF2B5EF4-FFF2-40B4-BE49-F238E27FC236}">
                    <a16:creationId xmlns:a16="http://schemas.microsoft.com/office/drawing/2014/main" id="{3874AE2B-A051-829C-E693-76CA399F70D4}"/>
                  </a:ext>
                </a:extLst>
              </p:cNvPr>
              <p:cNvSpPr/>
              <p:nvPr/>
            </p:nvSpPr>
            <p:spPr>
              <a:xfrm>
                <a:off x="7640788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4" name="Freeform 50723">
                <a:extLst>
                  <a:ext uri="{FF2B5EF4-FFF2-40B4-BE49-F238E27FC236}">
                    <a16:creationId xmlns:a16="http://schemas.microsoft.com/office/drawing/2014/main" id="{C4C5ED63-E91D-2AF9-A7D0-396C16AB42BF}"/>
                  </a:ext>
                </a:extLst>
              </p:cNvPr>
              <p:cNvSpPr/>
              <p:nvPr/>
            </p:nvSpPr>
            <p:spPr>
              <a:xfrm>
                <a:off x="7641284" y="592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5" name="Freeform 50724">
                <a:extLst>
                  <a:ext uri="{FF2B5EF4-FFF2-40B4-BE49-F238E27FC236}">
                    <a16:creationId xmlns:a16="http://schemas.microsoft.com/office/drawing/2014/main" id="{63787C24-216A-E963-6E56-D475E6FB8D79}"/>
                  </a:ext>
                </a:extLst>
              </p:cNvPr>
              <p:cNvSpPr/>
              <p:nvPr/>
            </p:nvSpPr>
            <p:spPr>
              <a:xfrm>
                <a:off x="7641880" y="5853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6" name="Freeform 50725">
                <a:extLst>
                  <a:ext uri="{FF2B5EF4-FFF2-40B4-BE49-F238E27FC236}">
                    <a16:creationId xmlns:a16="http://schemas.microsoft.com/office/drawing/2014/main" id="{2B626F93-40C6-6526-9211-BFB0C8D62F5D}"/>
                  </a:ext>
                </a:extLst>
              </p:cNvPr>
              <p:cNvSpPr/>
              <p:nvPr/>
            </p:nvSpPr>
            <p:spPr>
              <a:xfrm>
                <a:off x="7642376" y="580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7" name="Freeform 50726">
                <a:extLst>
                  <a:ext uri="{FF2B5EF4-FFF2-40B4-BE49-F238E27FC236}">
                    <a16:creationId xmlns:a16="http://schemas.microsoft.com/office/drawing/2014/main" id="{CE1A8F9A-F983-FFAA-EE4C-FDB64A07594B}"/>
                  </a:ext>
                </a:extLst>
              </p:cNvPr>
              <p:cNvSpPr/>
              <p:nvPr/>
            </p:nvSpPr>
            <p:spPr>
              <a:xfrm>
                <a:off x="7642872" y="5815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8" name="Freeform 50727">
                <a:extLst>
                  <a:ext uri="{FF2B5EF4-FFF2-40B4-BE49-F238E27FC236}">
                    <a16:creationId xmlns:a16="http://schemas.microsoft.com/office/drawing/2014/main" id="{9F11E8DB-7C28-83A6-079A-E284E1C40CC0}"/>
                  </a:ext>
                </a:extLst>
              </p:cNvPr>
              <p:cNvSpPr/>
              <p:nvPr/>
            </p:nvSpPr>
            <p:spPr>
              <a:xfrm>
                <a:off x="7643368" y="5825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29" name="Freeform 50728">
                <a:extLst>
                  <a:ext uri="{FF2B5EF4-FFF2-40B4-BE49-F238E27FC236}">
                    <a16:creationId xmlns:a16="http://schemas.microsoft.com/office/drawing/2014/main" id="{360BA358-2215-4615-7059-ECB8315AE5CA}"/>
                  </a:ext>
                </a:extLst>
              </p:cNvPr>
              <p:cNvSpPr/>
              <p:nvPr/>
            </p:nvSpPr>
            <p:spPr>
              <a:xfrm>
                <a:off x="7643963" y="5829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0" name="Freeform 50729">
                <a:extLst>
                  <a:ext uri="{FF2B5EF4-FFF2-40B4-BE49-F238E27FC236}">
                    <a16:creationId xmlns:a16="http://schemas.microsoft.com/office/drawing/2014/main" id="{22409879-5605-DBF8-9F21-AB10CEA30604}"/>
                  </a:ext>
                </a:extLst>
              </p:cNvPr>
              <p:cNvSpPr/>
              <p:nvPr/>
            </p:nvSpPr>
            <p:spPr>
              <a:xfrm>
                <a:off x="7644459" y="5817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1" name="Freeform 50730">
                <a:extLst>
                  <a:ext uri="{FF2B5EF4-FFF2-40B4-BE49-F238E27FC236}">
                    <a16:creationId xmlns:a16="http://schemas.microsoft.com/office/drawing/2014/main" id="{73B4FE56-415D-3D68-F449-F5BCEAB98A0F}"/>
                  </a:ext>
                </a:extLst>
              </p:cNvPr>
              <p:cNvSpPr/>
              <p:nvPr/>
            </p:nvSpPr>
            <p:spPr>
              <a:xfrm>
                <a:off x="7644955" y="579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2" name="Freeform 50731">
                <a:extLst>
                  <a:ext uri="{FF2B5EF4-FFF2-40B4-BE49-F238E27FC236}">
                    <a16:creationId xmlns:a16="http://schemas.microsoft.com/office/drawing/2014/main" id="{0BC618EC-64E1-667F-250B-1F6C8521F707}"/>
                  </a:ext>
                </a:extLst>
              </p:cNvPr>
              <p:cNvSpPr/>
              <p:nvPr/>
            </p:nvSpPr>
            <p:spPr>
              <a:xfrm>
                <a:off x="7645551" y="575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3" name="Freeform 50732">
                <a:extLst>
                  <a:ext uri="{FF2B5EF4-FFF2-40B4-BE49-F238E27FC236}">
                    <a16:creationId xmlns:a16="http://schemas.microsoft.com/office/drawing/2014/main" id="{4A3F0709-4912-0B9A-01C5-36C6EEB91616}"/>
                  </a:ext>
                </a:extLst>
              </p:cNvPr>
              <p:cNvSpPr/>
              <p:nvPr/>
            </p:nvSpPr>
            <p:spPr>
              <a:xfrm>
                <a:off x="7646047" y="5721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4" name="Freeform 50733">
                <a:extLst>
                  <a:ext uri="{FF2B5EF4-FFF2-40B4-BE49-F238E27FC236}">
                    <a16:creationId xmlns:a16="http://schemas.microsoft.com/office/drawing/2014/main" id="{CC10BD73-DDB7-F422-BBD9-87E49B5BC06E}"/>
                  </a:ext>
                </a:extLst>
              </p:cNvPr>
              <p:cNvSpPr/>
              <p:nvPr/>
            </p:nvSpPr>
            <p:spPr>
              <a:xfrm>
                <a:off x="7646543" y="5683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5" name="Freeform 50734">
                <a:extLst>
                  <a:ext uri="{FF2B5EF4-FFF2-40B4-BE49-F238E27FC236}">
                    <a16:creationId xmlns:a16="http://schemas.microsoft.com/office/drawing/2014/main" id="{D8108D71-F3B4-3CD3-6030-ED8549D80B2C}"/>
                  </a:ext>
                </a:extLst>
              </p:cNvPr>
              <p:cNvSpPr/>
              <p:nvPr/>
            </p:nvSpPr>
            <p:spPr>
              <a:xfrm>
                <a:off x="7647138" y="5638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6" name="Freeform 50735">
                <a:extLst>
                  <a:ext uri="{FF2B5EF4-FFF2-40B4-BE49-F238E27FC236}">
                    <a16:creationId xmlns:a16="http://schemas.microsoft.com/office/drawing/2014/main" id="{FDF23626-65B3-2DA8-4C19-095AB0EE84BF}"/>
                  </a:ext>
                </a:extLst>
              </p:cNvPr>
              <p:cNvSpPr/>
              <p:nvPr/>
            </p:nvSpPr>
            <p:spPr>
              <a:xfrm>
                <a:off x="7647634" y="56185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7" name="Freeform 50736">
                <a:extLst>
                  <a:ext uri="{FF2B5EF4-FFF2-40B4-BE49-F238E27FC236}">
                    <a16:creationId xmlns:a16="http://schemas.microsoft.com/office/drawing/2014/main" id="{2A3F41D9-8D05-0CC7-8699-41113D7CB943}"/>
                  </a:ext>
                </a:extLst>
              </p:cNvPr>
              <p:cNvSpPr/>
              <p:nvPr/>
            </p:nvSpPr>
            <p:spPr>
              <a:xfrm>
                <a:off x="7648130" y="5596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8" name="Freeform 50737">
                <a:extLst>
                  <a:ext uri="{FF2B5EF4-FFF2-40B4-BE49-F238E27FC236}">
                    <a16:creationId xmlns:a16="http://schemas.microsoft.com/office/drawing/2014/main" id="{730CA6CF-7E12-AF3A-70A9-4D797FB7D65C}"/>
                  </a:ext>
                </a:extLst>
              </p:cNvPr>
              <p:cNvSpPr/>
              <p:nvPr/>
            </p:nvSpPr>
            <p:spPr>
              <a:xfrm>
                <a:off x="7648726" y="5599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39" name="Freeform 50738">
                <a:extLst>
                  <a:ext uri="{FF2B5EF4-FFF2-40B4-BE49-F238E27FC236}">
                    <a16:creationId xmlns:a16="http://schemas.microsoft.com/office/drawing/2014/main" id="{9D59257A-1BF1-0E12-010B-0511EE6FDA88}"/>
                  </a:ext>
                </a:extLst>
              </p:cNvPr>
              <p:cNvSpPr/>
              <p:nvPr/>
            </p:nvSpPr>
            <p:spPr>
              <a:xfrm>
                <a:off x="7649222" y="56303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0" name="Freeform 50739">
                <a:extLst>
                  <a:ext uri="{FF2B5EF4-FFF2-40B4-BE49-F238E27FC236}">
                    <a16:creationId xmlns:a16="http://schemas.microsoft.com/office/drawing/2014/main" id="{676A3DCF-8F01-87FE-EE3D-BAA7BBFB7D23}"/>
                  </a:ext>
                </a:extLst>
              </p:cNvPr>
              <p:cNvSpPr/>
              <p:nvPr/>
            </p:nvSpPr>
            <p:spPr>
              <a:xfrm>
                <a:off x="7649718" y="596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1" name="Freeform 50740">
                <a:extLst>
                  <a:ext uri="{FF2B5EF4-FFF2-40B4-BE49-F238E27FC236}">
                    <a16:creationId xmlns:a16="http://schemas.microsoft.com/office/drawing/2014/main" id="{767F6E3E-13F1-CF61-A65F-55FF9F6A3951}"/>
                  </a:ext>
                </a:extLst>
              </p:cNvPr>
              <p:cNvSpPr/>
              <p:nvPr/>
            </p:nvSpPr>
            <p:spPr>
              <a:xfrm>
                <a:off x="7650313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2" name="Freeform 50741">
                <a:extLst>
                  <a:ext uri="{FF2B5EF4-FFF2-40B4-BE49-F238E27FC236}">
                    <a16:creationId xmlns:a16="http://schemas.microsoft.com/office/drawing/2014/main" id="{31393586-04F6-7635-EBA4-275A9B6C5EDB}"/>
                  </a:ext>
                </a:extLst>
              </p:cNvPr>
              <p:cNvSpPr/>
              <p:nvPr/>
            </p:nvSpPr>
            <p:spPr>
              <a:xfrm>
                <a:off x="7650809" y="599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3" name="Freeform 50742">
                <a:extLst>
                  <a:ext uri="{FF2B5EF4-FFF2-40B4-BE49-F238E27FC236}">
                    <a16:creationId xmlns:a16="http://schemas.microsoft.com/office/drawing/2014/main" id="{00083C30-8291-974D-4387-72F5359F54BD}"/>
                  </a:ext>
                </a:extLst>
              </p:cNvPr>
              <p:cNvSpPr/>
              <p:nvPr/>
            </p:nvSpPr>
            <p:spPr>
              <a:xfrm>
                <a:off x="7651305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4" name="Freeform 50743">
                <a:extLst>
                  <a:ext uri="{FF2B5EF4-FFF2-40B4-BE49-F238E27FC236}">
                    <a16:creationId xmlns:a16="http://schemas.microsoft.com/office/drawing/2014/main" id="{98B69AA8-505E-D3BB-CE9C-BCA9563D4029}"/>
                  </a:ext>
                </a:extLst>
              </p:cNvPr>
              <p:cNvSpPr/>
              <p:nvPr/>
            </p:nvSpPr>
            <p:spPr>
              <a:xfrm>
                <a:off x="7651901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5" name="Freeform 50744">
                <a:extLst>
                  <a:ext uri="{FF2B5EF4-FFF2-40B4-BE49-F238E27FC236}">
                    <a16:creationId xmlns:a16="http://schemas.microsoft.com/office/drawing/2014/main" id="{B68B9C82-92D3-5FBF-7C23-5F2E40117D62}"/>
                  </a:ext>
                </a:extLst>
              </p:cNvPr>
              <p:cNvSpPr/>
              <p:nvPr/>
            </p:nvSpPr>
            <p:spPr>
              <a:xfrm>
                <a:off x="7652397" y="5996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6" name="Freeform 50745">
                <a:extLst>
                  <a:ext uri="{FF2B5EF4-FFF2-40B4-BE49-F238E27FC236}">
                    <a16:creationId xmlns:a16="http://schemas.microsoft.com/office/drawing/2014/main" id="{6AE6434E-452F-7877-C68E-802546759D6A}"/>
                  </a:ext>
                </a:extLst>
              </p:cNvPr>
              <p:cNvSpPr/>
              <p:nvPr/>
            </p:nvSpPr>
            <p:spPr>
              <a:xfrm>
                <a:off x="7652893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7" name="Freeform 50746">
                <a:extLst>
                  <a:ext uri="{FF2B5EF4-FFF2-40B4-BE49-F238E27FC236}">
                    <a16:creationId xmlns:a16="http://schemas.microsoft.com/office/drawing/2014/main" id="{303C277A-D000-263A-E27A-5CD6A3814D4E}"/>
                  </a:ext>
                </a:extLst>
              </p:cNvPr>
              <p:cNvSpPr/>
              <p:nvPr/>
            </p:nvSpPr>
            <p:spPr>
              <a:xfrm>
                <a:off x="7653488" y="5997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8" name="Freeform 50747">
                <a:extLst>
                  <a:ext uri="{FF2B5EF4-FFF2-40B4-BE49-F238E27FC236}">
                    <a16:creationId xmlns:a16="http://schemas.microsoft.com/office/drawing/2014/main" id="{DE78850F-45CD-D417-E41F-BBF14ED0D897}"/>
                  </a:ext>
                </a:extLst>
              </p:cNvPr>
              <p:cNvSpPr/>
              <p:nvPr/>
            </p:nvSpPr>
            <p:spPr>
              <a:xfrm>
                <a:off x="7653984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49" name="Freeform 50748">
                <a:extLst>
                  <a:ext uri="{FF2B5EF4-FFF2-40B4-BE49-F238E27FC236}">
                    <a16:creationId xmlns:a16="http://schemas.microsoft.com/office/drawing/2014/main" id="{BBDFC845-ED00-8815-7DB5-EB73F344032D}"/>
                  </a:ext>
                </a:extLst>
              </p:cNvPr>
              <p:cNvSpPr/>
              <p:nvPr/>
            </p:nvSpPr>
            <p:spPr>
              <a:xfrm>
                <a:off x="7654480" y="5976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0" name="Freeform 50749">
                <a:extLst>
                  <a:ext uri="{FF2B5EF4-FFF2-40B4-BE49-F238E27FC236}">
                    <a16:creationId xmlns:a16="http://schemas.microsoft.com/office/drawing/2014/main" id="{BC768952-7F92-B480-6625-9C3F966BC117}"/>
                  </a:ext>
                </a:extLst>
              </p:cNvPr>
              <p:cNvSpPr/>
              <p:nvPr/>
            </p:nvSpPr>
            <p:spPr>
              <a:xfrm>
                <a:off x="7655076" y="5903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1" name="Freeform 50750">
                <a:extLst>
                  <a:ext uri="{FF2B5EF4-FFF2-40B4-BE49-F238E27FC236}">
                    <a16:creationId xmlns:a16="http://schemas.microsoft.com/office/drawing/2014/main" id="{847B2502-D1C4-0BFD-D183-4D9D5D226F22}"/>
                  </a:ext>
                </a:extLst>
              </p:cNvPr>
              <p:cNvSpPr/>
              <p:nvPr/>
            </p:nvSpPr>
            <p:spPr>
              <a:xfrm>
                <a:off x="7655572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2" name="Freeform 50751">
                <a:extLst>
                  <a:ext uri="{FF2B5EF4-FFF2-40B4-BE49-F238E27FC236}">
                    <a16:creationId xmlns:a16="http://schemas.microsoft.com/office/drawing/2014/main" id="{62B53D74-D8AE-885B-D778-7811D8EF5B66}"/>
                  </a:ext>
                </a:extLst>
              </p:cNvPr>
              <p:cNvSpPr/>
              <p:nvPr/>
            </p:nvSpPr>
            <p:spPr>
              <a:xfrm>
                <a:off x="7656068" y="592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3" name="Freeform 50752">
                <a:extLst>
                  <a:ext uri="{FF2B5EF4-FFF2-40B4-BE49-F238E27FC236}">
                    <a16:creationId xmlns:a16="http://schemas.microsoft.com/office/drawing/2014/main" id="{C9601D16-FC0A-B109-E955-55BD66E69378}"/>
                  </a:ext>
                </a:extLst>
              </p:cNvPr>
              <p:cNvSpPr/>
              <p:nvPr/>
            </p:nvSpPr>
            <p:spPr>
              <a:xfrm>
                <a:off x="7656564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4" name="Freeform 50753">
                <a:extLst>
                  <a:ext uri="{FF2B5EF4-FFF2-40B4-BE49-F238E27FC236}">
                    <a16:creationId xmlns:a16="http://schemas.microsoft.com/office/drawing/2014/main" id="{344EF301-05CF-242B-47B8-0CB0FC052A20}"/>
                  </a:ext>
                </a:extLst>
              </p:cNvPr>
              <p:cNvSpPr/>
              <p:nvPr/>
            </p:nvSpPr>
            <p:spPr>
              <a:xfrm>
                <a:off x="7657159" y="59181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5" name="Freeform 50754">
                <a:extLst>
                  <a:ext uri="{FF2B5EF4-FFF2-40B4-BE49-F238E27FC236}">
                    <a16:creationId xmlns:a16="http://schemas.microsoft.com/office/drawing/2014/main" id="{9886B6C8-5317-1AAC-2322-79856AD4B44B}"/>
                  </a:ext>
                </a:extLst>
              </p:cNvPr>
              <p:cNvSpPr/>
              <p:nvPr/>
            </p:nvSpPr>
            <p:spPr>
              <a:xfrm>
                <a:off x="7657655" y="592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6" name="Freeform 50755">
                <a:extLst>
                  <a:ext uri="{FF2B5EF4-FFF2-40B4-BE49-F238E27FC236}">
                    <a16:creationId xmlns:a16="http://schemas.microsoft.com/office/drawing/2014/main" id="{64612CF4-E40C-6A94-6185-B674A67BAB23}"/>
                  </a:ext>
                </a:extLst>
              </p:cNvPr>
              <p:cNvSpPr/>
              <p:nvPr/>
            </p:nvSpPr>
            <p:spPr>
              <a:xfrm>
                <a:off x="7658152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7" name="Freeform 50756">
                <a:extLst>
                  <a:ext uri="{FF2B5EF4-FFF2-40B4-BE49-F238E27FC236}">
                    <a16:creationId xmlns:a16="http://schemas.microsoft.com/office/drawing/2014/main" id="{79FBAFBA-4EDB-A321-CFEB-500F17E6DE87}"/>
                  </a:ext>
                </a:extLst>
              </p:cNvPr>
              <p:cNvSpPr/>
              <p:nvPr/>
            </p:nvSpPr>
            <p:spPr>
              <a:xfrm>
                <a:off x="7658747" y="5896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8" name="Freeform 50757">
                <a:extLst>
                  <a:ext uri="{FF2B5EF4-FFF2-40B4-BE49-F238E27FC236}">
                    <a16:creationId xmlns:a16="http://schemas.microsoft.com/office/drawing/2014/main" id="{EBD9DEFE-279F-5164-C2FA-1E8A89AA2621}"/>
                  </a:ext>
                </a:extLst>
              </p:cNvPr>
              <p:cNvSpPr/>
              <p:nvPr/>
            </p:nvSpPr>
            <p:spPr>
              <a:xfrm>
                <a:off x="7659243" y="588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59" name="Freeform 50758">
                <a:extLst>
                  <a:ext uri="{FF2B5EF4-FFF2-40B4-BE49-F238E27FC236}">
                    <a16:creationId xmlns:a16="http://schemas.microsoft.com/office/drawing/2014/main" id="{8E5529C1-363C-AE8F-9F29-912CE223029E}"/>
                  </a:ext>
                </a:extLst>
              </p:cNvPr>
              <p:cNvSpPr/>
              <p:nvPr/>
            </p:nvSpPr>
            <p:spPr>
              <a:xfrm>
                <a:off x="7659739" y="5865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0" name="Freeform 50759">
                <a:extLst>
                  <a:ext uri="{FF2B5EF4-FFF2-40B4-BE49-F238E27FC236}">
                    <a16:creationId xmlns:a16="http://schemas.microsoft.com/office/drawing/2014/main" id="{4F0DC1A2-1E09-6F63-0D34-2F58F006BBC4}"/>
                  </a:ext>
                </a:extLst>
              </p:cNvPr>
              <p:cNvSpPr/>
              <p:nvPr/>
            </p:nvSpPr>
            <p:spPr>
              <a:xfrm>
                <a:off x="7660334" y="5842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1" name="Freeform 50760">
                <a:extLst>
                  <a:ext uri="{FF2B5EF4-FFF2-40B4-BE49-F238E27FC236}">
                    <a16:creationId xmlns:a16="http://schemas.microsoft.com/office/drawing/2014/main" id="{268FA12E-4D7E-F2E9-401A-C80E7661F815}"/>
                  </a:ext>
                </a:extLst>
              </p:cNvPr>
              <p:cNvSpPr/>
              <p:nvPr/>
            </p:nvSpPr>
            <p:spPr>
              <a:xfrm>
                <a:off x="7660830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2" name="Freeform 50761">
                <a:extLst>
                  <a:ext uri="{FF2B5EF4-FFF2-40B4-BE49-F238E27FC236}">
                    <a16:creationId xmlns:a16="http://schemas.microsoft.com/office/drawing/2014/main" id="{16ED371E-75E8-A1FE-0FA3-DB2164A4BD69}"/>
                  </a:ext>
                </a:extLst>
              </p:cNvPr>
              <p:cNvSpPr/>
              <p:nvPr/>
            </p:nvSpPr>
            <p:spPr>
              <a:xfrm>
                <a:off x="7661327" y="5839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3" name="Freeform 50762">
                <a:extLst>
                  <a:ext uri="{FF2B5EF4-FFF2-40B4-BE49-F238E27FC236}">
                    <a16:creationId xmlns:a16="http://schemas.microsoft.com/office/drawing/2014/main" id="{0BF53F01-03A2-1B35-F195-3A1B14FE2AAC}"/>
                  </a:ext>
                </a:extLst>
              </p:cNvPr>
              <p:cNvSpPr/>
              <p:nvPr/>
            </p:nvSpPr>
            <p:spPr>
              <a:xfrm>
                <a:off x="7661922" y="5825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4" name="Freeform 50763">
                <a:extLst>
                  <a:ext uri="{FF2B5EF4-FFF2-40B4-BE49-F238E27FC236}">
                    <a16:creationId xmlns:a16="http://schemas.microsoft.com/office/drawing/2014/main" id="{255840EB-31F0-89A2-00CD-26C35DDD8AB6}"/>
                  </a:ext>
                </a:extLst>
              </p:cNvPr>
              <p:cNvSpPr/>
              <p:nvPr/>
            </p:nvSpPr>
            <p:spPr>
              <a:xfrm>
                <a:off x="7662418" y="60519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5" name="Freeform 50764">
                <a:extLst>
                  <a:ext uri="{FF2B5EF4-FFF2-40B4-BE49-F238E27FC236}">
                    <a16:creationId xmlns:a16="http://schemas.microsoft.com/office/drawing/2014/main" id="{AD9B8B81-A204-C8B8-0FBF-98A1AB554B1D}"/>
                  </a:ext>
                </a:extLst>
              </p:cNvPr>
              <p:cNvSpPr/>
              <p:nvPr/>
            </p:nvSpPr>
            <p:spPr>
              <a:xfrm>
                <a:off x="7662914" y="60560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6" name="Freeform 50765">
                <a:extLst>
                  <a:ext uri="{FF2B5EF4-FFF2-40B4-BE49-F238E27FC236}">
                    <a16:creationId xmlns:a16="http://schemas.microsoft.com/office/drawing/2014/main" id="{C08DFBB8-FF00-DDE2-D7F3-D0CBD5840BA7}"/>
                  </a:ext>
                </a:extLst>
              </p:cNvPr>
              <p:cNvSpPr/>
              <p:nvPr/>
            </p:nvSpPr>
            <p:spPr>
              <a:xfrm>
                <a:off x="7663509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7" name="Freeform 50766">
                <a:extLst>
                  <a:ext uri="{FF2B5EF4-FFF2-40B4-BE49-F238E27FC236}">
                    <a16:creationId xmlns:a16="http://schemas.microsoft.com/office/drawing/2014/main" id="{4EE4DEB6-15E0-A0E2-8959-DB1477626918}"/>
                  </a:ext>
                </a:extLst>
              </p:cNvPr>
              <p:cNvSpPr/>
              <p:nvPr/>
            </p:nvSpPr>
            <p:spPr>
              <a:xfrm>
                <a:off x="7664005" y="6057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8" name="Freeform 50767">
                <a:extLst>
                  <a:ext uri="{FF2B5EF4-FFF2-40B4-BE49-F238E27FC236}">
                    <a16:creationId xmlns:a16="http://schemas.microsoft.com/office/drawing/2014/main" id="{67E05149-9DAB-5DD8-0205-85C6932A2C63}"/>
                  </a:ext>
                </a:extLst>
              </p:cNvPr>
              <p:cNvSpPr/>
              <p:nvPr/>
            </p:nvSpPr>
            <p:spPr>
              <a:xfrm>
                <a:off x="7664502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69" name="Freeform 50768">
                <a:extLst>
                  <a:ext uri="{FF2B5EF4-FFF2-40B4-BE49-F238E27FC236}">
                    <a16:creationId xmlns:a16="http://schemas.microsoft.com/office/drawing/2014/main" id="{45BF54B0-9F2A-877F-3B21-9113B69BFB41}"/>
                  </a:ext>
                </a:extLst>
              </p:cNvPr>
              <p:cNvSpPr/>
              <p:nvPr/>
            </p:nvSpPr>
            <p:spPr>
              <a:xfrm>
                <a:off x="7665097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0" name="Freeform 50769">
                <a:extLst>
                  <a:ext uri="{FF2B5EF4-FFF2-40B4-BE49-F238E27FC236}">
                    <a16:creationId xmlns:a16="http://schemas.microsoft.com/office/drawing/2014/main" id="{49BDB30E-2DCE-11A1-2740-3BE4E29312F3}"/>
                  </a:ext>
                </a:extLst>
              </p:cNvPr>
              <p:cNvSpPr/>
              <p:nvPr/>
            </p:nvSpPr>
            <p:spPr>
              <a:xfrm>
                <a:off x="7665593" y="60580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1" name="Freeform 50770">
                <a:extLst>
                  <a:ext uri="{FF2B5EF4-FFF2-40B4-BE49-F238E27FC236}">
                    <a16:creationId xmlns:a16="http://schemas.microsoft.com/office/drawing/2014/main" id="{1BAC991F-D1CF-CB31-4165-5F409DBFDEB5}"/>
                  </a:ext>
                </a:extLst>
              </p:cNvPr>
              <p:cNvSpPr/>
              <p:nvPr/>
            </p:nvSpPr>
            <p:spPr>
              <a:xfrm>
                <a:off x="7666089" y="60584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2" name="Freeform 50771">
                <a:extLst>
                  <a:ext uri="{FF2B5EF4-FFF2-40B4-BE49-F238E27FC236}">
                    <a16:creationId xmlns:a16="http://schemas.microsoft.com/office/drawing/2014/main" id="{B20363EA-5EC1-2303-7820-A5A97CFB031F}"/>
                  </a:ext>
                </a:extLst>
              </p:cNvPr>
              <p:cNvSpPr/>
              <p:nvPr/>
            </p:nvSpPr>
            <p:spPr>
              <a:xfrm>
                <a:off x="7666684" y="6058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3" name="Freeform 50772">
                <a:extLst>
                  <a:ext uri="{FF2B5EF4-FFF2-40B4-BE49-F238E27FC236}">
                    <a16:creationId xmlns:a16="http://schemas.microsoft.com/office/drawing/2014/main" id="{5A828670-973D-F9EF-DAD2-B843435F0F54}"/>
                  </a:ext>
                </a:extLst>
              </p:cNvPr>
              <p:cNvSpPr/>
              <p:nvPr/>
            </p:nvSpPr>
            <p:spPr>
              <a:xfrm>
                <a:off x="7667180" y="6042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4" name="Freeform 50773">
                <a:extLst>
                  <a:ext uri="{FF2B5EF4-FFF2-40B4-BE49-F238E27FC236}">
                    <a16:creationId xmlns:a16="http://schemas.microsoft.com/office/drawing/2014/main" id="{A01C9256-51AB-CBD4-38DB-A5B0417EF0F8}"/>
                  </a:ext>
                </a:extLst>
              </p:cNvPr>
              <p:cNvSpPr/>
              <p:nvPr/>
            </p:nvSpPr>
            <p:spPr>
              <a:xfrm>
                <a:off x="7667677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5" name="Freeform 50774">
                <a:extLst>
                  <a:ext uri="{FF2B5EF4-FFF2-40B4-BE49-F238E27FC236}">
                    <a16:creationId xmlns:a16="http://schemas.microsoft.com/office/drawing/2014/main" id="{64FAD24E-7CA4-6C69-FA6F-15483694457E}"/>
                  </a:ext>
                </a:extLst>
              </p:cNvPr>
              <p:cNvSpPr/>
              <p:nvPr/>
            </p:nvSpPr>
            <p:spPr>
              <a:xfrm>
                <a:off x="7668173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6" name="Freeform 50775">
                <a:extLst>
                  <a:ext uri="{FF2B5EF4-FFF2-40B4-BE49-F238E27FC236}">
                    <a16:creationId xmlns:a16="http://schemas.microsoft.com/office/drawing/2014/main" id="{218EFD82-5823-3D31-9157-D79CBD0BCC10}"/>
                  </a:ext>
                </a:extLst>
              </p:cNvPr>
              <p:cNvSpPr/>
              <p:nvPr/>
            </p:nvSpPr>
            <p:spPr>
              <a:xfrm>
                <a:off x="7668768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7" name="Freeform 50776">
                <a:extLst>
                  <a:ext uri="{FF2B5EF4-FFF2-40B4-BE49-F238E27FC236}">
                    <a16:creationId xmlns:a16="http://schemas.microsoft.com/office/drawing/2014/main" id="{1DCBF9E2-3B4B-D85F-3F64-0962513E6E09}"/>
                  </a:ext>
                </a:extLst>
              </p:cNvPr>
              <p:cNvSpPr/>
              <p:nvPr/>
            </p:nvSpPr>
            <p:spPr>
              <a:xfrm>
                <a:off x="7669264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8" name="Freeform 50777">
                <a:extLst>
                  <a:ext uri="{FF2B5EF4-FFF2-40B4-BE49-F238E27FC236}">
                    <a16:creationId xmlns:a16="http://schemas.microsoft.com/office/drawing/2014/main" id="{E63D8DD2-F981-A25B-6785-512B87CDFBD5}"/>
                  </a:ext>
                </a:extLst>
              </p:cNvPr>
              <p:cNvSpPr/>
              <p:nvPr/>
            </p:nvSpPr>
            <p:spPr>
              <a:xfrm>
                <a:off x="7669760" y="6005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79" name="Freeform 50778">
                <a:extLst>
                  <a:ext uri="{FF2B5EF4-FFF2-40B4-BE49-F238E27FC236}">
                    <a16:creationId xmlns:a16="http://schemas.microsoft.com/office/drawing/2014/main" id="{C5EE6145-8EAF-CBC0-3406-692D7D7677AF}"/>
                  </a:ext>
                </a:extLst>
              </p:cNvPr>
              <p:cNvSpPr/>
              <p:nvPr/>
            </p:nvSpPr>
            <p:spPr>
              <a:xfrm>
                <a:off x="7670355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0" name="Freeform 50779">
                <a:extLst>
                  <a:ext uri="{FF2B5EF4-FFF2-40B4-BE49-F238E27FC236}">
                    <a16:creationId xmlns:a16="http://schemas.microsoft.com/office/drawing/2014/main" id="{DFBEA009-B325-0B8D-27F2-16D54848D898}"/>
                  </a:ext>
                </a:extLst>
              </p:cNvPr>
              <p:cNvSpPr/>
              <p:nvPr/>
            </p:nvSpPr>
            <p:spPr>
              <a:xfrm>
                <a:off x="7670852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1" name="Freeform 50780">
                <a:extLst>
                  <a:ext uri="{FF2B5EF4-FFF2-40B4-BE49-F238E27FC236}">
                    <a16:creationId xmlns:a16="http://schemas.microsoft.com/office/drawing/2014/main" id="{D9FCD6B8-9B8A-810E-F0C8-554F4E4395DD}"/>
                  </a:ext>
                </a:extLst>
              </p:cNvPr>
              <p:cNvSpPr/>
              <p:nvPr/>
            </p:nvSpPr>
            <p:spPr>
              <a:xfrm>
                <a:off x="7671348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2" name="Freeform 50781">
                <a:extLst>
                  <a:ext uri="{FF2B5EF4-FFF2-40B4-BE49-F238E27FC236}">
                    <a16:creationId xmlns:a16="http://schemas.microsoft.com/office/drawing/2014/main" id="{B49AAD42-8270-48BB-E313-FF040F0A63D4}"/>
                  </a:ext>
                </a:extLst>
              </p:cNvPr>
              <p:cNvSpPr/>
              <p:nvPr/>
            </p:nvSpPr>
            <p:spPr>
              <a:xfrm>
                <a:off x="7671943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3" name="Freeform 50782">
                <a:extLst>
                  <a:ext uri="{FF2B5EF4-FFF2-40B4-BE49-F238E27FC236}">
                    <a16:creationId xmlns:a16="http://schemas.microsoft.com/office/drawing/2014/main" id="{962BC6B4-5DA4-70B0-CB98-1B3B1DAB9EDF}"/>
                  </a:ext>
                </a:extLst>
              </p:cNvPr>
              <p:cNvSpPr/>
              <p:nvPr/>
            </p:nvSpPr>
            <p:spPr>
              <a:xfrm>
                <a:off x="7672439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4" name="Freeform 50783">
                <a:extLst>
                  <a:ext uri="{FF2B5EF4-FFF2-40B4-BE49-F238E27FC236}">
                    <a16:creationId xmlns:a16="http://schemas.microsoft.com/office/drawing/2014/main" id="{6261906C-77B2-6A5D-0951-281CEE52E5F9}"/>
                  </a:ext>
                </a:extLst>
              </p:cNvPr>
              <p:cNvSpPr/>
              <p:nvPr/>
            </p:nvSpPr>
            <p:spPr>
              <a:xfrm>
                <a:off x="7672935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5" name="Freeform 50784">
                <a:extLst>
                  <a:ext uri="{FF2B5EF4-FFF2-40B4-BE49-F238E27FC236}">
                    <a16:creationId xmlns:a16="http://schemas.microsoft.com/office/drawing/2014/main" id="{A9765B61-27F4-A99B-31C4-344587A20A3B}"/>
                  </a:ext>
                </a:extLst>
              </p:cNvPr>
              <p:cNvSpPr/>
              <p:nvPr/>
            </p:nvSpPr>
            <p:spPr>
              <a:xfrm>
                <a:off x="7673530" y="5981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6" name="Freeform 50785">
                <a:extLst>
                  <a:ext uri="{FF2B5EF4-FFF2-40B4-BE49-F238E27FC236}">
                    <a16:creationId xmlns:a16="http://schemas.microsoft.com/office/drawing/2014/main" id="{3E11F3BA-0CB9-CA73-FA2B-CF598048258F}"/>
                  </a:ext>
                </a:extLst>
              </p:cNvPr>
              <p:cNvSpPr/>
              <p:nvPr/>
            </p:nvSpPr>
            <p:spPr>
              <a:xfrm>
                <a:off x="7674027" y="5974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7" name="Freeform 50786">
                <a:extLst>
                  <a:ext uri="{FF2B5EF4-FFF2-40B4-BE49-F238E27FC236}">
                    <a16:creationId xmlns:a16="http://schemas.microsoft.com/office/drawing/2014/main" id="{59EDF53F-EB88-B7F8-F5F7-D6DAA9F3ACF6}"/>
                  </a:ext>
                </a:extLst>
              </p:cNvPr>
              <p:cNvSpPr/>
              <p:nvPr/>
            </p:nvSpPr>
            <p:spPr>
              <a:xfrm>
                <a:off x="7674523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8" name="Freeform 50787">
                <a:extLst>
                  <a:ext uri="{FF2B5EF4-FFF2-40B4-BE49-F238E27FC236}">
                    <a16:creationId xmlns:a16="http://schemas.microsoft.com/office/drawing/2014/main" id="{4AFD6C98-4B19-EA16-E2A6-1687DF526E8B}"/>
                  </a:ext>
                </a:extLst>
              </p:cNvPr>
              <p:cNvSpPr/>
              <p:nvPr/>
            </p:nvSpPr>
            <p:spPr>
              <a:xfrm>
                <a:off x="7675118" y="60486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89" name="Freeform 50788">
                <a:extLst>
                  <a:ext uri="{FF2B5EF4-FFF2-40B4-BE49-F238E27FC236}">
                    <a16:creationId xmlns:a16="http://schemas.microsoft.com/office/drawing/2014/main" id="{42DA5108-FB99-A685-226D-0EFBF9321A75}"/>
                  </a:ext>
                </a:extLst>
              </p:cNvPr>
              <p:cNvSpPr/>
              <p:nvPr/>
            </p:nvSpPr>
            <p:spPr>
              <a:xfrm>
                <a:off x="7675614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0" name="Freeform 50789">
                <a:extLst>
                  <a:ext uri="{FF2B5EF4-FFF2-40B4-BE49-F238E27FC236}">
                    <a16:creationId xmlns:a16="http://schemas.microsoft.com/office/drawing/2014/main" id="{E662E783-FAEE-8BD8-604A-34C54911EE2C}"/>
                  </a:ext>
                </a:extLst>
              </p:cNvPr>
              <p:cNvSpPr/>
              <p:nvPr/>
            </p:nvSpPr>
            <p:spPr>
              <a:xfrm>
                <a:off x="7676110" y="60544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1" name="Freeform 50790">
                <a:extLst>
                  <a:ext uri="{FF2B5EF4-FFF2-40B4-BE49-F238E27FC236}">
                    <a16:creationId xmlns:a16="http://schemas.microsoft.com/office/drawing/2014/main" id="{4A015D40-D097-2F83-D68C-D1E4DDA351FB}"/>
                  </a:ext>
                </a:extLst>
              </p:cNvPr>
              <p:cNvSpPr/>
              <p:nvPr/>
            </p:nvSpPr>
            <p:spPr>
              <a:xfrm>
                <a:off x="7676705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2" name="Freeform 50791">
                <a:extLst>
                  <a:ext uri="{FF2B5EF4-FFF2-40B4-BE49-F238E27FC236}">
                    <a16:creationId xmlns:a16="http://schemas.microsoft.com/office/drawing/2014/main" id="{36473596-E684-C5E3-D65C-1043191C72CD}"/>
                  </a:ext>
                </a:extLst>
              </p:cNvPr>
              <p:cNvSpPr/>
              <p:nvPr/>
            </p:nvSpPr>
            <p:spPr>
              <a:xfrm>
                <a:off x="7677202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3" name="Freeform 50792">
                <a:extLst>
                  <a:ext uri="{FF2B5EF4-FFF2-40B4-BE49-F238E27FC236}">
                    <a16:creationId xmlns:a16="http://schemas.microsoft.com/office/drawing/2014/main" id="{63FF4EBF-9A5A-8925-73D8-8D509A6452A1}"/>
                  </a:ext>
                </a:extLst>
              </p:cNvPr>
              <p:cNvSpPr/>
              <p:nvPr/>
            </p:nvSpPr>
            <p:spPr>
              <a:xfrm>
                <a:off x="7677698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4" name="Freeform 50793">
                <a:extLst>
                  <a:ext uri="{FF2B5EF4-FFF2-40B4-BE49-F238E27FC236}">
                    <a16:creationId xmlns:a16="http://schemas.microsoft.com/office/drawing/2014/main" id="{EDEB92E7-4DDF-8D76-5CBC-1AB1C7746958}"/>
                  </a:ext>
                </a:extLst>
              </p:cNvPr>
              <p:cNvSpPr/>
              <p:nvPr/>
            </p:nvSpPr>
            <p:spPr>
              <a:xfrm>
                <a:off x="7678293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5" name="Freeform 50794">
                <a:extLst>
                  <a:ext uri="{FF2B5EF4-FFF2-40B4-BE49-F238E27FC236}">
                    <a16:creationId xmlns:a16="http://schemas.microsoft.com/office/drawing/2014/main" id="{FDBE5489-7B06-A7C4-C2AB-B6987CD89BFE}"/>
                  </a:ext>
                </a:extLst>
              </p:cNvPr>
              <p:cNvSpPr/>
              <p:nvPr/>
            </p:nvSpPr>
            <p:spPr>
              <a:xfrm>
                <a:off x="7678789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6" name="Freeform 50795">
                <a:extLst>
                  <a:ext uri="{FF2B5EF4-FFF2-40B4-BE49-F238E27FC236}">
                    <a16:creationId xmlns:a16="http://schemas.microsoft.com/office/drawing/2014/main" id="{856DDBFC-7CEC-25BA-24AC-CE8FECC23B56}"/>
                  </a:ext>
                </a:extLst>
              </p:cNvPr>
              <p:cNvSpPr/>
              <p:nvPr/>
            </p:nvSpPr>
            <p:spPr>
              <a:xfrm>
                <a:off x="7679285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7" name="Freeform 50796">
                <a:extLst>
                  <a:ext uri="{FF2B5EF4-FFF2-40B4-BE49-F238E27FC236}">
                    <a16:creationId xmlns:a16="http://schemas.microsoft.com/office/drawing/2014/main" id="{FCC8D167-0A98-E956-4F26-C6A59CEFA86F}"/>
                  </a:ext>
                </a:extLst>
              </p:cNvPr>
              <p:cNvSpPr/>
              <p:nvPr/>
            </p:nvSpPr>
            <p:spPr>
              <a:xfrm>
                <a:off x="7679781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8" name="Freeform 50797">
                <a:extLst>
                  <a:ext uri="{FF2B5EF4-FFF2-40B4-BE49-F238E27FC236}">
                    <a16:creationId xmlns:a16="http://schemas.microsoft.com/office/drawing/2014/main" id="{9ABC1F33-F5F2-A21A-1D94-65A124C3B031}"/>
                  </a:ext>
                </a:extLst>
              </p:cNvPr>
              <p:cNvSpPr/>
              <p:nvPr/>
            </p:nvSpPr>
            <p:spPr>
              <a:xfrm>
                <a:off x="7680377" y="5878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99" name="Freeform 50798">
                <a:extLst>
                  <a:ext uri="{FF2B5EF4-FFF2-40B4-BE49-F238E27FC236}">
                    <a16:creationId xmlns:a16="http://schemas.microsoft.com/office/drawing/2014/main" id="{66817C10-C12A-2EBF-1310-54F2AF6512A6}"/>
                  </a:ext>
                </a:extLst>
              </p:cNvPr>
              <p:cNvSpPr/>
              <p:nvPr/>
            </p:nvSpPr>
            <p:spPr>
              <a:xfrm>
                <a:off x="7680873" y="5883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0" name="Freeform 50799">
                <a:extLst>
                  <a:ext uri="{FF2B5EF4-FFF2-40B4-BE49-F238E27FC236}">
                    <a16:creationId xmlns:a16="http://schemas.microsoft.com/office/drawing/2014/main" id="{B4C9ED0E-0890-2072-6121-A912766CB415}"/>
                  </a:ext>
                </a:extLst>
              </p:cNvPr>
              <p:cNvSpPr/>
              <p:nvPr/>
            </p:nvSpPr>
            <p:spPr>
              <a:xfrm>
                <a:off x="7681369" y="5885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1" name="Freeform 50800">
                <a:extLst>
                  <a:ext uri="{FF2B5EF4-FFF2-40B4-BE49-F238E27FC236}">
                    <a16:creationId xmlns:a16="http://schemas.microsoft.com/office/drawing/2014/main" id="{A45CFB77-6547-8B9D-1A2B-091994CD7A28}"/>
                  </a:ext>
                </a:extLst>
              </p:cNvPr>
              <p:cNvSpPr/>
              <p:nvPr/>
            </p:nvSpPr>
            <p:spPr>
              <a:xfrm>
                <a:off x="7681964" y="58825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2" name="Freeform 50801">
                <a:extLst>
                  <a:ext uri="{FF2B5EF4-FFF2-40B4-BE49-F238E27FC236}">
                    <a16:creationId xmlns:a16="http://schemas.microsoft.com/office/drawing/2014/main" id="{790C8CCC-9F9E-67FF-62CC-0B7D58D01F6B}"/>
                  </a:ext>
                </a:extLst>
              </p:cNvPr>
              <p:cNvSpPr/>
              <p:nvPr/>
            </p:nvSpPr>
            <p:spPr>
              <a:xfrm>
                <a:off x="7682460" y="5878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3" name="Freeform 50802">
                <a:extLst>
                  <a:ext uri="{FF2B5EF4-FFF2-40B4-BE49-F238E27FC236}">
                    <a16:creationId xmlns:a16="http://schemas.microsoft.com/office/drawing/2014/main" id="{ED232133-8191-A41B-0910-89F410D790D0}"/>
                  </a:ext>
                </a:extLst>
              </p:cNvPr>
              <p:cNvSpPr/>
              <p:nvPr/>
            </p:nvSpPr>
            <p:spPr>
              <a:xfrm>
                <a:off x="7682956" y="5839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4" name="Freeform 50803">
                <a:extLst>
                  <a:ext uri="{FF2B5EF4-FFF2-40B4-BE49-F238E27FC236}">
                    <a16:creationId xmlns:a16="http://schemas.microsoft.com/office/drawing/2014/main" id="{2A7E0728-A302-BEE8-43DA-90F992D81516}"/>
                  </a:ext>
                </a:extLst>
              </p:cNvPr>
              <p:cNvSpPr/>
              <p:nvPr/>
            </p:nvSpPr>
            <p:spPr>
              <a:xfrm>
                <a:off x="7683552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5" name="Freeform 50804">
                <a:extLst>
                  <a:ext uri="{FF2B5EF4-FFF2-40B4-BE49-F238E27FC236}">
                    <a16:creationId xmlns:a16="http://schemas.microsoft.com/office/drawing/2014/main" id="{78E2FD08-1CF1-B9AE-66D8-02B1BC18622F}"/>
                  </a:ext>
                </a:extLst>
              </p:cNvPr>
              <p:cNvSpPr/>
              <p:nvPr/>
            </p:nvSpPr>
            <p:spPr>
              <a:xfrm>
                <a:off x="7684048" y="5804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6" name="Freeform 50805">
                <a:extLst>
                  <a:ext uri="{FF2B5EF4-FFF2-40B4-BE49-F238E27FC236}">
                    <a16:creationId xmlns:a16="http://schemas.microsoft.com/office/drawing/2014/main" id="{EDDAFAA1-700E-7AEB-DF6F-DCB7744DF984}"/>
                  </a:ext>
                </a:extLst>
              </p:cNvPr>
              <p:cNvSpPr/>
              <p:nvPr/>
            </p:nvSpPr>
            <p:spPr>
              <a:xfrm>
                <a:off x="7684544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7" name="Freeform 50806">
                <a:extLst>
                  <a:ext uri="{FF2B5EF4-FFF2-40B4-BE49-F238E27FC236}">
                    <a16:creationId xmlns:a16="http://schemas.microsoft.com/office/drawing/2014/main" id="{2A68D6D7-29E1-7F0F-0AB7-DDC0FB708ECA}"/>
                  </a:ext>
                </a:extLst>
              </p:cNvPr>
              <p:cNvSpPr/>
              <p:nvPr/>
            </p:nvSpPr>
            <p:spPr>
              <a:xfrm>
                <a:off x="7685139" y="57201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8" name="Freeform 50807">
                <a:extLst>
                  <a:ext uri="{FF2B5EF4-FFF2-40B4-BE49-F238E27FC236}">
                    <a16:creationId xmlns:a16="http://schemas.microsoft.com/office/drawing/2014/main" id="{D98E348E-847D-BEFA-5AD0-B79A8EA22F1C}"/>
                  </a:ext>
                </a:extLst>
              </p:cNvPr>
              <p:cNvSpPr/>
              <p:nvPr/>
            </p:nvSpPr>
            <p:spPr>
              <a:xfrm>
                <a:off x="7685635" y="56871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09" name="Freeform 50808">
                <a:extLst>
                  <a:ext uri="{FF2B5EF4-FFF2-40B4-BE49-F238E27FC236}">
                    <a16:creationId xmlns:a16="http://schemas.microsoft.com/office/drawing/2014/main" id="{D63DC305-24AC-47E5-DB96-2A2227C1E9DD}"/>
                  </a:ext>
                </a:extLst>
              </p:cNvPr>
              <p:cNvSpPr/>
              <p:nvPr/>
            </p:nvSpPr>
            <p:spPr>
              <a:xfrm>
                <a:off x="7686131" y="56687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0" name="Freeform 50809">
                <a:extLst>
                  <a:ext uri="{FF2B5EF4-FFF2-40B4-BE49-F238E27FC236}">
                    <a16:creationId xmlns:a16="http://schemas.microsoft.com/office/drawing/2014/main" id="{5C127D76-4FB1-AA1C-7D4E-96579DCBAE2C}"/>
                  </a:ext>
                </a:extLst>
              </p:cNvPr>
              <p:cNvSpPr/>
              <p:nvPr/>
            </p:nvSpPr>
            <p:spPr>
              <a:xfrm>
                <a:off x="7686727" y="5649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1" name="Freeform 50810">
                <a:extLst>
                  <a:ext uri="{FF2B5EF4-FFF2-40B4-BE49-F238E27FC236}">
                    <a16:creationId xmlns:a16="http://schemas.microsoft.com/office/drawing/2014/main" id="{BF6B7DFE-444E-6778-8D4E-3832A9E6BF09}"/>
                  </a:ext>
                </a:extLst>
              </p:cNvPr>
              <p:cNvSpPr/>
              <p:nvPr/>
            </p:nvSpPr>
            <p:spPr>
              <a:xfrm>
                <a:off x="7687223" y="56658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2" name="Freeform 50811">
                <a:extLst>
                  <a:ext uri="{FF2B5EF4-FFF2-40B4-BE49-F238E27FC236}">
                    <a16:creationId xmlns:a16="http://schemas.microsoft.com/office/drawing/2014/main" id="{737BCA8B-8990-1870-5513-938388D63E6B}"/>
                  </a:ext>
                </a:extLst>
              </p:cNvPr>
              <p:cNvSpPr/>
              <p:nvPr/>
            </p:nvSpPr>
            <p:spPr>
              <a:xfrm>
                <a:off x="7687719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3" name="Freeform 50812">
                <a:extLst>
                  <a:ext uri="{FF2B5EF4-FFF2-40B4-BE49-F238E27FC236}">
                    <a16:creationId xmlns:a16="http://schemas.microsoft.com/office/drawing/2014/main" id="{EC3D24EA-C2B7-EEF0-1078-ED273F8B297C}"/>
                  </a:ext>
                </a:extLst>
              </p:cNvPr>
              <p:cNvSpPr/>
              <p:nvPr/>
            </p:nvSpPr>
            <p:spPr>
              <a:xfrm>
                <a:off x="7688314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4" name="Freeform 50813">
                <a:extLst>
                  <a:ext uri="{FF2B5EF4-FFF2-40B4-BE49-F238E27FC236}">
                    <a16:creationId xmlns:a16="http://schemas.microsoft.com/office/drawing/2014/main" id="{EDEEDFDE-CA30-5905-E972-3DDA8053E740}"/>
                  </a:ext>
                </a:extLst>
              </p:cNvPr>
              <p:cNvSpPr/>
              <p:nvPr/>
            </p:nvSpPr>
            <p:spPr>
              <a:xfrm>
                <a:off x="7688810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5" name="Freeform 50814">
                <a:extLst>
                  <a:ext uri="{FF2B5EF4-FFF2-40B4-BE49-F238E27FC236}">
                    <a16:creationId xmlns:a16="http://schemas.microsoft.com/office/drawing/2014/main" id="{27B63757-100E-16F7-81D2-E679D46B7D5F}"/>
                  </a:ext>
                </a:extLst>
              </p:cNvPr>
              <p:cNvSpPr/>
              <p:nvPr/>
            </p:nvSpPr>
            <p:spPr>
              <a:xfrm>
                <a:off x="7689306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6" name="Freeform 50815">
                <a:extLst>
                  <a:ext uri="{FF2B5EF4-FFF2-40B4-BE49-F238E27FC236}">
                    <a16:creationId xmlns:a16="http://schemas.microsoft.com/office/drawing/2014/main" id="{594275EE-CEA1-DEDC-E670-6CF8EE443BE3}"/>
                  </a:ext>
                </a:extLst>
              </p:cNvPr>
              <p:cNvSpPr/>
              <p:nvPr/>
            </p:nvSpPr>
            <p:spPr>
              <a:xfrm>
                <a:off x="7689902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7" name="Freeform 50816">
                <a:extLst>
                  <a:ext uri="{FF2B5EF4-FFF2-40B4-BE49-F238E27FC236}">
                    <a16:creationId xmlns:a16="http://schemas.microsoft.com/office/drawing/2014/main" id="{256963FF-2E5F-A6BF-18D9-A11AB6EC701A}"/>
                  </a:ext>
                </a:extLst>
              </p:cNvPr>
              <p:cNvSpPr/>
              <p:nvPr/>
            </p:nvSpPr>
            <p:spPr>
              <a:xfrm>
                <a:off x="7690398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8" name="Freeform 50817">
                <a:extLst>
                  <a:ext uri="{FF2B5EF4-FFF2-40B4-BE49-F238E27FC236}">
                    <a16:creationId xmlns:a16="http://schemas.microsoft.com/office/drawing/2014/main" id="{453B48C2-F79A-EC3D-43B3-2F89A712460D}"/>
                  </a:ext>
                </a:extLst>
              </p:cNvPr>
              <p:cNvSpPr/>
              <p:nvPr/>
            </p:nvSpPr>
            <p:spPr>
              <a:xfrm>
                <a:off x="7690894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19" name="Freeform 50818">
                <a:extLst>
                  <a:ext uri="{FF2B5EF4-FFF2-40B4-BE49-F238E27FC236}">
                    <a16:creationId xmlns:a16="http://schemas.microsoft.com/office/drawing/2014/main" id="{0249E421-0A22-753B-E478-3DCF5F17BEFF}"/>
                  </a:ext>
                </a:extLst>
              </p:cNvPr>
              <p:cNvSpPr/>
              <p:nvPr/>
            </p:nvSpPr>
            <p:spPr>
              <a:xfrm>
                <a:off x="7691489" y="5996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0" name="Freeform 50819">
                <a:extLst>
                  <a:ext uri="{FF2B5EF4-FFF2-40B4-BE49-F238E27FC236}">
                    <a16:creationId xmlns:a16="http://schemas.microsoft.com/office/drawing/2014/main" id="{345B18F1-72E9-DD1B-E725-3B2AB73692CF}"/>
                  </a:ext>
                </a:extLst>
              </p:cNvPr>
              <p:cNvSpPr/>
              <p:nvPr/>
            </p:nvSpPr>
            <p:spPr>
              <a:xfrm>
                <a:off x="7691985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1" name="Freeform 50820">
                <a:extLst>
                  <a:ext uri="{FF2B5EF4-FFF2-40B4-BE49-F238E27FC236}">
                    <a16:creationId xmlns:a16="http://schemas.microsoft.com/office/drawing/2014/main" id="{7CA3A0B4-5354-A29D-E9DE-FD22EB5179B9}"/>
                  </a:ext>
                </a:extLst>
              </p:cNvPr>
              <p:cNvSpPr/>
              <p:nvPr/>
            </p:nvSpPr>
            <p:spPr>
              <a:xfrm>
                <a:off x="7692481" y="5885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2" name="Freeform 50821">
                <a:extLst>
                  <a:ext uri="{FF2B5EF4-FFF2-40B4-BE49-F238E27FC236}">
                    <a16:creationId xmlns:a16="http://schemas.microsoft.com/office/drawing/2014/main" id="{A0232AA5-974E-6BB0-C334-B82161A3A02F}"/>
                  </a:ext>
                </a:extLst>
              </p:cNvPr>
              <p:cNvSpPr/>
              <p:nvPr/>
            </p:nvSpPr>
            <p:spPr>
              <a:xfrm>
                <a:off x="7692977" y="5819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3" name="Freeform 50822">
                <a:extLst>
                  <a:ext uri="{FF2B5EF4-FFF2-40B4-BE49-F238E27FC236}">
                    <a16:creationId xmlns:a16="http://schemas.microsoft.com/office/drawing/2014/main" id="{894220FE-AEFB-6046-3226-8ECEB9603CF4}"/>
                  </a:ext>
                </a:extLst>
              </p:cNvPr>
              <p:cNvSpPr/>
              <p:nvPr/>
            </p:nvSpPr>
            <p:spPr>
              <a:xfrm>
                <a:off x="7693573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4" name="Freeform 50823">
                <a:extLst>
                  <a:ext uri="{FF2B5EF4-FFF2-40B4-BE49-F238E27FC236}">
                    <a16:creationId xmlns:a16="http://schemas.microsoft.com/office/drawing/2014/main" id="{B7B7136D-F555-7CD0-DC52-9B449EE4F216}"/>
                  </a:ext>
                </a:extLst>
              </p:cNvPr>
              <p:cNvSpPr/>
              <p:nvPr/>
            </p:nvSpPr>
            <p:spPr>
              <a:xfrm>
                <a:off x="7694069" y="5829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5" name="Freeform 50824">
                <a:extLst>
                  <a:ext uri="{FF2B5EF4-FFF2-40B4-BE49-F238E27FC236}">
                    <a16:creationId xmlns:a16="http://schemas.microsoft.com/office/drawing/2014/main" id="{C61BDA8B-F068-5741-8F6A-258D80AA81AC}"/>
                  </a:ext>
                </a:extLst>
              </p:cNvPr>
              <p:cNvSpPr/>
              <p:nvPr/>
            </p:nvSpPr>
            <p:spPr>
              <a:xfrm>
                <a:off x="7694565" y="5832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6" name="Freeform 50825">
                <a:extLst>
                  <a:ext uri="{FF2B5EF4-FFF2-40B4-BE49-F238E27FC236}">
                    <a16:creationId xmlns:a16="http://schemas.microsoft.com/office/drawing/2014/main" id="{A5A94283-FFC3-8FEA-A41A-0F59348DBF24}"/>
                  </a:ext>
                </a:extLst>
              </p:cNvPr>
              <p:cNvSpPr/>
              <p:nvPr/>
            </p:nvSpPr>
            <p:spPr>
              <a:xfrm>
                <a:off x="7695160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7" name="Freeform 50826">
                <a:extLst>
                  <a:ext uri="{FF2B5EF4-FFF2-40B4-BE49-F238E27FC236}">
                    <a16:creationId xmlns:a16="http://schemas.microsoft.com/office/drawing/2014/main" id="{7C397A79-DE67-D8F8-23BC-6FF637C45A22}"/>
                  </a:ext>
                </a:extLst>
              </p:cNvPr>
              <p:cNvSpPr/>
              <p:nvPr/>
            </p:nvSpPr>
            <p:spPr>
              <a:xfrm>
                <a:off x="7695656" y="5790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8" name="Freeform 50827">
                <a:extLst>
                  <a:ext uri="{FF2B5EF4-FFF2-40B4-BE49-F238E27FC236}">
                    <a16:creationId xmlns:a16="http://schemas.microsoft.com/office/drawing/2014/main" id="{A2CA07BB-AE4F-930B-A555-046C4B5A7CAF}"/>
                  </a:ext>
                </a:extLst>
              </p:cNvPr>
              <p:cNvSpPr/>
              <p:nvPr/>
            </p:nvSpPr>
            <p:spPr>
              <a:xfrm>
                <a:off x="7696152" y="5759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29" name="Freeform 50828">
                <a:extLst>
                  <a:ext uri="{FF2B5EF4-FFF2-40B4-BE49-F238E27FC236}">
                    <a16:creationId xmlns:a16="http://schemas.microsoft.com/office/drawing/2014/main" id="{C3A012DF-D414-AC1E-4C85-DC5376118F03}"/>
                  </a:ext>
                </a:extLst>
              </p:cNvPr>
              <p:cNvSpPr/>
              <p:nvPr/>
            </p:nvSpPr>
            <p:spPr>
              <a:xfrm>
                <a:off x="7696748" y="5753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0" name="Freeform 50829">
                <a:extLst>
                  <a:ext uri="{FF2B5EF4-FFF2-40B4-BE49-F238E27FC236}">
                    <a16:creationId xmlns:a16="http://schemas.microsoft.com/office/drawing/2014/main" id="{8F86B3FC-1920-0A59-F8D9-6A7DB3079D4E}"/>
                  </a:ext>
                </a:extLst>
              </p:cNvPr>
              <p:cNvSpPr/>
              <p:nvPr/>
            </p:nvSpPr>
            <p:spPr>
              <a:xfrm>
                <a:off x="7697244" y="5700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1" name="Freeform 50830">
                <a:extLst>
                  <a:ext uri="{FF2B5EF4-FFF2-40B4-BE49-F238E27FC236}">
                    <a16:creationId xmlns:a16="http://schemas.microsoft.com/office/drawing/2014/main" id="{6206365A-F703-7639-35AC-D46F00E82DA4}"/>
                  </a:ext>
                </a:extLst>
              </p:cNvPr>
              <p:cNvSpPr/>
              <p:nvPr/>
            </p:nvSpPr>
            <p:spPr>
              <a:xfrm>
                <a:off x="7697740" y="5685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2" name="Freeform 50831">
                <a:extLst>
                  <a:ext uri="{FF2B5EF4-FFF2-40B4-BE49-F238E27FC236}">
                    <a16:creationId xmlns:a16="http://schemas.microsoft.com/office/drawing/2014/main" id="{1AC0E652-21EE-1C37-2B3B-771997FFA539}"/>
                  </a:ext>
                </a:extLst>
              </p:cNvPr>
              <p:cNvSpPr/>
              <p:nvPr/>
            </p:nvSpPr>
            <p:spPr>
              <a:xfrm>
                <a:off x="7698335" y="5667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3" name="Freeform 50832">
                <a:extLst>
                  <a:ext uri="{FF2B5EF4-FFF2-40B4-BE49-F238E27FC236}">
                    <a16:creationId xmlns:a16="http://schemas.microsoft.com/office/drawing/2014/main" id="{05B27198-820E-86FB-E6D8-C49AC1548A89}"/>
                  </a:ext>
                </a:extLst>
              </p:cNvPr>
              <p:cNvSpPr/>
              <p:nvPr/>
            </p:nvSpPr>
            <p:spPr>
              <a:xfrm>
                <a:off x="7698831" y="5699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4" name="Freeform 50833">
                <a:extLst>
                  <a:ext uri="{FF2B5EF4-FFF2-40B4-BE49-F238E27FC236}">
                    <a16:creationId xmlns:a16="http://schemas.microsoft.com/office/drawing/2014/main" id="{C3D11831-E7D0-12FC-B005-74DC0E2873D1}"/>
                  </a:ext>
                </a:extLst>
              </p:cNvPr>
              <p:cNvSpPr/>
              <p:nvPr/>
            </p:nvSpPr>
            <p:spPr>
              <a:xfrm>
                <a:off x="7699327" y="5740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5" name="Freeform 50834">
                <a:extLst>
                  <a:ext uri="{FF2B5EF4-FFF2-40B4-BE49-F238E27FC236}">
                    <a16:creationId xmlns:a16="http://schemas.microsoft.com/office/drawing/2014/main" id="{07AC2EE2-AA50-A57D-518B-815EA667E60A}"/>
                  </a:ext>
                </a:extLst>
              </p:cNvPr>
              <p:cNvSpPr/>
              <p:nvPr/>
            </p:nvSpPr>
            <p:spPr>
              <a:xfrm>
                <a:off x="7699923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6" name="Freeform 50835">
                <a:extLst>
                  <a:ext uri="{FF2B5EF4-FFF2-40B4-BE49-F238E27FC236}">
                    <a16:creationId xmlns:a16="http://schemas.microsoft.com/office/drawing/2014/main" id="{0A5E2E0E-D5AA-527D-71CE-8D29B21E4DEF}"/>
                  </a:ext>
                </a:extLst>
              </p:cNvPr>
              <p:cNvSpPr/>
              <p:nvPr/>
            </p:nvSpPr>
            <p:spPr>
              <a:xfrm>
                <a:off x="7700419" y="6045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7" name="Freeform 50836">
                <a:extLst>
                  <a:ext uri="{FF2B5EF4-FFF2-40B4-BE49-F238E27FC236}">
                    <a16:creationId xmlns:a16="http://schemas.microsoft.com/office/drawing/2014/main" id="{2A7BE355-FB38-A293-C7CB-B9F49F06250A}"/>
                  </a:ext>
                </a:extLst>
              </p:cNvPr>
              <p:cNvSpPr/>
              <p:nvPr/>
            </p:nvSpPr>
            <p:spPr>
              <a:xfrm>
                <a:off x="7700915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8" name="Freeform 50837">
                <a:extLst>
                  <a:ext uri="{FF2B5EF4-FFF2-40B4-BE49-F238E27FC236}">
                    <a16:creationId xmlns:a16="http://schemas.microsoft.com/office/drawing/2014/main" id="{C77CFDF4-7A64-517B-72FD-854FC5E94DEA}"/>
                  </a:ext>
                </a:extLst>
              </p:cNvPr>
              <p:cNvSpPr/>
              <p:nvPr/>
            </p:nvSpPr>
            <p:spPr>
              <a:xfrm>
                <a:off x="7701510" y="60515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39" name="Freeform 50838">
                <a:extLst>
                  <a:ext uri="{FF2B5EF4-FFF2-40B4-BE49-F238E27FC236}">
                    <a16:creationId xmlns:a16="http://schemas.microsoft.com/office/drawing/2014/main" id="{AD4AC793-E0B3-D6B9-19DE-4004BDE27D9E}"/>
                  </a:ext>
                </a:extLst>
              </p:cNvPr>
              <p:cNvSpPr/>
              <p:nvPr/>
            </p:nvSpPr>
            <p:spPr>
              <a:xfrm>
                <a:off x="7702006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0" name="Freeform 50839">
                <a:extLst>
                  <a:ext uri="{FF2B5EF4-FFF2-40B4-BE49-F238E27FC236}">
                    <a16:creationId xmlns:a16="http://schemas.microsoft.com/office/drawing/2014/main" id="{1AA95122-421C-4776-43E3-EF0D662FC741}"/>
                  </a:ext>
                </a:extLst>
              </p:cNvPr>
              <p:cNvSpPr/>
              <p:nvPr/>
            </p:nvSpPr>
            <p:spPr>
              <a:xfrm>
                <a:off x="7702502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1" name="Freeform 50840">
                <a:extLst>
                  <a:ext uri="{FF2B5EF4-FFF2-40B4-BE49-F238E27FC236}">
                    <a16:creationId xmlns:a16="http://schemas.microsoft.com/office/drawing/2014/main" id="{BB21A8C2-9A50-C80F-5DD1-2FBF9E35B2E3}"/>
                  </a:ext>
                </a:extLst>
              </p:cNvPr>
              <p:cNvSpPr/>
              <p:nvPr/>
            </p:nvSpPr>
            <p:spPr>
              <a:xfrm>
                <a:off x="7703098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2" name="Freeform 50841">
                <a:extLst>
                  <a:ext uri="{FF2B5EF4-FFF2-40B4-BE49-F238E27FC236}">
                    <a16:creationId xmlns:a16="http://schemas.microsoft.com/office/drawing/2014/main" id="{E46A4BB5-AEC9-26E0-61F5-188472A977A1}"/>
                  </a:ext>
                </a:extLst>
              </p:cNvPr>
              <p:cNvSpPr/>
              <p:nvPr/>
            </p:nvSpPr>
            <p:spPr>
              <a:xfrm>
                <a:off x="7703594" y="60523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3" name="Freeform 50842">
                <a:extLst>
                  <a:ext uri="{FF2B5EF4-FFF2-40B4-BE49-F238E27FC236}">
                    <a16:creationId xmlns:a16="http://schemas.microsoft.com/office/drawing/2014/main" id="{02D7ADFA-BB25-8E49-1AAA-E4AF91A467E8}"/>
                  </a:ext>
                </a:extLst>
              </p:cNvPr>
              <p:cNvSpPr/>
              <p:nvPr/>
            </p:nvSpPr>
            <p:spPr>
              <a:xfrm>
                <a:off x="7704090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4" name="Freeform 50843">
                <a:extLst>
                  <a:ext uri="{FF2B5EF4-FFF2-40B4-BE49-F238E27FC236}">
                    <a16:creationId xmlns:a16="http://schemas.microsoft.com/office/drawing/2014/main" id="{194DDB2F-1C39-32D2-72AE-74B62CADC06B}"/>
                  </a:ext>
                </a:extLst>
              </p:cNvPr>
              <p:cNvSpPr/>
              <p:nvPr/>
            </p:nvSpPr>
            <p:spPr>
              <a:xfrm>
                <a:off x="7704586" y="60527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5" name="Freeform 50844">
                <a:extLst>
                  <a:ext uri="{FF2B5EF4-FFF2-40B4-BE49-F238E27FC236}">
                    <a16:creationId xmlns:a16="http://schemas.microsoft.com/office/drawing/2014/main" id="{897FAF88-F452-F406-7F08-7FABB9EC67CF}"/>
                  </a:ext>
                </a:extLst>
              </p:cNvPr>
              <p:cNvSpPr/>
              <p:nvPr/>
            </p:nvSpPr>
            <p:spPr>
              <a:xfrm>
                <a:off x="7705181" y="60438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6" name="Freeform 50845">
                <a:extLst>
                  <a:ext uri="{FF2B5EF4-FFF2-40B4-BE49-F238E27FC236}">
                    <a16:creationId xmlns:a16="http://schemas.microsoft.com/office/drawing/2014/main" id="{8C834F3A-80BA-C551-D5FC-B02E341607D2}"/>
                  </a:ext>
                </a:extLst>
              </p:cNvPr>
              <p:cNvSpPr/>
              <p:nvPr/>
            </p:nvSpPr>
            <p:spPr>
              <a:xfrm>
                <a:off x="7705677" y="5871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7" name="Freeform 50846">
                <a:extLst>
                  <a:ext uri="{FF2B5EF4-FFF2-40B4-BE49-F238E27FC236}">
                    <a16:creationId xmlns:a16="http://schemas.microsoft.com/office/drawing/2014/main" id="{6A1A0673-B58B-3AF5-8656-B7227E8A09C4}"/>
                  </a:ext>
                </a:extLst>
              </p:cNvPr>
              <p:cNvSpPr/>
              <p:nvPr/>
            </p:nvSpPr>
            <p:spPr>
              <a:xfrm>
                <a:off x="7706173" y="587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8" name="Freeform 50847">
                <a:extLst>
                  <a:ext uri="{FF2B5EF4-FFF2-40B4-BE49-F238E27FC236}">
                    <a16:creationId xmlns:a16="http://schemas.microsoft.com/office/drawing/2014/main" id="{01323C22-0227-CFAD-5D5F-04404EB491A3}"/>
                  </a:ext>
                </a:extLst>
              </p:cNvPr>
              <p:cNvSpPr/>
              <p:nvPr/>
            </p:nvSpPr>
            <p:spPr>
              <a:xfrm>
                <a:off x="7706769" y="5879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49" name="Freeform 50848">
                <a:extLst>
                  <a:ext uri="{FF2B5EF4-FFF2-40B4-BE49-F238E27FC236}">
                    <a16:creationId xmlns:a16="http://schemas.microsoft.com/office/drawing/2014/main" id="{DD5C46E2-6094-EA05-2A43-52A9401BF444}"/>
                  </a:ext>
                </a:extLst>
              </p:cNvPr>
              <p:cNvSpPr/>
              <p:nvPr/>
            </p:nvSpPr>
            <p:spPr>
              <a:xfrm>
                <a:off x="7707265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0" name="Freeform 50849">
                <a:extLst>
                  <a:ext uri="{FF2B5EF4-FFF2-40B4-BE49-F238E27FC236}">
                    <a16:creationId xmlns:a16="http://schemas.microsoft.com/office/drawing/2014/main" id="{49FB77FF-D1CC-F888-BB0C-956B634908C7}"/>
                  </a:ext>
                </a:extLst>
              </p:cNvPr>
              <p:cNvSpPr/>
              <p:nvPr/>
            </p:nvSpPr>
            <p:spPr>
              <a:xfrm>
                <a:off x="7707761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1" name="Freeform 50850">
                <a:extLst>
                  <a:ext uri="{FF2B5EF4-FFF2-40B4-BE49-F238E27FC236}">
                    <a16:creationId xmlns:a16="http://schemas.microsoft.com/office/drawing/2014/main" id="{A1D94889-4513-EF06-CEF3-E45AE090566E}"/>
                  </a:ext>
                </a:extLst>
              </p:cNvPr>
              <p:cNvSpPr/>
              <p:nvPr/>
            </p:nvSpPr>
            <p:spPr>
              <a:xfrm>
                <a:off x="7708356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2" name="Freeform 50851">
                <a:extLst>
                  <a:ext uri="{FF2B5EF4-FFF2-40B4-BE49-F238E27FC236}">
                    <a16:creationId xmlns:a16="http://schemas.microsoft.com/office/drawing/2014/main" id="{B7541FE2-2C32-6C2B-A6A7-31C8205806D6}"/>
                  </a:ext>
                </a:extLst>
              </p:cNvPr>
              <p:cNvSpPr/>
              <p:nvPr/>
            </p:nvSpPr>
            <p:spPr>
              <a:xfrm>
                <a:off x="7708852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3" name="Freeform 50852">
                <a:extLst>
                  <a:ext uri="{FF2B5EF4-FFF2-40B4-BE49-F238E27FC236}">
                    <a16:creationId xmlns:a16="http://schemas.microsoft.com/office/drawing/2014/main" id="{5855E514-FB9C-80D2-A796-B2DEDBE6D52C}"/>
                  </a:ext>
                </a:extLst>
              </p:cNvPr>
              <p:cNvSpPr/>
              <p:nvPr/>
            </p:nvSpPr>
            <p:spPr>
              <a:xfrm>
                <a:off x="7709348" y="5816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4" name="Freeform 50853">
                <a:extLst>
                  <a:ext uri="{FF2B5EF4-FFF2-40B4-BE49-F238E27FC236}">
                    <a16:creationId xmlns:a16="http://schemas.microsoft.com/office/drawing/2014/main" id="{BF36A9DE-4EDE-DB18-C89D-6ABB7CD3E9E1}"/>
                  </a:ext>
                </a:extLst>
              </p:cNvPr>
              <p:cNvSpPr/>
              <p:nvPr/>
            </p:nvSpPr>
            <p:spPr>
              <a:xfrm>
                <a:off x="7709944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5" name="Freeform 50854">
                <a:extLst>
                  <a:ext uri="{FF2B5EF4-FFF2-40B4-BE49-F238E27FC236}">
                    <a16:creationId xmlns:a16="http://schemas.microsoft.com/office/drawing/2014/main" id="{AC82CFF0-9F24-4EA3-C1B5-98E588B6A96B}"/>
                  </a:ext>
                </a:extLst>
              </p:cNvPr>
              <p:cNvSpPr/>
              <p:nvPr/>
            </p:nvSpPr>
            <p:spPr>
              <a:xfrm>
                <a:off x="7710440" y="5740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6" name="Freeform 50855">
                <a:extLst>
                  <a:ext uri="{FF2B5EF4-FFF2-40B4-BE49-F238E27FC236}">
                    <a16:creationId xmlns:a16="http://schemas.microsoft.com/office/drawing/2014/main" id="{F1AE6BBB-A1A9-E501-C1A1-51CA7C4E3685}"/>
                  </a:ext>
                </a:extLst>
              </p:cNvPr>
              <p:cNvSpPr/>
              <p:nvPr/>
            </p:nvSpPr>
            <p:spPr>
              <a:xfrm>
                <a:off x="7710936" y="57066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7" name="Freeform 50856">
                <a:extLst>
                  <a:ext uri="{FF2B5EF4-FFF2-40B4-BE49-F238E27FC236}">
                    <a16:creationId xmlns:a16="http://schemas.microsoft.com/office/drawing/2014/main" id="{0173E87F-07EA-6CBA-5057-5F4D09E81EA6}"/>
                  </a:ext>
                </a:extLst>
              </p:cNvPr>
              <p:cNvSpPr/>
              <p:nvPr/>
            </p:nvSpPr>
            <p:spPr>
              <a:xfrm>
                <a:off x="7711531" y="5684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8" name="Freeform 50857">
                <a:extLst>
                  <a:ext uri="{FF2B5EF4-FFF2-40B4-BE49-F238E27FC236}">
                    <a16:creationId xmlns:a16="http://schemas.microsoft.com/office/drawing/2014/main" id="{9C4B8DC3-333D-DF89-1D0D-C45AC98705F6}"/>
                  </a:ext>
                </a:extLst>
              </p:cNvPr>
              <p:cNvSpPr/>
              <p:nvPr/>
            </p:nvSpPr>
            <p:spPr>
              <a:xfrm>
                <a:off x="7712027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59" name="Freeform 50858">
                <a:extLst>
                  <a:ext uri="{FF2B5EF4-FFF2-40B4-BE49-F238E27FC236}">
                    <a16:creationId xmlns:a16="http://schemas.microsoft.com/office/drawing/2014/main" id="{E785C9AA-8DCB-6531-054B-065DA45BA196}"/>
                  </a:ext>
                </a:extLst>
              </p:cNvPr>
              <p:cNvSpPr/>
              <p:nvPr/>
            </p:nvSpPr>
            <p:spPr>
              <a:xfrm>
                <a:off x="7712523" y="5775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0" name="Freeform 50859">
                <a:extLst>
                  <a:ext uri="{FF2B5EF4-FFF2-40B4-BE49-F238E27FC236}">
                    <a16:creationId xmlns:a16="http://schemas.microsoft.com/office/drawing/2014/main" id="{A5D95C8D-3A20-ABB9-D9C6-E6C317E3BF87}"/>
                  </a:ext>
                </a:extLst>
              </p:cNvPr>
              <p:cNvSpPr/>
              <p:nvPr/>
            </p:nvSpPr>
            <p:spPr>
              <a:xfrm>
                <a:off x="7713119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1" name="Freeform 50860">
                <a:extLst>
                  <a:ext uri="{FF2B5EF4-FFF2-40B4-BE49-F238E27FC236}">
                    <a16:creationId xmlns:a16="http://schemas.microsoft.com/office/drawing/2014/main" id="{779FF40B-8B6F-4A61-2B80-8A65D239414D}"/>
                  </a:ext>
                </a:extLst>
              </p:cNvPr>
              <p:cNvSpPr/>
              <p:nvPr/>
            </p:nvSpPr>
            <p:spPr>
              <a:xfrm>
                <a:off x="7713615" y="60368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2" name="Freeform 50861">
                <a:extLst>
                  <a:ext uri="{FF2B5EF4-FFF2-40B4-BE49-F238E27FC236}">
                    <a16:creationId xmlns:a16="http://schemas.microsoft.com/office/drawing/2014/main" id="{971075B3-38A4-65D3-4EB7-8932150B7B60}"/>
                  </a:ext>
                </a:extLst>
              </p:cNvPr>
              <p:cNvSpPr/>
              <p:nvPr/>
            </p:nvSpPr>
            <p:spPr>
              <a:xfrm>
                <a:off x="7714111" y="6040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3" name="Freeform 50862">
                <a:extLst>
                  <a:ext uri="{FF2B5EF4-FFF2-40B4-BE49-F238E27FC236}">
                    <a16:creationId xmlns:a16="http://schemas.microsoft.com/office/drawing/2014/main" id="{9813BC6F-70C7-7884-45C4-FEE4713D1649}"/>
                  </a:ext>
                </a:extLst>
              </p:cNvPr>
              <p:cNvSpPr/>
              <p:nvPr/>
            </p:nvSpPr>
            <p:spPr>
              <a:xfrm>
                <a:off x="7714706" y="6040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4" name="Freeform 50863">
                <a:extLst>
                  <a:ext uri="{FF2B5EF4-FFF2-40B4-BE49-F238E27FC236}">
                    <a16:creationId xmlns:a16="http://schemas.microsoft.com/office/drawing/2014/main" id="{D6B06755-E37F-EE9D-4730-D87A191E89F4}"/>
                  </a:ext>
                </a:extLst>
              </p:cNvPr>
              <p:cNvSpPr/>
              <p:nvPr/>
            </p:nvSpPr>
            <p:spPr>
              <a:xfrm>
                <a:off x="7715202" y="6038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5" name="Freeform 50864">
                <a:extLst>
                  <a:ext uri="{FF2B5EF4-FFF2-40B4-BE49-F238E27FC236}">
                    <a16:creationId xmlns:a16="http://schemas.microsoft.com/office/drawing/2014/main" id="{10A1E1B2-7B52-EA65-8C24-12F6A7D7E22C}"/>
                  </a:ext>
                </a:extLst>
              </p:cNvPr>
              <p:cNvSpPr/>
              <p:nvPr/>
            </p:nvSpPr>
            <p:spPr>
              <a:xfrm>
                <a:off x="7715698" y="6037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6" name="Freeform 50865">
                <a:extLst>
                  <a:ext uri="{FF2B5EF4-FFF2-40B4-BE49-F238E27FC236}">
                    <a16:creationId xmlns:a16="http://schemas.microsoft.com/office/drawing/2014/main" id="{ECFCDC11-B9F3-86EF-2434-DE51868019D6}"/>
                  </a:ext>
                </a:extLst>
              </p:cNvPr>
              <p:cNvSpPr/>
              <p:nvPr/>
            </p:nvSpPr>
            <p:spPr>
              <a:xfrm>
                <a:off x="7716294" y="60384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7" name="Freeform 50866">
                <a:extLst>
                  <a:ext uri="{FF2B5EF4-FFF2-40B4-BE49-F238E27FC236}">
                    <a16:creationId xmlns:a16="http://schemas.microsoft.com/office/drawing/2014/main" id="{1500ABE6-2B79-7378-4FED-EEB01EFDDF39}"/>
                  </a:ext>
                </a:extLst>
              </p:cNvPr>
              <p:cNvSpPr/>
              <p:nvPr/>
            </p:nvSpPr>
            <p:spPr>
              <a:xfrm>
                <a:off x="7716790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8" name="Freeform 50867">
                <a:extLst>
                  <a:ext uri="{FF2B5EF4-FFF2-40B4-BE49-F238E27FC236}">
                    <a16:creationId xmlns:a16="http://schemas.microsoft.com/office/drawing/2014/main" id="{C5DC29CB-24EB-59F2-9720-37A4061E3AF8}"/>
                  </a:ext>
                </a:extLst>
              </p:cNvPr>
              <p:cNvSpPr/>
              <p:nvPr/>
            </p:nvSpPr>
            <p:spPr>
              <a:xfrm>
                <a:off x="7717286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69" name="Freeform 50868">
                <a:extLst>
                  <a:ext uri="{FF2B5EF4-FFF2-40B4-BE49-F238E27FC236}">
                    <a16:creationId xmlns:a16="http://schemas.microsoft.com/office/drawing/2014/main" id="{96B7D9AB-9A6A-493C-457E-A59C3F0FBA62}"/>
                  </a:ext>
                </a:extLst>
              </p:cNvPr>
              <p:cNvSpPr/>
              <p:nvPr/>
            </p:nvSpPr>
            <p:spPr>
              <a:xfrm>
                <a:off x="7717782" y="6026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0" name="Freeform 50869">
                <a:extLst>
                  <a:ext uri="{FF2B5EF4-FFF2-40B4-BE49-F238E27FC236}">
                    <a16:creationId xmlns:a16="http://schemas.microsoft.com/office/drawing/2014/main" id="{BCAAF0E4-177D-A0CE-26C9-E53EC521EAD3}"/>
                  </a:ext>
                </a:extLst>
              </p:cNvPr>
              <p:cNvSpPr/>
              <p:nvPr/>
            </p:nvSpPr>
            <p:spPr>
              <a:xfrm>
                <a:off x="7718377" y="58499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1" name="Freeform 50870">
                <a:extLst>
                  <a:ext uri="{FF2B5EF4-FFF2-40B4-BE49-F238E27FC236}">
                    <a16:creationId xmlns:a16="http://schemas.microsoft.com/office/drawing/2014/main" id="{403F5930-992A-4713-D7B5-2905DB15E09E}"/>
                  </a:ext>
                </a:extLst>
              </p:cNvPr>
              <p:cNvSpPr/>
              <p:nvPr/>
            </p:nvSpPr>
            <p:spPr>
              <a:xfrm>
                <a:off x="7718873" y="5826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2" name="Freeform 50871">
                <a:extLst>
                  <a:ext uri="{FF2B5EF4-FFF2-40B4-BE49-F238E27FC236}">
                    <a16:creationId xmlns:a16="http://schemas.microsoft.com/office/drawing/2014/main" id="{EEB5637B-8765-2E09-F933-9E7F08E05148}"/>
                  </a:ext>
                </a:extLst>
              </p:cNvPr>
              <p:cNvSpPr/>
              <p:nvPr/>
            </p:nvSpPr>
            <p:spPr>
              <a:xfrm>
                <a:off x="7719370" y="5759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3" name="Freeform 50872">
                <a:extLst>
                  <a:ext uri="{FF2B5EF4-FFF2-40B4-BE49-F238E27FC236}">
                    <a16:creationId xmlns:a16="http://schemas.microsoft.com/office/drawing/2014/main" id="{2F34CA3E-2B0E-E8D9-7585-29BA8884572E}"/>
                  </a:ext>
                </a:extLst>
              </p:cNvPr>
              <p:cNvSpPr/>
              <p:nvPr/>
            </p:nvSpPr>
            <p:spPr>
              <a:xfrm>
                <a:off x="7719965" y="5780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4" name="Freeform 50873">
                <a:extLst>
                  <a:ext uri="{FF2B5EF4-FFF2-40B4-BE49-F238E27FC236}">
                    <a16:creationId xmlns:a16="http://schemas.microsoft.com/office/drawing/2014/main" id="{3BE342ED-5379-D295-21EB-B0B8C1C7403E}"/>
                  </a:ext>
                </a:extLst>
              </p:cNvPr>
              <p:cNvSpPr/>
              <p:nvPr/>
            </p:nvSpPr>
            <p:spPr>
              <a:xfrm>
                <a:off x="7720461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5" name="Freeform 50874">
                <a:extLst>
                  <a:ext uri="{FF2B5EF4-FFF2-40B4-BE49-F238E27FC236}">
                    <a16:creationId xmlns:a16="http://schemas.microsoft.com/office/drawing/2014/main" id="{747532CA-4AE0-1DEE-6442-3E97A9438F37}"/>
                  </a:ext>
                </a:extLst>
              </p:cNvPr>
              <p:cNvSpPr/>
              <p:nvPr/>
            </p:nvSpPr>
            <p:spPr>
              <a:xfrm>
                <a:off x="7720957" y="5797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6" name="Freeform 50875">
                <a:extLst>
                  <a:ext uri="{FF2B5EF4-FFF2-40B4-BE49-F238E27FC236}">
                    <a16:creationId xmlns:a16="http://schemas.microsoft.com/office/drawing/2014/main" id="{29BCBE71-EF55-1026-8DE6-636D0BBB6A97}"/>
                  </a:ext>
                </a:extLst>
              </p:cNvPr>
              <p:cNvSpPr/>
              <p:nvPr/>
            </p:nvSpPr>
            <p:spPr>
              <a:xfrm>
                <a:off x="7721552" y="5822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7" name="Freeform 50876">
                <a:extLst>
                  <a:ext uri="{FF2B5EF4-FFF2-40B4-BE49-F238E27FC236}">
                    <a16:creationId xmlns:a16="http://schemas.microsoft.com/office/drawing/2014/main" id="{C7690599-41B4-365F-73ED-C450074BECED}"/>
                  </a:ext>
                </a:extLst>
              </p:cNvPr>
              <p:cNvSpPr/>
              <p:nvPr/>
            </p:nvSpPr>
            <p:spPr>
              <a:xfrm>
                <a:off x="7722048" y="5798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8" name="Freeform 50877">
                <a:extLst>
                  <a:ext uri="{FF2B5EF4-FFF2-40B4-BE49-F238E27FC236}">
                    <a16:creationId xmlns:a16="http://schemas.microsoft.com/office/drawing/2014/main" id="{CF0A8F74-2CB8-66F4-6EDA-CDB72CD6E370}"/>
                  </a:ext>
                </a:extLst>
              </p:cNvPr>
              <p:cNvSpPr/>
              <p:nvPr/>
            </p:nvSpPr>
            <p:spPr>
              <a:xfrm>
                <a:off x="7722545" y="5803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79" name="Freeform 50878">
                <a:extLst>
                  <a:ext uri="{FF2B5EF4-FFF2-40B4-BE49-F238E27FC236}">
                    <a16:creationId xmlns:a16="http://schemas.microsoft.com/office/drawing/2014/main" id="{EC9B1C4F-F417-89FE-01F5-2A3E08794839}"/>
                  </a:ext>
                </a:extLst>
              </p:cNvPr>
              <p:cNvSpPr/>
              <p:nvPr/>
            </p:nvSpPr>
            <p:spPr>
              <a:xfrm>
                <a:off x="7723140" y="577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0" name="Freeform 50879">
                <a:extLst>
                  <a:ext uri="{FF2B5EF4-FFF2-40B4-BE49-F238E27FC236}">
                    <a16:creationId xmlns:a16="http://schemas.microsoft.com/office/drawing/2014/main" id="{E148637D-D9B9-6B7E-D3F1-EDC97B8CA47F}"/>
                  </a:ext>
                </a:extLst>
              </p:cNvPr>
              <p:cNvSpPr/>
              <p:nvPr/>
            </p:nvSpPr>
            <p:spPr>
              <a:xfrm>
                <a:off x="7723636" y="5743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1" name="Freeform 50880">
                <a:extLst>
                  <a:ext uri="{FF2B5EF4-FFF2-40B4-BE49-F238E27FC236}">
                    <a16:creationId xmlns:a16="http://schemas.microsoft.com/office/drawing/2014/main" id="{72273022-D210-5144-0093-0B36B7D63164}"/>
                  </a:ext>
                </a:extLst>
              </p:cNvPr>
              <p:cNvSpPr/>
              <p:nvPr/>
            </p:nvSpPr>
            <p:spPr>
              <a:xfrm>
                <a:off x="7724132" y="5766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2" name="Freeform 50881">
                <a:extLst>
                  <a:ext uri="{FF2B5EF4-FFF2-40B4-BE49-F238E27FC236}">
                    <a16:creationId xmlns:a16="http://schemas.microsoft.com/office/drawing/2014/main" id="{3719CDA2-536C-67D1-8CC3-0AE76FD82932}"/>
                  </a:ext>
                </a:extLst>
              </p:cNvPr>
              <p:cNvSpPr/>
              <p:nvPr/>
            </p:nvSpPr>
            <p:spPr>
              <a:xfrm>
                <a:off x="7724727" y="5754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3" name="Freeform 50882">
                <a:extLst>
                  <a:ext uri="{FF2B5EF4-FFF2-40B4-BE49-F238E27FC236}">
                    <a16:creationId xmlns:a16="http://schemas.microsoft.com/office/drawing/2014/main" id="{45042A3A-AEE6-6F63-C636-D4C6F5381C58}"/>
                  </a:ext>
                </a:extLst>
              </p:cNvPr>
              <p:cNvSpPr/>
              <p:nvPr/>
            </p:nvSpPr>
            <p:spPr>
              <a:xfrm>
                <a:off x="7725223" y="5774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4" name="Freeform 50883">
                <a:extLst>
                  <a:ext uri="{FF2B5EF4-FFF2-40B4-BE49-F238E27FC236}">
                    <a16:creationId xmlns:a16="http://schemas.microsoft.com/office/drawing/2014/main" id="{30A6A76E-8818-6D07-0B9B-FD2E610A2C19}"/>
                  </a:ext>
                </a:extLst>
              </p:cNvPr>
              <p:cNvSpPr/>
              <p:nvPr/>
            </p:nvSpPr>
            <p:spPr>
              <a:xfrm>
                <a:off x="7725720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5" name="Freeform 50884">
                <a:extLst>
                  <a:ext uri="{FF2B5EF4-FFF2-40B4-BE49-F238E27FC236}">
                    <a16:creationId xmlns:a16="http://schemas.microsoft.com/office/drawing/2014/main" id="{3E1EA3CC-994C-8178-A373-7287F856F6F3}"/>
                  </a:ext>
                </a:extLst>
              </p:cNvPr>
              <p:cNvSpPr/>
              <p:nvPr/>
            </p:nvSpPr>
            <p:spPr>
              <a:xfrm>
                <a:off x="7726315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6" name="Freeform 50885">
                <a:extLst>
                  <a:ext uri="{FF2B5EF4-FFF2-40B4-BE49-F238E27FC236}">
                    <a16:creationId xmlns:a16="http://schemas.microsoft.com/office/drawing/2014/main" id="{D3AF591A-676A-6893-B5C3-8F228B1F95E3}"/>
                  </a:ext>
                </a:extLst>
              </p:cNvPr>
              <p:cNvSpPr/>
              <p:nvPr/>
            </p:nvSpPr>
            <p:spPr>
              <a:xfrm>
                <a:off x="7726811" y="602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7" name="Freeform 50886">
                <a:extLst>
                  <a:ext uri="{FF2B5EF4-FFF2-40B4-BE49-F238E27FC236}">
                    <a16:creationId xmlns:a16="http://schemas.microsoft.com/office/drawing/2014/main" id="{D0A3674D-27D0-29CA-1E8A-5D4465067CC2}"/>
                  </a:ext>
                </a:extLst>
              </p:cNvPr>
              <p:cNvSpPr/>
              <p:nvPr/>
            </p:nvSpPr>
            <p:spPr>
              <a:xfrm>
                <a:off x="7727307" y="60237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8" name="Freeform 50887">
                <a:extLst>
                  <a:ext uri="{FF2B5EF4-FFF2-40B4-BE49-F238E27FC236}">
                    <a16:creationId xmlns:a16="http://schemas.microsoft.com/office/drawing/2014/main" id="{89AC4347-1555-949E-0399-8377FAAFDDEF}"/>
                  </a:ext>
                </a:extLst>
              </p:cNvPr>
              <p:cNvSpPr/>
              <p:nvPr/>
            </p:nvSpPr>
            <p:spPr>
              <a:xfrm>
                <a:off x="7727902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89" name="Freeform 50888">
                <a:extLst>
                  <a:ext uri="{FF2B5EF4-FFF2-40B4-BE49-F238E27FC236}">
                    <a16:creationId xmlns:a16="http://schemas.microsoft.com/office/drawing/2014/main" id="{B393B4E9-27C5-07ED-243B-3B7578F3D83F}"/>
                  </a:ext>
                </a:extLst>
              </p:cNvPr>
              <p:cNvSpPr/>
              <p:nvPr/>
            </p:nvSpPr>
            <p:spPr>
              <a:xfrm>
                <a:off x="7728398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0" name="Freeform 50889">
                <a:extLst>
                  <a:ext uri="{FF2B5EF4-FFF2-40B4-BE49-F238E27FC236}">
                    <a16:creationId xmlns:a16="http://schemas.microsoft.com/office/drawing/2014/main" id="{417BC5AF-50F5-C19A-4005-35E430D91DD2}"/>
                  </a:ext>
                </a:extLst>
              </p:cNvPr>
              <p:cNvSpPr/>
              <p:nvPr/>
            </p:nvSpPr>
            <p:spPr>
              <a:xfrm>
                <a:off x="7728895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1" name="Freeform 50890">
                <a:extLst>
                  <a:ext uri="{FF2B5EF4-FFF2-40B4-BE49-F238E27FC236}">
                    <a16:creationId xmlns:a16="http://schemas.microsoft.com/office/drawing/2014/main" id="{5CE1200F-2CCE-2086-B16B-7825F94F7502}"/>
                  </a:ext>
                </a:extLst>
              </p:cNvPr>
              <p:cNvSpPr/>
              <p:nvPr/>
            </p:nvSpPr>
            <p:spPr>
              <a:xfrm>
                <a:off x="7729391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2" name="Freeform 50891">
                <a:extLst>
                  <a:ext uri="{FF2B5EF4-FFF2-40B4-BE49-F238E27FC236}">
                    <a16:creationId xmlns:a16="http://schemas.microsoft.com/office/drawing/2014/main" id="{6366015F-FB5B-BF27-B77A-01CA61CEE0DD}"/>
                  </a:ext>
                </a:extLst>
              </p:cNvPr>
              <p:cNvSpPr/>
              <p:nvPr/>
            </p:nvSpPr>
            <p:spPr>
              <a:xfrm>
                <a:off x="7729986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3" name="Freeform 50892">
                <a:extLst>
                  <a:ext uri="{FF2B5EF4-FFF2-40B4-BE49-F238E27FC236}">
                    <a16:creationId xmlns:a16="http://schemas.microsoft.com/office/drawing/2014/main" id="{0DE501CE-F37B-D7CA-C8FB-A167A9875E44}"/>
                  </a:ext>
                </a:extLst>
              </p:cNvPr>
              <p:cNvSpPr/>
              <p:nvPr/>
            </p:nvSpPr>
            <p:spPr>
              <a:xfrm>
                <a:off x="7730482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4" name="Freeform 50893">
                <a:extLst>
                  <a:ext uri="{FF2B5EF4-FFF2-40B4-BE49-F238E27FC236}">
                    <a16:creationId xmlns:a16="http://schemas.microsoft.com/office/drawing/2014/main" id="{2D862A1E-3723-AA8B-D3CC-191E1DD5F12E}"/>
                  </a:ext>
                </a:extLst>
              </p:cNvPr>
              <p:cNvSpPr/>
              <p:nvPr/>
            </p:nvSpPr>
            <p:spPr>
              <a:xfrm>
                <a:off x="7730978" y="5854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5" name="Freeform 50894">
                <a:extLst>
                  <a:ext uri="{FF2B5EF4-FFF2-40B4-BE49-F238E27FC236}">
                    <a16:creationId xmlns:a16="http://schemas.microsoft.com/office/drawing/2014/main" id="{3DE66FC8-15F8-1966-3696-639FA8BBFC6E}"/>
                  </a:ext>
                </a:extLst>
              </p:cNvPr>
              <p:cNvSpPr/>
              <p:nvPr/>
            </p:nvSpPr>
            <p:spPr>
              <a:xfrm>
                <a:off x="7731573" y="5790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6" name="Freeform 50895">
                <a:extLst>
                  <a:ext uri="{FF2B5EF4-FFF2-40B4-BE49-F238E27FC236}">
                    <a16:creationId xmlns:a16="http://schemas.microsoft.com/office/drawing/2014/main" id="{0B6ADF91-2AF3-526B-A1E8-C01E594A8AED}"/>
                  </a:ext>
                </a:extLst>
              </p:cNvPr>
              <p:cNvSpPr/>
              <p:nvPr/>
            </p:nvSpPr>
            <p:spPr>
              <a:xfrm>
                <a:off x="7732070" y="5745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7" name="Freeform 50896">
                <a:extLst>
                  <a:ext uri="{FF2B5EF4-FFF2-40B4-BE49-F238E27FC236}">
                    <a16:creationId xmlns:a16="http://schemas.microsoft.com/office/drawing/2014/main" id="{672DE2D9-15C0-C3CE-497D-DFA6FDA2389C}"/>
                  </a:ext>
                </a:extLst>
              </p:cNvPr>
              <p:cNvSpPr/>
              <p:nvPr/>
            </p:nvSpPr>
            <p:spPr>
              <a:xfrm>
                <a:off x="7732566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8" name="Freeform 50897">
                <a:extLst>
                  <a:ext uri="{FF2B5EF4-FFF2-40B4-BE49-F238E27FC236}">
                    <a16:creationId xmlns:a16="http://schemas.microsoft.com/office/drawing/2014/main" id="{B6C987DB-C4C0-1BFD-647C-5E7DEC784089}"/>
                  </a:ext>
                </a:extLst>
              </p:cNvPr>
              <p:cNvSpPr/>
              <p:nvPr/>
            </p:nvSpPr>
            <p:spPr>
              <a:xfrm>
                <a:off x="7733161" y="5848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99" name="Freeform 50898">
                <a:extLst>
                  <a:ext uri="{FF2B5EF4-FFF2-40B4-BE49-F238E27FC236}">
                    <a16:creationId xmlns:a16="http://schemas.microsoft.com/office/drawing/2014/main" id="{C18CAB71-ED92-D1C9-CB28-8FF0524E0006}"/>
                  </a:ext>
                </a:extLst>
              </p:cNvPr>
              <p:cNvSpPr/>
              <p:nvPr/>
            </p:nvSpPr>
            <p:spPr>
              <a:xfrm>
                <a:off x="7733657" y="5815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0" name="Freeform 50899">
                <a:extLst>
                  <a:ext uri="{FF2B5EF4-FFF2-40B4-BE49-F238E27FC236}">
                    <a16:creationId xmlns:a16="http://schemas.microsoft.com/office/drawing/2014/main" id="{14F574C8-2C59-6F3C-8776-B4917FC834DA}"/>
                  </a:ext>
                </a:extLst>
              </p:cNvPr>
              <p:cNvSpPr/>
              <p:nvPr/>
            </p:nvSpPr>
            <p:spPr>
              <a:xfrm>
                <a:off x="7734153" y="578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1" name="Freeform 50900">
                <a:extLst>
                  <a:ext uri="{FF2B5EF4-FFF2-40B4-BE49-F238E27FC236}">
                    <a16:creationId xmlns:a16="http://schemas.microsoft.com/office/drawing/2014/main" id="{E209B487-FE92-7046-0C1B-98DB9751533B}"/>
                  </a:ext>
                </a:extLst>
              </p:cNvPr>
              <p:cNvSpPr/>
              <p:nvPr/>
            </p:nvSpPr>
            <p:spPr>
              <a:xfrm>
                <a:off x="7734748" y="5767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2" name="Freeform 50901">
                <a:extLst>
                  <a:ext uri="{FF2B5EF4-FFF2-40B4-BE49-F238E27FC236}">
                    <a16:creationId xmlns:a16="http://schemas.microsoft.com/office/drawing/2014/main" id="{D461A05E-D467-51B2-F639-6A58161F98F4}"/>
                  </a:ext>
                </a:extLst>
              </p:cNvPr>
              <p:cNvSpPr/>
              <p:nvPr/>
            </p:nvSpPr>
            <p:spPr>
              <a:xfrm>
                <a:off x="7735245" y="574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3" name="Freeform 50902">
                <a:extLst>
                  <a:ext uri="{FF2B5EF4-FFF2-40B4-BE49-F238E27FC236}">
                    <a16:creationId xmlns:a16="http://schemas.microsoft.com/office/drawing/2014/main" id="{80407038-097C-DE13-7B56-64ABAFE3C7B0}"/>
                  </a:ext>
                </a:extLst>
              </p:cNvPr>
              <p:cNvSpPr/>
              <p:nvPr/>
            </p:nvSpPr>
            <p:spPr>
              <a:xfrm>
                <a:off x="7735741" y="57050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4" name="Freeform 50903">
                <a:extLst>
                  <a:ext uri="{FF2B5EF4-FFF2-40B4-BE49-F238E27FC236}">
                    <a16:creationId xmlns:a16="http://schemas.microsoft.com/office/drawing/2014/main" id="{5636F79E-0C89-D9F6-17ED-ADDA47B4812C}"/>
                  </a:ext>
                </a:extLst>
              </p:cNvPr>
              <p:cNvSpPr/>
              <p:nvPr/>
            </p:nvSpPr>
            <p:spPr>
              <a:xfrm>
                <a:off x="7736336" y="5669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5" name="Freeform 50904">
                <a:extLst>
                  <a:ext uri="{FF2B5EF4-FFF2-40B4-BE49-F238E27FC236}">
                    <a16:creationId xmlns:a16="http://schemas.microsoft.com/office/drawing/2014/main" id="{B3A4850F-89CE-D91E-8413-20B950538818}"/>
                  </a:ext>
                </a:extLst>
              </p:cNvPr>
              <p:cNvSpPr/>
              <p:nvPr/>
            </p:nvSpPr>
            <p:spPr>
              <a:xfrm>
                <a:off x="7736832" y="5671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6" name="Freeform 50905">
                <a:extLst>
                  <a:ext uri="{FF2B5EF4-FFF2-40B4-BE49-F238E27FC236}">
                    <a16:creationId xmlns:a16="http://schemas.microsoft.com/office/drawing/2014/main" id="{90D1502C-FB98-B2B9-D216-E2EFF1558A80}"/>
                  </a:ext>
                </a:extLst>
              </p:cNvPr>
              <p:cNvSpPr/>
              <p:nvPr/>
            </p:nvSpPr>
            <p:spPr>
              <a:xfrm>
                <a:off x="7737328" y="5713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7" name="Freeform 50906">
                <a:extLst>
                  <a:ext uri="{FF2B5EF4-FFF2-40B4-BE49-F238E27FC236}">
                    <a16:creationId xmlns:a16="http://schemas.microsoft.com/office/drawing/2014/main" id="{575D3C1E-1330-DE16-A154-9970261F0CA9}"/>
                  </a:ext>
                </a:extLst>
              </p:cNvPr>
              <p:cNvSpPr/>
              <p:nvPr/>
            </p:nvSpPr>
            <p:spPr>
              <a:xfrm>
                <a:off x="7737923" y="5717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8" name="Freeform 50907">
                <a:extLst>
                  <a:ext uri="{FF2B5EF4-FFF2-40B4-BE49-F238E27FC236}">
                    <a16:creationId xmlns:a16="http://schemas.microsoft.com/office/drawing/2014/main" id="{7D968CFF-6777-6A70-225D-46EF2F803658}"/>
                  </a:ext>
                </a:extLst>
              </p:cNvPr>
              <p:cNvSpPr/>
              <p:nvPr/>
            </p:nvSpPr>
            <p:spPr>
              <a:xfrm>
                <a:off x="7738420" y="5976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09" name="Freeform 50908">
                <a:extLst>
                  <a:ext uri="{FF2B5EF4-FFF2-40B4-BE49-F238E27FC236}">
                    <a16:creationId xmlns:a16="http://schemas.microsoft.com/office/drawing/2014/main" id="{0E0BA5F0-C042-C886-24F8-F323FFEAF2C0}"/>
                  </a:ext>
                </a:extLst>
              </p:cNvPr>
              <p:cNvSpPr/>
              <p:nvPr/>
            </p:nvSpPr>
            <p:spPr>
              <a:xfrm>
                <a:off x="7738916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0" name="Freeform 50909">
                <a:extLst>
                  <a:ext uri="{FF2B5EF4-FFF2-40B4-BE49-F238E27FC236}">
                    <a16:creationId xmlns:a16="http://schemas.microsoft.com/office/drawing/2014/main" id="{88E83DCC-048E-5B74-6A24-C3A068EED416}"/>
                  </a:ext>
                </a:extLst>
              </p:cNvPr>
              <p:cNvSpPr/>
              <p:nvPr/>
            </p:nvSpPr>
            <p:spPr>
              <a:xfrm>
                <a:off x="7739511" y="6011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1" name="Freeform 50910">
                <a:extLst>
                  <a:ext uri="{FF2B5EF4-FFF2-40B4-BE49-F238E27FC236}">
                    <a16:creationId xmlns:a16="http://schemas.microsoft.com/office/drawing/2014/main" id="{AC932CC6-C5CD-A36B-9B3D-BDAC43B79FA3}"/>
                  </a:ext>
                </a:extLst>
              </p:cNvPr>
              <p:cNvSpPr/>
              <p:nvPr/>
            </p:nvSpPr>
            <p:spPr>
              <a:xfrm>
                <a:off x="7740007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2" name="Freeform 50911">
                <a:extLst>
                  <a:ext uri="{FF2B5EF4-FFF2-40B4-BE49-F238E27FC236}">
                    <a16:creationId xmlns:a16="http://schemas.microsoft.com/office/drawing/2014/main" id="{0D187AFB-C6AC-3910-9709-3A598C01B410}"/>
                  </a:ext>
                </a:extLst>
              </p:cNvPr>
              <p:cNvSpPr/>
              <p:nvPr/>
            </p:nvSpPr>
            <p:spPr>
              <a:xfrm>
                <a:off x="7740503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3" name="Freeform 50912">
                <a:extLst>
                  <a:ext uri="{FF2B5EF4-FFF2-40B4-BE49-F238E27FC236}">
                    <a16:creationId xmlns:a16="http://schemas.microsoft.com/office/drawing/2014/main" id="{07B4A379-7008-D006-7BB2-BF9F697AAE43}"/>
                  </a:ext>
                </a:extLst>
              </p:cNvPr>
              <p:cNvSpPr/>
              <p:nvPr/>
            </p:nvSpPr>
            <p:spPr>
              <a:xfrm>
                <a:off x="7740999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4" name="Freeform 50913">
                <a:extLst>
                  <a:ext uri="{FF2B5EF4-FFF2-40B4-BE49-F238E27FC236}">
                    <a16:creationId xmlns:a16="http://schemas.microsoft.com/office/drawing/2014/main" id="{30568E34-9F10-8917-DA9D-9D26E0A2802A}"/>
                  </a:ext>
                </a:extLst>
              </p:cNvPr>
              <p:cNvSpPr/>
              <p:nvPr/>
            </p:nvSpPr>
            <p:spPr>
              <a:xfrm>
                <a:off x="7741595" y="6011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5" name="Freeform 50914">
                <a:extLst>
                  <a:ext uri="{FF2B5EF4-FFF2-40B4-BE49-F238E27FC236}">
                    <a16:creationId xmlns:a16="http://schemas.microsoft.com/office/drawing/2014/main" id="{B59BD42D-CF68-4AE0-6650-CC7A4776D963}"/>
                  </a:ext>
                </a:extLst>
              </p:cNvPr>
              <p:cNvSpPr/>
              <p:nvPr/>
            </p:nvSpPr>
            <p:spPr>
              <a:xfrm>
                <a:off x="7742091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6" name="Freeform 50915">
                <a:extLst>
                  <a:ext uri="{FF2B5EF4-FFF2-40B4-BE49-F238E27FC236}">
                    <a16:creationId xmlns:a16="http://schemas.microsoft.com/office/drawing/2014/main" id="{931C0725-2E71-5091-D896-B3883A1DA374}"/>
                  </a:ext>
                </a:extLst>
              </p:cNvPr>
              <p:cNvSpPr/>
              <p:nvPr/>
            </p:nvSpPr>
            <p:spPr>
              <a:xfrm>
                <a:off x="7742587" y="6005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7" name="Freeform 50916">
                <a:extLst>
                  <a:ext uri="{FF2B5EF4-FFF2-40B4-BE49-F238E27FC236}">
                    <a16:creationId xmlns:a16="http://schemas.microsoft.com/office/drawing/2014/main" id="{EB01EE8F-2B75-ABB7-5DA0-99F2F903F9AB}"/>
                  </a:ext>
                </a:extLst>
              </p:cNvPr>
              <p:cNvSpPr/>
              <p:nvPr/>
            </p:nvSpPr>
            <p:spPr>
              <a:xfrm>
                <a:off x="7743182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8" name="Freeform 50917">
                <a:extLst>
                  <a:ext uri="{FF2B5EF4-FFF2-40B4-BE49-F238E27FC236}">
                    <a16:creationId xmlns:a16="http://schemas.microsoft.com/office/drawing/2014/main" id="{F14EC965-FBEF-A21C-DC19-069E44F621A4}"/>
                  </a:ext>
                </a:extLst>
              </p:cNvPr>
              <p:cNvSpPr/>
              <p:nvPr/>
            </p:nvSpPr>
            <p:spPr>
              <a:xfrm>
                <a:off x="7743678" y="5878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19" name="Freeform 50918">
                <a:extLst>
                  <a:ext uri="{FF2B5EF4-FFF2-40B4-BE49-F238E27FC236}">
                    <a16:creationId xmlns:a16="http://schemas.microsoft.com/office/drawing/2014/main" id="{E71EF123-3A16-A048-BE4E-D6DAD744ECB5}"/>
                  </a:ext>
                </a:extLst>
              </p:cNvPr>
              <p:cNvSpPr/>
              <p:nvPr/>
            </p:nvSpPr>
            <p:spPr>
              <a:xfrm>
                <a:off x="7744174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0" name="Freeform 50919">
                <a:extLst>
                  <a:ext uri="{FF2B5EF4-FFF2-40B4-BE49-F238E27FC236}">
                    <a16:creationId xmlns:a16="http://schemas.microsoft.com/office/drawing/2014/main" id="{32EAA53B-489B-7CDF-3309-27AF2A1B0920}"/>
                  </a:ext>
                </a:extLst>
              </p:cNvPr>
              <p:cNvSpPr/>
              <p:nvPr/>
            </p:nvSpPr>
            <p:spPr>
              <a:xfrm>
                <a:off x="7744770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1" name="Freeform 50920">
                <a:extLst>
                  <a:ext uri="{FF2B5EF4-FFF2-40B4-BE49-F238E27FC236}">
                    <a16:creationId xmlns:a16="http://schemas.microsoft.com/office/drawing/2014/main" id="{0A0CC6AD-0AE2-7957-926D-CADC54A23E13}"/>
                  </a:ext>
                </a:extLst>
              </p:cNvPr>
              <p:cNvSpPr/>
              <p:nvPr/>
            </p:nvSpPr>
            <p:spPr>
              <a:xfrm>
                <a:off x="7745266" y="587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2" name="Freeform 50921">
                <a:extLst>
                  <a:ext uri="{FF2B5EF4-FFF2-40B4-BE49-F238E27FC236}">
                    <a16:creationId xmlns:a16="http://schemas.microsoft.com/office/drawing/2014/main" id="{4711F6AE-3CE0-E2C7-2FC9-87DA8559B0A5}"/>
                  </a:ext>
                </a:extLst>
              </p:cNvPr>
              <p:cNvSpPr/>
              <p:nvPr/>
            </p:nvSpPr>
            <p:spPr>
              <a:xfrm>
                <a:off x="7745762" y="5869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3" name="Freeform 50922">
                <a:extLst>
                  <a:ext uri="{FF2B5EF4-FFF2-40B4-BE49-F238E27FC236}">
                    <a16:creationId xmlns:a16="http://schemas.microsoft.com/office/drawing/2014/main" id="{82E8F21C-1A54-842B-5B3B-2011C0743C8F}"/>
                  </a:ext>
                </a:extLst>
              </p:cNvPr>
              <p:cNvSpPr/>
              <p:nvPr/>
            </p:nvSpPr>
            <p:spPr>
              <a:xfrm>
                <a:off x="7746357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4" name="Freeform 50923">
                <a:extLst>
                  <a:ext uri="{FF2B5EF4-FFF2-40B4-BE49-F238E27FC236}">
                    <a16:creationId xmlns:a16="http://schemas.microsoft.com/office/drawing/2014/main" id="{E3357D70-DE5B-FB4F-DBAD-B3B095E4E862}"/>
                  </a:ext>
                </a:extLst>
              </p:cNvPr>
              <p:cNvSpPr/>
              <p:nvPr/>
            </p:nvSpPr>
            <p:spPr>
              <a:xfrm>
                <a:off x="7746853" y="584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5" name="Freeform 50924">
                <a:extLst>
                  <a:ext uri="{FF2B5EF4-FFF2-40B4-BE49-F238E27FC236}">
                    <a16:creationId xmlns:a16="http://schemas.microsoft.com/office/drawing/2014/main" id="{FF1889B9-F09C-51A0-0DE4-E6571DF80F3A}"/>
                  </a:ext>
                </a:extLst>
              </p:cNvPr>
              <p:cNvSpPr/>
              <p:nvPr/>
            </p:nvSpPr>
            <p:spPr>
              <a:xfrm>
                <a:off x="7747349" y="5826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6" name="Freeform 50925">
                <a:extLst>
                  <a:ext uri="{FF2B5EF4-FFF2-40B4-BE49-F238E27FC236}">
                    <a16:creationId xmlns:a16="http://schemas.microsoft.com/office/drawing/2014/main" id="{53E2CBEF-CBC9-2AF6-0260-8CCE2157EF45}"/>
                  </a:ext>
                </a:extLst>
              </p:cNvPr>
              <p:cNvSpPr/>
              <p:nvPr/>
            </p:nvSpPr>
            <p:spPr>
              <a:xfrm>
                <a:off x="7747945" y="5804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7" name="Freeform 50926">
                <a:extLst>
                  <a:ext uri="{FF2B5EF4-FFF2-40B4-BE49-F238E27FC236}">
                    <a16:creationId xmlns:a16="http://schemas.microsoft.com/office/drawing/2014/main" id="{55AF2676-FBBC-4365-5548-B9D4D20F2079}"/>
                  </a:ext>
                </a:extLst>
              </p:cNvPr>
              <p:cNvSpPr/>
              <p:nvPr/>
            </p:nvSpPr>
            <p:spPr>
              <a:xfrm>
                <a:off x="7748441" y="5779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8" name="Freeform 50927">
                <a:extLst>
                  <a:ext uri="{FF2B5EF4-FFF2-40B4-BE49-F238E27FC236}">
                    <a16:creationId xmlns:a16="http://schemas.microsoft.com/office/drawing/2014/main" id="{D282E1EE-E32A-C8D3-748D-318D5D719258}"/>
                  </a:ext>
                </a:extLst>
              </p:cNvPr>
              <p:cNvSpPr/>
              <p:nvPr/>
            </p:nvSpPr>
            <p:spPr>
              <a:xfrm>
                <a:off x="7748937" y="5763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29" name="Freeform 50928">
                <a:extLst>
                  <a:ext uri="{FF2B5EF4-FFF2-40B4-BE49-F238E27FC236}">
                    <a16:creationId xmlns:a16="http://schemas.microsoft.com/office/drawing/2014/main" id="{777AB74D-BD4E-368B-3898-D0B4981FCB15}"/>
                  </a:ext>
                </a:extLst>
              </p:cNvPr>
              <p:cNvSpPr/>
              <p:nvPr/>
            </p:nvSpPr>
            <p:spPr>
              <a:xfrm>
                <a:off x="7749532" y="5759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0" name="Freeform 50929">
                <a:extLst>
                  <a:ext uri="{FF2B5EF4-FFF2-40B4-BE49-F238E27FC236}">
                    <a16:creationId xmlns:a16="http://schemas.microsoft.com/office/drawing/2014/main" id="{23E6AB89-02F8-96B7-1000-0B3427E9F9B3}"/>
                  </a:ext>
                </a:extLst>
              </p:cNvPr>
              <p:cNvSpPr/>
              <p:nvPr/>
            </p:nvSpPr>
            <p:spPr>
              <a:xfrm>
                <a:off x="7750028" y="572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1" name="Freeform 50930">
                <a:extLst>
                  <a:ext uri="{FF2B5EF4-FFF2-40B4-BE49-F238E27FC236}">
                    <a16:creationId xmlns:a16="http://schemas.microsoft.com/office/drawing/2014/main" id="{7EE7DCD6-4515-1914-D392-3E62EAC1F72D}"/>
                  </a:ext>
                </a:extLst>
              </p:cNvPr>
              <p:cNvSpPr/>
              <p:nvPr/>
            </p:nvSpPr>
            <p:spPr>
              <a:xfrm>
                <a:off x="7750524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2" name="Freeform 50931">
                <a:extLst>
                  <a:ext uri="{FF2B5EF4-FFF2-40B4-BE49-F238E27FC236}">
                    <a16:creationId xmlns:a16="http://schemas.microsoft.com/office/drawing/2014/main" id="{721B7C27-B126-2C7A-D569-71CB5B25CA8E}"/>
                  </a:ext>
                </a:extLst>
              </p:cNvPr>
              <p:cNvSpPr/>
              <p:nvPr/>
            </p:nvSpPr>
            <p:spPr>
              <a:xfrm>
                <a:off x="7751120" y="6049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3" name="Freeform 50932">
                <a:extLst>
                  <a:ext uri="{FF2B5EF4-FFF2-40B4-BE49-F238E27FC236}">
                    <a16:creationId xmlns:a16="http://schemas.microsoft.com/office/drawing/2014/main" id="{7AE807EE-1B73-DD3F-1632-4A3BE99F215A}"/>
                  </a:ext>
                </a:extLst>
              </p:cNvPr>
              <p:cNvSpPr/>
              <p:nvPr/>
            </p:nvSpPr>
            <p:spPr>
              <a:xfrm>
                <a:off x="7751616" y="60507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4" name="Freeform 50933">
                <a:extLst>
                  <a:ext uri="{FF2B5EF4-FFF2-40B4-BE49-F238E27FC236}">
                    <a16:creationId xmlns:a16="http://schemas.microsoft.com/office/drawing/2014/main" id="{4890B406-F62E-12F4-3195-915E709855A6}"/>
                  </a:ext>
                </a:extLst>
              </p:cNvPr>
              <p:cNvSpPr/>
              <p:nvPr/>
            </p:nvSpPr>
            <p:spPr>
              <a:xfrm>
                <a:off x="7752112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5" name="Freeform 50934">
                <a:extLst>
                  <a:ext uri="{FF2B5EF4-FFF2-40B4-BE49-F238E27FC236}">
                    <a16:creationId xmlns:a16="http://schemas.microsoft.com/office/drawing/2014/main" id="{330CA928-0A87-A959-2709-68B6A24EE286}"/>
                  </a:ext>
                </a:extLst>
              </p:cNvPr>
              <p:cNvSpPr/>
              <p:nvPr/>
            </p:nvSpPr>
            <p:spPr>
              <a:xfrm>
                <a:off x="7752707" y="6054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6" name="Freeform 50935">
                <a:extLst>
                  <a:ext uri="{FF2B5EF4-FFF2-40B4-BE49-F238E27FC236}">
                    <a16:creationId xmlns:a16="http://schemas.microsoft.com/office/drawing/2014/main" id="{73889084-D007-0140-E139-9991B7146AAF}"/>
                  </a:ext>
                </a:extLst>
              </p:cNvPr>
              <p:cNvSpPr/>
              <p:nvPr/>
            </p:nvSpPr>
            <p:spPr>
              <a:xfrm>
                <a:off x="7753203" y="6053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7" name="Freeform 50936">
                <a:extLst>
                  <a:ext uri="{FF2B5EF4-FFF2-40B4-BE49-F238E27FC236}">
                    <a16:creationId xmlns:a16="http://schemas.microsoft.com/office/drawing/2014/main" id="{1175CD30-0CC9-EA8D-1070-B799541A8025}"/>
                  </a:ext>
                </a:extLst>
              </p:cNvPr>
              <p:cNvSpPr/>
              <p:nvPr/>
            </p:nvSpPr>
            <p:spPr>
              <a:xfrm>
                <a:off x="7753699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8" name="Freeform 50937">
                <a:extLst>
                  <a:ext uri="{FF2B5EF4-FFF2-40B4-BE49-F238E27FC236}">
                    <a16:creationId xmlns:a16="http://schemas.microsoft.com/office/drawing/2014/main" id="{4D72C744-C13E-CEA7-3789-29A08D2BBFC8}"/>
                  </a:ext>
                </a:extLst>
              </p:cNvPr>
              <p:cNvSpPr/>
              <p:nvPr/>
            </p:nvSpPr>
            <p:spPr>
              <a:xfrm>
                <a:off x="7754195" y="6055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39" name="Freeform 50938">
                <a:extLst>
                  <a:ext uri="{FF2B5EF4-FFF2-40B4-BE49-F238E27FC236}">
                    <a16:creationId xmlns:a16="http://schemas.microsoft.com/office/drawing/2014/main" id="{32BB88C9-BB00-8903-7194-F26575A1ABE4}"/>
                  </a:ext>
                </a:extLst>
              </p:cNvPr>
              <p:cNvSpPr/>
              <p:nvPr/>
            </p:nvSpPr>
            <p:spPr>
              <a:xfrm>
                <a:off x="7754791" y="6054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0" name="Freeform 50939">
                <a:extLst>
                  <a:ext uri="{FF2B5EF4-FFF2-40B4-BE49-F238E27FC236}">
                    <a16:creationId xmlns:a16="http://schemas.microsoft.com/office/drawing/2014/main" id="{1F4DAF35-6CE2-D546-7400-7682761F5DD8}"/>
                  </a:ext>
                </a:extLst>
              </p:cNvPr>
              <p:cNvSpPr/>
              <p:nvPr/>
            </p:nvSpPr>
            <p:spPr>
              <a:xfrm>
                <a:off x="7755287" y="60556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1" name="Freeform 50940">
                <a:extLst>
                  <a:ext uri="{FF2B5EF4-FFF2-40B4-BE49-F238E27FC236}">
                    <a16:creationId xmlns:a16="http://schemas.microsoft.com/office/drawing/2014/main" id="{67389A5F-3351-2CE1-BCFC-30388BE72BEA}"/>
                  </a:ext>
                </a:extLst>
              </p:cNvPr>
              <p:cNvSpPr/>
              <p:nvPr/>
            </p:nvSpPr>
            <p:spPr>
              <a:xfrm>
                <a:off x="7755783" y="6016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2" name="Freeform 50941">
                <a:extLst>
                  <a:ext uri="{FF2B5EF4-FFF2-40B4-BE49-F238E27FC236}">
                    <a16:creationId xmlns:a16="http://schemas.microsoft.com/office/drawing/2014/main" id="{502F2E2E-6F94-57F4-5451-DCCFA6777397}"/>
                  </a:ext>
                </a:extLst>
              </p:cNvPr>
              <p:cNvSpPr/>
              <p:nvPr/>
            </p:nvSpPr>
            <p:spPr>
              <a:xfrm>
                <a:off x="7756378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3" name="Freeform 50942">
                <a:extLst>
                  <a:ext uri="{FF2B5EF4-FFF2-40B4-BE49-F238E27FC236}">
                    <a16:creationId xmlns:a16="http://schemas.microsoft.com/office/drawing/2014/main" id="{E5B1856E-FF67-971F-45B8-CD8E812DC45E}"/>
                  </a:ext>
                </a:extLst>
              </p:cNvPr>
              <p:cNvSpPr/>
              <p:nvPr/>
            </p:nvSpPr>
            <p:spPr>
              <a:xfrm>
                <a:off x="7756874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4" name="Freeform 50943">
                <a:extLst>
                  <a:ext uri="{FF2B5EF4-FFF2-40B4-BE49-F238E27FC236}">
                    <a16:creationId xmlns:a16="http://schemas.microsoft.com/office/drawing/2014/main" id="{96EB43DB-007B-D756-7A21-604082BE3C64}"/>
                  </a:ext>
                </a:extLst>
              </p:cNvPr>
              <p:cNvSpPr/>
              <p:nvPr/>
            </p:nvSpPr>
            <p:spPr>
              <a:xfrm>
                <a:off x="7757370" y="6010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5" name="Freeform 50944">
                <a:extLst>
                  <a:ext uri="{FF2B5EF4-FFF2-40B4-BE49-F238E27FC236}">
                    <a16:creationId xmlns:a16="http://schemas.microsoft.com/office/drawing/2014/main" id="{D3157E78-E0AE-B857-5050-68DC33881512}"/>
                  </a:ext>
                </a:extLst>
              </p:cNvPr>
              <p:cNvSpPr/>
              <p:nvPr/>
            </p:nvSpPr>
            <p:spPr>
              <a:xfrm>
                <a:off x="7757966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6" name="Freeform 50945">
                <a:extLst>
                  <a:ext uri="{FF2B5EF4-FFF2-40B4-BE49-F238E27FC236}">
                    <a16:creationId xmlns:a16="http://schemas.microsoft.com/office/drawing/2014/main" id="{5558C0A4-0768-B2CF-DD48-616D416B1434}"/>
                  </a:ext>
                </a:extLst>
              </p:cNvPr>
              <p:cNvSpPr/>
              <p:nvPr/>
            </p:nvSpPr>
            <p:spPr>
              <a:xfrm>
                <a:off x="7758462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7" name="Freeform 50946">
                <a:extLst>
                  <a:ext uri="{FF2B5EF4-FFF2-40B4-BE49-F238E27FC236}">
                    <a16:creationId xmlns:a16="http://schemas.microsoft.com/office/drawing/2014/main" id="{576112F7-0583-1073-9621-2B09F3AA8344}"/>
                  </a:ext>
                </a:extLst>
              </p:cNvPr>
              <p:cNvSpPr/>
              <p:nvPr/>
            </p:nvSpPr>
            <p:spPr>
              <a:xfrm>
                <a:off x="7758958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8" name="Freeform 50947">
                <a:extLst>
                  <a:ext uri="{FF2B5EF4-FFF2-40B4-BE49-F238E27FC236}">
                    <a16:creationId xmlns:a16="http://schemas.microsoft.com/office/drawing/2014/main" id="{F12308FE-10FD-3B2B-B414-6AA4196870CF}"/>
                  </a:ext>
                </a:extLst>
              </p:cNvPr>
              <p:cNvSpPr/>
              <p:nvPr/>
            </p:nvSpPr>
            <p:spPr>
              <a:xfrm>
                <a:off x="7759553" y="6007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49" name="Freeform 50948">
                <a:extLst>
                  <a:ext uri="{FF2B5EF4-FFF2-40B4-BE49-F238E27FC236}">
                    <a16:creationId xmlns:a16="http://schemas.microsoft.com/office/drawing/2014/main" id="{631CFD37-6185-88CD-A8AA-61846CBA1199}"/>
                  </a:ext>
                </a:extLst>
              </p:cNvPr>
              <p:cNvSpPr/>
              <p:nvPr/>
            </p:nvSpPr>
            <p:spPr>
              <a:xfrm>
                <a:off x="7760049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0" name="Freeform 50949">
                <a:extLst>
                  <a:ext uri="{FF2B5EF4-FFF2-40B4-BE49-F238E27FC236}">
                    <a16:creationId xmlns:a16="http://schemas.microsoft.com/office/drawing/2014/main" id="{9A3242E5-0B7C-4CA0-0259-4B5634F6A71E}"/>
                  </a:ext>
                </a:extLst>
              </p:cNvPr>
              <p:cNvSpPr/>
              <p:nvPr/>
            </p:nvSpPr>
            <p:spPr>
              <a:xfrm>
                <a:off x="7760545" y="599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1" name="Freeform 50950">
                <a:extLst>
                  <a:ext uri="{FF2B5EF4-FFF2-40B4-BE49-F238E27FC236}">
                    <a16:creationId xmlns:a16="http://schemas.microsoft.com/office/drawing/2014/main" id="{782E1CDB-BDEA-6398-A5AB-091DF4EE84E2}"/>
                  </a:ext>
                </a:extLst>
              </p:cNvPr>
              <p:cNvSpPr/>
              <p:nvPr/>
            </p:nvSpPr>
            <p:spPr>
              <a:xfrm>
                <a:off x="7761141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2" name="Freeform 50951">
                <a:extLst>
                  <a:ext uri="{FF2B5EF4-FFF2-40B4-BE49-F238E27FC236}">
                    <a16:creationId xmlns:a16="http://schemas.microsoft.com/office/drawing/2014/main" id="{B9D64F95-25DF-877A-4038-90B74E8989B4}"/>
                  </a:ext>
                </a:extLst>
              </p:cNvPr>
              <p:cNvSpPr/>
              <p:nvPr/>
            </p:nvSpPr>
            <p:spPr>
              <a:xfrm>
                <a:off x="7761637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3" name="Freeform 50952">
                <a:extLst>
                  <a:ext uri="{FF2B5EF4-FFF2-40B4-BE49-F238E27FC236}">
                    <a16:creationId xmlns:a16="http://schemas.microsoft.com/office/drawing/2014/main" id="{08D042CF-FDBE-E3EF-5CC3-4977FE6E7F32}"/>
                  </a:ext>
                </a:extLst>
              </p:cNvPr>
              <p:cNvSpPr/>
              <p:nvPr/>
            </p:nvSpPr>
            <p:spPr>
              <a:xfrm>
                <a:off x="7762133" y="5971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4" name="Freeform 50953">
                <a:extLst>
                  <a:ext uri="{FF2B5EF4-FFF2-40B4-BE49-F238E27FC236}">
                    <a16:creationId xmlns:a16="http://schemas.microsoft.com/office/drawing/2014/main" id="{E2A4C049-19BE-4259-4E15-2B0B28395DDA}"/>
                  </a:ext>
                </a:extLst>
              </p:cNvPr>
              <p:cNvSpPr/>
              <p:nvPr/>
            </p:nvSpPr>
            <p:spPr>
              <a:xfrm>
                <a:off x="7762728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5" name="Freeform 50954">
                <a:extLst>
                  <a:ext uri="{FF2B5EF4-FFF2-40B4-BE49-F238E27FC236}">
                    <a16:creationId xmlns:a16="http://schemas.microsoft.com/office/drawing/2014/main" id="{4D1B9980-9F60-DB06-FB02-AF0B52048B63}"/>
                  </a:ext>
                </a:extLst>
              </p:cNvPr>
              <p:cNvSpPr/>
              <p:nvPr/>
            </p:nvSpPr>
            <p:spPr>
              <a:xfrm>
                <a:off x="7763224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6" name="Freeform 50955">
                <a:extLst>
                  <a:ext uri="{FF2B5EF4-FFF2-40B4-BE49-F238E27FC236}">
                    <a16:creationId xmlns:a16="http://schemas.microsoft.com/office/drawing/2014/main" id="{25B37572-C2DE-D130-16E2-C9C0B78CF9B8}"/>
                  </a:ext>
                </a:extLst>
              </p:cNvPr>
              <p:cNvSpPr/>
              <p:nvPr/>
            </p:nvSpPr>
            <p:spPr>
              <a:xfrm>
                <a:off x="7763720" y="6014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7" name="Freeform 50956">
                <a:extLst>
                  <a:ext uri="{FF2B5EF4-FFF2-40B4-BE49-F238E27FC236}">
                    <a16:creationId xmlns:a16="http://schemas.microsoft.com/office/drawing/2014/main" id="{3E33CF34-34CB-1296-B693-92581F3759DF}"/>
                  </a:ext>
                </a:extLst>
              </p:cNvPr>
              <p:cNvSpPr/>
              <p:nvPr/>
            </p:nvSpPr>
            <p:spPr>
              <a:xfrm>
                <a:off x="7764316" y="60372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8" name="Freeform 50957">
                <a:extLst>
                  <a:ext uri="{FF2B5EF4-FFF2-40B4-BE49-F238E27FC236}">
                    <a16:creationId xmlns:a16="http://schemas.microsoft.com/office/drawing/2014/main" id="{497D9525-3288-61F3-B2D3-D7C4440DDE95}"/>
                  </a:ext>
                </a:extLst>
              </p:cNvPr>
              <p:cNvSpPr/>
              <p:nvPr/>
            </p:nvSpPr>
            <p:spPr>
              <a:xfrm>
                <a:off x="7764812" y="6039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59" name="Freeform 50958">
                <a:extLst>
                  <a:ext uri="{FF2B5EF4-FFF2-40B4-BE49-F238E27FC236}">
                    <a16:creationId xmlns:a16="http://schemas.microsoft.com/office/drawing/2014/main" id="{750284F8-7948-563C-920B-FB06F0D45C5D}"/>
                  </a:ext>
                </a:extLst>
              </p:cNvPr>
              <p:cNvSpPr/>
              <p:nvPr/>
            </p:nvSpPr>
            <p:spPr>
              <a:xfrm>
                <a:off x="7765308" y="6040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0" name="Freeform 50959">
                <a:extLst>
                  <a:ext uri="{FF2B5EF4-FFF2-40B4-BE49-F238E27FC236}">
                    <a16:creationId xmlns:a16="http://schemas.microsoft.com/office/drawing/2014/main" id="{59887465-385F-C3D9-E2CF-F790521C8613}"/>
                  </a:ext>
                </a:extLst>
              </p:cNvPr>
              <p:cNvSpPr/>
              <p:nvPr/>
            </p:nvSpPr>
            <p:spPr>
              <a:xfrm>
                <a:off x="7765804" y="60405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1" name="Freeform 50960">
                <a:extLst>
                  <a:ext uri="{FF2B5EF4-FFF2-40B4-BE49-F238E27FC236}">
                    <a16:creationId xmlns:a16="http://schemas.microsoft.com/office/drawing/2014/main" id="{B9F63FFB-54AB-470B-7677-ABA01E6F4C81}"/>
                  </a:ext>
                </a:extLst>
              </p:cNvPr>
              <p:cNvSpPr/>
              <p:nvPr/>
            </p:nvSpPr>
            <p:spPr>
              <a:xfrm>
                <a:off x="7766399" y="60413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2" name="Freeform 50961">
                <a:extLst>
                  <a:ext uri="{FF2B5EF4-FFF2-40B4-BE49-F238E27FC236}">
                    <a16:creationId xmlns:a16="http://schemas.microsoft.com/office/drawing/2014/main" id="{66B6D504-759A-184B-E7D5-AE3C9E20BA20}"/>
                  </a:ext>
                </a:extLst>
              </p:cNvPr>
              <p:cNvSpPr/>
              <p:nvPr/>
            </p:nvSpPr>
            <p:spPr>
              <a:xfrm>
                <a:off x="7766895" y="6042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3" name="Freeform 50962">
                <a:extLst>
                  <a:ext uri="{FF2B5EF4-FFF2-40B4-BE49-F238E27FC236}">
                    <a16:creationId xmlns:a16="http://schemas.microsoft.com/office/drawing/2014/main" id="{8AC79E50-C3AC-7509-A002-621872D427CE}"/>
                  </a:ext>
                </a:extLst>
              </p:cNvPr>
              <p:cNvSpPr/>
              <p:nvPr/>
            </p:nvSpPr>
            <p:spPr>
              <a:xfrm>
                <a:off x="7767391" y="60421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4" name="Freeform 50963">
                <a:extLst>
                  <a:ext uri="{FF2B5EF4-FFF2-40B4-BE49-F238E27FC236}">
                    <a16:creationId xmlns:a16="http://schemas.microsoft.com/office/drawing/2014/main" id="{EAE9B0D8-9FF0-5A96-1E24-3DA3181CFA7C}"/>
                  </a:ext>
                </a:extLst>
              </p:cNvPr>
              <p:cNvSpPr/>
              <p:nvPr/>
            </p:nvSpPr>
            <p:spPr>
              <a:xfrm>
                <a:off x="7767987" y="6040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5" name="Freeform 50964">
                <a:extLst>
                  <a:ext uri="{FF2B5EF4-FFF2-40B4-BE49-F238E27FC236}">
                    <a16:creationId xmlns:a16="http://schemas.microsoft.com/office/drawing/2014/main" id="{BE00F68B-5969-7EC0-E1ED-7CCA94EBBA08}"/>
                  </a:ext>
                </a:extLst>
              </p:cNvPr>
              <p:cNvSpPr/>
              <p:nvPr/>
            </p:nvSpPr>
            <p:spPr>
              <a:xfrm>
                <a:off x="7768483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6" name="Freeform 50965">
                <a:extLst>
                  <a:ext uri="{FF2B5EF4-FFF2-40B4-BE49-F238E27FC236}">
                    <a16:creationId xmlns:a16="http://schemas.microsoft.com/office/drawing/2014/main" id="{BB4912D3-E773-5D5D-422B-5C61A4E32575}"/>
                  </a:ext>
                </a:extLst>
              </p:cNvPr>
              <p:cNvSpPr/>
              <p:nvPr/>
            </p:nvSpPr>
            <p:spPr>
              <a:xfrm>
                <a:off x="7768979" y="5945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7" name="Freeform 50966">
                <a:extLst>
                  <a:ext uri="{FF2B5EF4-FFF2-40B4-BE49-F238E27FC236}">
                    <a16:creationId xmlns:a16="http://schemas.microsoft.com/office/drawing/2014/main" id="{B0F19DD2-0D63-64E6-580D-CFF9E1AC24B6}"/>
                  </a:ext>
                </a:extLst>
              </p:cNvPr>
              <p:cNvSpPr/>
              <p:nvPr/>
            </p:nvSpPr>
            <p:spPr>
              <a:xfrm>
                <a:off x="7769574" y="5952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8" name="Freeform 50967">
                <a:extLst>
                  <a:ext uri="{FF2B5EF4-FFF2-40B4-BE49-F238E27FC236}">
                    <a16:creationId xmlns:a16="http://schemas.microsoft.com/office/drawing/2014/main" id="{7CA5B681-6E92-2F33-79C0-E5D119B57986}"/>
                  </a:ext>
                </a:extLst>
              </p:cNvPr>
              <p:cNvSpPr/>
              <p:nvPr/>
            </p:nvSpPr>
            <p:spPr>
              <a:xfrm>
                <a:off x="7770070" y="595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69" name="Freeform 50968">
                <a:extLst>
                  <a:ext uri="{FF2B5EF4-FFF2-40B4-BE49-F238E27FC236}">
                    <a16:creationId xmlns:a16="http://schemas.microsoft.com/office/drawing/2014/main" id="{FA1C11D2-C2E9-C9DD-CD80-167FD8201F99}"/>
                  </a:ext>
                </a:extLst>
              </p:cNvPr>
              <p:cNvSpPr/>
              <p:nvPr/>
            </p:nvSpPr>
            <p:spPr>
              <a:xfrm>
                <a:off x="7770566" y="5957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0" name="Freeform 50969">
                <a:extLst>
                  <a:ext uri="{FF2B5EF4-FFF2-40B4-BE49-F238E27FC236}">
                    <a16:creationId xmlns:a16="http://schemas.microsoft.com/office/drawing/2014/main" id="{BD8D14DC-6089-F096-2699-ABFF5575652A}"/>
                  </a:ext>
                </a:extLst>
              </p:cNvPr>
              <p:cNvSpPr/>
              <p:nvPr/>
            </p:nvSpPr>
            <p:spPr>
              <a:xfrm>
                <a:off x="7771162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1" name="Freeform 50970">
                <a:extLst>
                  <a:ext uri="{FF2B5EF4-FFF2-40B4-BE49-F238E27FC236}">
                    <a16:creationId xmlns:a16="http://schemas.microsoft.com/office/drawing/2014/main" id="{20AEB7B5-C453-D702-E605-E989D2059CE4}"/>
                  </a:ext>
                </a:extLst>
              </p:cNvPr>
              <p:cNvSpPr/>
              <p:nvPr/>
            </p:nvSpPr>
            <p:spPr>
              <a:xfrm>
                <a:off x="7771658" y="5942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2" name="Freeform 50971">
                <a:extLst>
                  <a:ext uri="{FF2B5EF4-FFF2-40B4-BE49-F238E27FC236}">
                    <a16:creationId xmlns:a16="http://schemas.microsoft.com/office/drawing/2014/main" id="{26D8D42A-B1A7-6C27-6D1A-4BD50F013203}"/>
                  </a:ext>
                </a:extLst>
              </p:cNvPr>
              <p:cNvSpPr/>
              <p:nvPr/>
            </p:nvSpPr>
            <p:spPr>
              <a:xfrm>
                <a:off x="7772154" y="5934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3" name="Freeform 50972">
                <a:extLst>
                  <a:ext uri="{FF2B5EF4-FFF2-40B4-BE49-F238E27FC236}">
                    <a16:creationId xmlns:a16="http://schemas.microsoft.com/office/drawing/2014/main" id="{5DB18C5F-9064-6557-6A50-F0ED1F5DEAF7}"/>
                  </a:ext>
                </a:extLst>
              </p:cNvPr>
              <p:cNvSpPr/>
              <p:nvPr/>
            </p:nvSpPr>
            <p:spPr>
              <a:xfrm>
                <a:off x="7772749" y="5925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4" name="Freeform 50973">
                <a:extLst>
                  <a:ext uri="{FF2B5EF4-FFF2-40B4-BE49-F238E27FC236}">
                    <a16:creationId xmlns:a16="http://schemas.microsoft.com/office/drawing/2014/main" id="{DCEB9651-962A-51C2-1353-84AD8A924A3D}"/>
                  </a:ext>
                </a:extLst>
              </p:cNvPr>
              <p:cNvSpPr/>
              <p:nvPr/>
            </p:nvSpPr>
            <p:spPr>
              <a:xfrm>
                <a:off x="7773245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5" name="Freeform 50974">
                <a:extLst>
                  <a:ext uri="{FF2B5EF4-FFF2-40B4-BE49-F238E27FC236}">
                    <a16:creationId xmlns:a16="http://schemas.microsoft.com/office/drawing/2014/main" id="{FC2F5D10-007C-CB0F-9835-A1FFAF444D20}"/>
                  </a:ext>
                </a:extLst>
              </p:cNvPr>
              <p:cNvSpPr/>
              <p:nvPr/>
            </p:nvSpPr>
            <p:spPr>
              <a:xfrm>
                <a:off x="7773741" y="5893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6" name="Freeform 50975">
                <a:extLst>
                  <a:ext uri="{FF2B5EF4-FFF2-40B4-BE49-F238E27FC236}">
                    <a16:creationId xmlns:a16="http://schemas.microsoft.com/office/drawing/2014/main" id="{C8F114CB-46A8-2024-1899-FFFD728678DA}"/>
                  </a:ext>
                </a:extLst>
              </p:cNvPr>
              <p:cNvSpPr/>
              <p:nvPr/>
            </p:nvSpPr>
            <p:spPr>
              <a:xfrm>
                <a:off x="7774337" y="5876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7" name="Freeform 50976">
                <a:extLst>
                  <a:ext uri="{FF2B5EF4-FFF2-40B4-BE49-F238E27FC236}">
                    <a16:creationId xmlns:a16="http://schemas.microsoft.com/office/drawing/2014/main" id="{3ED30001-AD0B-3A9D-B07D-D281D1B55842}"/>
                  </a:ext>
                </a:extLst>
              </p:cNvPr>
              <p:cNvSpPr/>
              <p:nvPr/>
            </p:nvSpPr>
            <p:spPr>
              <a:xfrm>
                <a:off x="7774833" y="58694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8" name="Freeform 50977">
                <a:extLst>
                  <a:ext uri="{FF2B5EF4-FFF2-40B4-BE49-F238E27FC236}">
                    <a16:creationId xmlns:a16="http://schemas.microsoft.com/office/drawing/2014/main" id="{F8FC32A6-A474-212A-3C2D-FEF1488BDC9B}"/>
                  </a:ext>
                </a:extLst>
              </p:cNvPr>
              <p:cNvSpPr/>
              <p:nvPr/>
            </p:nvSpPr>
            <p:spPr>
              <a:xfrm>
                <a:off x="7775329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79" name="Freeform 50978">
                <a:extLst>
                  <a:ext uri="{FF2B5EF4-FFF2-40B4-BE49-F238E27FC236}">
                    <a16:creationId xmlns:a16="http://schemas.microsoft.com/office/drawing/2014/main" id="{120A49F3-A904-1EB1-D150-47F651B25630}"/>
                  </a:ext>
                </a:extLst>
              </p:cNvPr>
              <p:cNvSpPr/>
              <p:nvPr/>
            </p:nvSpPr>
            <p:spPr>
              <a:xfrm>
                <a:off x="7775924" y="588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0" name="Freeform 50979">
                <a:extLst>
                  <a:ext uri="{FF2B5EF4-FFF2-40B4-BE49-F238E27FC236}">
                    <a16:creationId xmlns:a16="http://schemas.microsoft.com/office/drawing/2014/main" id="{5D302F3A-FFF3-2078-0C98-81705D8E7683}"/>
                  </a:ext>
                </a:extLst>
              </p:cNvPr>
              <p:cNvSpPr/>
              <p:nvPr/>
            </p:nvSpPr>
            <p:spPr>
              <a:xfrm>
                <a:off x="7776420" y="5934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1" name="Freeform 50980">
                <a:extLst>
                  <a:ext uri="{FF2B5EF4-FFF2-40B4-BE49-F238E27FC236}">
                    <a16:creationId xmlns:a16="http://schemas.microsoft.com/office/drawing/2014/main" id="{887C353E-813B-3865-E78C-EB70B2AA8C34}"/>
                  </a:ext>
                </a:extLst>
              </p:cNvPr>
              <p:cNvSpPr/>
              <p:nvPr/>
            </p:nvSpPr>
            <p:spPr>
              <a:xfrm>
                <a:off x="7776916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2" name="Freeform 50981">
                <a:extLst>
                  <a:ext uri="{FF2B5EF4-FFF2-40B4-BE49-F238E27FC236}">
                    <a16:creationId xmlns:a16="http://schemas.microsoft.com/office/drawing/2014/main" id="{623F7B82-82D7-6479-958C-BFA3115D5DEF}"/>
                  </a:ext>
                </a:extLst>
              </p:cNvPr>
              <p:cNvSpPr/>
              <p:nvPr/>
            </p:nvSpPr>
            <p:spPr>
              <a:xfrm>
                <a:off x="7777413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3" name="Freeform 50982">
                <a:extLst>
                  <a:ext uri="{FF2B5EF4-FFF2-40B4-BE49-F238E27FC236}">
                    <a16:creationId xmlns:a16="http://schemas.microsoft.com/office/drawing/2014/main" id="{842DBEEB-7753-A0EF-5EA9-561B22AC48E1}"/>
                  </a:ext>
                </a:extLst>
              </p:cNvPr>
              <p:cNvSpPr/>
              <p:nvPr/>
            </p:nvSpPr>
            <p:spPr>
              <a:xfrm>
                <a:off x="7778008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4" name="Freeform 50983">
                <a:extLst>
                  <a:ext uri="{FF2B5EF4-FFF2-40B4-BE49-F238E27FC236}">
                    <a16:creationId xmlns:a16="http://schemas.microsoft.com/office/drawing/2014/main" id="{FF8BAC0A-2C0F-9FB0-174B-24C47F7120C7}"/>
                  </a:ext>
                </a:extLst>
              </p:cNvPr>
              <p:cNvSpPr/>
              <p:nvPr/>
            </p:nvSpPr>
            <p:spPr>
              <a:xfrm>
                <a:off x="7778504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5" name="Freeform 50984">
                <a:extLst>
                  <a:ext uri="{FF2B5EF4-FFF2-40B4-BE49-F238E27FC236}">
                    <a16:creationId xmlns:a16="http://schemas.microsoft.com/office/drawing/2014/main" id="{D5A5579F-6A3F-A888-81F7-798C485C8885}"/>
                  </a:ext>
                </a:extLst>
              </p:cNvPr>
              <p:cNvSpPr/>
              <p:nvPr/>
            </p:nvSpPr>
            <p:spPr>
              <a:xfrm>
                <a:off x="7779000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6" name="Freeform 50985">
                <a:extLst>
                  <a:ext uri="{FF2B5EF4-FFF2-40B4-BE49-F238E27FC236}">
                    <a16:creationId xmlns:a16="http://schemas.microsoft.com/office/drawing/2014/main" id="{AEB31BCF-A698-F4B8-2C76-FE4E2BA3F831}"/>
                  </a:ext>
                </a:extLst>
              </p:cNvPr>
              <p:cNvSpPr/>
              <p:nvPr/>
            </p:nvSpPr>
            <p:spPr>
              <a:xfrm>
                <a:off x="7779595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7" name="Freeform 50986">
                <a:extLst>
                  <a:ext uri="{FF2B5EF4-FFF2-40B4-BE49-F238E27FC236}">
                    <a16:creationId xmlns:a16="http://schemas.microsoft.com/office/drawing/2014/main" id="{1099BF83-3A3F-BBAA-7872-43940AA0131D}"/>
                  </a:ext>
                </a:extLst>
              </p:cNvPr>
              <p:cNvSpPr/>
              <p:nvPr/>
            </p:nvSpPr>
            <p:spPr>
              <a:xfrm>
                <a:off x="7780091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8" name="Freeform 50987">
                <a:extLst>
                  <a:ext uri="{FF2B5EF4-FFF2-40B4-BE49-F238E27FC236}">
                    <a16:creationId xmlns:a16="http://schemas.microsoft.com/office/drawing/2014/main" id="{B0C30A3D-C3C2-EC64-782D-08A51A83B60D}"/>
                  </a:ext>
                </a:extLst>
              </p:cNvPr>
              <p:cNvSpPr/>
              <p:nvPr/>
            </p:nvSpPr>
            <p:spPr>
              <a:xfrm>
                <a:off x="7780588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89" name="Freeform 50988">
                <a:extLst>
                  <a:ext uri="{FF2B5EF4-FFF2-40B4-BE49-F238E27FC236}">
                    <a16:creationId xmlns:a16="http://schemas.microsoft.com/office/drawing/2014/main" id="{55687705-1090-C597-BB67-06AA4BCB547C}"/>
                  </a:ext>
                </a:extLst>
              </p:cNvPr>
              <p:cNvSpPr/>
              <p:nvPr/>
            </p:nvSpPr>
            <p:spPr>
              <a:xfrm>
                <a:off x="7781183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0" name="Freeform 50989">
                <a:extLst>
                  <a:ext uri="{FF2B5EF4-FFF2-40B4-BE49-F238E27FC236}">
                    <a16:creationId xmlns:a16="http://schemas.microsoft.com/office/drawing/2014/main" id="{76685FDF-909B-DA14-65F7-FF61119BC985}"/>
                  </a:ext>
                </a:extLst>
              </p:cNvPr>
              <p:cNvSpPr/>
              <p:nvPr/>
            </p:nvSpPr>
            <p:spPr>
              <a:xfrm>
                <a:off x="7781679" y="59034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1" name="Freeform 50990">
                <a:extLst>
                  <a:ext uri="{FF2B5EF4-FFF2-40B4-BE49-F238E27FC236}">
                    <a16:creationId xmlns:a16="http://schemas.microsoft.com/office/drawing/2014/main" id="{22FC96A9-DCB2-1082-067F-7ACEE822D25B}"/>
                  </a:ext>
                </a:extLst>
              </p:cNvPr>
              <p:cNvSpPr/>
              <p:nvPr/>
            </p:nvSpPr>
            <p:spPr>
              <a:xfrm>
                <a:off x="7782175" y="59111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2" name="Freeform 50991">
                <a:extLst>
                  <a:ext uri="{FF2B5EF4-FFF2-40B4-BE49-F238E27FC236}">
                    <a16:creationId xmlns:a16="http://schemas.microsoft.com/office/drawing/2014/main" id="{7031E92D-DBA8-84BF-1297-14D52FB7DF1A}"/>
                  </a:ext>
                </a:extLst>
              </p:cNvPr>
              <p:cNvSpPr/>
              <p:nvPr/>
            </p:nvSpPr>
            <p:spPr>
              <a:xfrm>
                <a:off x="7782770" y="5924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3" name="Freeform 50992">
                <a:extLst>
                  <a:ext uri="{FF2B5EF4-FFF2-40B4-BE49-F238E27FC236}">
                    <a16:creationId xmlns:a16="http://schemas.microsoft.com/office/drawing/2014/main" id="{A57805D5-3036-387B-C2CE-2A6529969EAD}"/>
                  </a:ext>
                </a:extLst>
              </p:cNvPr>
              <p:cNvSpPr/>
              <p:nvPr/>
            </p:nvSpPr>
            <p:spPr>
              <a:xfrm>
                <a:off x="7783266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4" name="Freeform 50993">
                <a:extLst>
                  <a:ext uri="{FF2B5EF4-FFF2-40B4-BE49-F238E27FC236}">
                    <a16:creationId xmlns:a16="http://schemas.microsoft.com/office/drawing/2014/main" id="{466CE1E2-29A2-989B-BCDD-B9E5D8F67D29}"/>
                  </a:ext>
                </a:extLst>
              </p:cNvPr>
              <p:cNvSpPr/>
              <p:nvPr/>
            </p:nvSpPr>
            <p:spPr>
              <a:xfrm>
                <a:off x="7783763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5" name="Freeform 50994">
                <a:extLst>
                  <a:ext uri="{FF2B5EF4-FFF2-40B4-BE49-F238E27FC236}">
                    <a16:creationId xmlns:a16="http://schemas.microsoft.com/office/drawing/2014/main" id="{E13E2EBD-8613-AC99-C576-FC069912418A}"/>
                  </a:ext>
                </a:extLst>
              </p:cNvPr>
              <p:cNvSpPr/>
              <p:nvPr/>
            </p:nvSpPr>
            <p:spPr>
              <a:xfrm>
                <a:off x="7784358" y="5905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6" name="Freeform 50995">
                <a:extLst>
                  <a:ext uri="{FF2B5EF4-FFF2-40B4-BE49-F238E27FC236}">
                    <a16:creationId xmlns:a16="http://schemas.microsoft.com/office/drawing/2014/main" id="{F2C968CA-5CC9-2D99-2BE2-05B7F04B11BE}"/>
                  </a:ext>
                </a:extLst>
              </p:cNvPr>
              <p:cNvSpPr/>
              <p:nvPr/>
            </p:nvSpPr>
            <p:spPr>
              <a:xfrm>
                <a:off x="7784854" y="5893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7" name="Freeform 50996">
                <a:extLst>
                  <a:ext uri="{FF2B5EF4-FFF2-40B4-BE49-F238E27FC236}">
                    <a16:creationId xmlns:a16="http://schemas.microsoft.com/office/drawing/2014/main" id="{27ACE4EE-E811-18BB-54E7-5087D3C993BA}"/>
                  </a:ext>
                </a:extLst>
              </p:cNvPr>
              <p:cNvSpPr/>
              <p:nvPr/>
            </p:nvSpPr>
            <p:spPr>
              <a:xfrm>
                <a:off x="7785350" y="5883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8" name="Freeform 50997">
                <a:extLst>
                  <a:ext uri="{FF2B5EF4-FFF2-40B4-BE49-F238E27FC236}">
                    <a16:creationId xmlns:a16="http://schemas.microsoft.com/office/drawing/2014/main" id="{255AE5E7-5A97-32DA-AFB8-821B8ACABA8C}"/>
                  </a:ext>
                </a:extLst>
              </p:cNvPr>
              <p:cNvSpPr/>
              <p:nvPr/>
            </p:nvSpPr>
            <p:spPr>
              <a:xfrm>
                <a:off x="7785945" y="58540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99" name="Freeform 50998">
                <a:extLst>
                  <a:ext uri="{FF2B5EF4-FFF2-40B4-BE49-F238E27FC236}">
                    <a16:creationId xmlns:a16="http://schemas.microsoft.com/office/drawing/2014/main" id="{B52B83A3-405E-1188-122C-219966B64A7A}"/>
                  </a:ext>
                </a:extLst>
              </p:cNvPr>
              <p:cNvSpPr/>
              <p:nvPr/>
            </p:nvSpPr>
            <p:spPr>
              <a:xfrm>
                <a:off x="7786441" y="58409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0" name="Freeform 50999">
                <a:extLst>
                  <a:ext uri="{FF2B5EF4-FFF2-40B4-BE49-F238E27FC236}">
                    <a16:creationId xmlns:a16="http://schemas.microsoft.com/office/drawing/2014/main" id="{A3C7959A-F779-79F3-DF5D-EC884E825F02}"/>
                  </a:ext>
                </a:extLst>
              </p:cNvPr>
              <p:cNvSpPr/>
              <p:nvPr/>
            </p:nvSpPr>
            <p:spPr>
              <a:xfrm>
                <a:off x="7786938" y="5823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1" name="Freeform 51000">
                <a:extLst>
                  <a:ext uri="{FF2B5EF4-FFF2-40B4-BE49-F238E27FC236}">
                    <a16:creationId xmlns:a16="http://schemas.microsoft.com/office/drawing/2014/main" id="{72B69562-76CC-1725-F748-2E37642B5CF1}"/>
                  </a:ext>
                </a:extLst>
              </p:cNvPr>
              <p:cNvSpPr/>
              <p:nvPr/>
            </p:nvSpPr>
            <p:spPr>
              <a:xfrm>
                <a:off x="7787533" y="580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2" name="Freeform 51001">
                <a:extLst>
                  <a:ext uri="{FF2B5EF4-FFF2-40B4-BE49-F238E27FC236}">
                    <a16:creationId xmlns:a16="http://schemas.microsoft.com/office/drawing/2014/main" id="{83CDA5F4-4ACF-3872-2A42-009A41A8619D}"/>
                  </a:ext>
                </a:extLst>
              </p:cNvPr>
              <p:cNvSpPr/>
              <p:nvPr/>
            </p:nvSpPr>
            <p:spPr>
              <a:xfrm>
                <a:off x="7788029" y="5814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3" name="Freeform 51002">
                <a:extLst>
                  <a:ext uri="{FF2B5EF4-FFF2-40B4-BE49-F238E27FC236}">
                    <a16:creationId xmlns:a16="http://schemas.microsoft.com/office/drawing/2014/main" id="{FC6C3791-037F-B8A8-E7FE-1D9F01193EE5}"/>
                  </a:ext>
                </a:extLst>
              </p:cNvPr>
              <p:cNvSpPr/>
              <p:nvPr/>
            </p:nvSpPr>
            <p:spPr>
              <a:xfrm>
                <a:off x="7788525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4" name="Freeform 51003">
                <a:extLst>
                  <a:ext uri="{FF2B5EF4-FFF2-40B4-BE49-F238E27FC236}">
                    <a16:creationId xmlns:a16="http://schemas.microsoft.com/office/drawing/2014/main" id="{4049695D-0D89-4971-87CC-C5096C9C111D}"/>
                  </a:ext>
                </a:extLst>
              </p:cNvPr>
              <p:cNvSpPr/>
              <p:nvPr/>
            </p:nvSpPr>
            <p:spPr>
              <a:xfrm>
                <a:off x="7789120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5" name="Freeform 51004">
                <a:extLst>
                  <a:ext uri="{FF2B5EF4-FFF2-40B4-BE49-F238E27FC236}">
                    <a16:creationId xmlns:a16="http://schemas.microsoft.com/office/drawing/2014/main" id="{214F1A27-80B5-1DCA-86F4-1AF7E7859AF6}"/>
                  </a:ext>
                </a:extLst>
              </p:cNvPr>
              <p:cNvSpPr/>
              <p:nvPr/>
            </p:nvSpPr>
            <p:spPr>
              <a:xfrm>
                <a:off x="7789616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6" name="Freeform 51005">
                <a:extLst>
                  <a:ext uri="{FF2B5EF4-FFF2-40B4-BE49-F238E27FC236}">
                    <a16:creationId xmlns:a16="http://schemas.microsoft.com/office/drawing/2014/main" id="{33806713-EFA5-C3BC-CE5B-EA40215EC623}"/>
                  </a:ext>
                </a:extLst>
              </p:cNvPr>
              <p:cNvSpPr/>
              <p:nvPr/>
            </p:nvSpPr>
            <p:spPr>
              <a:xfrm>
                <a:off x="7790113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7" name="Freeform 51006">
                <a:extLst>
                  <a:ext uri="{FF2B5EF4-FFF2-40B4-BE49-F238E27FC236}">
                    <a16:creationId xmlns:a16="http://schemas.microsoft.com/office/drawing/2014/main" id="{F8FCEBB1-7A8C-A640-FDBB-7BFD5480F7C7}"/>
                  </a:ext>
                </a:extLst>
              </p:cNvPr>
              <p:cNvSpPr/>
              <p:nvPr/>
            </p:nvSpPr>
            <p:spPr>
              <a:xfrm>
                <a:off x="7790609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8" name="Freeform 51007">
                <a:extLst>
                  <a:ext uri="{FF2B5EF4-FFF2-40B4-BE49-F238E27FC236}">
                    <a16:creationId xmlns:a16="http://schemas.microsoft.com/office/drawing/2014/main" id="{752E8948-0758-C1C8-02F4-BFA7DD330B53}"/>
                  </a:ext>
                </a:extLst>
              </p:cNvPr>
              <p:cNvSpPr/>
              <p:nvPr/>
            </p:nvSpPr>
            <p:spPr>
              <a:xfrm>
                <a:off x="7791204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09" name="Freeform 51008">
                <a:extLst>
                  <a:ext uri="{FF2B5EF4-FFF2-40B4-BE49-F238E27FC236}">
                    <a16:creationId xmlns:a16="http://schemas.microsoft.com/office/drawing/2014/main" id="{E39594C9-C7F4-E42A-01D1-EE62B1433D1E}"/>
                  </a:ext>
                </a:extLst>
              </p:cNvPr>
              <p:cNvSpPr/>
              <p:nvPr/>
            </p:nvSpPr>
            <p:spPr>
              <a:xfrm>
                <a:off x="7791700" y="599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0" name="Freeform 51009">
                <a:extLst>
                  <a:ext uri="{FF2B5EF4-FFF2-40B4-BE49-F238E27FC236}">
                    <a16:creationId xmlns:a16="http://schemas.microsoft.com/office/drawing/2014/main" id="{FBB87502-31A5-8890-8AF8-1E89524767B0}"/>
                  </a:ext>
                </a:extLst>
              </p:cNvPr>
              <p:cNvSpPr/>
              <p:nvPr/>
            </p:nvSpPr>
            <p:spPr>
              <a:xfrm>
                <a:off x="7792196" y="599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1" name="Freeform 51010">
                <a:extLst>
                  <a:ext uri="{FF2B5EF4-FFF2-40B4-BE49-F238E27FC236}">
                    <a16:creationId xmlns:a16="http://schemas.microsoft.com/office/drawing/2014/main" id="{B9B1051D-4653-0AB3-C1C4-6BA136F95376}"/>
                  </a:ext>
                </a:extLst>
              </p:cNvPr>
              <p:cNvSpPr/>
              <p:nvPr/>
            </p:nvSpPr>
            <p:spPr>
              <a:xfrm>
                <a:off x="7792791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2" name="Freeform 51011">
                <a:extLst>
                  <a:ext uri="{FF2B5EF4-FFF2-40B4-BE49-F238E27FC236}">
                    <a16:creationId xmlns:a16="http://schemas.microsoft.com/office/drawing/2014/main" id="{FAA0B5FF-2804-9460-F6DF-1B455C6F20A2}"/>
                  </a:ext>
                </a:extLst>
              </p:cNvPr>
              <p:cNvSpPr/>
              <p:nvPr/>
            </p:nvSpPr>
            <p:spPr>
              <a:xfrm>
                <a:off x="7793288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3" name="Freeform 51012">
                <a:extLst>
                  <a:ext uri="{FF2B5EF4-FFF2-40B4-BE49-F238E27FC236}">
                    <a16:creationId xmlns:a16="http://schemas.microsoft.com/office/drawing/2014/main" id="{9EB0EA85-E83F-F247-CC2A-0FF1B9EE5ED8}"/>
                  </a:ext>
                </a:extLst>
              </p:cNvPr>
              <p:cNvSpPr/>
              <p:nvPr/>
            </p:nvSpPr>
            <p:spPr>
              <a:xfrm>
                <a:off x="7793784" y="5897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4" name="Freeform 51013">
                <a:extLst>
                  <a:ext uri="{FF2B5EF4-FFF2-40B4-BE49-F238E27FC236}">
                    <a16:creationId xmlns:a16="http://schemas.microsoft.com/office/drawing/2014/main" id="{051C5341-45C0-E94B-DD8C-C235F0DFFD14}"/>
                  </a:ext>
                </a:extLst>
              </p:cNvPr>
              <p:cNvSpPr/>
              <p:nvPr/>
            </p:nvSpPr>
            <p:spPr>
              <a:xfrm>
                <a:off x="7794379" y="5852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5" name="Freeform 51014">
                <a:extLst>
                  <a:ext uri="{FF2B5EF4-FFF2-40B4-BE49-F238E27FC236}">
                    <a16:creationId xmlns:a16="http://schemas.microsoft.com/office/drawing/2014/main" id="{3BFA1C02-CCD8-996B-CF72-55CFF58DBF69}"/>
                  </a:ext>
                </a:extLst>
              </p:cNvPr>
              <p:cNvSpPr/>
              <p:nvPr/>
            </p:nvSpPr>
            <p:spPr>
              <a:xfrm>
                <a:off x="7794875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6" name="Freeform 51015">
                <a:extLst>
                  <a:ext uri="{FF2B5EF4-FFF2-40B4-BE49-F238E27FC236}">
                    <a16:creationId xmlns:a16="http://schemas.microsoft.com/office/drawing/2014/main" id="{E3013AE5-ADA4-E153-4BDA-C1F27C91A2F5}"/>
                  </a:ext>
                </a:extLst>
              </p:cNvPr>
              <p:cNvSpPr/>
              <p:nvPr/>
            </p:nvSpPr>
            <p:spPr>
              <a:xfrm>
                <a:off x="7795371" y="5876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7" name="Freeform 51016">
                <a:extLst>
                  <a:ext uri="{FF2B5EF4-FFF2-40B4-BE49-F238E27FC236}">
                    <a16:creationId xmlns:a16="http://schemas.microsoft.com/office/drawing/2014/main" id="{FA418521-1C2C-B69B-D509-56A237E69139}"/>
                  </a:ext>
                </a:extLst>
              </p:cNvPr>
              <p:cNvSpPr/>
              <p:nvPr/>
            </p:nvSpPr>
            <p:spPr>
              <a:xfrm>
                <a:off x="7795966" y="58785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8" name="Freeform 51017">
                <a:extLst>
                  <a:ext uri="{FF2B5EF4-FFF2-40B4-BE49-F238E27FC236}">
                    <a16:creationId xmlns:a16="http://schemas.microsoft.com/office/drawing/2014/main" id="{9491D374-1C4C-4C72-2B7A-C96B9479C232}"/>
                  </a:ext>
                </a:extLst>
              </p:cNvPr>
              <p:cNvSpPr/>
              <p:nvPr/>
            </p:nvSpPr>
            <p:spPr>
              <a:xfrm>
                <a:off x="7796463" y="586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19" name="Freeform 51018">
                <a:extLst>
                  <a:ext uri="{FF2B5EF4-FFF2-40B4-BE49-F238E27FC236}">
                    <a16:creationId xmlns:a16="http://schemas.microsoft.com/office/drawing/2014/main" id="{82C9601F-8814-FBF2-D3E1-0AC918AD657C}"/>
                  </a:ext>
                </a:extLst>
              </p:cNvPr>
              <p:cNvSpPr/>
              <p:nvPr/>
            </p:nvSpPr>
            <p:spPr>
              <a:xfrm>
                <a:off x="7796959" y="5855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0" name="Freeform 51019">
                <a:extLst>
                  <a:ext uri="{FF2B5EF4-FFF2-40B4-BE49-F238E27FC236}">
                    <a16:creationId xmlns:a16="http://schemas.microsoft.com/office/drawing/2014/main" id="{3855F0F5-898A-16E8-B8B0-BBF4808179B7}"/>
                  </a:ext>
                </a:extLst>
              </p:cNvPr>
              <p:cNvSpPr/>
              <p:nvPr/>
            </p:nvSpPr>
            <p:spPr>
              <a:xfrm>
                <a:off x="7797554" y="5837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1" name="Freeform 51020">
                <a:extLst>
                  <a:ext uri="{FF2B5EF4-FFF2-40B4-BE49-F238E27FC236}">
                    <a16:creationId xmlns:a16="http://schemas.microsoft.com/office/drawing/2014/main" id="{77B688F8-FA98-A40C-6F34-BAD7F2240BEE}"/>
                  </a:ext>
                </a:extLst>
              </p:cNvPr>
              <p:cNvSpPr/>
              <p:nvPr/>
            </p:nvSpPr>
            <p:spPr>
              <a:xfrm>
                <a:off x="7798050" y="580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2" name="Freeform 51021">
                <a:extLst>
                  <a:ext uri="{FF2B5EF4-FFF2-40B4-BE49-F238E27FC236}">
                    <a16:creationId xmlns:a16="http://schemas.microsoft.com/office/drawing/2014/main" id="{65FE6431-C138-0C78-F46B-0F98088651FF}"/>
                  </a:ext>
                </a:extLst>
              </p:cNvPr>
              <p:cNvSpPr/>
              <p:nvPr/>
            </p:nvSpPr>
            <p:spPr>
              <a:xfrm>
                <a:off x="7798546" y="5774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3" name="Freeform 51022">
                <a:extLst>
                  <a:ext uri="{FF2B5EF4-FFF2-40B4-BE49-F238E27FC236}">
                    <a16:creationId xmlns:a16="http://schemas.microsoft.com/office/drawing/2014/main" id="{3F3646D0-749E-7C6B-45A4-7E3FE59C6576}"/>
                  </a:ext>
                </a:extLst>
              </p:cNvPr>
              <p:cNvSpPr/>
              <p:nvPr/>
            </p:nvSpPr>
            <p:spPr>
              <a:xfrm>
                <a:off x="7799141" y="5752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4" name="Freeform 51023">
                <a:extLst>
                  <a:ext uri="{FF2B5EF4-FFF2-40B4-BE49-F238E27FC236}">
                    <a16:creationId xmlns:a16="http://schemas.microsoft.com/office/drawing/2014/main" id="{A931988F-7704-7145-856D-835A5C3F047C}"/>
                  </a:ext>
                </a:extLst>
              </p:cNvPr>
              <p:cNvSpPr/>
              <p:nvPr/>
            </p:nvSpPr>
            <p:spPr>
              <a:xfrm>
                <a:off x="7799638" y="5730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5" name="Freeform 51024">
                <a:extLst>
                  <a:ext uri="{FF2B5EF4-FFF2-40B4-BE49-F238E27FC236}">
                    <a16:creationId xmlns:a16="http://schemas.microsoft.com/office/drawing/2014/main" id="{0BDFBCA3-74D8-4966-474A-CB549BBAE252}"/>
                  </a:ext>
                </a:extLst>
              </p:cNvPr>
              <p:cNvSpPr/>
              <p:nvPr/>
            </p:nvSpPr>
            <p:spPr>
              <a:xfrm>
                <a:off x="7800134" y="571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6" name="Freeform 51025">
                <a:extLst>
                  <a:ext uri="{FF2B5EF4-FFF2-40B4-BE49-F238E27FC236}">
                    <a16:creationId xmlns:a16="http://schemas.microsoft.com/office/drawing/2014/main" id="{888A831E-D1FF-8541-4EBB-3CCF33533868}"/>
                  </a:ext>
                </a:extLst>
              </p:cNvPr>
              <p:cNvSpPr/>
              <p:nvPr/>
            </p:nvSpPr>
            <p:spPr>
              <a:xfrm>
                <a:off x="7800729" y="5731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7" name="Freeform 51026">
                <a:extLst>
                  <a:ext uri="{FF2B5EF4-FFF2-40B4-BE49-F238E27FC236}">
                    <a16:creationId xmlns:a16="http://schemas.microsoft.com/office/drawing/2014/main" id="{64CF1539-D577-5B65-649D-E69D870BC862}"/>
                  </a:ext>
                </a:extLst>
              </p:cNvPr>
              <p:cNvSpPr/>
              <p:nvPr/>
            </p:nvSpPr>
            <p:spPr>
              <a:xfrm>
                <a:off x="7801225" y="5744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8" name="Freeform 51027">
                <a:extLst>
                  <a:ext uri="{FF2B5EF4-FFF2-40B4-BE49-F238E27FC236}">
                    <a16:creationId xmlns:a16="http://schemas.microsoft.com/office/drawing/2014/main" id="{2AE0E17B-328F-A8CA-C399-259E57678CF6}"/>
                  </a:ext>
                </a:extLst>
              </p:cNvPr>
              <p:cNvSpPr/>
              <p:nvPr/>
            </p:nvSpPr>
            <p:spPr>
              <a:xfrm>
                <a:off x="7801721" y="5922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29" name="Freeform 51028">
                <a:extLst>
                  <a:ext uri="{FF2B5EF4-FFF2-40B4-BE49-F238E27FC236}">
                    <a16:creationId xmlns:a16="http://schemas.microsoft.com/office/drawing/2014/main" id="{269EFFBB-E1C3-3A65-8FC9-27FCE2897789}"/>
                  </a:ext>
                </a:extLst>
              </p:cNvPr>
              <p:cNvSpPr/>
              <p:nvPr/>
            </p:nvSpPr>
            <p:spPr>
              <a:xfrm>
                <a:off x="7802217" y="5941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0" name="Freeform 51029">
                <a:extLst>
                  <a:ext uri="{FF2B5EF4-FFF2-40B4-BE49-F238E27FC236}">
                    <a16:creationId xmlns:a16="http://schemas.microsoft.com/office/drawing/2014/main" id="{AA83C78E-6A3D-113B-701C-5D12EA072FFB}"/>
                  </a:ext>
                </a:extLst>
              </p:cNvPr>
              <p:cNvSpPr/>
              <p:nvPr/>
            </p:nvSpPr>
            <p:spPr>
              <a:xfrm>
                <a:off x="7802813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1" name="Freeform 51030">
                <a:extLst>
                  <a:ext uri="{FF2B5EF4-FFF2-40B4-BE49-F238E27FC236}">
                    <a16:creationId xmlns:a16="http://schemas.microsoft.com/office/drawing/2014/main" id="{5398B221-5D45-3408-6DB0-97981E5C2707}"/>
                  </a:ext>
                </a:extLst>
              </p:cNvPr>
              <p:cNvSpPr/>
              <p:nvPr/>
            </p:nvSpPr>
            <p:spPr>
              <a:xfrm>
                <a:off x="7803309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2" name="Freeform 51031">
                <a:extLst>
                  <a:ext uri="{FF2B5EF4-FFF2-40B4-BE49-F238E27FC236}">
                    <a16:creationId xmlns:a16="http://schemas.microsoft.com/office/drawing/2014/main" id="{F893D746-595F-1C4B-E5AC-2FA9CA081EEF}"/>
                  </a:ext>
                </a:extLst>
              </p:cNvPr>
              <p:cNvSpPr/>
              <p:nvPr/>
            </p:nvSpPr>
            <p:spPr>
              <a:xfrm>
                <a:off x="7803805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3" name="Freeform 51032">
                <a:extLst>
                  <a:ext uri="{FF2B5EF4-FFF2-40B4-BE49-F238E27FC236}">
                    <a16:creationId xmlns:a16="http://schemas.microsoft.com/office/drawing/2014/main" id="{626A6A68-FB12-530F-0838-7A13D10FE157}"/>
                  </a:ext>
                </a:extLst>
              </p:cNvPr>
              <p:cNvSpPr/>
              <p:nvPr/>
            </p:nvSpPr>
            <p:spPr>
              <a:xfrm>
                <a:off x="7804400" y="596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4" name="Freeform 51033">
                <a:extLst>
                  <a:ext uri="{FF2B5EF4-FFF2-40B4-BE49-F238E27FC236}">
                    <a16:creationId xmlns:a16="http://schemas.microsoft.com/office/drawing/2014/main" id="{CC1290E7-38BF-603D-839C-872ABD7B9905}"/>
                  </a:ext>
                </a:extLst>
              </p:cNvPr>
              <p:cNvSpPr/>
              <p:nvPr/>
            </p:nvSpPr>
            <p:spPr>
              <a:xfrm>
                <a:off x="7804896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5" name="Freeform 51034">
                <a:extLst>
                  <a:ext uri="{FF2B5EF4-FFF2-40B4-BE49-F238E27FC236}">
                    <a16:creationId xmlns:a16="http://schemas.microsoft.com/office/drawing/2014/main" id="{50306AF8-5D11-1E0F-4994-8F5CD8A6DE1F}"/>
                  </a:ext>
                </a:extLst>
              </p:cNvPr>
              <p:cNvSpPr/>
              <p:nvPr/>
            </p:nvSpPr>
            <p:spPr>
              <a:xfrm>
                <a:off x="7805392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6" name="Freeform 51035">
                <a:extLst>
                  <a:ext uri="{FF2B5EF4-FFF2-40B4-BE49-F238E27FC236}">
                    <a16:creationId xmlns:a16="http://schemas.microsoft.com/office/drawing/2014/main" id="{AF95718C-2AAF-1C55-1609-0E9E2260A6C0}"/>
                  </a:ext>
                </a:extLst>
              </p:cNvPr>
              <p:cNvSpPr/>
              <p:nvPr/>
            </p:nvSpPr>
            <p:spPr>
              <a:xfrm>
                <a:off x="7805988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7" name="Freeform 51036">
                <a:extLst>
                  <a:ext uri="{FF2B5EF4-FFF2-40B4-BE49-F238E27FC236}">
                    <a16:creationId xmlns:a16="http://schemas.microsoft.com/office/drawing/2014/main" id="{3E0B58B9-A619-CAC4-CDE6-7FFAF057BAC9}"/>
                  </a:ext>
                </a:extLst>
              </p:cNvPr>
              <p:cNvSpPr/>
              <p:nvPr/>
            </p:nvSpPr>
            <p:spPr>
              <a:xfrm>
                <a:off x="7806484" y="59307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8" name="Freeform 51037">
                <a:extLst>
                  <a:ext uri="{FF2B5EF4-FFF2-40B4-BE49-F238E27FC236}">
                    <a16:creationId xmlns:a16="http://schemas.microsoft.com/office/drawing/2014/main" id="{F3E19AE6-382B-6B34-78F2-BF0F9D5639EE}"/>
                  </a:ext>
                </a:extLst>
              </p:cNvPr>
              <p:cNvSpPr/>
              <p:nvPr/>
            </p:nvSpPr>
            <p:spPr>
              <a:xfrm>
                <a:off x="7806980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39" name="Freeform 51038">
                <a:extLst>
                  <a:ext uri="{FF2B5EF4-FFF2-40B4-BE49-F238E27FC236}">
                    <a16:creationId xmlns:a16="http://schemas.microsoft.com/office/drawing/2014/main" id="{0BFD1CEF-68BC-34B4-F12D-8129782B7FE2}"/>
                  </a:ext>
                </a:extLst>
              </p:cNvPr>
              <p:cNvSpPr/>
              <p:nvPr/>
            </p:nvSpPr>
            <p:spPr>
              <a:xfrm>
                <a:off x="7807575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0" name="Freeform 51039">
                <a:extLst>
                  <a:ext uri="{FF2B5EF4-FFF2-40B4-BE49-F238E27FC236}">
                    <a16:creationId xmlns:a16="http://schemas.microsoft.com/office/drawing/2014/main" id="{C17414C6-6EE4-30A3-5708-803A0DD0C515}"/>
                  </a:ext>
                </a:extLst>
              </p:cNvPr>
              <p:cNvSpPr/>
              <p:nvPr/>
            </p:nvSpPr>
            <p:spPr>
              <a:xfrm>
                <a:off x="7808071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1" name="Freeform 51040">
                <a:extLst>
                  <a:ext uri="{FF2B5EF4-FFF2-40B4-BE49-F238E27FC236}">
                    <a16:creationId xmlns:a16="http://schemas.microsoft.com/office/drawing/2014/main" id="{B165DA15-4E3A-F12F-CE08-1D29BA1DBCA7}"/>
                  </a:ext>
                </a:extLst>
              </p:cNvPr>
              <p:cNvSpPr/>
              <p:nvPr/>
            </p:nvSpPr>
            <p:spPr>
              <a:xfrm>
                <a:off x="7808567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2" name="Freeform 51041">
                <a:extLst>
                  <a:ext uri="{FF2B5EF4-FFF2-40B4-BE49-F238E27FC236}">
                    <a16:creationId xmlns:a16="http://schemas.microsoft.com/office/drawing/2014/main" id="{03BD5EEC-3580-98A6-3C57-A5D0E98DC561}"/>
                  </a:ext>
                </a:extLst>
              </p:cNvPr>
              <p:cNvSpPr/>
              <p:nvPr/>
            </p:nvSpPr>
            <p:spPr>
              <a:xfrm>
                <a:off x="7809163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3" name="Freeform 51042">
                <a:extLst>
                  <a:ext uri="{FF2B5EF4-FFF2-40B4-BE49-F238E27FC236}">
                    <a16:creationId xmlns:a16="http://schemas.microsoft.com/office/drawing/2014/main" id="{56168A26-72C7-812D-C460-946A81D37CF3}"/>
                  </a:ext>
                </a:extLst>
              </p:cNvPr>
              <p:cNvSpPr/>
              <p:nvPr/>
            </p:nvSpPr>
            <p:spPr>
              <a:xfrm>
                <a:off x="7809659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4" name="Freeform 51043">
                <a:extLst>
                  <a:ext uri="{FF2B5EF4-FFF2-40B4-BE49-F238E27FC236}">
                    <a16:creationId xmlns:a16="http://schemas.microsoft.com/office/drawing/2014/main" id="{1DA8E344-8F01-697B-A307-308D936E01CD}"/>
                  </a:ext>
                </a:extLst>
              </p:cNvPr>
              <p:cNvSpPr/>
              <p:nvPr/>
            </p:nvSpPr>
            <p:spPr>
              <a:xfrm>
                <a:off x="7810155" y="5736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5" name="Freeform 51044">
                <a:extLst>
                  <a:ext uri="{FF2B5EF4-FFF2-40B4-BE49-F238E27FC236}">
                    <a16:creationId xmlns:a16="http://schemas.microsoft.com/office/drawing/2014/main" id="{6E36B2CB-2C2A-0D17-FFED-6DB6C834EBC4}"/>
                  </a:ext>
                </a:extLst>
              </p:cNvPr>
              <p:cNvSpPr/>
              <p:nvPr/>
            </p:nvSpPr>
            <p:spPr>
              <a:xfrm>
                <a:off x="7810750" y="5714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6" name="Freeform 51045">
                <a:extLst>
                  <a:ext uri="{FF2B5EF4-FFF2-40B4-BE49-F238E27FC236}">
                    <a16:creationId xmlns:a16="http://schemas.microsoft.com/office/drawing/2014/main" id="{19937B6C-11B3-5D07-64D7-72C2AC6B048E}"/>
                  </a:ext>
                </a:extLst>
              </p:cNvPr>
              <p:cNvSpPr/>
              <p:nvPr/>
            </p:nvSpPr>
            <p:spPr>
              <a:xfrm>
                <a:off x="7811246" y="5663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7" name="Freeform 51046">
                <a:extLst>
                  <a:ext uri="{FF2B5EF4-FFF2-40B4-BE49-F238E27FC236}">
                    <a16:creationId xmlns:a16="http://schemas.microsoft.com/office/drawing/2014/main" id="{611766A4-24B1-DBA6-9462-97D69532C05A}"/>
                  </a:ext>
                </a:extLst>
              </p:cNvPr>
              <p:cNvSpPr/>
              <p:nvPr/>
            </p:nvSpPr>
            <p:spPr>
              <a:xfrm>
                <a:off x="7811742" y="56259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8" name="Freeform 51047">
                <a:extLst>
                  <a:ext uri="{FF2B5EF4-FFF2-40B4-BE49-F238E27FC236}">
                    <a16:creationId xmlns:a16="http://schemas.microsoft.com/office/drawing/2014/main" id="{B32655C9-3165-DA4D-1A6B-798E05D26AFB}"/>
                  </a:ext>
                </a:extLst>
              </p:cNvPr>
              <p:cNvSpPr/>
              <p:nvPr/>
            </p:nvSpPr>
            <p:spPr>
              <a:xfrm>
                <a:off x="7812338" y="56006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49" name="Freeform 51048">
                <a:extLst>
                  <a:ext uri="{FF2B5EF4-FFF2-40B4-BE49-F238E27FC236}">
                    <a16:creationId xmlns:a16="http://schemas.microsoft.com/office/drawing/2014/main" id="{DCB4C3FE-192F-359C-A583-549F89BA8684}"/>
                  </a:ext>
                </a:extLst>
              </p:cNvPr>
              <p:cNvSpPr/>
              <p:nvPr/>
            </p:nvSpPr>
            <p:spPr>
              <a:xfrm>
                <a:off x="7812834" y="55789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0" name="Freeform 51049">
                <a:extLst>
                  <a:ext uri="{FF2B5EF4-FFF2-40B4-BE49-F238E27FC236}">
                    <a16:creationId xmlns:a16="http://schemas.microsoft.com/office/drawing/2014/main" id="{44B76FD3-71C4-C6B6-CAF8-2ADC152EF724}"/>
                  </a:ext>
                </a:extLst>
              </p:cNvPr>
              <p:cNvSpPr/>
              <p:nvPr/>
            </p:nvSpPr>
            <p:spPr>
              <a:xfrm>
                <a:off x="7813330" y="55610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1" name="Freeform 51050">
                <a:extLst>
                  <a:ext uri="{FF2B5EF4-FFF2-40B4-BE49-F238E27FC236}">
                    <a16:creationId xmlns:a16="http://schemas.microsoft.com/office/drawing/2014/main" id="{0D55D90D-9F4E-C9DA-5F66-C155D005317C}"/>
                  </a:ext>
                </a:extLst>
              </p:cNvPr>
              <p:cNvSpPr/>
              <p:nvPr/>
            </p:nvSpPr>
            <p:spPr>
              <a:xfrm>
                <a:off x="7813826" y="55728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2" name="Freeform 51051">
                <a:extLst>
                  <a:ext uri="{FF2B5EF4-FFF2-40B4-BE49-F238E27FC236}">
                    <a16:creationId xmlns:a16="http://schemas.microsoft.com/office/drawing/2014/main" id="{A8977E02-1535-AAF4-CF84-D2E029F2B3FB}"/>
                  </a:ext>
                </a:extLst>
              </p:cNvPr>
              <p:cNvSpPr/>
              <p:nvPr/>
            </p:nvSpPr>
            <p:spPr>
              <a:xfrm>
                <a:off x="7814421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3" name="Freeform 51052">
                <a:extLst>
                  <a:ext uri="{FF2B5EF4-FFF2-40B4-BE49-F238E27FC236}">
                    <a16:creationId xmlns:a16="http://schemas.microsoft.com/office/drawing/2014/main" id="{11DF96AA-3C80-BFD9-ACBA-BBFE01942D88}"/>
                  </a:ext>
                </a:extLst>
              </p:cNvPr>
              <p:cNvSpPr/>
              <p:nvPr/>
            </p:nvSpPr>
            <p:spPr>
              <a:xfrm>
                <a:off x="7814917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4" name="Freeform 51053">
                <a:extLst>
                  <a:ext uri="{FF2B5EF4-FFF2-40B4-BE49-F238E27FC236}">
                    <a16:creationId xmlns:a16="http://schemas.microsoft.com/office/drawing/2014/main" id="{32858624-5AC9-A261-7BAC-F4235A674FB7}"/>
                  </a:ext>
                </a:extLst>
              </p:cNvPr>
              <p:cNvSpPr/>
              <p:nvPr/>
            </p:nvSpPr>
            <p:spPr>
              <a:xfrm>
                <a:off x="7815413" y="5985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5" name="Freeform 51054">
                <a:extLst>
                  <a:ext uri="{FF2B5EF4-FFF2-40B4-BE49-F238E27FC236}">
                    <a16:creationId xmlns:a16="http://schemas.microsoft.com/office/drawing/2014/main" id="{A644BBB4-5AB1-8FB5-5B69-22F52143C7AE}"/>
                  </a:ext>
                </a:extLst>
              </p:cNvPr>
              <p:cNvSpPr/>
              <p:nvPr/>
            </p:nvSpPr>
            <p:spPr>
              <a:xfrm>
                <a:off x="7816009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6" name="Freeform 51055">
                <a:extLst>
                  <a:ext uri="{FF2B5EF4-FFF2-40B4-BE49-F238E27FC236}">
                    <a16:creationId xmlns:a16="http://schemas.microsoft.com/office/drawing/2014/main" id="{3AFBBF81-31A9-E791-8C4B-0D9544D0FE90}"/>
                  </a:ext>
                </a:extLst>
              </p:cNvPr>
              <p:cNvSpPr/>
              <p:nvPr/>
            </p:nvSpPr>
            <p:spPr>
              <a:xfrm>
                <a:off x="7816505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7" name="Freeform 51056">
                <a:extLst>
                  <a:ext uri="{FF2B5EF4-FFF2-40B4-BE49-F238E27FC236}">
                    <a16:creationId xmlns:a16="http://schemas.microsoft.com/office/drawing/2014/main" id="{09CE2EEE-92BC-C62E-D773-ECDCFC5439CF}"/>
                  </a:ext>
                </a:extLst>
              </p:cNvPr>
              <p:cNvSpPr/>
              <p:nvPr/>
            </p:nvSpPr>
            <p:spPr>
              <a:xfrm>
                <a:off x="7817001" y="59797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8" name="Freeform 51057">
                <a:extLst>
                  <a:ext uri="{FF2B5EF4-FFF2-40B4-BE49-F238E27FC236}">
                    <a16:creationId xmlns:a16="http://schemas.microsoft.com/office/drawing/2014/main" id="{ABCA845F-4FEF-C9B3-EA20-012FFD29CF9B}"/>
                  </a:ext>
                </a:extLst>
              </p:cNvPr>
              <p:cNvSpPr/>
              <p:nvPr/>
            </p:nvSpPr>
            <p:spPr>
              <a:xfrm>
                <a:off x="7817596" y="59837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59" name="Freeform 51058">
                <a:extLst>
                  <a:ext uri="{FF2B5EF4-FFF2-40B4-BE49-F238E27FC236}">
                    <a16:creationId xmlns:a16="http://schemas.microsoft.com/office/drawing/2014/main" id="{974685A4-533E-4983-7F74-0D3513A3D886}"/>
                  </a:ext>
                </a:extLst>
              </p:cNvPr>
              <p:cNvSpPr/>
              <p:nvPr/>
            </p:nvSpPr>
            <p:spPr>
              <a:xfrm>
                <a:off x="7818092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0" name="Freeform 51059">
                <a:extLst>
                  <a:ext uri="{FF2B5EF4-FFF2-40B4-BE49-F238E27FC236}">
                    <a16:creationId xmlns:a16="http://schemas.microsoft.com/office/drawing/2014/main" id="{B15FDB75-07CC-573F-9A34-7FC426552BD1}"/>
                  </a:ext>
                </a:extLst>
              </p:cNvPr>
              <p:cNvSpPr/>
              <p:nvPr/>
            </p:nvSpPr>
            <p:spPr>
              <a:xfrm>
                <a:off x="7818588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1" name="Freeform 51060">
                <a:extLst>
                  <a:ext uri="{FF2B5EF4-FFF2-40B4-BE49-F238E27FC236}">
                    <a16:creationId xmlns:a16="http://schemas.microsoft.com/office/drawing/2014/main" id="{63A45F64-022A-1250-9B17-6B9C04C1D403}"/>
                  </a:ext>
                </a:extLst>
              </p:cNvPr>
              <p:cNvSpPr/>
              <p:nvPr/>
            </p:nvSpPr>
            <p:spPr>
              <a:xfrm>
                <a:off x="7819184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2" name="Freeform 51061">
                <a:extLst>
                  <a:ext uri="{FF2B5EF4-FFF2-40B4-BE49-F238E27FC236}">
                    <a16:creationId xmlns:a16="http://schemas.microsoft.com/office/drawing/2014/main" id="{181FE336-AD85-B3C3-8BB0-B2512F14C117}"/>
                  </a:ext>
                </a:extLst>
              </p:cNvPr>
              <p:cNvSpPr/>
              <p:nvPr/>
            </p:nvSpPr>
            <p:spPr>
              <a:xfrm>
                <a:off x="7819680" y="5791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3" name="Freeform 51062">
                <a:extLst>
                  <a:ext uri="{FF2B5EF4-FFF2-40B4-BE49-F238E27FC236}">
                    <a16:creationId xmlns:a16="http://schemas.microsoft.com/office/drawing/2014/main" id="{641856FF-C241-09B7-4483-AFB7F0327313}"/>
                  </a:ext>
                </a:extLst>
              </p:cNvPr>
              <p:cNvSpPr/>
              <p:nvPr/>
            </p:nvSpPr>
            <p:spPr>
              <a:xfrm>
                <a:off x="7820176" y="5785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4" name="Freeform 51063">
                <a:extLst>
                  <a:ext uri="{FF2B5EF4-FFF2-40B4-BE49-F238E27FC236}">
                    <a16:creationId xmlns:a16="http://schemas.microsoft.com/office/drawing/2014/main" id="{3B774973-1B56-D1D2-6C3F-7A3553472789}"/>
                  </a:ext>
                </a:extLst>
              </p:cNvPr>
              <p:cNvSpPr/>
              <p:nvPr/>
            </p:nvSpPr>
            <p:spPr>
              <a:xfrm>
                <a:off x="7820771" y="5767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5" name="Freeform 51064">
                <a:extLst>
                  <a:ext uri="{FF2B5EF4-FFF2-40B4-BE49-F238E27FC236}">
                    <a16:creationId xmlns:a16="http://schemas.microsoft.com/office/drawing/2014/main" id="{4634F1C6-6E1F-0393-9475-E56AC8F29761}"/>
                  </a:ext>
                </a:extLst>
              </p:cNvPr>
              <p:cNvSpPr/>
              <p:nvPr/>
            </p:nvSpPr>
            <p:spPr>
              <a:xfrm>
                <a:off x="7821267" y="578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6" name="Freeform 51065">
                <a:extLst>
                  <a:ext uri="{FF2B5EF4-FFF2-40B4-BE49-F238E27FC236}">
                    <a16:creationId xmlns:a16="http://schemas.microsoft.com/office/drawing/2014/main" id="{A71D0F61-7B69-29A7-7DEA-A576B57A6A59}"/>
                  </a:ext>
                </a:extLst>
              </p:cNvPr>
              <p:cNvSpPr/>
              <p:nvPr/>
            </p:nvSpPr>
            <p:spPr>
              <a:xfrm>
                <a:off x="7821763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7" name="Freeform 51066">
                <a:extLst>
                  <a:ext uri="{FF2B5EF4-FFF2-40B4-BE49-F238E27FC236}">
                    <a16:creationId xmlns:a16="http://schemas.microsoft.com/office/drawing/2014/main" id="{A8258146-F20B-07EA-2DC9-FF5E7CBD9FDE}"/>
                  </a:ext>
                </a:extLst>
              </p:cNvPr>
              <p:cNvSpPr/>
              <p:nvPr/>
            </p:nvSpPr>
            <p:spPr>
              <a:xfrm>
                <a:off x="7822359" y="5742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8" name="Freeform 51067">
                <a:extLst>
                  <a:ext uri="{FF2B5EF4-FFF2-40B4-BE49-F238E27FC236}">
                    <a16:creationId xmlns:a16="http://schemas.microsoft.com/office/drawing/2014/main" id="{509383E3-817A-1F7E-6473-AE45FDC17A0D}"/>
                  </a:ext>
                </a:extLst>
              </p:cNvPr>
              <p:cNvSpPr/>
              <p:nvPr/>
            </p:nvSpPr>
            <p:spPr>
              <a:xfrm>
                <a:off x="7822855" y="5713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69" name="Freeform 51068">
                <a:extLst>
                  <a:ext uri="{FF2B5EF4-FFF2-40B4-BE49-F238E27FC236}">
                    <a16:creationId xmlns:a16="http://schemas.microsoft.com/office/drawing/2014/main" id="{65E5FE56-9670-689A-BDB2-B63D5B6A8AB8}"/>
                  </a:ext>
                </a:extLst>
              </p:cNvPr>
              <p:cNvSpPr/>
              <p:nvPr/>
            </p:nvSpPr>
            <p:spPr>
              <a:xfrm>
                <a:off x="7823351" y="5685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0" name="Freeform 51069">
                <a:extLst>
                  <a:ext uri="{FF2B5EF4-FFF2-40B4-BE49-F238E27FC236}">
                    <a16:creationId xmlns:a16="http://schemas.microsoft.com/office/drawing/2014/main" id="{87F47B7B-39D1-9865-33F3-E24BA656CEFB}"/>
                  </a:ext>
                </a:extLst>
              </p:cNvPr>
              <p:cNvSpPr/>
              <p:nvPr/>
            </p:nvSpPr>
            <p:spPr>
              <a:xfrm>
                <a:off x="7823946" y="5638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1" name="Freeform 51070">
                <a:extLst>
                  <a:ext uri="{FF2B5EF4-FFF2-40B4-BE49-F238E27FC236}">
                    <a16:creationId xmlns:a16="http://schemas.microsoft.com/office/drawing/2014/main" id="{5624AC95-97ED-83E7-0669-FB0F5248C2AF}"/>
                  </a:ext>
                </a:extLst>
              </p:cNvPr>
              <p:cNvSpPr/>
              <p:nvPr/>
            </p:nvSpPr>
            <p:spPr>
              <a:xfrm>
                <a:off x="7824442" y="5596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2" name="Freeform 51071">
                <a:extLst>
                  <a:ext uri="{FF2B5EF4-FFF2-40B4-BE49-F238E27FC236}">
                    <a16:creationId xmlns:a16="http://schemas.microsoft.com/office/drawing/2014/main" id="{50EFBF25-6ADD-AE4D-DE6D-0E5F25408672}"/>
                  </a:ext>
                </a:extLst>
              </p:cNvPr>
              <p:cNvSpPr/>
              <p:nvPr/>
            </p:nvSpPr>
            <p:spPr>
              <a:xfrm>
                <a:off x="7824938" y="55932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3" name="Freeform 51072">
                <a:extLst>
                  <a:ext uri="{FF2B5EF4-FFF2-40B4-BE49-F238E27FC236}">
                    <a16:creationId xmlns:a16="http://schemas.microsoft.com/office/drawing/2014/main" id="{89BA28F4-2385-730C-EA52-5F532CED5450}"/>
                  </a:ext>
                </a:extLst>
              </p:cNvPr>
              <p:cNvSpPr/>
              <p:nvPr/>
            </p:nvSpPr>
            <p:spPr>
              <a:xfrm>
                <a:off x="7825534" y="5588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4" name="Freeform 51073">
                <a:extLst>
                  <a:ext uri="{FF2B5EF4-FFF2-40B4-BE49-F238E27FC236}">
                    <a16:creationId xmlns:a16="http://schemas.microsoft.com/office/drawing/2014/main" id="{A733FEB2-C689-925B-FE79-0192BC928F2C}"/>
                  </a:ext>
                </a:extLst>
              </p:cNvPr>
              <p:cNvSpPr/>
              <p:nvPr/>
            </p:nvSpPr>
            <p:spPr>
              <a:xfrm>
                <a:off x="7826030" y="56075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5" name="Freeform 51074">
                <a:extLst>
                  <a:ext uri="{FF2B5EF4-FFF2-40B4-BE49-F238E27FC236}">
                    <a16:creationId xmlns:a16="http://schemas.microsoft.com/office/drawing/2014/main" id="{96B95ADF-567E-72DA-3CFB-3BB91B310E5B}"/>
                  </a:ext>
                </a:extLst>
              </p:cNvPr>
              <p:cNvSpPr/>
              <p:nvPr/>
            </p:nvSpPr>
            <p:spPr>
              <a:xfrm>
                <a:off x="7826526" y="5606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6" name="Freeform 51075">
                <a:extLst>
                  <a:ext uri="{FF2B5EF4-FFF2-40B4-BE49-F238E27FC236}">
                    <a16:creationId xmlns:a16="http://schemas.microsoft.com/office/drawing/2014/main" id="{F46F47F8-676F-5636-DC18-246D15AAD6A6}"/>
                  </a:ext>
                </a:extLst>
              </p:cNvPr>
              <p:cNvSpPr/>
              <p:nvPr/>
            </p:nvSpPr>
            <p:spPr>
              <a:xfrm>
                <a:off x="7827022" y="592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7" name="Freeform 51076">
                <a:extLst>
                  <a:ext uri="{FF2B5EF4-FFF2-40B4-BE49-F238E27FC236}">
                    <a16:creationId xmlns:a16="http://schemas.microsoft.com/office/drawing/2014/main" id="{6994FB51-3687-DDDB-966E-04AB871C8D95}"/>
                  </a:ext>
                </a:extLst>
              </p:cNvPr>
              <p:cNvSpPr/>
              <p:nvPr/>
            </p:nvSpPr>
            <p:spPr>
              <a:xfrm>
                <a:off x="7827617" y="5960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8" name="Freeform 51077">
                <a:extLst>
                  <a:ext uri="{FF2B5EF4-FFF2-40B4-BE49-F238E27FC236}">
                    <a16:creationId xmlns:a16="http://schemas.microsoft.com/office/drawing/2014/main" id="{266D98A1-8D5D-63AD-8C5F-B3A30421A878}"/>
                  </a:ext>
                </a:extLst>
              </p:cNvPr>
              <p:cNvSpPr/>
              <p:nvPr/>
            </p:nvSpPr>
            <p:spPr>
              <a:xfrm>
                <a:off x="7828113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79" name="Freeform 51078">
                <a:extLst>
                  <a:ext uri="{FF2B5EF4-FFF2-40B4-BE49-F238E27FC236}">
                    <a16:creationId xmlns:a16="http://schemas.microsoft.com/office/drawing/2014/main" id="{F4C26427-CC00-02FF-F60A-0911BC17BF69}"/>
                  </a:ext>
                </a:extLst>
              </p:cNvPr>
              <p:cNvSpPr/>
              <p:nvPr/>
            </p:nvSpPr>
            <p:spPr>
              <a:xfrm>
                <a:off x="7828609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0" name="Freeform 51079">
                <a:extLst>
                  <a:ext uri="{FF2B5EF4-FFF2-40B4-BE49-F238E27FC236}">
                    <a16:creationId xmlns:a16="http://schemas.microsoft.com/office/drawing/2014/main" id="{264D4858-5144-F311-0661-E837AB126BA8}"/>
                  </a:ext>
                </a:extLst>
              </p:cNvPr>
              <p:cNvSpPr/>
              <p:nvPr/>
            </p:nvSpPr>
            <p:spPr>
              <a:xfrm>
                <a:off x="7829205" y="5979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1" name="Freeform 51080">
                <a:extLst>
                  <a:ext uri="{FF2B5EF4-FFF2-40B4-BE49-F238E27FC236}">
                    <a16:creationId xmlns:a16="http://schemas.microsoft.com/office/drawing/2014/main" id="{D0EB4C9F-A3A8-C742-6DF1-0FAE7BFC7A17}"/>
                  </a:ext>
                </a:extLst>
              </p:cNvPr>
              <p:cNvSpPr/>
              <p:nvPr/>
            </p:nvSpPr>
            <p:spPr>
              <a:xfrm>
                <a:off x="7829701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2" name="Freeform 51081">
                <a:extLst>
                  <a:ext uri="{FF2B5EF4-FFF2-40B4-BE49-F238E27FC236}">
                    <a16:creationId xmlns:a16="http://schemas.microsoft.com/office/drawing/2014/main" id="{4CF8BCCA-434C-0533-3659-E898404928A4}"/>
                  </a:ext>
                </a:extLst>
              </p:cNvPr>
              <p:cNvSpPr/>
              <p:nvPr/>
            </p:nvSpPr>
            <p:spPr>
              <a:xfrm>
                <a:off x="7830197" y="5975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3" name="Freeform 51082">
                <a:extLst>
                  <a:ext uri="{FF2B5EF4-FFF2-40B4-BE49-F238E27FC236}">
                    <a16:creationId xmlns:a16="http://schemas.microsoft.com/office/drawing/2014/main" id="{6A077189-8644-1236-54D4-1EAAF7F7E22A}"/>
                  </a:ext>
                </a:extLst>
              </p:cNvPr>
              <p:cNvSpPr/>
              <p:nvPr/>
            </p:nvSpPr>
            <p:spPr>
              <a:xfrm>
                <a:off x="7830792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4" name="Freeform 51083">
                <a:extLst>
                  <a:ext uri="{FF2B5EF4-FFF2-40B4-BE49-F238E27FC236}">
                    <a16:creationId xmlns:a16="http://schemas.microsoft.com/office/drawing/2014/main" id="{03C86384-9D30-8857-60A6-7C991EED6765}"/>
                  </a:ext>
                </a:extLst>
              </p:cNvPr>
              <p:cNvSpPr/>
              <p:nvPr/>
            </p:nvSpPr>
            <p:spPr>
              <a:xfrm>
                <a:off x="7831288" y="5976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5" name="Freeform 51084">
                <a:extLst>
                  <a:ext uri="{FF2B5EF4-FFF2-40B4-BE49-F238E27FC236}">
                    <a16:creationId xmlns:a16="http://schemas.microsoft.com/office/drawing/2014/main" id="{1BBD0864-1010-F77C-8EA3-310D83035598}"/>
                  </a:ext>
                </a:extLst>
              </p:cNvPr>
              <p:cNvSpPr/>
              <p:nvPr/>
            </p:nvSpPr>
            <p:spPr>
              <a:xfrm>
                <a:off x="7831784" y="5910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6" name="Freeform 51085">
                <a:extLst>
                  <a:ext uri="{FF2B5EF4-FFF2-40B4-BE49-F238E27FC236}">
                    <a16:creationId xmlns:a16="http://schemas.microsoft.com/office/drawing/2014/main" id="{7020DA1B-DFA3-8A17-5363-5E689AB0E800}"/>
                  </a:ext>
                </a:extLst>
              </p:cNvPr>
              <p:cNvSpPr/>
              <p:nvPr/>
            </p:nvSpPr>
            <p:spPr>
              <a:xfrm>
                <a:off x="7832380" y="580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7" name="Freeform 51086">
                <a:extLst>
                  <a:ext uri="{FF2B5EF4-FFF2-40B4-BE49-F238E27FC236}">
                    <a16:creationId xmlns:a16="http://schemas.microsoft.com/office/drawing/2014/main" id="{40420358-464F-9960-27A5-AD54A499ABBE}"/>
                  </a:ext>
                </a:extLst>
              </p:cNvPr>
              <p:cNvSpPr/>
              <p:nvPr/>
            </p:nvSpPr>
            <p:spPr>
              <a:xfrm>
                <a:off x="7832876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8" name="Freeform 51087">
                <a:extLst>
                  <a:ext uri="{FF2B5EF4-FFF2-40B4-BE49-F238E27FC236}">
                    <a16:creationId xmlns:a16="http://schemas.microsoft.com/office/drawing/2014/main" id="{53144D78-EC35-9C87-B515-300A7168289C}"/>
                  </a:ext>
                </a:extLst>
              </p:cNvPr>
              <p:cNvSpPr/>
              <p:nvPr/>
            </p:nvSpPr>
            <p:spPr>
              <a:xfrm>
                <a:off x="7833372" y="5818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89" name="Freeform 51088">
                <a:extLst>
                  <a:ext uri="{FF2B5EF4-FFF2-40B4-BE49-F238E27FC236}">
                    <a16:creationId xmlns:a16="http://schemas.microsoft.com/office/drawing/2014/main" id="{3D6EE81D-F0F5-6EC5-7BAC-5AB33F4DC4F6}"/>
                  </a:ext>
                </a:extLst>
              </p:cNvPr>
              <p:cNvSpPr/>
              <p:nvPr/>
            </p:nvSpPr>
            <p:spPr>
              <a:xfrm>
                <a:off x="7833967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0" name="Freeform 51089">
                <a:extLst>
                  <a:ext uri="{FF2B5EF4-FFF2-40B4-BE49-F238E27FC236}">
                    <a16:creationId xmlns:a16="http://schemas.microsoft.com/office/drawing/2014/main" id="{904C1286-6CBA-1C3C-2BA5-E81D888FB8F0}"/>
                  </a:ext>
                </a:extLst>
              </p:cNvPr>
              <p:cNvSpPr/>
              <p:nvPr/>
            </p:nvSpPr>
            <p:spPr>
              <a:xfrm>
                <a:off x="7834463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1" name="Freeform 51090">
                <a:extLst>
                  <a:ext uri="{FF2B5EF4-FFF2-40B4-BE49-F238E27FC236}">
                    <a16:creationId xmlns:a16="http://schemas.microsoft.com/office/drawing/2014/main" id="{D52C110C-AC52-6254-FDE6-80FA37D771C4}"/>
                  </a:ext>
                </a:extLst>
              </p:cNvPr>
              <p:cNvSpPr/>
              <p:nvPr/>
            </p:nvSpPr>
            <p:spPr>
              <a:xfrm>
                <a:off x="7834959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2" name="Freeform 51091">
                <a:extLst>
                  <a:ext uri="{FF2B5EF4-FFF2-40B4-BE49-F238E27FC236}">
                    <a16:creationId xmlns:a16="http://schemas.microsoft.com/office/drawing/2014/main" id="{3A864F8D-41A3-5396-2C77-B901D69F100E}"/>
                  </a:ext>
                </a:extLst>
              </p:cNvPr>
              <p:cNvSpPr/>
              <p:nvPr/>
            </p:nvSpPr>
            <p:spPr>
              <a:xfrm>
                <a:off x="7835555" y="5819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3" name="Freeform 51092">
                <a:extLst>
                  <a:ext uri="{FF2B5EF4-FFF2-40B4-BE49-F238E27FC236}">
                    <a16:creationId xmlns:a16="http://schemas.microsoft.com/office/drawing/2014/main" id="{0A1D947A-D0BF-8F6C-DE00-5B9E39D14F29}"/>
                  </a:ext>
                </a:extLst>
              </p:cNvPr>
              <p:cNvSpPr/>
              <p:nvPr/>
            </p:nvSpPr>
            <p:spPr>
              <a:xfrm>
                <a:off x="7836051" y="5785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4" name="Freeform 51093">
                <a:extLst>
                  <a:ext uri="{FF2B5EF4-FFF2-40B4-BE49-F238E27FC236}">
                    <a16:creationId xmlns:a16="http://schemas.microsoft.com/office/drawing/2014/main" id="{C1BC6DBF-B7C4-4FF9-AE22-5C2448F03F3A}"/>
                  </a:ext>
                </a:extLst>
              </p:cNvPr>
              <p:cNvSpPr/>
              <p:nvPr/>
            </p:nvSpPr>
            <p:spPr>
              <a:xfrm>
                <a:off x="7836547" y="5756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5" name="Freeform 51094">
                <a:extLst>
                  <a:ext uri="{FF2B5EF4-FFF2-40B4-BE49-F238E27FC236}">
                    <a16:creationId xmlns:a16="http://schemas.microsoft.com/office/drawing/2014/main" id="{9B70256B-72E4-F921-120A-D458F7E64E43}"/>
                  </a:ext>
                </a:extLst>
              </p:cNvPr>
              <p:cNvSpPr/>
              <p:nvPr/>
            </p:nvSpPr>
            <p:spPr>
              <a:xfrm>
                <a:off x="7837142" y="5708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6" name="Freeform 51095">
                <a:extLst>
                  <a:ext uri="{FF2B5EF4-FFF2-40B4-BE49-F238E27FC236}">
                    <a16:creationId xmlns:a16="http://schemas.microsoft.com/office/drawing/2014/main" id="{D3EBD5AF-B4BB-9FEF-A2C3-E4026F60260F}"/>
                  </a:ext>
                </a:extLst>
              </p:cNvPr>
              <p:cNvSpPr/>
              <p:nvPr/>
            </p:nvSpPr>
            <p:spPr>
              <a:xfrm>
                <a:off x="7837638" y="5676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7" name="Freeform 51096">
                <a:extLst>
                  <a:ext uri="{FF2B5EF4-FFF2-40B4-BE49-F238E27FC236}">
                    <a16:creationId xmlns:a16="http://schemas.microsoft.com/office/drawing/2014/main" id="{EAA2D2F5-8547-CCF2-A60B-0C66E2DB5A39}"/>
                  </a:ext>
                </a:extLst>
              </p:cNvPr>
              <p:cNvSpPr/>
              <p:nvPr/>
            </p:nvSpPr>
            <p:spPr>
              <a:xfrm>
                <a:off x="7838134" y="5655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8" name="Freeform 51097">
                <a:extLst>
                  <a:ext uri="{FF2B5EF4-FFF2-40B4-BE49-F238E27FC236}">
                    <a16:creationId xmlns:a16="http://schemas.microsoft.com/office/drawing/2014/main" id="{3D35E8C4-EAE0-D288-0904-D31F9A24B07D}"/>
                  </a:ext>
                </a:extLst>
              </p:cNvPr>
              <p:cNvSpPr/>
              <p:nvPr/>
            </p:nvSpPr>
            <p:spPr>
              <a:xfrm>
                <a:off x="7838630" y="571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99" name="Freeform 51098">
                <a:extLst>
                  <a:ext uri="{FF2B5EF4-FFF2-40B4-BE49-F238E27FC236}">
                    <a16:creationId xmlns:a16="http://schemas.microsoft.com/office/drawing/2014/main" id="{BD03B932-C6B0-B3CD-26DC-258C81617343}"/>
                  </a:ext>
                </a:extLst>
              </p:cNvPr>
              <p:cNvSpPr/>
              <p:nvPr/>
            </p:nvSpPr>
            <p:spPr>
              <a:xfrm>
                <a:off x="7839226" y="571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0" name="Freeform 51099">
                <a:extLst>
                  <a:ext uri="{FF2B5EF4-FFF2-40B4-BE49-F238E27FC236}">
                    <a16:creationId xmlns:a16="http://schemas.microsoft.com/office/drawing/2014/main" id="{78744E84-5741-BADC-43AF-8033CBBB5688}"/>
                  </a:ext>
                </a:extLst>
              </p:cNvPr>
              <p:cNvSpPr/>
              <p:nvPr/>
            </p:nvSpPr>
            <p:spPr>
              <a:xfrm>
                <a:off x="7839722" y="59690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1" name="Freeform 51100">
                <a:extLst>
                  <a:ext uri="{FF2B5EF4-FFF2-40B4-BE49-F238E27FC236}">
                    <a16:creationId xmlns:a16="http://schemas.microsoft.com/office/drawing/2014/main" id="{62625508-20CF-E6D4-0B70-FF4C403B3E11}"/>
                  </a:ext>
                </a:extLst>
              </p:cNvPr>
              <p:cNvSpPr/>
              <p:nvPr/>
            </p:nvSpPr>
            <p:spPr>
              <a:xfrm>
                <a:off x="7840218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2" name="Freeform 51101">
                <a:extLst>
                  <a:ext uri="{FF2B5EF4-FFF2-40B4-BE49-F238E27FC236}">
                    <a16:creationId xmlns:a16="http://schemas.microsoft.com/office/drawing/2014/main" id="{0FDD3433-07C7-A0DF-2A15-9AF683BC9D2D}"/>
                  </a:ext>
                </a:extLst>
              </p:cNvPr>
              <p:cNvSpPr/>
              <p:nvPr/>
            </p:nvSpPr>
            <p:spPr>
              <a:xfrm>
                <a:off x="7840813" y="5997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3" name="Freeform 51102">
                <a:extLst>
                  <a:ext uri="{FF2B5EF4-FFF2-40B4-BE49-F238E27FC236}">
                    <a16:creationId xmlns:a16="http://schemas.microsoft.com/office/drawing/2014/main" id="{42303AEF-B8DD-F993-C496-36883FDED220}"/>
                  </a:ext>
                </a:extLst>
              </p:cNvPr>
              <p:cNvSpPr/>
              <p:nvPr/>
            </p:nvSpPr>
            <p:spPr>
              <a:xfrm>
                <a:off x="7841309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4" name="Freeform 51103">
                <a:extLst>
                  <a:ext uri="{FF2B5EF4-FFF2-40B4-BE49-F238E27FC236}">
                    <a16:creationId xmlns:a16="http://schemas.microsoft.com/office/drawing/2014/main" id="{FFE494D4-3925-48A4-55B6-196FF0DF3F77}"/>
                  </a:ext>
                </a:extLst>
              </p:cNvPr>
              <p:cNvSpPr/>
              <p:nvPr/>
            </p:nvSpPr>
            <p:spPr>
              <a:xfrm>
                <a:off x="7841805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5" name="Freeform 51104">
                <a:extLst>
                  <a:ext uri="{FF2B5EF4-FFF2-40B4-BE49-F238E27FC236}">
                    <a16:creationId xmlns:a16="http://schemas.microsoft.com/office/drawing/2014/main" id="{2CE66670-F7BC-1DC7-604F-797CBE63A0F6}"/>
                  </a:ext>
                </a:extLst>
              </p:cNvPr>
              <p:cNvSpPr/>
              <p:nvPr/>
            </p:nvSpPr>
            <p:spPr>
              <a:xfrm>
                <a:off x="7842401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6" name="Freeform 51105">
                <a:extLst>
                  <a:ext uri="{FF2B5EF4-FFF2-40B4-BE49-F238E27FC236}">
                    <a16:creationId xmlns:a16="http://schemas.microsoft.com/office/drawing/2014/main" id="{DAEDEE2D-8E97-C723-918A-D912F8309D7C}"/>
                  </a:ext>
                </a:extLst>
              </p:cNvPr>
              <p:cNvSpPr/>
              <p:nvPr/>
            </p:nvSpPr>
            <p:spPr>
              <a:xfrm>
                <a:off x="7842897" y="6003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7" name="Freeform 51106">
                <a:extLst>
                  <a:ext uri="{FF2B5EF4-FFF2-40B4-BE49-F238E27FC236}">
                    <a16:creationId xmlns:a16="http://schemas.microsoft.com/office/drawing/2014/main" id="{6966BC79-F017-6EE3-B37E-0BE915266054}"/>
                  </a:ext>
                </a:extLst>
              </p:cNvPr>
              <p:cNvSpPr/>
              <p:nvPr/>
            </p:nvSpPr>
            <p:spPr>
              <a:xfrm>
                <a:off x="7843393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8" name="Freeform 51107">
                <a:extLst>
                  <a:ext uri="{FF2B5EF4-FFF2-40B4-BE49-F238E27FC236}">
                    <a16:creationId xmlns:a16="http://schemas.microsoft.com/office/drawing/2014/main" id="{227BD32B-9305-4026-7B0B-C1C43E575DBE}"/>
                  </a:ext>
                </a:extLst>
              </p:cNvPr>
              <p:cNvSpPr/>
              <p:nvPr/>
            </p:nvSpPr>
            <p:spPr>
              <a:xfrm>
                <a:off x="7843988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09" name="Freeform 51108">
                <a:extLst>
                  <a:ext uri="{FF2B5EF4-FFF2-40B4-BE49-F238E27FC236}">
                    <a16:creationId xmlns:a16="http://schemas.microsoft.com/office/drawing/2014/main" id="{3DE8B2E4-618B-1B9B-D52A-612CBF8D700A}"/>
                  </a:ext>
                </a:extLst>
              </p:cNvPr>
              <p:cNvSpPr/>
              <p:nvPr/>
            </p:nvSpPr>
            <p:spPr>
              <a:xfrm>
                <a:off x="7844484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0" name="Freeform 51109">
                <a:extLst>
                  <a:ext uri="{FF2B5EF4-FFF2-40B4-BE49-F238E27FC236}">
                    <a16:creationId xmlns:a16="http://schemas.microsoft.com/office/drawing/2014/main" id="{0F38D296-307B-AE9E-E809-62D0C5B13947}"/>
                  </a:ext>
                </a:extLst>
              </p:cNvPr>
              <p:cNvSpPr/>
              <p:nvPr/>
            </p:nvSpPr>
            <p:spPr>
              <a:xfrm>
                <a:off x="7844980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1" name="Freeform 51110">
                <a:extLst>
                  <a:ext uri="{FF2B5EF4-FFF2-40B4-BE49-F238E27FC236}">
                    <a16:creationId xmlns:a16="http://schemas.microsoft.com/office/drawing/2014/main" id="{054081EC-4C85-E295-410F-5B8D7D554E79}"/>
                  </a:ext>
                </a:extLst>
              </p:cNvPr>
              <p:cNvSpPr/>
              <p:nvPr/>
            </p:nvSpPr>
            <p:spPr>
              <a:xfrm>
                <a:off x="7845576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2" name="Freeform 51111">
                <a:extLst>
                  <a:ext uri="{FF2B5EF4-FFF2-40B4-BE49-F238E27FC236}">
                    <a16:creationId xmlns:a16="http://schemas.microsoft.com/office/drawing/2014/main" id="{78500B77-E75D-0C04-BE29-015A1C5C68E7}"/>
                  </a:ext>
                </a:extLst>
              </p:cNvPr>
              <p:cNvSpPr/>
              <p:nvPr/>
            </p:nvSpPr>
            <p:spPr>
              <a:xfrm>
                <a:off x="7846072" y="59038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3" name="Freeform 51112">
                <a:extLst>
                  <a:ext uri="{FF2B5EF4-FFF2-40B4-BE49-F238E27FC236}">
                    <a16:creationId xmlns:a16="http://schemas.microsoft.com/office/drawing/2014/main" id="{269B3540-7C8C-E91F-2DE9-D7FC99B83DD8}"/>
                  </a:ext>
                </a:extLst>
              </p:cNvPr>
              <p:cNvSpPr/>
              <p:nvPr/>
            </p:nvSpPr>
            <p:spPr>
              <a:xfrm>
                <a:off x="7846568" y="5900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4" name="Freeform 51113">
                <a:extLst>
                  <a:ext uri="{FF2B5EF4-FFF2-40B4-BE49-F238E27FC236}">
                    <a16:creationId xmlns:a16="http://schemas.microsoft.com/office/drawing/2014/main" id="{F3FB252D-A092-C77D-5FDE-99ECB14896E8}"/>
                  </a:ext>
                </a:extLst>
              </p:cNvPr>
              <p:cNvSpPr/>
              <p:nvPr/>
            </p:nvSpPr>
            <p:spPr>
              <a:xfrm>
                <a:off x="7847163" y="5892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5" name="Freeform 51114">
                <a:extLst>
                  <a:ext uri="{FF2B5EF4-FFF2-40B4-BE49-F238E27FC236}">
                    <a16:creationId xmlns:a16="http://schemas.microsoft.com/office/drawing/2014/main" id="{5A6A54BF-499F-9972-DE9A-E24F4221B67C}"/>
                  </a:ext>
                </a:extLst>
              </p:cNvPr>
              <p:cNvSpPr/>
              <p:nvPr/>
            </p:nvSpPr>
            <p:spPr>
              <a:xfrm>
                <a:off x="7847659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6" name="Freeform 51115">
                <a:extLst>
                  <a:ext uri="{FF2B5EF4-FFF2-40B4-BE49-F238E27FC236}">
                    <a16:creationId xmlns:a16="http://schemas.microsoft.com/office/drawing/2014/main" id="{EA751A48-6775-7CFD-210B-23985A957B09}"/>
                  </a:ext>
                </a:extLst>
              </p:cNvPr>
              <p:cNvSpPr/>
              <p:nvPr/>
            </p:nvSpPr>
            <p:spPr>
              <a:xfrm>
                <a:off x="7848155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7" name="Freeform 51116">
                <a:extLst>
                  <a:ext uri="{FF2B5EF4-FFF2-40B4-BE49-F238E27FC236}">
                    <a16:creationId xmlns:a16="http://schemas.microsoft.com/office/drawing/2014/main" id="{A72A7FB0-CCFD-CD99-471F-B55896570D3C}"/>
                  </a:ext>
                </a:extLst>
              </p:cNvPr>
              <p:cNvSpPr/>
              <p:nvPr/>
            </p:nvSpPr>
            <p:spPr>
              <a:xfrm>
                <a:off x="7848751" y="5831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8" name="Freeform 51117">
                <a:extLst>
                  <a:ext uri="{FF2B5EF4-FFF2-40B4-BE49-F238E27FC236}">
                    <a16:creationId xmlns:a16="http://schemas.microsoft.com/office/drawing/2014/main" id="{FABB0186-0FFE-4A34-FFBE-FA18D2D3FEA6}"/>
                  </a:ext>
                </a:extLst>
              </p:cNvPr>
              <p:cNvSpPr/>
              <p:nvPr/>
            </p:nvSpPr>
            <p:spPr>
              <a:xfrm>
                <a:off x="7849247" y="5800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19" name="Freeform 51118">
                <a:extLst>
                  <a:ext uri="{FF2B5EF4-FFF2-40B4-BE49-F238E27FC236}">
                    <a16:creationId xmlns:a16="http://schemas.microsoft.com/office/drawing/2014/main" id="{EAFA9E3D-9A46-928D-1163-9FD60432A266}"/>
                  </a:ext>
                </a:extLst>
              </p:cNvPr>
              <p:cNvSpPr/>
              <p:nvPr/>
            </p:nvSpPr>
            <p:spPr>
              <a:xfrm>
                <a:off x="7849743" y="5803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0" name="Freeform 51119">
                <a:extLst>
                  <a:ext uri="{FF2B5EF4-FFF2-40B4-BE49-F238E27FC236}">
                    <a16:creationId xmlns:a16="http://schemas.microsoft.com/office/drawing/2014/main" id="{83A01F0B-C1FF-98FD-B1BD-54E3E2D199EA}"/>
                  </a:ext>
                </a:extLst>
              </p:cNvPr>
              <p:cNvSpPr/>
              <p:nvPr/>
            </p:nvSpPr>
            <p:spPr>
              <a:xfrm>
                <a:off x="7850239" y="5774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1" name="Freeform 51120">
                <a:extLst>
                  <a:ext uri="{FF2B5EF4-FFF2-40B4-BE49-F238E27FC236}">
                    <a16:creationId xmlns:a16="http://schemas.microsoft.com/office/drawing/2014/main" id="{07B005CC-A34B-76A0-F7E8-236EC3F2DC95}"/>
                  </a:ext>
                </a:extLst>
              </p:cNvPr>
              <p:cNvSpPr/>
              <p:nvPr/>
            </p:nvSpPr>
            <p:spPr>
              <a:xfrm>
                <a:off x="7850834" y="5760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2" name="Freeform 51121">
                <a:extLst>
                  <a:ext uri="{FF2B5EF4-FFF2-40B4-BE49-F238E27FC236}">
                    <a16:creationId xmlns:a16="http://schemas.microsoft.com/office/drawing/2014/main" id="{57810AB2-98BE-2EDE-E045-88C4F121E902}"/>
                  </a:ext>
                </a:extLst>
              </p:cNvPr>
              <p:cNvSpPr/>
              <p:nvPr/>
            </p:nvSpPr>
            <p:spPr>
              <a:xfrm>
                <a:off x="7851330" y="5743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3" name="Freeform 51122">
                <a:extLst>
                  <a:ext uri="{FF2B5EF4-FFF2-40B4-BE49-F238E27FC236}">
                    <a16:creationId xmlns:a16="http://schemas.microsoft.com/office/drawing/2014/main" id="{960ED188-423C-47DF-C0B2-A77E7F6F8002}"/>
                  </a:ext>
                </a:extLst>
              </p:cNvPr>
              <p:cNvSpPr/>
              <p:nvPr/>
            </p:nvSpPr>
            <p:spPr>
              <a:xfrm>
                <a:off x="7851827" y="5738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4" name="Freeform 51123">
                <a:extLst>
                  <a:ext uri="{FF2B5EF4-FFF2-40B4-BE49-F238E27FC236}">
                    <a16:creationId xmlns:a16="http://schemas.microsoft.com/office/drawing/2014/main" id="{3A429A47-B8A7-910C-788B-557BE2DA5E25}"/>
                  </a:ext>
                </a:extLst>
              </p:cNvPr>
              <p:cNvSpPr/>
              <p:nvPr/>
            </p:nvSpPr>
            <p:spPr>
              <a:xfrm>
                <a:off x="7852422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5" name="Freeform 51124">
                <a:extLst>
                  <a:ext uri="{FF2B5EF4-FFF2-40B4-BE49-F238E27FC236}">
                    <a16:creationId xmlns:a16="http://schemas.microsoft.com/office/drawing/2014/main" id="{4B6399AF-927F-4386-1E92-0D5940441F56}"/>
                  </a:ext>
                </a:extLst>
              </p:cNvPr>
              <p:cNvSpPr/>
              <p:nvPr/>
            </p:nvSpPr>
            <p:spPr>
              <a:xfrm>
                <a:off x="7852918" y="5997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6" name="Freeform 51125">
                <a:extLst>
                  <a:ext uri="{FF2B5EF4-FFF2-40B4-BE49-F238E27FC236}">
                    <a16:creationId xmlns:a16="http://schemas.microsoft.com/office/drawing/2014/main" id="{752EC8D3-F67C-3241-85F1-59F69930E538}"/>
                  </a:ext>
                </a:extLst>
              </p:cNvPr>
              <p:cNvSpPr/>
              <p:nvPr/>
            </p:nvSpPr>
            <p:spPr>
              <a:xfrm>
                <a:off x="7853414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7" name="Freeform 51126">
                <a:extLst>
                  <a:ext uri="{FF2B5EF4-FFF2-40B4-BE49-F238E27FC236}">
                    <a16:creationId xmlns:a16="http://schemas.microsoft.com/office/drawing/2014/main" id="{9FF76916-E161-5C7A-0418-DC66444A35B4}"/>
                  </a:ext>
                </a:extLst>
              </p:cNvPr>
              <p:cNvSpPr/>
              <p:nvPr/>
            </p:nvSpPr>
            <p:spPr>
              <a:xfrm>
                <a:off x="7854009" y="6003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8" name="Freeform 51127">
                <a:extLst>
                  <a:ext uri="{FF2B5EF4-FFF2-40B4-BE49-F238E27FC236}">
                    <a16:creationId xmlns:a16="http://schemas.microsoft.com/office/drawing/2014/main" id="{1AE8CD79-0980-8589-743A-F2BF1FC86CB8}"/>
                  </a:ext>
                </a:extLst>
              </p:cNvPr>
              <p:cNvSpPr/>
              <p:nvPr/>
            </p:nvSpPr>
            <p:spPr>
              <a:xfrm>
                <a:off x="7854505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29" name="Freeform 51128">
                <a:extLst>
                  <a:ext uri="{FF2B5EF4-FFF2-40B4-BE49-F238E27FC236}">
                    <a16:creationId xmlns:a16="http://schemas.microsoft.com/office/drawing/2014/main" id="{7B82B53E-4E4B-905C-CF6B-A29C155D2D87}"/>
                  </a:ext>
                </a:extLst>
              </p:cNvPr>
              <p:cNvSpPr/>
              <p:nvPr/>
            </p:nvSpPr>
            <p:spPr>
              <a:xfrm>
                <a:off x="7855002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0" name="Freeform 51129">
                <a:extLst>
                  <a:ext uri="{FF2B5EF4-FFF2-40B4-BE49-F238E27FC236}">
                    <a16:creationId xmlns:a16="http://schemas.microsoft.com/office/drawing/2014/main" id="{CA107F3C-CC8A-00E4-C014-122FD2AD912D}"/>
                  </a:ext>
                </a:extLst>
              </p:cNvPr>
              <p:cNvSpPr/>
              <p:nvPr/>
            </p:nvSpPr>
            <p:spPr>
              <a:xfrm>
                <a:off x="7855597" y="6002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1" name="Freeform 51130">
                <a:extLst>
                  <a:ext uri="{FF2B5EF4-FFF2-40B4-BE49-F238E27FC236}">
                    <a16:creationId xmlns:a16="http://schemas.microsoft.com/office/drawing/2014/main" id="{FCDE5975-F595-71AE-D215-84C9B210BBD4}"/>
                  </a:ext>
                </a:extLst>
              </p:cNvPr>
              <p:cNvSpPr/>
              <p:nvPr/>
            </p:nvSpPr>
            <p:spPr>
              <a:xfrm>
                <a:off x="7856093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2" name="Freeform 51131">
                <a:extLst>
                  <a:ext uri="{FF2B5EF4-FFF2-40B4-BE49-F238E27FC236}">
                    <a16:creationId xmlns:a16="http://schemas.microsoft.com/office/drawing/2014/main" id="{3F63C69E-7E65-056A-B8FC-7F7B4430ADEF}"/>
                  </a:ext>
                </a:extLst>
              </p:cNvPr>
              <p:cNvSpPr/>
              <p:nvPr/>
            </p:nvSpPr>
            <p:spPr>
              <a:xfrm>
                <a:off x="7856589" y="59887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3" name="Freeform 51132">
                <a:extLst>
                  <a:ext uri="{FF2B5EF4-FFF2-40B4-BE49-F238E27FC236}">
                    <a16:creationId xmlns:a16="http://schemas.microsoft.com/office/drawing/2014/main" id="{5B4C2196-2DB6-E76A-D028-776BF5D64326}"/>
                  </a:ext>
                </a:extLst>
              </p:cNvPr>
              <p:cNvSpPr/>
              <p:nvPr/>
            </p:nvSpPr>
            <p:spPr>
              <a:xfrm>
                <a:off x="7857184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4" name="Freeform 51133">
                <a:extLst>
                  <a:ext uri="{FF2B5EF4-FFF2-40B4-BE49-F238E27FC236}">
                    <a16:creationId xmlns:a16="http://schemas.microsoft.com/office/drawing/2014/main" id="{094C84A6-BB49-B27B-0F3B-43C9A16855AA}"/>
                  </a:ext>
                </a:extLst>
              </p:cNvPr>
              <p:cNvSpPr/>
              <p:nvPr/>
            </p:nvSpPr>
            <p:spPr>
              <a:xfrm>
                <a:off x="7857680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5" name="Freeform 51134">
                <a:extLst>
                  <a:ext uri="{FF2B5EF4-FFF2-40B4-BE49-F238E27FC236}">
                    <a16:creationId xmlns:a16="http://schemas.microsoft.com/office/drawing/2014/main" id="{DC167C00-B369-9489-450B-414C1B29C4F9}"/>
                  </a:ext>
                </a:extLst>
              </p:cNvPr>
              <p:cNvSpPr/>
              <p:nvPr/>
            </p:nvSpPr>
            <p:spPr>
              <a:xfrm>
                <a:off x="7858177" y="59115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6" name="Freeform 51135">
                <a:extLst>
                  <a:ext uri="{FF2B5EF4-FFF2-40B4-BE49-F238E27FC236}">
                    <a16:creationId xmlns:a16="http://schemas.microsoft.com/office/drawing/2014/main" id="{B1CDF9A9-DC47-01F5-F6C4-800D7116EB1B}"/>
                  </a:ext>
                </a:extLst>
              </p:cNvPr>
              <p:cNvSpPr/>
              <p:nvPr/>
            </p:nvSpPr>
            <p:spPr>
              <a:xfrm>
                <a:off x="7858772" y="5914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7" name="Freeform 51136">
                <a:extLst>
                  <a:ext uri="{FF2B5EF4-FFF2-40B4-BE49-F238E27FC236}">
                    <a16:creationId xmlns:a16="http://schemas.microsoft.com/office/drawing/2014/main" id="{4A992DCE-0738-E85E-C897-1284816BD536}"/>
                  </a:ext>
                </a:extLst>
              </p:cNvPr>
              <p:cNvSpPr/>
              <p:nvPr/>
            </p:nvSpPr>
            <p:spPr>
              <a:xfrm>
                <a:off x="7859268" y="5911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8" name="Freeform 51137">
                <a:extLst>
                  <a:ext uri="{FF2B5EF4-FFF2-40B4-BE49-F238E27FC236}">
                    <a16:creationId xmlns:a16="http://schemas.microsoft.com/office/drawing/2014/main" id="{45A23466-F1EB-80CD-AA36-346A1E6D71FD}"/>
                  </a:ext>
                </a:extLst>
              </p:cNvPr>
              <p:cNvSpPr/>
              <p:nvPr/>
            </p:nvSpPr>
            <p:spPr>
              <a:xfrm>
                <a:off x="7859764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39" name="Freeform 51138">
                <a:extLst>
                  <a:ext uri="{FF2B5EF4-FFF2-40B4-BE49-F238E27FC236}">
                    <a16:creationId xmlns:a16="http://schemas.microsoft.com/office/drawing/2014/main" id="{341203F0-04A4-7FE5-312E-ADF6634A7310}"/>
                  </a:ext>
                </a:extLst>
              </p:cNvPr>
              <p:cNvSpPr/>
              <p:nvPr/>
            </p:nvSpPr>
            <p:spPr>
              <a:xfrm>
                <a:off x="7860359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0" name="Freeform 51139">
                <a:extLst>
                  <a:ext uri="{FF2B5EF4-FFF2-40B4-BE49-F238E27FC236}">
                    <a16:creationId xmlns:a16="http://schemas.microsoft.com/office/drawing/2014/main" id="{82A2D5FE-722B-C498-7E42-DA91B7163786}"/>
                  </a:ext>
                </a:extLst>
              </p:cNvPr>
              <p:cNvSpPr/>
              <p:nvPr/>
            </p:nvSpPr>
            <p:spPr>
              <a:xfrm>
                <a:off x="7860855" y="5896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1" name="Freeform 51140">
                <a:extLst>
                  <a:ext uri="{FF2B5EF4-FFF2-40B4-BE49-F238E27FC236}">
                    <a16:creationId xmlns:a16="http://schemas.microsoft.com/office/drawing/2014/main" id="{59C4D7DF-7FAA-D2CE-519A-1305FCBEC344}"/>
                  </a:ext>
                </a:extLst>
              </p:cNvPr>
              <p:cNvSpPr/>
              <p:nvPr/>
            </p:nvSpPr>
            <p:spPr>
              <a:xfrm>
                <a:off x="7861352" y="5890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2" name="Freeform 51141">
                <a:extLst>
                  <a:ext uri="{FF2B5EF4-FFF2-40B4-BE49-F238E27FC236}">
                    <a16:creationId xmlns:a16="http://schemas.microsoft.com/office/drawing/2014/main" id="{86658F69-C7D6-F0CA-ADEC-A56E3D5AD9DE}"/>
                  </a:ext>
                </a:extLst>
              </p:cNvPr>
              <p:cNvSpPr/>
              <p:nvPr/>
            </p:nvSpPr>
            <p:spPr>
              <a:xfrm>
                <a:off x="7861947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3" name="Freeform 51142">
                <a:extLst>
                  <a:ext uri="{FF2B5EF4-FFF2-40B4-BE49-F238E27FC236}">
                    <a16:creationId xmlns:a16="http://schemas.microsoft.com/office/drawing/2014/main" id="{67CA18B5-3627-0AF5-98F2-21F0561CEA84}"/>
                  </a:ext>
                </a:extLst>
              </p:cNvPr>
              <p:cNvSpPr/>
              <p:nvPr/>
            </p:nvSpPr>
            <p:spPr>
              <a:xfrm>
                <a:off x="7862443" y="5829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4" name="Freeform 51143">
                <a:extLst>
                  <a:ext uri="{FF2B5EF4-FFF2-40B4-BE49-F238E27FC236}">
                    <a16:creationId xmlns:a16="http://schemas.microsoft.com/office/drawing/2014/main" id="{B41D6F89-1304-E3A3-3BDF-E4DA5B319C81}"/>
                  </a:ext>
                </a:extLst>
              </p:cNvPr>
              <p:cNvSpPr/>
              <p:nvPr/>
            </p:nvSpPr>
            <p:spPr>
              <a:xfrm>
                <a:off x="7862939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5" name="Freeform 51144">
                <a:extLst>
                  <a:ext uri="{FF2B5EF4-FFF2-40B4-BE49-F238E27FC236}">
                    <a16:creationId xmlns:a16="http://schemas.microsoft.com/office/drawing/2014/main" id="{3FA84408-2EF4-9729-31CD-A2AF01F938F0}"/>
                  </a:ext>
                </a:extLst>
              </p:cNvPr>
              <p:cNvSpPr/>
              <p:nvPr/>
            </p:nvSpPr>
            <p:spPr>
              <a:xfrm>
                <a:off x="7863435" y="5788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6" name="Freeform 51145">
                <a:extLst>
                  <a:ext uri="{FF2B5EF4-FFF2-40B4-BE49-F238E27FC236}">
                    <a16:creationId xmlns:a16="http://schemas.microsoft.com/office/drawing/2014/main" id="{5907DD12-A892-5457-993B-2A50DB5B8D80}"/>
                  </a:ext>
                </a:extLst>
              </p:cNvPr>
              <p:cNvSpPr/>
              <p:nvPr/>
            </p:nvSpPr>
            <p:spPr>
              <a:xfrm>
                <a:off x="7864030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7" name="Freeform 51146">
                <a:extLst>
                  <a:ext uri="{FF2B5EF4-FFF2-40B4-BE49-F238E27FC236}">
                    <a16:creationId xmlns:a16="http://schemas.microsoft.com/office/drawing/2014/main" id="{0466060C-7344-8E42-5AE3-BF3710A4F6FC}"/>
                  </a:ext>
                </a:extLst>
              </p:cNvPr>
              <p:cNvSpPr/>
              <p:nvPr/>
            </p:nvSpPr>
            <p:spPr>
              <a:xfrm>
                <a:off x="7864527" y="5787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8" name="Freeform 51147">
                <a:extLst>
                  <a:ext uri="{FF2B5EF4-FFF2-40B4-BE49-F238E27FC236}">
                    <a16:creationId xmlns:a16="http://schemas.microsoft.com/office/drawing/2014/main" id="{898DB6A3-6AE7-26D0-A5E7-C1E0FB35A1C1}"/>
                  </a:ext>
                </a:extLst>
              </p:cNvPr>
              <p:cNvSpPr/>
              <p:nvPr/>
            </p:nvSpPr>
            <p:spPr>
              <a:xfrm>
                <a:off x="7865023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49" name="Freeform 51148">
                <a:extLst>
                  <a:ext uri="{FF2B5EF4-FFF2-40B4-BE49-F238E27FC236}">
                    <a16:creationId xmlns:a16="http://schemas.microsoft.com/office/drawing/2014/main" id="{EE9C472B-B73D-CBBD-90A1-F96823EB6319}"/>
                  </a:ext>
                </a:extLst>
              </p:cNvPr>
              <p:cNvSpPr/>
              <p:nvPr/>
            </p:nvSpPr>
            <p:spPr>
              <a:xfrm>
                <a:off x="7865618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0" name="Freeform 51149">
                <a:extLst>
                  <a:ext uri="{FF2B5EF4-FFF2-40B4-BE49-F238E27FC236}">
                    <a16:creationId xmlns:a16="http://schemas.microsoft.com/office/drawing/2014/main" id="{8CCF9705-162A-0C5D-E9FE-89860F1B3964}"/>
                  </a:ext>
                </a:extLst>
              </p:cNvPr>
              <p:cNvSpPr/>
              <p:nvPr/>
            </p:nvSpPr>
            <p:spPr>
              <a:xfrm>
                <a:off x="7866114" y="6027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1" name="Freeform 51150">
                <a:extLst>
                  <a:ext uri="{FF2B5EF4-FFF2-40B4-BE49-F238E27FC236}">
                    <a16:creationId xmlns:a16="http://schemas.microsoft.com/office/drawing/2014/main" id="{7D05B764-878F-E714-AF02-870003D5C172}"/>
                  </a:ext>
                </a:extLst>
              </p:cNvPr>
              <p:cNvSpPr/>
              <p:nvPr/>
            </p:nvSpPr>
            <p:spPr>
              <a:xfrm>
                <a:off x="7866610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2" name="Freeform 51151">
                <a:extLst>
                  <a:ext uri="{FF2B5EF4-FFF2-40B4-BE49-F238E27FC236}">
                    <a16:creationId xmlns:a16="http://schemas.microsoft.com/office/drawing/2014/main" id="{71EA4CEF-87C3-F0B0-0F14-919A514A70F8}"/>
                  </a:ext>
                </a:extLst>
              </p:cNvPr>
              <p:cNvSpPr/>
              <p:nvPr/>
            </p:nvSpPr>
            <p:spPr>
              <a:xfrm>
                <a:off x="7867205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3" name="Freeform 51152">
                <a:extLst>
                  <a:ext uri="{FF2B5EF4-FFF2-40B4-BE49-F238E27FC236}">
                    <a16:creationId xmlns:a16="http://schemas.microsoft.com/office/drawing/2014/main" id="{1611B496-9485-4D7B-041E-BF386A98419B}"/>
                  </a:ext>
                </a:extLst>
              </p:cNvPr>
              <p:cNvSpPr/>
              <p:nvPr/>
            </p:nvSpPr>
            <p:spPr>
              <a:xfrm>
                <a:off x="7867702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4" name="Freeform 51153">
                <a:extLst>
                  <a:ext uri="{FF2B5EF4-FFF2-40B4-BE49-F238E27FC236}">
                    <a16:creationId xmlns:a16="http://schemas.microsoft.com/office/drawing/2014/main" id="{9E526CF0-2DE4-DFB1-566C-095123512C90}"/>
                  </a:ext>
                </a:extLst>
              </p:cNvPr>
              <p:cNvSpPr/>
              <p:nvPr/>
            </p:nvSpPr>
            <p:spPr>
              <a:xfrm>
                <a:off x="7868198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5" name="Freeform 51154">
                <a:extLst>
                  <a:ext uri="{FF2B5EF4-FFF2-40B4-BE49-F238E27FC236}">
                    <a16:creationId xmlns:a16="http://schemas.microsoft.com/office/drawing/2014/main" id="{D2B931B9-A92E-E563-5FA4-37235B77836E}"/>
                  </a:ext>
                </a:extLst>
              </p:cNvPr>
              <p:cNvSpPr/>
              <p:nvPr/>
            </p:nvSpPr>
            <p:spPr>
              <a:xfrm>
                <a:off x="7868793" y="6026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6" name="Freeform 51155">
                <a:extLst>
                  <a:ext uri="{FF2B5EF4-FFF2-40B4-BE49-F238E27FC236}">
                    <a16:creationId xmlns:a16="http://schemas.microsoft.com/office/drawing/2014/main" id="{EED97BDA-EEDE-1ECE-AFD6-C93B957531FD}"/>
                  </a:ext>
                </a:extLst>
              </p:cNvPr>
              <p:cNvSpPr/>
              <p:nvPr/>
            </p:nvSpPr>
            <p:spPr>
              <a:xfrm>
                <a:off x="7869289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7" name="Freeform 51156">
                <a:extLst>
                  <a:ext uri="{FF2B5EF4-FFF2-40B4-BE49-F238E27FC236}">
                    <a16:creationId xmlns:a16="http://schemas.microsoft.com/office/drawing/2014/main" id="{B5DF7930-F6C8-8488-5166-45BFF7CA7967}"/>
                  </a:ext>
                </a:extLst>
              </p:cNvPr>
              <p:cNvSpPr/>
              <p:nvPr/>
            </p:nvSpPr>
            <p:spPr>
              <a:xfrm>
                <a:off x="7869785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8" name="Freeform 51157">
                <a:extLst>
                  <a:ext uri="{FF2B5EF4-FFF2-40B4-BE49-F238E27FC236}">
                    <a16:creationId xmlns:a16="http://schemas.microsoft.com/office/drawing/2014/main" id="{A1EE0FD2-94D3-407D-72EF-1507071BF6DB}"/>
                  </a:ext>
                </a:extLst>
              </p:cNvPr>
              <p:cNvSpPr/>
              <p:nvPr/>
            </p:nvSpPr>
            <p:spPr>
              <a:xfrm>
                <a:off x="7870380" y="5847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59" name="Freeform 51158">
                <a:extLst>
                  <a:ext uri="{FF2B5EF4-FFF2-40B4-BE49-F238E27FC236}">
                    <a16:creationId xmlns:a16="http://schemas.microsoft.com/office/drawing/2014/main" id="{9CC6A858-78E6-91D3-92D3-C5AE7F1A3B67}"/>
                  </a:ext>
                </a:extLst>
              </p:cNvPr>
              <p:cNvSpPr/>
              <p:nvPr/>
            </p:nvSpPr>
            <p:spPr>
              <a:xfrm>
                <a:off x="7870877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0" name="Freeform 51159">
                <a:extLst>
                  <a:ext uri="{FF2B5EF4-FFF2-40B4-BE49-F238E27FC236}">
                    <a16:creationId xmlns:a16="http://schemas.microsoft.com/office/drawing/2014/main" id="{80CFAC6F-55B5-03B1-CDFF-1CFE0D24D14D}"/>
                  </a:ext>
                </a:extLst>
              </p:cNvPr>
              <p:cNvSpPr/>
              <p:nvPr/>
            </p:nvSpPr>
            <p:spPr>
              <a:xfrm>
                <a:off x="7871373" y="5832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1" name="Freeform 51160">
                <a:extLst>
                  <a:ext uri="{FF2B5EF4-FFF2-40B4-BE49-F238E27FC236}">
                    <a16:creationId xmlns:a16="http://schemas.microsoft.com/office/drawing/2014/main" id="{E7CD30CD-183F-0E5F-BAD5-E5736ADA7F44}"/>
                  </a:ext>
                </a:extLst>
              </p:cNvPr>
              <p:cNvSpPr/>
              <p:nvPr/>
            </p:nvSpPr>
            <p:spPr>
              <a:xfrm>
                <a:off x="7871968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2" name="Freeform 51161">
                <a:extLst>
                  <a:ext uri="{FF2B5EF4-FFF2-40B4-BE49-F238E27FC236}">
                    <a16:creationId xmlns:a16="http://schemas.microsoft.com/office/drawing/2014/main" id="{90D838B8-D635-441F-C696-D84F47547BB9}"/>
                  </a:ext>
                </a:extLst>
              </p:cNvPr>
              <p:cNvSpPr/>
              <p:nvPr/>
            </p:nvSpPr>
            <p:spPr>
              <a:xfrm>
                <a:off x="7872464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3" name="Freeform 51162">
                <a:extLst>
                  <a:ext uri="{FF2B5EF4-FFF2-40B4-BE49-F238E27FC236}">
                    <a16:creationId xmlns:a16="http://schemas.microsoft.com/office/drawing/2014/main" id="{B6069377-AC47-54DA-589E-EC195E2B0390}"/>
                  </a:ext>
                </a:extLst>
              </p:cNvPr>
              <p:cNvSpPr/>
              <p:nvPr/>
            </p:nvSpPr>
            <p:spPr>
              <a:xfrm>
                <a:off x="7872960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4" name="Freeform 51163">
                <a:extLst>
                  <a:ext uri="{FF2B5EF4-FFF2-40B4-BE49-F238E27FC236}">
                    <a16:creationId xmlns:a16="http://schemas.microsoft.com/office/drawing/2014/main" id="{BD535177-0B62-55FC-FD20-600A3BE22575}"/>
                  </a:ext>
                </a:extLst>
              </p:cNvPr>
              <p:cNvSpPr/>
              <p:nvPr/>
            </p:nvSpPr>
            <p:spPr>
              <a:xfrm>
                <a:off x="7873555" y="5820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5" name="Freeform 51164">
                <a:extLst>
                  <a:ext uri="{FF2B5EF4-FFF2-40B4-BE49-F238E27FC236}">
                    <a16:creationId xmlns:a16="http://schemas.microsoft.com/office/drawing/2014/main" id="{8C15AAEB-1271-C88D-6B8A-9979AB88DC39}"/>
                  </a:ext>
                </a:extLst>
              </p:cNvPr>
              <p:cNvSpPr/>
              <p:nvPr/>
            </p:nvSpPr>
            <p:spPr>
              <a:xfrm>
                <a:off x="7874052" y="5760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6" name="Freeform 51165">
                <a:extLst>
                  <a:ext uri="{FF2B5EF4-FFF2-40B4-BE49-F238E27FC236}">
                    <a16:creationId xmlns:a16="http://schemas.microsoft.com/office/drawing/2014/main" id="{F9A2D148-05C9-56D7-D6EA-75B907A6B82E}"/>
                  </a:ext>
                </a:extLst>
              </p:cNvPr>
              <p:cNvSpPr/>
              <p:nvPr/>
            </p:nvSpPr>
            <p:spPr>
              <a:xfrm>
                <a:off x="7874548" y="5718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7" name="Freeform 51166">
                <a:extLst>
                  <a:ext uri="{FF2B5EF4-FFF2-40B4-BE49-F238E27FC236}">
                    <a16:creationId xmlns:a16="http://schemas.microsoft.com/office/drawing/2014/main" id="{4FE893CC-7FFD-099F-C386-06B7B35A190D}"/>
                  </a:ext>
                </a:extLst>
              </p:cNvPr>
              <p:cNvSpPr/>
              <p:nvPr/>
            </p:nvSpPr>
            <p:spPr>
              <a:xfrm>
                <a:off x="7875044" y="56948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8" name="Freeform 51167">
                <a:extLst>
                  <a:ext uri="{FF2B5EF4-FFF2-40B4-BE49-F238E27FC236}">
                    <a16:creationId xmlns:a16="http://schemas.microsoft.com/office/drawing/2014/main" id="{965199A5-BDA3-2941-7C39-CAB89845F217}"/>
                  </a:ext>
                </a:extLst>
              </p:cNvPr>
              <p:cNvSpPr/>
              <p:nvPr/>
            </p:nvSpPr>
            <p:spPr>
              <a:xfrm>
                <a:off x="7875639" y="5646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69" name="Freeform 51168">
                <a:extLst>
                  <a:ext uri="{FF2B5EF4-FFF2-40B4-BE49-F238E27FC236}">
                    <a16:creationId xmlns:a16="http://schemas.microsoft.com/office/drawing/2014/main" id="{107CAB5A-B829-2B8E-2312-0C607B3DE349}"/>
                  </a:ext>
                </a:extLst>
              </p:cNvPr>
              <p:cNvSpPr/>
              <p:nvPr/>
            </p:nvSpPr>
            <p:spPr>
              <a:xfrm>
                <a:off x="7876135" y="5615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0" name="Freeform 51169">
                <a:extLst>
                  <a:ext uri="{FF2B5EF4-FFF2-40B4-BE49-F238E27FC236}">
                    <a16:creationId xmlns:a16="http://schemas.microsoft.com/office/drawing/2014/main" id="{CDAB5051-F2A9-E3C1-09E3-394AF72071D5}"/>
                  </a:ext>
                </a:extLst>
              </p:cNvPr>
              <p:cNvSpPr/>
              <p:nvPr/>
            </p:nvSpPr>
            <p:spPr>
              <a:xfrm>
                <a:off x="7876631" y="55973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1" name="Freeform 51170">
                <a:extLst>
                  <a:ext uri="{FF2B5EF4-FFF2-40B4-BE49-F238E27FC236}">
                    <a16:creationId xmlns:a16="http://schemas.microsoft.com/office/drawing/2014/main" id="{CFB7DE02-311D-FE8D-42CE-8163C5E4AA92}"/>
                  </a:ext>
                </a:extLst>
              </p:cNvPr>
              <p:cNvSpPr/>
              <p:nvPr/>
            </p:nvSpPr>
            <p:spPr>
              <a:xfrm>
                <a:off x="7877227" y="56299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2" name="Freeform 51171">
                <a:extLst>
                  <a:ext uri="{FF2B5EF4-FFF2-40B4-BE49-F238E27FC236}">
                    <a16:creationId xmlns:a16="http://schemas.microsoft.com/office/drawing/2014/main" id="{F0E1865C-1A7D-E83C-CEC1-7B6142A94C54}"/>
                  </a:ext>
                </a:extLst>
              </p:cNvPr>
              <p:cNvSpPr/>
              <p:nvPr/>
            </p:nvSpPr>
            <p:spPr>
              <a:xfrm>
                <a:off x="7877723" y="5949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3" name="Freeform 51172">
                <a:extLst>
                  <a:ext uri="{FF2B5EF4-FFF2-40B4-BE49-F238E27FC236}">
                    <a16:creationId xmlns:a16="http://schemas.microsoft.com/office/drawing/2014/main" id="{3D631FAD-1AD8-2B94-432B-687AC2C9C19B}"/>
                  </a:ext>
                </a:extLst>
              </p:cNvPr>
              <p:cNvSpPr/>
              <p:nvPr/>
            </p:nvSpPr>
            <p:spPr>
              <a:xfrm>
                <a:off x="7878219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4" name="Freeform 51173">
                <a:extLst>
                  <a:ext uri="{FF2B5EF4-FFF2-40B4-BE49-F238E27FC236}">
                    <a16:creationId xmlns:a16="http://schemas.microsoft.com/office/drawing/2014/main" id="{88C25F02-9E34-EB3E-D3E3-A1183B887F24}"/>
                  </a:ext>
                </a:extLst>
              </p:cNvPr>
              <p:cNvSpPr/>
              <p:nvPr/>
            </p:nvSpPr>
            <p:spPr>
              <a:xfrm>
                <a:off x="7878814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5" name="Freeform 51174">
                <a:extLst>
                  <a:ext uri="{FF2B5EF4-FFF2-40B4-BE49-F238E27FC236}">
                    <a16:creationId xmlns:a16="http://schemas.microsoft.com/office/drawing/2014/main" id="{9F31BD32-9DBE-534F-1A98-1EB81E92B70F}"/>
                  </a:ext>
                </a:extLst>
              </p:cNvPr>
              <p:cNvSpPr/>
              <p:nvPr/>
            </p:nvSpPr>
            <p:spPr>
              <a:xfrm>
                <a:off x="7879310" y="6000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6" name="Freeform 51175">
                <a:extLst>
                  <a:ext uri="{FF2B5EF4-FFF2-40B4-BE49-F238E27FC236}">
                    <a16:creationId xmlns:a16="http://schemas.microsoft.com/office/drawing/2014/main" id="{8475FAC4-73A0-E9B5-88D1-48D06375198E}"/>
                  </a:ext>
                </a:extLst>
              </p:cNvPr>
              <p:cNvSpPr/>
              <p:nvPr/>
            </p:nvSpPr>
            <p:spPr>
              <a:xfrm>
                <a:off x="7879806" y="59984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7" name="Freeform 51176">
                <a:extLst>
                  <a:ext uri="{FF2B5EF4-FFF2-40B4-BE49-F238E27FC236}">
                    <a16:creationId xmlns:a16="http://schemas.microsoft.com/office/drawing/2014/main" id="{17D7968B-F44C-68D1-B1AA-ECE90A1ACB80}"/>
                  </a:ext>
                </a:extLst>
              </p:cNvPr>
              <p:cNvSpPr/>
              <p:nvPr/>
            </p:nvSpPr>
            <p:spPr>
              <a:xfrm>
                <a:off x="7880402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8" name="Freeform 51177">
                <a:extLst>
                  <a:ext uri="{FF2B5EF4-FFF2-40B4-BE49-F238E27FC236}">
                    <a16:creationId xmlns:a16="http://schemas.microsoft.com/office/drawing/2014/main" id="{F9628E1B-D769-0D0E-A6AF-7C362D6FF9FC}"/>
                  </a:ext>
                </a:extLst>
              </p:cNvPr>
              <p:cNvSpPr/>
              <p:nvPr/>
            </p:nvSpPr>
            <p:spPr>
              <a:xfrm>
                <a:off x="7880898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79" name="Freeform 51178">
                <a:extLst>
                  <a:ext uri="{FF2B5EF4-FFF2-40B4-BE49-F238E27FC236}">
                    <a16:creationId xmlns:a16="http://schemas.microsoft.com/office/drawing/2014/main" id="{2D85B1AC-68B0-DB7D-D157-C763B168593F}"/>
                  </a:ext>
                </a:extLst>
              </p:cNvPr>
              <p:cNvSpPr/>
              <p:nvPr/>
            </p:nvSpPr>
            <p:spPr>
              <a:xfrm>
                <a:off x="7881394" y="5997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0" name="Freeform 51179">
                <a:extLst>
                  <a:ext uri="{FF2B5EF4-FFF2-40B4-BE49-F238E27FC236}">
                    <a16:creationId xmlns:a16="http://schemas.microsoft.com/office/drawing/2014/main" id="{DCB2942A-0832-1E13-17DA-C712CD8C6F46}"/>
                  </a:ext>
                </a:extLst>
              </p:cNvPr>
              <p:cNvSpPr/>
              <p:nvPr/>
            </p:nvSpPr>
            <p:spPr>
              <a:xfrm>
                <a:off x="7881989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1" name="Freeform 51180">
                <a:extLst>
                  <a:ext uri="{FF2B5EF4-FFF2-40B4-BE49-F238E27FC236}">
                    <a16:creationId xmlns:a16="http://schemas.microsoft.com/office/drawing/2014/main" id="{C7FAFEF5-46A4-A884-5ED9-0DF2642E943E}"/>
                  </a:ext>
                </a:extLst>
              </p:cNvPr>
              <p:cNvSpPr/>
              <p:nvPr/>
            </p:nvSpPr>
            <p:spPr>
              <a:xfrm>
                <a:off x="7882485" y="5847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2" name="Freeform 51181">
                <a:extLst>
                  <a:ext uri="{FF2B5EF4-FFF2-40B4-BE49-F238E27FC236}">
                    <a16:creationId xmlns:a16="http://schemas.microsoft.com/office/drawing/2014/main" id="{583C8D4C-E6E8-17A5-253D-B9E1B3A750DB}"/>
                  </a:ext>
                </a:extLst>
              </p:cNvPr>
              <p:cNvSpPr/>
              <p:nvPr/>
            </p:nvSpPr>
            <p:spPr>
              <a:xfrm>
                <a:off x="7882981" y="58323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3" name="Freeform 51182">
                <a:extLst>
                  <a:ext uri="{FF2B5EF4-FFF2-40B4-BE49-F238E27FC236}">
                    <a16:creationId xmlns:a16="http://schemas.microsoft.com/office/drawing/2014/main" id="{6AFB6C24-CFE9-2747-2FCB-FC60F710CADD}"/>
                  </a:ext>
                </a:extLst>
              </p:cNvPr>
              <p:cNvSpPr/>
              <p:nvPr/>
            </p:nvSpPr>
            <p:spPr>
              <a:xfrm>
                <a:off x="7883577" y="5839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4" name="Freeform 51183">
                <a:extLst>
                  <a:ext uri="{FF2B5EF4-FFF2-40B4-BE49-F238E27FC236}">
                    <a16:creationId xmlns:a16="http://schemas.microsoft.com/office/drawing/2014/main" id="{F51B51F0-BE3A-DCB7-201F-3C5235606428}"/>
                  </a:ext>
                </a:extLst>
              </p:cNvPr>
              <p:cNvSpPr/>
              <p:nvPr/>
            </p:nvSpPr>
            <p:spPr>
              <a:xfrm>
                <a:off x="7884073" y="5796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5" name="Freeform 51184">
                <a:extLst>
                  <a:ext uri="{FF2B5EF4-FFF2-40B4-BE49-F238E27FC236}">
                    <a16:creationId xmlns:a16="http://schemas.microsoft.com/office/drawing/2014/main" id="{549321FD-847F-CFD5-0069-CD96BB6F247F}"/>
                  </a:ext>
                </a:extLst>
              </p:cNvPr>
              <p:cNvSpPr/>
              <p:nvPr/>
            </p:nvSpPr>
            <p:spPr>
              <a:xfrm>
                <a:off x="7884569" y="5814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6" name="Freeform 51185">
                <a:extLst>
                  <a:ext uri="{FF2B5EF4-FFF2-40B4-BE49-F238E27FC236}">
                    <a16:creationId xmlns:a16="http://schemas.microsoft.com/office/drawing/2014/main" id="{88A21B60-9063-068F-C690-748B417575D6}"/>
                  </a:ext>
                </a:extLst>
              </p:cNvPr>
              <p:cNvSpPr/>
              <p:nvPr/>
            </p:nvSpPr>
            <p:spPr>
              <a:xfrm>
                <a:off x="7885164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7" name="Freeform 51186">
                <a:extLst>
                  <a:ext uri="{FF2B5EF4-FFF2-40B4-BE49-F238E27FC236}">
                    <a16:creationId xmlns:a16="http://schemas.microsoft.com/office/drawing/2014/main" id="{3CD1E334-0B47-AB02-A259-4CB5D51BBE86}"/>
                  </a:ext>
                </a:extLst>
              </p:cNvPr>
              <p:cNvSpPr/>
              <p:nvPr/>
            </p:nvSpPr>
            <p:spPr>
              <a:xfrm>
                <a:off x="7885660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8" name="Freeform 51187">
                <a:extLst>
                  <a:ext uri="{FF2B5EF4-FFF2-40B4-BE49-F238E27FC236}">
                    <a16:creationId xmlns:a16="http://schemas.microsoft.com/office/drawing/2014/main" id="{F5276317-1BCA-0E88-2720-3382C1E27279}"/>
                  </a:ext>
                </a:extLst>
              </p:cNvPr>
              <p:cNvSpPr/>
              <p:nvPr/>
            </p:nvSpPr>
            <p:spPr>
              <a:xfrm>
                <a:off x="7886156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89" name="Freeform 51188">
                <a:extLst>
                  <a:ext uri="{FF2B5EF4-FFF2-40B4-BE49-F238E27FC236}">
                    <a16:creationId xmlns:a16="http://schemas.microsoft.com/office/drawing/2014/main" id="{D4509FF4-4011-4D98-F311-E5AC668E69A6}"/>
                  </a:ext>
                </a:extLst>
              </p:cNvPr>
              <p:cNvSpPr/>
              <p:nvPr/>
            </p:nvSpPr>
            <p:spPr>
              <a:xfrm>
                <a:off x="7886752" y="5787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0" name="Freeform 51189">
                <a:extLst>
                  <a:ext uri="{FF2B5EF4-FFF2-40B4-BE49-F238E27FC236}">
                    <a16:creationId xmlns:a16="http://schemas.microsoft.com/office/drawing/2014/main" id="{D647B346-7041-B25B-4EB5-C6DB18881B41}"/>
                  </a:ext>
                </a:extLst>
              </p:cNvPr>
              <p:cNvSpPr/>
              <p:nvPr/>
            </p:nvSpPr>
            <p:spPr>
              <a:xfrm>
                <a:off x="7887248" y="5759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1" name="Freeform 51190">
                <a:extLst>
                  <a:ext uri="{FF2B5EF4-FFF2-40B4-BE49-F238E27FC236}">
                    <a16:creationId xmlns:a16="http://schemas.microsoft.com/office/drawing/2014/main" id="{17376AC1-F6D5-05C1-A856-124F9F29F2F9}"/>
                  </a:ext>
                </a:extLst>
              </p:cNvPr>
              <p:cNvSpPr/>
              <p:nvPr/>
            </p:nvSpPr>
            <p:spPr>
              <a:xfrm>
                <a:off x="7887744" y="56879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2" name="Freeform 51191">
                <a:extLst>
                  <a:ext uri="{FF2B5EF4-FFF2-40B4-BE49-F238E27FC236}">
                    <a16:creationId xmlns:a16="http://schemas.microsoft.com/office/drawing/2014/main" id="{380EB8B0-7A4B-0543-59FC-B0522182B547}"/>
                  </a:ext>
                </a:extLst>
              </p:cNvPr>
              <p:cNvSpPr/>
              <p:nvPr/>
            </p:nvSpPr>
            <p:spPr>
              <a:xfrm>
                <a:off x="7888240" y="56373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3" name="Freeform 51192">
                <a:extLst>
                  <a:ext uri="{FF2B5EF4-FFF2-40B4-BE49-F238E27FC236}">
                    <a16:creationId xmlns:a16="http://schemas.microsoft.com/office/drawing/2014/main" id="{A7039F7C-348B-6AEC-0109-C9598E287748}"/>
                  </a:ext>
                </a:extLst>
              </p:cNvPr>
              <p:cNvSpPr/>
              <p:nvPr/>
            </p:nvSpPr>
            <p:spPr>
              <a:xfrm>
                <a:off x="7888835" y="5709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4" name="Freeform 51193">
                <a:extLst>
                  <a:ext uri="{FF2B5EF4-FFF2-40B4-BE49-F238E27FC236}">
                    <a16:creationId xmlns:a16="http://schemas.microsoft.com/office/drawing/2014/main" id="{1A8AE008-0A36-29DE-80C7-223DADC2B8B9}"/>
                  </a:ext>
                </a:extLst>
              </p:cNvPr>
              <p:cNvSpPr/>
              <p:nvPr/>
            </p:nvSpPr>
            <p:spPr>
              <a:xfrm>
                <a:off x="7889331" y="5722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5" name="Freeform 51194">
                <a:extLst>
                  <a:ext uri="{FF2B5EF4-FFF2-40B4-BE49-F238E27FC236}">
                    <a16:creationId xmlns:a16="http://schemas.microsoft.com/office/drawing/2014/main" id="{D5B9446D-49CD-3331-D6A0-D2ABED4907DB}"/>
                  </a:ext>
                </a:extLst>
              </p:cNvPr>
              <p:cNvSpPr/>
              <p:nvPr/>
            </p:nvSpPr>
            <p:spPr>
              <a:xfrm>
                <a:off x="7889827" y="5693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6" name="Freeform 51195">
                <a:extLst>
                  <a:ext uri="{FF2B5EF4-FFF2-40B4-BE49-F238E27FC236}">
                    <a16:creationId xmlns:a16="http://schemas.microsoft.com/office/drawing/2014/main" id="{4B43895B-9980-A325-E987-64E55EF07662}"/>
                  </a:ext>
                </a:extLst>
              </p:cNvPr>
              <p:cNvSpPr/>
              <p:nvPr/>
            </p:nvSpPr>
            <p:spPr>
              <a:xfrm>
                <a:off x="7890423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7" name="Freeform 51196">
                <a:extLst>
                  <a:ext uri="{FF2B5EF4-FFF2-40B4-BE49-F238E27FC236}">
                    <a16:creationId xmlns:a16="http://schemas.microsoft.com/office/drawing/2014/main" id="{284416BC-CBF6-C7DC-3067-7DCD6C4CC9A2}"/>
                  </a:ext>
                </a:extLst>
              </p:cNvPr>
              <p:cNvSpPr/>
              <p:nvPr/>
            </p:nvSpPr>
            <p:spPr>
              <a:xfrm>
                <a:off x="7890919" y="59789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8" name="Freeform 51197">
                <a:extLst>
                  <a:ext uri="{FF2B5EF4-FFF2-40B4-BE49-F238E27FC236}">
                    <a16:creationId xmlns:a16="http://schemas.microsoft.com/office/drawing/2014/main" id="{4922AB2D-8D05-43A8-1530-E7AAB9C35C1B}"/>
                  </a:ext>
                </a:extLst>
              </p:cNvPr>
              <p:cNvSpPr/>
              <p:nvPr/>
            </p:nvSpPr>
            <p:spPr>
              <a:xfrm>
                <a:off x="7891415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99" name="Freeform 51198">
                <a:extLst>
                  <a:ext uri="{FF2B5EF4-FFF2-40B4-BE49-F238E27FC236}">
                    <a16:creationId xmlns:a16="http://schemas.microsoft.com/office/drawing/2014/main" id="{2A014C45-30E7-2DAB-F92C-869DA692E6B9}"/>
                  </a:ext>
                </a:extLst>
              </p:cNvPr>
              <p:cNvSpPr/>
              <p:nvPr/>
            </p:nvSpPr>
            <p:spPr>
              <a:xfrm>
                <a:off x="7892010" y="5989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0" name="Freeform 51199">
                <a:extLst>
                  <a:ext uri="{FF2B5EF4-FFF2-40B4-BE49-F238E27FC236}">
                    <a16:creationId xmlns:a16="http://schemas.microsoft.com/office/drawing/2014/main" id="{3B133063-EA34-3C8F-0DB8-39C6D8F7163A}"/>
                  </a:ext>
                </a:extLst>
              </p:cNvPr>
              <p:cNvSpPr/>
              <p:nvPr/>
            </p:nvSpPr>
            <p:spPr>
              <a:xfrm>
                <a:off x="7892506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1" name="Freeform 51200">
                <a:extLst>
                  <a:ext uri="{FF2B5EF4-FFF2-40B4-BE49-F238E27FC236}">
                    <a16:creationId xmlns:a16="http://schemas.microsoft.com/office/drawing/2014/main" id="{C4D86C5B-737F-25DD-4276-2FFAD15124CE}"/>
                  </a:ext>
                </a:extLst>
              </p:cNvPr>
              <p:cNvSpPr/>
              <p:nvPr/>
            </p:nvSpPr>
            <p:spPr>
              <a:xfrm>
                <a:off x="7893002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2" name="Freeform 51201">
                <a:extLst>
                  <a:ext uri="{FF2B5EF4-FFF2-40B4-BE49-F238E27FC236}">
                    <a16:creationId xmlns:a16="http://schemas.microsoft.com/office/drawing/2014/main" id="{D75E51AD-6326-AE83-10DD-96C6D309575A}"/>
                  </a:ext>
                </a:extLst>
              </p:cNvPr>
              <p:cNvSpPr/>
              <p:nvPr/>
            </p:nvSpPr>
            <p:spPr>
              <a:xfrm>
                <a:off x="7893598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3" name="Freeform 51202">
                <a:extLst>
                  <a:ext uri="{FF2B5EF4-FFF2-40B4-BE49-F238E27FC236}">
                    <a16:creationId xmlns:a16="http://schemas.microsoft.com/office/drawing/2014/main" id="{63ADE7C7-6253-B624-4387-30A80EC85EA3}"/>
                  </a:ext>
                </a:extLst>
              </p:cNvPr>
              <p:cNvSpPr/>
              <p:nvPr/>
            </p:nvSpPr>
            <p:spPr>
              <a:xfrm>
                <a:off x="7894094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4" name="Freeform 51203">
                <a:extLst>
                  <a:ext uri="{FF2B5EF4-FFF2-40B4-BE49-F238E27FC236}">
                    <a16:creationId xmlns:a16="http://schemas.microsoft.com/office/drawing/2014/main" id="{5A129817-5F46-9CD4-C17F-694B2BD07380}"/>
                  </a:ext>
                </a:extLst>
              </p:cNvPr>
              <p:cNvSpPr/>
              <p:nvPr/>
            </p:nvSpPr>
            <p:spPr>
              <a:xfrm>
                <a:off x="7894590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5" name="Freeform 51204">
                <a:extLst>
                  <a:ext uri="{FF2B5EF4-FFF2-40B4-BE49-F238E27FC236}">
                    <a16:creationId xmlns:a16="http://schemas.microsoft.com/office/drawing/2014/main" id="{0DF4F520-B429-9D88-0DFF-0B6FDD605E8A}"/>
                  </a:ext>
                </a:extLst>
              </p:cNvPr>
              <p:cNvSpPr/>
              <p:nvPr/>
            </p:nvSpPr>
            <p:spPr>
              <a:xfrm>
                <a:off x="7895185" y="583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6" name="Freeform 51205">
                <a:extLst>
                  <a:ext uri="{FF2B5EF4-FFF2-40B4-BE49-F238E27FC236}">
                    <a16:creationId xmlns:a16="http://schemas.microsoft.com/office/drawing/2014/main" id="{A24648FF-9BCA-DE37-B069-13104585069D}"/>
                  </a:ext>
                </a:extLst>
              </p:cNvPr>
              <p:cNvSpPr/>
              <p:nvPr/>
            </p:nvSpPr>
            <p:spPr>
              <a:xfrm>
                <a:off x="7895681" y="5820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7" name="Freeform 51206">
                <a:extLst>
                  <a:ext uri="{FF2B5EF4-FFF2-40B4-BE49-F238E27FC236}">
                    <a16:creationId xmlns:a16="http://schemas.microsoft.com/office/drawing/2014/main" id="{35200568-DDAA-12A4-933E-9133826D2578}"/>
                  </a:ext>
                </a:extLst>
              </p:cNvPr>
              <p:cNvSpPr/>
              <p:nvPr/>
            </p:nvSpPr>
            <p:spPr>
              <a:xfrm>
                <a:off x="7896177" y="5838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8" name="Freeform 51207">
                <a:extLst>
                  <a:ext uri="{FF2B5EF4-FFF2-40B4-BE49-F238E27FC236}">
                    <a16:creationId xmlns:a16="http://schemas.microsoft.com/office/drawing/2014/main" id="{B73BA5AF-D0B3-0DEB-6261-3E21A818442A}"/>
                  </a:ext>
                </a:extLst>
              </p:cNvPr>
              <p:cNvSpPr/>
              <p:nvPr/>
            </p:nvSpPr>
            <p:spPr>
              <a:xfrm>
                <a:off x="7896773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09" name="Freeform 51208">
                <a:extLst>
                  <a:ext uri="{FF2B5EF4-FFF2-40B4-BE49-F238E27FC236}">
                    <a16:creationId xmlns:a16="http://schemas.microsoft.com/office/drawing/2014/main" id="{3D161ECE-6100-4235-6011-5E1BAED1A20C}"/>
                  </a:ext>
                </a:extLst>
              </p:cNvPr>
              <p:cNvSpPr/>
              <p:nvPr/>
            </p:nvSpPr>
            <p:spPr>
              <a:xfrm>
                <a:off x="7897269" y="5850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0" name="Freeform 51209">
                <a:extLst>
                  <a:ext uri="{FF2B5EF4-FFF2-40B4-BE49-F238E27FC236}">
                    <a16:creationId xmlns:a16="http://schemas.microsoft.com/office/drawing/2014/main" id="{536B3A26-4D9D-CBC0-6B56-A3E318C5BB4D}"/>
                  </a:ext>
                </a:extLst>
              </p:cNvPr>
              <p:cNvSpPr/>
              <p:nvPr/>
            </p:nvSpPr>
            <p:spPr>
              <a:xfrm>
                <a:off x="7897765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1" name="Freeform 51210">
                <a:extLst>
                  <a:ext uri="{FF2B5EF4-FFF2-40B4-BE49-F238E27FC236}">
                    <a16:creationId xmlns:a16="http://schemas.microsoft.com/office/drawing/2014/main" id="{CFDD1189-0C80-B91A-8668-BA005D60A8F5}"/>
                  </a:ext>
                </a:extLst>
              </p:cNvPr>
              <p:cNvSpPr/>
              <p:nvPr/>
            </p:nvSpPr>
            <p:spPr>
              <a:xfrm>
                <a:off x="7898360" y="58258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2" name="Freeform 51211">
                <a:extLst>
                  <a:ext uri="{FF2B5EF4-FFF2-40B4-BE49-F238E27FC236}">
                    <a16:creationId xmlns:a16="http://schemas.microsoft.com/office/drawing/2014/main" id="{EA77D744-857F-0BA3-63B6-BFD0C7CFC87E}"/>
                  </a:ext>
                </a:extLst>
              </p:cNvPr>
              <p:cNvSpPr/>
              <p:nvPr/>
            </p:nvSpPr>
            <p:spPr>
              <a:xfrm>
                <a:off x="7898856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3" name="Freeform 51212">
                <a:extLst>
                  <a:ext uri="{FF2B5EF4-FFF2-40B4-BE49-F238E27FC236}">
                    <a16:creationId xmlns:a16="http://schemas.microsoft.com/office/drawing/2014/main" id="{EEF4EDAF-E5E4-D4A9-005B-D02875B91E7A}"/>
                  </a:ext>
                </a:extLst>
              </p:cNvPr>
              <p:cNvSpPr/>
              <p:nvPr/>
            </p:nvSpPr>
            <p:spPr>
              <a:xfrm>
                <a:off x="7899352" y="5772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4" name="Freeform 51213">
                <a:extLst>
                  <a:ext uri="{FF2B5EF4-FFF2-40B4-BE49-F238E27FC236}">
                    <a16:creationId xmlns:a16="http://schemas.microsoft.com/office/drawing/2014/main" id="{3902512F-29F3-3928-CDF9-D068B780E646}"/>
                  </a:ext>
                </a:extLst>
              </p:cNvPr>
              <p:cNvSpPr/>
              <p:nvPr/>
            </p:nvSpPr>
            <p:spPr>
              <a:xfrm>
                <a:off x="7899848" y="5741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5" name="Freeform 51214">
                <a:extLst>
                  <a:ext uri="{FF2B5EF4-FFF2-40B4-BE49-F238E27FC236}">
                    <a16:creationId xmlns:a16="http://schemas.microsoft.com/office/drawing/2014/main" id="{36C36311-BC2E-C346-A808-1BDF4B81F2E7}"/>
                  </a:ext>
                </a:extLst>
              </p:cNvPr>
              <p:cNvSpPr/>
              <p:nvPr/>
            </p:nvSpPr>
            <p:spPr>
              <a:xfrm>
                <a:off x="7900444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6" name="Freeform 51215">
                <a:extLst>
                  <a:ext uri="{FF2B5EF4-FFF2-40B4-BE49-F238E27FC236}">
                    <a16:creationId xmlns:a16="http://schemas.microsoft.com/office/drawing/2014/main" id="{8232AE93-A1AE-53FA-97E0-DB6B7FEEFB0C}"/>
                  </a:ext>
                </a:extLst>
              </p:cNvPr>
              <p:cNvSpPr/>
              <p:nvPr/>
            </p:nvSpPr>
            <p:spPr>
              <a:xfrm>
                <a:off x="7900940" y="5707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7" name="Freeform 51216">
                <a:extLst>
                  <a:ext uri="{FF2B5EF4-FFF2-40B4-BE49-F238E27FC236}">
                    <a16:creationId xmlns:a16="http://schemas.microsoft.com/office/drawing/2014/main" id="{8FC17DB0-6718-02E1-ACA8-8B61D446DFD0}"/>
                  </a:ext>
                </a:extLst>
              </p:cNvPr>
              <p:cNvSpPr/>
              <p:nvPr/>
            </p:nvSpPr>
            <p:spPr>
              <a:xfrm>
                <a:off x="7901436" y="57234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8" name="Freeform 51217">
                <a:extLst>
                  <a:ext uri="{FF2B5EF4-FFF2-40B4-BE49-F238E27FC236}">
                    <a16:creationId xmlns:a16="http://schemas.microsoft.com/office/drawing/2014/main" id="{0D73B6FD-D91D-AC85-406A-722DB0C6A00E}"/>
                  </a:ext>
                </a:extLst>
              </p:cNvPr>
              <p:cNvSpPr/>
              <p:nvPr/>
            </p:nvSpPr>
            <p:spPr>
              <a:xfrm>
                <a:off x="7902031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19" name="Freeform 51218">
                <a:extLst>
                  <a:ext uri="{FF2B5EF4-FFF2-40B4-BE49-F238E27FC236}">
                    <a16:creationId xmlns:a16="http://schemas.microsoft.com/office/drawing/2014/main" id="{84F889D0-8C18-B7BB-AB6F-DFB8000F2FC7}"/>
                  </a:ext>
                </a:extLst>
              </p:cNvPr>
              <p:cNvSpPr/>
              <p:nvPr/>
            </p:nvSpPr>
            <p:spPr>
              <a:xfrm>
                <a:off x="7902527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0" name="Freeform 51219">
                <a:extLst>
                  <a:ext uri="{FF2B5EF4-FFF2-40B4-BE49-F238E27FC236}">
                    <a16:creationId xmlns:a16="http://schemas.microsoft.com/office/drawing/2014/main" id="{A5916A4F-9686-12A8-2164-BB0C42C049C8}"/>
                  </a:ext>
                </a:extLst>
              </p:cNvPr>
              <p:cNvSpPr/>
              <p:nvPr/>
            </p:nvSpPr>
            <p:spPr>
              <a:xfrm>
                <a:off x="7903023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1" name="Freeform 51220">
                <a:extLst>
                  <a:ext uri="{FF2B5EF4-FFF2-40B4-BE49-F238E27FC236}">
                    <a16:creationId xmlns:a16="http://schemas.microsoft.com/office/drawing/2014/main" id="{DA46B238-3887-C3D2-7601-6B6BC3B5BE9E}"/>
                  </a:ext>
                </a:extLst>
              </p:cNvPr>
              <p:cNvSpPr/>
              <p:nvPr/>
            </p:nvSpPr>
            <p:spPr>
              <a:xfrm>
                <a:off x="7903619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2" name="Freeform 51221">
                <a:extLst>
                  <a:ext uri="{FF2B5EF4-FFF2-40B4-BE49-F238E27FC236}">
                    <a16:creationId xmlns:a16="http://schemas.microsoft.com/office/drawing/2014/main" id="{43572B1A-0139-B212-E9BE-D340F50DDD15}"/>
                  </a:ext>
                </a:extLst>
              </p:cNvPr>
              <p:cNvSpPr/>
              <p:nvPr/>
            </p:nvSpPr>
            <p:spPr>
              <a:xfrm>
                <a:off x="7904115" y="59809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3" name="Freeform 51222">
                <a:extLst>
                  <a:ext uri="{FF2B5EF4-FFF2-40B4-BE49-F238E27FC236}">
                    <a16:creationId xmlns:a16="http://schemas.microsoft.com/office/drawing/2014/main" id="{C99BFCF7-564F-921E-8EA0-36169A334817}"/>
                  </a:ext>
                </a:extLst>
              </p:cNvPr>
              <p:cNvSpPr/>
              <p:nvPr/>
            </p:nvSpPr>
            <p:spPr>
              <a:xfrm>
                <a:off x="7904611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4" name="Freeform 51223">
                <a:extLst>
                  <a:ext uri="{FF2B5EF4-FFF2-40B4-BE49-F238E27FC236}">
                    <a16:creationId xmlns:a16="http://schemas.microsoft.com/office/drawing/2014/main" id="{F46293CE-ABA9-2DE6-D906-686C2D666453}"/>
                  </a:ext>
                </a:extLst>
              </p:cNvPr>
              <p:cNvSpPr/>
              <p:nvPr/>
            </p:nvSpPr>
            <p:spPr>
              <a:xfrm>
                <a:off x="7905206" y="5978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5" name="Freeform 51224">
                <a:extLst>
                  <a:ext uri="{FF2B5EF4-FFF2-40B4-BE49-F238E27FC236}">
                    <a16:creationId xmlns:a16="http://schemas.microsoft.com/office/drawing/2014/main" id="{2109B0C0-38C9-C491-CC49-BA2D3EAE33C4}"/>
                  </a:ext>
                </a:extLst>
              </p:cNvPr>
              <p:cNvSpPr/>
              <p:nvPr/>
            </p:nvSpPr>
            <p:spPr>
              <a:xfrm>
                <a:off x="7905702" y="5979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6" name="Freeform 51225">
                <a:extLst>
                  <a:ext uri="{FF2B5EF4-FFF2-40B4-BE49-F238E27FC236}">
                    <a16:creationId xmlns:a16="http://schemas.microsoft.com/office/drawing/2014/main" id="{2BF146AF-E48C-317E-AF69-441C825BD220}"/>
                  </a:ext>
                </a:extLst>
              </p:cNvPr>
              <p:cNvSpPr/>
              <p:nvPr/>
            </p:nvSpPr>
            <p:spPr>
              <a:xfrm>
                <a:off x="7906198" y="5976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7" name="Freeform 51226">
                <a:extLst>
                  <a:ext uri="{FF2B5EF4-FFF2-40B4-BE49-F238E27FC236}">
                    <a16:creationId xmlns:a16="http://schemas.microsoft.com/office/drawing/2014/main" id="{6BA2B683-32EC-42EA-6B20-C1F21724D9B5}"/>
                  </a:ext>
                </a:extLst>
              </p:cNvPr>
              <p:cNvSpPr/>
              <p:nvPr/>
            </p:nvSpPr>
            <p:spPr>
              <a:xfrm>
                <a:off x="7906794" y="59777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8" name="Freeform 51227">
                <a:extLst>
                  <a:ext uri="{FF2B5EF4-FFF2-40B4-BE49-F238E27FC236}">
                    <a16:creationId xmlns:a16="http://schemas.microsoft.com/office/drawing/2014/main" id="{90D3D56C-2DA6-3147-7D4A-91E9DA39D40A}"/>
                  </a:ext>
                </a:extLst>
              </p:cNvPr>
              <p:cNvSpPr/>
              <p:nvPr/>
            </p:nvSpPr>
            <p:spPr>
              <a:xfrm>
                <a:off x="7907290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29" name="Freeform 51228">
                <a:extLst>
                  <a:ext uri="{FF2B5EF4-FFF2-40B4-BE49-F238E27FC236}">
                    <a16:creationId xmlns:a16="http://schemas.microsoft.com/office/drawing/2014/main" id="{D742AE8C-7CE3-FE8F-F8A6-D505AB27503C}"/>
                  </a:ext>
                </a:extLst>
              </p:cNvPr>
              <p:cNvSpPr/>
              <p:nvPr/>
            </p:nvSpPr>
            <p:spPr>
              <a:xfrm>
                <a:off x="7907786" y="5847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0" name="Freeform 51229">
                <a:extLst>
                  <a:ext uri="{FF2B5EF4-FFF2-40B4-BE49-F238E27FC236}">
                    <a16:creationId xmlns:a16="http://schemas.microsoft.com/office/drawing/2014/main" id="{D19F4271-DA6C-BC7C-2C2D-619EAB7CDC36}"/>
                  </a:ext>
                </a:extLst>
              </p:cNvPr>
              <p:cNvSpPr/>
              <p:nvPr/>
            </p:nvSpPr>
            <p:spPr>
              <a:xfrm>
                <a:off x="7908381" y="5832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1" name="Freeform 51230">
                <a:extLst>
                  <a:ext uri="{FF2B5EF4-FFF2-40B4-BE49-F238E27FC236}">
                    <a16:creationId xmlns:a16="http://schemas.microsoft.com/office/drawing/2014/main" id="{5CCEB1BF-BF51-9A14-4AE7-4AD90F42CC60}"/>
                  </a:ext>
                </a:extLst>
              </p:cNvPr>
              <p:cNvSpPr/>
              <p:nvPr/>
            </p:nvSpPr>
            <p:spPr>
              <a:xfrm>
                <a:off x="7908877" y="5847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2" name="Freeform 51231">
                <a:extLst>
                  <a:ext uri="{FF2B5EF4-FFF2-40B4-BE49-F238E27FC236}">
                    <a16:creationId xmlns:a16="http://schemas.microsoft.com/office/drawing/2014/main" id="{DF10BD8F-2CCD-AE13-6623-0E5200C56489}"/>
                  </a:ext>
                </a:extLst>
              </p:cNvPr>
              <p:cNvSpPr/>
              <p:nvPr/>
            </p:nvSpPr>
            <p:spPr>
              <a:xfrm>
                <a:off x="7909373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3" name="Freeform 51232">
                <a:extLst>
                  <a:ext uri="{FF2B5EF4-FFF2-40B4-BE49-F238E27FC236}">
                    <a16:creationId xmlns:a16="http://schemas.microsoft.com/office/drawing/2014/main" id="{65912AB8-0D7D-078D-3B9D-091C8C21F761}"/>
                  </a:ext>
                </a:extLst>
              </p:cNvPr>
              <p:cNvSpPr/>
              <p:nvPr/>
            </p:nvSpPr>
            <p:spPr>
              <a:xfrm>
                <a:off x="7909969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4" name="Freeform 51233">
                <a:extLst>
                  <a:ext uri="{FF2B5EF4-FFF2-40B4-BE49-F238E27FC236}">
                    <a16:creationId xmlns:a16="http://schemas.microsoft.com/office/drawing/2014/main" id="{63947513-7995-CC13-380D-616BB7C3ADE5}"/>
                  </a:ext>
                </a:extLst>
              </p:cNvPr>
              <p:cNvSpPr/>
              <p:nvPr/>
            </p:nvSpPr>
            <p:spPr>
              <a:xfrm>
                <a:off x="7910465" y="58491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5" name="Freeform 51234">
                <a:extLst>
                  <a:ext uri="{FF2B5EF4-FFF2-40B4-BE49-F238E27FC236}">
                    <a16:creationId xmlns:a16="http://schemas.microsoft.com/office/drawing/2014/main" id="{250DC432-94BD-CD85-CCA8-B236D32B62DB}"/>
                  </a:ext>
                </a:extLst>
              </p:cNvPr>
              <p:cNvSpPr/>
              <p:nvPr/>
            </p:nvSpPr>
            <p:spPr>
              <a:xfrm>
                <a:off x="7910961" y="5839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6" name="Freeform 51235">
                <a:extLst>
                  <a:ext uri="{FF2B5EF4-FFF2-40B4-BE49-F238E27FC236}">
                    <a16:creationId xmlns:a16="http://schemas.microsoft.com/office/drawing/2014/main" id="{966E188B-ABEF-A7FA-BF3E-5944EE6B79A0}"/>
                  </a:ext>
                </a:extLst>
              </p:cNvPr>
              <p:cNvSpPr/>
              <p:nvPr/>
            </p:nvSpPr>
            <p:spPr>
              <a:xfrm>
                <a:off x="7911457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7" name="Freeform 51236">
                <a:extLst>
                  <a:ext uri="{FF2B5EF4-FFF2-40B4-BE49-F238E27FC236}">
                    <a16:creationId xmlns:a16="http://schemas.microsoft.com/office/drawing/2014/main" id="{D0C228AE-078D-9EBE-9388-4BC601E5BB5F}"/>
                  </a:ext>
                </a:extLst>
              </p:cNvPr>
              <p:cNvSpPr/>
              <p:nvPr/>
            </p:nvSpPr>
            <p:spPr>
              <a:xfrm>
                <a:off x="7912052" y="57989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8" name="Freeform 51237">
                <a:extLst>
                  <a:ext uri="{FF2B5EF4-FFF2-40B4-BE49-F238E27FC236}">
                    <a16:creationId xmlns:a16="http://schemas.microsoft.com/office/drawing/2014/main" id="{FC407318-CC13-C646-D71B-27A07E7A1B44}"/>
                  </a:ext>
                </a:extLst>
              </p:cNvPr>
              <p:cNvSpPr/>
              <p:nvPr/>
            </p:nvSpPr>
            <p:spPr>
              <a:xfrm>
                <a:off x="7912548" y="5773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39" name="Freeform 51238">
                <a:extLst>
                  <a:ext uri="{FF2B5EF4-FFF2-40B4-BE49-F238E27FC236}">
                    <a16:creationId xmlns:a16="http://schemas.microsoft.com/office/drawing/2014/main" id="{EFADD103-5EA2-1D0F-9BC3-3A17C66B9BEC}"/>
                  </a:ext>
                </a:extLst>
              </p:cNvPr>
              <p:cNvSpPr/>
              <p:nvPr/>
            </p:nvSpPr>
            <p:spPr>
              <a:xfrm>
                <a:off x="7913045" y="5750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0" name="Freeform 51239">
                <a:extLst>
                  <a:ext uri="{FF2B5EF4-FFF2-40B4-BE49-F238E27FC236}">
                    <a16:creationId xmlns:a16="http://schemas.microsoft.com/office/drawing/2014/main" id="{13029715-165F-D0C5-E2B2-A33614686347}"/>
                  </a:ext>
                </a:extLst>
              </p:cNvPr>
              <p:cNvSpPr/>
              <p:nvPr/>
            </p:nvSpPr>
            <p:spPr>
              <a:xfrm>
                <a:off x="7913640" y="5736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1" name="Freeform 51240">
                <a:extLst>
                  <a:ext uri="{FF2B5EF4-FFF2-40B4-BE49-F238E27FC236}">
                    <a16:creationId xmlns:a16="http://schemas.microsoft.com/office/drawing/2014/main" id="{59BAC9F1-3458-895C-AA4C-91837F5D90BE}"/>
                  </a:ext>
                </a:extLst>
              </p:cNvPr>
              <p:cNvSpPr/>
              <p:nvPr/>
            </p:nvSpPr>
            <p:spPr>
              <a:xfrm>
                <a:off x="7914136" y="5718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2" name="Freeform 51241">
                <a:extLst>
                  <a:ext uri="{FF2B5EF4-FFF2-40B4-BE49-F238E27FC236}">
                    <a16:creationId xmlns:a16="http://schemas.microsoft.com/office/drawing/2014/main" id="{9180E5DA-CFA7-BB40-35E0-7045DADF54FB}"/>
                  </a:ext>
                </a:extLst>
              </p:cNvPr>
              <p:cNvSpPr/>
              <p:nvPr/>
            </p:nvSpPr>
            <p:spPr>
              <a:xfrm>
                <a:off x="7914632" y="5726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3" name="Freeform 51242">
                <a:extLst>
                  <a:ext uri="{FF2B5EF4-FFF2-40B4-BE49-F238E27FC236}">
                    <a16:creationId xmlns:a16="http://schemas.microsoft.com/office/drawing/2014/main" id="{11E430C8-2CF5-D880-712A-4552170F77CB}"/>
                  </a:ext>
                </a:extLst>
              </p:cNvPr>
              <p:cNvSpPr/>
              <p:nvPr/>
            </p:nvSpPr>
            <p:spPr>
              <a:xfrm>
                <a:off x="7915227" y="57271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4" name="Freeform 51243">
                <a:extLst>
                  <a:ext uri="{FF2B5EF4-FFF2-40B4-BE49-F238E27FC236}">
                    <a16:creationId xmlns:a16="http://schemas.microsoft.com/office/drawing/2014/main" id="{F0F05518-8C87-3D52-42A2-A894974566F2}"/>
                  </a:ext>
                </a:extLst>
              </p:cNvPr>
              <p:cNvSpPr/>
              <p:nvPr/>
            </p:nvSpPr>
            <p:spPr>
              <a:xfrm>
                <a:off x="7915723" y="5955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5" name="Freeform 51244">
                <a:extLst>
                  <a:ext uri="{FF2B5EF4-FFF2-40B4-BE49-F238E27FC236}">
                    <a16:creationId xmlns:a16="http://schemas.microsoft.com/office/drawing/2014/main" id="{73983CCA-8620-41E1-84C1-D0C2DE5C21EC}"/>
                  </a:ext>
                </a:extLst>
              </p:cNvPr>
              <p:cNvSpPr/>
              <p:nvPr/>
            </p:nvSpPr>
            <p:spPr>
              <a:xfrm>
                <a:off x="7916220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6" name="Freeform 51245">
                <a:extLst>
                  <a:ext uri="{FF2B5EF4-FFF2-40B4-BE49-F238E27FC236}">
                    <a16:creationId xmlns:a16="http://schemas.microsoft.com/office/drawing/2014/main" id="{48945F71-EDFD-9620-49F9-BD520C912FDE}"/>
                  </a:ext>
                </a:extLst>
              </p:cNvPr>
              <p:cNvSpPr/>
              <p:nvPr/>
            </p:nvSpPr>
            <p:spPr>
              <a:xfrm>
                <a:off x="7916815" y="6007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7" name="Freeform 51246">
                <a:extLst>
                  <a:ext uri="{FF2B5EF4-FFF2-40B4-BE49-F238E27FC236}">
                    <a16:creationId xmlns:a16="http://schemas.microsoft.com/office/drawing/2014/main" id="{4B032EF5-B55A-AF2E-45E1-8FA45B5CE8BA}"/>
                  </a:ext>
                </a:extLst>
              </p:cNvPr>
              <p:cNvSpPr/>
              <p:nvPr/>
            </p:nvSpPr>
            <p:spPr>
              <a:xfrm>
                <a:off x="7917311" y="60078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8" name="Freeform 51247">
                <a:extLst>
                  <a:ext uri="{FF2B5EF4-FFF2-40B4-BE49-F238E27FC236}">
                    <a16:creationId xmlns:a16="http://schemas.microsoft.com/office/drawing/2014/main" id="{C0F1137D-C801-9457-4352-397315530286}"/>
                  </a:ext>
                </a:extLst>
              </p:cNvPr>
              <p:cNvSpPr/>
              <p:nvPr/>
            </p:nvSpPr>
            <p:spPr>
              <a:xfrm>
                <a:off x="7917807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49" name="Freeform 51248">
                <a:extLst>
                  <a:ext uri="{FF2B5EF4-FFF2-40B4-BE49-F238E27FC236}">
                    <a16:creationId xmlns:a16="http://schemas.microsoft.com/office/drawing/2014/main" id="{AAEFDFB0-22D4-E636-0BD2-6CBB79B19788}"/>
                  </a:ext>
                </a:extLst>
              </p:cNvPr>
              <p:cNvSpPr/>
              <p:nvPr/>
            </p:nvSpPr>
            <p:spPr>
              <a:xfrm>
                <a:off x="7918402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0" name="Freeform 51249">
                <a:extLst>
                  <a:ext uri="{FF2B5EF4-FFF2-40B4-BE49-F238E27FC236}">
                    <a16:creationId xmlns:a16="http://schemas.microsoft.com/office/drawing/2014/main" id="{A0586AEE-4F00-9E02-31F8-7DB48B0210B9}"/>
                  </a:ext>
                </a:extLst>
              </p:cNvPr>
              <p:cNvSpPr/>
              <p:nvPr/>
            </p:nvSpPr>
            <p:spPr>
              <a:xfrm>
                <a:off x="7918898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1" name="Freeform 51250">
                <a:extLst>
                  <a:ext uri="{FF2B5EF4-FFF2-40B4-BE49-F238E27FC236}">
                    <a16:creationId xmlns:a16="http://schemas.microsoft.com/office/drawing/2014/main" id="{15937088-A65A-227A-8B31-0BDBAD327666}"/>
                  </a:ext>
                </a:extLst>
              </p:cNvPr>
              <p:cNvSpPr/>
              <p:nvPr/>
            </p:nvSpPr>
            <p:spPr>
              <a:xfrm>
                <a:off x="7919395" y="60050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2" name="Freeform 51251">
                <a:extLst>
                  <a:ext uri="{FF2B5EF4-FFF2-40B4-BE49-F238E27FC236}">
                    <a16:creationId xmlns:a16="http://schemas.microsoft.com/office/drawing/2014/main" id="{9BC99C4F-85F9-6FF9-515C-6A74434BC847}"/>
                  </a:ext>
                </a:extLst>
              </p:cNvPr>
              <p:cNvSpPr/>
              <p:nvPr/>
            </p:nvSpPr>
            <p:spPr>
              <a:xfrm>
                <a:off x="7919990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3" name="Freeform 51252">
                <a:extLst>
                  <a:ext uri="{FF2B5EF4-FFF2-40B4-BE49-F238E27FC236}">
                    <a16:creationId xmlns:a16="http://schemas.microsoft.com/office/drawing/2014/main" id="{4C9162C0-BED7-CB1A-3869-EE47C8B07758}"/>
                  </a:ext>
                </a:extLst>
              </p:cNvPr>
              <p:cNvSpPr/>
              <p:nvPr/>
            </p:nvSpPr>
            <p:spPr>
              <a:xfrm>
                <a:off x="7920486" y="5865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4" name="Freeform 51253">
                <a:extLst>
                  <a:ext uri="{FF2B5EF4-FFF2-40B4-BE49-F238E27FC236}">
                    <a16:creationId xmlns:a16="http://schemas.microsoft.com/office/drawing/2014/main" id="{5F211F66-570B-257A-751D-18A69847B3CA}"/>
                  </a:ext>
                </a:extLst>
              </p:cNvPr>
              <p:cNvSpPr/>
              <p:nvPr/>
            </p:nvSpPr>
            <p:spPr>
              <a:xfrm>
                <a:off x="7920982" y="5792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5" name="Freeform 51254">
                <a:extLst>
                  <a:ext uri="{FF2B5EF4-FFF2-40B4-BE49-F238E27FC236}">
                    <a16:creationId xmlns:a16="http://schemas.microsoft.com/office/drawing/2014/main" id="{84BB0196-71EE-3F68-2CCF-C1B5E0E71057}"/>
                  </a:ext>
                </a:extLst>
              </p:cNvPr>
              <p:cNvSpPr/>
              <p:nvPr/>
            </p:nvSpPr>
            <p:spPr>
              <a:xfrm>
                <a:off x="7921577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6" name="Freeform 51255">
                <a:extLst>
                  <a:ext uri="{FF2B5EF4-FFF2-40B4-BE49-F238E27FC236}">
                    <a16:creationId xmlns:a16="http://schemas.microsoft.com/office/drawing/2014/main" id="{EDEE321A-0FD6-5C44-58EA-1E2F29A1C683}"/>
                  </a:ext>
                </a:extLst>
              </p:cNvPr>
              <p:cNvSpPr/>
              <p:nvPr/>
            </p:nvSpPr>
            <p:spPr>
              <a:xfrm>
                <a:off x="7922073" y="5736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7" name="Freeform 51256">
                <a:extLst>
                  <a:ext uri="{FF2B5EF4-FFF2-40B4-BE49-F238E27FC236}">
                    <a16:creationId xmlns:a16="http://schemas.microsoft.com/office/drawing/2014/main" id="{DDF9E57F-07F4-2CCF-1A99-2FA50BD6E97C}"/>
                  </a:ext>
                </a:extLst>
              </p:cNvPr>
              <p:cNvSpPr/>
              <p:nvPr/>
            </p:nvSpPr>
            <p:spPr>
              <a:xfrm>
                <a:off x="7922570" y="5761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8" name="Freeform 51257">
                <a:extLst>
                  <a:ext uri="{FF2B5EF4-FFF2-40B4-BE49-F238E27FC236}">
                    <a16:creationId xmlns:a16="http://schemas.microsoft.com/office/drawing/2014/main" id="{E0127700-2A4E-9A45-3CC3-B2A4338B8609}"/>
                  </a:ext>
                </a:extLst>
              </p:cNvPr>
              <p:cNvSpPr/>
              <p:nvPr/>
            </p:nvSpPr>
            <p:spPr>
              <a:xfrm>
                <a:off x="7923165" y="58099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59" name="Freeform 51258">
                <a:extLst>
                  <a:ext uri="{FF2B5EF4-FFF2-40B4-BE49-F238E27FC236}">
                    <a16:creationId xmlns:a16="http://schemas.microsoft.com/office/drawing/2014/main" id="{A46511A6-EB98-734A-AFC2-5306FB33917C}"/>
                  </a:ext>
                </a:extLst>
              </p:cNvPr>
              <p:cNvSpPr/>
              <p:nvPr/>
            </p:nvSpPr>
            <p:spPr>
              <a:xfrm>
                <a:off x="7923661" y="5803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0" name="Freeform 51259">
                <a:extLst>
                  <a:ext uri="{FF2B5EF4-FFF2-40B4-BE49-F238E27FC236}">
                    <a16:creationId xmlns:a16="http://schemas.microsoft.com/office/drawing/2014/main" id="{468041A3-B98D-01A4-E32F-6F33D1BC7B3B}"/>
                  </a:ext>
                </a:extLst>
              </p:cNvPr>
              <p:cNvSpPr/>
              <p:nvPr/>
            </p:nvSpPr>
            <p:spPr>
              <a:xfrm>
                <a:off x="7924157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1" name="Freeform 51260">
                <a:extLst>
                  <a:ext uri="{FF2B5EF4-FFF2-40B4-BE49-F238E27FC236}">
                    <a16:creationId xmlns:a16="http://schemas.microsoft.com/office/drawing/2014/main" id="{5043D845-F86E-E83D-2629-E54C0BA7E44A}"/>
                  </a:ext>
                </a:extLst>
              </p:cNvPr>
              <p:cNvSpPr/>
              <p:nvPr/>
            </p:nvSpPr>
            <p:spPr>
              <a:xfrm>
                <a:off x="7924653" y="5777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2" name="Freeform 51261">
                <a:extLst>
                  <a:ext uri="{FF2B5EF4-FFF2-40B4-BE49-F238E27FC236}">
                    <a16:creationId xmlns:a16="http://schemas.microsoft.com/office/drawing/2014/main" id="{654F13B2-1285-FA45-D950-078532B3D624}"/>
                  </a:ext>
                </a:extLst>
              </p:cNvPr>
              <p:cNvSpPr/>
              <p:nvPr/>
            </p:nvSpPr>
            <p:spPr>
              <a:xfrm>
                <a:off x="7925248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3" name="Freeform 51262">
                <a:extLst>
                  <a:ext uri="{FF2B5EF4-FFF2-40B4-BE49-F238E27FC236}">
                    <a16:creationId xmlns:a16="http://schemas.microsoft.com/office/drawing/2014/main" id="{6D9D6EAC-FB6B-8020-3644-7253BC806D09}"/>
                  </a:ext>
                </a:extLst>
              </p:cNvPr>
              <p:cNvSpPr/>
              <p:nvPr/>
            </p:nvSpPr>
            <p:spPr>
              <a:xfrm>
                <a:off x="7925745" y="5724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4" name="Freeform 51263">
                <a:extLst>
                  <a:ext uri="{FF2B5EF4-FFF2-40B4-BE49-F238E27FC236}">
                    <a16:creationId xmlns:a16="http://schemas.microsoft.com/office/drawing/2014/main" id="{763917FC-34A3-DDD3-1973-DBA96372BEE7}"/>
                  </a:ext>
                </a:extLst>
              </p:cNvPr>
              <p:cNvSpPr/>
              <p:nvPr/>
            </p:nvSpPr>
            <p:spPr>
              <a:xfrm>
                <a:off x="7926241" y="56699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5" name="Freeform 51264">
                <a:extLst>
                  <a:ext uri="{FF2B5EF4-FFF2-40B4-BE49-F238E27FC236}">
                    <a16:creationId xmlns:a16="http://schemas.microsoft.com/office/drawing/2014/main" id="{0831C513-53C8-64E9-A348-BCEC31191624}"/>
                  </a:ext>
                </a:extLst>
              </p:cNvPr>
              <p:cNvSpPr/>
              <p:nvPr/>
            </p:nvSpPr>
            <p:spPr>
              <a:xfrm>
                <a:off x="7926836" y="5651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6" name="Freeform 51265">
                <a:extLst>
                  <a:ext uri="{FF2B5EF4-FFF2-40B4-BE49-F238E27FC236}">
                    <a16:creationId xmlns:a16="http://schemas.microsoft.com/office/drawing/2014/main" id="{C06A7FBD-1BA2-945A-484C-6C6DC3A71E32}"/>
                  </a:ext>
                </a:extLst>
              </p:cNvPr>
              <p:cNvSpPr/>
              <p:nvPr/>
            </p:nvSpPr>
            <p:spPr>
              <a:xfrm>
                <a:off x="7927332" y="5707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7" name="Freeform 51266">
                <a:extLst>
                  <a:ext uri="{FF2B5EF4-FFF2-40B4-BE49-F238E27FC236}">
                    <a16:creationId xmlns:a16="http://schemas.microsoft.com/office/drawing/2014/main" id="{14DFA70B-68A6-64B7-8FC0-80F5A7D09F05}"/>
                  </a:ext>
                </a:extLst>
              </p:cNvPr>
              <p:cNvSpPr/>
              <p:nvPr/>
            </p:nvSpPr>
            <p:spPr>
              <a:xfrm>
                <a:off x="7927828" y="5742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8" name="Freeform 51267">
                <a:extLst>
                  <a:ext uri="{FF2B5EF4-FFF2-40B4-BE49-F238E27FC236}">
                    <a16:creationId xmlns:a16="http://schemas.microsoft.com/office/drawing/2014/main" id="{4716C813-B9DD-B7B9-B16F-C4CF2FF0A3B0}"/>
                  </a:ext>
                </a:extLst>
              </p:cNvPr>
              <p:cNvSpPr/>
              <p:nvPr/>
            </p:nvSpPr>
            <p:spPr>
              <a:xfrm>
                <a:off x="7928423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69" name="Freeform 51268">
                <a:extLst>
                  <a:ext uri="{FF2B5EF4-FFF2-40B4-BE49-F238E27FC236}">
                    <a16:creationId xmlns:a16="http://schemas.microsoft.com/office/drawing/2014/main" id="{B5594A33-E7E0-AB33-A0A0-0F424EBF9969}"/>
                  </a:ext>
                </a:extLst>
              </p:cNvPr>
              <p:cNvSpPr/>
              <p:nvPr/>
            </p:nvSpPr>
            <p:spPr>
              <a:xfrm>
                <a:off x="7928920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0" name="Freeform 51269">
                <a:extLst>
                  <a:ext uri="{FF2B5EF4-FFF2-40B4-BE49-F238E27FC236}">
                    <a16:creationId xmlns:a16="http://schemas.microsoft.com/office/drawing/2014/main" id="{904D0668-B39B-8581-9FA4-8D688EFD8050}"/>
                  </a:ext>
                </a:extLst>
              </p:cNvPr>
              <p:cNvSpPr/>
              <p:nvPr/>
            </p:nvSpPr>
            <p:spPr>
              <a:xfrm>
                <a:off x="7929416" y="60119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1" name="Freeform 51270">
                <a:extLst>
                  <a:ext uri="{FF2B5EF4-FFF2-40B4-BE49-F238E27FC236}">
                    <a16:creationId xmlns:a16="http://schemas.microsoft.com/office/drawing/2014/main" id="{3A978C15-7FEF-DC88-533D-1E98D1DF96D9}"/>
                  </a:ext>
                </a:extLst>
              </p:cNvPr>
              <p:cNvSpPr/>
              <p:nvPr/>
            </p:nvSpPr>
            <p:spPr>
              <a:xfrm>
                <a:off x="7930011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2" name="Freeform 51271">
                <a:extLst>
                  <a:ext uri="{FF2B5EF4-FFF2-40B4-BE49-F238E27FC236}">
                    <a16:creationId xmlns:a16="http://schemas.microsoft.com/office/drawing/2014/main" id="{1B2F95A0-2370-F834-9A13-1E78DC2F54FE}"/>
                  </a:ext>
                </a:extLst>
              </p:cNvPr>
              <p:cNvSpPr/>
              <p:nvPr/>
            </p:nvSpPr>
            <p:spPr>
              <a:xfrm>
                <a:off x="7930507" y="6011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3" name="Freeform 51272">
                <a:extLst>
                  <a:ext uri="{FF2B5EF4-FFF2-40B4-BE49-F238E27FC236}">
                    <a16:creationId xmlns:a16="http://schemas.microsoft.com/office/drawing/2014/main" id="{E58FDE75-5D20-25A7-7B7B-8363F43ED51A}"/>
                  </a:ext>
                </a:extLst>
              </p:cNvPr>
              <p:cNvSpPr/>
              <p:nvPr/>
            </p:nvSpPr>
            <p:spPr>
              <a:xfrm>
                <a:off x="7931003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4" name="Freeform 51273">
                <a:extLst>
                  <a:ext uri="{FF2B5EF4-FFF2-40B4-BE49-F238E27FC236}">
                    <a16:creationId xmlns:a16="http://schemas.microsoft.com/office/drawing/2014/main" id="{CF45540B-A6D7-6633-1146-A5A153C55785}"/>
                  </a:ext>
                </a:extLst>
              </p:cNvPr>
              <p:cNvSpPr/>
              <p:nvPr/>
            </p:nvSpPr>
            <p:spPr>
              <a:xfrm>
                <a:off x="7931598" y="6015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5" name="Freeform 51274">
                <a:extLst>
                  <a:ext uri="{FF2B5EF4-FFF2-40B4-BE49-F238E27FC236}">
                    <a16:creationId xmlns:a16="http://schemas.microsoft.com/office/drawing/2014/main" id="{12C0F2B5-E5A8-EFB1-950B-A6CF7136218B}"/>
                  </a:ext>
                </a:extLst>
              </p:cNvPr>
              <p:cNvSpPr/>
              <p:nvPr/>
            </p:nvSpPr>
            <p:spPr>
              <a:xfrm>
                <a:off x="7932095" y="6017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6" name="Freeform 51275">
                <a:extLst>
                  <a:ext uri="{FF2B5EF4-FFF2-40B4-BE49-F238E27FC236}">
                    <a16:creationId xmlns:a16="http://schemas.microsoft.com/office/drawing/2014/main" id="{F27255BB-DA26-37E9-8255-43BF4E847E96}"/>
                  </a:ext>
                </a:extLst>
              </p:cNvPr>
              <p:cNvSpPr/>
              <p:nvPr/>
            </p:nvSpPr>
            <p:spPr>
              <a:xfrm>
                <a:off x="7932591" y="60140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7" name="Freeform 51276">
                <a:extLst>
                  <a:ext uri="{FF2B5EF4-FFF2-40B4-BE49-F238E27FC236}">
                    <a16:creationId xmlns:a16="http://schemas.microsoft.com/office/drawing/2014/main" id="{F5765097-DFCF-9CAB-92B4-39AFC50BAA13}"/>
                  </a:ext>
                </a:extLst>
              </p:cNvPr>
              <p:cNvSpPr/>
              <p:nvPr/>
            </p:nvSpPr>
            <p:spPr>
              <a:xfrm>
                <a:off x="7933186" y="5925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8" name="Freeform 51277">
                <a:extLst>
                  <a:ext uri="{FF2B5EF4-FFF2-40B4-BE49-F238E27FC236}">
                    <a16:creationId xmlns:a16="http://schemas.microsoft.com/office/drawing/2014/main" id="{7A8567BF-CDC6-73F3-FE39-7676C1DE4BB7}"/>
                  </a:ext>
                </a:extLst>
              </p:cNvPr>
              <p:cNvSpPr/>
              <p:nvPr/>
            </p:nvSpPr>
            <p:spPr>
              <a:xfrm>
                <a:off x="7933682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79" name="Freeform 51278">
                <a:extLst>
                  <a:ext uri="{FF2B5EF4-FFF2-40B4-BE49-F238E27FC236}">
                    <a16:creationId xmlns:a16="http://schemas.microsoft.com/office/drawing/2014/main" id="{EAF60D5B-C9FD-F9E2-CD86-70C7391B0837}"/>
                  </a:ext>
                </a:extLst>
              </p:cNvPr>
              <p:cNvSpPr/>
              <p:nvPr/>
            </p:nvSpPr>
            <p:spPr>
              <a:xfrm>
                <a:off x="7934178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0" name="Freeform 51279">
                <a:extLst>
                  <a:ext uri="{FF2B5EF4-FFF2-40B4-BE49-F238E27FC236}">
                    <a16:creationId xmlns:a16="http://schemas.microsoft.com/office/drawing/2014/main" id="{B3FDA49D-92A0-5412-CBD0-7DD2E48B23F6}"/>
                  </a:ext>
                </a:extLst>
              </p:cNvPr>
              <p:cNvSpPr/>
              <p:nvPr/>
            </p:nvSpPr>
            <p:spPr>
              <a:xfrm>
                <a:off x="7934773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1" name="Freeform 51280">
                <a:extLst>
                  <a:ext uri="{FF2B5EF4-FFF2-40B4-BE49-F238E27FC236}">
                    <a16:creationId xmlns:a16="http://schemas.microsoft.com/office/drawing/2014/main" id="{3C406E67-D0C8-F8B9-8A0E-1FB493AAF11A}"/>
                  </a:ext>
                </a:extLst>
              </p:cNvPr>
              <p:cNvSpPr/>
              <p:nvPr/>
            </p:nvSpPr>
            <p:spPr>
              <a:xfrm>
                <a:off x="7935270" y="589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2" name="Freeform 51281">
                <a:extLst>
                  <a:ext uri="{FF2B5EF4-FFF2-40B4-BE49-F238E27FC236}">
                    <a16:creationId xmlns:a16="http://schemas.microsoft.com/office/drawing/2014/main" id="{409B58F6-7F25-E6C1-1D62-A06685E342FE}"/>
                  </a:ext>
                </a:extLst>
              </p:cNvPr>
              <p:cNvSpPr/>
              <p:nvPr/>
            </p:nvSpPr>
            <p:spPr>
              <a:xfrm>
                <a:off x="7935766" y="589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3" name="Freeform 51282">
                <a:extLst>
                  <a:ext uri="{FF2B5EF4-FFF2-40B4-BE49-F238E27FC236}">
                    <a16:creationId xmlns:a16="http://schemas.microsoft.com/office/drawing/2014/main" id="{6208CBA2-0001-01AE-8F1D-9042F26CC099}"/>
                  </a:ext>
                </a:extLst>
              </p:cNvPr>
              <p:cNvSpPr/>
              <p:nvPr/>
            </p:nvSpPr>
            <p:spPr>
              <a:xfrm>
                <a:off x="7936262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4" name="Freeform 51283">
                <a:extLst>
                  <a:ext uri="{FF2B5EF4-FFF2-40B4-BE49-F238E27FC236}">
                    <a16:creationId xmlns:a16="http://schemas.microsoft.com/office/drawing/2014/main" id="{FC95C0E1-2DF3-0D1E-DDA5-2F2E42EC0E3B}"/>
                  </a:ext>
                </a:extLst>
              </p:cNvPr>
              <p:cNvSpPr/>
              <p:nvPr/>
            </p:nvSpPr>
            <p:spPr>
              <a:xfrm>
                <a:off x="7936857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5" name="Freeform 51284">
                <a:extLst>
                  <a:ext uri="{FF2B5EF4-FFF2-40B4-BE49-F238E27FC236}">
                    <a16:creationId xmlns:a16="http://schemas.microsoft.com/office/drawing/2014/main" id="{FC2CE5B9-1C60-DD72-2640-6E10F5D36377}"/>
                  </a:ext>
                </a:extLst>
              </p:cNvPr>
              <p:cNvSpPr/>
              <p:nvPr/>
            </p:nvSpPr>
            <p:spPr>
              <a:xfrm>
                <a:off x="7937353" y="586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6" name="Freeform 51285">
                <a:extLst>
                  <a:ext uri="{FF2B5EF4-FFF2-40B4-BE49-F238E27FC236}">
                    <a16:creationId xmlns:a16="http://schemas.microsoft.com/office/drawing/2014/main" id="{262C6847-D130-51C4-C05A-9BFDF8A45B41}"/>
                  </a:ext>
                </a:extLst>
              </p:cNvPr>
              <p:cNvSpPr/>
              <p:nvPr/>
            </p:nvSpPr>
            <p:spPr>
              <a:xfrm>
                <a:off x="7937849" y="58703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7" name="Freeform 51286">
                <a:extLst>
                  <a:ext uri="{FF2B5EF4-FFF2-40B4-BE49-F238E27FC236}">
                    <a16:creationId xmlns:a16="http://schemas.microsoft.com/office/drawing/2014/main" id="{B92E5AF0-6817-54A8-4617-51CEA336F089}"/>
                  </a:ext>
                </a:extLst>
              </p:cNvPr>
              <p:cNvSpPr/>
              <p:nvPr/>
            </p:nvSpPr>
            <p:spPr>
              <a:xfrm>
                <a:off x="7938445" y="5832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8" name="Freeform 51287">
                <a:extLst>
                  <a:ext uri="{FF2B5EF4-FFF2-40B4-BE49-F238E27FC236}">
                    <a16:creationId xmlns:a16="http://schemas.microsoft.com/office/drawing/2014/main" id="{92F3370A-2058-6503-3173-0D34F1B70A34}"/>
                  </a:ext>
                </a:extLst>
              </p:cNvPr>
              <p:cNvSpPr/>
              <p:nvPr/>
            </p:nvSpPr>
            <p:spPr>
              <a:xfrm>
                <a:off x="7938941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89" name="Freeform 51288">
                <a:extLst>
                  <a:ext uri="{FF2B5EF4-FFF2-40B4-BE49-F238E27FC236}">
                    <a16:creationId xmlns:a16="http://schemas.microsoft.com/office/drawing/2014/main" id="{377B9FB0-4E48-729B-A68E-58B674D70F53}"/>
                  </a:ext>
                </a:extLst>
              </p:cNvPr>
              <p:cNvSpPr/>
              <p:nvPr/>
            </p:nvSpPr>
            <p:spPr>
              <a:xfrm>
                <a:off x="7939437" y="5809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0" name="Freeform 51289">
                <a:extLst>
                  <a:ext uri="{FF2B5EF4-FFF2-40B4-BE49-F238E27FC236}">
                    <a16:creationId xmlns:a16="http://schemas.microsoft.com/office/drawing/2014/main" id="{217ECB35-2D06-89F0-0F64-4186CE4ECDB5}"/>
                  </a:ext>
                </a:extLst>
              </p:cNvPr>
              <p:cNvSpPr/>
              <p:nvPr/>
            </p:nvSpPr>
            <p:spPr>
              <a:xfrm>
                <a:off x="7940032" y="5798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1" name="Freeform 51290">
                <a:extLst>
                  <a:ext uri="{FF2B5EF4-FFF2-40B4-BE49-F238E27FC236}">
                    <a16:creationId xmlns:a16="http://schemas.microsoft.com/office/drawing/2014/main" id="{E5E72853-609C-EBCE-8D7E-C718CB0EFADA}"/>
                  </a:ext>
                </a:extLst>
              </p:cNvPr>
              <p:cNvSpPr/>
              <p:nvPr/>
            </p:nvSpPr>
            <p:spPr>
              <a:xfrm>
                <a:off x="7940528" y="57960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2" name="Freeform 51291">
                <a:extLst>
                  <a:ext uri="{FF2B5EF4-FFF2-40B4-BE49-F238E27FC236}">
                    <a16:creationId xmlns:a16="http://schemas.microsoft.com/office/drawing/2014/main" id="{50FCE779-9857-C190-893C-8965C2F67FE9}"/>
                  </a:ext>
                </a:extLst>
              </p:cNvPr>
              <p:cNvSpPr/>
              <p:nvPr/>
            </p:nvSpPr>
            <p:spPr>
              <a:xfrm>
                <a:off x="7941024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3" name="Freeform 51292">
                <a:extLst>
                  <a:ext uri="{FF2B5EF4-FFF2-40B4-BE49-F238E27FC236}">
                    <a16:creationId xmlns:a16="http://schemas.microsoft.com/office/drawing/2014/main" id="{2D730F9C-AA32-A277-3C62-0F9F99EC4137}"/>
                  </a:ext>
                </a:extLst>
              </p:cNvPr>
              <p:cNvSpPr/>
              <p:nvPr/>
            </p:nvSpPr>
            <p:spPr>
              <a:xfrm>
                <a:off x="7941620" y="60094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4" name="Freeform 51293">
                <a:extLst>
                  <a:ext uri="{FF2B5EF4-FFF2-40B4-BE49-F238E27FC236}">
                    <a16:creationId xmlns:a16="http://schemas.microsoft.com/office/drawing/2014/main" id="{AEA2570C-1FDD-4D69-56D5-706287B0D7D1}"/>
                  </a:ext>
                </a:extLst>
              </p:cNvPr>
              <p:cNvSpPr/>
              <p:nvPr/>
            </p:nvSpPr>
            <p:spPr>
              <a:xfrm>
                <a:off x="7942116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5" name="Freeform 51294">
                <a:extLst>
                  <a:ext uri="{FF2B5EF4-FFF2-40B4-BE49-F238E27FC236}">
                    <a16:creationId xmlns:a16="http://schemas.microsoft.com/office/drawing/2014/main" id="{7DAC0996-E559-713B-C20B-0CC7DA4169E2}"/>
                  </a:ext>
                </a:extLst>
              </p:cNvPr>
              <p:cNvSpPr/>
              <p:nvPr/>
            </p:nvSpPr>
            <p:spPr>
              <a:xfrm>
                <a:off x="7942612" y="6021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6" name="Freeform 51295">
                <a:extLst>
                  <a:ext uri="{FF2B5EF4-FFF2-40B4-BE49-F238E27FC236}">
                    <a16:creationId xmlns:a16="http://schemas.microsoft.com/office/drawing/2014/main" id="{446F28E8-DA46-3DFD-D102-7C3E114C7754}"/>
                  </a:ext>
                </a:extLst>
              </p:cNvPr>
              <p:cNvSpPr/>
              <p:nvPr/>
            </p:nvSpPr>
            <p:spPr>
              <a:xfrm>
                <a:off x="7943207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7" name="Freeform 51296">
                <a:extLst>
                  <a:ext uri="{FF2B5EF4-FFF2-40B4-BE49-F238E27FC236}">
                    <a16:creationId xmlns:a16="http://schemas.microsoft.com/office/drawing/2014/main" id="{176BC075-715A-B40C-56FF-AE8884812C5E}"/>
                  </a:ext>
                </a:extLst>
              </p:cNvPr>
              <p:cNvSpPr/>
              <p:nvPr/>
            </p:nvSpPr>
            <p:spPr>
              <a:xfrm>
                <a:off x="7943703" y="6020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8" name="Freeform 51297">
                <a:extLst>
                  <a:ext uri="{FF2B5EF4-FFF2-40B4-BE49-F238E27FC236}">
                    <a16:creationId xmlns:a16="http://schemas.microsoft.com/office/drawing/2014/main" id="{C473C574-2E0A-679B-410E-C96E3165BEA8}"/>
                  </a:ext>
                </a:extLst>
              </p:cNvPr>
              <p:cNvSpPr/>
              <p:nvPr/>
            </p:nvSpPr>
            <p:spPr>
              <a:xfrm>
                <a:off x="7944199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99" name="Freeform 51298">
                <a:extLst>
                  <a:ext uri="{FF2B5EF4-FFF2-40B4-BE49-F238E27FC236}">
                    <a16:creationId xmlns:a16="http://schemas.microsoft.com/office/drawing/2014/main" id="{329223F9-0D0D-D465-D32C-C215E93A64D2}"/>
                  </a:ext>
                </a:extLst>
              </p:cNvPr>
              <p:cNvSpPr/>
              <p:nvPr/>
            </p:nvSpPr>
            <p:spPr>
              <a:xfrm>
                <a:off x="7944795" y="6025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0" name="Freeform 51299">
                <a:extLst>
                  <a:ext uri="{FF2B5EF4-FFF2-40B4-BE49-F238E27FC236}">
                    <a16:creationId xmlns:a16="http://schemas.microsoft.com/office/drawing/2014/main" id="{15CFFFDD-EBFE-5471-C003-0CD48FA635AA}"/>
                  </a:ext>
                </a:extLst>
              </p:cNvPr>
              <p:cNvSpPr/>
              <p:nvPr/>
            </p:nvSpPr>
            <p:spPr>
              <a:xfrm>
                <a:off x="7945291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1" name="Freeform 51300">
                <a:extLst>
                  <a:ext uri="{FF2B5EF4-FFF2-40B4-BE49-F238E27FC236}">
                    <a16:creationId xmlns:a16="http://schemas.microsoft.com/office/drawing/2014/main" id="{6DD34C2F-B4F5-8B2C-DAB3-C47CA7928C0E}"/>
                  </a:ext>
                </a:extLst>
              </p:cNvPr>
              <p:cNvSpPr/>
              <p:nvPr/>
            </p:nvSpPr>
            <p:spPr>
              <a:xfrm>
                <a:off x="7945787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2" name="Freeform 51301">
                <a:extLst>
                  <a:ext uri="{FF2B5EF4-FFF2-40B4-BE49-F238E27FC236}">
                    <a16:creationId xmlns:a16="http://schemas.microsoft.com/office/drawing/2014/main" id="{8919EBB2-0563-7273-AE77-CA994B0C55C7}"/>
                  </a:ext>
                </a:extLst>
              </p:cNvPr>
              <p:cNvSpPr/>
              <p:nvPr/>
            </p:nvSpPr>
            <p:spPr>
              <a:xfrm>
                <a:off x="7946382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3" name="Freeform 51302">
                <a:extLst>
                  <a:ext uri="{FF2B5EF4-FFF2-40B4-BE49-F238E27FC236}">
                    <a16:creationId xmlns:a16="http://schemas.microsoft.com/office/drawing/2014/main" id="{7C69411E-1804-94E6-0265-D7224BB9A0A2}"/>
                  </a:ext>
                </a:extLst>
              </p:cNvPr>
              <p:cNvSpPr/>
              <p:nvPr/>
            </p:nvSpPr>
            <p:spPr>
              <a:xfrm>
                <a:off x="7946878" y="593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4" name="Freeform 51303">
                <a:extLst>
                  <a:ext uri="{FF2B5EF4-FFF2-40B4-BE49-F238E27FC236}">
                    <a16:creationId xmlns:a16="http://schemas.microsoft.com/office/drawing/2014/main" id="{0893314A-2D07-94C8-64C8-C34AA4DFD88A}"/>
                  </a:ext>
                </a:extLst>
              </p:cNvPr>
              <p:cNvSpPr/>
              <p:nvPr/>
            </p:nvSpPr>
            <p:spPr>
              <a:xfrm>
                <a:off x="7947374" y="5933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5" name="Freeform 51304">
                <a:extLst>
                  <a:ext uri="{FF2B5EF4-FFF2-40B4-BE49-F238E27FC236}">
                    <a16:creationId xmlns:a16="http://schemas.microsoft.com/office/drawing/2014/main" id="{5604C84D-AB93-A9A5-152F-5DF16608D4FD}"/>
                  </a:ext>
                </a:extLst>
              </p:cNvPr>
              <p:cNvSpPr/>
              <p:nvPr/>
            </p:nvSpPr>
            <p:spPr>
              <a:xfrm>
                <a:off x="7947870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6" name="Freeform 51305">
                <a:extLst>
                  <a:ext uri="{FF2B5EF4-FFF2-40B4-BE49-F238E27FC236}">
                    <a16:creationId xmlns:a16="http://schemas.microsoft.com/office/drawing/2014/main" id="{EA7C588C-3221-195C-9826-95B2A3564339}"/>
                  </a:ext>
                </a:extLst>
              </p:cNvPr>
              <p:cNvSpPr/>
              <p:nvPr/>
            </p:nvSpPr>
            <p:spPr>
              <a:xfrm>
                <a:off x="7948466" y="5924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7" name="Freeform 51306">
                <a:extLst>
                  <a:ext uri="{FF2B5EF4-FFF2-40B4-BE49-F238E27FC236}">
                    <a16:creationId xmlns:a16="http://schemas.microsoft.com/office/drawing/2014/main" id="{EF6F431C-57E0-B11E-1441-8662D8E5EC65}"/>
                  </a:ext>
                </a:extLst>
              </p:cNvPr>
              <p:cNvSpPr/>
              <p:nvPr/>
            </p:nvSpPr>
            <p:spPr>
              <a:xfrm>
                <a:off x="7948962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8" name="Freeform 51307">
                <a:extLst>
                  <a:ext uri="{FF2B5EF4-FFF2-40B4-BE49-F238E27FC236}">
                    <a16:creationId xmlns:a16="http://schemas.microsoft.com/office/drawing/2014/main" id="{C454648E-9AD8-7AF4-6C0E-840DB6BA944F}"/>
                  </a:ext>
                </a:extLst>
              </p:cNvPr>
              <p:cNvSpPr/>
              <p:nvPr/>
            </p:nvSpPr>
            <p:spPr>
              <a:xfrm>
                <a:off x="7949458" y="5900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09" name="Freeform 51308">
                <a:extLst>
                  <a:ext uri="{FF2B5EF4-FFF2-40B4-BE49-F238E27FC236}">
                    <a16:creationId xmlns:a16="http://schemas.microsoft.com/office/drawing/2014/main" id="{7848BD5A-B896-5052-FC1B-3D7F767A712E}"/>
                  </a:ext>
                </a:extLst>
              </p:cNvPr>
              <p:cNvSpPr/>
              <p:nvPr/>
            </p:nvSpPr>
            <p:spPr>
              <a:xfrm>
                <a:off x="7950053" y="588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0" name="Freeform 51309">
                <a:extLst>
                  <a:ext uri="{FF2B5EF4-FFF2-40B4-BE49-F238E27FC236}">
                    <a16:creationId xmlns:a16="http://schemas.microsoft.com/office/drawing/2014/main" id="{4AF956F8-F637-7078-1B13-D3E5CA7313FF}"/>
                  </a:ext>
                </a:extLst>
              </p:cNvPr>
              <p:cNvSpPr/>
              <p:nvPr/>
            </p:nvSpPr>
            <p:spPr>
              <a:xfrm>
                <a:off x="7950549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1" name="Freeform 51310">
                <a:extLst>
                  <a:ext uri="{FF2B5EF4-FFF2-40B4-BE49-F238E27FC236}">
                    <a16:creationId xmlns:a16="http://schemas.microsoft.com/office/drawing/2014/main" id="{B26DA599-6F6F-8B32-C289-C4291749D657}"/>
                  </a:ext>
                </a:extLst>
              </p:cNvPr>
              <p:cNvSpPr/>
              <p:nvPr/>
            </p:nvSpPr>
            <p:spPr>
              <a:xfrm>
                <a:off x="7951045" y="5868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2" name="Freeform 51311">
                <a:extLst>
                  <a:ext uri="{FF2B5EF4-FFF2-40B4-BE49-F238E27FC236}">
                    <a16:creationId xmlns:a16="http://schemas.microsoft.com/office/drawing/2014/main" id="{03B26A1A-C949-E158-3A8D-22C7C015806B}"/>
                  </a:ext>
                </a:extLst>
              </p:cNvPr>
              <p:cNvSpPr/>
              <p:nvPr/>
            </p:nvSpPr>
            <p:spPr>
              <a:xfrm>
                <a:off x="7951641" y="5862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3" name="Freeform 51312">
                <a:extLst>
                  <a:ext uri="{FF2B5EF4-FFF2-40B4-BE49-F238E27FC236}">
                    <a16:creationId xmlns:a16="http://schemas.microsoft.com/office/drawing/2014/main" id="{5AC3FBC0-EB9F-61F8-3EBA-9321A13CBDFA}"/>
                  </a:ext>
                </a:extLst>
              </p:cNvPr>
              <p:cNvSpPr/>
              <p:nvPr/>
            </p:nvSpPr>
            <p:spPr>
              <a:xfrm>
                <a:off x="7952137" y="5871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4" name="Freeform 51313">
                <a:extLst>
                  <a:ext uri="{FF2B5EF4-FFF2-40B4-BE49-F238E27FC236}">
                    <a16:creationId xmlns:a16="http://schemas.microsoft.com/office/drawing/2014/main" id="{0DDBE27C-627B-0A54-9BC1-7063D1D0944F}"/>
                  </a:ext>
                </a:extLst>
              </p:cNvPr>
              <p:cNvSpPr/>
              <p:nvPr/>
            </p:nvSpPr>
            <p:spPr>
              <a:xfrm>
                <a:off x="7952633" y="5883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5" name="Freeform 51314">
                <a:extLst>
                  <a:ext uri="{FF2B5EF4-FFF2-40B4-BE49-F238E27FC236}">
                    <a16:creationId xmlns:a16="http://schemas.microsoft.com/office/drawing/2014/main" id="{4CD5C924-7E07-943C-1405-D86FE17B53BC}"/>
                  </a:ext>
                </a:extLst>
              </p:cNvPr>
              <p:cNvSpPr/>
              <p:nvPr/>
            </p:nvSpPr>
            <p:spPr>
              <a:xfrm>
                <a:off x="7953228" y="59270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6" name="Freeform 51315">
                <a:extLst>
                  <a:ext uri="{FF2B5EF4-FFF2-40B4-BE49-F238E27FC236}">
                    <a16:creationId xmlns:a16="http://schemas.microsoft.com/office/drawing/2014/main" id="{738E086C-898F-9023-E038-576CCD2CFA10}"/>
                  </a:ext>
                </a:extLst>
              </p:cNvPr>
              <p:cNvSpPr/>
              <p:nvPr/>
            </p:nvSpPr>
            <p:spPr>
              <a:xfrm>
                <a:off x="7953724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7" name="Freeform 51316">
                <a:extLst>
                  <a:ext uri="{FF2B5EF4-FFF2-40B4-BE49-F238E27FC236}">
                    <a16:creationId xmlns:a16="http://schemas.microsoft.com/office/drawing/2014/main" id="{AD5FD7E9-CF5D-E6DB-D056-B535B441101C}"/>
                  </a:ext>
                </a:extLst>
              </p:cNvPr>
              <p:cNvSpPr/>
              <p:nvPr/>
            </p:nvSpPr>
            <p:spPr>
              <a:xfrm>
                <a:off x="7954220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8" name="Freeform 51317">
                <a:extLst>
                  <a:ext uri="{FF2B5EF4-FFF2-40B4-BE49-F238E27FC236}">
                    <a16:creationId xmlns:a16="http://schemas.microsoft.com/office/drawing/2014/main" id="{58F81299-3574-2F23-FD89-048DCE4A4B7C}"/>
                  </a:ext>
                </a:extLst>
              </p:cNvPr>
              <p:cNvSpPr/>
              <p:nvPr/>
            </p:nvSpPr>
            <p:spPr>
              <a:xfrm>
                <a:off x="7954816" y="602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19" name="Freeform 51318">
                <a:extLst>
                  <a:ext uri="{FF2B5EF4-FFF2-40B4-BE49-F238E27FC236}">
                    <a16:creationId xmlns:a16="http://schemas.microsoft.com/office/drawing/2014/main" id="{534449E2-C8EA-F403-24EA-4CB24FC3F2B7}"/>
                  </a:ext>
                </a:extLst>
              </p:cNvPr>
              <p:cNvSpPr/>
              <p:nvPr/>
            </p:nvSpPr>
            <p:spPr>
              <a:xfrm>
                <a:off x="7955312" y="60274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0" name="Freeform 51319">
                <a:extLst>
                  <a:ext uri="{FF2B5EF4-FFF2-40B4-BE49-F238E27FC236}">
                    <a16:creationId xmlns:a16="http://schemas.microsoft.com/office/drawing/2014/main" id="{06E5E028-7802-D709-DCB1-A6685EB22190}"/>
                  </a:ext>
                </a:extLst>
              </p:cNvPr>
              <p:cNvSpPr/>
              <p:nvPr/>
            </p:nvSpPr>
            <p:spPr>
              <a:xfrm>
                <a:off x="7955808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1" name="Freeform 51320">
                <a:extLst>
                  <a:ext uri="{FF2B5EF4-FFF2-40B4-BE49-F238E27FC236}">
                    <a16:creationId xmlns:a16="http://schemas.microsoft.com/office/drawing/2014/main" id="{D4D40A1F-6887-AE03-686F-7CAEC6A1014A}"/>
                  </a:ext>
                </a:extLst>
              </p:cNvPr>
              <p:cNvSpPr/>
              <p:nvPr/>
            </p:nvSpPr>
            <p:spPr>
              <a:xfrm>
                <a:off x="7956403" y="60241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2" name="Freeform 51321">
                <a:extLst>
                  <a:ext uri="{FF2B5EF4-FFF2-40B4-BE49-F238E27FC236}">
                    <a16:creationId xmlns:a16="http://schemas.microsoft.com/office/drawing/2014/main" id="{8411B561-8947-3871-6252-13DD3AE527A6}"/>
                  </a:ext>
                </a:extLst>
              </p:cNvPr>
              <p:cNvSpPr/>
              <p:nvPr/>
            </p:nvSpPr>
            <p:spPr>
              <a:xfrm>
                <a:off x="7956899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3" name="Freeform 51322">
                <a:extLst>
                  <a:ext uri="{FF2B5EF4-FFF2-40B4-BE49-F238E27FC236}">
                    <a16:creationId xmlns:a16="http://schemas.microsoft.com/office/drawing/2014/main" id="{4FEE966E-8AAA-6E04-78B7-9BC4057F1A09}"/>
                  </a:ext>
                </a:extLst>
              </p:cNvPr>
              <p:cNvSpPr/>
              <p:nvPr/>
            </p:nvSpPr>
            <p:spPr>
              <a:xfrm>
                <a:off x="7957395" y="60262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4" name="Freeform 51323">
                <a:extLst>
                  <a:ext uri="{FF2B5EF4-FFF2-40B4-BE49-F238E27FC236}">
                    <a16:creationId xmlns:a16="http://schemas.microsoft.com/office/drawing/2014/main" id="{EDB80B23-9C6D-9DED-648E-3058FE4EAC03}"/>
                  </a:ext>
                </a:extLst>
              </p:cNvPr>
              <p:cNvSpPr/>
              <p:nvPr/>
            </p:nvSpPr>
            <p:spPr>
              <a:xfrm>
                <a:off x="7957991" y="602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5" name="Freeform 51324">
                <a:extLst>
                  <a:ext uri="{FF2B5EF4-FFF2-40B4-BE49-F238E27FC236}">
                    <a16:creationId xmlns:a16="http://schemas.microsoft.com/office/drawing/2014/main" id="{E5C4F195-2D0E-FA9E-2F2F-CF7CDEE3B050}"/>
                  </a:ext>
                </a:extLst>
              </p:cNvPr>
              <p:cNvSpPr/>
              <p:nvPr/>
            </p:nvSpPr>
            <p:spPr>
              <a:xfrm>
                <a:off x="7958487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6" name="Freeform 51325">
                <a:extLst>
                  <a:ext uri="{FF2B5EF4-FFF2-40B4-BE49-F238E27FC236}">
                    <a16:creationId xmlns:a16="http://schemas.microsoft.com/office/drawing/2014/main" id="{2F83E309-03E5-2791-932D-63FC2EAED5EF}"/>
                  </a:ext>
                </a:extLst>
              </p:cNvPr>
              <p:cNvSpPr/>
              <p:nvPr/>
            </p:nvSpPr>
            <p:spPr>
              <a:xfrm>
                <a:off x="7958983" y="5828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7" name="Freeform 51326">
                <a:extLst>
                  <a:ext uri="{FF2B5EF4-FFF2-40B4-BE49-F238E27FC236}">
                    <a16:creationId xmlns:a16="http://schemas.microsoft.com/office/drawing/2014/main" id="{AA0041DC-9B46-53BD-BC50-5C67E390142D}"/>
                  </a:ext>
                </a:extLst>
              </p:cNvPr>
              <p:cNvSpPr/>
              <p:nvPr/>
            </p:nvSpPr>
            <p:spPr>
              <a:xfrm>
                <a:off x="7959578" y="5759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8" name="Freeform 51327">
                <a:extLst>
                  <a:ext uri="{FF2B5EF4-FFF2-40B4-BE49-F238E27FC236}">
                    <a16:creationId xmlns:a16="http://schemas.microsoft.com/office/drawing/2014/main" id="{D7D25C1A-B05E-800B-A36E-8F3E96899092}"/>
                  </a:ext>
                </a:extLst>
              </p:cNvPr>
              <p:cNvSpPr/>
              <p:nvPr/>
            </p:nvSpPr>
            <p:spPr>
              <a:xfrm>
                <a:off x="7960074" y="5719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29" name="Freeform 51328">
                <a:extLst>
                  <a:ext uri="{FF2B5EF4-FFF2-40B4-BE49-F238E27FC236}">
                    <a16:creationId xmlns:a16="http://schemas.microsoft.com/office/drawing/2014/main" id="{04110DFB-345E-B81B-493D-0C1F5649ABC6}"/>
                  </a:ext>
                </a:extLst>
              </p:cNvPr>
              <p:cNvSpPr/>
              <p:nvPr/>
            </p:nvSpPr>
            <p:spPr>
              <a:xfrm>
                <a:off x="7960570" y="5764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0" name="Freeform 51329">
                <a:extLst>
                  <a:ext uri="{FF2B5EF4-FFF2-40B4-BE49-F238E27FC236}">
                    <a16:creationId xmlns:a16="http://schemas.microsoft.com/office/drawing/2014/main" id="{15992A08-FA97-5527-C59A-759DA4FC02C8}"/>
                  </a:ext>
                </a:extLst>
              </p:cNvPr>
              <p:cNvSpPr/>
              <p:nvPr/>
            </p:nvSpPr>
            <p:spPr>
              <a:xfrm>
                <a:off x="7961066" y="5817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1" name="Freeform 51330">
                <a:extLst>
                  <a:ext uri="{FF2B5EF4-FFF2-40B4-BE49-F238E27FC236}">
                    <a16:creationId xmlns:a16="http://schemas.microsoft.com/office/drawing/2014/main" id="{CDBAED2B-2096-06FD-8E5A-29B57888F2C2}"/>
                  </a:ext>
                </a:extLst>
              </p:cNvPr>
              <p:cNvSpPr/>
              <p:nvPr/>
            </p:nvSpPr>
            <p:spPr>
              <a:xfrm>
                <a:off x="7961662" y="5749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2" name="Freeform 51331">
                <a:extLst>
                  <a:ext uri="{FF2B5EF4-FFF2-40B4-BE49-F238E27FC236}">
                    <a16:creationId xmlns:a16="http://schemas.microsoft.com/office/drawing/2014/main" id="{22E6037C-C4CA-4A9E-55E8-8EACDE0A9B9F}"/>
                  </a:ext>
                </a:extLst>
              </p:cNvPr>
              <p:cNvSpPr/>
              <p:nvPr/>
            </p:nvSpPr>
            <p:spPr>
              <a:xfrm>
                <a:off x="7962158" y="577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3" name="Freeform 51332">
                <a:extLst>
                  <a:ext uri="{FF2B5EF4-FFF2-40B4-BE49-F238E27FC236}">
                    <a16:creationId xmlns:a16="http://schemas.microsoft.com/office/drawing/2014/main" id="{7BBE0641-58D2-1380-5248-4D7FB4611BB0}"/>
                  </a:ext>
                </a:extLst>
              </p:cNvPr>
              <p:cNvSpPr/>
              <p:nvPr/>
            </p:nvSpPr>
            <p:spPr>
              <a:xfrm>
                <a:off x="7962654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4" name="Freeform 51333">
                <a:extLst>
                  <a:ext uri="{FF2B5EF4-FFF2-40B4-BE49-F238E27FC236}">
                    <a16:creationId xmlns:a16="http://schemas.microsoft.com/office/drawing/2014/main" id="{07AC22C8-913D-61A6-8AAA-63B4B46A80B0}"/>
                  </a:ext>
                </a:extLst>
              </p:cNvPr>
              <p:cNvSpPr/>
              <p:nvPr/>
            </p:nvSpPr>
            <p:spPr>
              <a:xfrm>
                <a:off x="7963249" y="57282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5" name="Freeform 51334">
                <a:extLst>
                  <a:ext uri="{FF2B5EF4-FFF2-40B4-BE49-F238E27FC236}">
                    <a16:creationId xmlns:a16="http://schemas.microsoft.com/office/drawing/2014/main" id="{577D0F47-1206-E5EC-C1FB-78FBB33D44A9}"/>
                  </a:ext>
                </a:extLst>
              </p:cNvPr>
              <p:cNvSpPr/>
              <p:nvPr/>
            </p:nvSpPr>
            <p:spPr>
              <a:xfrm>
                <a:off x="7963745" y="570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6" name="Freeform 51335">
                <a:extLst>
                  <a:ext uri="{FF2B5EF4-FFF2-40B4-BE49-F238E27FC236}">
                    <a16:creationId xmlns:a16="http://schemas.microsoft.com/office/drawing/2014/main" id="{5388E795-9EAC-7E72-881C-6A94B4CF1A9A}"/>
                  </a:ext>
                </a:extLst>
              </p:cNvPr>
              <p:cNvSpPr/>
              <p:nvPr/>
            </p:nvSpPr>
            <p:spPr>
              <a:xfrm>
                <a:off x="7964241" y="56744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7" name="Freeform 51336">
                <a:extLst>
                  <a:ext uri="{FF2B5EF4-FFF2-40B4-BE49-F238E27FC236}">
                    <a16:creationId xmlns:a16="http://schemas.microsoft.com/office/drawing/2014/main" id="{F8132B5C-0BC4-ABE9-8F10-697D19CCCF89}"/>
                  </a:ext>
                </a:extLst>
              </p:cNvPr>
              <p:cNvSpPr/>
              <p:nvPr/>
            </p:nvSpPr>
            <p:spPr>
              <a:xfrm>
                <a:off x="7964837" y="5642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8" name="Freeform 51337">
                <a:extLst>
                  <a:ext uri="{FF2B5EF4-FFF2-40B4-BE49-F238E27FC236}">
                    <a16:creationId xmlns:a16="http://schemas.microsoft.com/office/drawing/2014/main" id="{14D2C741-D1FE-568D-55CD-F1FA55227251}"/>
                  </a:ext>
                </a:extLst>
              </p:cNvPr>
              <p:cNvSpPr/>
              <p:nvPr/>
            </p:nvSpPr>
            <p:spPr>
              <a:xfrm>
                <a:off x="7965333" y="5689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39" name="Freeform 51338">
                <a:extLst>
                  <a:ext uri="{FF2B5EF4-FFF2-40B4-BE49-F238E27FC236}">
                    <a16:creationId xmlns:a16="http://schemas.microsoft.com/office/drawing/2014/main" id="{F5F22C1E-540E-23BA-0DD5-854F1C4AE6BD}"/>
                  </a:ext>
                </a:extLst>
              </p:cNvPr>
              <p:cNvSpPr/>
              <p:nvPr/>
            </p:nvSpPr>
            <p:spPr>
              <a:xfrm>
                <a:off x="7965829" y="569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0" name="Freeform 51339">
                <a:extLst>
                  <a:ext uri="{FF2B5EF4-FFF2-40B4-BE49-F238E27FC236}">
                    <a16:creationId xmlns:a16="http://schemas.microsoft.com/office/drawing/2014/main" id="{2B06739C-DD74-6C94-4A1F-99C1A011B9D5}"/>
                  </a:ext>
                </a:extLst>
              </p:cNvPr>
              <p:cNvSpPr/>
              <p:nvPr/>
            </p:nvSpPr>
            <p:spPr>
              <a:xfrm>
                <a:off x="7966424" y="5959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1" name="Freeform 51340">
                <a:extLst>
                  <a:ext uri="{FF2B5EF4-FFF2-40B4-BE49-F238E27FC236}">
                    <a16:creationId xmlns:a16="http://schemas.microsoft.com/office/drawing/2014/main" id="{9C453601-89F2-6E84-FDA0-35A251DF08FF}"/>
                  </a:ext>
                </a:extLst>
              </p:cNvPr>
              <p:cNvSpPr/>
              <p:nvPr/>
            </p:nvSpPr>
            <p:spPr>
              <a:xfrm>
                <a:off x="7966920" y="59972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2" name="Freeform 51341">
                <a:extLst>
                  <a:ext uri="{FF2B5EF4-FFF2-40B4-BE49-F238E27FC236}">
                    <a16:creationId xmlns:a16="http://schemas.microsoft.com/office/drawing/2014/main" id="{D846EF34-A191-1550-516F-E5284CAF2534}"/>
                  </a:ext>
                </a:extLst>
              </p:cNvPr>
              <p:cNvSpPr/>
              <p:nvPr/>
            </p:nvSpPr>
            <p:spPr>
              <a:xfrm>
                <a:off x="7967416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3" name="Freeform 51342">
                <a:extLst>
                  <a:ext uri="{FF2B5EF4-FFF2-40B4-BE49-F238E27FC236}">
                    <a16:creationId xmlns:a16="http://schemas.microsoft.com/office/drawing/2014/main" id="{ACF83E30-260D-96AD-902F-6C2F47B71614}"/>
                  </a:ext>
                </a:extLst>
              </p:cNvPr>
              <p:cNvSpPr/>
              <p:nvPr/>
            </p:nvSpPr>
            <p:spPr>
              <a:xfrm>
                <a:off x="7968012" y="60090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4" name="Freeform 51343">
                <a:extLst>
                  <a:ext uri="{FF2B5EF4-FFF2-40B4-BE49-F238E27FC236}">
                    <a16:creationId xmlns:a16="http://schemas.microsoft.com/office/drawing/2014/main" id="{C35C5A66-9CF4-C775-BD91-E0E46ECDC851}"/>
                  </a:ext>
                </a:extLst>
              </p:cNvPr>
              <p:cNvSpPr/>
              <p:nvPr/>
            </p:nvSpPr>
            <p:spPr>
              <a:xfrm>
                <a:off x="7968508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5" name="Freeform 51344">
                <a:extLst>
                  <a:ext uri="{FF2B5EF4-FFF2-40B4-BE49-F238E27FC236}">
                    <a16:creationId xmlns:a16="http://schemas.microsoft.com/office/drawing/2014/main" id="{863F7F2C-4D90-6BEB-A58E-37EB1F1AE584}"/>
                  </a:ext>
                </a:extLst>
              </p:cNvPr>
              <p:cNvSpPr/>
              <p:nvPr/>
            </p:nvSpPr>
            <p:spPr>
              <a:xfrm>
                <a:off x="7969004" y="6003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6" name="Freeform 51345">
                <a:extLst>
                  <a:ext uri="{FF2B5EF4-FFF2-40B4-BE49-F238E27FC236}">
                    <a16:creationId xmlns:a16="http://schemas.microsoft.com/office/drawing/2014/main" id="{5C03EA1E-DDF8-AC10-DC03-77F81AD97912}"/>
                  </a:ext>
                </a:extLst>
              </p:cNvPr>
              <p:cNvSpPr/>
              <p:nvPr/>
            </p:nvSpPr>
            <p:spPr>
              <a:xfrm>
                <a:off x="7969599" y="6006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7" name="Freeform 51346">
                <a:extLst>
                  <a:ext uri="{FF2B5EF4-FFF2-40B4-BE49-F238E27FC236}">
                    <a16:creationId xmlns:a16="http://schemas.microsoft.com/office/drawing/2014/main" id="{7D4E8956-B948-3B41-858E-D74692C5245E}"/>
                  </a:ext>
                </a:extLst>
              </p:cNvPr>
              <p:cNvSpPr/>
              <p:nvPr/>
            </p:nvSpPr>
            <p:spPr>
              <a:xfrm>
                <a:off x="7970095" y="6009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8" name="Freeform 51347">
                <a:extLst>
                  <a:ext uri="{FF2B5EF4-FFF2-40B4-BE49-F238E27FC236}">
                    <a16:creationId xmlns:a16="http://schemas.microsoft.com/office/drawing/2014/main" id="{F00C1B47-6DD3-07BF-BCAB-B90DBEBFE4C7}"/>
                  </a:ext>
                </a:extLst>
              </p:cNvPr>
              <p:cNvSpPr/>
              <p:nvPr/>
            </p:nvSpPr>
            <p:spPr>
              <a:xfrm>
                <a:off x="7970591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49" name="Freeform 51348">
                <a:extLst>
                  <a:ext uri="{FF2B5EF4-FFF2-40B4-BE49-F238E27FC236}">
                    <a16:creationId xmlns:a16="http://schemas.microsoft.com/office/drawing/2014/main" id="{8B93FDE8-105F-D87C-062E-81DE41151DAF}"/>
                  </a:ext>
                </a:extLst>
              </p:cNvPr>
              <p:cNvSpPr/>
              <p:nvPr/>
            </p:nvSpPr>
            <p:spPr>
              <a:xfrm>
                <a:off x="7971187" y="5885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0" name="Freeform 51349">
                <a:extLst>
                  <a:ext uri="{FF2B5EF4-FFF2-40B4-BE49-F238E27FC236}">
                    <a16:creationId xmlns:a16="http://schemas.microsoft.com/office/drawing/2014/main" id="{D0DBD788-785E-BF78-4177-53A97EF1F4D2}"/>
                  </a:ext>
                </a:extLst>
              </p:cNvPr>
              <p:cNvSpPr/>
              <p:nvPr/>
            </p:nvSpPr>
            <p:spPr>
              <a:xfrm>
                <a:off x="7971683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1" name="Freeform 51350">
                <a:extLst>
                  <a:ext uri="{FF2B5EF4-FFF2-40B4-BE49-F238E27FC236}">
                    <a16:creationId xmlns:a16="http://schemas.microsoft.com/office/drawing/2014/main" id="{8F6629A8-577D-C11D-A8A4-02EE5A250829}"/>
                  </a:ext>
                </a:extLst>
              </p:cNvPr>
              <p:cNvSpPr/>
              <p:nvPr/>
            </p:nvSpPr>
            <p:spPr>
              <a:xfrm>
                <a:off x="7972179" y="5813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2" name="Freeform 51351">
                <a:extLst>
                  <a:ext uri="{FF2B5EF4-FFF2-40B4-BE49-F238E27FC236}">
                    <a16:creationId xmlns:a16="http://schemas.microsoft.com/office/drawing/2014/main" id="{B5101B89-682E-8735-0314-134EDECFDEFF}"/>
                  </a:ext>
                </a:extLst>
              </p:cNvPr>
              <p:cNvSpPr/>
              <p:nvPr/>
            </p:nvSpPr>
            <p:spPr>
              <a:xfrm>
                <a:off x="7972675" y="58009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3" name="Freeform 51352">
                <a:extLst>
                  <a:ext uri="{FF2B5EF4-FFF2-40B4-BE49-F238E27FC236}">
                    <a16:creationId xmlns:a16="http://schemas.microsoft.com/office/drawing/2014/main" id="{AEE0A53E-E233-4061-BCF3-C2F2370ECBFE}"/>
                  </a:ext>
                </a:extLst>
              </p:cNvPr>
              <p:cNvSpPr/>
              <p:nvPr/>
            </p:nvSpPr>
            <p:spPr>
              <a:xfrm>
                <a:off x="7973270" y="5868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4" name="Freeform 51353">
                <a:extLst>
                  <a:ext uri="{FF2B5EF4-FFF2-40B4-BE49-F238E27FC236}">
                    <a16:creationId xmlns:a16="http://schemas.microsoft.com/office/drawing/2014/main" id="{077DDA04-BA64-FB25-5827-9BA609BF015D}"/>
                  </a:ext>
                </a:extLst>
              </p:cNvPr>
              <p:cNvSpPr/>
              <p:nvPr/>
            </p:nvSpPr>
            <p:spPr>
              <a:xfrm>
                <a:off x="7973766" y="5860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5" name="Freeform 51354">
                <a:extLst>
                  <a:ext uri="{FF2B5EF4-FFF2-40B4-BE49-F238E27FC236}">
                    <a16:creationId xmlns:a16="http://schemas.microsoft.com/office/drawing/2014/main" id="{90A36F5A-5045-7CAF-7FE0-96A835D84516}"/>
                  </a:ext>
                </a:extLst>
              </p:cNvPr>
              <p:cNvSpPr/>
              <p:nvPr/>
            </p:nvSpPr>
            <p:spPr>
              <a:xfrm>
                <a:off x="7974263" y="583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6" name="Freeform 51355">
                <a:extLst>
                  <a:ext uri="{FF2B5EF4-FFF2-40B4-BE49-F238E27FC236}">
                    <a16:creationId xmlns:a16="http://schemas.microsoft.com/office/drawing/2014/main" id="{5F2A160D-B026-CC91-63FE-F5B2A69CA434}"/>
                  </a:ext>
                </a:extLst>
              </p:cNvPr>
              <p:cNvSpPr/>
              <p:nvPr/>
            </p:nvSpPr>
            <p:spPr>
              <a:xfrm>
                <a:off x="7974858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7" name="Freeform 51356">
                <a:extLst>
                  <a:ext uri="{FF2B5EF4-FFF2-40B4-BE49-F238E27FC236}">
                    <a16:creationId xmlns:a16="http://schemas.microsoft.com/office/drawing/2014/main" id="{72758BE1-C67B-DE9E-6187-99B7391B82C9}"/>
                  </a:ext>
                </a:extLst>
              </p:cNvPr>
              <p:cNvSpPr/>
              <p:nvPr/>
            </p:nvSpPr>
            <p:spPr>
              <a:xfrm>
                <a:off x="7975354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8" name="Freeform 51357">
                <a:extLst>
                  <a:ext uri="{FF2B5EF4-FFF2-40B4-BE49-F238E27FC236}">
                    <a16:creationId xmlns:a16="http://schemas.microsoft.com/office/drawing/2014/main" id="{92F41FA2-DC53-6795-8E15-5A391A00585D}"/>
                  </a:ext>
                </a:extLst>
              </p:cNvPr>
              <p:cNvSpPr/>
              <p:nvPr/>
            </p:nvSpPr>
            <p:spPr>
              <a:xfrm>
                <a:off x="7975850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59" name="Freeform 51358">
                <a:extLst>
                  <a:ext uri="{FF2B5EF4-FFF2-40B4-BE49-F238E27FC236}">
                    <a16:creationId xmlns:a16="http://schemas.microsoft.com/office/drawing/2014/main" id="{5C910BD7-AA48-937D-07F6-2CBFAD3A029B}"/>
                  </a:ext>
                </a:extLst>
              </p:cNvPr>
              <p:cNvSpPr/>
              <p:nvPr/>
            </p:nvSpPr>
            <p:spPr>
              <a:xfrm>
                <a:off x="7976445" y="5755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0" name="Freeform 51359">
                <a:extLst>
                  <a:ext uri="{FF2B5EF4-FFF2-40B4-BE49-F238E27FC236}">
                    <a16:creationId xmlns:a16="http://schemas.microsoft.com/office/drawing/2014/main" id="{3EA8754E-9542-0690-AD1A-E0FB413C71C7}"/>
                  </a:ext>
                </a:extLst>
              </p:cNvPr>
              <p:cNvSpPr/>
              <p:nvPr/>
            </p:nvSpPr>
            <p:spPr>
              <a:xfrm>
                <a:off x="7976941" y="5753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1" name="Freeform 51360">
                <a:extLst>
                  <a:ext uri="{FF2B5EF4-FFF2-40B4-BE49-F238E27FC236}">
                    <a16:creationId xmlns:a16="http://schemas.microsoft.com/office/drawing/2014/main" id="{246AF42F-8654-F7F1-4F23-FE1DD2A6295C}"/>
                  </a:ext>
                </a:extLst>
              </p:cNvPr>
              <p:cNvSpPr/>
              <p:nvPr/>
            </p:nvSpPr>
            <p:spPr>
              <a:xfrm>
                <a:off x="7977438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2" name="Freeform 51361">
                <a:extLst>
                  <a:ext uri="{FF2B5EF4-FFF2-40B4-BE49-F238E27FC236}">
                    <a16:creationId xmlns:a16="http://schemas.microsoft.com/office/drawing/2014/main" id="{2D26CB22-45A0-79C0-3B27-05C1FE2F447F}"/>
                  </a:ext>
                </a:extLst>
              </p:cNvPr>
              <p:cNvSpPr/>
              <p:nvPr/>
            </p:nvSpPr>
            <p:spPr>
              <a:xfrm>
                <a:off x="7978033" y="5745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3" name="Freeform 51362">
                <a:extLst>
                  <a:ext uri="{FF2B5EF4-FFF2-40B4-BE49-F238E27FC236}">
                    <a16:creationId xmlns:a16="http://schemas.microsoft.com/office/drawing/2014/main" id="{FBB28494-2759-71CD-4C23-1DF7703614E6}"/>
                  </a:ext>
                </a:extLst>
              </p:cNvPr>
              <p:cNvSpPr/>
              <p:nvPr/>
            </p:nvSpPr>
            <p:spPr>
              <a:xfrm>
                <a:off x="7978529" y="5741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4" name="Freeform 51363">
                <a:extLst>
                  <a:ext uri="{FF2B5EF4-FFF2-40B4-BE49-F238E27FC236}">
                    <a16:creationId xmlns:a16="http://schemas.microsoft.com/office/drawing/2014/main" id="{AA7FE1A7-8E72-2ACA-7AC4-08F0E41C26DD}"/>
                  </a:ext>
                </a:extLst>
              </p:cNvPr>
              <p:cNvSpPr/>
              <p:nvPr/>
            </p:nvSpPr>
            <p:spPr>
              <a:xfrm>
                <a:off x="7979025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5" name="Freeform 51364">
                <a:extLst>
                  <a:ext uri="{FF2B5EF4-FFF2-40B4-BE49-F238E27FC236}">
                    <a16:creationId xmlns:a16="http://schemas.microsoft.com/office/drawing/2014/main" id="{18662BF3-8454-37AB-5657-CA465DF3D6D8}"/>
                  </a:ext>
                </a:extLst>
              </p:cNvPr>
              <p:cNvSpPr/>
              <p:nvPr/>
            </p:nvSpPr>
            <p:spPr>
              <a:xfrm>
                <a:off x="7979620" y="6017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6" name="Freeform 51365">
                <a:extLst>
                  <a:ext uri="{FF2B5EF4-FFF2-40B4-BE49-F238E27FC236}">
                    <a16:creationId xmlns:a16="http://schemas.microsoft.com/office/drawing/2014/main" id="{7A301A1C-FCDC-340C-7432-0F5F601ED555}"/>
                  </a:ext>
                </a:extLst>
              </p:cNvPr>
              <p:cNvSpPr/>
              <p:nvPr/>
            </p:nvSpPr>
            <p:spPr>
              <a:xfrm>
                <a:off x="7980116" y="6024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7" name="Freeform 51366">
                <a:extLst>
                  <a:ext uri="{FF2B5EF4-FFF2-40B4-BE49-F238E27FC236}">
                    <a16:creationId xmlns:a16="http://schemas.microsoft.com/office/drawing/2014/main" id="{FBA71DC6-214C-2B49-A365-EFA55E62DC3A}"/>
                  </a:ext>
                </a:extLst>
              </p:cNvPr>
              <p:cNvSpPr/>
              <p:nvPr/>
            </p:nvSpPr>
            <p:spPr>
              <a:xfrm>
                <a:off x="7980613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8" name="Freeform 51367">
                <a:extLst>
                  <a:ext uri="{FF2B5EF4-FFF2-40B4-BE49-F238E27FC236}">
                    <a16:creationId xmlns:a16="http://schemas.microsoft.com/office/drawing/2014/main" id="{74AB4FD5-7C1C-15BC-DC58-A739F45767E3}"/>
                  </a:ext>
                </a:extLst>
              </p:cNvPr>
              <p:cNvSpPr/>
              <p:nvPr/>
            </p:nvSpPr>
            <p:spPr>
              <a:xfrm>
                <a:off x="7981208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69" name="Freeform 51368">
                <a:extLst>
                  <a:ext uri="{FF2B5EF4-FFF2-40B4-BE49-F238E27FC236}">
                    <a16:creationId xmlns:a16="http://schemas.microsoft.com/office/drawing/2014/main" id="{9A2D6725-28D9-DF89-366E-428547BC36AB}"/>
                  </a:ext>
                </a:extLst>
              </p:cNvPr>
              <p:cNvSpPr/>
              <p:nvPr/>
            </p:nvSpPr>
            <p:spPr>
              <a:xfrm>
                <a:off x="7981704" y="60254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0" name="Freeform 51369">
                <a:extLst>
                  <a:ext uri="{FF2B5EF4-FFF2-40B4-BE49-F238E27FC236}">
                    <a16:creationId xmlns:a16="http://schemas.microsoft.com/office/drawing/2014/main" id="{03A85E5B-085C-3A2C-2AA0-80990AFF32ED}"/>
                  </a:ext>
                </a:extLst>
              </p:cNvPr>
              <p:cNvSpPr/>
              <p:nvPr/>
            </p:nvSpPr>
            <p:spPr>
              <a:xfrm>
                <a:off x="7982200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1" name="Freeform 51370">
                <a:extLst>
                  <a:ext uri="{FF2B5EF4-FFF2-40B4-BE49-F238E27FC236}">
                    <a16:creationId xmlns:a16="http://schemas.microsoft.com/office/drawing/2014/main" id="{83F01C62-1190-B384-8B90-24C5D89A463A}"/>
                  </a:ext>
                </a:extLst>
              </p:cNvPr>
              <p:cNvSpPr/>
              <p:nvPr/>
            </p:nvSpPr>
            <p:spPr>
              <a:xfrm>
                <a:off x="7982795" y="60258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2" name="Freeform 51371">
                <a:extLst>
                  <a:ext uri="{FF2B5EF4-FFF2-40B4-BE49-F238E27FC236}">
                    <a16:creationId xmlns:a16="http://schemas.microsoft.com/office/drawing/2014/main" id="{904F06C5-5BA1-0AFE-9E83-8B805D283422}"/>
                  </a:ext>
                </a:extLst>
              </p:cNvPr>
              <p:cNvSpPr/>
              <p:nvPr/>
            </p:nvSpPr>
            <p:spPr>
              <a:xfrm>
                <a:off x="7983291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3" name="Freeform 51372">
                <a:extLst>
                  <a:ext uri="{FF2B5EF4-FFF2-40B4-BE49-F238E27FC236}">
                    <a16:creationId xmlns:a16="http://schemas.microsoft.com/office/drawing/2014/main" id="{C30CC32A-E8DE-1FB6-CD64-EA685259F6D9}"/>
                  </a:ext>
                </a:extLst>
              </p:cNvPr>
              <p:cNvSpPr/>
              <p:nvPr/>
            </p:nvSpPr>
            <p:spPr>
              <a:xfrm>
                <a:off x="7983788" y="5936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4" name="Freeform 51373">
                <a:extLst>
                  <a:ext uri="{FF2B5EF4-FFF2-40B4-BE49-F238E27FC236}">
                    <a16:creationId xmlns:a16="http://schemas.microsoft.com/office/drawing/2014/main" id="{EA8F4B6E-03C9-AA77-D685-5EC82BF5F89D}"/>
                  </a:ext>
                </a:extLst>
              </p:cNvPr>
              <p:cNvSpPr/>
              <p:nvPr/>
            </p:nvSpPr>
            <p:spPr>
              <a:xfrm>
                <a:off x="7984284" y="5827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5" name="Freeform 51374">
                <a:extLst>
                  <a:ext uri="{FF2B5EF4-FFF2-40B4-BE49-F238E27FC236}">
                    <a16:creationId xmlns:a16="http://schemas.microsoft.com/office/drawing/2014/main" id="{C661E9A8-C8E7-8293-632D-F63598472C15}"/>
                  </a:ext>
                </a:extLst>
              </p:cNvPr>
              <p:cNvSpPr/>
              <p:nvPr/>
            </p:nvSpPr>
            <p:spPr>
              <a:xfrm>
                <a:off x="7984879" y="5829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6" name="Freeform 51375">
                <a:extLst>
                  <a:ext uri="{FF2B5EF4-FFF2-40B4-BE49-F238E27FC236}">
                    <a16:creationId xmlns:a16="http://schemas.microsoft.com/office/drawing/2014/main" id="{62994E56-27A2-769E-64E0-81B098B57ED7}"/>
                  </a:ext>
                </a:extLst>
              </p:cNvPr>
              <p:cNvSpPr/>
              <p:nvPr/>
            </p:nvSpPr>
            <p:spPr>
              <a:xfrm>
                <a:off x="7985375" y="5838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7" name="Freeform 51376">
                <a:extLst>
                  <a:ext uri="{FF2B5EF4-FFF2-40B4-BE49-F238E27FC236}">
                    <a16:creationId xmlns:a16="http://schemas.microsoft.com/office/drawing/2014/main" id="{20974F02-9D7D-678A-6379-DF063792F74D}"/>
                  </a:ext>
                </a:extLst>
              </p:cNvPr>
              <p:cNvSpPr/>
              <p:nvPr/>
            </p:nvSpPr>
            <p:spPr>
              <a:xfrm>
                <a:off x="7985871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8" name="Freeform 51377">
                <a:extLst>
                  <a:ext uri="{FF2B5EF4-FFF2-40B4-BE49-F238E27FC236}">
                    <a16:creationId xmlns:a16="http://schemas.microsoft.com/office/drawing/2014/main" id="{ECC4D399-9791-B794-E0EE-416B45F54742}"/>
                  </a:ext>
                </a:extLst>
              </p:cNvPr>
              <p:cNvSpPr/>
              <p:nvPr/>
            </p:nvSpPr>
            <p:spPr>
              <a:xfrm>
                <a:off x="7986466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79" name="Freeform 51378">
                <a:extLst>
                  <a:ext uri="{FF2B5EF4-FFF2-40B4-BE49-F238E27FC236}">
                    <a16:creationId xmlns:a16="http://schemas.microsoft.com/office/drawing/2014/main" id="{D630BDB0-2AD9-4CEB-C6B0-17F7DF8CA612}"/>
                  </a:ext>
                </a:extLst>
              </p:cNvPr>
              <p:cNvSpPr/>
              <p:nvPr/>
            </p:nvSpPr>
            <p:spPr>
              <a:xfrm>
                <a:off x="7986963" y="5810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0" name="Freeform 51379">
                <a:extLst>
                  <a:ext uri="{FF2B5EF4-FFF2-40B4-BE49-F238E27FC236}">
                    <a16:creationId xmlns:a16="http://schemas.microsoft.com/office/drawing/2014/main" id="{10C39388-A680-FDB1-5125-724326DAB62B}"/>
                  </a:ext>
                </a:extLst>
              </p:cNvPr>
              <p:cNvSpPr/>
              <p:nvPr/>
            </p:nvSpPr>
            <p:spPr>
              <a:xfrm>
                <a:off x="7987459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1" name="Freeform 51380">
                <a:extLst>
                  <a:ext uri="{FF2B5EF4-FFF2-40B4-BE49-F238E27FC236}">
                    <a16:creationId xmlns:a16="http://schemas.microsoft.com/office/drawing/2014/main" id="{E2D3DAA3-D8E1-71CD-906B-C1980372F0AC}"/>
                  </a:ext>
                </a:extLst>
              </p:cNvPr>
              <p:cNvSpPr/>
              <p:nvPr/>
            </p:nvSpPr>
            <p:spPr>
              <a:xfrm>
                <a:off x="7988054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2" name="Freeform 51381">
                <a:extLst>
                  <a:ext uri="{FF2B5EF4-FFF2-40B4-BE49-F238E27FC236}">
                    <a16:creationId xmlns:a16="http://schemas.microsoft.com/office/drawing/2014/main" id="{27D1BF98-0EB8-15D9-6B66-BE0A53907CFF}"/>
                  </a:ext>
                </a:extLst>
              </p:cNvPr>
              <p:cNvSpPr/>
              <p:nvPr/>
            </p:nvSpPr>
            <p:spPr>
              <a:xfrm>
                <a:off x="7988550" y="5772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3" name="Freeform 51382">
                <a:extLst>
                  <a:ext uri="{FF2B5EF4-FFF2-40B4-BE49-F238E27FC236}">
                    <a16:creationId xmlns:a16="http://schemas.microsoft.com/office/drawing/2014/main" id="{6B098901-4B36-F944-37E5-AD8563ADE686}"/>
                  </a:ext>
                </a:extLst>
              </p:cNvPr>
              <p:cNvSpPr/>
              <p:nvPr/>
            </p:nvSpPr>
            <p:spPr>
              <a:xfrm>
                <a:off x="7989046" y="57560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4" name="Freeform 51383">
                <a:extLst>
                  <a:ext uri="{FF2B5EF4-FFF2-40B4-BE49-F238E27FC236}">
                    <a16:creationId xmlns:a16="http://schemas.microsoft.com/office/drawing/2014/main" id="{225FD8F2-D8D9-B34B-8C37-E4592670D170}"/>
                  </a:ext>
                </a:extLst>
              </p:cNvPr>
              <p:cNvSpPr/>
              <p:nvPr/>
            </p:nvSpPr>
            <p:spPr>
              <a:xfrm>
                <a:off x="7989641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5" name="Freeform 51384">
                <a:extLst>
                  <a:ext uri="{FF2B5EF4-FFF2-40B4-BE49-F238E27FC236}">
                    <a16:creationId xmlns:a16="http://schemas.microsoft.com/office/drawing/2014/main" id="{E553F390-6EE9-FAC6-2263-A4D46D698D21}"/>
                  </a:ext>
                </a:extLst>
              </p:cNvPr>
              <p:cNvSpPr/>
              <p:nvPr/>
            </p:nvSpPr>
            <p:spPr>
              <a:xfrm>
                <a:off x="7990138" y="5731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6" name="Freeform 51385">
                <a:extLst>
                  <a:ext uri="{FF2B5EF4-FFF2-40B4-BE49-F238E27FC236}">
                    <a16:creationId xmlns:a16="http://schemas.microsoft.com/office/drawing/2014/main" id="{06D4E4D0-6600-694A-6C14-860F72F0596D}"/>
                  </a:ext>
                </a:extLst>
              </p:cNvPr>
              <p:cNvSpPr/>
              <p:nvPr/>
            </p:nvSpPr>
            <p:spPr>
              <a:xfrm>
                <a:off x="7990634" y="5734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7" name="Freeform 51386">
                <a:extLst>
                  <a:ext uri="{FF2B5EF4-FFF2-40B4-BE49-F238E27FC236}">
                    <a16:creationId xmlns:a16="http://schemas.microsoft.com/office/drawing/2014/main" id="{6BD48F1C-F929-1F83-3497-A0B727B6EC39}"/>
                  </a:ext>
                </a:extLst>
              </p:cNvPr>
              <p:cNvSpPr/>
              <p:nvPr/>
            </p:nvSpPr>
            <p:spPr>
              <a:xfrm>
                <a:off x="7991229" y="5742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8" name="Freeform 51387">
                <a:extLst>
                  <a:ext uri="{FF2B5EF4-FFF2-40B4-BE49-F238E27FC236}">
                    <a16:creationId xmlns:a16="http://schemas.microsoft.com/office/drawing/2014/main" id="{E54A5AA3-8B82-C3B0-5116-D8D74ACCC556}"/>
                  </a:ext>
                </a:extLst>
              </p:cNvPr>
              <p:cNvSpPr/>
              <p:nvPr/>
            </p:nvSpPr>
            <p:spPr>
              <a:xfrm>
                <a:off x="7991725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89" name="Freeform 51388">
                <a:extLst>
                  <a:ext uri="{FF2B5EF4-FFF2-40B4-BE49-F238E27FC236}">
                    <a16:creationId xmlns:a16="http://schemas.microsoft.com/office/drawing/2014/main" id="{AABD2825-9B5D-048B-182B-831175741D07}"/>
                  </a:ext>
                </a:extLst>
              </p:cNvPr>
              <p:cNvSpPr/>
              <p:nvPr/>
            </p:nvSpPr>
            <p:spPr>
              <a:xfrm>
                <a:off x="7992221" y="5923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0" name="Freeform 51389">
                <a:extLst>
                  <a:ext uri="{FF2B5EF4-FFF2-40B4-BE49-F238E27FC236}">
                    <a16:creationId xmlns:a16="http://schemas.microsoft.com/office/drawing/2014/main" id="{1052F8C0-D56C-30AA-842E-DFABCB8D402C}"/>
                  </a:ext>
                </a:extLst>
              </p:cNvPr>
              <p:cNvSpPr/>
              <p:nvPr/>
            </p:nvSpPr>
            <p:spPr>
              <a:xfrm>
                <a:off x="7992816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1" name="Freeform 51390">
                <a:extLst>
                  <a:ext uri="{FF2B5EF4-FFF2-40B4-BE49-F238E27FC236}">
                    <a16:creationId xmlns:a16="http://schemas.microsoft.com/office/drawing/2014/main" id="{F21E548C-D42D-602D-604E-1DE0CA549022}"/>
                  </a:ext>
                </a:extLst>
              </p:cNvPr>
              <p:cNvSpPr/>
              <p:nvPr/>
            </p:nvSpPr>
            <p:spPr>
              <a:xfrm>
                <a:off x="7993313" y="59405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2" name="Freeform 51391">
                <a:extLst>
                  <a:ext uri="{FF2B5EF4-FFF2-40B4-BE49-F238E27FC236}">
                    <a16:creationId xmlns:a16="http://schemas.microsoft.com/office/drawing/2014/main" id="{71AAA464-E737-B8E3-63C5-6F0CC4337125}"/>
                  </a:ext>
                </a:extLst>
              </p:cNvPr>
              <p:cNvSpPr/>
              <p:nvPr/>
            </p:nvSpPr>
            <p:spPr>
              <a:xfrm>
                <a:off x="7993809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3" name="Freeform 51392">
                <a:extLst>
                  <a:ext uri="{FF2B5EF4-FFF2-40B4-BE49-F238E27FC236}">
                    <a16:creationId xmlns:a16="http://schemas.microsoft.com/office/drawing/2014/main" id="{46F22C08-9ACF-B59F-9D05-BDC680F7C5F2}"/>
                  </a:ext>
                </a:extLst>
              </p:cNvPr>
              <p:cNvSpPr/>
              <p:nvPr/>
            </p:nvSpPr>
            <p:spPr>
              <a:xfrm>
                <a:off x="7994404" y="5957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4" name="Freeform 51393">
                <a:extLst>
                  <a:ext uri="{FF2B5EF4-FFF2-40B4-BE49-F238E27FC236}">
                    <a16:creationId xmlns:a16="http://schemas.microsoft.com/office/drawing/2014/main" id="{4549B21D-A873-5F67-BAAF-5C5ED7577BBE}"/>
                  </a:ext>
                </a:extLst>
              </p:cNvPr>
              <p:cNvSpPr/>
              <p:nvPr/>
            </p:nvSpPr>
            <p:spPr>
              <a:xfrm>
                <a:off x="7994900" y="5960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5" name="Freeform 51394">
                <a:extLst>
                  <a:ext uri="{FF2B5EF4-FFF2-40B4-BE49-F238E27FC236}">
                    <a16:creationId xmlns:a16="http://schemas.microsoft.com/office/drawing/2014/main" id="{EFAFD120-2524-B375-73B9-10B9B3F575CE}"/>
                  </a:ext>
                </a:extLst>
              </p:cNvPr>
              <p:cNvSpPr/>
              <p:nvPr/>
            </p:nvSpPr>
            <p:spPr>
              <a:xfrm>
                <a:off x="7995396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6" name="Freeform 51395">
                <a:extLst>
                  <a:ext uri="{FF2B5EF4-FFF2-40B4-BE49-F238E27FC236}">
                    <a16:creationId xmlns:a16="http://schemas.microsoft.com/office/drawing/2014/main" id="{F9B24FD7-87D5-D203-0EC6-4AF96E0C7EF1}"/>
                  </a:ext>
                </a:extLst>
              </p:cNvPr>
              <p:cNvSpPr/>
              <p:nvPr/>
            </p:nvSpPr>
            <p:spPr>
              <a:xfrm>
                <a:off x="7995991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7" name="Freeform 51396">
                <a:extLst>
                  <a:ext uri="{FF2B5EF4-FFF2-40B4-BE49-F238E27FC236}">
                    <a16:creationId xmlns:a16="http://schemas.microsoft.com/office/drawing/2014/main" id="{A8231188-111D-6093-C863-9E55F97B475E}"/>
                  </a:ext>
                </a:extLst>
              </p:cNvPr>
              <p:cNvSpPr/>
              <p:nvPr/>
            </p:nvSpPr>
            <p:spPr>
              <a:xfrm>
                <a:off x="7996488" y="58385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8" name="Freeform 51397">
                <a:extLst>
                  <a:ext uri="{FF2B5EF4-FFF2-40B4-BE49-F238E27FC236}">
                    <a16:creationId xmlns:a16="http://schemas.microsoft.com/office/drawing/2014/main" id="{CA5E2048-86F7-1DAC-5C8B-4E0B6AB89368}"/>
                  </a:ext>
                </a:extLst>
              </p:cNvPr>
              <p:cNvSpPr/>
              <p:nvPr/>
            </p:nvSpPr>
            <p:spPr>
              <a:xfrm>
                <a:off x="7996984" y="5840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99" name="Freeform 51398">
                <a:extLst>
                  <a:ext uri="{FF2B5EF4-FFF2-40B4-BE49-F238E27FC236}">
                    <a16:creationId xmlns:a16="http://schemas.microsoft.com/office/drawing/2014/main" id="{61408328-D31D-E2D7-B3E7-1F50DAD43352}"/>
                  </a:ext>
                </a:extLst>
              </p:cNvPr>
              <p:cNvSpPr/>
              <p:nvPr/>
            </p:nvSpPr>
            <p:spPr>
              <a:xfrm>
                <a:off x="7997480" y="5842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0" name="Freeform 51399">
                <a:extLst>
                  <a:ext uri="{FF2B5EF4-FFF2-40B4-BE49-F238E27FC236}">
                    <a16:creationId xmlns:a16="http://schemas.microsoft.com/office/drawing/2014/main" id="{D4C86111-0C5C-09C0-6920-B385AC8545BF}"/>
                  </a:ext>
                </a:extLst>
              </p:cNvPr>
              <p:cNvSpPr/>
              <p:nvPr/>
            </p:nvSpPr>
            <p:spPr>
              <a:xfrm>
                <a:off x="7998075" y="5855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1" name="Freeform 51400">
                <a:extLst>
                  <a:ext uri="{FF2B5EF4-FFF2-40B4-BE49-F238E27FC236}">
                    <a16:creationId xmlns:a16="http://schemas.microsoft.com/office/drawing/2014/main" id="{992A5510-7457-F5C6-5A4E-0B384AB3879E}"/>
                  </a:ext>
                </a:extLst>
              </p:cNvPr>
              <p:cNvSpPr/>
              <p:nvPr/>
            </p:nvSpPr>
            <p:spPr>
              <a:xfrm>
                <a:off x="7998571" y="58576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2" name="Freeform 51401">
                <a:extLst>
                  <a:ext uri="{FF2B5EF4-FFF2-40B4-BE49-F238E27FC236}">
                    <a16:creationId xmlns:a16="http://schemas.microsoft.com/office/drawing/2014/main" id="{F99515ED-3891-B944-6320-EB17074984A1}"/>
                  </a:ext>
                </a:extLst>
              </p:cNvPr>
              <p:cNvSpPr/>
              <p:nvPr/>
            </p:nvSpPr>
            <p:spPr>
              <a:xfrm>
                <a:off x="7999067" y="5867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3" name="Freeform 51402">
                <a:extLst>
                  <a:ext uri="{FF2B5EF4-FFF2-40B4-BE49-F238E27FC236}">
                    <a16:creationId xmlns:a16="http://schemas.microsoft.com/office/drawing/2014/main" id="{42B3E737-1BA7-348E-1DC1-959BA8080214}"/>
                  </a:ext>
                </a:extLst>
              </p:cNvPr>
              <p:cNvSpPr/>
              <p:nvPr/>
            </p:nvSpPr>
            <p:spPr>
              <a:xfrm>
                <a:off x="7999663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4" name="Freeform 51403">
                <a:extLst>
                  <a:ext uri="{FF2B5EF4-FFF2-40B4-BE49-F238E27FC236}">
                    <a16:creationId xmlns:a16="http://schemas.microsoft.com/office/drawing/2014/main" id="{5EB6B15C-EC9F-CCBD-0ECD-A5ECAE81A6C3}"/>
                  </a:ext>
                </a:extLst>
              </p:cNvPr>
              <p:cNvSpPr/>
              <p:nvPr/>
            </p:nvSpPr>
            <p:spPr>
              <a:xfrm>
                <a:off x="8000159" y="58250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5" name="Freeform 51404">
                <a:extLst>
                  <a:ext uri="{FF2B5EF4-FFF2-40B4-BE49-F238E27FC236}">
                    <a16:creationId xmlns:a16="http://schemas.microsoft.com/office/drawing/2014/main" id="{916AED26-5034-E201-800E-A7F4F496C587}"/>
                  </a:ext>
                </a:extLst>
              </p:cNvPr>
              <p:cNvSpPr/>
              <p:nvPr/>
            </p:nvSpPr>
            <p:spPr>
              <a:xfrm>
                <a:off x="8000655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6" name="Freeform 51405">
                <a:extLst>
                  <a:ext uri="{FF2B5EF4-FFF2-40B4-BE49-F238E27FC236}">
                    <a16:creationId xmlns:a16="http://schemas.microsoft.com/office/drawing/2014/main" id="{10AF833D-11C9-C07B-AAC2-F612A6BDF7DC}"/>
                  </a:ext>
                </a:extLst>
              </p:cNvPr>
              <p:cNvSpPr/>
              <p:nvPr/>
            </p:nvSpPr>
            <p:spPr>
              <a:xfrm>
                <a:off x="8001250" y="5757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7" name="Freeform 51406">
                <a:extLst>
                  <a:ext uri="{FF2B5EF4-FFF2-40B4-BE49-F238E27FC236}">
                    <a16:creationId xmlns:a16="http://schemas.microsoft.com/office/drawing/2014/main" id="{2853C94D-A4C5-59AA-FC67-407A273515E2}"/>
                  </a:ext>
                </a:extLst>
              </p:cNvPr>
              <p:cNvSpPr/>
              <p:nvPr/>
            </p:nvSpPr>
            <p:spPr>
              <a:xfrm>
                <a:off x="8001746" y="5764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8" name="Freeform 51407">
                <a:extLst>
                  <a:ext uri="{FF2B5EF4-FFF2-40B4-BE49-F238E27FC236}">
                    <a16:creationId xmlns:a16="http://schemas.microsoft.com/office/drawing/2014/main" id="{7B314794-B3DC-926F-A903-2BEE0ABB554F}"/>
                  </a:ext>
                </a:extLst>
              </p:cNvPr>
              <p:cNvSpPr/>
              <p:nvPr/>
            </p:nvSpPr>
            <p:spPr>
              <a:xfrm>
                <a:off x="8002242" y="5739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09" name="Freeform 51408">
                <a:extLst>
                  <a:ext uri="{FF2B5EF4-FFF2-40B4-BE49-F238E27FC236}">
                    <a16:creationId xmlns:a16="http://schemas.microsoft.com/office/drawing/2014/main" id="{E8BFDE47-E572-287C-F7C6-82658F5DAE6D}"/>
                  </a:ext>
                </a:extLst>
              </p:cNvPr>
              <p:cNvSpPr/>
              <p:nvPr/>
            </p:nvSpPr>
            <p:spPr>
              <a:xfrm>
                <a:off x="8002838" y="57263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0" name="Freeform 51409">
                <a:extLst>
                  <a:ext uri="{FF2B5EF4-FFF2-40B4-BE49-F238E27FC236}">
                    <a16:creationId xmlns:a16="http://schemas.microsoft.com/office/drawing/2014/main" id="{C9369E04-50A3-BD03-B655-EAB07AB17A13}"/>
                  </a:ext>
                </a:extLst>
              </p:cNvPr>
              <p:cNvSpPr/>
              <p:nvPr/>
            </p:nvSpPr>
            <p:spPr>
              <a:xfrm>
                <a:off x="8003334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1" name="Freeform 51410">
                <a:extLst>
                  <a:ext uri="{FF2B5EF4-FFF2-40B4-BE49-F238E27FC236}">
                    <a16:creationId xmlns:a16="http://schemas.microsoft.com/office/drawing/2014/main" id="{C1EB9AF4-905B-398C-DFEF-7C9238849F7B}"/>
                  </a:ext>
                </a:extLst>
              </p:cNvPr>
              <p:cNvSpPr/>
              <p:nvPr/>
            </p:nvSpPr>
            <p:spPr>
              <a:xfrm>
                <a:off x="8003830" y="57409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2" name="Freeform 51411">
                <a:extLst>
                  <a:ext uri="{FF2B5EF4-FFF2-40B4-BE49-F238E27FC236}">
                    <a16:creationId xmlns:a16="http://schemas.microsoft.com/office/drawing/2014/main" id="{970CF862-EC83-A540-A856-FFB4C5C2CECA}"/>
                  </a:ext>
                </a:extLst>
              </p:cNvPr>
              <p:cNvSpPr/>
              <p:nvPr/>
            </p:nvSpPr>
            <p:spPr>
              <a:xfrm>
                <a:off x="8004425" y="5828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3" name="Freeform 51412">
                <a:extLst>
                  <a:ext uri="{FF2B5EF4-FFF2-40B4-BE49-F238E27FC236}">
                    <a16:creationId xmlns:a16="http://schemas.microsoft.com/office/drawing/2014/main" id="{55C4CC52-218B-A269-B504-3229E80B9B57}"/>
                  </a:ext>
                </a:extLst>
              </p:cNvPr>
              <p:cNvSpPr/>
              <p:nvPr/>
            </p:nvSpPr>
            <p:spPr>
              <a:xfrm>
                <a:off x="8004921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4" name="Freeform 51413">
                <a:extLst>
                  <a:ext uri="{FF2B5EF4-FFF2-40B4-BE49-F238E27FC236}">
                    <a16:creationId xmlns:a16="http://schemas.microsoft.com/office/drawing/2014/main" id="{ED76829A-0DB1-7C14-EF2A-EBE1EB4E4950}"/>
                  </a:ext>
                </a:extLst>
              </p:cNvPr>
              <p:cNvSpPr/>
              <p:nvPr/>
            </p:nvSpPr>
            <p:spPr>
              <a:xfrm>
                <a:off x="8005417" y="594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5" name="Freeform 51414">
                <a:extLst>
                  <a:ext uri="{FF2B5EF4-FFF2-40B4-BE49-F238E27FC236}">
                    <a16:creationId xmlns:a16="http://schemas.microsoft.com/office/drawing/2014/main" id="{C950D629-12F6-878A-5365-6230DACA7D4B}"/>
                  </a:ext>
                </a:extLst>
              </p:cNvPr>
              <p:cNvSpPr/>
              <p:nvPr/>
            </p:nvSpPr>
            <p:spPr>
              <a:xfrm>
                <a:off x="8006013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6" name="Freeform 51415">
                <a:extLst>
                  <a:ext uri="{FF2B5EF4-FFF2-40B4-BE49-F238E27FC236}">
                    <a16:creationId xmlns:a16="http://schemas.microsoft.com/office/drawing/2014/main" id="{4C68433B-D6C3-457B-CC9F-3BF79A7676DC}"/>
                  </a:ext>
                </a:extLst>
              </p:cNvPr>
              <p:cNvSpPr/>
              <p:nvPr/>
            </p:nvSpPr>
            <p:spPr>
              <a:xfrm>
                <a:off x="8006509" y="5934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7" name="Freeform 51416">
                <a:extLst>
                  <a:ext uri="{FF2B5EF4-FFF2-40B4-BE49-F238E27FC236}">
                    <a16:creationId xmlns:a16="http://schemas.microsoft.com/office/drawing/2014/main" id="{02CC2520-81D4-8293-E4A5-0B254225EAD3}"/>
                  </a:ext>
                </a:extLst>
              </p:cNvPr>
              <p:cNvSpPr/>
              <p:nvPr/>
            </p:nvSpPr>
            <p:spPr>
              <a:xfrm>
                <a:off x="8007005" y="5930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8" name="Freeform 51417">
                <a:extLst>
                  <a:ext uri="{FF2B5EF4-FFF2-40B4-BE49-F238E27FC236}">
                    <a16:creationId xmlns:a16="http://schemas.microsoft.com/office/drawing/2014/main" id="{4377382D-7B4E-0FB1-BCEF-2817A28CD552}"/>
                  </a:ext>
                </a:extLst>
              </p:cNvPr>
              <p:cNvSpPr/>
              <p:nvPr/>
            </p:nvSpPr>
            <p:spPr>
              <a:xfrm>
                <a:off x="8007600" y="59303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19" name="Freeform 51418">
                <a:extLst>
                  <a:ext uri="{FF2B5EF4-FFF2-40B4-BE49-F238E27FC236}">
                    <a16:creationId xmlns:a16="http://schemas.microsoft.com/office/drawing/2014/main" id="{5872C6DF-4F17-84AA-21FB-18F412BC91E8}"/>
                  </a:ext>
                </a:extLst>
              </p:cNvPr>
              <p:cNvSpPr/>
              <p:nvPr/>
            </p:nvSpPr>
            <p:spPr>
              <a:xfrm>
                <a:off x="8008096" y="5939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0" name="Freeform 51419">
                <a:extLst>
                  <a:ext uri="{FF2B5EF4-FFF2-40B4-BE49-F238E27FC236}">
                    <a16:creationId xmlns:a16="http://schemas.microsoft.com/office/drawing/2014/main" id="{5AD1715A-4583-505A-E92C-C3D9FBA36023}"/>
                  </a:ext>
                </a:extLst>
              </p:cNvPr>
              <p:cNvSpPr/>
              <p:nvPr/>
            </p:nvSpPr>
            <p:spPr>
              <a:xfrm>
                <a:off x="8008592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1" name="Freeform 51420">
                <a:extLst>
                  <a:ext uri="{FF2B5EF4-FFF2-40B4-BE49-F238E27FC236}">
                    <a16:creationId xmlns:a16="http://schemas.microsoft.com/office/drawing/2014/main" id="{EEE9D6D1-EEF6-CDC3-6A0D-371D6A849ABC}"/>
                  </a:ext>
                </a:extLst>
              </p:cNvPr>
              <p:cNvSpPr/>
              <p:nvPr/>
            </p:nvSpPr>
            <p:spPr>
              <a:xfrm>
                <a:off x="8009088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2" name="Freeform 51421">
                <a:extLst>
                  <a:ext uri="{FF2B5EF4-FFF2-40B4-BE49-F238E27FC236}">
                    <a16:creationId xmlns:a16="http://schemas.microsoft.com/office/drawing/2014/main" id="{A4706C12-8EE2-F595-9566-E51468E4C3AB}"/>
                  </a:ext>
                </a:extLst>
              </p:cNvPr>
              <p:cNvSpPr/>
              <p:nvPr/>
            </p:nvSpPr>
            <p:spPr>
              <a:xfrm>
                <a:off x="8009684" y="58279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3" name="Freeform 51422">
                <a:extLst>
                  <a:ext uri="{FF2B5EF4-FFF2-40B4-BE49-F238E27FC236}">
                    <a16:creationId xmlns:a16="http://schemas.microsoft.com/office/drawing/2014/main" id="{07EF85F3-3BA4-6F1C-C2D2-43905A186E3E}"/>
                  </a:ext>
                </a:extLst>
              </p:cNvPr>
              <p:cNvSpPr/>
              <p:nvPr/>
            </p:nvSpPr>
            <p:spPr>
              <a:xfrm>
                <a:off x="8010180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4" name="Freeform 51423">
                <a:extLst>
                  <a:ext uri="{FF2B5EF4-FFF2-40B4-BE49-F238E27FC236}">
                    <a16:creationId xmlns:a16="http://schemas.microsoft.com/office/drawing/2014/main" id="{AAE4399B-63DC-BAD1-51B2-4D29D4FBE712}"/>
                  </a:ext>
                </a:extLst>
              </p:cNvPr>
              <p:cNvSpPr/>
              <p:nvPr/>
            </p:nvSpPr>
            <p:spPr>
              <a:xfrm>
                <a:off x="8010676" y="58544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5" name="Freeform 51424">
                <a:extLst>
                  <a:ext uri="{FF2B5EF4-FFF2-40B4-BE49-F238E27FC236}">
                    <a16:creationId xmlns:a16="http://schemas.microsoft.com/office/drawing/2014/main" id="{00FE3B98-9061-16FE-A9D3-5E0C7CCF9559}"/>
                  </a:ext>
                </a:extLst>
              </p:cNvPr>
              <p:cNvSpPr/>
              <p:nvPr/>
            </p:nvSpPr>
            <p:spPr>
              <a:xfrm>
                <a:off x="8011271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6" name="Freeform 51425">
                <a:extLst>
                  <a:ext uri="{FF2B5EF4-FFF2-40B4-BE49-F238E27FC236}">
                    <a16:creationId xmlns:a16="http://schemas.microsoft.com/office/drawing/2014/main" id="{90AF9B54-309E-7CA5-2E69-7AC3E99B11B3}"/>
                  </a:ext>
                </a:extLst>
              </p:cNvPr>
              <p:cNvSpPr/>
              <p:nvPr/>
            </p:nvSpPr>
            <p:spPr>
              <a:xfrm>
                <a:off x="8011767" y="5846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7" name="Freeform 51426">
                <a:extLst>
                  <a:ext uri="{FF2B5EF4-FFF2-40B4-BE49-F238E27FC236}">
                    <a16:creationId xmlns:a16="http://schemas.microsoft.com/office/drawing/2014/main" id="{5D8DDCA2-208E-078F-38A1-1350F7CB9921}"/>
                  </a:ext>
                </a:extLst>
              </p:cNvPr>
              <p:cNvSpPr/>
              <p:nvPr/>
            </p:nvSpPr>
            <p:spPr>
              <a:xfrm>
                <a:off x="8012263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8" name="Freeform 51427">
                <a:extLst>
                  <a:ext uri="{FF2B5EF4-FFF2-40B4-BE49-F238E27FC236}">
                    <a16:creationId xmlns:a16="http://schemas.microsoft.com/office/drawing/2014/main" id="{CDD04C64-F677-FD91-8AAD-DCF642205742}"/>
                  </a:ext>
                </a:extLst>
              </p:cNvPr>
              <p:cNvSpPr/>
              <p:nvPr/>
            </p:nvSpPr>
            <p:spPr>
              <a:xfrm>
                <a:off x="8012859" y="5819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29" name="Freeform 51428">
                <a:extLst>
                  <a:ext uri="{FF2B5EF4-FFF2-40B4-BE49-F238E27FC236}">
                    <a16:creationId xmlns:a16="http://schemas.microsoft.com/office/drawing/2014/main" id="{11D76229-F9C7-C764-A073-8EC71C0CA92E}"/>
                  </a:ext>
                </a:extLst>
              </p:cNvPr>
              <p:cNvSpPr/>
              <p:nvPr/>
            </p:nvSpPr>
            <p:spPr>
              <a:xfrm>
                <a:off x="8013355" y="5785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0" name="Freeform 51429">
                <a:extLst>
                  <a:ext uri="{FF2B5EF4-FFF2-40B4-BE49-F238E27FC236}">
                    <a16:creationId xmlns:a16="http://schemas.microsoft.com/office/drawing/2014/main" id="{C64C2670-74DD-9A20-ED81-253231385A56}"/>
                  </a:ext>
                </a:extLst>
              </p:cNvPr>
              <p:cNvSpPr/>
              <p:nvPr/>
            </p:nvSpPr>
            <p:spPr>
              <a:xfrm>
                <a:off x="8013851" y="5760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1" name="Freeform 51430">
                <a:extLst>
                  <a:ext uri="{FF2B5EF4-FFF2-40B4-BE49-F238E27FC236}">
                    <a16:creationId xmlns:a16="http://schemas.microsoft.com/office/drawing/2014/main" id="{1BB5054F-BE0B-FE3A-8853-9CD1B1198AEF}"/>
                  </a:ext>
                </a:extLst>
              </p:cNvPr>
              <p:cNvSpPr/>
              <p:nvPr/>
            </p:nvSpPr>
            <p:spPr>
              <a:xfrm>
                <a:off x="8014446" y="575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2" name="Freeform 51431">
                <a:extLst>
                  <a:ext uri="{FF2B5EF4-FFF2-40B4-BE49-F238E27FC236}">
                    <a16:creationId xmlns:a16="http://schemas.microsoft.com/office/drawing/2014/main" id="{F605C0FF-D5E7-49DB-1AB6-753002DCFBD0}"/>
                  </a:ext>
                </a:extLst>
              </p:cNvPr>
              <p:cNvSpPr/>
              <p:nvPr/>
            </p:nvSpPr>
            <p:spPr>
              <a:xfrm>
                <a:off x="8014942" y="5745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3" name="Freeform 51432">
                <a:extLst>
                  <a:ext uri="{FF2B5EF4-FFF2-40B4-BE49-F238E27FC236}">
                    <a16:creationId xmlns:a16="http://schemas.microsoft.com/office/drawing/2014/main" id="{F079DE9D-A4CD-F2E2-A892-7C3B0C0152DE}"/>
                  </a:ext>
                </a:extLst>
              </p:cNvPr>
              <p:cNvSpPr/>
              <p:nvPr/>
            </p:nvSpPr>
            <p:spPr>
              <a:xfrm>
                <a:off x="8015438" y="5712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4" name="Freeform 51433">
                <a:extLst>
                  <a:ext uri="{FF2B5EF4-FFF2-40B4-BE49-F238E27FC236}">
                    <a16:creationId xmlns:a16="http://schemas.microsoft.com/office/drawing/2014/main" id="{EC8FB590-C97F-C748-5CD4-5A1EE30A37EE}"/>
                  </a:ext>
                </a:extLst>
              </p:cNvPr>
              <p:cNvSpPr/>
              <p:nvPr/>
            </p:nvSpPr>
            <p:spPr>
              <a:xfrm>
                <a:off x="8016034" y="5720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5" name="Freeform 51434">
                <a:extLst>
                  <a:ext uri="{FF2B5EF4-FFF2-40B4-BE49-F238E27FC236}">
                    <a16:creationId xmlns:a16="http://schemas.microsoft.com/office/drawing/2014/main" id="{2A79AC5F-BC82-E0DE-DE34-1729161D7271}"/>
                  </a:ext>
                </a:extLst>
              </p:cNvPr>
              <p:cNvSpPr/>
              <p:nvPr/>
            </p:nvSpPr>
            <p:spPr>
              <a:xfrm>
                <a:off x="8016530" y="5707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6" name="Freeform 51435">
                <a:extLst>
                  <a:ext uri="{FF2B5EF4-FFF2-40B4-BE49-F238E27FC236}">
                    <a16:creationId xmlns:a16="http://schemas.microsoft.com/office/drawing/2014/main" id="{E2AD0732-F0B7-8A18-3373-63164FB88607}"/>
                  </a:ext>
                </a:extLst>
              </p:cNvPr>
              <p:cNvSpPr/>
              <p:nvPr/>
            </p:nvSpPr>
            <p:spPr>
              <a:xfrm>
                <a:off x="8017026" y="5915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7" name="Freeform 51436">
                <a:extLst>
                  <a:ext uri="{FF2B5EF4-FFF2-40B4-BE49-F238E27FC236}">
                    <a16:creationId xmlns:a16="http://schemas.microsoft.com/office/drawing/2014/main" id="{7902D56F-5FAF-5E62-34FE-3B3F0AA5FA7E}"/>
                  </a:ext>
                </a:extLst>
              </p:cNvPr>
              <p:cNvSpPr/>
              <p:nvPr/>
            </p:nvSpPr>
            <p:spPr>
              <a:xfrm>
                <a:off x="8017621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8" name="Freeform 51437">
                <a:extLst>
                  <a:ext uri="{FF2B5EF4-FFF2-40B4-BE49-F238E27FC236}">
                    <a16:creationId xmlns:a16="http://schemas.microsoft.com/office/drawing/2014/main" id="{0857388A-EC44-E8A5-C107-1F40F129BFFB}"/>
                  </a:ext>
                </a:extLst>
              </p:cNvPr>
              <p:cNvSpPr/>
              <p:nvPr/>
            </p:nvSpPr>
            <p:spPr>
              <a:xfrm>
                <a:off x="8018117" y="60005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39" name="Freeform 51438">
                <a:extLst>
                  <a:ext uri="{FF2B5EF4-FFF2-40B4-BE49-F238E27FC236}">
                    <a16:creationId xmlns:a16="http://schemas.microsoft.com/office/drawing/2014/main" id="{0BE215B3-FC55-5343-F331-E9830FB108DF}"/>
                  </a:ext>
                </a:extLst>
              </p:cNvPr>
              <p:cNvSpPr/>
              <p:nvPr/>
            </p:nvSpPr>
            <p:spPr>
              <a:xfrm>
                <a:off x="8018613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0" name="Freeform 51439">
                <a:extLst>
                  <a:ext uri="{FF2B5EF4-FFF2-40B4-BE49-F238E27FC236}">
                    <a16:creationId xmlns:a16="http://schemas.microsoft.com/office/drawing/2014/main" id="{914EE735-76E8-448F-392E-E32A0E82B5A5}"/>
                  </a:ext>
                </a:extLst>
              </p:cNvPr>
              <p:cNvSpPr/>
              <p:nvPr/>
            </p:nvSpPr>
            <p:spPr>
              <a:xfrm>
                <a:off x="8019209" y="5992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1" name="Freeform 51440">
                <a:extLst>
                  <a:ext uri="{FF2B5EF4-FFF2-40B4-BE49-F238E27FC236}">
                    <a16:creationId xmlns:a16="http://schemas.microsoft.com/office/drawing/2014/main" id="{CEF486FA-2294-159E-F946-40A1A038A092}"/>
                  </a:ext>
                </a:extLst>
              </p:cNvPr>
              <p:cNvSpPr/>
              <p:nvPr/>
            </p:nvSpPr>
            <p:spPr>
              <a:xfrm>
                <a:off x="8019705" y="5988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2" name="Freeform 51441">
                <a:extLst>
                  <a:ext uri="{FF2B5EF4-FFF2-40B4-BE49-F238E27FC236}">
                    <a16:creationId xmlns:a16="http://schemas.microsoft.com/office/drawing/2014/main" id="{27AA04C6-50AD-12DF-2F64-6C21C18ADC4C}"/>
                  </a:ext>
                </a:extLst>
              </p:cNvPr>
              <p:cNvSpPr/>
              <p:nvPr/>
            </p:nvSpPr>
            <p:spPr>
              <a:xfrm>
                <a:off x="8020201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3" name="Freeform 51442">
                <a:extLst>
                  <a:ext uri="{FF2B5EF4-FFF2-40B4-BE49-F238E27FC236}">
                    <a16:creationId xmlns:a16="http://schemas.microsoft.com/office/drawing/2014/main" id="{DE27C7F1-0426-2E56-6E3D-F6DB64B72287}"/>
                  </a:ext>
                </a:extLst>
              </p:cNvPr>
              <p:cNvSpPr/>
              <p:nvPr/>
            </p:nvSpPr>
            <p:spPr>
              <a:xfrm>
                <a:off x="8020697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4" name="Freeform 51443">
                <a:extLst>
                  <a:ext uri="{FF2B5EF4-FFF2-40B4-BE49-F238E27FC236}">
                    <a16:creationId xmlns:a16="http://schemas.microsoft.com/office/drawing/2014/main" id="{1925CF44-8FE9-FE67-5E97-40943F49182F}"/>
                  </a:ext>
                </a:extLst>
              </p:cNvPr>
              <p:cNvSpPr/>
              <p:nvPr/>
            </p:nvSpPr>
            <p:spPr>
              <a:xfrm>
                <a:off x="8021292" y="59968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5" name="Freeform 51444">
                <a:extLst>
                  <a:ext uri="{FF2B5EF4-FFF2-40B4-BE49-F238E27FC236}">
                    <a16:creationId xmlns:a16="http://schemas.microsoft.com/office/drawing/2014/main" id="{7C6AEA48-009D-C287-E50D-2D2A040106BA}"/>
                  </a:ext>
                </a:extLst>
              </p:cNvPr>
              <p:cNvSpPr/>
              <p:nvPr/>
            </p:nvSpPr>
            <p:spPr>
              <a:xfrm>
                <a:off x="8021788" y="5902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6" name="Freeform 51445">
                <a:extLst>
                  <a:ext uri="{FF2B5EF4-FFF2-40B4-BE49-F238E27FC236}">
                    <a16:creationId xmlns:a16="http://schemas.microsoft.com/office/drawing/2014/main" id="{29BA7A54-F4C6-1233-2301-695FBD5C5FD5}"/>
                  </a:ext>
                </a:extLst>
              </p:cNvPr>
              <p:cNvSpPr/>
              <p:nvPr/>
            </p:nvSpPr>
            <p:spPr>
              <a:xfrm>
                <a:off x="8022284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7" name="Freeform 51446">
                <a:extLst>
                  <a:ext uri="{FF2B5EF4-FFF2-40B4-BE49-F238E27FC236}">
                    <a16:creationId xmlns:a16="http://schemas.microsoft.com/office/drawing/2014/main" id="{E3525A3F-41EE-3889-45A4-256A725D3A9A}"/>
                  </a:ext>
                </a:extLst>
              </p:cNvPr>
              <p:cNvSpPr/>
              <p:nvPr/>
            </p:nvSpPr>
            <p:spPr>
              <a:xfrm>
                <a:off x="8022880" y="5889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8" name="Freeform 51447">
                <a:extLst>
                  <a:ext uri="{FF2B5EF4-FFF2-40B4-BE49-F238E27FC236}">
                    <a16:creationId xmlns:a16="http://schemas.microsoft.com/office/drawing/2014/main" id="{4C4781B8-189A-4865-E7E7-C59ED1077B03}"/>
                  </a:ext>
                </a:extLst>
              </p:cNvPr>
              <p:cNvSpPr/>
              <p:nvPr/>
            </p:nvSpPr>
            <p:spPr>
              <a:xfrm>
                <a:off x="8023376" y="5897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49" name="Freeform 51448">
                <a:extLst>
                  <a:ext uri="{FF2B5EF4-FFF2-40B4-BE49-F238E27FC236}">
                    <a16:creationId xmlns:a16="http://schemas.microsoft.com/office/drawing/2014/main" id="{784CBC09-C459-2C3D-F5DC-444E0E9DB7CD}"/>
                  </a:ext>
                </a:extLst>
              </p:cNvPr>
              <p:cNvSpPr/>
              <p:nvPr/>
            </p:nvSpPr>
            <p:spPr>
              <a:xfrm>
                <a:off x="8023872" y="5891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0" name="Freeform 51449">
                <a:extLst>
                  <a:ext uri="{FF2B5EF4-FFF2-40B4-BE49-F238E27FC236}">
                    <a16:creationId xmlns:a16="http://schemas.microsoft.com/office/drawing/2014/main" id="{D0C3D974-D42B-D9A9-5784-87460DF591EC}"/>
                  </a:ext>
                </a:extLst>
              </p:cNvPr>
              <p:cNvSpPr/>
              <p:nvPr/>
            </p:nvSpPr>
            <p:spPr>
              <a:xfrm>
                <a:off x="8024467" y="5883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1" name="Freeform 51450">
                <a:extLst>
                  <a:ext uri="{FF2B5EF4-FFF2-40B4-BE49-F238E27FC236}">
                    <a16:creationId xmlns:a16="http://schemas.microsoft.com/office/drawing/2014/main" id="{00C3B671-E0D2-0DE7-CD98-C8FBF22AD45F}"/>
                  </a:ext>
                </a:extLst>
              </p:cNvPr>
              <p:cNvSpPr/>
              <p:nvPr/>
            </p:nvSpPr>
            <p:spPr>
              <a:xfrm>
                <a:off x="8024963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2" name="Freeform 51451">
                <a:extLst>
                  <a:ext uri="{FF2B5EF4-FFF2-40B4-BE49-F238E27FC236}">
                    <a16:creationId xmlns:a16="http://schemas.microsoft.com/office/drawing/2014/main" id="{D89533EA-1583-6F6C-7C97-EE30380FDAA9}"/>
                  </a:ext>
                </a:extLst>
              </p:cNvPr>
              <p:cNvSpPr/>
              <p:nvPr/>
            </p:nvSpPr>
            <p:spPr>
              <a:xfrm>
                <a:off x="8025459" y="5864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3" name="Freeform 51452">
                <a:extLst>
                  <a:ext uri="{FF2B5EF4-FFF2-40B4-BE49-F238E27FC236}">
                    <a16:creationId xmlns:a16="http://schemas.microsoft.com/office/drawing/2014/main" id="{140F92A6-7A9F-3144-F3B9-C93A21A2974F}"/>
                  </a:ext>
                </a:extLst>
              </p:cNvPr>
              <p:cNvSpPr/>
              <p:nvPr/>
            </p:nvSpPr>
            <p:spPr>
              <a:xfrm>
                <a:off x="8026055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4" name="Freeform 51453">
                <a:extLst>
                  <a:ext uri="{FF2B5EF4-FFF2-40B4-BE49-F238E27FC236}">
                    <a16:creationId xmlns:a16="http://schemas.microsoft.com/office/drawing/2014/main" id="{EF5E4C62-C675-4CDC-F1F4-3A8883588F72}"/>
                  </a:ext>
                </a:extLst>
              </p:cNvPr>
              <p:cNvSpPr/>
              <p:nvPr/>
            </p:nvSpPr>
            <p:spPr>
              <a:xfrm>
                <a:off x="8026551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5" name="Freeform 51454">
                <a:extLst>
                  <a:ext uri="{FF2B5EF4-FFF2-40B4-BE49-F238E27FC236}">
                    <a16:creationId xmlns:a16="http://schemas.microsoft.com/office/drawing/2014/main" id="{D9C59629-2B1F-3F2A-0484-9D9D608E2539}"/>
                  </a:ext>
                </a:extLst>
              </p:cNvPr>
              <p:cNvSpPr/>
              <p:nvPr/>
            </p:nvSpPr>
            <p:spPr>
              <a:xfrm>
                <a:off x="8027047" y="580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6" name="Freeform 51455">
                <a:extLst>
                  <a:ext uri="{FF2B5EF4-FFF2-40B4-BE49-F238E27FC236}">
                    <a16:creationId xmlns:a16="http://schemas.microsoft.com/office/drawing/2014/main" id="{33A77B6E-BC79-5403-A910-DE6FC9C4D160}"/>
                  </a:ext>
                </a:extLst>
              </p:cNvPr>
              <p:cNvSpPr/>
              <p:nvPr/>
            </p:nvSpPr>
            <p:spPr>
              <a:xfrm>
                <a:off x="8027642" y="5789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7" name="Freeform 51456">
                <a:extLst>
                  <a:ext uri="{FF2B5EF4-FFF2-40B4-BE49-F238E27FC236}">
                    <a16:creationId xmlns:a16="http://schemas.microsoft.com/office/drawing/2014/main" id="{E8532418-22B3-A621-CAB4-EECA30B6F295}"/>
                  </a:ext>
                </a:extLst>
              </p:cNvPr>
              <p:cNvSpPr/>
              <p:nvPr/>
            </p:nvSpPr>
            <p:spPr>
              <a:xfrm>
                <a:off x="8028138" y="5780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8" name="Freeform 51457">
                <a:extLst>
                  <a:ext uri="{FF2B5EF4-FFF2-40B4-BE49-F238E27FC236}">
                    <a16:creationId xmlns:a16="http://schemas.microsoft.com/office/drawing/2014/main" id="{0C5B329C-F703-BE74-F05B-7E9B530ED1F5}"/>
                  </a:ext>
                </a:extLst>
              </p:cNvPr>
              <p:cNvSpPr/>
              <p:nvPr/>
            </p:nvSpPr>
            <p:spPr>
              <a:xfrm>
                <a:off x="8028634" y="577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59" name="Freeform 51458">
                <a:extLst>
                  <a:ext uri="{FF2B5EF4-FFF2-40B4-BE49-F238E27FC236}">
                    <a16:creationId xmlns:a16="http://schemas.microsoft.com/office/drawing/2014/main" id="{639524E2-BB1D-5D8F-45C2-73AC86BFED1B}"/>
                  </a:ext>
                </a:extLst>
              </p:cNvPr>
              <p:cNvSpPr/>
              <p:nvPr/>
            </p:nvSpPr>
            <p:spPr>
              <a:xfrm>
                <a:off x="8029230" y="5764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0" name="Freeform 51459">
                <a:extLst>
                  <a:ext uri="{FF2B5EF4-FFF2-40B4-BE49-F238E27FC236}">
                    <a16:creationId xmlns:a16="http://schemas.microsoft.com/office/drawing/2014/main" id="{2CF26BC6-2E74-9624-2D2A-F05D10286723}"/>
                  </a:ext>
                </a:extLst>
              </p:cNvPr>
              <p:cNvSpPr/>
              <p:nvPr/>
            </p:nvSpPr>
            <p:spPr>
              <a:xfrm>
                <a:off x="8029726" y="58833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1" name="Freeform 51460">
                <a:extLst>
                  <a:ext uri="{FF2B5EF4-FFF2-40B4-BE49-F238E27FC236}">
                    <a16:creationId xmlns:a16="http://schemas.microsoft.com/office/drawing/2014/main" id="{62D27B10-3EAB-9804-AE9B-718DD638B5BE}"/>
                  </a:ext>
                </a:extLst>
              </p:cNvPr>
              <p:cNvSpPr/>
              <p:nvPr/>
            </p:nvSpPr>
            <p:spPr>
              <a:xfrm>
                <a:off x="8030222" y="59621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2" name="Freeform 51461">
                <a:extLst>
                  <a:ext uri="{FF2B5EF4-FFF2-40B4-BE49-F238E27FC236}">
                    <a16:creationId xmlns:a16="http://schemas.microsoft.com/office/drawing/2014/main" id="{8575E8FB-8AA8-F7B0-9408-AF366FE42D81}"/>
                  </a:ext>
                </a:extLst>
              </p:cNvPr>
              <p:cNvSpPr/>
              <p:nvPr/>
            </p:nvSpPr>
            <p:spPr>
              <a:xfrm>
                <a:off x="8030817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3" name="Freeform 51462">
                <a:extLst>
                  <a:ext uri="{FF2B5EF4-FFF2-40B4-BE49-F238E27FC236}">
                    <a16:creationId xmlns:a16="http://schemas.microsoft.com/office/drawing/2014/main" id="{9AE74D35-1FF5-0C50-17CE-23F62C568753}"/>
                  </a:ext>
                </a:extLst>
              </p:cNvPr>
              <p:cNvSpPr/>
              <p:nvPr/>
            </p:nvSpPr>
            <p:spPr>
              <a:xfrm>
                <a:off x="8031313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4" name="Freeform 51463">
                <a:extLst>
                  <a:ext uri="{FF2B5EF4-FFF2-40B4-BE49-F238E27FC236}">
                    <a16:creationId xmlns:a16="http://schemas.microsoft.com/office/drawing/2014/main" id="{938829FC-75F1-0EDA-7113-5D287DBC8CA8}"/>
                  </a:ext>
                </a:extLst>
              </p:cNvPr>
              <p:cNvSpPr/>
              <p:nvPr/>
            </p:nvSpPr>
            <p:spPr>
              <a:xfrm>
                <a:off x="8031809" y="59768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5" name="Freeform 51464">
                <a:extLst>
                  <a:ext uri="{FF2B5EF4-FFF2-40B4-BE49-F238E27FC236}">
                    <a16:creationId xmlns:a16="http://schemas.microsoft.com/office/drawing/2014/main" id="{2E74E998-BBDE-D80D-2D50-827512B4F2FB}"/>
                  </a:ext>
                </a:extLst>
              </p:cNvPr>
              <p:cNvSpPr/>
              <p:nvPr/>
            </p:nvSpPr>
            <p:spPr>
              <a:xfrm>
                <a:off x="8032405" y="59735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6" name="Freeform 51465">
                <a:extLst>
                  <a:ext uri="{FF2B5EF4-FFF2-40B4-BE49-F238E27FC236}">
                    <a16:creationId xmlns:a16="http://schemas.microsoft.com/office/drawing/2014/main" id="{35708555-9ED4-3041-30EE-06062702E8F3}"/>
                  </a:ext>
                </a:extLst>
              </p:cNvPr>
              <p:cNvSpPr/>
              <p:nvPr/>
            </p:nvSpPr>
            <p:spPr>
              <a:xfrm>
                <a:off x="8032901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7" name="Freeform 51466">
                <a:extLst>
                  <a:ext uri="{FF2B5EF4-FFF2-40B4-BE49-F238E27FC236}">
                    <a16:creationId xmlns:a16="http://schemas.microsoft.com/office/drawing/2014/main" id="{FFD21508-2315-8BF3-EA7D-52122A309826}"/>
                  </a:ext>
                </a:extLst>
              </p:cNvPr>
              <p:cNvSpPr/>
              <p:nvPr/>
            </p:nvSpPr>
            <p:spPr>
              <a:xfrm>
                <a:off x="8033397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8" name="Freeform 51467">
                <a:extLst>
                  <a:ext uri="{FF2B5EF4-FFF2-40B4-BE49-F238E27FC236}">
                    <a16:creationId xmlns:a16="http://schemas.microsoft.com/office/drawing/2014/main" id="{1B8225C9-50A0-E2D8-CBF6-0635DC9C8465}"/>
                  </a:ext>
                </a:extLst>
              </p:cNvPr>
              <p:cNvSpPr/>
              <p:nvPr/>
            </p:nvSpPr>
            <p:spPr>
              <a:xfrm>
                <a:off x="8033893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69" name="Freeform 51468">
                <a:extLst>
                  <a:ext uri="{FF2B5EF4-FFF2-40B4-BE49-F238E27FC236}">
                    <a16:creationId xmlns:a16="http://schemas.microsoft.com/office/drawing/2014/main" id="{9E5E2DFA-19B4-6C3B-E4B9-BF56BBE51A94}"/>
                  </a:ext>
                </a:extLst>
              </p:cNvPr>
              <p:cNvSpPr/>
              <p:nvPr/>
            </p:nvSpPr>
            <p:spPr>
              <a:xfrm>
                <a:off x="8034488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0" name="Freeform 51469">
                <a:extLst>
                  <a:ext uri="{FF2B5EF4-FFF2-40B4-BE49-F238E27FC236}">
                    <a16:creationId xmlns:a16="http://schemas.microsoft.com/office/drawing/2014/main" id="{DB00CB8A-342D-AA54-9BF5-CB2E07A80F0B}"/>
                  </a:ext>
                </a:extLst>
              </p:cNvPr>
              <p:cNvSpPr/>
              <p:nvPr/>
            </p:nvSpPr>
            <p:spPr>
              <a:xfrm>
                <a:off x="8034984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1" name="Freeform 51470">
                <a:extLst>
                  <a:ext uri="{FF2B5EF4-FFF2-40B4-BE49-F238E27FC236}">
                    <a16:creationId xmlns:a16="http://schemas.microsoft.com/office/drawing/2014/main" id="{80380E61-2EEF-F298-D8F9-2A1A9AECBE4E}"/>
                  </a:ext>
                </a:extLst>
              </p:cNvPr>
              <p:cNvSpPr/>
              <p:nvPr/>
            </p:nvSpPr>
            <p:spPr>
              <a:xfrm>
                <a:off x="8035480" y="5815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2" name="Freeform 51471">
                <a:extLst>
                  <a:ext uri="{FF2B5EF4-FFF2-40B4-BE49-F238E27FC236}">
                    <a16:creationId xmlns:a16="http://schemas.microsoft.com/office/drawing/2014/main" id="{09AAEC91-B2A1-8C79-29DC-4B0B46848B47}"/>
                  </a:ext>
                </a:extLst>
              </p:cNvPr>
              <p:cNvSpPr/>
              <p:nvPr/>
            </p:nvSpPr>
            <p:spPr>
              <a:xfrm>
                <a:off x="8036076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3" name="Freeform 51472">
                <a:extLst>
                  <a:ext uri="{FF2B5EF4-FFF2-40B4-BE49-F238E27FC236}">
                    <a16:creationId xmlns:a16="http://schemas.microsoft.com/office/drawing/2014/main" id="{A2CE9530-8CBC-1C32-7167-531C739AE29A}"/>
                  </a:ext>
                </a:extLst>
              </p:cNvPr>
              <p:cNvSpPr/>
              <p:nvPr/>
            </p:nvSpPr>
            <p:spPr>
              <a:xfrm>
                <a:off x="8036572" y="5818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4" name="Freeform 51473">
                <a:extLst>
                  <a:ext uri="{FF2B5EF4-FFF2-40B4-BE49-F238E27FC236}">
                    <a16:creationId xmlns:a16="http://schemas.microsoft.com/office/drawing/2014/main" id="{CF2645A6-C873-5C67-0844-5928A7050F9B}"/>
                  </a:ext>
                </a:extLst>
              </p:cNvPr>
              <p:cNvSpPr/>
              <p:nvPr/>
            </p:nvSpPr>
            <p:spPr>
              <a:xfrm>
                <a:off x="8037068" y="580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5" name="Freeform 51474">
                <a:extLst>
                  <a:ext uri="{FF2B5EF4-FFF2-40B4-BE49-F238E27FC236}">
                    <a16:creationId xmlns:a16="http://schemas.microsoft.com/office/drawing/2014/main" id="{E8D27DE4-CD7C-DEE8-1797-3EF601AF23C0}"/>
                  </a:ext>
                </a:extLst>
              </p:cNvPr>
              <p:cNvSpPr/>
              <p:nvPr/>
            </p:nvSpPr>
            <p:spPr>
              <a:xfrm>
                <a:off x="8037663" y="5797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6" name="Freeform 51475">
                <a:extLst>
                  <a:ext uri="{FF2B5EF4-FFF2-40B4-BE49-F238E27FC236}">
                    <a16:creationId xmlns:a16="http://schemas.microsoft.com/office/drawing/2014/main" id="{ED982844-713F-6C40-6439-B53194EAEC2E}"/>
                  </a:ext>
                </a:extLst>
              </p:cNvPr>
              <p:cNvSpPr/>
              <p:nvPr/>
            </p:nvSpPr>
            <p:spPr>
              <a:xfrm>
                <a:off x="8038159" y="57850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7" name="Freeform 51476">
                <a:extLst>
                  <a:ext uri="{FF2B5EF4-FFF2-40B4-BE49-F238E27FC236}">
                    <a16:creationId xmlns:a16="http://schemas.microsoft.com/office/drawing/2014/main" id="{B43C5A1B-D3C3-C5C8-2600-B25479EC6E17}"/>
                  </a:ext>
                </a:extLst>
              </p:cNvPr>
              <p:cNvSpPr/>
              <p:nvPr/>
            </p:nvSpPr>
            <p:spPr>
              <a:xfrm>
                <a:off x="8038655" y="5764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8" name="Freeform 51477">
                <a:extLst>
                  <a:ext uri="{FF2B5EF4-FFF2-40B4-BE49-F238E27FC236}">
                    <a16:creationId xmlns:a16="http://schemas.microsoft.com/office/drawing/2014/main" id="{06650783-185C-B8C3-5D82-15A6665CB71D}"/>
                  </a:ext>
                </a:extLst>
              </p:cNvPr>
              <p:cNvSpPr/>
              <p:nvPr/>
            </p:nvSpPr>
            <p:spPr>
              <a:xfrm>
                <a:off x="8039251" y="5737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79" name="Freeform 51478">
                <a:extLst>
                  <a:ext uri="{FF2B5EF4-FFF2-40B4-BE49-F238E27FC236}">
                    <a16:creationId xmlns:a16="http://schemas.microsoft.com/office/drawing/2014/main" id="{177E567E-98DB-E75E-A523-E84237FEC7FE}"/>
                  </a:ext>
                </a:extLst>
              </p:cNvPr>
              <p:cNvSpPr/>
              <p:nvPr/>
            </p:nvSpPr>
            <p:spPr>
              <a:xfrm>
                <a:off x="8039747" y="5713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0" name="Freeform 51479">
                <a:extLst>
                  <a:ext uri="{FF2B5EF4-FFF2-40B4-BE49-F238E27FC236}">
                    <a16:creationId xmlns:a16="http://schemas.microsoft.com/office/drawing/2014/main" id="{05471771-A137-4274-DCB2-24259E1E93C0}"/>
                  </a:ext>
                </a:extLst>
              </p:cNvPr>
              <p:cNvSpPr/>
              <p:nvPr/>
            </p:nvSpPr>
            <p:spPr>
              <a:xfrm>
                <a:off x="8040243" y="570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1" name="Freeform 51480">
                <a:extLst>
                  <a:ext uri="{FF2B5EF4-FFF2-40B4-BE49-F238E27FC236}">
                    <a16:creationId xmlns:a16="http://schemas.microsoft.com/office/drawing/2014/main" id="{16D8ACC7-4C3C-24D5-CFEE-AB6F569BC97A}"/>
                  </a:ext>
                </a:extLst>
              </p:cNvPr>
              <p:cNvSpPr/>
              <p:nvPr/>
            </p:nvSpPr>
            <p:spPr>
              <a:xfrm>
                <a:off x="8040838" y="569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2" name="Freeform 51481">
                <a:extLst>
                  <a:ext uri="{FF2B5EF4-FFF2-40B4-BE49-F238E27FC236}">
                    <a16:creationId xmlns:a16="http://schemas.microsoft.com/office/drawing/2014/main" id="{74C7C158-B503-111F-DBA1-F91B2875CDFC}"/>
                  </a:ext>
                </a:extLst>
              </p:cNvPr>
              <p:cNvSpPr/>
              <p:nvPr/>
            </p:nvSpPr>
            <p:spPr>
              <a:xfrm>
                <a:off x="8041334" y="569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3" name="Freeform 51482">
                <a:extLst>
                  <a:ext uri="{FF2B5EF4-FFF2-40B4-BE49-F238E27FC236}">
                    <a16:creationId xmlns:a16="http://schemas.microsoft.com/office/drawing/2014/main" id="{0368E393-170D-013A-6F77-C9F61B008677}"/>
                  </a:ext>
                </a:extLst>
              </p:cNvPr>
              <p:cNvSpPr/>
              <p:nvPr/>
            </p:nvSpPr>
            <p:spPr>
              <a:xfrm>
                <a:off x="8041830" y="56981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4" name="Freeform 51483">
                <a:extLst>
                  <a:ext uri="{FF2B5EF4-FFF2-40B4-BE49-F238E27FC236}">
                    <a16:creationId xmlns:a16="http://schemas.microsoft.com/office/drawing/2014/main" id="{DFE06688-939D-FD1D-F6EC-04FECF2DA078}"/>
                  </a:ext>
                </a:extLst>
              </p:cNvPr>
              <p:cNvSpPr/>
              <p:nvPr/>
            </p:nvSpPr>
            <p:spPr>
              <a:xfrm>
                <a:off x="8042426" y="5908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5" name="Freeform 51484">
                <a:extLst>
                  <a:ext uri="{FF2B5EF4-FFF2-40B4-BE49-F238E27FC236}">
                    <a16:creationId xmlns:a16="http://schemas.microsoft.com/office/drawing/2014/main" id="{31C41740-0795-BA3C-E091-99D36CFCD4F3}"/>
                  </a:ext>
                </a:extLst>
              </p:cNvPr>
              <p:cNvSpPr/>
              <p:nvPr/>
            </p:nvSpPr>
            <p:spPr>
              <a:xfrm>
                <a:off x="8042922" y="5976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6" name="Freeform 51485">
                <a:extLst>
                  <a:ext uri="{FF2B5EF4-FFF2-40B4-BE49-F238E27FC236}">
                    <a16:creationId xmlns:a16="http://schemas.microsoft.com/office/drawing/2014/main" id="{8EC0CD52-02D9-0F0E-04D2-1DA135BADE9C}"/>
                  </a:ext>
                </a:extLst>
              </p:cNvPr>
              <p:cNvSpPr/>
              <p:nvPr/>
            </p:nvSpPr>
            <p:spPr>
              <a:xfrm>
                <a:off x="8043418" y="59907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7" name="Freeform 51486">
                <a:extLst>
                  <a:ext uri="{FF2B5EF4-FFF2-40B4-BE49-F238E27FC236}">
                    <a16:creationId xmlns:a16="http://schemas.microsoft.com/office/drawing/2014/main" id="{57D1D56C-DE99-5E56-C077-ED65DABCE428}"/>
                  </a:ext>
                </a:extLst>
              </p:cNvPr>
              <p:cNvSpPr/>
              <p:nvPr/>
            </p:nvSpPr>
            <p:spPr>
              <a:xfrm>
                <a:off x="8044013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8" name="Freeform 51487">
                <a:extLst>
                  <a:ext uri="{FF2B5EF4-FFF2-40B4-BE49-F238E27FC236}">
                    <a16:creationId xmlns:a16="http://schemas.microsoft.com/office/drawing/2014/main" id="{829C7DAC-CED0-BB53-63C7-A81016548F9F}"/>
                  </a:ext>
                </a:extLst>
              </p:cNvPr>
              <p:cNvSpPr/>
              <p:nvPr/>
            </p:nvSpPr>
            <p:spPr>
              <a:xfrm>
                <a:off x="8044509" y="59882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89" name="Freeform 51488">
                <a:extLst>
                  <a:ext uri="{FF2B5EF4-FFF2-40B4-BE49-F238E27FC236}">
                    <a16:creationId xmlns:a16="http://schemas.microsoft.com/office/drawing/2014/main" id="{FD3621A4-AC6A-5F83-BFA0-55C06B7C8AEE}"/>
                  </a:ext>
                </a:extLst>
              </p:cNvPr>
              <p:cNvSpPr/>
              <p:nvPr/>
            </p:nvSpPr>
            <p:spPr>
              <a:xfrm>
                <a:off x="8045005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0" name="Freeform 51489">
                <a:extLst>
                  <a:ext uri="{FF2B5EF4-FFF2-40B4-BE49-F238E27FC236}">
                    <a16:creationId xmlns:a16="http://schemas.microsoft.com/office/drawing/2014/main" id="{5974E06C-B4BB-5A2B-4A2E-94892694576B}"/>
                  </a:ext>
                </a:extLst>
              </p:cNvPr>
              <p:cNvSpPr/>
              <p:nvPr/>
            </p:nvSpPr>
            <p:spPr>
              <a:xfrm>
                <a:off x="8045502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1" name="Freeform 51490">
                <a:extLst>
                  <a:ext uri="{FF2B5EF4-FFF2-40B4-BE49-F238E27FC236}">
                    <a16:creationId xmlns:a16="http://schemas.microsoft.com/office/drawing/2014/main" id="{D2DD6F22-00BC-7DE1-B2FE-BD01522C0493}"/>
                  </a:ext>
                </a:extLst>
              </p:cNvPr>
              <p:cNvSpPr/>
              <p:nvPr/>
            </p:nvSpPr>
            <p:spPr>
              <a:xfrm>
                <a:off x="8046097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2" name="Freeform 51491">
                <a:extLst>
                  <a:ext uri="{FF2B5EF4-FFF2-40B4-BE49-F238E27FC236}">
                    <a16:creationId xmlns:a16="http://schemas.microsoft.com/office/drawing/2014/main" id="{D6AB49F6-F3C5-FED8-900C-79F57573A010}"/>
                  </a:ext>
                </a:extLst>
              </p:cNvPr>
              <p:cNvSpPr/>
              <p:nvPr/>
            </p:nvSpPr>
            <p:spPr>
              <a:xfrm>
                <a:off x="8046593" y="59870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3" name="Freeform 51492">
                <a:extLst>
                  <a:ext uri="{FF2B5EF4-FFF2-40B4-BE49-F238E27FC236}">
                    <a16:creationId xmlns:a16="http://schemas.microsoft.com/office/drawing/2014/main" id="{5CEE3FD0-C397-69C7-6C10-2EBD8E5D01F2}"/>
                  </a:ext>
                </a:extLst>
              </p:cNvPr>
              <p:cNvSpPr/>
              <p:nvPr/>
            </p:nvSpPr>
            <p:spPr>
              <a:xfrm>
                <a:off x="8047089" y="5752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4" name="Freeform 51493">
                <a:extLst>
                  <a:ext uri="{FF2B5EF4-FFF2-40B4-BE49-F238E27FC236}">
                    <a16:creationId xmlns:a16="http://schemas.microsoft.com/office/drawing/2014/main" id="{3F2375E2-D014-B145-2555-F515DE8A61A0}"/>
                  </a:ext>
                </a:extLst>
              </p:cNvPr>
              <p:cNvSpPr/>
              <p:nvPr/>
            </p:nvSpPr>
            <p:spPr>
              <a:xfrm>
                <a:off x="8047684" y="574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5" name="Freeform 51494">
                <a:extLst>
                  <a:ext uri="{FF2B5EF4-FFF2-40B4-BE49-F238E27FC236}">
                    <a16:creationId xmlns:a16="http://schemas.microsoft.com/office/drawing/2014/main" id="{5AC683CC-68C7-2D07-E659-2350AA2AA59A}"/>
                  </a:ext>
                </a:extLst>
              </p:cNvPr>
              <p:cNvSpPr/>
              <p:nvPr/>
            </p:nvSpPr>
            <p:spPr>
              <a:xfrm>
                <a:off x="8048180" y="5776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6" name="Freeform 51495">
                <a:extLst>
                  <a:ext uri="{FF2B5EF4-FFF2-40B4-BE49-F238E27FC236}">
                    <a16:creationId xmlns:a16="http://schemas.microsoft.com/office/drawing/2014/main" id="{511C9AB4-2A53-88B4-9BAA-893679E633BB}"/>
                  </a:ext>
                </a:extLst>
              </p:cNvPr>
              <p:cNvSpPr/>
              <p:nvPr/>
            </p:nvSpPr>
            <p:spPr>
              <a:xfrm>
                <a:off x="8048677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7" name="Freeform 51496">
                <a:extLst>
                  <a:ext uri="{FF2B5EF4-FFF2-40B4-BE49-F238E27FC236}">
                    <a16:creationId xmlns:a16="http://schemas.microsoft.com/office/drawing/2014/main" id="{17912DD9-CFBE-715D-DD41-8995F116A75F}"/>
                  </a:ext>
                </a:extLst>
              </p:cNvPr>
              <p:cNvSpPr/>
              <p:nvPr/>
            </p:nvSpPr>
            <p:spPr>
              <a:xfrm>
                <a:off x="8049272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8" name="Freeform 51497">
                <a:extLst>
                  <a:ext uri="{FF2B5EF4-FFF2-40B4-BE49-F238E27FC236}">
                    <a16:creationId xmlns:a16="http://schemas.microsoft.com/office/drawing/2014/main" id="{9F628CF4-8883-FFB1-2667-C30D88833EE8}"/>
                  </a:ext>
                </a:extLst>
              </p:cNvPr>
              <p:cNvSpPr/>
              <p:nvPr/>
            </p:nvSpPr>
            <p:spPr>
              <a:xfrm>
                <a:off x="8049768" y="5766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99" name="Freeform 51498">
                <a:extLst>
                  <a:ext uri="{FF2B5EF4-FFF2-40B4-BE49-F238E27FC236}">
                    <a16:creationId xmlns:a16="http://schemas.microsoft.com/office/drawing/2014/main" id="{86C031F1-4305-A28D-7670-5B956601271D}"/>
                  </a:ext>
                </a:extLst>
              </p:cNvPr>
              <p:cNvSpPr/>
              <p:nvPr/>
            </p:nvSpPr>
            <p:spPr>
              <a:xfrm>
                <a:off x="8050264" y="5734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0" name="Freeform 51499">
                <a:extLst>
                  <a:ext uri="{FF2B5EF4-FFF2-40B4-BE49-F238E27FC236}">
                    <a16:creationId xmlns:a16="http://schemas.microsoft.com/office/drawing/2014/main" id="{57AD3B85-8A27-DA2C-7DA4-43062DC8EE65}"/>
                  </a:ext>
                </a:extLst>
              </p:cNvPr>
              <p:cNvSpPr/>
              <p:nvPr/>
            </p:nvSpPr>
            <p:spPr>
              <a:xfrm>
                <a:off x="8050859" y="5702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1" name="Freeform 51500">
                <a:extLst>
                  <a:ext uri="{FF2B5EF4-FFF2-40B4-BE49-F238E27FC236}">
                    <a16:creationId xmlns:a16="http://schemas.microsoft.com/office/drawing/2014/main" id="{2375D227-6731-E728-75F4-F361184E8422}"/>
                  </a:ext>
                </a:extLst>
              </p:cNvPr>
              <p:cNvSpPr/>
              <p:nvPr/>
            </p:nvSpPr>
            <p:spPr>
              <a:xfrm>
                <a:off x="8051355" y="5667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2" name="Freeform 51501">
                <a:extLst>
                  <a:ext uri="{FF2B5EF4-FFF2-40B4-BE49-F238E27FC236}">
                    <a16:creationId xmlns:a16="http://schemas.microsoft.com/office/drawing/2014/main" id="{5EE0C6A5-0EBD-10E1-7B94-07F94ABE987A}"/>
                  </a:ext>
                </a:extLst>
              </p:cNvPr>
              <p:cNvSpPr/>
              <p:nvPr/>
            </p:nvSpPr>
            <p:spPr>
              <a:xfrm>
                <a:off x="8051852" y="5660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3" name="Freeform 51502">
                <a:extLst>
                  <a:ext uri="{FF2B5EF4-FFF2-40B4-BE49-F238E27FC236}">
                    <a16:creationId xmlns:a16="http://schemas.microsoft.com/office/drawing/2014/main" id="{81610094-AB1F-FBE8-9994-42671D4C8BF9}"/>
                  </a:ext>
                </a:extLst>
              </p:cNvPr>
              <p:cNvSpPr/>
              <p:nvPr/>
            </p:nvSpPr>
            <p:spPr>
              <a:xfrm>
                <a:off x="8052447" y="5619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4" name="Freeform 51503">
                <a:extLst>
                  <a:ext uri="{FF2B5EF4-FFF2-40B4-BE49-F238E27FC236}">
                    <a16:creationId xmlns:a16="http://schemas.microsoft.com/office/drawing/2014/main" id="{6A5D4DD4-C100-B8A8-4D11-93959B86709C}"/>
                  </a:ext>
                </a:extLst>
              </p:cNvPr>
              <p:cNvSpPr/>
              <p:nvPr/>
            </p:nvSpPr>
            <p:spPr>
              <a:xfrm>
                <a:off x="8052943" y="5589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5" name="Freeform 51504">
                <a:extLst>
                  <a:ext uri="{FF2B5EF4-FFF2-40B4-BE49-F238E27FC236}">
                    <a16:creationId xmlns:a16="http://schemas.microsoft.com/office/drawing/2014/main" id="{C7C9F004-3DDF-AAD6-C4C2-791B24421099}"/>
                  </a:ext>
                </a:extLst>
              </p:cNvPr>
              <p:cNvSpPr/>
              <p:nvPr/>
            </p:nvSpPr>
            <p:spPr>
              <a:xfrm>
                <a:off x="8053439" y="55654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6" name="Freeform 51505">
                <a:extLst>
                  <a:ext uri="{FF2B5EF4-FFF2-40B4-BE49-F238E27FC236}">
                    <a16:creationId xmlns:a16="http://schemas.microsoft.com/office/drawing/2014/main" id="{6457C9F5-42DF-2E33-DCB4-9639A39BD2F0}"/>
                  </a:ext>
                </a:extLst>
              </p:cNvPr>
              <p:cNvSpPr/>
              <p:nvPr/>
            </p:nvSpPr>
            <p:spPr>
              <a:xfrm>
                <a:off x="8054034" y="55564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7" name="Freeform 51506">
                <a:extLst>
                  <a:ext uri="{FF2B5EF4-FFF2-40B4-BE49-F238E27FC236}">
                    <a16:creationId xmlns:a16="http://schemas.microsoft.com/office/drawing/2014/main" id="{7FEE6479-C3A6-A4FB-6A79-6462EE8D6461}"/>
                  </a:ext>
                </a:extLst>
              </p:cNvPr>
              <p:cNvSpPr/>
              <p:nvPr/>
            </p:nvSpPr>
            <p:spPr>
              <a:xfrm>
                <a:off x="8054530" y="5577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8" name="Freeform 51507">
                <a:extLst>
                  <a:ext uri="{FF2B5EF4-FFF2-40B4-BE49-F238E27FC236}">
                    <a16:creationId xmlns:a16="http://schemas.microsoft.com/office/drawing/2014/main" id="{C65E8322-2E00-599B-0929-A4444C44DCB0}"/>
                  </a:ext>
                </a:extLst>
              </p:cNvPr>
              <p:cNvSpPr/>
              <p:nvPr/>
            </p:nvSpPr>
            <p:spPr>
              <a:xfrm>
                <a:off x="8055027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09" name="Freeform 51508">
                <a:extLst>
                  <a:ext uri="{FF2B5EF4-FFF2-40B4-BE49-F238E27FC236}">
                    <a16:creationId xmlns:a16="http://schemas.microsoft.com/office/drawing/2014/main" id="{B6D258AD-18FA-C202-0EB9-2BB9BE2A204A}"/>
                  </a:ext>
                </a:extLst>
              </p:cNvPr>
              <p:cNvSpPr/>
              <p:nvPr/>
            </p:nvSpPr>
            <p:spPr>
              <a:xfrm>
                <a:off x="8055622" y="5924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0" name="Freeform 51509">
                <a:extLst>
                  <a:ext uri="{FF2B5EF4-FFF2-40B4-BE49-F238E27FC236}">
                    <a16:creationId xmlns:a16="http://schemas.microsoft.com/office/drawing/2014/main" id="{9C2BCB6D-3823-197A-ADEE-49C08F9D5C4C}"/>
                  </a:ext>
                </a:extLst>
              </p:cNvPr>
              <p:cNvSpPr/>
              <p:nvPr/>
            </p:nvSpPr>
            <p:spPr>
              <a:xfrm>
                <a:off x="8056118" y="594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1" name="Freeform 51510">
                <a:extLst>
                  <a:ext uri="{FF2B5EF4-FFF2-40B4-BE49-F238E27FC236}">
                    <a16:creationId xmlns:a16="http://schemas.microsoft.com/office/drawing/2014/main" id="{67AC4DA9-806B-F2F4-7ECE-A1F9248D4793}"/>
                  </a:ext>
                </a:extLst>
              </p:cNvPr>
              <p:cNvSpPr/>
              <p:nvPr/>
            </p:nvSpPr>
            <p:spPr>
              <a:xfrm>
                <a:off x="8056614" y="5954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2" name="Freeform 51511">
                <a:extLst>
                  <a:ext uri="{FF2B5EF4-FFF2-40B4-BE49-F238E27FC236}">
                    <a16:creationId xmlns:a16="http://schemas.microsoft.com/office/drawing/2014/main" id="{25A95B03-FD98-3F71-E61C-0BC8FCD8002E}"/>
                  </a:ext>
                </a:extLst>
              </p:cNvPr>
              <p:cNvSpPr/>
              <p:nvPr/>
            </p:nvSpPr>
            <p:spPr>
              <a:xfrm>
                <a:off x="8057110" y="59515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3" name="Freeform 51512">
                <a:extLst>
                  <a:ext uri="{FF2B5EF4-FFF2-40B4-BE49-F238E27FC236}">
                    <a16:creationId xmlns:a16="http://schemas.microsoft.com/office/drawing/2014/main" id="{55EF3389-0B10-9616-F6C3-16EFE1D46E9B}"/>
                  </a:ext>
                </a:extLst>
              </p:cNvPr>
              <p:cNvSpPr/>
              <p:nvPr/>
            </p:nvSpPr>
            <p:spPr>
              <a:xfrm>
                <a:off x="8057705" y="5951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4" name="Freeform 51513">
                <a:extLst>
                  <a:ext uri="{FF2B5EF4-FFF2-40B4-BE49-F238E27FC236}">
                    <a16:creationId xmlns:a16="http://schemas.microsoft.com/office/drawing/2014/main" id="{5214322B-128A-76AB-2422-F7FBE48080E3}"/>
                  </a:ext>
                </a:extLst>
              </p:cNvPr>
              <p:cNvSpPr/>
              <p:nvPr/>
            </p:nvSpPr>
            <p:spPr>
              <a:xfrm>
                <a:off x="8058202" y="5946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5" name="Freeform 51514">
                <a:extLst>
                  <a:ext uri="{FF2B5EF4-FFF2-40B4-BE49-F238E27FC236}">
                    <a16:creationId xmlns:a16="http://schemas.microsoft.com/office/drawing/2014/main" id="{13C9BAF1-6F01-99EF-4283-087156977CC9}"/>
                  </a:ext>
                </a:extLst>
              </p:cNvPr>
              <p:cNvSpPr/>
              <p:nvPr/>
            </p:nvSpPr>
            <p:spPr>
              <a:xfrm>
                <a:off x="8058698" y="594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6" name="Freeform 51515">
                <a:extLst>
                  <a:ext uri="{FF2B5EF4-FFF2-40B4-BE49-F238E27FC236}">
                    <a16:creationId xmlns:a16="http://schemas.microsoft.com/office/drawing/2014/main" id="{6E56F0DB-E25B-41BC-55B5-7454603AF1C6}"/>
                  </a:ext>
                </a:extLst>
              </p:cNvPr>
              <p:cNvSpPr/>
              <p:nvPr/>
            </p:nvSpPr>
            <p:spPr>
              <a:xfrm>
                <a:off x="8059293" y="592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7" name="Freeform 51516">
                <a:extLst>
                  <a:ext uri="{FF2B5EF4-FFF2-40B4-BE49-F238E27FC236}">
                    <a16:creationId xmlns:a16="http://schemas.microsoft.com/office/drawing/2014/main" id="{4F4D8636-F1AB-29AE-078E-C1DF7E9E2C98}"/>
                  </a:ext>
                </a:extLst>
              </p:cNvPr>
              <p:cNvSpPr/>
              <p:nvPr/>
            </p:nvSpPr>
            <p:spPr>
              <a:xfrm>
                <a:off x="8059789" y="56997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8" name="Freeform 51517">
                <a:extLst>
                  <a:ext uri="{FF2B5EF4-FFF2-40B4-BE49-F238E27FC236}">
                    <a16:creationId xmlns:a16="http://schemas.microsoft.com/office/drawing/2014/main" id="{9CB00497-40A8-BB0A-AF88-15A50E0C0148}"/>
                  </a:ext>
                </a:extLst>
              </p:cNvPr>
              <p:cNvSpPr/>
              <p:nvPr/>
            </p:nvSpPr>
            <p:spPr>
              <a:xfrm>
                <a:off x="8060285" y="5703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19" name="Freeform 51518">
                <a:extLst>
                  <a:ext uri="{FF2B5EF4-FFF2-40B4-BE49-F238E27FC236}">
                    <a16:creationId xmlns:a16="http://schemas.microsoft.com/office/drawing/2014/main" id="{3A910E38-1D0D-CCA7-553E-D6E240BAC246}"/>
                  </a:ext>
                </a:extLst>
              </p:cNvPr>
              <p:cNvSpPr/>
              <p:nvPr/>
            </p:nvSpPr>
            <p:spPr>
              <a:xfrm>
                <a:off x="8060880" y="574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0" name="Freeform 51519">
                <a:extLst>
                  <a:ext uri="{FF2B5EF4-FFF2-40B4-BE49-F238E27FC236}">
                    <a16:creationId xmlns:a16="http://schemas.microsoft.com/office/drawing/2014/main" id="{9E63DF8B-5E06-ACD2-B032-1D99CA3C33B5}"/>
                  </a:ext>
                </a:extLst>
              </p:cNvPr>
              <p:cNvSpPr/>
              <p:nvPr/>
            </p:nvSpPr>
            <p:spPr>
              <a:xfrm>
                <a:off x="8061377" y="57524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1" name="Freeform 51520">
                <a:extLst>
                  <a:ext uri="{FF2B5EF4-FFF2-40B4-BE49-F238E27FC236}">
                    <a16:creationId xmlns:a16="http://schemas.microsoft.com/office/drawing/2014/main" id="{BEB3C00F-98BF-FEA3-34BC-5E13F43B6013}"/>
                  </a:ext>
                </a:extLst>
              </p:cNvPr>
              <p:cNvSpPr/>
              <p:nvPr/>
            </p:nvSpPr>
            <p:spPr>
              <a:xfrm>
                <a:off x="8061873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2" name="Freeform 51521">
                <a:extLst>
                  <a:ext uri="{FF2B5EF4-FFF2-40B4-BE49-F238E27FC236}">
                    <a16:creationId xmlns:a16="http://schemas.microsoft.com/office/drawing/2014/main" id="{02E73DD9-7179-729F-DBE4-3C7A784B0CF1}"/>
                  </a:ext>
                </a:extLst>
              </p:cNvPr>
              <p:cNvSpPr/>
              <p:nvPr/>
            </p:nvSpPr>
            <p:spPr>
              <a:xfrm>
                <a:off x="8062468" y="5729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3" name="Freeform 51522">
                <a:extLst>
                  <a:ext uri="{FF2B5EF4-FFF2-40B4-BE49-F238E27FC236}">
                    <a16:creationId xmlns:a16="http://schemas.microsoft.com/office/drawing/2014/main" id="{AEB008B6-7B9C-6D0F-9F9C-FF610B925E78}"/>
                  </a:ext>
                </a:extLst>
              </p:cNvPr>
              <p:cNvSpPr/>
              <p:nvPr/>
            </p:nvSpPr>
            <p:spPr>
              <a:xfrm>
                <a:off x="8062964" y="57254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4" name="Freeform 51523">
                <a:extLst>
                  <a:ext uri="{FF2B5EF4-FFF2-40B4-BE49-F238E27FC236}">
                    <a16:creationId xmlns:a16="http://schemas.microsoft.com/office/drawing/2014/main" id="{067D4569-3F83-4777-D227-3B4B5C733A30}"/>
                  </a:ext>
                </a:extLst>
              </p:cNvPr>
              <p:cNvSpPr/>
              <p:nvPr/>
            </p:nvSpPr>
            <p:spPr>
              <a:xfrm>
                <a:off x="8063460" y="5693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5" name="Freeform 51524">
                <a:extLst>
                  <a:ext uri="{FF2B5EF4-FFF2-40B4-BE49-F238E27FC236}">
                    <a16:creationId xmlns:a16="http://schemas.microsoft.com/office/drawing/2014/main" id="{0BA8BE20-73BC-A5F7-59A9-C1DCF9D89207}"/>
                  </a:ext>
                </a:extLst>
              </p:cNvPr>
              <p:cNvSpPr/>
              <p:nvPr/>
            </p:nvSpPr>
            <p:spPr>
              <a:xfrm>
                <a:off x="8064055" y="5645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6" name="Freeform 51525">
                <a:extLst>
                  <a:ext uri="{FF2B5EF4-FFF2-40B4-BE49-F238E27FC236}">
                    <a16:creationId xmlns:a16="http://schemas.microsoft.com/office/drawing/2014/main" id="{18895EF1-705E-20D8-6A76-6BCB6FDAAF08}"/>
                  </a:ext>
                </a:extLst>
              </p:cNvPr>
              <p:cNvSpPr/>
              <p:nvPr/>
            </p:nvSpPr>
            <p:spPr>
              <a:xfrm>
                <a:off x="8064552" y="55859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7" name="Freeform 51526">
                <a:extLst>
                  <a:ext uri="{FF2B5EF4-FFF2-40B4-BE49-F238E27FC236}">
                    <a16:creationId xmlns:a16="http://schemas.microsoft.com/office/drawing/2014/main" id="{919AA298-463F-8569-E868-41ACA9D51556}"/>
                  </a:ext>
                </a:extLst>
              </p:cNvPr>
              <p:cNvSpPr/>
              <p:nvPr/>
            </p:nvSpPr>
            <p:spPr>
              <a:xfrm>
                <a:off x="8065048" y="5585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8" name="Freeform 51527">
                <a:extLst>
                  <a:ext uri="{FF2B5EF4-FFF2-40B4-BE49-F238E27FC236}">
                    <a16:creationId xmlns:a16="http://schemas.microsoft.com/office/drawing/2014/main" id="{885B4F61-7F11-E89E-23CA-5454F285A0B4}"/>
                  </a:ext>
                </a:extLst>
              </p:cNvPr>
              <p:cNvSpPr/>
              <p:nvPr/>
            </p:nvSpPr>
            <p:spPr>
              <a:xfrm>
                <a:off x="8065643" y="55691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29" name="Freeform 51528">
                <a:extLst>
                  <a:ext uri="{FF2B5EF4-FFF2-40B4-BE49-F238E27FC236}">
                    <a16:creationId xmlns:a16="http://schemas.microsoft.com/office/drawing/2014/main" id="{1BE16F7B-947C-38C8-7E4A-B48B9A270B52}"/>
                  </a:ext>
                </a:extLst>
              </p:cNvPr>
              <p:cNvSpPr/>
              <p:nvPr/>
            </p:nvSpPr>
            <p:spPr>
              <a:xfrm>
                <a:off x="8066139" y="55658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0" name="Freeform 51529">
                <a:extLst>
                  <a:ext uri="{FF2B5EF4-FFF2-40B4-BE49-F238E27FC236}">
                    <a16:creationId xmlns:a16="http://schemas.microsoft.com/office/drawing/2014/main" id="{BDD1D0AC-B99A-6649-772B-88ECEAA85DD6}"/>
                  </a:ext>
                </a:extLst>
              </p:cNvPr>
              <p:cNvSpPr/>
              <p:nvPr/>
            </p:nvSpPr>
            <p:spPr>
              <a:xfrm>
                <a:off x="8066635" y="55295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1" name="Freeform 51530">
                <a:extLst>
                  <a:ext uri="{FF2B5EF4-FFF2-40B4-BE49-F238E27FC236}">
                    <a16:creationId xmlns:a16="http://schemas.microsoft.com/office/drawing/2014/main" id="{D51E95C0-EAF0-1328-34C5-71D6D8A762C0}"/>
                  </a:ext>
                </a:extLst>
              </p:cNvPr>
              <p:cNvSpPr/>
              <p:nvPr/>
            </p:nvSpPr>
            <p:spPr>
              <a:xfrm>
                <a:off x="8067230" y="5545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2" name="Freeform 51531">
                <a:extLst>
                  <a:ext uri="{FF2B5EF4-FFF2-40B4-BE49-F238E27FC236}">
                    <a16:creationId xmlns:a16="http://schemas.microsoft.com/office/drawing/2014/main" id="{58D1DAEC-543A-975B-955A-53452F13E183}"/>
                  </a:ext>
                </a:extLst>
              </p:cNvPr>
              <p:cNvSpPr/>
              <p:nvPr/>
            </p:nvSpPr>
            <p:spPr>
              <a:xfrm>
                <a:off x="8067727" y="5710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3" name="Freeform 51532">
                <a:extLst>
                  <a:ext uri="{FF2B5EF4-FFF2-40B4-BE49-F238E27FC236}">
                    <a16:creationId xmlns:a16="http://schemas.microsoft.com/office/drawing/2014/main" id="{89FE8929-0DCE-EF18-1F0D-9647CBE3B8CD}"/>
                  </a:ext>
                </a:extLst>
              </p:cNvPr>
              <p:cNvSpPr/>
              <p:nvPr/>
            </p:nvSpPr>
            <p:spPr>
              <a:xfrm>
                <a:off x="8068223" y="5871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4" name="Freeform 51533">
                <a:extLst>
                  <a:ext uri="{FF2B5EF4-FFF2-40B4-BE49-F238E27FC236}">
                    <a16:creationId xmlns:a16="http://schemas.microsoft.com/office/drawing/2014/main" id="{E1C2B6B3-BF6F-9F55-5446-331A5E39F981}"/>
                  </a:ext>
                </a:extLst>
              </p:cNvPr>
              <p:cNvSpPr/>
              <p:nvPr/>
            </p:nvSpPr>
            <p:spPr>
              <a:xfrm>
                <a:off x="8068818" y="589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5" name="Freeform 51534">
                <a:extLst>
                  <a:ext uri="{FF2B5EF4-FFF2-40B4-BE49-F238E27FC236}">
                    <a16:creationId xmlns:a16="http://schemas.microsoft.com/office/drawing/2014/main" id="{C038DBB3-0542-F1D5-ADCC-0B726689455E}"/>
                  </a:ext>
                </a:extLst>
              </p:cNvPr>
              <p:cNvSpPr/>
              <p:nvPr/>
            </p:nvSpPr>
            <p:spPr>
              <a:xfrm>
                <a:off x="8069314" y="5897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6" name="Freeform 51535">
                <a:extLst>
                  <a:ext uri="{FF2B5EF4-FFF2-40B4-BE49-F238E27FC236}">
                    <a16:creationId xmlns:a16="http://schemas.microsoft.com/office/drawing/2014/main" id="{FDF01E89-A648-1360-2312-B87C87D9A494}"/>
                  </a:ext>
                </a:extLst>
              </p:cNvPr>
              <p:cNvSpPr/>
              <p:nvPr/>
            </p:nvSpPr>
            <p:spPr>
              <a:xfrm>
                <a:off x="8069810" y="5889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7" name="Freeform 51536">
                <a:extLst>
                  <a:ext uri="{FF2B5EF4-FFF2-40B4-BE49-F238E27FC236}">
                    <a16:creationId xmlns:a16="http://schemas.microsoft.com/office/drawing/2014/main" id="{24D71F24-D911-2876-F405-04043533D97D}"/>
                  </a:ext>
                </a:extLst>
              </p:cNvPr>
              <p:cNvSpPr/>
              <p:nvPr/>
            </p:nvSpPr>
            <p:spPr>
              <a:xfrm>
                <a:off x="8070306" y="5885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8" name="Freeform 51537">
                <a:extLst>
                  <a:ext uri="{FF2B5EF4-FFF2-40B4-BE49-F238E27FC236}">
                    <a16:creationId xmlns:a16="http://schemas.microsoft.com/office/drawing/2014/main" id="{35D21D32-BC84-7CF9-EE41-C7DF813556D5}"/>
                  </a:ext>
                </a:extLst>
              </p:cNvPr>
              <p:cNvSpPr/>
              <p:nvPr/>
            </p:nvSpPr>
            <p:spPr>
              <a:xfrm>
                <a:off x="8070902" y="5912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39" name="Freeform 51538">
                <a:extLst>
                  <a:ext uri="{FF2B5EF4-FFF2-40B4-BE49-F238E27FC236}">
                    <a16:creationId xmlns:a16="http://schemas.microsoft.com/office/drawing/2014/main" id="{D115D959-22CA-1625-888D-5FEB0784F43E}"/>
                  </a:ext>
                </a:extLst>
              </p:cNvPr>
              <p:cNvSpPr/>
              <p:nvPr/>
            </p:nvSpPr>
            <p:spPr>
              <a:xfrm>
                <a:off x="8071398" y="5914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0" name="Freeform 51539">
                <a:extLst>
                  <a:ext uri="{FF2B5EF4-FFF2-40B4-BE49-F238E27FC236}">
                    <a16:creationId xmlns:a16="http://schemas.microsoft.com/office/drawing/2014/main" id="{65C177D5-5426-1E7D-D114-238974FBB7A2}"/>
                  </a:ext>
                </a:extLst>
              </p:cNvPr>
              <p:cNvSpPr/>
              <p:nvPr/>
            </p:nvSpPr>
            <p:spPr>
              <a:xfrm>
                <a:off x="8071894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1" name="Freeform 51540">
                <a:extLst>
                  <a:ext uri="{FF2B5EF4-FFF2-40B4-BE49-F238E27FC236}">
                    <a16:creationId xmlns:a16="http://schemas.microsoft.com/office/drawing/2014/main" id="{A01CBF39-18EC-7A93-EF14-A26441BCA152}"/>
                  </a:ext>
                </a:extLst>
              </p:cNvPr>
              <p:cNvSpPr/>
              <p:nvPr/>
            </p:nvSpPr>
            <p:spPr>
              <a:xfrm>
                <a:off x="8072489" y="5702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2" name="Freeform 51541">
                <a:extLst>
                  <a:ext uri="{FF2B5EF4-FFF2-40B4-BE49-F238E27FC236}">
                    <a16:creationId xmlns:a16="http://schemas.microsoft.com/office/drawing/2014/main" id="{750308FB-7D20-0A65-C1EB-C4BA2B2A153E}"/>
                  </a:ext>
                </a:extLst>
              </p:cNvPr>
              <p:cNvSpPr/>
              <p:nvPr/>
            </p:nvSpPr>
            <p:spPr>
              <a:xfrm>
                <a:off x="8072985" y="5665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3" name="Freeform 51542">
                <a:extLst>
                  <a:ext uri="{FF2B5EF4-FFF2-40B4-BE49-F238E27FC236}">
                    <a16:creationId xmlns:a16="http://schemas.microsoft.com/office/drawing/2014/main" id="{0ECA9BF2-BB38-D591-F563-A9FF387DAFAF}"/>
                  </a:ext>
                </a:extLst>
              </p:cNvPr>
              <p:cNvSpPr/>
              <p:nvPr/>
            </p:nvSpPr>
            <p:spPr>
              <a:xfrm>
                <a:off x="8073481" y="5703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4" name="Freeform 51543">
                <a:extLst>
                  <a:ext uri="{FF2B5EF4-FFF2-40B4-BE49-F238E27FC236}">
                    <a16:creationId xmlns:a16="http://schemas.microsoft.com/office/drawing/2014/main" id="{90A60C97-7FF8-EF20-AD73-64C81D3E7E76}"/>
                  </a:ext>
                </a:extLst>
              </p:cNvPr>
              <p:cNvSpPr/>
              <p:nvPr/>
            </p:nvSpPr>
            <p:spPr>
              <a:xfrm>
                <a:off x="8074077" y="572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5" name="Freeform 51544">
                <a:extLst>
                  <a:ext uri="{FF2B5EF4-FFF2-40B4-BE49-F238E27FC236}">
                    <a16:creationId xmlns:a16="http://schemas.microsoft.com/office/drawing/2014/main" id="{3EFDFAC9-F186-633A-5DA9-B0A83C91F6F8}"/>
                  </a:ext>
                </a:extLst>
              </p:cNvPr>
              <p:cNvSpPr/>
              <p:nvPr/>
            </p:nvSpPr>
            <p:spPr>
              <a:xfrm>
                <a:off x="8074573" y="571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6" name="Freeform 51545">
                <a:extLst>
                  <a:ext uri="{FF2B5EF4-FFF2-40B4-BE49-F238E27FC236}">
                    <a16:creationId xmlns:a16="http://schemas.microsoft.com/office/drawing/2014/main" id="{BEE06B1D-BA49-3988-7B5B-3D8AC338F6AD}"/>
                  </a:ext>
                </a:extLst>
              </p:cNvPr>
              <p:cNvSpPr/>
              <p:nvPr/>
            </p:nvSpPr>
            <p:spPr>
              <a:xfrm>
                <a:off x="8075069" y="5692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7" name="Freeform 51546">
                <a:extLst>
                  <a:ext uri="{FF2B5EF4-FFF2-40B4-BE49-F238E27FC236}">
                    <a16:creationId xmlns:a16="http://schemas.microsoft.com/office/drawing/2014/main" id="{096D88AF-8CD3-744F-CE0A-D6578E62419A}"/>
                  </a:ext>
                </a:extLst>
              </p:cNvPr>
              <p:cNvSpPr/>
              <p:nvPr/>
            </p:nvSpPr>
            <p:spPr>
              <a:xfrm>
                <a:off x="8075664" y="5682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8" name="Freeform 51547">
                <a:extLst>
                  <a:ext uri="{FF2B5EF4-FFF2-40B4-BE49-F238E27FC236}">
                    <a16:creationId xmlns:a16="http://schemas.microsoft.com/office/drawing/2014/main" id="{B6556109-EBD6-2615-4206-D49087F81150}"/>
                  </a:ext>
                </a:extLst>
              </p:cNvPr>
              <p:cNvSpPr/>
              <p:nvPr/>
            </p:nvSpPr>
            <p:spPr>
              <a:xfrm>
                <a:off x="8076160" y="5647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49" name="Freeform 51548">
                <a:extLst>
                  <a:ext uri="{FF2B5EF4-FFF2-40B4-BE49-F238E27FC236}">
                    <a16:creationId xmlns:a16="http://schemas.microsoft.com/office/drawing/2014/main" id="{05E2F15B-F909-E33B-38AD-6D3A31298B5C}"/>
                  </a:ext>
                </a:extLst>
              </p:cNvPr>
              <p:cNvSpPr/>
              <p:nvPr/>
            </p:nvSpPr>
            <p:spPr>
              <a:xfrm>
                <a:off x="8076656" y="5620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0" name="Freeform 51549">
                <a:extLst>
                  <a:ext uri="{FF2B5EF4-FFF2-40B4-BE49-F238E27FC236}">
                    <a16:creationId xmlns:a16="http://schemas.microsoft.com/office/drawing/2014/main" id="{D1E12F76-5362-D43D-5096-33BDDE87EF08}"/>
                  </a:ext>
                </a:extLst>
              </p:cNvPr>
              <p:cNvSpPr/>
              <p:nvPr/>
            </p:nvSpPr>
            <p:spPr>
              <a:xfrm>
                <a:off x="8077252" y="55826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1" name="Freeform 51550">
                <a:extLst>
                  <a:ext uri="{FF2B5EF4-FFF2-40B4-BE49-F238E27FC236}">
                    <a16:creationId xmlns:a16="http://schemas.microsoft.com/office/drawing/2014/main" id="{AB92288B-9B41-BC49-4FDE-1E3780F8F0EF}"/>
                  </a:ext>
                </a:extLst>
              </p:cNvPr>
              <p:cNvSpPr/>
              <p:nvPr/>
            </p:nvSpPr>
            <p:spPr>
              <a:xfrm>
                <a:off x="8077748" y="55458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2" name="Freeform 51551">
                <a:extLst>
                  <a:ext uri="{FF2B5EF4-FFF2-40B4-BE49-F238E27FC236}">
                    <a16:creationId xmlns:a16="http://schemas.microsoft.com/office/drawing/2014/main" id="{5B9854A7-A40E-D0BE-4A36-F6CFACDC881A}"/>
                  </a:ext>
                </a:extLst>
              </p:cNvPr>
              <p:cNvSpPr/>
              <p:nvPr/>
            </p:nvSpPr>
            <p:spPr>
              <a:xfrm>
                <a:off x="8078244" y="55357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3" name="Freeform 51552">
                <a:extLst>
                  <a:ext uri="{FF2B5EF4-FFF2-40B4-BE49-F238E27FC236}">
                    <a16:creationId xmlns:a16="http://schemas.microsoft.com/office/drawing/2014/main" id="{C3E8BC22-47AA-AF24-B887-BA794CA47D32}"/>
                  </a:ext>
                </a:extLst>
              </p:cNvPr>
              <p:cNvSpPr/>
              <p:nvPr/>
            </p:nvSpPr>
            <p:spPr>
              <a:xfrm>
                <a:off x="8078839" y="55471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4" name="Freeform 51553">
                <a:extLst>
                  <a:ext uri="{FF2B5EF4-FFF2-40B4-BE49-F238E27FC236}">
                    <a16:creationId xmlns:a16="http://schemas.microsoft.com/office/drawing/2014/main" id="{60BADF76-9723-1F98-29BE-CF5A70F56B27}"/>
                  </a:ext>
                </a:extLst>
              </p:cNvPr>
              <p:cNvSpPr/>
              <p:nvPr/>
            </p:nvSpPr>
            <p:spPr>
              <a:xfrm>
                <a:off x="8079335" y="55544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5" name="Freeform 51554">
                <a:extLst>
                  <a:ext uri="{FF2B5EF4-FFF2-40B4-BE49-F238E27FC236}">
                    <a16:creationId xmlns:a16="http://schemas.microsoft.com/office/drawing/2014/main" id="{3F7A6979-4F78-8012-75B0-02773337AAF1}"/>
                  </a:ext>
                </a:extLst>
              </p:cNvPr>
              <p:cNvSpPr/>
              <p:nvPr/>
            </p:nvSpPr>
            <p:spPr>
              <a:xfrm>
                <a:off x="8079831" y="55646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6" name="Freeform 51555">
                <a:extLst>
                  <a:ext uri="{FF2B5EF4-FFF2-40B4-BE49-F238E27FC236}">
                    <a16:creationId xmlns:a16="http://schemas.microsoft.com/office/drawing/2014/main" id="{FF6196B8-F9DE-7504-3CB0-B25716257E29}"/>
                  </a:ext>
                </a:extLst>
              </p:cNvPr>
              <p:cNvSpPr/>
              <p:nvPr/>
            </p:nvSpPr>
            <p:spPr>
              <a:xfrm>
                <a:off x="8080427" y="5690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7" name="Freeform 51556">
                <a:extLst>
                  <a:ext uri="{FF2B5EF4-FFF2-40B4-BE49-F238E27FC236}">
                    <a16:creationId xmlns:a16="http://schemas.microsoft.com/office/drawing/2014/main" id="{717F3BA0-3588-8D85-0A4C-580F351D122E}"/>
                  </a:ext>
                </a:extLst>
              </p:cNvPr>
              <p:cNvSpPr/>
              <p:nvPr/>
            </p:nvSpPr>
            <p:spPr>
              <a:xfrm>
                <a:off x="8080923" y="5838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8" name="Freeform 51557">
                <a:extLst>
                  <a:ext uri="{FF2B5EF4-FFF2-40B4-BE49-F238E27FC236}">
                    <a16:creationId xmlns:a16="http://schemas.microsoft.com/office/drawing/2014/main" id="{3D0406C1-04BC-A51E-6691-D53E9CE42065}"/>
                  </a:ext>
                </a:extLst>
              </p:cNvPr>
              <p:cNvSpPr/>
              <p:nvPr/>
            </p:nvSpPr>
            <p:spPr>
              <a:xfrm>
                <a:off x="8081419" y="58777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59" name="Freeform 51558">
                <a:extLst>
                  <a:ext uri="{FF2B5EF4-FFF2-40B4-BE49-F238E27FC236}">
                    <a16:creationId xmlns:a16="http://schemas.microsoft.com/office/drawing/2014/main" id="{65FB290D-1DAF-F027-C6DE-3E83601E5763}"/>
                  </a:ext>
                </a:extLst>
              </p:cNvPr>
              <p:cNvSpPr/>
              <p:nvPr/>
            </p:nvSpPr>
            <p:spPr>
              <a:xfrm>
                <a:off x="8081915" y="5867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0" name="Freeform 51559">
                <a:extLst>
                  <a:ext uri="{FF2B5EF4-FFF2-40B4-BE49-F238E27FC236}">
                    <a16:creationId xmlns:a16="http://schemas.microsoft.com/office/drawing/2014/main" id="{FE609D11-BD2F-6576-88A7-47BB642E3657}"/>
                  </a:ext>
                </a:extLst>
              </p:cNvPr>
              <p:cNvSpPr/>
              <p:nvPr/>
            </p:nvSpPr>
            <p:spPr>
              <a:xfrm>
                <a:off x="8082510" y="5860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1" name="Freeform 51560">
                <a:extLst>
                  <a:ext uri="{FF2B5EF4-FFF2-40B4-BE49-F238E27FC236}">
                    <a16:creationId xmlns:a16="http://schemas.microsoft.com/office/drawing/2014/main" id="{243AD9F8-9D51-696B-1DFC-AE3325F5E8A9}"/>
                  </a:ext>
                </a:extLst>
              </p:cNvPr>
              <p:cNvSpPr/>
              <p:nvPr/>
            </p:nvSpPr>
            <p:spPr>
              <a:xfrm>
                <a:off x="8083006" y="5858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2" name="Freeform 51561">
                <a:extLst>
                  <a:ext uri="{FF2B5EF4-FFF2-40B4-BE49-F238E27FC236}">
                    <a16:creationId xmlns:a16="http://schemas.microsoft.com/office/drawing/2014/main" id="{49DBB487-DBB2-E916-9CBD-ADF3DC827032}"/>
                  </a:ext>
                </a:extLst>
              </p:cNvPr>
              <p:cNvSpPr/>
              <p:nvPr/>
            </p:nvSpPr>
            <p:spPr>
              <a:xfrm>
                <a:off x="8083502" y="58450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3" name="Freeform 51562">
                <a:extLst>
                  <a:ext uri="{FF2B5EF4-FFF2-40B4-BE49-F238E27FC236}">
                    <a16:creationId xmlns:a16="http://schemas.microsoft.com/office/drawing/2014/main" id="{C4A5565D-3AC4-9AE9-D994-0094C78D5D2B}"/>
                  </a:ext>
                </a:extLst>
              </p:cNvPr>
              <p:cNvSpPr/>
              <p:nvPr/>
            </p:nvSpPr>
            <p:spPr>
              <a:xfrm>
                <a:off x="8084098" y="5816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4" name="Freeform 51563">
                <a:extLst>
                  <a:ext uri="{FF2B5EF4-FFF2-40B4-BE49-F238E27FC236}">
                    <a16:creationId xmlns:a16="http://schemas.microsoft.com/office/drawing/2014/main" id="{3F49EA1A-3D53-B974-45CB-5EB6BC2EEB39}"/>
                  </a:ext>
                </a:extLst>
              </p:cNvPr>
              <p:cNvSpPr/>
              <p:nvPr/>
            </p:nvSpPr>
            <p:spPr>
              <a:xfrm>
                <a:off x="8084594" y="5761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5" name="Freeform 51564">
                <a:extLst>
                  <a:ext uri="{FF2B5EF4-FFF2-40B4-BE49-F238E27FC236}">
                    <a16:creationId xmlns:a16="http://schemas.microsoft.com/office/drawing/2014/main" id="{688CF255-75D8-1C37-65D8-9E57B298A495}"/>
                  </a:ext>
                </a:extLst>
              </p:cNvPr>
              <p:cNvSpPr/>
              <p:nvPr/>
            </p:nvSpPr>
            <p:spPr>
              <a:xfrm>
                <a:off x="8085090" y="57091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6" name="Freeform 51565">
                <a:extLst>
                  <a:ext uri="{FF2B5EF4-FFF2-40B4-BE49-F238E27FC236}">
                    <a16:creationId xmlns:a16="http://schemas.microsoft.com/office/drawing/2014/main" id="{BA4B5519-9D39-80D3-C0B6-FE32BD9D32A4}"/>
                  </a:ext>
                </a:extLst>
              </p:cNvPr>
              <p:cNvSpPr/>
              <p:nvPr/>
            </p:nvSpPr>
            <p:spPr>
              <a:xfrm>
                <a:off x="8085685" y="5709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7" name="Freeform 51566">
                <a:extLst>
                  <a:ext uri="{FF2B5EF4-FFF2-40B4-BE49-F238E27FC236}">
                    <a16:creationId xmlns:a16="http://schemas.microsoft.com/office/drawing/2014/main" id="{8AD8044F-AF87-5EC9-9BED-FFE54A00F61C}"/>
                  </a:ext>
                </a:extLst>
              </p:cNvPr>
              <p:cNvSpPr/>
              <p:nvPr/>
            </p:nvSpPr>
            <p:spPr>
              <a:xfrm>
                <a:off x="8086181" y="5725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8" name="Freeform 51567">
                <a:extLst>
                  <a:ext uri="{FF2B5EF4-FFF2-40B4-BE49-F238E27FC236}">
                    <a16:creationId xmlns:a16="http://schemas.microsoft.com/office/drawing/2014/main" id="{47B5B739-6B9D-099F-E9E8-4C6E5D52BEBC}"/>
                  </a:ext>
                </a:extLst>
              </p:cNvPr>
              <p:cNvSpPr/>
              <p:nvPr/>
            </p:nvSpPr>
            <p:spPr>
              <a:xfrm>
                <a:off x="8086677" y="5739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69" name="Freeform 51568">
                <a:extLst>
                  <a:ext uri="{FF2B5EF4-FFF2-40B4-BE49-F238E27FC236}">
                    <a16:creationId xmlns:a16="http://schemas.microsoft.com/office/drawing/2014/main" id="{12FA95E2-CA53-C04C-E743-D823FEF2AFBC}"/>
                  </a:ext>
                </a:extLst>
              </p:cNvPr>
              <p:cNvSpPr/>
              <p:nvPr/>
            </p:nvSpPr>
            <p:spPr>
              <a:xfrm>
                <a:off x="8087273" y="5736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0" name="Freeform 51569">
                <a:extLst>
                  <a:ext uri="{FF2B5EF4-FFF2-40B4-BE49-F238E27FC236}">
                    <a16:creationId xmlns:a16="http://schemas.microsoft.com/office/drawing/2014/main" id="{4E9F7E28-5871-B514-85D0-F69F2214EBE9}"/>
                  </a:ext>
                </a:extLst>
              </p:cNvPr>
              <p:cNvSpPr/>
              <p:nvPr/>
            </p:nvSpPr>
            <p:spPr>
              <a:xfrm>
                <a:off x="8087769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1" name="Freeform 51570">
                <a:extLst>
                  <a:ext uri="{FF2B5EF4-FFF2-40B4-BE49-F238E27FC236}">
                    <a16:creationId xmlns:a16="http://schemas.microsoft.com/office/drawing/2014/main" id="{9BB46FF0-5C59-59BD-7072-BBE3F413E5A0}"/>
                  </a:ext>
                </a:extLst>
              </p:cNvPr>
              <p:cNvSpPr/>
              <p:nvPr/>
            </p:nvSpPr>
            <p:spPr>
              <a:xfrm>
                <a:off x="8088265" y="57156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2" name="Freeform 51571">
                <a:extLst>
                  <a:ext uri="{FF2B5EF4-FFF2-40B4-BE49-F238E27FC236}">
                    <a16:creationId xmlns:a16="http://schemas.microsoft.com/office/drawing/2014/main" id="{F7E1E5ED-62B5-4DCE-A807-C20D5D102719}"/>
                  </a:ext>
                </a:extLst>
              </p:cNvPr>
              <p:cNvSpPr/>
              <p:nvPr/>
            </p:nvSpPr>
            <p:spPr>
              <a:xfrm>
                <a:off x="8088860" y="5731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3" name="Freeform 51572">
                <a:extLst>
                  <a:ext uri="{FF2B5EF4-FFF2-40B4-BE49-F238E27FC236}">
                    <a16:creationId xmlns:a16="http://schemas.microsoft.com/office/drawing/2014/main" id="{53FBEE11-3C71-D237-0276-FCD20A909BE6}"/>
                  </a:ext>
                </a:extLst>
              </p:cNvPr>
              <p:cNvSpPr/>
              <p:nvPr/>
            </p:nvSpPr>
            <p:spPr>
              <a:xfrm>
                <a:off x="8089356" y="5712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4" name="Freeform 51573">
                <a:extLst>
                  <a:ext uri="{FF2B5EF4-FFF2-40B4-BE49-F238E27FC236}">
                    <a16:creationId xmlns:a16="http://schemas.microsoft.com/office/drawing/2014/main" id="{726FF296-E298-FE6F-23F5-AADB071437E7}"/>
                  </a:ext>
                </a:extLst>
              </p:cNvPr>
              <p:cNvSpPr/>
              <p:nvPr/>
            </p:nvSpPr>
            <p:spPr>
              <a:xfrm>
                <a:off x="8089852" y="56842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5" name="Freeform 51574">
                <a:extLst>
                  <a:ext uri="{FF2B5EF4-FFF2-40B4-BE49-F238E27FC236}">
                    <a16:creationId xmlns:a16="http://schemas.microsoft.com/office/drawing/2014/main" id="{54E8946D-660C-23B0-9471-28ED809E6544}"/>
                  </a:ext>
                </a:extLst>
              </p:cNvPr>
              <p:cNvSpPr/>
              <p:nvPr/>
            </p:nvSpPr>
            <p:spPr>
              <a:xfrm>
                <a:off x="8090448" y="56515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6" name="Freeform 51575">
                <a:extLst>
                  <a:ext uri="{FF2B5EF4-FFF2-40B4-BE49-F238E27FC236}">
                    <a16:creationId xmlns:a16="http://schemas.microsoft.com/office/drawing/2014/main" id="{00629C35-6DA4-3BE3-6758-47995274458D}"/>
                  </a:ext>
                </a:extLst>
              </p:cNvPr>
              <p:cNvSpPr/>
              <p:nvPr/>
            </p:nvSpPr>
            <p:spPr>
              <a:xfrm>
                <a:off x="8090944" y="5676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7" name="Freeform 51576">
                <a:extLst>
                  <a:ext uri="{FF2B5EF4-FFF2-40B4-BE49-F238E27FC236}">
                    <a16:creationId xmlns:a16="http://schemas.microsoft.com/office/drawing/2014/main" id="{8F7859DF-587A-AC77-0A61-88FB53C03D54}"/>
                  </a:ext>
                </a:extLst>
              </p:cNvPr>
              <p:cNvSpPr/>
              <p:nvPr/>
            </p:nvSpPr>
            <p:spPr>
              <a:xfrm>
                <a:off x="8091440" y="5702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8" name="Freeform 51577">
                <a:extLst>
                  <a:ext uri="{FF2B5EF4-FFF2-40B4-BE49-F238E27FC236}">
                    <a16:creationId xmlns:a16="http://schemas.microsoft.com/office/drawing/2014/main" id="{A308431B-16E5-7C9D-3E4E-ED8CF4CB7209}"/>
                  </a:ext>
                </a:extLst>
              </p:cNvPr>
              <p:cNvSpPr/>
              <p:nvPr/>
            </p:nvSpPr>
            <p:spPr>
              <a:xfrm>
                <a:off x="8092035" y="5714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79" name="Freeform 51578">
                <a:extLst>
                  <a:ext uri="{FF2B5EF4-FFF2-40B4-BE49-F238E27FC236}">
                    <a16:creationId xmlns:a16="http://schemas.microsoft.com/office/drawing/2014/main" id="{BDF34A9F-8FD1-48B7-D019-4A3D6B13628F}"/>
                  </a:ext>
                </a:extLst>
              </p:cNvPr>
              <p:cNvSpPr/>
              <p:nvPr/>
            </p:nvSpPr>
            <p:spPr>
              <a:xfrm>
                <a:off x="8092531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0" name="Freeform 51579">
                <a:extLst>
                  <a:ext uri="{FF2B5EF4-FFF2-40B4-BE49-F238E27FC236}">
                    <a16:creationId xmlns:a16="http://schemas.microsoft.com/office/drawing/2014/main" id="{64E4884A-5E13-336D-594B-6CAF3CA5FED6}"/>
                  </a:ext>
                </a:extLst>
              </p:cNvPr>
              <p:cNvSpPr/>
              <p:nvPr/>
            </p:nvSpPr>
            <p:spPr>
              <a:xfrm>
                <a:off x="8093027" y="5781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1" name="Freeform 51580">
                <a:extLst>
                  <a:ext uri="{FF2B5EF4-FFF2-40B4-BE49-F238E27FC236}">
                    <a16:creationId xmlns:a16="http://schemas.microsoft.com/office/drawing/2014/main" id="{EBD48ADB-3FBC-5C14-C714-5C78FE6A8668}"/>
                  </a:ext>
                </a:extLst>
              </p:cNvPr>
              <p:cNvSpPr/>
              <p:nvPr/>
            </p:nvSpPr>
            <p:spPr>
              <a:xfrm>
                <a:off x="8093623" y="5892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2" name="Freeform 51581">
                <a:extLst>
                  <a:ext uri="{FF2B5EF4-FFF2-40B4-BE49-F238E27FC236}">
                    <a16:creationId xmlns:a16="http://schemas.microsoft.com/office/drawing/2014/main" id="{67FE90E2-AFD6-35E6-2E4F-76C35C76B71E}"/>
                  </a:ext>
                </a:extLst>
              </p:cNvPr>
              <p:cNvSpPr/>
              <p:nvPr/>
            </p:nvSpPr>
            <p:spPr>
              <a:xfrm>
                <a:off x="8094119" y="5915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3" name="Freeform 51582">
                <a:extLst>
                  <a:ext uri="{FF2B5EF4-FFF2-40B4-BE49-F238E27FC236}">
                    <a16:creationId xmlns:a16="http://schemas.microsoft.com/office/drawing/2014/main" id="{98E1E620-9824-183E-128B-FCFCFAC905DF}"/>
                  </a:ext>
                </a:extLst>
              </p:cNvPr>
              <p:cNvSpPr/>
              <p:nvPr/>
            </p:nvSpPr>
            <p:spPr>
              <a:xfrm>
                <a:off x="8094615" y="5915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4" name="Freeform 51583">
                <a:extLst>
                  <a:ext uri="{FF2B5EF4-FFF2-40B4-BE49-F238E27FC236}">
                    <a16:creationId xmlns:a16="http://schemas.microsoft.com/office/drawing/2014/main" id="{D38FE841-BBD8-CB37-B98C-D336C4F12BED}"/>
                  </a:ext>
                </a:extLst>
              </p:cNvPr>
              <p:cNvSpPr/>
              <p:nvPr/>
            </p:nvSpPr>
            <p:spPr>
              <a:xfrm>
                <a:off x="8095111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5" name="Freeform 51584">
                <a:extLst>
                  <a:ext uri="{FF2B5EF4-FFF2-40B4-BE49-F238E27FC236}">
                    <a16:creationId xmlns:a16="http://schemas.microsoft.com/office/drawing/2014/main" id="{B6D4BF28-4B9C-9C04-E5B6-C2F307B178DB}"/>
                  </a:ext>
                </a:extLst>
              </p:cNvPr>
              <p:cNvSpPr/>
              <p:nvPr/>
            </p:nvSpPr>
            <p:spPr>
              <a:xfrm>
                <a:off x="8095706" y="5918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6" name="Freeform 51585">
                <a:extLst>
                  <a:ext uri="{FF2B5EF4-FFF2-40B4-BE49-F238E27FC236}">
                    <a16:creationId xmlns:a16="http://schemas.microsoft.com/office/drawing/2014/main" id="{243011D0-79CE-65E2-AC93-0DA3AFC6EC09}"/>
                  </a:ext>
                </a:extLst>
              </p:cNvPr>
              <p:cNvSpPr/>
              <p:nvPr/>
            </p:nvSpPr>
            <p:spPr>
              <a:xfrm>
                <a:off x="8096202" y="5921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7" name="Freeform 51586">
                <a:extLst>
                  <a:ext uri="{FF2B5EF4-FFF2-40B4-BE49-F238E27FC236}">
                    <a16:creationId xmlns:a16="http://schemas.microsoft.com/office/drawing/2014/main" id="{2A587271-0D9E-10DF-4441-24D3B51229D9}"/>
                  </a:ext>
                </a:extLst>
              </p:cNvPr>
              <p:cNvSpPr/>
              <p:nvPr/>
            </p:nvSpPr>
            <p:spPr>
              <a:xfrm>
                <a:off x="8096698" y="5919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8" name="Freeform 51587">
                <a:extLst>
                  <a:ext uri="{FF2B5EF4-FFF2-40B4-BE49-F238E27FC236}">
                    <a16:creationId xmlns:a16="http://schemas.microsoft.com/office/drawing/2014/main" id="{7AAA8A9D-B30C-B8B3-CB0A-70447A86B4C0}"/>
                  </a:ext>
                </a:extLst>
              </p:cNvPr>
              <p:cNvSpPr/>
              <p:nvPr/>
            </p:nvSpPr>
            <p:spPr>
              <a:xfrm>
                <a:off x="8097294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89" name="Freeform 51588">
                <a:extLst>
                  <a:ext uri="{FF2B5EF4-FFF2-40B4-BE49-F238E27FC236}">
                    <a16:creationId xmlns:a16="http://schemas.microsoft.com/office/drawing/2014/main" id="{75445FF4-EEDF-9B2A-E8A9-1778E3514EE8}"/>
                  </a:ext>
                </a:extLst>
              </p:cNvPr>
              <p:cNvSpPr/>
              <p:nvPr/>
            </p:nvSpPr>
            <p:spPr>
              <a:xfrm>
                <a:off x="8097790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0" name="Freeform 51589">
                <a:extLst>
                  <a:ext uri="{FF2B5EF4-FFF2-40B4-BE49-F238E27FC236}">
                    <a16:creationId xmlns:a16="http://schemas.microsoft.com/office/drawing/2014/main" id="{97062FA9-41AD-EDB2-14F0-4FE204F5BB0B}"/>
                  </a:ext>
                </a:extLst>
              </p:cNvPr>
              <p:cNvSpPr/>
              <p:nvPr/>
            </p:nvSpPr>
            <p:spPr>
              <a:xfrm>
                <a:off x="8098286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1" name="Freeform 51590">
                <a:extLst>
                  <a:ext uri="{FF2B5EF4-FFF2-40B4-BE49-F238E27FC236}">
                    <a16:creationId xmlns:a16="http://schemas.microsoft.com/office/drawing/2014/main" id="{A8CAC6FA-DEE2-FDBB-F742-11B669692171}"/>
                  </a:ext>
                </a:extLst>
              </p:cNvPr>
              <p:cNvSpPr/>
              <p:nvPr/>
            </p:nvSpPr>
            <p:spPr>
              <a:xfrm>
                <a:off x="8098881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2" name="Freeform 51591">
                <a:extLst>
                  <a:ext uri="{FF2B5EF4-FFF2-40B4-BE49-F238E27FC236}">
                    <a16:creationId xmlns:a16="http://schemas.microsoft.com/office/drawing/2014/main" id="{B6EE9E56-0642-3CE8-C883-451A53DAB1B4}"/>
                  </a:ext>
                </a:extLst>
              </p:cNvPr>
              <p:cNvSpPr/>
              <p:nvPr/>
            </p:nvSpPr>
            <p:spPr>
              <a:xfrm>
                <a:off x="8099377" y="5818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3" name="Freeform 51592">
                <a:extLst>
                  <a:ext uri="{FF2B5EF4-FFF2-40B4-BE49-F238E27FC236}">
                    <a16:creationId xmlns:a16="http://schemas.microsoft.com/office/drawing/2014/main" id="{91CED855-FBF1-E5E1-AFC1-9F1FF54EE27F}"/>
                  </a:ext>
                </a:extLst>
              </p:cNvPr>
              <p:cNvSpPr/>
              <p:nvPr/>
            </p:nvSpPr>
            <p:spPr>
              <a:xfrm>
                <a:off x="8099873" y="58136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4" name="Freeform 51593">
                <a:extLst>
                  <a:ext uri="{FF2B5EF4-FFF2-40B4-BE49-F238E27FC236}">
                    <a16:creationId xmlns:a16="http://schemas.microsoft.com/office/drawing/2014/main" id="{627B35C4-F0CB-73E3-DBDD-25772FF9F47A}"/>
                  </a:ext>
                </a:extLst>
              </p:cNvPr>
              <p:cNvSpPr/>
              <p:nvPr/>
            </p:nvSpPr>
            <p:spPr>
              <a:xfrm>
                <a:off x="8100469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5" name="Freeform 51594">
                <a:extLst>
                  <a:ext uri="{FF2B5EF4-FFF2-40B4-BE49-F238E27FC236}">
                    <a16:creationId xmlns:a16="http://schemas.microsoft.com/office/drawing/2014/main" id="{D51E97E0-C1BB-BCD5-8ACC-70F7407911EE}"/>
                  </a:ext>
                </a:extLst>
              </p:cNvPr>
              <p:cNvSpPr/>
              <p:nvPr/>
            </p:nvSpPr>
            <p:spPr>
              <a:xfrm>
                <a:off x="8100965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6" name="Freeform 51595">
                <a:extLst>
                  <a:ext uri="{FF2B5EF4-FFF2-40B4-BE49-F238E27FC236}">
                    <a16:creationId xmlns:a16="http://schemas.microsoft.com/office/drawing/2014/main" id="{EC332CF4-E965-DEE4-40FF-3B3F40555260}"/>
                  </a:ext>
                </a:extLst>
              </p:cNvPr>
              <p:cNvSpPr/>
              <p:nvPr/>
            </p:nvSpPr>
            <p:spPr>
              <a:xfrm>
                <a:off x="8101461" y="5775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7" name="Freeform 51596">
                <a:extLst>
                  <a:ext uri="{FF2B5EF4-FFF2-40B4-BE49-F238E27FC236}">
                    <a16:creationId xmlns:a16="http://schemas.microsoft.com/office/drawing/2014/main" id="{F7DF8858-CB85-7157-A8F5-E64FA21DFD94}"/>
                  </a:ext>
                </a:extLst>
              </p:cNvPr>
              <p:cNvSpPr/>
              <p:nvPr/>
            </p:nvSpPr>
            <p:spPr>
              <a:xfrm>
                <a:off x="8102056" y="5820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8" name="Freeform 51597">
                <a:extLst>
                  <a:ext uri="{FF2B5EF4-FFF2-40B4-BE49-F238E27FC236}">
                    <a16:creationId xmlns:a16="http://schemas.microsoft.com/office/drawing/2014/main" id="{70C4BCED-27F8-C6FF-6815-0B8F71F453C4}"/>
                  </a:ext>
                </a:extLst>
              </p:cNvPr>
              <p:cNvSpPr/>
              <p:nvPr/>
            </p:nvSpPr>
            <p:spPr>
              <a:xfrm>
                <a:off x="8102552" y="5821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99" name="Freeform 51598">
                <a:extLst>
                  <a:ext uri="{FF2B5EF4-FFF2-40B4-BE49-F238E27FC236}">
                    <a16:creationId xmlns:a16="http://schemas.microsoft.com/office/drawing/2014/main" id="{0B5716CC-FD1A-42C1-00A9-E2B4AAEBD79F}"/>
                  </a:ext>
                </a:extLst>
              </p:cNvPr>
              <p:cNvSpPr/>
              <p:nvPr/>
            </p:nvSpPr>
            <p:spPr>
              <a:xfrm>
                <a:off x="8103048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0" name="Freeform 51599">
                <a:extLst>
                  <a:ext uri="{FF2B5EF4-FFF2-40B4-BE49-F238E27FC236}">
                    <a16:creationId xmlns:a16="http://schemas.microsoft.com/office/drawing/2014/main" id="{472F3E7B-8207-5DD7-F072-3EDD3C79126E}"/>
                  </a:ext>
                </a:extLst>
              </p:cNvPr>
              <p:cNvSpPr/>
              <p:nvPr/>
            </p:nvSpPr>
            <p:spPr>
              <a:xfrm>
                <a:off x="8103644" y="5886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1" name="Freeform 51600">
                <a:extLst>
                  <a:ext uri="{FF2B5EF4-FFF2-40B4-BE49-F238E27FC236}">
                    <a16:creationId xmlns:a16="http://schemas.microsoft.com/office/drawing/2014/main" id="{5F7F4A68-6E61-C012-BC28-C28D00C78000}"/>
                  </a:ext>
                </a:extLst>
              </p:cNvPr>
              <p:cNvSpPr/>
              <p:nvPr/>
            </p:nvSpPr>
            <p:spPr>
              <a:xfrm>
                <a:off x="8104140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2" name="Freeform 51601">
                <a:extLst>
                  <a:ext uri="{FF2B5EF4-FFF2-40B4-BE49-F238E27FC236}">
                    <a16:creationId xmlns:a16="http://schemas.microsoft.com/office/drawing/2014/main" id="{4C3A1F14-FF61-00C5-5A93-CFAC761B64F4}"/>
                  </a:ext>
                </a:extLst>
              </p:cNvPr>
              <p:cNvSpPr/>
              <p:nvPr/>
            </p:nvSpPr>
            <p:spPr>
              <a:xfrm>
                <a:off x="8104636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3" name="Freeform 51602">
                <a:extLst>
                  <a:ext uri="{FF2B5EF4-FFF2-40B4-BE49-F238E27FC236}">
                    <a16:creationId xmlns:a16="http://schemas.microsoft.com/office/drawing/2014/main" id="{51B985E0-9EA4-2892-BD91-B2DF15ACBE41}"/>
                  </a:ext>
                </a:extLst>
              </p:cNvPr>
              <p:cNvSpPr/>
              <p:nvPr/>
            </p:nvSpPr>
            <p:spPr>
              <a:xfrm>
                <a:off x="8105231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4" name="Freeform 51603">
                <a:extLst>
                  <a:ext uri="{FF2B5EF4-FFF2-40B4-BE49-F238E27FC236}">
                    <a16:creationId xmlns:a16="http://schemas.microsoft.com/office/drawing/2014/main" id="{9397D168-E8A9-C47B-ED9A-5DDAA54D69A5}"/>
                  </a:ext>
                </a:extLst>
              </p:cNvPr>
              <p:cNvSpPr/>
              <p:nvPr/>
            </p:nvSpPr>
            <p:spPr>
              <a:xfrm>
                <a:off x="8105727" y="5961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5" name="Freeform 51604">
                <a:extLst>
                  <a:ext uri="{FF2B5EF4-FFF2-40B4-BE49-F238E27FC236}">
                    <a16:creationId xmlns:a16="http://schemas.microsoft.com/office/drawing/2014/main" id="{EE787E31-4FCB-0C86-A6AD-51C633FBC528}"/>
                  </a:ext>
                </a:extLst>
              </p:cNvPr>
              <p:cNvSpPr/>
              <p:nvPr/>
            </p:nvSpPr>
            <p:spPr>
              <a:xfrm>
                <a:off x="8106223" y="59988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6" name="Freeform 51605">
                <a:extLst>
                  <a:ext uri="{FF2B5EF4-FFF2-40B4-BE49-F238E27FC236}">
                    <a16:creationId xmlns:a16="http://schemas.microsoft.com/office/drawing/2014/main" id="{B4F81677-FDB7-8B89-C3F1-0D389B42A8AB}"/>
                  </a:ext>
                </a:extLst>
              </p:cNvPr>
              <p:cNvSpPr/>
              <p:nvPr/>
            </p:nvSpPr>
            <p:spPr>
              <a:xfrm>
                <a:off x="8106720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7" name="Freeform 51606">
                <a:extLst>
                  <a:ext uri="{FF2B5EF4-FFF2-40B4-BE49-F238E27FC236}">
                    <a16:creationId xmlns:a16="http://schemas.microsoft.com/office/drawing/2014/main" id="{41F67F2D-41A5-2152-A39E-CC85D676931A}"/>
                  </a:ext>
                </a:extLst>
              </p:cNvPr>
              <p:cNvSpPr/>
              <p:nvPr/>
            </p:nvSpPr>
            <p:spPr>
              <a:xfrm>
                <a:off x="8107315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8" name="Freeform 51607">
                <a:extLst>
                  <a:ext uri="{FF2B5EF4-FFF2-40B4-BE49-F238E27FC236}">
                    <a16:creationId xmlns:a16="http://schemas.microsoft.com/office/drawing/2014/main" id="{F1C206AA-91B1-C891-8ED5-4B17DFDC76ED}"/>
                  </a:ext>
                </a:extLst>
              </p:cNvPr>
              <p:cNvSpPr/>
              <p:nvPr/>
            </p:nvSpPr>
            <p:spPr>
              <a:xfrm>
                <a:off x="8107811" y="60082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09" name="Freeform 51608">
                <a:extLst>
                  <a:ext uri="{FF2B5EF4-FFF2-40B4-BE49-F238E27FC236}">
                    <a16:creationId xmlns:a16="http://schemas.microsoft.com/office/drawing/2014/main" id="{BBD2BE08-298A-99DD-923C-897FADB95D5D}"/>
                  </a:ext>
                </a:extLst>
              </p:cNvPr>
              <p:cNvSpPr/>
              <p:nvPr/>
            </p:nvSpPr>
            <p:spPr>
              <a:xfrm>
                <a:off x="8108307" y="60062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0" name="Freeform 51609">
                <a:extLst>
                  <a:ext uri="{FF2B5EF4-FFF2-40B4-BE49-F238E27FC236}">
                    <a16:creationId xmlns:a16="http://schemas.microsoft.com/office/drawing/2014/main" id="{44BA59CF-A678-9EC7-4B7C-B548B9C5EEDA}"/>
                  </a:ext>
                </a:extLst>
              </p:cNvPr>
              <p:cNvSpPr/>
              <p:nvPr/>
            </p:nvSpPr>
            <p:spPr>
              <a:xfrm>
                <a:off x="8108902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1" name="Freeform 51610">
                <a:extLst>
                  <a:ext uri="{FF2B5EF4-FFF2-40B4-BE49-F238E27FC236}">
                    <a16:creationId xmlns:a16="http://schemas.microsoft.com/office/drawing/2014/main" id="{EADF9A4C-CB75-CB71-40A0-DB5E31C0F5F9}"/>
                  </a:ext>
                </a:extLst>
              </p:cNvPr>
              <p:cNvSpPr/>
              <p:nvPr/>
            </p:nvSpPr>
            <p:spPr>
              <a:xfrm>
                <a:off x="8109398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2" name="Freeform 51611">
                <a:extLst>
                  <a:ext uri="{FF2B5EF4-FFF2-40B4-BE49-F238E27FC236}">
                    <a16:creationId xmlns:a16="http://schemas.microsoft.com/office/drawing/2014/main" id="{E5101E9E-FA6E-504F-F9B4-BF7FDB6B5114}"/>
                  </a:ext>
                </a:extLst>
              </p:cNvPr>
              <p:cNvSpPr/>
              <p:nvPr/>
            </p:nvSpPr>
            <p:spPr>
              <a:xfrm>
                <a:off x="8109895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3" name="Freeform 51612">
                <a:extLst>
                  <a:ext uri="{FF2B5EF4-FFF2-40B4-BE49-F238E27FC236}">
                    <a16:creationId xmlns:a16="http://schemas.microsoft.com/office/drawing/2014/main" id="{AB172345-A15D-76D2-76EC-22CFE49F4AC7}"/>
                  </a:ext>
                </a:extLst>
              </p:cNvPr>
              <p:cNvSpPr/>
              <p:nvPr/>
            </p:nvSpPr>
            <p:spPr>
              <a:xfrm>
                <a:off x="8110490" y="5919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4" name="Freeform 51613">
                <a:extLst>
                  <a:ext uri="{FF2B5EF4-FFF2-40B4-BE49-F238E27FC236}">
                    <a16:creationId xmlns:a16="http://schemas.microsoft.com/office/drawing/2014/main" id="{40D1AC45-68E8-FC7C-71BA-64486A3F1178}"/>
                  </a:ext>
                </a:extLst>
              </p:cNvPr>
              <p:cNvSpPr/>
              <p:nvPr/>
            </p:nvSpPr>
            <p:spPr>
              <a:xfrm>
                <a:off x="8110986" y="5921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5" name="Freeform 51614">
                <a:extLst>
                  <a:ext uri="{FF2B5EF4-FFF2-40B4-BE49-F238E27FC236}">
                    <a16:creationId xmlns:a16="http://schemas.microsoft.com/office/drawing/2014/main" id="{C29B46DA-22BC-2BD7-135C-117D5D1ACD11}"/>
                  </a:ext>
                </a:extLst>
              </p:cNvPr>
              <p:cNvSpPr/>
              <p:nvPr/>
            </p:nvSpPr>
            <p:spPr>
              <a:xfrm>
                <a:off x="8111482" y="5925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6" name="Freeform 51615">
                <a:extLst>
                  <a:ext uri="{FF2B5EF4-FFF2-40B4-BE49-F238E27FC236}">
                    <a16:creationId xmlns:a16="http://schemas.microsoft.com/office/drawing/2014/main" id="{70B37CF3-CCE0-AD1C-97DD-BFF9DA1B4F59}"/>
                  </a:ext>
                </a:extLst>
              </p:cNvPr>
              <p:cNvSpPr/>
              <p:nvPr/>
            </p:nvSpPr>
            <p:spPr>
              <a:xfrm>
                <a:off x="8112077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7" name="Freeform 51616">
                <a:extLst>
                  <a:ext uri="{FF2B5EF4-FFF2-40B4-BE49-F238E27FC236}">
                    <a16:creationId xmlns:a16="http://schemas.microsoft.com/office/drawing/2014/main" id="{76E3ABEE-DA0E-9B31-65BF-A1552520F445}"/>
                  </a:ext>
                </a:extLst>
              </p:cNvPr>
              <p:cNvSpPr/>
              <p:nvPr/>
            </p:nvSpPr>
            <p:spPr>
              <a:xfrm>
                <a:off x="8112573" y="5926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8" name="Freeform 51617">
                <a:extLst>
                  <a:ext uri="{FF2B5EF4-FFF2-40B4-BE49-F238E27FC236}">
                    <a16:creationId xmlns:a16="http://schemas.microsoft.com/office/drawing/2014/main" id="{545BE072-EFB7-4343-4A9B-1579027C0107}"/>
                  </a:ext>
                </a:extLst>
              </p:cNvPr>
              <p:cNvSpPr/>
              <p:nvPr/>
            </p:nvSpPr>
            <p:spPr>
              <a:xfrm>
                <a:off x="8113070" y="5920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19" name="Freeform 51618">
                <a:extLst>
                  <a:ext uri="{FF2B5EF4-FFF2-40B4-BE49-F238E27FC236}">
                    <a16:creationId xmlns:a16="http://schemas.microsoft.com/office/drawing/2014/main" id="{52559E90-C1A5-0E21-40E6-64D4FFE711AE}"/>
                  </a:ext>
                </a:extLst>
              </p:cNvPr>
              <p:cNvSpPr/>
              <p:nvPr/>
            </p:nvSpPr>
            <p:spPr>
              <a:xfrm>
                <a:off x="8113665" y="59242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0" name="Freeform 51619">
                <a:extLst>
                  <a:ext uri="{FF2B5EF4-FFF2-40B4-BE49-F238E27FC236}">
                    <a16:creationId xmlns:a16="http://schemas.microsoft.com/office/drawing/2014/main" id="{8CD559D8-78CC-B9A2-5E5C-99B5BD4CF2FE}"/>
                  </a:ext>
                </a:extLst>
              </p:cNvPr>
              <p:cNvSpPr/>
              <p:nvPr/>
            </p:nvSpPr>
            <p:spPr>
              <a:xfrm>
                <a:off x="8114161" y="591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1" name="Freeform 51620">
                <a:extLst>
                  <a:ext uri="{FF2B5EF4-FFF2-40B4-BE49-F238E27FC236}">
                    <a16:creationId xmlns:a16="http://schemas.microsoft.com/office/drawing/2014/main" id="{EAD32C85-9F10-C972-EA81-44CC2EFB4D15}"/>
                  </a:ext>
                </a:extLst>
              </p:cNvPr>
              <p:cNvSpPr/>
              <p:nvPr/>
            </p:nvSpPr>
            <p:spPr>
              <a:xfrm>
                <a:off x="8114657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2" name="Freeform 51621">
                <a:extLst>
                  <a:ext uri="{FF2B5EF4-FFF2-40B4-BE49-F238E27FC236}">
                    <a16:creationId xmlns:a16="http://schemas.microsoft.com/office/drawing/2014/main" id="{2EC7E0D2-F747-4DCB-D13D-165C62A9E505}"/>
                  </a:ext>
                </a:extLst>
              </p:cNvPr>
              <p:cNvSpPr/>
              <p:nvPr/>
            </p:nvSpPr>
            <p:spPr>
              <a:xfrm>
                <a:off x="8115252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3" name="Freeform 51622">
                <a:extLst>
                  <a:ext uri="{FF2B5EF4-FFF2-40B4-BE49-F238E27FC236}">
                    <a16:creationId xmlns:a16="http://schemas.microsoft.com/office/drawing/2014/main" id="{3E54AB3E-47DB-D4A2-776E-571BDAC0C17C}"/>
                  </a:ext>
                </a:extLst>
              </p:cNvPr>
              <p:cNvSpPr/>
              <p:nvPr/>
            </p:nvSpPr>
            <p:spPr>
              <a:xfrm>
                <a:off x="8115748" y="588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4" name="Freeform 51623">
                <a:extLst>
                  <a:ext uri="{FF2B5EF4-FFF2-40B4-BE49-F238E27FC236}">
                    <a16:creationId xmlns:a16="http://schemas.microsoft.com/office/drawing/2014/main" id="{40B22D4F-AACE-9081-639C-6040FEE49D3B}"/>
                  </a:ext>
                </a:extLst>
              </p:cNvPr>
              <p:cNvSpPr/>
              <p:nvPr/>
            </p:nvSpPr>
            <p:spPr>
              <a:xfrm>
                <a:off x="8116245" y="5871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5" name="Freeform 51624">
                <a:extLst>
                  <a:ext uri="{FF2B5EF4-FFF2-40B4-BE49-F238E27FC236}">
                    <a16:creationId xmlns:a16="http://schemas.microsoft.com/office/drawing/2014/main" id="{6565BC40-2BB0-0EAF-A723-32C5384A74F1}"/>
                  </a:ext>
                </a:extLst>
              </p:cNvPr>
              <p:cNvSpPr/>
              <p:nvPr/>
            </p:nvSpPr>
            <p:spPr>
              <a:xfrm>
                <a:off x="8116840" y="5867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6" name="Freeform 51625">
                <a:extLst>
                  <a:ext uri="{FF2B5EF4-FFF2-40B4-BE49-F238E27FC236}">
                    <a16:creationId xmlns:a16="http://schemas.microsoft.com/office/drawing/2014/main" id="{3F1D870F-F009-E0C4-C5B7-5A14C098B004}"/>
                  </a:ext>
                </a:extLst>
              </p:cNvPr>
              <p:cNvSpPr/>
              <p:nvPr/>
            </p:nvSpPr>
            <p:spPr>
              <a:xfrm>
                <a:off x="8117336" y="5882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7" name="Freeform 51626">
                <a:extLst>
                  <a:ext uri="{FF2B5EF4-FFF2-40B4-BE49-F238E27FC236}">
                    <a16:creationId xmlns:a16="http://schemas.microsoft.com/office/drawing/2014/main" id="{DF0C205E-EE9D-6CEF-F0E4-E176822D7EE5}"/>
                  </a:ext>
                </a:extLst>
              </p:cNvPr>
              <p:cNvSpPr/>
              <p:nvPr/>
            </p:nvSpPr>
            <p:spPr>
              <a:xfrm>
                <a:off x="8117832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8" name="Freeform 51627">
                <a:extLst>
                  <a:ext uri="{FF2B5EF4-FFF2-40B4-BE49-F238E27FC236}">
                    <a16:creationId xmlns:a16="http://schemas.microsoft.com/office/drawing/2014/main" id="{1004E569-28E3-280B-149B-35AFF6557292}"/>
                  </a:ext>
                </a:extLst>
              </p:cNvPr>
              <p:cNvSpPr/>
              <p:nvPr/>
            </p:nvSpPr>
            <p:spPr>
              <a:xfrm>
                <a:off x="8118328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29" name="Freeform 51628">
                <a:extLst>
                  <a:ext uri="{FF2B5EF4-FFF2-40B4-BE49-F238E27FC236}">
                    <a16:creationId xmlns:a16="http://schemas.microsoft.com/office/drawing/2014/main" id="{6750A882-A27A-7577-79B8-4E1BE6D0DBE3}"/>
                  </a:ext>
                </a:extLst>
              </p:cNvPr>
              <p:cNvSpPr/>
              <p:nvPr/>
            </p:nvSpPr>
            <p:spPr>
              <a:xfrm>
                <a:off x="8118923" y="60086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0" name="Freeform 51629">
                <a:extLst>
                  <a:ext uri="{FF2B5EF4-FFF2-40B4-BE49-F238E27FC236}">
                    <a16:creationId xmlns:a16="http://schemas.microsoft.com/office/drawing/2014/main" id="{32303C1A-71CB-221A-75F2-E589D1D0246F}"/>
                  </a:ext>
                </a:extLst>
              </p:cNvPr>
              <p:cNvSpPr/>
              <p:nvPr/>
            </p:nvSpPr>
            <p:spPr>
              <a:xfrm>
                <a:off x="8119420" y="6016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1" name="Freeform 51630">
                <a:extLst>
                  <a:ext uri="{FF2B5EF4-FFF2-40B4-BE49-F238E27FC236}">
                    <a16:creationId xmlns:a16="http://schemas.microsoft.com/office/drawing/2014/main" id="{63A26038-ED7D-B321-1F70-B7345DF35EDF}"/>
                  </a:ext>
                </a:extLst>
              </p:cNvPr>
              <p:cNvSpPr/>
              <p:nvPr/>
            </p:nvSpPr>
            <p:spPr>
              <a:xfrm>
                <a:off x="8119916" y="6016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2" name="Freeform 51631">
                <a:extLst>
                  <a:ext uri="{FF2B5EF4-FFF2-40B4-BE49-F238E27FC236}">
                    <a16:creationId xmlns:a16="http://schemas.microsoft.com/office/drawing/2014/main" id="{930BC5A6-3947-7979-85EA-109C3050D449}"/>
                  </a:ext>
                </a:extLst>
              </p:cNvPr>
              <p:cNvSpPr/>
              <p:nvPr/>
            </p:nvSpPr>
            <p:spPr>
              <a:xfrm>
                <a:off x="8120511" y="60168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3" name="Freeform 51632">
                <a:extLst>
                  <a:ext uri="{FF2B5EF4-FFF2-40B4-BE49-F238E27FC236}">
                    <a16:creationId xmlns:a16="http://schemas.microsoft.com/office/drawing/2014/main" id="{5A747977-0465-1F25-58AC-66E55A338064}"/>
                  </a:ext>
                </a:extLst>
              </p:cNvPr>
              <p:cNvSpPr/>
              <p:nvPr/>
            </p:nvSpPr>
            <p:spPr>
              <a:xfrm>
                <a:off x="8121007" y="60160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4" name="Freeform 51633">
                <a:extLst>
                  <a:ext uri="{FF2B5EF4-FFF2-40B4-BE49-F238E27FC236}">
                    <a16:creationId xmlns:a16="http://schemas.microsoft.com/office/drawing/2014/main" id="{974F0498-7E8B-7BBA-C9B9-1AD07EC42C2C}"/>
                  </a:ext>
                </a:extLst>
              </p:cNvPr>
              <p:cNvSpPr/>
              <p:nvPr/>
            </p:nvSpPr>
            <p:spPr>
              <a:xfrm>
                <a:off x="8121503" y="6015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5" name="Freeform 51634">
                <a:extLst>
                  <a:ext uri="{FF2B5EF4-FFF2-40B4-BE49-F238E27FC236}">
                    <a16:creationId xmlns:a16="http://schemas.microsoft.com/office/drawing/2014/main" id="{DDB290DF-549D-50FE-DF17-73853EEF1CEE}"/>
                  </a:ext>
                </a:extLst>
              </p:cNvPr>
              <p:cNvSpPr/>
              <p:nvPr/>
            </p:nvSpPr>
            <p:spPr>
              <a:xfrm>
                <a:off x="8122098" y="60156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6" name="Freeform 51635">
                <a:extLst>
                  <a:ext uri="{FF2B5EF4-FFF2-40B4-BE49-F238E27FC236}">
                    <a16:creationId xmlns:a16="http://schemas.microsoft.com/office/drawing/2014/main" id="{2C1D07E8-85A9-BC91-4ADF-3CA86568C7D5}"/>
                  </a:ext>
                </a:extLst>
              </p:cNvPr>
              <p:cNvSpPr/>
              <p:nvPr/>
            </p:nvSpPr>
            <p:spPr>
              <a:xfrm>
                <a:off x="8122595" y="60136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7" name="Freeform 51636">
                <a:extLst>
                  <a:ext uri="{FF2B5EF4-FFF2-40B4-BE49-F238E27FC236}">
                    <a16:creationId xmlns:a16="http://schemas.microsoft.com/office/drawing/2014/main" id="{B7EAEA77-5CE7-3EAD-B420-4C63AF0A33A1}"/>
                  </a:ext>
                </a:extLst>
              </p:cNvPr>
              <p:cNvSpPr/>
              <p:nvPr/>
            </p:nvSpPr>
            <p:spPr>
              <a:xfrm>
                <a:off x="8123091" y="59588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8" name="Freeform 51637">
                <a:extLst>
                  <a:ext uri="{FF2B5EF4-FFF2-40B4-BE49-F238E27FC236}">
                    <a16:creationId xmlns:a16="http://schemas.microsoft.com/office/drawing/2014/main" id="{B84F62B4-8745-E146-F799-D006BE09B90F}"/>
                  </a:ext>
                </a:extLst>
              </p:cNvPr>
              <p:cNvSpPr/>
              <p:nvPr/>
            </p:nvSpPr>
            <p:spPr>
              <a:xfrm>
                <a:off x="8123686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39" name="Freeform 51638">
                <a:extLst>
                  <a:ext uri="{FF2B5EF4-FFF2-40B4-BE49-F238E27FC236}">
                    <a16:creationId xmlns:a16="http://schemas.microsoft.com/office/drawing/2014/main" id="{DA79B56F-DEA1-1338-0994-FD005CB51C0D}"/>
                  </a:ext>
                </a:extLst>
              </p:cNvPr>
              <p:cNvSpPr/>
              <p:nvPr/>
            </p:nvSpPr>
            <p:spPr>
              <a:xfrm>
                <a:off x="8124182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0" name="Freeform 51639">
                <a:extLst>
                  <a:ext uri="{FF2B5EF4-FFF2-40B4-BE49-F238E27FC236}">
                    <a16:creationId xmlns:a16="http://schemas.microsoft.com/office/drawing/2014/main" id="{137005A4-BE1A-6BF5-59C6-CCD38BE5F284}"/>
                  </a:ext>
                </a:extLst>
              </p:cNvPr>
              <p:cNvSpPr/>
              <p:nvPr/>
            </p:nvSpPr>
            <p:spPr>
              <a:xfrm>
                <a:off x="8124678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1" name="Freeform 51640">
                <a:extLst>
                  <a:ext uri="{FF2B5EF4-FFF2-40B4-BE49-F238E27FC236}">
                    <a16:creationId xmlns:a16="http://schemas.microsoft.com/office/drawing/2014/main" id="{CCCA2E1B-BB57-4B27-16B8-E8029C979761}"/>
                  </a:ext>
                </a:extLst>
              </p:cNvPr>
              <p:cNvSpPr/>
              <p:nvPr/>
            </p:nvSpPr>
            <p:spPr>
              <a:xfrm>
                <a:off x="8125273" y="594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2" name="Freeform 51641">
                <a:extLst>
                  <a:ext uri="{FF2B5EF4-FFF2-40B4-BE49-F238E27FC236}">
                    <a16:creationId xmlns:a16="http://schemas.microsoft.com/office/drawing/2014/main" id="{A34DA8AD-669A-27C9-687F-2DCF7227C347}"/>
                  </a:ext>
                </a:extLst>
              </p:cNvPr>
              <p:cNvSpPr/>
              <p:nvPr/>
            </p:nvSpPr>
            <p:spPr>
              <a:xfrm>
                <a:off x="8125770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3" name="Freeform 51642">
                <a:extLst>
                  <a:ext uri="{FF2B5EF4-FFF2-40B4-BE49-F238E27FC236}">
                    <a16:creationId xmlns:a16="http://schemas.microsoft.com/office/drawing/2014/main" id="{EBBD2395-C0F4-A4B0-71BB-80F0511387A7}"/>
                  </a:ext>
                </a:extLst>
              </p:cNvPr>
              <p:cNvSpPr/>
              <p:nvPr/>
            </p:nvSpPr>
            <p:spPr>
              <a:xfrm>
                <a:off x="8126266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4" name="Freeform 51643">
                <a:extLst>
                  <a:ext uri="{FF2B5EF4-FFF2-40B4-BE49-F238E27FC236}">
                    <a16:creationId xmlns:a16="http://schemas.microsoft.com/office/drawing/2014/main" id="{2520F99D-4A76-3261-03C4-AD8AF43A3536}"/>
                  </a:ext>
                </a:extLst>
              </p:cNvPr>
              <p:cNvSpPr/>
              <p:nvPr/>
            </p:nvSpPr>
            <p:spPr>
              <a:xfrm>
                <a:off x="8126861" y="5935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5" name="Freeform 51644">
                <a:extLst>
                  <a:ext uri="{FF2B5EF4-FFF2-40B4-BE49-F238E27FC236}">
                    <a16:creationId xmlns:a16="http://schemas.microsoft.com/office/drawing/2014/main" id="{B9A7BD2B-CC7D-80B2-1858-413D7F30E80E}"/>
                  </a:ext>
                </a:extLst>
              </p:cNvPr>
              <p:cNvSpPr/>
              <p:nvPr/>
            </p:nvSpPr>
            <p:spPr>
              <a:xfrm>
                <a:off x="8127357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6" name="Freeform 51645">
                <a:extLst>
                  <a:ext uri="{FF2B5EF4-FFF2-40B4-BE49-F238E27FC236}">
                    <a16:creationId xmlns:a16="http://schemas.microsoft.com/office/drawing/2014/main" id="{7A5D95D4-8E10-68B1-ED00-FD4028E0BB91}"/>
                  </a:ext>
                </a:extLst>
              </p:cNvPr>
              <p:cNvSpPr/>
              <p:nvPr/>
            </p:nvSpPr>
            <p:spPr>
              <a:xfrm>
                <a:off x="8127853" y="5918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7" name="Freeform 51646">
                <a:extLst>
                  <a:ext uri="{FF2B5EF4-FFF2-40B4-BE49-F238E27FC236}">
                    <a16:creationId xmlns:a16="http://schemas.microsoft.com/office/drawing/2014/main" id="{10A7C61A-CBE1-7503-BB54-1CDDD0A37110}"/>
                  </a:ext>
                </a:extLst>
              </p:cNvPr>
              <p:cNvSpPr/>
              <p:nvPr/>
            </p:nvSpPr>
            <p:spPr>
              <a:xfrm>
                <a:off x="8128448" y="5907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8" name="Freeform 51647">
                <a:extLst>
                  <a:ext uri="{FF2B5EF4-FFF2-40B4-BE49-F238E27FC236}">
                    <a16:creationId xmlns:a16="http://schemas.microsoft.com/office/drawing/2014/main" id="{AE55A53A-16CD-80EF-8442-6030A5406F1F}"/>
                  </a:ext>
                </a:extLst>
              </p:cNvPr>
              <p:cNvSpPr/>
              <p:nvPr/>
            </p:nvSpPr>
            <p:spPr>
              <a:xfrm>
                <a:off x="8128945" y="5893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49" name="Freeform 51648">
                <a:extLst>
                  <a:ext uri="{FF2B5EF4-FFF2-40B4-BE49-F238E27FC236}">
                    <a16:creationId xmlns:a16="http://schemas.microsoft.com/office/drawing/2014/main" id="{FA2149EC-E63C-037B-416F-21243F4B9D68}"/>
                  </a:ext>
                </a:extLst>
              </p:cNvPr>
              <p:cNvSpPr/>
              <p:nvPr/>
            </p:nvSpPr>
            <p:spPr>
              <a:xfrm>
                <a:off x="8129441" y="5912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0" name="Freeform 51649">
                <a:extLst>
                  <a:ext uri="{FF2B5EF4-FFF2-40B4-BE49-F238E27FC236}">
                    <a16:creationId xmlns:a16="http://schemas.microsoft.com/office/drawing/2014/main" id="{CEA25F9C-2B40-192D-B862-F6E45BD0235F}"/>
                  </a:ext>
                </a:extLst>
              </p:cNvPr>
              <p:cNvSpPr/>
              <p:nvPr/>
            </p:nvSpPr>
            <p:spPr>
              <a:xfrm>
                <a:off x="8130036" y="5914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1" name="Freeform 51650">
                <a:extLst>
                  <a:ext uri="{FF2B5EF4-FFF2-40B4-BE49-F238E27FC236}">
                    <a16:creationId xmlns:a16="http://schemas.microsoft.com/office/drawing/2014/main" id="{CBBD1106-6E71-8AF6-DFC4-91B587A67DEC}"/>
                  </a:ext>
                </a:extLst>
              </p:cNvPr>
              <p:cNvSpPr/>
              <p:nvPr/>
            </p:nvSpPr>
            <p:spPr>
              <a:xfrm>
                <a:off x="8130532" y="5928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2" name="Freeform 51651">
                <a:extLst>
                  <a:ext uri="{FF2B5EF4-FFF2-40B4-BE49-F238E27FC236}">
                    <a16:creationId xmlns:a16="http://schemas.microsoft.com/office/drawing/2014/main" id="{CBF45505-9B57-69CD-E01E-C8B445C783CE}"/>
                  </a:ext>
                </a:extLst>
              </p:cNvPr>
              <p:cNvSpPr/>
              <p:nvPr/>
            </p:nvSpPr>
            <p:spPr>
              <a:xfrm>
                <a:off x="8131028" y="59793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3" name="Freeform 51652">
                <a:extLst>
                  <a:ext uri="{FF2B5EF4-FFF2-40B4-BE49-F238E27FC236}">
                    <a16:creationId xmlns:a16="http://schemas.microsoft.com/office/drawing/2014/main" id="{B7B89971-97AC-47F9-E34F-7A16E91D8B20}"/>
                  </a:ext>
                </a:extLst>
              </p:cNvPr>
              <p:cNvSpPr/>
              <p:nvPr/>
            </p:nvSpPr>
            <p:spPr>
              <a:xfrm>
                <a:off x="8131524" y="6018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4" name="Freeform 51653">
                <a:extLst>
                  <a:ext uri="{FF2B5EF4-FFF2-40B4-BE49-F238E27FC236}">
                    <a16:creationId xmlns:a16="http://schemas.microsoft.com/office/drawing/2014/main" id="{EE3971F5-67A9-51B7-5FF8-180B04114B3D}"/>
                  </a:ext>
                </a:extLst>
              </p:cNvPr>
              <p:cNvSpPr/>
              <p:nvPr/>
            </p:nvSpPr>
            <p:spPr>
              <a:xfrm>
                <a:off x="8132120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5" name="Freeform 51654">
                <a:extLst>
                  <a:ext uri="{FF2B5EF4-FFF2-40B4-BE49-F238E27FC236}">
                    <a16:creationId xmlns:a16="http://schemas.microsoft.com/office/drawing/2014/main" id="{B36E1124-016A-79F1-44B9-C68172C90BC7}"/>
                  </a:ext>
                </a:extLst>
              </p:cNvPr>
              <p:cNvSpPr/>
              <p:nvPr/>
            </p:nvSpPr>
            <p:spPr>
              <a:xfrm>
                <a:off x="8132616" y="6020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6" name="Freeform 51655">
                <a:extLst>
                  <a:ext uri="{FF2B5EF4-FFF2-40B4-BE49-F238E27FC236}">
                    <a16:creationId xmlns:a16="http://schemas.microsoft.com/office/drawing/2014/main" id="{E6B4EF84-A5BA-7FF9-DC50-003E6AF5BC8C}"/>
                  </a:ext>
                </a:extLst>
              </p:cNvPr>
              <p:cNvSpPr/>
              <p:nvPr/>
            </p:nvSpPr>
            <p:spPr>
              <a:xfrm>
                <a:off x="8133112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7" name="Freeform 51656">
                <a:extLst>
                  <a:ext uri="{FF2B5EF4-FFF2-40B4-BE49-F238E27FC236}">
                    <a16:creationId xmlns:a16="http://schemas.microsoft.com/office/drawing/2014/main" id="{E4D2836B-1A61-F161-1CA2-56ACC66B3AAE}"/>
                  </a:ext>
                </a:extLst>
              </p:cNvPr>
              <p:cNvSpPr/>
              <p:nvPr/>
            </p:nvSpPr>
            <p:spPr>
              <a:xfrm>
                <a:off x="8133707" y="60177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8" name="Freeform 51657">
                <a:extLst>
                  <a:ext uri="{FF2B5EF4-FFF2-40B4-BE49-F238E27FC236}">
                    <a16:creationId xmlns:a16="http://schemas.microsoft.com/office/drawing/2014/main" id="{F2D4AB1F-E2B0-1C7A-1C79-2BE4C22189F0}"/>
                  </a:ext>
                </a:extLst>
              </p:cNvPr>
              <p:cNvSpPr/>
              <p:nvPr/>
            </p:nvSpPr>
            <p:spPr>
              <a:xfrm>
                <a:off x="8134203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59" name="Freeform 51658">
                <a:extLst>
                  <a:ext uri="{FF2B5EF4-FFF2-40B4-BE49-F238E27FC236}">
                    <a16:creationId xmlns:a16="http://schemas.microsoft.com/office/drawing/2014/main" id="{4567927C-4DA3-3E01-3258-5B776983C6F7}"/>
                  </a:ext>
                </a:extLst>
              </p:cNvPr>
              <p:cNvSpPr/>
              <p:nvPr/>
            </p:nvSpPr>
            <p:spPr>
              <a:xfrm>
                <a:off x="8134699" y="60204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0" name="Freeform 51659">
                <a:extLst>
                  <a:ext uri="{FF2B5EF4-FFF2-40B4-BE49-F238E27FC236}">
                    <a16:creationId xmlns:a16="http://schemas.microsoft.com/office/drawing/2014/main" id="{62B54176-1193-487B-A6F3-71D5E12CA270}"/>
                  </a:ext>
                </a:extLst>
              </p:cNvPr>
              <p:cNvSpPr/>
              <p:nvPr/>
            </p:nvSpPr>
            <p:spPr>
              <a:xfrm>
                <a:off x="8135295" y="60213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1" name="Freeform 51660">
                <a:extLst>
                  <a:ext uri="{FF2B5EF4-FFF2-40B4-BE49-F238E27FC236}">
                    <a16:creationId xmlns:a16="http://schemas.microsoft.com/office/drawing/2014/main" id="{0BD33FAE-7AE9-BA12-2834-1360FE8895AA}"/>
                  </a:ext>
                </a:extLst>
              </p:cNvPr>
              <p:cNvSpPr/>
              <p:nvPr/>
            </p:nvSpPr>
            <p:spPr>
              <a:xfrm>
                <a:off x="8135791" y="59233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2" name="Freeform 51661">
                <a:extLst>
                  <a:ext uri="{FF2B5EF4-FFF2-40B4-BE49-F238E27FC236}">
                    <a16:creationId xmlns:a16="http://schemas.microsoft.com/office/drawing/2014/main" id="{E4A5627F-D4C8-1582-5A8F-B9879724A70B}"/>
                  </a:ext>
                </a:extLst>
              </p:cNvPr>
              <p:cNvSpPr/>
              <p:nvPr/>
            </p:nvSpPr>
            <p:spPr>
              <a:xfrm>
                <a:off x="8136287" y="5912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3" name="Freeform 51662">
                <a:extLst>
                  <a:ext uri="{FF2B5EF4-FFF2-40B4-BE49-F238E27FC236}">
                    <a16:creationId xmlns:a16="http://schemas.microsoft.com/office/drawing/2014/main" id="{B003DCEE-E8A8-C10A-8350-12E3F75DA101}"/>
                  </a:ext>
                </a:extLst>
              </p:cNvPr>
              <p:cNvSpPr/>
              <p:nvPr/>
            </p:nvSpPr>
            <p:spPr>
              <a:xfrm>
                <a:off x="8136882" y="592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4" name="Freeform 51663">
                <a:extLst>
                  <a:ext uri="{FF2B5EF4-FFF2-40B4-BE49-F238E27FC236}">
                    <a16:creationId xmlns:a16="http://schemas.microsoft.com/office/drawing/2014/main" id="{8CF28821-3DE4-BC74-44DD-6473F5D8BDE0}"/>
                  </a:ext>
                </a:extLst>
              </p:cNvPr>
              <p:cNvSpPr/>
              <p:nvPr/>
            </p:nvSpPr>
            <p:spPr>
              <a:xfrm>
                <a:off x="8137378" y="59177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5" name="Freeform 51664">
                <a:extLst>
                  <a:ext uri="{FF2B5EF4-FFF2-40B4-BE49-F238E27FC236}">
                    <a16:creationId xmlns:a16="http://schemas.microsoft.com/office/drawing/2014/main" id="{20FE35D7-0F96-F9F7-7F47-C647DFF1EED2}"/>
                  </a:ext>
                </a:extLst>
              </p:cNvPr>
              <p:cNvSpPr/>
              <p:nvPr/>
            </p:nvSpPr>
            <p:spPr>
              <a:xfrm>
                <a:off x="8137874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6" name="Freeform 51665">
                <a:extLst>
                  <a:ext uri="{FF2B5EF4-FFF2-40B4-BE49-F238E27FC236}">
                    <a16:creationId xmlns:a16="http://schemas.microsoft.com/office/drawing/2014/main" id="{D1180AE2-EF97-29E7-5B44-64695C7E1C7D}"/>
                  </a:ext>
                </a:extLst>
              </p:cNvPr>
              <p:cNvSpPr/>
              <p:nvPr/>
            </p:nvSpPr>
            <p:spPr>
              <a:xfrm>
                <a:off x="8138470" y="59258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7" name="Freeform 51666">
                <a:extLst>
                  <a:ext uri="{FF2B5EF4-FFF2-40B4-BE49-F238E27FC236}">
                    <a16:creationId xmlns:a16="http://schemas.microsoft.com/office/drawing/2014/main" id="{35680801-60DD-ACFC-F6A2-F24C0B7CA91E}"/>
                  </a:ext>
                </a:extLst>
              </p:cNvPr>
              <p:cNvSpPr/>
              <p:nvPr/>
            </p:nvSpPr>
            <p:spPr>
              <a:xfrm>
                <a:off x="8138966" y="59192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8" name="Freeform 51667">
                <a:extLst>
                  <a:ext uri="{FF2B5EF4-FFF2-40B4-BE49-F238E27FC236}">
                    <a16:creationId xmlns:a16="http://schemas.microsoft.com/office/drawing/2014/main" id="{EA81EEA7-7C51-9473-3844-73D170586EFA}"/>
                  </a:ext>
                </a:extLst>
              </p:cNvPr>
              <p:cNvSpPr/>
              <p:nvPr/>
            </p:nvSpPr>
            <p:spPr>
              <a:xfrm>
                <a:off x="8139462" y="5909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69" name="Freeform 51668">
                <a:extLst>
                  <a:ext uri="{FF2B5EF4-FFF2-40B4-BE49-F238E27FC236}">
                    <a16:creationId xmlns:a16="http://schemas.microsoft.com/office/drawing/2014/main" id="{7AED57C7-FB34-265F-BB85-3259066A2E50}"/>
                  </a:ext>
                </a:extLst>
              </p:cNvPr>
              <p:cNvSpPr/>
              <p:nvPr/>
            </p:nvSpPr>
            <p:spPr>
              <a:xfrm>
                <a:off x="8140057" y="5916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0" name="Freeform 51669">
                <a:extLst>
                  <a:ext uri="{FF2B5EF4-FFF2-40B4-BE49-F238E27FC236}">
                    <a16:creationId xmlns:a16="http://schemas.microsoft.com/office/drawing/2014/main" id="{8304BBF1-4B24-DEE5-D24A-E98935D472DA}"/>
                  </a:ext>
                </a:extLst>
              </p:cNvPr>
              <p:cNvSpPr/>
              <p:nvPr/>
            </p:nvSpPr>
            <p:spPr>
              <a:xfrm>
                <a:off x="8140553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1" name="Freeform 51670">
                <a:extLst>
                  <a:ext uri="{FF2B5EF4-FFF2-40B4-BE49-F238E27FC236}">
                    <a16:creationId xmlns:a16="http://schemas.microsoft.com/office/drawing/2014/main" id="{EE504DFF-3D73-877F-8723-76B83B89EF4D}"/>
                  </a:ext>
                </a:extLst>
              </p:cNvPr>
              <p:cNvSpPr/>
              <p:nvPr/>
            </p:nvSpPr>
            <p:spPr>
              <a:xfrm>
                <a:off x="8141049" y="5890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2" name="Freeform 51671">
                <a:extLst>
                  <a:ext uri="{FF2B5EF4-FFF2-40B4-BE49-F238E27FC236}">
                    <a16:creationId xmlns:a16="http://schemas.microsoft.com/office/drawing/2014/main" id="{5FBD774F-8FA2-B8E1-4B0F-21534098CF7E}"/>
                  </a:ext>
                </a:extLst>
              </p:cNvPr>
              <p:cNvSpPr/>
              <p:nvPr/>
            </p:nvSpPr>
            <p:spPr>
              <a:xfrm>
                <a:off x="8141645" y="5848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3" name="Freeform 51672">
                <a:extLst>
                  <a:ext uri="{FF2B5EF4-FFF2-40B4-BE49-F238E27FC236}">
                    <a16:creationId xmlns:a16="http://schemas.microsoft.com/office/drawing/2014/main" id="{8A4AE58E-2DAA-FFA2-0FB4-AAD8B4E3975C}"/>
                  </a:ext>
                </a:extLst>
              </p:cNvPr>
              <p:cNvSpPr/>
              <p:nvPr/>
            </p:nvSpPr>
            <p:spPr>
              <a:xfrm>
                <a:off x="8142141" y="5837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4" name="Freeform 51673">
                <a:extLst>
                  <a:ext uri="{FF2B5EF4-FFF2-40B4-BE49-F238E27FC236}">
                    <a16:creationId xmlns:a16="http://schemas.microsoft.com/office/drawing/2014/main" id="{DBA3EF9C-B2A6-A700-4A26-8F0BB3A39309}"/>
                  </a:ext>
                </a:extLst>
              </p:cNvPr>
              <p:cNvSpPr/>
              <p:nvPr/>
            </p:nvSpPr>
            <p:spPr>
              <a:xfrm>
                <a:off x="8142637" y="58466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5" name="Freeform 51674">
                <a:extLst>
                  <a:ext uri="{FF2B5EF4-FFF2-40B4-BE49-F238E27FC236}">
                    <a16:creationId xmlns:a16="http://schemas.microsoft.com/office/drawing/2014/main" id="{F23C64EB-876F-C653-5411-5CD228BC5A66}"/>
                  </a:ext>
                </a:extLst>
              </p:cNvPr>
              <p:cNvSpPr/>
              <p:nvPr/>
            </p:nvSpPr>
            <p:spPr>
              <a:xfrm>
                <a:off x="8143133" y="58483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6" name="Freeform 51675">
                <a:extLst>
                  <a:ext uri="{FF2B5EF4-FFF2-40B4-BE49-F238E27FC236}">
                    <a16:creationId xmlns:a16="http://schemas.microsoft.com/office/drawing/2014/main" id="{7972539A-B2C8-C1B2-6B43-967A91DE703F}"/>
                  </a:ext>
                </a:extLst>
              </p:cNvPr>
              <p:cNvSpPr/>
              <p:nvPr/>
            </p:nvSpPr>
            <p:spPr>
              <a:xfrm>
                <a:off x="8143728" y="59821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7" name="Freeform 51676">
                <a:extLst>
                  <a:ext uri="{FF2B5EF4-FFF2-40B4-BE49-F238E27FC236}">
                    <a16:creationId xmlns:a16="http://schemas.microsoft.com/office/drawing/2014/main" id="{EBA82D23-1E51-3B99-9B04-6F6B7232362E}"/>
                  </a:ext>
                </a:extLst>
              </p:cNvPr>
              <p:cNvSpPr/>
              <p:nvPr/>
            </p:nvSpPr>
            <p:spPr>
              <a:xfrm>
                <a:off x="8144224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8" name="Freeform 51677">
                <a:extLst>
                  <a:ext uri="{FF2B5EF4-FFF2-40B4-BE49-F238E27FC236}">
                    <a16:creationId xmlns:a16="http://schemas.microsoft.com/office/drawing/2014/main" id="{F0EE571B-076C-76E4-23F7-4AFEBB9F6822}"/>
                  </a:ext>
                </a:extLst>
              </p:cNvPr>
              <p:cNvSpPr/>
              <p:nvPr/>
            </p:nvSpPr>
            <p:spPr>
              <a:xfrm>
                <a:off x="8144720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79" name="Freeform 51678">
                <a:extLst>
                  <a:ext uri="{FF2B5EF4-FFF2-40B4-BE49-F238E27FC236}">
                    <a16:creationId xmlns:a16="http://schemas.microsoft.com/office/drawing/2014/main" id="{5203078A-A239-3913-7168-FF5E24CA54F3}"/>
                  </a:ext>
                </a:extLst>
              </p:cNvPr>
              <p:cNvSpPr/>
              <p:nvPr/>
            </p:nvSpPr>
            <p:spPr>
              <a:xfrm>
                <a:off x="8145316" y="60200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0" name="Freeform 51679">
                <a:extLst>
                  <a:ext uri="{FF2B5EF4-FFF2-40B4-BE49-F238E27FC236}">
                    <a16:creationId xmlns:a16="http://schemas.microsoft.com/office/drawing/2014/main" id="{7F2E7BB5-BB07-AF2C-1D13-C9D405E0402B}"/>
                  </a:ext>
                </a:extLst>
              </p:cNvPr>
              <p:cNvSpPr/>
              <p:nvPr/>
            </p:nvSpPr>
            <p:spPr>
              <a:xfrm>
                <a:off x="8145812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1" name="Freeform 51680">
                <a:extLst>
                  <a:ext uri="{FF2B5EF4-FFF2-40B4-BE49-F238E27FC236}">
                    <a16:creationId xmlns:a16="http://schemas.microsoft.com/office/drawing/2014/main" id="{E04B4597-635D-A244-ACA8-ADFD56FA69B7}"/>
                  </a:ext>
                </a:extLst>
              </p:cNvPr>
              <p:cNvSpPr/>
              <p:nvPr/>
            </p:nvSpPr>
            <p:spPr>
              <a:xfrm>
                <a:off x="8146308" y="6018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2" name="Freeform 51681">
                <a:extLst>
                  <a:ext uri="{FF2B5EF4-FFF2-40B4-BE49-F238E27FC236}">
                    <a16:creationId xmlns:a16="http://schemas.microsoft.com/office/drawing/2014/main" id="{31F9EE80-32BD-62B9-033B-3AACA48820BD}"/>
                  </a:ext>
                </a:extLst>
              </p:cNvPr>
              <p:cNvSpPr/>
              <p:nvPr/>
            </p:nvSpPr>
            <p:spPr>
              <a:xfrm>
                <a:off x="8146903" y="6020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3" name="Freeform 51682">
                <a:extLst>
                  <a:ext uri="{FF2B5EF4-FFF2-40B4-BE49-F238E27FC236}">
                    <a16:creationId xmlns:a16="http://schemas.microsoft.com/office/drawing/2014/main" id="{707E579A-ECBA-71EF-04FB-64144E6CBC87}"/>
                  </a:ext>
                </a:extLst>
              </p:cNvPr>
              <p:cNvSpPr/>
              <p:nvPr/>
            </p:nvSpPr>
            <p:spPr>
              <a:xfrm>
                <a:off x="8147399" y="60225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4" name="Freeform 51683">
                <a:extLst>
                  <a:ext uri="{FF2B5EF4-FFF2-40B4-BE49-F238E27FC236}">
                    <a16:creationId xmlns:a16="http://schemas.microsoft.com/office/drawing/2014/main" id="{5192151C-5C07-D8AB-1C27-D23D784C3AAA}"/>
                  </a:ext>
                </a:extLst>
              </p:cNvPr>
              <p:cNvSpPr/>
              <p:nvPr/>
            </p:nvSpPr>
            <p:spPr>
              <a:xfrm>
                <a:off x="8147895" y="6018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5" name="Freeform 51684">
                <a:extLst>
                  <a:ext uri="{FF2B5EF4-FFF2-40B4-BE49-F238E27FC236}">
                    <a16:creationId xmlns:a16="http://schemas.microsoft.com/office/drawing/2014/main" id="{9B30A49B-EDC7-3C60-793D-3B7E7125742B}"/>
                  </a:ext>
                </a:extLst>
              </p:cNvPr>
              <p:cNvSpPr/>
              <p:nvPr/>
            </p:nvSpPr>
            <p:spPr>
              <a:xfrm>
                <a:off x="8148491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6" name="Freeform 51685">
                <a:extLst>
                  <a:ext uri="{FF2B5EF4-FFF2-40B4-BE49-F238E27FC236}">
                    <a16:creationId xmlns:a16="http://schemas.microsoft.com/office/drawing/2014/main" id="{48128122-FA1C-17D0-F8EE-B11C22C53F33}"/>
                  </a:ext>
                </a:extLst>
              </p:cNvPr>
              <p:cNvSpPr/>
              <p:nvPr/>
            </p:nvSpPr>
            <p:spPr>
              <a:xfrm>
                <a:off x="8148987" y="5915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7" name="Freeform 51686">
                <a:extLst>
                  <a:ext uri="{FF2B5EF4-FFF2-40B4-BE49-F238E27FC236}">
                    <a16:creationId xmlns:a16="http://schemas.microsoft.com/office/drawing/2014/main" id="{1D3A7393-A22A-66CA-9C7A-CC82C811E9A2}"/>
                  </a:ext>
                </a:extLst>
              </p:cNvPr>
              <p:cNvSpPr/>
              <p:nvPr/>
            </p:nvSpPr>
            <p:spPr>
              <a:xfrm>
                <a:off x="8149483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8" name="Freeform 51687">
                <a:extLst>
                  <a:ext uri="{FF2B5EF4-FFF2-40B4-BE49-F238E27FC236}">
                    <a16:creationId xmlns:a16="http://schemas.microsoft.com/office/drawing/2014/main" id="{BCE18EC0-DD4B-F55F-E759-93C76CBA00FC}"/>
                  </a:ext>
                </a:extLst>
              </p:cNvPr>
              <p:cNvSpPr/>
              <p:nvPr/>
            </p:nvSpPr>
            <p:spPr>
              <a:xfrm>
                <a:off x="8150078" y="5929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89" name="Freeform 51688">
                <a:extLst>
                  <a:ext uri="{FF2B5EF4-FFF2-40B4-BE49-F238E27FC236}">
                    <a16:creationId xmlns:a16="http://schemas.microsoft.com/office/drawing/2014/main" id="{90ACE981-00B9-9F8F-50CB-FD02FA6584EA}"/>
                  </a:ext>
                </a:extLst>
              </p:cNvPr>
              <p:cNvSpPr/>
              <p:nvPr/>
            </p:nvSpPr>
            <p:spPr>
              <a:xfrm>
                <a:off x="8150574" y="5928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0" name="Freeform 51689">
                <a:extLst>
                  <a:ext uri="{FF2B5EF4-FFF2-40B4-BE49-F238E27FC236}">
                    <a16:creationId xmlns:a16="http://schemas.microsoft.com/office/drawing/2014/main" id="{889E9246-BA1A-CEB7-ECBF-C5B9113C2654}"/>
                  </a:ext>
                </a:extLst>
              </p:cNvPr>
              <p:cNvSpPr/>
              <p:nvPr/>
            </p:nvSpPr>
            <p:spPr>
              <a:xfrm>
                <a:off x="8151070" y="5927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1" name="Freeform 51690">
                <a:extLst>
                  <a:ext uri="{FF2B5EF4-FFF2-40B4-BE49-F238E27FC236}">
                    <a16:creationId xmlns:a16="http://schemas.microsoft.com/office/drawing/2014/main" id="{A2A0A839-4B59-3BE4-834B-C8F7A664B8AC}"/>
                  </a:ext>
                </a:extLst>
              </p:cNvPr>
              <p:cNvSpPr/>
              <p:nvPr/>
            </p:nvSpPr>
            <p:spPr>
              <a:xfrm>
                <a:off x="8151666" y="59217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2" name="Freeform 51691">
                <a:extLst>
                  <a:ext uri="{FF2B5EF4-FFF2-40B4-BE49-F238E27FC236}">
                    <a16:creationId xmlns:a16="http://schemas.microsoft.com/office/drawing/2014/main" id="{0B9FB2F8-D7C7-59E2-1C9F-5A0611F9AB85}"/>
                  </a:ext>
                </a:extLst>
              </p:cNvPr>
              <p:cNvSpPr/>
              <p:nvPr/>
            </p:nvSpPr>
            <p:spPr>
              <a:xfrm>
                <a:off x="8152162" y="59184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3" name="Freeform 51692">
                <a:extLst>
                  <a:ext uri="{FF2B5EF4-FFF2-40B4-BE49-F238E27FC236}">
                    <a16:creationId xmlns:a16="http://schemas.microsoft.com/office/drawing/2014/main" id="{C627C8C2-006F-4422-AF1B-6F56939DD89A}"/>
                  </a:ext>
                </a:extLst>
              </p:cNvPr>
              <p:cNvSpPr/>
              <p:nvPr/>
            </p:nvSpPr>
            <p:spPr>
              <a:xfrm>
                <a:off x="8152658" y="5914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4" name="Freeform 51693">
                <a:extLst>
                  <a:ext uri="{FF2B5EF4-FFF2-40B4-BE49-F238E27FC236}">
                    <a16:creationId xmlns:a16="http://schemas.microsoft.com/office/drawing/2014/main" id="{AEDCA6FC-59BA-1BE0-6EB1-D64288041325}"/>
                  </a:ext>
                </a:extLst>
              </p:cNvPr>
              <p:cNvSpPr/>
              <p:nvPr/>
            </p:nvSpPr>
            <p:spPr>
              <a:xfrm>
                <a:off x="8153253" y="5905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5" name="Freeform 51694">
                <a:extLst>
                  <a:ext uri="{FF2B5EF4-FFF2-40B4-BE49-F238E27FC236}">
                    <a16:creationId xmlns:a16="http://schemas.microsoft.com/office/drawing/2014/main" id="{8471EE45-F455-6B83-7745-80348F385470}"/>
                  </a:ext>
                </a:extLst>
              </p:cNvPr>
              <p:cNvSpPr/>
              <p:nvPr/>
            </p:nvSpPr>
            <p:spPr>
              <a:xfrm>
                <a:off x="8153749" y="5892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6" name="Freeform 51695">
                <a:extLst>
                  <a:ext uri="{FF2B5EF4-FFF2-40B4-BE49-F238E27FC236}">
                    <a16:creationId xmlns:a16="http://schemas.microsoft.com/office/drawing/2014/main" id="{B7E78B37-A94F-A473-A299-9AA960BE8334}"/>
                  </a:ext>
                </a:extLst>
              </p:cNvPr>
              <p:cNvSpPr/>
              <p:nvPr/>
            </p:nvSpPr>
            <p:spPr>
              <a:xfrm>
                <a:off x="8154245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7" name="Freeform 51696">
                <a:extLst>
                  <a:ext uri="{FF2B5EF4-FFF2-40B4-BE49-F238E27FC236}">
                    <a16:creationId xmlns:a16="http://schemas.microsoft.com/office/drawing/2014/main" id="{04F13977-1E95-C7BC-45D7-EA5B0488DC7E}"/>
                  </a:ext>
                </a:extLst>
              </p:cNvPr>
              <p:cNvSpPr/>
              <p:nvPr/>
            </p:nvSpPr>
            <p:spPr>
              <a:xfrm>
                <a:off x="8154741" y="5866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8" name="Freeform 51697">
                <a:extLst>
                  <a:ext uri="{FF2B5EF4-FFF2-40B4-BE49-F238E27FC236}">
                    <a16:creationId xmlns:a16="http://schemas.microsoft.com/office/drawing/2014/main" id="{A78A577C-7904-27F4-6F5D-1C1B912B6BE6}"/>
                  </a:ext>
                </a:extLst>
              </p:cNvPr>
              <p:cNvSpPr/>
              <p:nvPr/>
            </p:nvSpPr>
            <p:spPr>
              <a:xfrm>
                <a:off x="8155337" y="58609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99" name="Freeform 51698">
                <a:extLst>
                  <a:ext uri="{FF2B5EF4-FFF2-40B4-BE49-F238E27FC236}">
                    <a16:creationId xmlns:a16="http://schemas.microsoft.com/office/drawing/2014/main" id="{2141003D-036F-1E1E-75ED-8A7F7F41805D}"/>
                  </a:ext>
                </a:extLst>
              </p:cNvPr>
              <p:cNvSpPr/>
              <p:nvPr/>
            </p:nvSpPr>
            <p:spPr>
              <a:xfrm>
                <a:off x="8155833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0" name="Freeform 51699">
                <a:extLst>
                  <a:ext uri="{FF2B5EF4-FFF2-40B4-BE49-F238E27FC236}">
                    <a16:creationId xmlns:a16="http://schemas.microsoft.com/office/drawing/2014/main" id="{F5C1C88B-CEC8-90AC-8228-90744A94AAAC}"/>
                  </a:ext>
                </a:extLst>
              </p:cNvPr>
              <p:cNvSpPr/>
              <p:nvPr/>
            </p:nvSpPr>
            <p:spPr>
              <a:xfrm>
                <a:off x="8156329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1" name="Freeform 51700">
                <a:extLst>
                  <a:ext uri="{FF2B5EF4-FFF2-40B4-BE49-F238E27FC236}">
                    <a16:creationId xmlns:a16="http://schemas.microsoft.com/office/drawing/2014/main" id="{84960C48-33E6-E7F6-4EC2-E55C44A04843}"/>
                  </a:ext>
                </a:extLst>
              </p:cNvPr>
              <p:cNvSpPr/>
              <p:nvPr/>
            </p:nvSpPr>
            <p:spPr>
              <a:xfrm>
                <a:off x="8156924" y="60164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2" name="Freeform 51701">
                <a:extLst>
                  <a:ext uri="{FF2B5EF4-FFF2-40B4-BE49-F238E27FC236}">
                    <a16:creationId xmlns:a16="http://schemas.microsoft.com/office/drawing/2014/main" id="{D74F6BD2-1D34-121F-661E-72B092193211}"/>
                  </a:ext>
                </a:extLst>
              </p:cNvPr>
              <p:cNvSpPr/>
              <p:nvPr/>
            </p:nvSpPr>
            <p:spPr>
              <a:xfrm>
                <a:off x="8157420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3" name="Freeform 51702">
                <a:extLst>
                  <a:ext uri="{FF2B5EF4-FFF2-40B4-BE49-F238E27FC236}">
                    <a16:creationId xmlns:a16="http://schemas.microsoft.com/office/drawing/2014/main" id="{8116F011-3823-1637-1CCC-787B21F1EF35}"/>
                  </a:ext>
                </a:extLst>
              </p:cNvPr>
              <p:cNvSpPr/>
              <p:nvPr/>
            </p:nvSpPr>
            <p:spPr>
              <a:xfrm>
                <a:off x="8157916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4" name="Freeform 51703">
                <a:extLst>
                  <a:ext uri="{FF2B5EF4-FFF2-40B4-BE49-F238E27FC236}">
                    <a16:creationId xmlns:a16="http://schemas.microsoft.com/office/drawing/2014/main" id="{3361CA4C-31EF-495A-DC22-FDA724E6FA91}"/>
                  </a:ext>
                </a:extLst>
              </p:cNvPr>
              <p:cNvSpPr/>
              <p:nvPr/>
            </p:nvSpPr>
            <p:spPr>
              <a:xfrm>
                <a:off x="8158512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5" name="Freeform 51704">
                <a:extLst>
                  <a:ext uri="{FF2B5EF4-FFF2-40B4-BE49-F238E27FC236}">
                    <a16:creationId xmlns:a16="http://schemas.microsoft.com/office/drawing/2014/main" id="{60DD532C-512E-81EE-1E9E-AC0F792AB3A9}"/>
                  </a:ext>
                </a:extLst>
              </p:cNvPr>
              <p:cNvSpPr/>
              <p:nvPr/>
            </p:nvSpPr>
            <p:spPr>
              <a:xfrm>
                <a:off x="8159008" y="60221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6" name="Freeform 51705">
                <a:extLst>
                  <a:ext uri="{FF2B5EF4-FFF2-40B4-BE49-F238E27FC236}">
                    <a16:creationId xmlns:a16="http://schemas.microsoft.com/office/drawing/2014/main" id="{D69EBEFF-F92D-2DD6-1F1F-EFE57C5EC6F7}"/>
                  </a:ext>
                </a:extLst>
              </p:cNvPr>
              <p:cNvSpPr/>
              <p:nvPr/>
            </p:nvSpPr>
            <p:spPr>
              <a:xfrm>
                <a:off x="8159504" y="60229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7" name="Freeform 51706">
                <a:extLst>
                  <a:ext uri="{FF2B5EF4-FFF2-40B4-BE49-F238E27FC236}">
                    <a16:creationId xmlns:a16="http://schemas.microsoft.com/office/drawing/2014/main" id="{99F0213E-D736-2067-30A5-DD5F7DE99953}"/>
                  </a:ext>
                </a:extLst>
              </p:cNvPr>
              <p:cNvSpPr/>
              <p:nvPr/>
            </p:nvSpPr>
            <p:spPr>
              <a:xfrm>
                <a:off x="8160099" y="60233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8" name="Freeform 51707">
                <a:extLst>
                  <a:ext uri="{FF2B5EF4-FFF2-40B4-BE49-F238E27FC236}">
                    <a16:creationId xmlns:a16="http://schemas.microsoft.com/office/drawing/2014/main" id="{FE309F47-E38C-100D-751C-A6450D0B748A}"/>
                  </a:ext>
                </a:extLst>
              </p:cNvPr>
              <p:cNvSpPr/>
              <p:nvPr/>
            </p:nvSpPr>
            <p:spPr>
              <a:xfrm>
                <a:off x="8160595" y="60193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09" name="Freeform 51708">
                <a:extLst>
                  <a:ext uri="{FF2B5EF4-FFF2-40B4-BE49-F238E27FC236}">
                    <a16:creationId xmlns:a16="http://schemas.microsoft.com/office/drawing/2014/main" id="{01E8657E-2327-DE30-AC96-41B43372C108}"/>
                  </a:ext>
                </a:extLst>
              </p:cNvPr>
              <p:cNvSpPr/>
              <p:nvPr/>
            </p:nvSpPr>
            <p:spPr>
              <a:xfrm>
                <a:off x="8161091" y="583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0" name="Freeform 51709">
                <a:extLst>
                  <a:ext uri="{FF2B5EF4-FFF2-40B4-BE49-F238E27FC236}">
                    <a16:creationId xmlns:a16="http://schemas.microsoft.com/office/drawing/2014/main" id="{68862105-9F30-C3E8-D308-334CC3E0EC1F}"/>
                  </a:ext>
                </a:extLst>
              </p:cNvPr>
              <p:cNvSpPr/>
              <p:nvPr/>
            </p:nvSpPr>
            <p:spPr>
              <a:xfrm>
                <a:off x="8161687" y="5843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1" name="Freeform 51710">
                <a:extLst>
                  <a:ext uri="{FF2B5EF4-FFF2-40B4-BE49-F238E27FC236}">
                    <a16:creationId xmlns:a16="http://schemas.microsoft.com/office/drawing/2014/main" id="{EAFEF440-EF8E-5DE9-F324-E440449C1D80}"/>
                  </a:ext>
                </a:extLst>
              </p:cNvPr>
              <p:cNvSpPr/>
              <p:nvPr/>
            </p:nvSpPr>
            <p:spPr>
              <a:xfrm>
                <a:off x="8162183" y="5856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2" name="Freeform 51711">
                <a:extLst>
                  <a:ext uri="{FF2B5EF4-FFF2-40B4-BE49-F238E27FC236}">
                    <a16:creationId xmlns:a16="http://schemas.microsoft.com/office/drawing/2014/main" id="{B7D22BC9-44BF-83BD-D353-D8F83BB57EB3}"/>
                  </a:ext>
                </a:extLst>
              </p:cNvPr>
              <p:cNvSpPr/>
              <p:nvPr/>
            </p:nvSpPr>
            <p:spPr>
              <a:xfrm>
                <a:off x="8162679" y="5866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3" name="Freeform 51712">
                <a:extLst>
                  <a:ext uri="{FF2B5EF4-FFF2-40B4-BE49-F238E27FC236}">
                    <a16:creationId xmlns:a16="http://schemas.microsoft.com/office/drawing/2014/main" id="{2F6DDE0B-90CC-1B13-9DC7-E148E6C2797E}"/>
                  </a:ext>
                </a:extLst>
              </p:cNvPr>
              <p:cNvSpPr/>
              <p:nvPr/>
            </p:nvSpPr>
            <p:spPr>
              <a:xfrm>
                <a:off x="8163274" y="5864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4" name="Freeform 51713">
                <a:extLst>
                  <a:ext uri="{FF2B5EF4-FFF2-40B4-BE49-F238E27FC236}">
                    <a16:creationId xmlns:a16="http://schemas.microsoft.com/office/drawing/2014/main" id="{5A81E7AA-B08D-B9A5-4C0A-80A0E2158126}"/>
                  </a:ext>
                </a:extLst>
              </p:cNvPr>
              <p:cNvSpPr/>
              <p:nvPr/>
            </p:nvSpPr>
            <p:spPr>
              <a:xfrm>
                <a:off x="8163770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5" name="Freeform 51714">
                <a:extLst>
                  <a:ext uri="{FF2B5EF4-FFF2-40B4-BE49-F238E27FC236}">
                    <a16:creationId xmlns:a16="http://schemas.microsoft.com/office/drawing/2014/main" id="{C4587EFD-4DAC-B1BD-7B3D-0EFBF320B065}"/>
                  </a:ext>
                </a:extLst>
              </p:cNvPr>
              <p:cNvSpPr/>
              <p:nvPr/>
            </p:nvSpPr>
            <p:spPr>
              <a:xfrm>
                <a:off x="8164266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6" name="Freeform 51715">
                <a:extLst>
                  <a:ext uri="{FF2B5EF4-FFF2-40B4-BE49-F238E27FC236}">
                    <a16:creationId xmlns:a16="http://schemas.microsoft.com/office/drawing/2014/main" id="{FFC47FE8-63A3-CA5F-2805-E6525F4BEC6D}"/>
                  </a:ext>
                </a:extLst>
              </p:cNvPr>
              <p:cNvSpPr/>
              <p:nvPr/>
            </p:nvSpPr>
            <p:spPr>
              <a:xfrm>
                <a:off x="8164862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7" name="Freeform 51716">
                <a:extLst>
                  <a:ext uri="{FF2B5EF4-FFF2-40B4-BE49-F238E27FC236}">
                    <a16:creationId xmlns:a16="http://schemas.microsoft.com/office/drawing/2014/main" id="{EF44B686-684A-EDBD-FAC0-DCCC35995C1C}"/>
                  </a:ext>
                </a:extLst>
              </p:cNvPr>
              <p:cNvSpPr/>
              <p:nvPr/>
            </p:nvSpPr>
            <p:spPr>
              <a:xfrm>
                <a:off x="8165358" y="5808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8" name="Freeform 51717">
                <a:extLst>
                  <a:ext uri="{FF2B5EF4-FFF2-40B4-BE49-F238E27FC236}">
                    <a16:creationId xmlns:a16="http://schemas.microsoft.com/office/drawing/2014/main" id="{522386CB-7023-95ED-F849-5935DFE3911E}"/>
                  </a:ext>
                </a:extLst>
              </p:cNvPr>
              <p:cNvSpPr/>
              <p:nvPr/>
            </p:nvSpPr>
            <p:spPr>
              <a:xfrm>
                <a:off x="8165854" y="5774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19" name="Freeform 51718">
                <a:extLst>
                  <a:ext uri="{FF2B5EF4-FFF2-40B4-BE49-F238E27FC236}">
                    <a16:creationId xmlns:a16="http://schemas.microsoft.com/office/drawing/2014/main" id="{328D2E02-A654-C8AF-312E-E60B06FDC032}"/>
                  </a:ext>
                </a:extLst>
              </p:cNvPr>
              <p:cNvSpPr/>
              <p:nvPr/>
            </p:nvSpPr>
            <p:spPr>
              <a:xfrm>
                <a:off x="8166449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0" name="Freeform 51719">
                <a:extLst>
                  <a:ext uri="{FF2B5EF4-FFF2-40B4-BE49-F238E27FC236}">
                    <a16:creationId xmlns:a16="http://schemas.microsoft.com/office/drawing/2014/main" id="{9AA7C5BC-5038-6E70-1762-EDC04F04134D}"/>
                  </a:ext>
                </a:extLst>
              </p:cNvPr>
              <p:cNvSpPr/>
              <p:nvPr/>
            </p:nvSpPr>
            <p:spPr>
              <a:xfrm>
                <a:off x="8166945" y="574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1" name="Freeform 51720">
                <a:extLst>
                  <a:ext uri="{FF2B5EF4-FFF2-40B4-BE49-F238E27FC236}">
                    <a16:creationId xmlns:a16="http://schemas.microsoft.com/office/drawing/2014/main" id="{6F939D32-87EC-511F-EE58-ACFDD5167D58}"/>
                  </a:ext>
                </a:extLst>
              </p:cNvPr>
              <p:cNvSpPr/>
              <p:nvPr/>
            </p:nvSpPr>
            <p:spPr>
              <a:xfrm>
                <a:off x="8167441" y="5736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2" name="Freeform 51721">
                <a:extLst>
                  <a:ext uri="{FF2B5EF4-FFF2-40B4-BE49-F238E27FC236}">
                    <a16:creationId xmlns:a16="http://schemas.microsoft.com/office/drawing/2014/main" id="{AC291E21-496D-81E6-0C48-A83B18F43E92}"/>
                  </a:ext>
                </a:extLst>
              </p:cNvPr>
              <p:cNvSpPr/>
              <p:nvPr/>
            </p:nvSpPr>
            <p:spPr>
              <a:xfrm>
                <a:off x="8167938" y="57267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3" name="Freeform 51722">
                <a:extLst>
                  <a:ext uri="{FF2B5EF4-FFF2-40B4-BE49-F238E27FC236}">
                    <a16:creationId xmlns:a16="http://schemas.microsoft.com/office/drawing/2014/main" id="{DEDC5530-6ACC-BFFE-A552-0EF15EC69154}"/>
                  </a:ext>
                </a:extLst>
              </p:cNvPr>
              <p:cNvSpPr/>
              <p:nvPr/>
            </p:nvSpPr>
            <p:spPr>
              <a:xfrm>
                <a:off x="8168533" y="5731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4" name="Freeform 51723">
                <a:extLst>
                  <a:ext uri="{FF2B5EF4-FFF2-40B4-BE49-F238E27FC236}">
                    <a16:creationId xmlns:a16="http://schemas.microsoft.com/office/drawing/2014/main" id="{F598B351-A352-C495-0623-2635D7EB994E}"/>
                  </a:ext>
                </a:extLst>
              </p:cNvPr>
              <p:cNvSpPr/>
              <p:nvPr/>
            </p:nvSpPr>
            <p:spPr>
              <a:xfrm>
                <a:off x="8169029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5" name="Freeform 51724">
                <a:extLst>
                  <a:ext uri="{FF2B5EF4-FFF2-40B4-BE49-F238E27FC236}">
                    <a16:creationId xmlns:a16="http://schemas.microsoft.com/office/drawing/2014/main" id="{F33B07AD-2986-C3CF-074E-2CF514629C37}"/>
                  </a:ext>
                </a:extLst>
              </p:cNvPr>
              <p:cNvSpPr/>
              <p:nvPr/>
            </p:nvSpPr>
            <p:spPr>
              <a:xfrm>
                <a:off x="8169525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6" name="Freeform 51725">
                <a:extLst>
                  <a:ext uri="{FF2B5EF4-FFF2-40B4-BE49-F238E27FC236}">
                    <a16:creationId xmlns:a16="http://schemas.microsoft.com/office/drawing/2014/main" id="{7CFA92D9-9631-546A-947F-9E040108E7A5}"/>
                  </a:ext>
                </a:extLst>
              </p:cNvPr>
              <p:cNvSpPr/>
              <p:nvPr/>
            </p:nvSpPr>
            <p:spPr>
              <a:xfrm>
                <a:off x="8170120" y="59951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7" name="Freeform 51726">
                <a:extLst>
                  <a:ext uri="{FF2B5EF4-FFF2-40B4-BE49-F238E27FC236}">
                    <a16:creationId xmlns:a16="http://schemas.microsoft.com/office/drawing/2014/main" id="{B329C5AC-D6F5-B430-E3B2-A445E931692B}"/>
                  </a:ext>
                </a:extLst>
              </p:cNvPr>
              <p:cNvSpPr/>
              <p:nvPr/>
            </p:nvSpPr>
            <p:spPr>
              <a:xfrm>
                <a:off x="8170616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8" name="Freeform 51727">
                <a:extLst>
                  <a:ext uri="{FF2B5EF4-FFF2-40B4-BE49-F238E27FC236}">
                    <a16:creationId xmlns:a16="http://schemas.microsoft.com/office/drawing/2014/main" id="{9C5370B7-1B1E-B695-F430-F780E23A6396}"/>
                  </a:ext>
                </a:extLst>
              </p:cNvPr>
              <p:cNvSpPr/>
              <p:nvPr/>
            </p:nvSpPr>
            <p:spPr>
              <a:xfrm>
                <a:off x="8171113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29" name="Freeform 51728">
                <a:extLst>
                  <a:ext uri="{FF2B5EF4-FFF2-40B4-BE49-F238E27FC236}">
                    <a16:creationId xmlns:a16="http://schemas.microsoft.com/office/drawing/2014/main" id="{D986A375-B3B5-B177-1199-F5C3D4BBEF89}"/>
                  </a:ext>
                </a:extLst>
              </p:cNvPr>
              <p:cNvSpPr/>
              <p:nvPr/>
            </p:nvSpPr>
            <p:spPr>
              <a:xfrm>
                <a:off x="8171708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0" name="Freeform 51729">
                <a:extLst>
                  <a:ext uri="{FF2B5EF4-FFF2-40B4-BE49-F238E27FC236}">
                    <a16:creationId xmlns:a16="http://schemas.microsoft.com/office/drawing/2014/main" id="{4E4BE983-DB20-F9E9-57C4-ED2126215ACB}"/>
                  </a:ext>
                </a:extLst>
              </p:cNvPr>
              <p:cNvSpPr/>
              <p:nvPr/>
            </p:nvSpPr>
            <p:spPr>
              <a:xfrm>
                <a:off x="8172204" y="5992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1" name="Freeform 51730">
                <a:extLst>
                  <a:ext uri="{FF2B5EF4-FFF2-40B4-BE49-F238E27FC236}">
                    <a16:creationId xmlns:a16="http://schemas.microsoft.com/office/drawing/2014/main" id="{6F49481F-8575-D0C4-AA5C-E084E7DA6883}"/>
                  </a:ext>
                </a:extLst>
              </p:cNvPr>
              <p:cNvSpPr/>
              <p:nvPr/>
            </p:nvSpPr>
            <p:spPr>
              <a:xfrm>
                <a:off x="8172700" y="5998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2" name="Freeform 51731">
                <a:extLst>
                  <a:ext uri="{FF2B5EF4-FFF2-40B4-BE49-F238E27FC236}">
                    <a16:creationId xmlns:a16="http://schemas.microsoft.com/office/drawing/2014/main" id="{50DE5A72-1F1B-F743-F28A-06B1B3163B8C}"/>
                  </a:ext>
                </a:extLst>
              </p:cNvPr>
              <p:cNvSpPr/>
              <p:nvPr/>
            </p:nvSpPr>
            <p:spPr>
              <a:xfrm>
                <a:off x="8173295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3" name="Freeform 51732">
                <a:extLst>
                  <a:ext uri="{FF2B5EF4-FFF2-40B4-BE49-F238E27FC236}">
                    <a16:creationId xmlns:a16="http://schemas.microsoft.com/office/drawing/2014/main" id="{CCCB6D49-A5A3-62A5-31F9-0D0ACB4299D9}"/>
                  </a:ext>
                </a:extLst>
              </p:cNvPr>
              <p:cNvSpPr/>
              <p:nvPr/>
            </p:nvSpPr>
            <p:spPr>
              <a:xfrm>
                <a:off x="8173791" y="5852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4" name="Freeform 51733">
                <a:extLst>
                  <a:ext uri="{FF2B5EF4-FFF2-40B4-BE49-F238E27FC236}">
                    <a16:creationId xmlns:a16="http://schemas.microsoft.com/office/drawing/2014/main" id="{0EE315F1-3602-1DD7-CF69-2054EA3C3E9E}"/>
                  </a:ext>
                </a:extLst>
              </p:cNvPr>
              <p:cNvSpPr/>
              <p:nvPr/>
            </p:nvSpPr>
            <p:spPr>
              <a:xfrm>
                <a:off x="8174288" y="5843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5" name="Freeform 51734">
                <a:extLst>
                  <a:ext uri="{FF2B5EF4-FFF2-40B4-BE49-F238E27FC236}">
                    <a16:creationId xmlns:a16="http://schemas.microsoft.com/office/drawing/2014/main" id="{96B8ECFA-7B57-079F-9536-42B89C80FEB9}"/>
                  </a:ext>
                </a:extLst>
              </p:cNvPr>
              <p:cNvSpPr/>
              <p:nvPr/>
            </p:nvSpPr>
            <p:spPr>
              <a:xfrm>
                <a:off x="8174883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6" name="Freeform 51735">
                <a:extLst>
                  <a:ext uri="{FF2B5EF4-FFF2-40B4-BE49-F238E27FC236}">
                    <a16:creationId xmlns:a16="http://schemas.microsoft.com/office/drawing/2014/main" id="{2560F2ED-875A-DF1E-967F-0D256A2B49EF}"/>
                  </a:ext>
                </a:extLst>
              </p:cNvPr>
              <p:cNvSpPr/>
              <p:nvPr/>
            </p:nvSpPr>
            <p:spPr>
              <a:xfrm>
                <a:off x="8175379" y="58752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7" name="Freeform 51736">
                <a:extLst>
                  <a:ext uri="{FF2B5EF4-FFF2-40B4-BE49-F238E27FC236}">
                    <a16:creationId xmlns:a16="http://schemas.microsoft.com/office/drawing/2014/main" id="{8C061FE7-631B-2074-2DC6-967765260584}"/>
                  </a:ext>
                </a:extLst>
              </p:cNvPr>
              <p:cNvSpPr/>
              <p:nvPr/>
            </p:nvSpPr>
            <p:spPr>
              <a:xfrm>
                <a:off x="8175875" y="5871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8" name="Freeform 51737">
                <a:extLst>
                  <a:ext uri="{FF2B5EF4-FFF2-40B4-BE49-F238E27FC236}">
                    <a16:creationId xmlns:a16="http://schemas.microsoft.com/office/drawing/2014/main" id="{BCDFB137-4B2F-35E9-1F6E-420F05C5CF96}"/>
                  </a:ext>
                </a:extLst>
              </p:cNvPr>
              <p:cNvSpPr/>
              <p:nvPr/>
            </p:nvSpPr>
            <p:spPr>
              <a:xfrm>
                <a:off x="8176470" y="5863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39" name="Freeform 51738">
                <a:extLst>
                  <a:ext uri="{FF2B5EF4-FFF2-40B4-BE49-F238E27FC236}">
                    <a16:creationId xmlns:a16="http://schemas.microsoft.com/office/drawing/2014/main" id="{F6F6F5D3-9960-AF34-0C31-8842B5365D6C}"/>
                  </a:ext>
                </a:extLst>
              </p:cNvPr>
              <p:cNvSpPr/>
              <p:nvPr/>
            </p:nvSpPr>
            <p:spPr>
              <a:xfrm>
                <a:off x="8176966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0" name="Freeform 51739">
                <a:extLst>
                  <a:ext uri="{FF2B5EF4-FFF2-40B4-BE49-F238E27FC236}">
                    <a16:creationId xmlns:a16="http://schemas.microsoft.com/office/drawing/2014/main" id="{140D407B-367C-0560-DDD0-25D491EFEB69}"/>
                  </a:ext>
                </a:extLst>
              </p:cNvPr>
              <p:cNvSpPr/>
              <p:nvPr/>
            </p:nvSpPr>
            <p:spPr>
              <a:xfrm>
                <a:off x="8177463" y="5838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1" name="Freeform 51740">
                <a:extLst>
                  <a:ext uri="{FF2B5EF4-FFF2-40B4-BE49-F238E27FC236}">
                    <a16:creationId xmlns:a16="http://schemas.microsoft.com/office/drawing/2014/main" id="{C4A886A8-19CF-3E23-100C-2619970E20F2}"/>
                  </a:ext>
                </a:extLst>
              </p:cNvPr>
              <p:cNvSpPr/>
              <p:nvPr/>
            </p:nvSpPr>
            <p:spPr>
              <a:xfrm>
                <a:off x="8178058" y="5813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2" name="Freeform 51741">
                <a:extLst>
                  <a:ext uri="{FF2B5EF4-FFF2-40B4-BE49-F238E27FC236}">
                    <a16:creationId xmlns:a16="http://schemas.microsoft.com/office/drawing/2014/main" id="{D7ED77D3-3D7F-F442-E670-AA58A4AA58F1}"/>
                  </a:ext>
                </a:extLst>
              </p:cNvPr>
              <p:cNvSpPr/>
              <p:nvPr/>
            </p:nvSpPr>
            <p:spPr>
              <a:xfrm>
                <a:off x="8178554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3" name="Freeform 51742">
                <a:extLst>
                  <a:ext uri="{FF2B5EF4-FFF2-40B4-BE49-F238E27FC236}">
                    <a16:creationId xmlns:a16="http://schemas.microsoft.com/office/drawing/2014/main" id="{F5CDE414-06C7-6964-46BA-A978734D32F8}"/>
                  </a:ext>
                </a:extLst>
              </p:cNvPr>
              <p:cNvSpPr/>
              <p:nvPr/>
            </p:nvSpPr>
            <p:spPr>
              <a:xfrm>
                <a:off x="8179050" y="5782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4" name="Freeform 51743">
                <a:extLst>
                  <a:ext uri="{FF2B5EF4-FFF2-40B4-BE49-F238E27FC236}">
                    <a16:creationId xmlns:a16="http://schemas.microsoft.com/office/drawing/2014/main" id="{9EB14071-0609-084E-5286-25C7AA11626F}"/>
                  </a:ext>
                </a:extLst>
              </p:cNvPr>
              <p:cNvSpPr/>
              <p:nvPr/>
            </p:nvSpPr>
            <p:spPr>
              <a:xfrm>
                <a:off x="8179546" y="5767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5" name="Freeform 51744">
                <a:extLst>
                  <a:ext uri="{FF2B5EF4-FFF2-40B4-BE49-F238E27FC236}">
                    <a16:creationId xmlns:a16="http://schemas.microsoft.com/office/drawing/2014/main" id="{C2897270-358F-DC8F-1CB1-7F4BF639A917}"/>
                  </a:ext>
                </a:extLst>
              </p:cNvPr>
              <p:cNvSpPr/>
              <p:nvPr/>
            </p:nvSpPr>
            <p:spPr>
              <a:xfrm>
                <a:off x="8180141" y="575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6" name="Freeform 51745">
                <a:extLst>
                  <a:ext uri="{FF2B5EF4-FFF2-40B4-BE49-F238E27FC236}">
                    <a16:creationId xmlns:a16="http://schemas.microsoft.com/office/drawing/2014/main" id="{1E3E5A60-1EDC-5211-694F-58266A37881B}"/>
                  </a:ext>
                </a:extLst>
              </p:cNvPr>
              <p:cNvSpPr/>
              <p:nvPr/>
            </p:nvSpPr>
            <p:spPr>
              <a:xfrm>
                <a:off x="8180638" y="574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7" name="Freeform 51746">
                <a:extLst>
                  <a:ext uri="{FF2B5EF4-FFF2-40B4-BE49-F238E27FC236}">
                    <a16:creationId xmlns:a16="http://schemas.microsoft.com/office/drawing/2014/main" id="{16551665-0B16-2FC0-2AC3-99ACD10B7A72}"/>
                  </a:ext>
                </a:extLst>
              </p:cNvPr>
              <p:cNvSpPr/>
              <p:nvPr/>
            </p:nvSpPr>
            <p:spPr>
              <a:xfrm>
                <a:off x="8181134" y="5762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8" name="Freeform 51747">
                <a:extLst>
                  <a:ext uri="{FF2B5EF4-FFF2-40B4-BE49-F238E27FC236}">
                    <a16:creationId xmlns:a16="http://schemas.microsoft.com/office/drawing/2014/main" id="{C551B405-A2EB-1F3E-DC1F-1D3C17C05971}"/>
                  </a:ext>
                </a:extLst>
              </p:cNvPr>
              <p:cNvSpPr/>
              <p:nvPr/>
            </p:nvSpPr>
            <p:spPr>
              <a:xfrm>
                <a:off x="8181729" y="5905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49" name="Freeform 51748">
                <a:extLst>
                  <a:ext uri="{FF2B5EF4-FFF2-40B4-BE49-F238E27FC236}">
                    <a16:creationId xmlns:a16="http://schemas.microsoft.com/office/drawing/2014/main" id="{010F305E-8914-34C5-9043-70A6BA08D08E}"/>
                  </a:ext>
                </a:extLst>
              </p:cNvPr>
              <p:cNvSpPr/>
              <p:nvPr/>
            </p:nvSpPr>
            <p:spPr>
              <a:xfrm>
                <a:off x="8182225" y="59915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0" name="Freeform 51749">
                <a:extLst>
                  <a:ext uri="{FF2B5EF4-FFF2-40B4-BE49-F238E27FC236}">
                    <a16:creationId xmlns:a16="http://schemas.microsoft.com/office/drawing/2014/main" id="{DCAF00FE-6AF8-DBD6-E256-05DA81DD952E}"/>
                  </a:ext>
                </a:extLst>
              </p:cNvPr>
              <p:cNvSpPr/>
              <p:nvPr/>
            </p:nvSpPr>
            <p:spPr>
              <a:xfrm>
                <a:off x="8182721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1" name="Freeform 51750">
                <a:extLst>
                  <a:ext uri="{FF2B5EF4-FFF2-40B4-BE49-F238E27FC236}">
                    <a16:creationId xmlns:a16="http://schemas.microsoft.com/office/drawing/2014/main" id="{AC2D36A4-2B97-FC55-6823-DE74DDA07452}"/>
                  </a:ext>
                </a:extLst>
              </p:cNvPr>
              <p:cNvSpPr/>
              <p:nvPr/>
            </p:nvSpPr>
            <p:spPr>
              <a:xfrm>
                <a:off x="8183316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2" name="Freeform 51751">
                <a:extLst>
                  <a:ext uri="{FF2B5EF4-FFF2-40B4-BE49-F238E27FC236}">
                    <a16:creationId xmlns:a16="http://schemas.microsoft.com/office/drawing/2014/main" id="{76039379-A5FA-A9F9-AD03-589870395A29}"/>
                  </a:ext>
                </a:extLst>
              </p:cNvPr>
              <p:cNvSpPr/>
              <p:nvPr/>
            </p:nvSpPr>
            <p:spPr>
              <a:xfrm>
                <a:off x="8183813" y="60025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3" name="Freeform 51752">
                <a:extLst>
                  <a:ext uri="{FF2B5EF4-FFF2-40B4-BE49-F238E27FC236}">
                    <a16:creationId xmlns:a16="http://schemas.microsoft.com/office/drawing/2014/main" id="{70484DAE-2A12-DECD-E625-7F0377FD7D84}"/>
                  </a:ext>
                </a:extLst>
              </p:cNvPr>
              <p:cNvSpPr/>
              <p:nvPr/>
            </p:nvSpPr>
            <p:spPr>
              <a:xfrm>
                <a:off x="8184309" y="6002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4" name="Freeform 51753">
                <a:extLst>
                  <a:ext uri="{FF2B5EF4-FFF2-40B4-BE49-F238E27FC236}">
                    <a16:creationId xmlns:a16="http://schemas.microsoft.com/office/drawing/2014/main" id="{C853E501-169A-399C-BDC3-A257249C49DB}"/>
                  </a:ext>
                </a:extLst>
              </p:cNvPr>
              <p:cNvSpPr/>
              <p:nvPr/>
            </p:nvSpPr>
            <p:spPr>
              <a:xfrm>
                <a:off x="8184904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5" name="Freeform 51754">
                <a:extLst>
                  <a:ext uri="{FF2B5EF4-FFF2-40B4-BE49-F238E27FC236}">
                    <a16:creationId xmlns:a16="http://schemas.microsoft.com/office/drawing/2014/main" id="{68D69DCA-B350-65D9-D86C-4BFFA937168F}"/>
                  </a:ext>
                </a:extLst>
              </p:cNvPr>
              <p:cNvSpPr/>
              <p:nvPr/>
            </p:nvSpPr>
            <p:spPr>
              <a:xfrm>
                <a:off x="8185400" y="60054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6" name="Freeform 51755">
                <a:extLst>
                  <a:ext uri="{FF2B5EF4-FFF2-40B4-BE49-F238E27FC236}">
                    <a16:creationId xmlns:a16="http://schemas.microsoft.com/office/drawing/2014/main" id="{CC26C55B-1258-3310-3E24-7BA9C120E195}"/>
                  </a:ext>
                </a:extLst>
              </p:cNvPr>
              <p:cNvSpPr/>
              <p:nvPr/>
            </p:nvSpPr>
            <p:spPr>
              <a:xfrm>
                <a:off x="8185896" y="60009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7" name="Freeform 51756">
                <a:extLst>
                  <a:ext uri="{FF2B5EF4-FFF2-40B4-BE49-F238E27FC236}">
                    <a16:creationId xmlns:a16="http://schemas.microsoft.com/office/drawing/2014/main" id="{2087239C-F666-B7BD-00FB-B0283ED2D1AB}"/>
                  </a:ext>
                </a:extLst>
              </p:cNvPr>
              <p:cNvSpPr/>
              <p:nvPr/>
            </p:nvSpPr>
            <p:spPr>
              <a:xfrm>
                <a:off x="8186491" y="5851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8" name="Freeform 51757">
                <a:extLst>
                  <a:ext uri="{FF2B5EF4-FFF2-40B4-BE49-F238E27FC236}">
                    <a16:creationId xmlns:a16="http://schemas.microsoft.com/office/drawing/2014/main" id="{2093C4DF-CFFB-FC7F-8565-85B55D7BB2BE}"/>
                  </a:ext>
                </a:extLst>
              </p:cNvPr>
              <p:cNvSpPr/>
              <p:nvPr/>
            </p:nvSpPr>
            <p:spPr>
              <a:xfrm>
                <a:off x="8186988" y="5856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59" name="Freeform 51758">
                <a:extLst>
                  <a:ext uri="{FF2B5EF4-FFF2-40B4-BE49-F238E27FC236}">
                    <a16:creationId xmlns:a16="http://schemas.microsoft.com/office/drawing/2014/main" id="{76BE2C64-725B-6588-4AD5-ECF6E2246169}"/>
                  </a:ext>
                </a:extLst>
              </p:cNvPr>
              <p:cNvSpPr/>
              <p:nvPr/>
            </p:nvSpPr>
            <p:spPr>
              <a:xfrm>
                <a:off x="8187484" y="5871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0" name="Freeform 51759">
                <a:extLst>
                  <a:ext uri="{FF2B5EF4-FFF2-40B4-BE49-F238E27FC236}">
                    <a16:creationId xmlns:a16="http://schemas.microsoft.com/office/drawing/2014/main" id="{C34EFA3D-595A-3889-2E2C-56AB4B8598B4}"/>
                  </a:ext>
                </a:extLst>
              </p:cNvPr>
              <p:cNvSpPr/>
              <p:nvPr/>
            </p:nvSpPr>
            <p:spPr>
              <a:xfrm>
                <a:off x="8188079" y="5876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1" name="Freeform 51760">
                <a:extLst>
                  <a:ext uri="{FF2B5EF4-FFF2-40B4-BE49-F238E27FC236}">
                    <a16:creationId xmlns:a16="http://schemas.microsoft.com/office/drawing/2014/main" id="{6C67F45F-497C-0EB6-7A04-C44FEAF5A30A}"/>
                  </a:ext>
                </a:extLst>
              </p:cNvPr>
              <p:cNvSpPr/>
              <p:nvPr/>
            </p:nvSpPr>
            <p:spPr>
              <a:xfrm>
                <a:off x="8188575" y="58731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2" name="Freeform 51761">
                <a:extLst>
                  <a:ext uri="{FF2B5EF4-FFF2-40B4-BE49-F238E27FC236}">
                    <a16:creationId xmlns:a16="http://schemas.microsoft.com/office/drawing/2014/main" id="{EF2E95D8-BBE7-E8E2-5760-46293AF262E6}"/>
                  </a:ext>
                </a:extLst>
              </p:cNvPr>
              <p:cNvSpPr/>
              <p:nvPr/>
            </p:nvSpPr>
            <p:spPr>
              <a:xfrm>
                <a:off x="8189071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3" name="Freeform 51762">
                <a:extLst>
                  <a:ext uri="{FF2B5EF4-FFF2-40B4-BE49-F238E27FC236}">
                    <a16:creationId xmlns:a16="http://schemas.microsoft.com/office/drawing/2014/main" id="{5213953A-D151-013F-BC3C-351A17945A0C}"/>
                  </a:ext>
                </a:extLst>
              </p:cNvPr>
              <p:cNvSpPr/>
              <p:nvPr/>
            </p:nvSpPr>
            <p:spPr>
              <a:xfrm>
                <a:off x="8189666" y="58454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4" name="Freeform 51763">
                <a:extLst>
                  <a:ext uri="{FF2B5EF4-FFF2-40B4-BE49-F238E27FC236}">
                    <a16:creationId xmlns:a16="http://schemas.microsoft.com/office/drawing/2014/main" id="{B311DC06-5B4F-ABEB-DC28-AACF738D5913}"/>
                  </a:ext>
                </a:extLst>
              </p:cNvPr>
              <p:cNvSpPr/>
              <p:nvPr/>
            </p:nvSpPr>
            <p:spPr>
              <a:xfrm>
                <a:off x="8190163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5" name="Freeform 51764">
                <a:extLst>
                  <a:ext uri="{FF2B5EF4-FFF2-40B4-BE49-F238E27FC236}">
                    <a16:creationId xmlns:a16="http://schemas.microsoft.com/office/drawing/2014/main" id="{87FBF393-3FD6-7390-7EBE-566414D56DAD}"/>
                  </a:ext>
                </a:extLst>
              </p:cNvPr>
              <p:cNvSpPr/>
              <p:nvPr/>
            </p:nvSpPr>
            <p:spPr>
              <a:xfrm>
                <a:off x="8190659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6" name="Freeform 51765">
                <a:extLst>
                  <a:ext uri="{FF2B5EF4-FFF2-40B4-BE49-F238E27FC236}">
                    <a16:creationId xmlns:a16="http://schemas.microsoft.com/office/drawing/2014/main" id="{44569835-2DFD-CA2F-E778-052A117415D3}"/>
                  </a:ext>
                </a:extLst>
              </p:cNvPr>
              <p:cNvSpPr/>
              <p:nvPr/>
            </p:nvSpPr>
            <p:spPr>
              <a:xfrm>
                <a:off x="8191155" y="57883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7" name="Freeform 51766">
                <a:extLst>
                  <a:ext uri="{FF2B5EF4-FFF2-40B4-BE49-F238E27FC236}">
                    <a16:creationId xmlns:a16="http://schemas.microsoft.com/office/drawing/2014/main" id="{FB17885E-A86F-F3D3-EFFA-9EC0343A5B10}"/>
                  </a:ext>
                </a:extLst>
              </p:cNvPr>
              <p:cNvSpPr/>
              <p:nvPr/>
            </p:nvSpPr>
            <p:spPr>
              <a:xfrm>
                <a:off x="8191750" y="5769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8" name="Freeform 51767">
                <a:extLst>
                  <a:ext uri="{FF2B5EF4-FFF2-40B4-BE49-F238E27FC236}">
                    <a16:creationId xmlns:a16="http://schemas.microsoft.com/office/drawing/2014/main" id="{8CA6EF4C-B032-0292-8E8D-59503FE31DF0}"/>
                  </a:ext>
                </a:extLst>
              </p:cNvPr>
              <p:cNvSpPr/>
              <p:nvPr/>
            </p:nvSpPr>
            <p:spPr>
              <a:xfrm>
                <a:off x="8192246" y="5754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69" name="Freeform 51768">
                <a:extLst>
                  <a:ext uri="{FF2B5EF4-FFF2-40B4-BE49-F238E27FC236}">
                    <a16:creationId xmlns:a16="http://schemas.microsoft.com/office/drawing/2014/main" id="{0816D58C-5BC1-BF5F-405C-B7ACC094E259}"/>
                  </a:ext>
                </a:extLst>
              </p:cNvPr>
              <p:cNvSpPr/>
              <p:nvPr/>
            </p:nvSpPr>
            <p:spPr>
              <a:xfrm>
                <a:off x="8192742" y="5734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0" name="Freeform 51769">
                <a:extLst>
                  <a:ext uri="{FF2B5EF4-FFF2-40B4-BE49-F238E27FC236}">
                    <a16:creationId xmlns:a16="http://schemas.microsoft.com/office/drawing/2014/main" id="{7FB6EB43-9BCB-0CF4-0571-E67D831AB66F}"/>
                  </a:ext>
                </a:extLst>
              </p:cNvPr>
              <p:cNvSpPr/>
              <p:nvPr/>
            </p:nvSpPr>
            <p:spPr>
              <a:xfrm>
                <a:off x="8193338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1" name="Freeform 51770">
                <a:extLst>
                  <a:ext uri="{FF2B5EF4-FFF2-40B4-BE49-F238E27FC236}">
                    <a16:creationId xmlns:a16="http://schemas.microsoft.com/office/drawing/2014/main" id="{3B3732A4-683D-F8FE-77D0-D61B66AEAC12}"/>
                  </a:ext>
                </a:extLst>
              </p:cNvPr>
              <p:cNvSpPr/>
              <p:nvPr/>
            </p:nvSpPr>
            <p:spPr>
              <a:xfrm>
                <a:off x="8193834" y="5729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2" name="Freeform 51771">
                <a:extLst>
                  <a:ext uri="{FF2B5EF4-FFF2-40B4-BE49-F238E27FC236}">
                    <a16:creationId xmlns:a16="http://schemas.microsoft.com/office/drawing/2014/main" id="{18C9F4E2-5958-BB9D-7ECF-A953DA6F5128}"/>
                  </a:ext>
                </a:extLst>
              </p:cNvPr>
              <p:cNvSpPr/>
              <p:nvPr/>
            </p:nvSpPr>
            <p:spPr>
              <a:xfrm>
                <a:off x="8194330" y="5896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3" name="Freeform 51772">
                <a:extLst>
                  <a:ext uri="{FF2B5EF4-FFF2-40B4-BE49-F238E27FC236}">
                    <a16:creationId xmlns:a16="http://schemas.microsoft.com/office/drawing/2014/main" id="{B81306BD-6CBA-60AE-EADF-50F75B41E06C}"/>
                  </a:ext>
                </a:extLst>
              </p:cNvPr>
              <p:cNvSpPr/>
              <p:nvPr/>
            </p:nvSpPr>
            <p:spPr>
              <a:xfrm>
                <a:off x="8194925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4" name="Freeform 51773">
                <a:extLst>
                  <a:ext uri="{FF2B5EF4-FFF2-40B4-BE49-F238E27FC236}">
                    <a16:creationId xmlns:a16="http://schemas.microsoft.com/office/drawing/2014/main" id="{5BCC207D-B86A-6862-3FDA-BA13135CE31A}"/>
                  </a:ext>
                </a:extLst>
              </p:cNvPr>
              <p:cNvSpPr/>
              <p:nvPr/>
            </p:nvSpPr>
            <p:spPr>
              <a:xfrm>
                <a:off x="8195421" y="59943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5" name="Freeform 51774">
                <a:extLst>
                  <a:ext uri="{FF2B5EF4-FFF2-40B4-BE49-F238E27FC236}">
                    <a16:creationId xmlns:a16="http://schemas.microsoft.com/office/drawing/2014/main" id="{ADABE249-EB40-C9D9-6D0C-8459233CC656}"/>
                  </a:ext>
                </a:extLst>
              </p:cNvPr>
              <p:cNvSpPr/>
              <p:nvPr/>
            </p:nvSpPr>
            <p:spPr>
              <a:xfrm>
                <a:off x="8195917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6" name="Freeform 51775">
                <a:extLst>
                  <a:ext uri="{FF2B5EF4-FFF2-40B4-BE49-F238E27FC236}">
                    <a16:creationId xmlns:a16="http://schemas.microsoft.com/office/drawing/2014/main" id="{988CAAE5-9E1F-4A01-7290-E0BA218FAF34}"/>
                  </a:ext>
                </a:extLst>
              </p:cNvPr>
              <p:cNvSpPr/>
              <p:nvPr/>
            </p:nvSpPr>
            <p:spPr>
              <a:xfrm>
                <a:off x="8196513" y="5985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7" name="Freeform 51776">
                <a:extLst>
                  <a:ext uri="{FF2B5EF4-FFF2-40B4-BE49-F238E27FC236}">
                    <a16:creationId xmlns:a16="http://schemas.microsoft.com/office/drawing/2014/main" id="{8092D731-C75D-2CBE-81B8-CFE451B65CFA}"/>
                  </a:ext>
                </a:extLst>
              </p:cNvPr>
              <p:cNvSpPr/>
              <p:nvPr/>
            </p:nvSpPr>
            <p:spPr>
              <a:xfrm>
                <a:off x="8197009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8" name="Freeform 51777">
                <a:extLst>
                  <a:ext uri="{FF2B5EF4-FFF2-40B4-BE49-F238E27FC236}">
                    <a16:creationId xmlns:a16="http://schemas.microsoft.com/office/drawing/2014/main" id="{667422BA-C5B8-E001-71B4-FFD2EE1B8CD0}"/>
                  </a:ext>
                </a:extLst>
              </p:cNvPr>
              <p:cNvSpPr/>
              <p:nvPr/>
            </p:nvSpPr>
            <p:spPr>
              <a:xfrm>
                <a:off x="8197505" y="5985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79" name="Freeform 51778">
                <a:extLst>
                  <a:ext uri="{FF2B5EF4-FFF2-40B4-BE49-F238E27FC236}">
                    <a16:creationId xmlns:a16="http://schemas.microsoft.com/office/drawing/2014/main" id="{3941014B-20CE-13E2-64F8-B94DDD52D315}"/>
                  </a:ext>
                </a:extLst>
              </p:cNvPr>
              <p:cNvSpPr/>
              <p:nvPr/>
            </p:nvSpPr>
            <p:spPr>
              <a:xfrm>
                <a:off x="8198100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0" name="Freeform 51779">
                <a:extLst>
                  <a:ext uri="{FF2B5EF4-FFF2-40B4-BE49-F238E27FC236}">
                    <a16:creationId xmlns:a16="http://schemas.microsoft.com/office/drawing/2014/main" id="{F8283ADC-0219-4709-87EF-D3303F429266}"/>
                  </a:ext>
                </a:extLst>
              </p:cNvPr>
              <p:cNvSpPr/>
              <p:nvPr/>
            </p:nvSpPr>
            <p:spPr>
              <a:xfrm>
                <a:off x="8198596" y="5976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1" name="Freeform 51780">
                <a:extLst>
                  <a:ext uri="{FF2B5EF4-FFF2-40B4-BE49-F238E27FC236}">
                    <a16:creationId xmlns:a16="http://schemas.microsoft.com/office/drawing/2014/main" id="{497D9C5C-DBE9-D0B4-5134-94B960DAE19D}"/>
                  </a:ext>
                </a:extLst>
              </p:cNvPr>
              <p:cNvSpPr/>
              <p:nvPr/>
            </p:nvSpPr>
            <p:spPr>
              <a:xfrm>
                <a:off x="8199092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2" name="Freeform 51781">
                <a:extLst>
                  <a:ext uri="{FF2B5EF4-FFF2-40B4-BE49-F238E27FC236}">
                    <a16:creationId xmlns:a16="http://schemas.microsoft.com/office/drawing/2014/main" id="{1843598E-B142-F23F-60C7-844E2B94FEF4}"/>
                  </a:ext>
                </a:extLst>
              </p:cNvPr>
              <p:cNvSpPr/>
              <p:nvPr/>
            </p:nvSpPr>
            <p:spPr>
              <a:xfrm>
                <a:off x="8199688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3" name="Freeform 51782">
                <a:extLst>
                  <a:ext uri="{FF2B5EF4-FFF2-40B4-BE49-F238E27FC236}">
                    <a16:creationId xmlns:a16="http://schemas.microsoft.com/office/drawing/2014/main" id="{1FE996FB-A1AF-C2BD-F218-37A773DED100}"/>
                  </a:ext>
                </a:extLst>
              </p:cNvPr>
              <p:cNvSpPr/>
              <p:nvPr/>
            </p:nvSpPr>
            <p:spPr>
              <a:xfrm>
                <a:off x="8200184" y="580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4" name="Freeform 51783">
                <a:extLst>
                  <a:ext uri="{FF2B5EF4-FFF2-40B4-BE49-F238E27FC236}">
                    <a16:creationId xmlns:a16="http://schemas.microsoft.com/office/drawing/2014/main" id="{4399D779-8228-B36B-6B33-C55C3615CC33}"/>
                  </a:ext>
                </a:extLst>
              </p:cNvPr>
              <p:cNvSpPr/>
              <p:nvPr/>
            </p:nvSpPr>
            <p:spPr>
              <a:xfrm>
                <a:off x="8200680" y="5808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5" name="Freeform 51784">
                <a:extLst>
                  <a:ext uri="{FF2B5EF4-FFF2-40B4-BE49-F238E27FC236}">
                    <a16:creationId xmlns:a16="http://schemas.microsoft.com/office/drawing/2014/main" id="{E536F9B3-793F-F435-0EA3-EBA82A40F183}"/>
                  </a:ext>
                </a:extLst>
              </p:cNvPr>
              <p:cNvSpPr/>
              <p:nvPr/>
            </p:nvSpPr>
            <p:spPr>
              <a:xfrm>
                <a:off x="8201275" y="5803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6" name="Freeform 51785">
                <a:extLst>
                  <a:ext uri="{FF2B5EF4-FFF2-40B4-BE49-F238E27FC236}">
                    <a16:creationId xmlns:a16="http://schemas.microsoft.com/office/drawing/2014/main" id="{826F2760-090A-FFD5-9710-B853F3711448}"/>
                  </a:ext>
                </a:extLst>
              </p:cNvPr>
              <p:cNvSpPr/>
              <p:nvPr/>
            </p:nvSpPr>
            <p:spPr>
              <a:xfrm>
                <a:off x="8201771" y="58018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7" name="Freeform 51786">
                <a:extLst>
                  <a:ext uri="{FF2B5EF4-FFF2-40B4-BE49-F238E27FC236}">
                    <a16:creationId xmlns:a16="http://schemas.microsoft.com/office/drawing/2014/main" id="{B76FA47A-116C-4B49-BCE8-7A1948FA7F1A}"/>
                  </a:ext>
                </a:extLst>
              </p:cNvPr>
              <p:cNvSpPr/>
              <p:nvPr/>
            </p:nvSpPr>
            <p:spPr>
              <a:xfrm>
                <a:off x="8202267" y="5782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8" name="Freeform 51787">
                <a:extLst>
                  <a:ext uri="{FF2B5EF4-FFF2-40B4-BE49-F238E27FC236}">
                    <a16:creationId xmlns:a16="http://schemas.microsoft.com/office/drawing/2014/main" id="{93C6FF4F-5D69-B8EF-2D71-ED7C4A2E08F7}"/>
                  </a:ext>
                </a:extLst>
              </p:cNvPr>
              <p:cNvSpPr/>
              <p:nvPr/>
            </p:nvSpPr>
            <p:spPr>
              <a:xfrm>
                <a:off x="8202863" y="57666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89" name="Freeform 51788">
                <a:extLst>
                  <a:ext uri="{FF2B5EF4-FFF2-40B4-BE49-F238E27FC236}">
                    <a16:creationId xmlns:a16="http://schemas.microsoft.com/office/drawing/2014/main" id="{FEE84186-643A-9984-D65D-22956EEA1D3F}"/>
                  </a:ext>
                </a:extLst>
              </p:cNvPr>
              <p:cNvSpPr/>
              <p:nvPr/>
            </p:nvSpPr>
            <p:spPr>
              <a:xfrm>
                <a:off x="8203359" y="57462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0" name="Freeform 51789">
                <a:extLst>
                  <a:ext uri="{FF2B5EF4-FFF2-40B4-BE49-F238E27FC236}">
                    <a16:creationId xmlns:a16="http://schemas.microsoft.com/office/drawing/2014/main" id="{4CAF90C1-7F52-0047-8D26-B462613B9827}"/>
                  </a:ext>
                </a:extLst>
              </p:cNvPr>
              <p:cNvSpPr/>
              <p:nvPr/>
            </p:nvSpPr>
            <p:spPr>
              <a:xfrm>
                <a:off x="8203855" y="5708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1" name="Freeform 51790">
                <a:extLst>
                  <a:ext uri="{FF2B5EF4-FFF2-40B4-BE49-F238E27FC236}">
                    <a16:creationId xmlns:a16="http://schemas.microsoft.com/office/drawing/2014/main" id="{F160F562-7ADE-943D-416A-137C9A8871D4}"/>
                  </a:ext>
                </a:extLst>
              </p:cNvPr>
              <p:cNvSpPr/>
              <p:nvPr/>
            </p:nvSpPr>
            <p:spPr>
              <a:xfrm>
                <a:off x="8204351" y="5696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2" name="Freeform 51791">
                <a:extLst>
                  <a:ext uri="{FF2B5EF4-FFF2-40B4-BE49-F238E27FC236}">
                    <a16:creationId xmlns:a16="http://schemas.microsoft.com/office/drawing/2014/main" id="{B875733A-1246-A2CA-8A4F-7CB4C1CDF159}"/>
                  </a:ext>
                </a:extLst>
              </p:cNvPr>
              <p:cNvSpPr/>
              <p:nvPr/>
            </p:nvSpPr>
            <p:spPr>
              <a:xfrm>
                <a:off x="8204946" y="5678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3" name="Freeform 51792">
                <a:extLst>
                  <a:ext uri="{FF2B5EF4-FFF2-40B4-BE49-F238E27FC236}">
                    <a16:creationId xmlns:a16="http://schemas.microsoft.com/office/drawing/2014/main" id="{0E6B6CA5-76C0-9F50-35E7-10AEC535F6ED}"/>
                  </a:ext>
                </a:extLst>
              </p:cNvPr>
              <p:cNvSpPr/>
              <p:nvPr/>
            </p:nvSpPr>
            <p:spPr>
              <a:xfrm>
                <a:off x="8205442" y="56618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4" name="Freeform 51793">
                <a:extLst>
                  <a:ext uri="{FF2B5EF4-FFF2-40B4-BE49-F238E27FC236}">
                    <a16:creationId xmlns:a16="http://schemas.microsoft.com/office/drawing/2014/main" id="{50B965B8-4A5D-BDE1-5373-F5AF9B8469B1}"/>
                  </a:ext>
                </a:extLst>
              </p:cNvPr>
              <p:cNvSpPr/>
              <p:nvPr/>
            </p:nvSpPr>
            <p:spPr>
              <a:xfrm>
                <a:off x="8205938" y="5658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5" name="Freeform 51794">
                <a:extLst>
                  <a:ext uri="{FF2B5EF4-FFF2-40B4-BE49-F238E27FC236}">
                    <a16:creationId xmlns:a16="http://schemas.microsoft.com/office/drawing/2014/main" id="{DB5B64E9-A97D-E233-C348-AD7A8A670A79}"/>
                  </a:ext>
                </a:extLst>
              </p:cNvPr>
              <p:cNvSpPr/>
              <p:nvPr/>
            </p:nvSpPr>
            <p:spPr>
              <a:xfrm>
                <a:off x="8206534" y="56670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6" name="Freeform 51795">
                <a:extLst>
                  <a:ext uri="{FF2B5EF4-FFF2-40B4-BE49-F238E27FC236}">
                    <a16:creationId xmlns:a16="http://schemas.microsoft.com/office/drawing/2014/main" id="{9FE16A46-3F5A-62E9-DB2F-994DF1027974}"/>
                  </a:ext>
                </a:extLst>
              </p:cNvPr>
              <p:cNvSpPr/>
              <p:nvPr/>
            </p:nvSpPr>
            <p:spPr>
              <a:xfrm>
                <a:off x="8207030" y="5795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7" name="Freeform 51796">
                <a:extLst>
                  <a:ext uri="{FF2B5EF4-FFF2-40B4-BE49-F238E27FC236}">
                    <a16:creationId xmlns:a16="http://schemas.microsoft.com/office/drawing/2014/main" id="{50A040EE-2F01-DFA5-B7B7-48E464F84771}"/>
                  </a:ext>
                </a:extLst>
              </p:cNvPr>
              <p:cNvSpPr/>
              <p:nvPr/>
            </p:nvSpPr>
            <p:spPr>
              <a:xfrm>
                <a:off x="8207526" y="5944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8" name="Freeform 51797">
                <a:extLst>
                  <a:ext uri="{FF2B5EF4-FFF2-40B4-BE49-F238E27FC236}">
                    <a16:creationId xmlns:a16="http://schemas.microsoft.com/office/drawing/2014/main" id="{0B8E02DE-330B-A39F-E129-1352A7A36251}"/>
                  </a:ext>
                </a:extLst>
              </p:cNvPr>
              <p:cNvSpPr/>
              <p:nvPr/>
            </p:nvSpPr>
            <p:spPr>
              <a:xfrm>
                <a:off x="8208121" y="59719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99" name="Freeform 51798">
                <a:extLst>
                  <a:ext uri="{FF2B5EF4-FFF2-40B4-BE49-F238E27FC236}">
                    <a16:creationId xmlns:a16="http://schemas.microsoft.com/office/drawing/2014/main" id="{284AEA78-0F4C-1257-340B-6C018015556B}"/>
                  </a:ext>
                </a:extLst>
              </p:cNvPr>
              <p:cNvSpPr/>
              <p:nvPr/>
            </p:nvSpPr>
            <p:spPr>
              <a:xfrm>
                <a:off x="8208617" y="59731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0" name="Freeform 51799">
                <a:extLst>
                  <a:ext uri="{FF2B5EF4-FFF2-40B4-BE49-F238E27FC236}">
                    <a16:creationId xmlns:a16="http://schemas.microsoft.com/office/drawing/2014/main" id="{160258BF-29D9-BCD0-5368-BC734E3F6239}"/>
                  </a:ext>
                </a:extLst>
              </p:cNvPr>
              <p:cNvSpPr/>
              <p:nvPr/>
            </p:nvSpPr>
            <p:spPr>
              <a:xfrm>
                <a:off x="8209113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1" name="Freeform 51800">
                <a:extLst>
                  <a:ext uri="{FF2B5EF4-FFF2-40B4-BE49-F238E27FC236}">
                    <a16:creationId xmlns:a16="http://schemas.microsoft.com/office/drawing/2014/main" id="{EF59CC26-E2AB-2EE3-908B-725E94062B46}"/>
                  </a:ext>
                </a:extLst>
              </p:cNvPr>
              <p:cNvSpPr/>
              <p:nvPr/>
            </p:nvSpPr>
            <p:spPr>
              <a:xfrm>
                <a:off x="8209709" y="5960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2" name="Freeform 51801">
                <a:extLst>
                  <a:ext uri="{FF2B5EF4-FFF2-40B4-BE49-F238E27FC236}">
                    <a16:creationId xmlns:a16="http://schemas.microsoft.com/office/drawing/2014/main" id="{E41C3AEC-2FA1-8D99-4959-773D6B24491F}"/>
                  </a:ext>
                </a:extLst>
              </p:cNvPr>
              <p:cNvSpPr/>
              <p:nvPr/>
            </p:nvSpPr>
            <p:spPr>
              <a:xfrm>
                <a:off x="8210205" y="59646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3" name="Freeform 51802">
                <a:extLst>
                  <a:ext uri="{FF2B5EF4-FFF2-40B4-BE49-F238E27FC236}">
                    <a16:creationId xmlns:a16="http://schemas.microsoft.com/office/drawing/2014/main" id="{04497A80-FEF4-CD89-3F05-F175A887ABB7}"/>
                  </a:ext>
                </a:extLst>
              </p:cNvPr>
              <p:cNvSpPr/>
              <p:nvPr/>
            </p:nvSpPr>
            <p:spPr>
              <a:xfrm>
                <a:off x="8210701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4" name="Freeform 51803">
                <a:extLst>
                  <a:ext uri="{FF2B5EF4-FFF2-40B4-BE49-F238E27FC236}">
                    <a16:creationId xmlns:a16="http://schemas.microsoft.com/office/drawing/2014/main" id="{2EE523B3-AF00-8812-2484-5D590166C11A}"/>
                  </a:ext>
                </a:extLst>
              </p:cNvPr>
              <p:cNvSpPr/>
              <p:nvPr/>
            </p:nvSpPr>
            <p:spPr>
              <a:xfrm>
                <a:off x="8211296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5" name="Freeform 51804">
                <a:extLst>
                  <a:ext uri="{FF2B5EF4-FFF2-40B4-BE49-F238E27FC236}">
                    <a16:creationId xmlns:a16="http://schemas.microsoft.com/office/drawing/2014/main" id="{EEABB11A-391A-F600-CE46-1F773343C331}"/>
                  </a:ext>
                </a:extLst>
              </p:cNvPr>
              <p:cNvSpPr/>
              <p:nvPr/>
            </p:nvSpPr>
            <p:spPr>
              <a:xfrm>
                <a:off x="8211792" y="57736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6" name="Freeform 51805">
                <a:extLst>
                  <a:ext uri="{FF2B5EF4-FFF2-40B4-BE49-F238E27FC236}">
                    <a16:creationId xmlns:a16="http://schemas.microsoft.com/office/drawing/2014/main" id="{EDE640C9-B4CB-BC75-41A8-743EF20F9F52}"/>
                  </a:ext>
                </a:extLst>
              </p:cNvPr>
              <p:cNvSpPr/>
              <p:nvPr/>
            </p:nvSpPr>
            <p:spPr>
              <a:xfrm>
                <a:off x="8212288" y="5767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7" name="Freeform 51806">
                <a:extLst>
                  <a:ext uri="{FF2B5EF4-FFF2-40B4-BE49-F238E27FC236}">
                    <a16:creationId xmlns:a16="http://schemas.microsoft.com/office/drawing/2014/main" id="{2AA17749-174F-1D29-B777-01C3CF7E57CD}"/>
                  </a:ext>
                </a:extLst>
              </p:cNvPr>
              <p:cNvSpPr/>
              <p:nvPr/>
            </p:nvSpPr>
            <p:spPr>
              <a:xfrm>
                <a:off x="8212884" y="5783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8" name="Freeform 51807">
                <a:extLst>
                  <a:ext uri="{FF2B5EF4-FFF2-40B4-BE49-F238E27FC236}">
                    <a16:creationId xmlns:a16="http://schemas.microsoft.com/office/drawing/2014/main" id="{0E438576-FC59-FA7B-AA6F-926018A18DE5}"/>
                  </a:ext>
                </a:extLst>
              </p:cNvPr>
              <p:cNvSpPr/>
              <p:nvPr/>
            </p:nvSpPr>
            <p:spPr>
              <a:xfrm>
                <a:off x="8213380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09" name="Freeform 51808">
                <a:extLst>
                  <a:ext uri="{FF2B5EF4-FFF2-40B4-BE49-F238E27FC236}">
                    <a16:creationId xmlns:a16="http://schemas.microsoft.com/office/drawing/2014/main" id="{3ADBECA1-6EBD-B90C-4BC2-41B5E928A213}"/>
                  </a:ext>
                </a:extLst>
              </p:cNvPr>
              <p:cNvSpPr/>
              <p:nvPr/>
            </p:nvSpPr>
            <p:spPr>
              <a:xfrm>
                <a:off x="8213876" y="5779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0" name="Freeform 51809">
                <a:extLst>
                  <a:ext uri="{FF2B5EF4-FFF2-40B4-BE49-F238E27FC236}">
                    <a16:creationId xmlns:a16="http://schemas.microsoft.com/office/drawing/2014/main" id="{5719F946-B2D8-2363-8245-99E94790AAA0}"/>
                  </a:ext>
                </a:extLst>
              </p:cNvPr>
              <p:cNvSpPr/>
              <p:nvPr/>
            </p:nvSpPr>
            <p:spPr>
              <a:xfrm>
                <a:off x="8214471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1" name="Freeform 51810">
                <a:extLst>
                  <a:ext uri="{FF2B5EF4-FFF2-40B4-BE49-F238E27FC236}">
                    <a16:creationId xmlns:a16="http://schemas.microsoft.com/office/drawing/2014/main" id="{8057CF89-737D-992E-3D67-5D836C7DFE42}"/>
                  </a:ext>
                </a:extLst>
              </p:cNvPr>
              <p:cNvSpPr/>
              <p:nvPr/>
            </p:nvSpPr>
            <p:spPr>
              <a:xfrm>
                <a:off x="8214967" y="5762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2" name="Freeform 51811">
                <a:extLst>
                  <a:ext uri="{FF2B5EF4-FFF2-40B4-BE49-F238E27FC236}">
                    <a16:creationId xmlns:a16="http://schemas.microsoft.com/office/drawing/2014/main" id="{0400EF0D-662D-2665-078A-E80A3660D0E6}"/>
                  </a:ext>
                </a:extLst>
              </p:cNvPr>
              <p:cNvSpPr/>
              <p:nvPr/>
            </p:nvSpPr>
            <p:spPr>
              <a:xfrm>
                <a:off x="8215463" y="5755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3" name="Freeform 51812">
                <a:extLst>
                  <a:ext uri="{FF2B5EF4-FFF2-40B4-BE49-F238E27FC236}">
                    <a16:creationId xmlns:a16="http://schemas.microsoft.com/office/drawing/2014/main" id="{E76AD696-33D7-A24C-50DE-6E23C93B09FD}"/>
                  </a:ext>
                </a:extLst>
              </p:cNvPr>
              <p:cNvSpPr/>
              <p:nvPr/>
            </p:nvSpPr>
            <p:spPr>
              <a:xfrm>
                <a:off x="8215959" y="5723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4" name="Freeform 51813">
                <a:extLst>
                  <a:ext uri="{FF2B5EF4-FFF2-40B4-BE49-F238E27FC236}">
                    <a16:creationId xmlns:a16="http://schemas.microsoft.com/office/drawing/2014/main" id="{96208BAD-3C0E-A4FD-2D60-AC2FE7ACF91A}"/>
                  </a:ext>
                </a:extLst>
              </p:cNvPr>
              <p:cNvSpPr/>
              <p:nvPr/>
            </p:nvSpPr>
            <p:spPr>
              <a:xfrm>
                <a:off x="8216555" y="56724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5" name="Freeform 51814">
                <a:extLst>
                  <a:ext uri="{FF2B5EF4-FFF2-40B4-BE49-F238E27FC236}">
                    <a16:creationId xmlns:a16="http://schemas.microsoft.com/office/drawing/2014/main" id="{A738FBB1-F0E1-A917-B70C-D3BAE7A8BEE7}"/>
                  </a:ext>
                </a:extLst>
              </p:cNvPr>
              <p:cNvSpPr/>
              <p:nvPr/>
            </p:nvSpPr>
            <p:spPr>
              <a:xfrm>
                <a:off x="8217051" y="5636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6" name="Freeform 51815">
                <a:extLst>
                  <a:ext uri="{FF2B5EF4-FFF2-40B4-BE49-F238E27FC236}">
                    <a16:creationId xmlns:a16="http://schemas.microsoft.com/office/drawing/2014/main" id="{B7C3F086-110F-D07F-6CB6-ED7E226E5EBD}"/>
                  </a:ext>
                </a:extLst>
              </p:cNvPr>
              <p:cNvSpPr/>
              <p:nvPr/>
            </p:nvSpPr>
            <p:spPr>
              <a:xfrm>
                <a:off x="8217547" y="56148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7" name="Freeform 51816">
                <a:extLst>
                  <a:ext uri="{FF2B5EF4-FFF2-40B4-BE49-F238E27FC236}">
                    <a16:creationId xmlns:a16="http://schemas.microsoft.com/office/drawing/2014/main" id="{4C3C012C-36B2-E280-5EAF-F2B9C63B5FA3}"/>
                  </a:ext>
                </a:extLst>
              </p:cNvPr>
              <p:cNvSpPr/>
              <p:nvPr/>
            </p:nvSpPr>
            <p:spPr>
              <a:xfrm>
                <a:off x="8218142" y="5619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8" name="Freeform 51817">
                <a:extLst>
                  <a:ext uri="{FF2B5EF4-FFF2-40B4-BE49-F238E27FC236}">
                    <a16:creationId xmlns:a16="http://schemas.microsoft.com/office/drawing/2014/main" id="{A2730F88-AD25-F194-92BB-A17CCF6099C8}"/>
                  </a:ext>
                </a:extLst>
              </p:cNvPr>
              <p:cNvSpPr/>
              <p:nvPr/>
            </p:nvSpPr>
            <p:spPr>
              <a:xfrm>
                <a:off x="8218638" y="56572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19" name="Freeform 51818">
                <a:extLst>
                  <a:ext uri="{FF2B5EF4-FFF2-40B4-BE49-F238E27FC236}">
                    <a16:creationId xmlns:a16="http://schemas.microsoft.com/office/drawing/2014/main" id="{0997250D-7A59-BE68-43CB-8FF34DE8E8C2}"/>
                  </a:ext>
                </a:extLst>
              </p:cNvPr>
              <p:cNvSpPr/>
              <p:nvPr/>
            </p:nvSpPr>
            <p:spPr>
              <a:xfrm>
                <a:off x="8219134" y="5671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0" name="Freeform 51819">
                <a:extLst>
                  <a:ext uri="{FF2B5EF4-FFF2-40B4-BE49-F238E27FC236}">
                    <a16:creationId xmlns:a16="http://schemas.microsoft.com/office/drawing/2014/main" id="{B3E18C64-A8F9-2510-C764-26485531EF8A}"/>
                  </a:ext>
                </a:extLst>
              </p:cNvPr>
              <p:cNvSpPr/>
              <p:nvPr/>
            </p:nvSpPr>
            <p:spPr>
              <a:xfrm>
                <a:off x="8219730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1" name="Freeform 51820">
                <a:extLst>
                  <a:ext uri="{FF2B5EF4-FFF2-40B4-BE49-F238E27FC236}">
                    <a16:creationId xmlns:a16="http://schemas.microsoft.com/office/drawing/2014/main" id="{7676CEBA-DFAB-D807-3A9E-2B688BEB1F6C}"/>
                  </a:ext>
                </a:extLst>
              </p:cNvPr>
              <p:cNvSpPr/>
              <p:nvPr/>
            </p:nvSpPr>
            <p:spPr>
              <a:xfrm>
                <a:off x="8220226" y="594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2" name="Freeform 51821">
                <a:extLst>
                  <a:ext uri="{FF2B5EF4-FFF2-40B4-BE49-F238E27FC236}">
                    <a16:creationId xmlns:a16="http://schemas.microsoft.com/office/drawing/2014/main" id="{5DD5731E-CB2A-58A0-7891-04787AD946F0}"/>
                  </a:ext>
                </a:extLst>
              </p:cNvPr>
              <p:cNvSpPr/>
              <p:nvPr/>
            </p:nvSpPr>
            <p:spPr>
              <a:xfrm>
                <a:off x="8220722" y="5968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3" name="Freeform 51822">
                <a:extLst>
                  <a:ext uri="{FF2B5EF4-FFF2-40B4-BE49-F238E27FC236}">
                    <a16:creationId xmlns:a16="http://schemas.microsoft.com/office/drawing/2014/main" id="{8D6B742C-651E-BA77-EFA0-1E256ED9FDCE}"/>
                  </a:ext>
                </a:extLst>
              </p:cNvPr>
              <p:cNvSpPr/>
              <p:nvPr/>
            </p:nvSpPr>
            <p:spPr>
              <a:xfrm>
                <a:off x="8221317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4" name="Freeform 51823">
                <a:extLst>
                  <a:ext uri="{FF2B5EF4-FFF2-40B4-BE49-F238E27FC236}">
                    <a16:creationId xmlns:a16="http://schemas.microsoft.com/office/drawing/2014/main" id="{92B8D6FE-5199-45ED-C1D1-424BFDD23335}"/>
                  </a:ext>
                </a:extLst>
              </p:cNvPr>
              <p:cNvSpPr/>
              <p:nvPr/>
            </p:nvSpPr>
            <p:spPr>
              <a:xfrm>
                <a:off x="8221813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5" name="Freeform 51824">
                <a:extLst>
                  <a:ext uri="{FF2B5EF4-FFF2-40B4-BE49-F238E27FC236}">
                    <a16:creationId xmlns:a16="http://schemas.microsoft.com/office/drawing/2014/main" id="{603EDA0E-8E5D-992B-DCA0-4BF5317321EB}"/>
                  </a:ext>
                </a:extLst>
              </p:cNvPr>
              <p:cNvSpPr/>
              <p:nvPr/>
            </p:nvSpPr>
            <p:spPr>
              <a:xfrm>
                <a:off x="8222309" y="596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6" name="Freeform 51825">
                <a:extLst>
                  <a:ext uri="{FF2B5EF4-FFF2-40B4-BE49-F238E27FC236}">
                    <a16:creationId xmlns:a16="http://schemas.microsoft.com/office/drawing/2014/main" id="{57E833E4-5C56-6F5B-BA12-B35567BD6BEE}"/>
                  </a:ext>
                </a:extLst>
              </p:cNvPr>
              <p:cNvSpPr/>
              <p:nvPr/>
            </p:nvSpPr>
            <p:spPr>
              <a:xfrm>
                <a:off x="8222905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7" name="Freeform 51826">
                <a:extLst>
                  <a:ext uri="{FF2B5EF4-FFF2-40B4-BE49-F238E27FC236}">
                    <a16:creationId xmlns:a16="http://schemas.microsoft.com/office/drawing/2014/main" id="{F4D3043E-A79E-1EE4-4BBA-FBD79D8DD665}"/>
                  </a:ext>
                </a:extLst>
              </p:cNvPr>
              <p:cNvSpPr/>
              <p:nvPr/>
            </p:nvSpPr>
            <p:spPr>
              <a:xfrm>
                <a:off x="8223401" y="59687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8" name="Freeform 51827">
                <a:extLst>
                  <a:ext uri="{FF2B5EF4-FFF2-40B4-BE49-F238E27FC236}">
                    <a16:creationId xmlns:a16="http://schemas.microsoft.com/office/drawing/2014/main" id="{EF8E0BB6-CB7E-A516-9036-4C4FD3360AAA}"/>
                  </a:ext>
                </a:extLst>
              </p:cNvPr>
              <p:cNvSpPr/>
              <p:nvPr/>
            </p:nvSpPr>
            <p:spPr>
              <a:xfrm>
                <a:off x="8223897" y="5960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29" name="Freeform 51828">
                <a:extLst>
                  <a:ext uri="{FF2B5EF4-FFF2-40B4-BE49-F238E27FC236}">
                    <a16:creationId xmlns:a16="http://schemas.microsoft.com/office/drawing/2014/main" id="{1330A547-A4CC-0180-45C9-985F1A24B120}"/>
                  </a:ext>
                </a:extLst>
              </p:cNvPr>
              <p:cNvSpPr/>
              <p:nvPr/>
            </p:nvSpPr>
            <p:spPr>
              <a:xfrm>
                <a:off x="8224492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0" name="Freeform 51829">
                <a:extLst>
                  <a:ext uri="{FF2B5EF4-FFF2-40B4-BE49-F238E27FC236}">
                    <a16:creationId xmlns:a16="http://schemas.microsoft.com/office/drawing/2014/main" id="{16CD0051-7B36-143D-D7E8-88F4EA003678}"/>
                  </a:ext>
                </a:extLst>
              </p:cNvPr>
              <p:cNvSpPr/>
              <p:nvPr/>
            </p:nvSpPr>
            <p:spPr>
              <a:xfrm>
                <a:off x="8224988" y="5715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1" name="Freeform 51830">
                <a:extLst>
                  <a:ext uri="{FF2B5EF4-FFF2-40B4-BE49-F238E27FC236}">
                    <a16:creationId xmlns:a16="http://schemas.microsoft.com/office/drawing/2014/main" id="{95DDFCEB-152E-B99C-71ED-1B17FD1E1E61}"/>
                  </a:ext>
                </a:extLst>
              </p:cNvPr>
              <p:cNvSpPr/>
              <p:nvPr/>
            </p:nvSpPr>
            <p:spPr>
              <a:xfrm>
                <a:off x="8225484" y="5753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2" name="Freeform 51831">
                <a:extLst>
                  <a:ext uri="{FF2B5EF4-FFF2-40B4-BE49-F238E27FC236}">
                    <a16:creationId xmlns:a16="http://schemas.microsoft.com/office/drawing/2014/main" id="{78FFD7CE-AB10-116F-CE8A-F916C24E6DCC}"/>
                  </a:ext>
                </a:extLst>
              </p:cNvPr>
              <p:cNvSpPr/>
              <p:nvPr/>
            </p:nvSpPr>
            <p:spPr>
              <a:xfrm>
                <a:off x="8226080" y="5760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3" name="Freeform 51832">
                <a:extLst>
                  <a:ext uri="{FF2B5EF4-FFF2-40B4-BE49-F238E27FC236}">
                    <a16:creationId xmlns:a16="http://schemas.microsoft.com/office/drawing/2014/main" id="{7CDEB7A0-CB80-DDF7-11AF-DE8F99C72D4F}"/>
                  </a:ext>
                </a:extLst>
              </p:cNvPr>
              <p:cNvSpPr/>
              <p:nvPr/>
            </p:nvSpPr>
            <p:spPr>
              <a:xfrm>
                <a:off x="8226576" y="5767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4" name="Freeform 51833">
                <a:extLst>
                  <a:ext uri="{FF2B5EF4-FFF2-40B4-BE49-F238E27FC236}">
                    <a16:creationId xmlns:a16="http://schemas.microsoft.com/office/drawing/2014/main" id="{40F9DC2A-A450-75E9-C52F-F9EBEB2B4224}"/>
                  </a:ext>
                </a:extLst>
              </p:cNvPr>
              <p:cNvSpPr/>
              <p:nvPr/>
            </p:nvSpPr>
            <p:spPr>
              <a:xfrm>
                <a:off x="8227072" y="5745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5" name="Freeform 51834">
                <a:extLst>
                  <a:ext uri="{FF2B5EF4-FFF2-40B4-BE49-F238E27FC236}">
                    <a16:creationId xmlns:a16="http://schemas.microsoft.com/office/drawing/2014/main" id="{FF44FFEA-86EB-133C-FD22-C6622BB2DDF9}"/>
                  </a:ext>
                </a:extLst>
              </p:cNvPr>
              <p:cNvSpPr/>
              <p:nvPr/>
            </p:nvSpPr>
            <p:spPr>
              <a:xfrm>
                <a:off x="8227568" y="57369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6" name="Freeform 51835">
                <a:extLst>
                  <a:ext uri="{FF2B5EF4-FFF2-40B4-BE49-F238E27FC236}">
                    <a16:creationId xmlns:a16="http://schemas.microsoft.com/office/drawing/2014/main" id="{DD03AD51-DAAA-59F0-1DAA-6F0B3C6BB850}"/>
                  </a:ext>
                </a:extLst>
              </p:cNvPr>
              <p:cNvSpPr/>
              <p:nvPr/>
            </p:nvSpPr>
            <p:spPr>
              <a:xfrm>
                <a:off x="8228163" y="5734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7" name="Freeform 51836">
                <a:extLst>
                  <a:ext uri="{FF2B5EF4-FFF2-40B4-BE49-F238E27FC236}">
                    <a16:creationId xmlns:a16="http://schemas.microsoft.com/office/drawing/2014/main" id="{38387F91-A84F-A2FC-FEB3-79E9614482B8}"/>
                  </a:ext>
                </a:extLst>
              </p:cNvPr>
              <p:cNvSpPr/>
              <p:nvPr/>
            </p:nvSpPr>
            <p:spPr>
              <a:xfrm>
                <a:off x="8228659" y="56989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8" name="Freeform 51837">
                <a:extLst>
                  <a:ext uri="{FF2B5EF4-FFF2-40B4-BE49-F238E27FC236}">
                    <a16:creationId xmlns:a16="http://schemas.microsoft.com/office/drawing/2014/main" id="{2A0948F2-0AB7-3D78-CF23-97D72C93DE90}"/>
                  </a:ext>
                </a:extLst>
              </p:cNvPr>
              <p:cNvSpPr/>
              <p:nvPr/>
            </p:nvSpPr>
            <p:spPr>
              <a:xfrm>
                <a:off x="8229155" y="56531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39" name="Freeform 51838">
                <a:extLst>
                  <a:ext uri="{FF2B5EF4-FFF2-40B4-BE49-F238E27FC236}">
                    <a16:creationId xmlns:a16="http://schemas.microsoft.com/office/drawing/2014/main" id="{A0C4F7AC-7892-5356-B83C-989E36C042B2}"/>
                  </a:ext>
                </a:extLst>
              </p:cNvPr>
              <p:cNvSpPr/>
              <p:nvPr/>
            </p:nvSpPr>
            <p:spPr>
              <a:xfrm>
                <a:off x="8229751" y="56381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0" name="Freeform 51839">
                <a:extLst>
                  <a:ext uri="{FF2B5EF4-FFF2-40B4-BE49-F238E27FC236}">
                    <a16:creationId xmlns:a16="http://schemas.microsoft.com/office/drawing/2014/main" id="{4745B33B-B1EF-0D7B-F7B3-259ABD2C41EE}"/>
                  </a:ext>
                </a:extLst>
              </p:cNvPr>
              <p:cNvSpPr/>
              <p:nvPr/>
            </p:nvSpPr>
            <p:spPr>
              <a:xfrm>
                <a:off x="8230247" y="56508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1" name="Freeform 51840">
                <a:extLst>
                  <a:ext uri="{FF2B5EF4-FFF2-40B4-BE49-F238E27FC236}">
                    <a16:creationId xmlns:a16="http://schemas.microsoft.com/office/drawing/2014/main" id="{D2FED5DE-793B-8CB3-D48C-29127EB450E4}"/>
                  </a:ext>
                </a:extLst>
              </p:cNvPr>
              <p:cNvSpPr/>
              <p:nvPr/>
            </p:nvSpPr>
            <p:spPr>
              <a:xfrm>
                <a:off x="8230743" y="57083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2" name="Freeform 51841">
                <a:extLst>
                  <a:ext uri="{FF2B5EF4-FFF2-40B4-BE49-F238E27FC236}">
                    <a16:creationId xmlns:a16="http://schemas.microsoft.com/office/drawing/2014/main" id="{919A2CC2-DC19-8A15-415B-CEF8B466C49F}"/>
                  </a:ext>
                </a:extLst>
              </p:cNvPr>
              <p:cNvSpPr/>
              <p:nvPr/>
            </p:nvSpPr>
            <p:spPr>
              <a:xfrm>
                <a:off x="8231338" y="5738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3" name="Freeform 51842">
                <a:extLst>
                  <a:ext uri="{FF2B5EF4-FFF2-40B4-BE49-F238E27FC236}">
                    <a16:creationId xmlns:a16="http://schemas.microsoft.com/office/drawing/2014/main" id="{05C3E598-CA57-FE12-6135-5C96B566559F}"/>
                  </a:ext>
                </a:extLst>
              </p:cNvPr>
              <p:cNvSpPr/>
              <p:nvPr/>
            </p:nvSpPr>
            <p:spPr>
              <a:xfrm>
                <a:off x="8231834" y="5760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4" name="Freeform 51843">
                <a:extLst>
                  <a:ext uri="{FF2B5EF4-FFF2-40B4-BE49-F238E27FC236}">
                    <a16:creationId xmlns:a16="http://schemas.microsoft.com/office/drawing/2014/main" id="{8253DA80-7401-6332-A3FC-0B5E996FB5CD}"/>
                  </a:ext>
                </a:extLst>
              </p:cNvPr>
              <p:cNvSpPr/>
              <p:nvPr/>
            </p:nvSpPr>
            <p:spPr>
              <a:xfrm>
                <a:off x="8232330" y="579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5" name="Freeform 51844">
                <a:extLst>
                  <a:ext uri="{FF2B5EF4-FFF2-40B4-BE49-F238E27FC236}">
                    <a16:creationId xmlns:a16="http://schemas.microsoft.com/office/drawing/2014/main" id="{F50A5316-A55D-A888-C727-3D3D3AEC449C}"/>
                  </a:ext>
                </a:extLst>
              </p:cNvPr>
              <p:cNvSpPr/>
              <p:nvPr/>
            </p:nvSpPr>
            <p:spPr>
              <a:xfrm>
                <a:off x="8232926" y="5907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6" name="Freeform 51845">
                <a:extLst>
                  <a:ext uri="{FF2B5EF4-FFF2-40B4-BE49-F238E27FC236}">
                    <a16:creationId xmlns:a16="http://schemas.microsoft.com/office/drawing/2014/main" id="{ED55759B-086B-2DEE-E97E-55A56AE2E111}"/>
                  </a:ext>
                </a:extLst>
              </p:cNvPr>
              <p:cNvSpPr/>
              <p:nvPr/>
            </p:nvSpPr>
            <p:spPr>
              <a:xfrm>
                <a:off x="8233422" y="5936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7" name="Freeform 51846">
                <a:extLst>
                  <a:ext uri="{FF2B5EF4-FFF2-40B4-BE49-F238E27FC236}">
                    <a16:creationId xmlns:a16="http://schemas.microsoft.com/office/drawing/2014/main" id="{5FF0AE04-ACC5-C8FC-CB4B-92F1D8D63DE9}"/>
                  </a:ext>
                </a:extLst>
              </p:cNvPr>
              <p:cNvSpPr/>
              <p:nvPr/>
            </p:nvSpPr>
            <p:spPr>
              <a:xfrm>
                <a:off x="8233918" y="59413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8" name="Freeform 51847">
                <a:extLst>
                  <a:ext uri="{FF2B5EF4-FFF2-40B4-BE49-F238E27FC236}">
                    <a16:creationId xmlns:a16="http://schemas.microsoft.com/office/drawing/2014/main" id="{639BB843-D67B-434B-3642-94B536F79648}"/>
                  </a:ext>
                </a:extLst>
              </p:cNvPr>
              <p:cNvSpPr/>
              <p:nvPr/>
            </p:nvSpPr>
            <p:spPr>
              <a:xfrm>
                <a:off x="8234513" y="5939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49" name="Freeform 51848">
                <a:extLst>
                  <a:ext uri="{FF2B5EF4-FFF2-40B4-BE49-F238E27FC236}">
                    <a16:creationId xmlns:a16="http://schemas.microsoft.com/office/drawing/2014/main" id="{0B75AFA9-5D25-1E8A-ABA7-9E11E9DA06E8}"/>
                  </a:ext>
                </a:extLst>
              </p:cNvPr>
              <p:cNvSpPr/>
              <p:nvPr/>
            </p:nvSpPr>
            <p:spPr>
              <a:xfrm>
                <a:off x="8235009" y="5938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0" name="Freeform 51849">
                <a:extLst>
                  <a:ext uri="{FF2B5EF4-FFF2-40B4-BE49-F238E27FC236}">
                    <a16:creationId xmlns:a16="http://schemas.microsoft.com/office/drawing/2014/main" id="{1CEA5AE6-5708-FE56-0629-74705453BB8C}"/>
                  </a:ext>
                </a:extLst>
              </p:cNvPr>
              <p:cNvSpPr/>
              <p:nvPr/>
            </p:nvSpPr>
            <p:spPr>
              <a:xfrm>
                <a:off x="8235505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1" name="Freeform 51850">
                <a:extLst>
                  <a:ext uri="{FF2B5EF4-FFF2-40B4-BE49-F238E27FC236}">
                    <a16:creationId xmlns:a16="http://schemas.microsoft.com/office/drawing/2014/main" id="{8474852D-E28B-F3A1-86DA-F955908EB696}"/>
                  </a:ext>
                </a:extLst>
              </p:cNvPr>
              <p:cNvSpPr/>
              <p:nvPr/>
            </p:nvSpPr>
            <p:spPr>
              <a:xfrm>
                <a:off x="8236101" y="592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2" name="Freeform 51851">
                <a:extLst>
                  <a:ext uri="{FF2B5EF4-FFF2-40B4-BE49-F238E27FC236}">
                    <a16:creationId xmlns:a16="http://schemas.microsoft.com/office/drawing/2014/main" id="{ACC4689F-FA20-92C1-9CFC-D91E2C47E3B1}"/>
                  </a:ext>
                </a:extLst>
              </p:cNvPr>
              <p:cNvSpPr/>
              <p:nvPr/>
            </p:nvSpPr>
            <p:spPr>
              <a:xfrm>
                <a:off x="8236597" y="5900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3" name="Freeform 51852">
                <a:extLst>
                  <a:ext uri="{FF2B5EF4-FFF2-40B4-BE49-F238E27FC236}">
                    <a16:creationId xmlns:a16="http://schemas.microsoft.com/office/drawing/2014/main" id="{5753857E-3500-F321-B590-FDD08558BA5D}"/>
                  </a:ext>
                </a:extLst>
              </p:cNvPr>
              <p:cNvSpPr/>
              <p:nvPr/>
            </p:nvSpPr>
            <p:spPr>
              <a:xfrm>
                <a:off x="8237093" y="5758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4" name="Freeform 51853">
                <a:extLst>
                  <a:ext uri="{FF2B5EF4-FFF2-40B4-BE49-F238E27FC236}">
                    <a16:creationId xmlns:a16="http://schemas.microsoft.com/office/drawing/2014/main" id="{0E976B92-B2C6-9593-37AB-9AF867518002}"/>
                  </a:ext>
                </a:extLst>
              </p:cNvPr>
              <p:cNvSpPr/>
              <p:nvPr/>
            </p:nvSpPr>
            <p:spPr>
              <a:xfrm>
                <a:off x="8237688" y="57634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5" name="Freeform 51854">
                <a:extLst>
                  <a:ext uri="{FF2B5EF4-FFF2-40B4-BE49-F238E27FC236}">
                    <a16:creationId xmlns:a16="http://schemas.microsoft.com/office/drawing/2014/main" id="{2E68B799-097D-7AF6-403F-166EE9893EC4}"/>
                  </a:ext>
                </a:extLst>
              </p:cNvPr>
              <p:cNvSpPr/>
              <p:nvPr/>
            </p:nvSpPr>
            <p:spPr>
              <a:xfrm>
                <a:off x="8238184" y="5786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6" name="Freeform 51855">
                <a:extLst>
                  <a:ext uri="{FF2B5EF4-FFF2-40B4-BE49-F238E27FC236}">
                    <a16:creationId xmlns:a16="http://schemas.microsoft.com/office/drawing/2014/main" id="{D23AD795-52AF-EC08-D91A-D12C7A134079}"/>
                  </a:ext>
                </a:extLst>
              </p:cNvPr>
              <p:cNvSpPr/>
              <p:nvPr/>
            </p:nvSpPr>
            <p:spPr>
              <a:xfrm>
                <a:off x="8238680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7" name="Freeform 51856">
                <a:extLst>
                  <a:ext uri="{FF2B5EF4-FFF2-40B4-BE49-F238E27FC236}">
                    <a16:creationId xmlns:a16="http://schemas.microsoft.com/office/drawing/2014/main" id="{904F699D-2A40-4053-8079-62DC9213D38D}"/>
                  </a:ext>
                </a:extLst>
              </p:cNvPr>
              <p:cNvSpPr/>
              <p:nvPr/>
            </p:nvSpPr>
            <p:spPr>
              <a:xfrm>
                <a:off x="8239276" y="5791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8" name="Freeform 51857">
                <a:extLst>
                  <a:ext uri="{FF2B5EF4-FFF2-40B4-BE49-F238E27FC236}">
                    <a16:creationId xmlns:a16="http://schemas.microsoft.com/office/drawing/2014/main" id="{D582721D-AC8A-2C28-6727-BD30CAD4E82A}"/>
                  </a:ext>
                </a:extLst>
              </p:cNvPr>
              <p:cNvSpPr/>
              <p:nvPr/>
            </p:nvSpPr>
            <p:spPr>
              <a:xfrm>
                <a:off x="8239772" y="5782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59" name="Freeform 51858">
                <a:extLst>
                  <a:ext uri="{FF2B5EF4-FFF2-40B4-BE49-F238E27FC236}">
                    <a16:creationId xmlns:a16="http://schemas.microsoft.com/office/drawing/2014/main" id="{49D8D5B3-DDC5-2872-5AC2-EE7568927556}"/>
                  </a:ext>
                </a:extLst>
              </p:cNvPr>
              <p:cNvSpPr/>
              <p:nvPr/>
            </p:nvSpPr>
            <p:spPr>
              <a:xfrm>
                <a:off x="8240268" y="5768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0" name="Freeform 51859">
                <a:extLst>
                  <a:ext uri="{FF2B5EF4-FFF2-40B4-BE49-F238E27FC236}">
                    <a16:creationId xmlns:a16="http://schemas.microsoft.com/office/drawing/2014/main" id="{981863E5-3321-60E8-BE3D-3A7C466008D6}"/>
                  </a:ext>
                </a:extLst>
              </p:cNvPr>
              <p:cNvSpPr/>
              <p:nvPr/>
            </p:nvSpPr>
            <p:spPr>
              <a:xfrm>
                <a:off x="8240764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1" name="Freeform 51860">
                <a:extLst>
                  <a:ext uri="{FF2B5EF4-FFF2-40B4-BE49-F238E27FC236}">
                    <a16:creationId xmlns:a16="http://schemas.microsoft.com/office/drawing/2014/main" id="{9FD8AC6C-567E-DA04-2B5E-C8FDB3CFE11F}"/>
                  </a:ext>
                </a:extLst>
              </p:cNvPr>
              <p:cNvSpPr/>
              <p:nvPr/>
            </p:nvSpPr>
            <p:spPr>
              <a:xfrm>
                <a:off x="8241359" y="5711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2" name="Freeform 51861">
                <a:extLst>
                  <a:ext uri="{FF2B5EF4-FFF2-40B4-BE49-F238E27FC236}">
                    <a16:creationId xmlns:a16="http://schemas.microsoft.com/office/drawing/2014/main" id="{FCC24B21-1CD1-1562-40F9-B0D5AB8B037E}"/>
                  </a:ext>
                </a:extLst>
              </p:cNvPr>
              <p:cNvSpPr/>
              <p:nvPr/>
            </p:nvSpPr>
            <p:spPr>
              <a:xfrm>
                <a:off x="8241855" y="5678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3" name="Freeform 51862">
                <a:extLst>
                  <a:ext uri="{FF2B5EF4-FFF2-40B4-BE49-F238E27FC236}">
                    <a16:creationId xmlns:a16="http://schemas.microsoft.com/office/drawing/2014/main" id="{7ED29595-1E63-10A6-4DFC-ED4EAB0ED0CE}"/>
                  </a:ext>
                </a:extLst>
              </p:cNvPr>
              <p:cNvSpPr/>
              <p:nvPr/>
            </p:nvSpPr>
            <p:spPr>
              <a:xfrm>
                <a:off x="8242352" y="5663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4" name="Freeform 51863">
                <a:extLst>
                  <a:ext uri="{FF2B5EF4-FFF2-40B4-BE49-F238E27FC236}">
                    <a16:creationId xmlns:a16="http://schemas.microsoft.com/office/drawing/2014/main" id="{13FA1CEF-4D31-95F8-F9EE-2DA005C549A8}"/>
                  </a:ext>
                </a:extLst>
              </p:cNvPr>
              <p:cNvSpPr/>
              <p:nvPr/>
            </p:nvSpPr>
            <p:spPr>
              <a:xfrm>
                <a:off x="8242947" y="5684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5" name="Freeform 51864">
                <a:extLst>
                  <a:ext uri="{FF2B5EF4-FFF2-40B4-BE49-F238E27FC236}">
                    <a16:creationId xmlns:a16="http://schemas.microsoft.com/office/drawing/2014/main" id="{8FB7390D-C487-450E-BEEC-23B51398D9D0}"/>
                  </a:ext>
                </a:extLst>
              </p:cNvPr>
              <p:cNvSpPr/>
              <p:nvPr/>
            </p:nvSpPr>
            <p:spPr>
              <a:xfrm>
                <a:off x="8243443" y="57352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6" name="Freeform 51865">
                <a:extLst>
                  <a:ext uri="{FF2B5EF4-FFF2-40B4-BE49-F238E27FC236}">
                    <a16:creationId xmlns:a16="http://schemas.microsoft.com/office/drawing/2014/main" id="{0AA9AD3C-2C5D-80E2-B356-DB2E0109D22B}"/>
                  </a:ext>
                </a:extLst>
              </p:cNvPr>
              <p:cNvSpPr/>
              <p:nvPr/>
            </p:nvSpPr>
            <p:spPr>
              <a:xfrm>
                <a:off x="8243939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7" name="Freeform 51866">
                <a:extLst>
                  <a:ext uri="{FF2B5EF4-FFF2-40B4-BE49-F238E27FC236}">
                    <a16:creationId xmlns:a16="http://schemas.microsoft.com/office/drawing/2014/main" id="{D4C23701-913D-3277-7A22-9C0D933284BB}"/>
                  </a:ext>
                </a:extLst>
              </p:cNvPr>
              <p:cNvSpPr/>
              <p:nvPr/>
            </p:nvSpPr>
            <p:spPr>
              <a:xfrm>
                <a:off x="8244534" y="5769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8" name="Freeform 51867">
                <a:extLst>
                  <a:ext uri="{FF2B5EF4-FFF2-40B4-BE49-F238E27FC236}">
                    <a16:creationId xmlns:a16="http://schemas.microsoft.com/office/drawing/2014/main" id="{9FD60E41-2DEB-6104-B063-B48DA5694FED}"/>
                  </a:ext>
                </a:extLst>
              </p:cNvPr>
              <p:cNvSpPr/>
              <p:nvPr/>
            </p:nvSpPr>
            <p:spPr>
              <a:xfrm>
                <a:off x="8245030" y="58045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69" name="Freeform 51868">
                <a:extLst>
                  <a:ext uri="{FF2B5EF4-FFF2-40B4-BE49-F238E27FC236}">
                    <a16:creationId xmlns:a16="http://schemas.microsoft.com/office/drawing/2014/main" id="{43C1EF26-348C-A998-4E37-0DF53929185D}"/>
                  </a:ext>
                </a:extLst>
              </p:cNvPr>
              <p:cNvSpPr/>
              <p:nvPr/>
            </p:nvSpPr>
            <p:spPr>
              <a:xfrm>
                <a:off x="8245527" y="59352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0" name="Freeform 51869">
                <a:extLst>
                  <a:ext uri="{FF2B5EF4-FFF2-40B4-BE49-F238E27FC236}">
                    <a16:creationId xmlns:a16="http://schemas.microsoft.com/office/drawing/2014/main" id="{69AC7261-51D1-BF70-296C-2E4E7B27D249}"/>
                  </a:ext>
                </a:extLst>
              </p:cNvPr>
              <p:cNvSpPr/>
              <p:nvPr/>
            </p:nvSpPr>
            <p:spPr>
              <a:xfrm>
                <a:off x="8246122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1" name="Freeform 51870">
                <a:extLst>
                  <a:ext uri="{FF2B5EF4-FFF2-40B4-BE49-F238E27FC236}">
                    <a16:creationId xmlns:a16="http://schemas.microsoft.com/office/drawing/2014/main" id="{31AFD3AB-4B44-F125-FFA1-8786442E9472}"/>
                  </a:ext>
                </a:extLst>
              </p:cNvPr>
              <p:cNvSpPr/>
              <p:nvPr/>
            </p:nvSpPr>
            <p:spPr>
              <a:xfrm>
                <a:off x="8246618" y="5950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2" name="Freeform 51871">
                <a:extLst>
                  <a:ext uri="{FF2B5EF4-FFF2-40B4-BE49-F238E27FC236}">
                    <a16:creationId xmlns:a16="http://schemas.microsoft.com/office/drawing/2014/main" id="{60A35918-2A2F-CA2C-16A9-502CDBC4F011}"/>
                  </a:ext>
                </a:extLst>
              </p:cNvPr>
              <p:cNvSpPr/>
              <p:nvPr/>
            </p:nvSpPr>
            <p:spPr>
              <a:xfrm>
                <a:off x="8247114" y="5954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3" name="Freeform 51872">
                <a:extLst>
                  <a:ext uri="{FF2B5EF4-FFF2-40B4-BE49-F238E27FC236}">
                    <a16:creationId xmlns:a16="http://schemas.microsoft.com/office/drawing/2014/main" id="{46285B28-2588-771E-0E0E-E4594E204F87}"/>
                  </a:ext>
                </a:extLst>
              </p:cNvPr>
              <p:cNvSpPr/>
              <p:nvPr/>
            </p:nvSpPr>
            <p:spPr>
              <a:xfrm>
                <a:off x="8247709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4" name="Freeform 51873">
                <a:extLst>
                  <a:ext uri="{FF2B5EF4-FFF2-40B4-BE49-F238E27FC236}">
                    <a16:creationId xmlns:a16="http://schemas.microsoft.com/office/drawing/2014/main" id="{38402F10-B246-EE6E-CA32-4B3F642456D7}"/>
                  </a:ext>
                </a:extLst>
              </p:cNvPr>
              <p:cNvSpPr/>
              <p:nvPr/>
            </p:nvSpPr>
            <p:spPr>
              <a:xfrm>
                <a:off x="8248205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5" name="Freeform 51874">
                <a:extLst>
                  <a:ext uri="{FF2B5EF4-FFF2-40B4-BE49-F238E27FC236}">
                    <a16:creationId xmlns:a16="http://schemas.microsoft.com/office/drawing/2014/main" id="{A90AD341-6068-7A22-4031-BCFBFCB92DA4}"/>
                  </a:ext>
                </a:extLst>
              </p:cNvPr>
              <p:cNvSpPr/>
              <p:nvPr/>
            </p:nvSpPr>
            <p:spPr>
              <a:xfrm>
                <a:off x="8248702" y="59544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6" name="Freeform 51875">
                <a:extLst>
                  <a:ext uri="{FF2B5EF4-FFF2-40B4-BE49-F238E27FC236}">
                    <a16:creationId xmlns:a16="http://schemas.microsoft.com/office/drawing/2014/main" id="{0BDE25B1-3F01-29DA-819E-3A0A102D9C7C}"/>
                  </a:ext>
                </a:extLst>
              </p:cNvPr>
              <p:cNvSpPr/>
              <p:nvPr/>
            </p:nvSpPr>
            <p:spPr>
              <a:xfrm>
                <a:off x="8249297" y="59495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7" name="Freeform 51876">
                <a:extLst>
                  <a:ext uri="{FF2B5EF4-FFF2-40B4-BE49-F238E27FC236}">
                    <a16:creationId xmlns:a16="http://schemas.microsoft.com/office/drawing/2014/main" id="{7F9C59B8-955A-CFBA-FDC2-52E70A0D6EEB}"/>
                  </a:ext>
                </a:extLst>
              </p:cNvPr>
              <p:cNvSpPr/>
              <p:nvPr/>
            </p:nvSpPr>
            <p:spPr>
              <a:xfrm>
                <a:off x="8249793" y="5870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8" name="Freeform 51877">
                <a:extLst>
                  <a:ext uri="{FF2B5EF4-FFF2-40B4-BE49-F238E27FC236}">
                    <a16:creationId xmlns:a16="http://schemas.microsoft.com/office/drawing/2014/main" id="{65933ACC-288E-F49B-95FF-305E18ACD4F8}"/>
                  </a:ext>
                </a:extLst>
              </p:cNvPr>
              <p:cNvSpPr/>
              <p:nvPr/>
            </p:nvSpPr>
            <p:spPr>
              <a:xfrm>
                <a:off x="8250289" y="5803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79" name="Freeform 51878">
                <a:extLst>
                  <a:ext uri="{FF2B5EF4-FFF2-40B4-BE49-F238E27FC236}">
                    <a16:creationId xmlns:a16="http://schemas.microsoft.com/office/drawing/2014/main" id="{57B7A64F-4F02-BD1E-8A70-5F273F2BC659}"/>
                  </a:ext>
                </a:extLst>
              </p:cNvPr>
              <p:cNvSpPr/>
              <p:nvPr/>
            </p:nvSpPr>
            <p:spPr>
              <a:xfrm>
                <a:off x="8250884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0" name="Freeform 51879">
                <a:extLst>
                  <a:ext uri="{FF2B5EF4-FFF2-40B4-BE49-F238E27FC236}">
                    <a16:creationId xmlns:a16="http://schemas.microsoft.com/office/drawing/2014/main" id="{A6936358-9E8D-9578-A76D-066B5A9AB5DE}"/>
                  </a:ext>
                </a:extLst>
              </p:cNvPr>
              <p:cNvSpPr/>
              <p:nvPr/>
            </p:nvSpPr>
            <p:spPr>
              <a:xfrm>
                <a:off x="8251380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1" name="Freeform 51880">
                <a:extLst>
                  <a:ext uri="{FF2B5EF4-FFF2-40B4-BE49-F238E27FC236}">
                    <a16:creationId xmlns:a16="http://schemas.microsoft.com/office/drawing/2014/main" id="{E1AFC70D-F638-80F4-F369-3B21D91FC28D}"/>
                  </a:ext>
                </a:extLst>
              </p:cNvPr>
              <p:cNvSpPr/>
              <p:nvPr/>
            </p:nvSpPr>
            <p:spPr>
              <a:xfrm>
                <a:off x="8251877" y="58335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2" name="Freeform 51881">
                <a:extLst>
                  <a:ext uri="{FF2B5EF4-FFF2-40B4-BE49-F238E27FC236}">
                    <a16:creationId xmlns:a16="http://schemas.microsoft.com/office/drawing/2014/main" id="{03611567-FF73-F4AA-5670-C16A52740BB6}"/>
                  </a:ext>
                </a:extLst>
              </p:cNvPr>
              <p:cNvSpPr/>
              <p:nvPr/>
            </p:nvSpPr>
            <p:spPr>
              <a:xfrm>
                <a:off x="8252373" y="58209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3" name="Freeform 51882">
                <a:extLst>
                  <a:ext uri="{FF2B5EF4-FFF2-40B4-BE49-F238E27FC236}">
                    <a16:creationId xmlns:a16="http://schemas.microsoft.com/office/drawing/2014/main" id="{0CE0E260-01A3-7500-8F14-63695230DE5B}"/>
                  </a:ext>
                </a:extLst>
              </p:cNvPr>
              <p:cNvSpPr/>
              <p:nvPr/>
            </p:nvSpPr>
            <p:spPr>
              <a:xfrm>
                <a:off x="8252968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4" name="Freeform 51883">
                <a:extLst>
                  <a:ext uri="{FF2B5EF4-FFF2-40B4-BE49-F238E27FC236}">
                    <a16:creationId xmlns:a16="http://schemas.microsoft.com/office/drawing/2014/main" id="{5DB1875A-8BDF-5239-73BE-56EB473666BF}"/>
                  </a:ext>
                </a:extLst>
              </p:cNvPr>
              <p:cNvSpPr/>
              <p:nvPr/>
            </p:nvSpPr>
            <p:spPr>
              <a:xfrm>
                <a:off x="8253464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5" name="Freeform 51884">
                <a:extLst>
                  <a:ext uri="{FF2B5EF4-FFF2-40B4-BE49-F238E27FC236}">
                    <a16:creationId xmlns:a16="http://schemas.microsoft.com/office/drawing/2014/main" id="{74CA6485-B862-033B-465F-B63E1AB6E817}"/>
                  </a:ext>
                </a:extLst>
              </p:cNvPr>
              <p:cNvSpPr/>
              <p:nvPr/>
            </p:nvSpPr>
            <p:spPr>
              <a:xfrm>
                <a:off x="8253960" y="5795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6" name="Freeform 51885">
                <a:extLst>
                  <a:ext uri="{FF2B5EF4-FFF2-40B4-BE49-F238E27FC236}">
                    <a16:creationId xmlns:a16="http://schemas.microsoft.com/office/drawing/2014/main" id="{5EE68040-E630-7314-077B-645D680225A6}"/>
                  </a:ext>
                </a:extLst>
              </p:cNvPr>
              <p:cNvSpPr/>
              <p:nvPr/>
            </p:nvSpPr>
            <p:spPr>
              <a:xfrm>
                <a:off x="8254555" y="58180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7" name="Freeform 51886">
                <a:extLst>
                  <a:ext uri="{FF2B5EF4-FFF2-40B4-BE49-F238E27FC236}">
                    <a16:creationId xmlns:a16="http://schemas.microsoft.com/office/drawing/2014/main" id="{FA799D07-F6B0-6742-5B04-A5C3FE554A7D}"/>
                  </a:ext>
                </a:extLst>
              </p:cNvPr>
              <p:cNvSpPr/>
              <p:nvPr/>
            </p:nvSpPr>
            <p:spPr>
              <a:xfrm>
                <a:off x="8255052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8" name="Freeform 51887">
                <a:extLst>
                  <a:ext uri="{FF2B5EF4-FFF2-40B4-BE49-F238E27FC236}">
                    <a16:creationId xmlns:a16="http://schemas.microsoft.com/office/drawing/2014/main" id="{645F5045-34EC-2ADD-18D5-B3D8E776BE91}"/>
                  </a:ext>
                </a:extLst>
              </p:cNvPr>
              <p:cNvSpPr/>
              <p:nvPr/>
            </p:nvSpPr>
            <p:spPr>
              <a:xfrm>
                <a:off x="8255548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89" name="Freeform 51888">
                <a:extLst>
                  <a:ext uri="{FF2B5EF4-FFF2-40B4-BE49-F238E27FC236}">
                    <a16:creationId xmlns:a16="http://schemas.microsoft.com/office/drawing/2014/main" id="{850A933A-66D7-CAC1-A835-78837453C2F8}"/>
                  </a:ext>
                </a:extLst>
              </p:cNvPr>
              <p:cNvSpPr/>
              <p:nvPr/>
            </p:nvSpPr>
            <p:spPr>
              <a:xfrm>
                <a:off x="8256143" y="58768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0" name="Freeform 51889">
                <a:extLst>
                  <a:ext uri="{FF2B5EF4-FFF2-40B4-BE49-F238E27FC236}">
                    <a16:creationId xmlns:a16="http://schemas.microsoft.com/office/drawing/2014/main" id="{A7334CAD-ADED-30DB-71B3-27A1E9426D26}"/>
                  </a:ext>
                </a:extLst>
              </p:cNvPr>
              <p:cNvSpPr/>
              <p:nvPr/>
            </p:nvSpPr>
            <p:spPr>
              <a:xfrm>
                <a:off x="8256639" y="58536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1" name="Freeform 51890">
                <a:extLst>
                  <a:ext uri="{FF2B5EF4-FFF2-40B4-BE49-F238E27FC236}">
                    <a16:creationId xmlns:a16="http://schemas.microsoft.com/office/drawing/2014/main" id="{7546F61B-B1DC-B4DB-614B-2C2ACBC85477}"/>
                  </a:ext>
                </a:extLst>
              </p:cNvPr>
              <p:cNvSpPr/>
              <p:nvPr/>
            </p:nvSpPr>
            <p:spPr>
              <a:xfrm>
                <a:off x="8257135" y="5856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2" name="Freeform 51891">
                <a:extLst>
                  <a:ext uri="{FF2B5EF4-FFF2-40B4-BE49-F238E27FC236}">
                    <a16:creationId xmlns:a16="http://schemas.microsoft.com/office/drawing/2014/main" id="{E76AF4C2-1C7D-8490-79FC-D43DF1FDD21A}"/>
                  </a:ext>
                </a:extLst>
              </p:cNvPr>
              <p:cNvSpPr/>
              <p:nvPr/>
            </p:nvSpPr>
            <p:spPr>
              <a:xfrm>
                <a:off x="8257730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3" name="Freeform 51892">
                <a:extLst>
                  <a:ext uri="{FF2B5EF4-FFF2-40B4-BE49-F238E27FC236}">
                    <a16:creationId xmlns:a16="http://schemas.microsoft.com/office/drawing/2014/main" id="{A18C6186-1A6E-E702-8ECB-6548E3EB8ED5}"/>
                  </a:ext>
                </a:extLst>
              </p:cNvPr>
              <p:cNvSpPr/>
              <p:nvPr/>
            </p:nvSpPr>
            <p:spPr>
              <a:xfrm>
                <a:off x="8258227" y="5944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4" name="Freeform 51893">
                <a:extLst>
                  <a:ext uri="{FF2B5EF4-FFF2-40B4-BE49-F238E27FC236}">
                    <a16:creationId xmlns:a16="http://schemas.microsoft.com/office/drawing/2014/main" id="{CDA64BB2-506A-2313-7AC7-3C369B93B32A}"/>
                  </a:ext>
                </a:extLst>
              </p:cNvPr>
              <p:cNvSpPr/>
              <p:nvPr/>
            </p:nvSpPr>
            <p:spPr>
              <a:xfrm>
                <a:off x="8258723" y="596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5" name="Freeform 51894">
                <a:extLst>
                  <a:ext uri="{FF2B5EF4-FFF2-40B4-BE49-F238E27FC236}">
                    <a16:creationId xmlns:a16="http://schemas.microsoft.com/office/drawing/2014/main" id="{2524F2B1-9E26-A4EF-4843-059E11C4DCE9}"/>
                  </a:ext>
                </a:extLst>
              </p:cNvPr>
              <p:cNvSpPr/>
              <p:nvPr/>
            </p:nvSpPr>
            <p:spPr>
              <a:xfrm>
                <a:off x="8259318" y="59662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6" name="Freeform 51895">
                <a:extLst>
                  <a:ext uri="{FF2B5EF4-FFF2-40B4-BE49-F238E27FC236}">
                    <a16:creationId xmlns:a16="http://schemas.microsoft.com/office/drawing/2014/main" id="{9C7FC5BC-ADC9-180A-3D5F-491BC48E926A}"/>
                  </a:ext>
                </a:extLst>
              </p:cNvPr>
              <p:cNvSpPr/>
              <p:nvPr/>
            </p:nvSpPr>
            <p:spPr>
              <a:xfrm>
                <a:off x="8259814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7" name="Freeform 51896">
                <a:extLst>
                  <a:ext uri="{FF2B5EF4-FFF2-40B4-BE49-F238E27FC236}">
                    <a16:creationId xmlns:a16="http://schemas.microsoft.com/office/drawing/2014/main" id="{824EF2B0-BF34-3071-69B4-ABDF11F87FAC}"/>
                  </a:ext>
                </a:extLst>
              </p:cNvPr>
              <p:cNvSpPr/>
              <p:nvPr/>
            </p:nvSpPr>
            <p:spPr>
              <a:xfrm>
                <a:off x="8260310" y="5970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8" name="Freeform 51897">
                <a:extLst>
                  <a:ext uri="{FF2B5EF4-FFF2-40B4-BE49-F238E27FC236}">
                    <a16:creationId xmlns:a16="http://schemas.microsoft.com/office/drawing/2014/main" id="{033A0954-1896-8914-D7AA-138E8CE135EF}"/>
                  </a:ext>
                </a:extLst>
              </p:cNvPr>
              <p:cNvSpPr/>
              <p:nvPr/>
            </p:nvSpPr>
            <p:spPr>
              <a:xfrm>
                <a:off x="8260905" y="59702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99" name="Freeform 51898">
                <a:extLst>
                  <a:ext uri="{FF2B5EF4-FFF2-40B4-BE49-F238E27FC236}">
                    <a16:creationId xmlns:a16="http://schemas.microsoft.com/office/drawing/2014/main" id="{D1C5E9B4-4196-5379-BE94-06A11E8682A2}"/>
                  </a:ext>
                </a:extLst>
              </p:cNvPr>
              <p:cNvSpPr/>
              <p:nvPr/>
            </p:nvSpPr>
            <p:spPr>
              <a:xfrm>
                <a:off x="8261402" y="5967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0" name="Freeform 51899">
                <a:extLst>
                  <a:ext uri="{FF2B5EF4-FFF2-40B4-BE49-F238E27FC236}">
                    <a16:creationId xmlns:a16="http://schemas.microsoft.com/office/drawing/2014/main" id="{59F8F36B-D335-990F-F102-DD5A960156C7}"/>
                  </a:ext>
                </a:extLst>
              </p:cNvPr>
              <p:cNvSpPr/>
              <p:nvPr/>
            </p:nvSpPr>
            <p:spPr>
              <a:xfrm>
                <a:off x="8261898" y="59548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1" name="Freeform 51900">
                <a:extLst>
                  <a:ext uri="{FF2B5EF4-FFF2-40B4-BE49-F238E27FC236}">
                    <a16:creationId xmlns:a16="http://schemas.microsoft.com/office/drawing/2014/main" id="{62B2CAF6-AB62-05F2-EC82-1799C3FFAA81}"/>
                  </a:ext>
                </a:extLst>
              </p:cNvPr>
              <p:cNvSpPr/>
              <p:nvPr/>
            </p:nvSpPr>
            <p:spPr>
              <a:xfrm>
                <a:off x="8262493" y="5858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2" name="Freeform 51901">
                <a:extLst>
                  <a:ext uri="{FF2B5EF4-FFF2-40B4-BE49-F238E27FC236}">
                    <a16:creationId xmlns:a16="http://schemas.microsoft.com/office/drawing/2014/main" id="{F09CB4A0-79FE-4195-958E-85FA72F24533}"/>
                  </a:ext>
                </a:extLst>
              </p:cNvPr>
              <p:cNvSpPr/>
              <p:nvPr/>
            </p:nvSpPr>
            <p:spPr>
              <a:xfrm>
                <a:off x="8262989" y="5876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3" name="Freeform 51902">
                <a:extLst>
                  <a:ext uri="{FF2B5EF4-FFF2-40B4-BE49-F238E27FC236}">
                    <a16:creationId xmlns:a16="http://schemas.microsoft.com/office/drawing/2014/main" id="{6E792BBF-6DB9-DE16-61B6-73D4712F4FC6}"/>
                  </a:ext>
                </a:extLst>
              </p:cNvPr>
              <p:cNvSpPr/>
              <p:nvPr/>
            </p:nvSpPr>
            <p:spPr>
              <a:xfrm>
                <a:off x="8263485" y="58924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4" name="Freeform 51903">
                <a:extLst>
                  <a:ext uri="{FF2B5EF4-FFF2-40B4-BE49-F238E27FC236}">
                    <a16:creationId xmlns:a16="http://schemas.microsoft.com/office/drawing/2014/main" id="{09960E08-9ED0-438C-E1D9-40DD6BFA9CE0}"/>
                  </a:ext>
                </a:extLst>
              </p:cNvPr>
              <p:cNvSpPr/>
              <p:nvPr/>
            </p:nvSpPr>
            <p:spPr>
              <a:xfrm>
                <a:off x="8264080" y="5893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5" name="Freeform 51904">
                <a:extLst>
                  <a:ext uri="{FF2B5EF4-FFF2-40B4-BE49-F238E27FC236}">
                    <a16:creationId xmlns:a16="http://schemas.microsoft.com/office/drawing/2014/main" id="{FFB37CF2-2111-7989-069E-5CF4520F1FF1}"/>
                  </a:ext>
                </a:extLst>
              </p:cNvPr>
              <p:cNvSpPr/>
              <p:nvPr/>
            </p:nvSpPr>
            <p:spPr>
              <a:xfrm>
                <a:off x="8264577" y="58997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6" name="Freeform 51905">
                <a:extLst>
                  <a:ext uri="{FF2B5EF4-FFF2-40B4-BE49-F238E27FC236}">
                    <a16:creationId xmlns:a16="http://schemas.microsoft.com/office/drawing/2014/main" id="{31DE2FAD-A73F-A595-7726-34443DBC7921}"/>
                  </a:ext>
                </a:extLst>
              </p:cNvPr>
              <p:cNvSpPr/>
              <p:nvPr/>
            </p:nvSpPr>
            <p:spPr>
              <a:xfrm>
                <a:off x="8265073" y="58947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7" name="Freeform 51906">
                <a:extLst>
                  <a:ext uri="{FF2B5EF4-FFF2-40B4-BE49-F238E27FC236}">
                    <a16:creationId xmlns:a16="http://schemas.microsoft.com/office/drawing/2014/main" id="{3145CD59-AE92-0A94-4FBF-0E818208E41C}"/>
                  </a:ext>
                </a:extLst>
              </p:cNvPr>
              <p:cNvSpPr/>
              <p:nvPr/>
            </p:nvSpPr>
            <p:spPr>
              <a:xfrm>
                <a:off x="8265569" y="58817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8" name="Freeform 51907">
                <a:extLst>
                  <a:ext uri="{FF2B5EF4-FFF2-40B4-BE49-F238E27FC236}">
                    <a16:creationId xmlns:a16="http://schemas.microsoft.com/office/drawing/2014/main" id="{D3BC0A20-28A3-D4AA-2530-D275D8BE6557}"/>
                  </a:ext>
                </a:extLst>
              </p:cNvPr>
              <p:cNvSpPr/>
              <p:nvPr/>
            </p:nvSpPr>
            <p:spPr>
              <a:xfrm>
                <a:off x="8266164" y="5864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09" name="Freeform 51908">
                <a:extLst>
                  <a:ext uri="{FF2B5EF4-FFF2-40B4-BE49-F238E27FC236}">
                    <a16:creationId xmlns:a16="http://schemas.microsoft.com/office/drawing/2014/main" id="{A265FD84-AF76-2D5E-F24C-2F86E53CD2B3}"/>
                  </a:ext>
                </a:extLst>
              </p:cNvPr>
              <p:cNvSpPr/>
              <p:nvPr/>
            </p:nvSpPr>
            <p:spPr>
              <a:xfrm>
                <a:off x="8266660" y="5866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0" name="Freeform 51909">
                <a:extLst>
                  <a:ext uri="{FF2B5EF4-FFF2-40B4-BE49-F238E27FC236}">
                    <a16:creationId xmlns:a16="http://schemas.microsoft.com/office/drawing/2014/main" id="{FAB8B74F-C263-B2CA-E495-4EF5D3A903B4}"/>
                  </a:ext>
                </a:extLst>
              </p:cNvPr>
              <p:cNvSpPr/>
              <p:nvPr/>
            </p:nvSpPr>
            <p:spPr>
              <a:xfrm>
                <a:off x="8267156" y="5867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1" name="Freeform 51910">
                <a:extLst>
                  <a:ext uri="{FF2B5EF4-FFF2-40B4-BE49-F238E27FC236}">
                    <a16:creationId xmlns:a16="http://schemas.microsoft.com/office/drawing/2014/main" id="{DFF88823-4C77-6F28-4370-04AE5C020BF3}"/>
                  </a:ext>
                </a:extLst>
              </p:cNvPr>
              <p:cNvSpPr/>
              <p:nvPr/>
            </p:nvSpPr>
            <p:spPr>
              <a:xfrm>
                <a:off x="8267752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2" name="Freeform 51911">
                <a:extLst>
                  <a:ext uri="{FF2B5EF4-FFF2-40B4-BE49-F238E27FC236}">
                    <a16:creationId xmlns:a16="http://schemas.microsoft.com/office/drawing/2014/main" id="{A432757E-8623-0A42-FA96-D07771E118AA}"/>
                  </a:ext>
                </a:extLst>
              </p:cNvPr>
              <p:cNvSpPr/>
              <p:nvPr/>
            </p:nvSpPr>
            <p:spPr>
              <a:xfrm>
                <a:off x="8268248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3" name="Freeform 51912">
                <a:extLst>
                  <a:ext uri="{FF2B5EF4-FFF2-40B4-BE49-F238E27FC236}">
                    <a16:creationId xmlns:a16="http://schemas.microsoft.com/office/drawing/2014/main" id="{D47B1488-8F7C-0975-75D0-58BA9C2DC041}"/>
                  </a:ext>
                </a:extLst>
              </p:cNvPr>
              <p:cNvSpPr/>
              <p:nvPr/>
            </p:nvSpPr>
            <p:spPr>
              <a:xfrm>
                <a:off x="8268744" y="59376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4" name="Freeform 51913">
                <a:extLst>
                  <a:ext uri="{FF2B5EF4-FFF2-40B4-BE49-F238E27FC236}">
                    <a16:creationId xmlns:a16="http://schemas.microsoft.com/office/drawing/2014/main" id="{D6ED96F1-A690-7DF2-BBD3-0CAD35FE48B7}"/>
                  </a:ext>
                </a:extLst>
              </p:cNvPr>
              <p:cNvSpPr/>
              <p:nvPr/>
            </p:nvSpPr>
            <p:spPr>
              <a:xfrm>
                <a:off x="8269339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5" name="Freeform 51914">
                <a:extLst>
                  <a:ext uri="{FF2B5EF4-FFF2-40B4-BE49-F238E27FC236}">
                    <a16:creationId xmlns:a16="http://schemas.microsoft.com/office/drawing/2014/main" id="{4C674AE1-CF4B-387A-B2ED-CC265FF8D268}"/>
                  </a:ext>
                </a:extLst>
              </p:cNvPr>
              <p:cNvSpPr/>
              <p:nvPr/>
            </p:nvSpPr>
            <p:spPr>
              <a:xfrm>
                <a:off x="8269835" y="592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6" name="Freeform 51915">
                <a:extLst>
                  <a:ext uri="{FF2B5EF4-FFF2-40B4-BE49-F238E27FC236}">
                    <a16:creationId xmlns:a16="http://schemas.microsoft.com/office/drawing/2014/main" id="{3516072E-A715-0B2C-8123-5ED8015149D5}"/>
                  </a:ext>
                </a:extLst>
              </p:cNvPr>
              <p:cNvSpPr/>
              <p:nvPr/>
            </p:nvSpPr>
            <p:spPr>
              <a:xfrm>
                <a:off x="8270331" y="5948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7" name="Freeform 51916">
                <a:extLst>
                  <a:ext uri="{FF2B5EF4-FFF2-40B4-BE49-F238E27FC236}">
                    <a16:creationId xmlns:a16="http://schemas.microsoft.com/office/drawing/2014/main" id="{900FF242-603A-2B0B-3024-61A10A1E6D27}"/>
                  </a:ext>
                </a:extLst>
              </p:cNvPr>
              <p:cNvSpPr/>
              <p:nvPr/>
            </p:nvSpPr>
            <p:spPr>
              <a:xfrm>
                <a:off x="8270927" y="59748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8" name="Freeform 51917">
                <a:extLst>
                  <a:ext uri="{FF2B5EF4-FFF2-40B4-BE49-F238E27FC236}">
                    <a16:creationId xmlns:a16="http://schemas.microsoft.com/office/drawing/2014/main" id="{6FF03D9B-58C4-2F92-94D9-1B7A7CCC7D5D}"/>
                  </a:ext>
                </a:extLst>
              </p:cNvPr>
              <p:cNvSpPr/>
              <p:nvPr/>
            </p:nvSpPr>
            <p:spPr>
              <a:xfrm>
                <a:off x="8271423" y="5989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19" name="Freeform 51918">
                <a:extLst>
                  <a:ext uri="{FF2B5EF4-FFF2-40B4-BE49-F238E27FC236}">
                    <a16:creationId xmlns:a16="http://schemas.microsoft.com/office/drawing/2014/main" id="{024078E6-CCB4-20B9-33BF-22BD4558BB2E}"/>
                  </a:ext>
                </a:extLst>
              </p:cNvPr>
              <p:cNvSpPr/>
              <p:nvPr/>
            </p:nvSpPr>
            <p:spPr>
              <a:xfrm>
                <a:off x="8271919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0" name="Freeform 51919">
                <a:extLst>
                  <a:ext uri="{FF2B5EF4-FFF2-40B4-BE49-F238E27FC236}">
                    <a16:creationId xmlns:a16="http://schemas.microsoft.com/office/drawing/2014/main" id="{82C93016-939B-5D61-8A2F-1482B4909AC5}"/>
                  </a:ext>
                </a:extLst>
              </p:cNvPr>
              <p:cNvSpPr/>
              <p:nvPr/>
            </p:nvSpPr>
            <p:spPr>
              <a:xfrm>
                <a:off x="8272514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1" name="Freeform 51920">
                <a:extLst>
                  <a:ext uri="{FF2B5EF4-FFF2-40B4-BE49-F238E27FC236}">
                    <a16:creationId xmlns:a16="http://schemas.microsoft.com/office/drawing/2014/main" id="{154E4868-C50E-14E3-31D0-B18172242505}"/>
                  </a:ext>
                </a:extLst>
              </p:cNvPr>
              <p:cNvSpPr/>
              <p:nvPr/>
            </p:nvSpPr>
            <p:spPr>
              <a:xfrm>
                <a:off x="8273010" y="5992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2" name="Freeform 51921">
                <a:extLst>
                  <a:ext uri="{FF2B5EF4-FFF2-40B4-BE49-F238E27FC236}">
                    <a16:creationId xmlns:a16="http://schemas.microsoft.com/office/drawing/2014/main" id="{23FB1523-938D-CEAC-F5BB-475E42593F42}"/>
                  </a:ext>
                </a:extLst>
              </p:cNvPr>
              <p:cNvSpPr/>
              <p:nvPr/>
            </p:nvSpPr>
            <p:spPr>
              <a:xfrm>
                <a:off x="8273506" y="5989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3" name="Freeform 51922">
                <a:extLst>
                  <a:ext uri="{FF2B5EF4-FFF2-40B4-BE49-F238E27FC236}">
                    <a16:creationId xmlns:a16="http://schemas.microsoft.com/office/drawing/2014/main" id="{B33FCE3B-A8A9-CE4F-C170-D41353EDF1DF}"/>
                  </a:ext>
                </a:extLst>
              </p:cNvPr>
              <p:cNvSpPr/>
              <p:nvPr/>
            </p:nvSpPr>
            <p:spPr>
              <a:xfrm>
                <a:off x="8274102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4" name="Freeform 51923">
                <a:extLst>
                  <a:ext uri="{FF2B5EF4-FFF2-40B4-BE49-F238E27FC236}">
                    <a16:creationId xmlns:a16="http://schemas.microsoft.com/office/drawing/2014/main" id="{589E0CE2-5E7B-E241-B1CF-15A822CF6BB8}"/>
                  </a:ext>
                </a:extLst>
              </p:cNvPr>
              <p:cNvSpPr/>
              <p:nvPr/>
            </p:nvSpPr>
            <p:spPr>
              <a:xfrm>
                <a:off x="8274598" y="59760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5" name="Freeform 51924">
                <a:extLst>
                  <a:ext uri="{FF2B5EF4-FFF2-40B4-BE49-F238E27FC236}">
                    <a16:creationId xmlns:a16="http://schemas.microsoft.com/office/drawing/2014/main" id="{53A3B9E1-E183-BD39-FD64-37B4D3F351CB}"/>
                  </a:ext>
                </a:extLst>
              </p:cNvPr>
              <p:cNvSpPr/>
              <p:nvPr/>
            </p:nvSpPr>
            <p:spPr>
              <a:xfrm>
                <a:off x="8275094" y="59188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6" name="Freeform 51925">
                <a:extLst>
                  <a:ext uri="{FF2B5EF4-FFF2-40B4-BE49-F238E27FC236}">
                    <a16:creationId xmlns:a16="http://schemas.microsoft.com/office/drawing/2014/main" id="{B2C1B18C-E9AF-A4BE-D0C3-E2223AE643AF}"/>
                  </a:ext>
                </a:extLst>
              </p:cNvPr>
              <p:cNvSpPr/>
              <p:nvPr/>
            </p:nvSpPr>
            <p:spPr>
              <a:xfrm>
                <a:off x="8275689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7" name="Freeform 51926">
                <a:extLst>
                  <a:ext uri="{FF2B5EF4-FFF2-40B4-BE49-F238E27FC236}">
                    <a16:creationId xmlns:a16="http://schemas.microsoft.com/office/drawing/2014/main" id="{5B4EFEB5-1D42-D51E-47ED-39F6042B89FE}"/>
                  </a:ext>
                </a:extLst>
              </p:cNvPr>
              <p:cNvSpPr/>
              <p:nvPr/>
            </p:nvSpPr>
            <p:spPr>
              <a:xfrm>
                <a:off x="8276185" y="590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8" name="Freeform 51927">
                <a:extLst>
                  <a:ext uri="{FF2B5EF4-FFF2-40B4-BE49-F238E27FC236}">
                    <a16:creationId xmlns:a16="http://schemas.microsoft.com/office/drawing/2014/main" id="{01C3D5A0-F0A7-DDD6-422B-723107DDD811}"/>
                  </a:ext>
                </a:extLst>
              </p:cNvPr>
              <p:cNvSpPr/>
              <p:nvPr/>
            </p:nvSpPr>
            <p:spPr>
              <a:xfrm>
                <a:off x="8276681" y="5905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29" name="Freeform 51928">
                <a:extLst>
                  <a:ext uri="{FF2B5EF4-FFF2-40B4-BE49-F238E27FC236}">
                    <a16:creationId xmlns:a16="http://schemas.microsoft.com/office/drawing/2014/main" id="{C444A3E4-C06F-A21F-9F60-BAF6A16E79D5}"/>
                  </a:ext>
                </a:extLst>
              </p:cNvPr>
              <p:cNvSpPr/>
              <p:nvPr/>
            </p:nvSpPr>
            <p:spPr>
              <a:xfrm>
                <a:off x="8277177" y="59078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0" name="Freeform 51929">
                <a:extLst>
                  <a:ext uri="{FF2B5EF4-FFF2-40B4-BE49-F238E27FC236}">
                    <a16:creationId xmlns:a16="http://schemas.microsoft.com/office/drawing/2014/main" id="{2FA84070-EC87-71A0-4106-E96666714DE2}"/>
                  </a:ext>
                </a:extLst>
              </p:cNvPr>
              <p:cNvSpPr/>
              <p:nvPr/>
            </p:nvSpPr>
            <p:spPr>
              <a:xfrm>
                <a:off x="8277773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1" name="Freeform 51930">
                <a:extLst>
                  <a:ext uri="{FF2B5EF4-FFF2-40B4-BE49-F238E27FC236}">
                    <a16:creationId xmlns:a16="http://schemas.microsoft.com/office/drawing/2014/main" id="{A24E1A19-ECF6-2D7C-9FD5-45984D708144}"/>
                  </a:ext>
                </a:extLst>
              </p:cNvPr>
              <p:cNvSpPr/>
              <p:nvPr/>
            </p:nvSpPr>
            <p:spPr>
              <a:xfrm>
                <a:off x="8278269" y="589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2" name="Freeform 51931">
                <a:extLst>
                  <a:ext uri="{FF2B5EF4-FFF2-40B4-BE49-F238E27FC236}">
                    <a16:creationId xmlns:a16="http://schemas.microsoft.com/office/drawing/2014/main" id="{414E5DD8-F88E-30F1-54B5-E763B44A6985}"/>
                  </a:ext>
                </a:extLst>
              </p:cNvPr>
              <p:cNvSpPr/>
              <p:nvPr/>
            </p:nvSpPr>
            <p:spPr>
              <a:xfrm>
                <a:off x="8278765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3" name="Freeform 51932">
                <a:extLst>
                  <a:ext uri="{FF2B5EF4-FFF2-40B4-BE49-F238E27FC236}">
                    <a16:creationId xmlns:a16="http://schemas.microsoft.com/office/drawing/2014/main" id="{9C9BC6A9-7739-EAFC-5AD8-1EC581EEA955}"/>
                  </a:ext>
                </a:extLst>
              </p:cNvPr>
              <p:cNvSpPr/>
              <p:nvPr/>
            </p:nvSpPr>
            <p:spPr>
              <a:xfrm>
                <a:off x="8279360" y="58976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4" name="Freeform 51933">
                <a:extLst>
                  <a:ext uri="{FF2B5EF4-FFF2-40B4-BE49-F238E27FC236}">
                    <a16:creationId xmlns:a16="http://schemas.microsoft.com/office/drawing/2014/main" id="{664F4C86-24B6-E965-F1CE-6FEEB6FC41C1}"/>
                  </a:ext>
                </a:extLst>
              </p:cNvPr>
              <p:cNvSpPr/>
              <p:nvPr/>
            </p:nvSpPr>
            <p:spPr>
              <a:xfrm>
                <a:off x="8279856" y="5888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5" name="Freeform 51934">
                <a:extLst>
                  <a:ext uri="{FF2B5EF4-FFF2-40B4-BE49-F238E27FC236}">
                    <a16:creationId xmlns:a16="http://schemas.microsoft.com/office/drawing/2014/main" id="{BA30A2CD-56A7-DCD2-E533-6A55C8F3DE36}"/>
                  </a:ext>
                </a:extLst>
              </p:cNvPr>
              <p:cNvSpPr/>
              <p:nvPr/>
            </p:nvSpPr>
            <p:spPr>
              <a:xfrm>
                <a:off x="8280352" y="5895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6" name="Freeform 51935">
                <a:extLst>
                  <a:ext uri="{FF2B5EF4-FFF2-40B4-BE49-F238E27FC236}">
                    <a16:creationId xmlns:a16="http://schemas.microsoft.com/office/drawing/2014/main" id="{B429FD34-B9C1-3FD6-46EC-49C2C57C783C}"/>
                  </a:ext>
                </a:extLst>
              </p:cNvPr>
              <p:cNvSpPr/>
              <p:nvPr/>
            </p:nvSpPr>
            <p:spPr>
              <a:xfrm>
                <a:off x="8280948" y="59474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7" name="Freeform 51936">
                <a:extLst>
                  <a:ext uri="{FF2B5EF4-FFF2-40B4-BE49-F238E27FC236}">
                    <a16:creationId xmlns:a16="http://schemas.microsoft.com/office/drawing/2014/main" id="{5393F4DD-83D5-7AC6-2C20-EA6358F8DDBC}"/>
                  </a:ext>
                </a:extLst>
              </p:cNvPr>
              <p:cNvSpPr/>
              <p:nvPr/>
            </p:nvSpPr>
            <p:spPr>
              <a:xfrm>
                <a:off x="8281444" y="5955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8" name="Freeform 51937">
                <a:extLst>
                  <a:ext uri="{FF2B5EF4-FFF2-40B4-BE49-F238E27FC236}">
                    <a16:creationId xmlns:a16="http://schemas.microsoft.com/office/drawing/2014/main" id="{8A7E33AE-E065-2F6E-68BB-2117C9CDBCB6}"/>
                  </a:ext>
                </a:extLst>
              </p:cNvPr>
              <p:cNvSpPr/>
              <p:nvPr/>
            </p:nvSpPr>
            <p:spPr>
              <a:xfrm>
                <a:off x="8281940" y="595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39" name="Freeform 51938">
                <a:extLst>
                  <a:ext uri="{FF2B5EF4-FFF2-40B4-BE49-F238E27FC236}">
                    <a16:creationId xmlns:a16="http://schemas.microsoft.com/office/drawing/2014/main" id="{0AF1BCC5-B3A7-CF6F-0D90-797E6B284D14}"/>
                  </a:ext>
                </a:extLst>
              </p:cNvPr>
              <p:cNvSpPr/>
              <p:nvPr/>
            </p:nvSpPr>
            <p:spPr>
              <a:xfrm>
                <a:off x="8282535" y="59445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0" name="Freeform 51939">
                <a:extLst>
                  <a:ext uri="{FF2B5EF4-FFF2-40B4-BE49-F238E27FC236}">
                    <a16:creationId xmlns:a16="http://schemas.microsoft.com/office/drawing/2014/main" id="{FEAB1192-268D-0A4A-9830-BC39E11A5301}"/>
                  </a:ext>
                </a:extLst>
              </p:cNvPr>
              <p:cNvSpPr/>
              <p:nvPr/>
            </p:nvSpPr>
            <p:spPr>
              <a:xfrm>
                <a:off x="8283031" y="5963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1" name="Freeform 51940">
                <a:extLst>
                  <a:ext uri="{FF2B5EF4-FFF2-40B4-BE49-F238E27FC236}">
                    <a16:creationId xmlns:a16="http://schemas.microsoft.com/office/drawing/2014/main" id="{F322F638-CFC0-CDDC-1F40-D74A1B3FB9F0}"/>
                  </a:ext>
                </a:extLst>
              </p:cNvPr>
              <p:cNvSpPr/>
              <p:nvPr/>
            </p:nvSpPr>
            <p:spPr>
              <a:xfrm>
                <a:off x="8283527" y="5985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2" name="Freeform 51941">
                <a:extLst>
                  <a:ext uri="{FF2B5EF4-FFF2-40B4-BE49-F238E27FC236}">
                    <a16:creationId xmlns:a16="http://schemas.microsoft.com/office/drawing/2014/main" id="{C65C091D-8760-C893-0444-B5664DA14485}"/>
                  </a:ext>
                </a:extLst>
              </p:cNvPr>
              <p:cNvSpPr/>
              <p:nvPr/>
            </p:nvSpPr>
            <p:spPr>
              <a:xfrm>
                <a:off x="8284123" y="59960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3" name="Freeform 51942">
                <a:extLst>
                  <a:ext uri="{FF2B5EF4-FFF2-40B4-BE49-F238E27FC236}">
                    <a16:creationId xmlns:a16="http://schemas.microsoft.com/office/drawing/2014/main" id="{BD717040-DF27-2F26-972E-44BD4180FAFD}"/>
                  </a:ext>
                </a:extLst>
              </p:cNvPr>
              <p:cNvSpPr/>
              <p:nvPr/>
            </p:nvSpPr>
            <p:spPr>
              <a:xfrm>
                <a:off x="8284619" y="5999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4" name="Freeform 51943">
                <a:extLst>
                  <a:ext uri="{FF2B5EF4-FFF2-40B4-BE49-F238E27FC236}">
                    <a16:creationId xmlns:a16="http://schemas.microsoft.com/office/drawing/2014/main" id="{7093EB34-0A1F-EABC-312B-DFD339E8AE69}"/>
                  </a:ext>
                </a:extLst>
              </p:cNvPr>
              <p:cNvSpPr/>
              <p:nvPr/>
            </p:nvSpPr>
            <p:spPr>
              <a:xfrm>
                <a:off x="8285115" y="60017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5" name="Freeform 51944">
                <a:extLst>
                  <a:ext uri="{FF2B5EF4-FFF2-40B4-BE49-F238E27FC236}">
                    <a16:creationId xmlns:a16="http://schemas.microsoft.com/office/drawing/2014/main" id="{D8733A97-68AD-6EC3-6FA2-923DB1A914F3}"/>
                  </a:ext>
                </a:extLst>
              </p:cNvPr>
              <p:cNvSpPr/>
              <p:nvPr/>
            </p:nvSpPr>
            <p:spPr>
              <a:xfrm>
                <a:off x="8285710" y="60013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6" name="Freeform 51945">
                <a:extLst>
                  <a:ext uri="{FF2B5EF4-FFF2-40B4-BE49-F238E27FC236}">
                    <a16:creationId xmlns:a16="http://schemas.microsoft.com/office/drawing/2014/main" id="{2F5A30B1-7D37-994F-E286-1EE4324DFDBA}"/>
                  </a:ext>
                </a:extLst>
              </p:cNvPr>
              <p:cNvSpPr/>
              <p:nvPr/>
            </p:nvSpPr>
            <p:spPr>
              <a:xfrm>
                <a:off x="8286206" y="599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7" name="Freeform 51946">
                <a:extLst>
                  <a:ext uri="{FF2B5EF4-FFF2-40B4-BE49-F238E27FC236}">
                    <a16:creationId xmlns:a16="http://schemas.microsoft.com/office/drawing/2014/main" id="{2C380A9E-53C2-7043-CEA3-D5B2DD8AEF2B}"/>
                  </a:ext>
                </a:extLst>
              </p:cNvPr>
              <p:cNvSpPr/>
              <p:nvPr/>
            </p:nvSpPr>
            <p:spPr>
              <a:xfrm>
                <a:off x="8286702" y="59976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8" name="Freeform 51947">
                <a:extLst>
                  <a:ext uri="{FF2B5EF4-FFF2-40B4-BE49-F238E27FC236}">
                    <a16:creationId xmlns:a16="http://schemas.microsoft.com/office/drawing/2014/main" id="{180FD768-6F07-42BE-ED27-05FDBC76C61B}"/>
                  </a:ext>
                </a:extLst>
              </p:cNvPr>
              <p:cNvSpPr/>
              <p:nvPr/>
            </p:nvSpPr>
            <p:spPr>
              <a:xfrm>
                <a:off x="8287298" y="59891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49" name="Freeform 51948">
                <a:extLst>
                  <a:ext uri="{FF2B5EF4-FFF2-40B4-BE49-F238E27FC236}">
                    <a16:creationId xmlns:a16="http://schemas.microsoft.com/office/drawing/2014/main" id="{B46B167F-8637-2586-8365-0117FE7E3BD0}"/>
                  </a:ext>
                </a:extLst>
              </p:cNvPr>
              <p:cNvSpPr/>
              <p:nvPr/>
            </p:nvSpPr>
            <p:spPr>
              <a:xfrm>
                <a:off x="8287794" y="5888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0" name="Freeform 51949">
                <a:extLst>
                  <a:ext uri="{FF2B5EF4-FFF2-40B4-BE49-F238E27FC236}">
                    <a16:creationId xmlns:a16="http://schemas.microsoft.com/office/drawing/2014/main" id="{E87ABED5-BAC8-34B1-40EC-8B7E6259B536}"/>
                  </a:ext>
                </a:extLst>
              </p:cNvPr>
              <p:cNvSpPr/>
              <p:nvPr/>
            </p:nvSpPr>
            <p:spPr>
              <a:xfrm>
                <a:off x="8288290" y="5898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1" name="Freeform 51950">
                <a:extLst>
                  <a:ext uri="{FF2B5EF4-FFF2-40B4-BE49-F238E27FC236}">
                    <a16:creationId xmlns:a16="http://schemas.microsoft.com/office/drawing/2014/main" id="{E8882B4A-2C41-A64E-18E9-A9D7F2DB4026}"/>
                  </a:ext>
                </a:extLst>
              </p:cNvPr>
              <p:cNvSpPr/>
              <p:nvPr/>
            </p:nvSpPr>
            <p:spPr>
              <a:xfrm>
                <a:off x="8288786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2" name="Freeform 51951">
                <a:extLst>
                  <a:ext uri="{FF2B5EF4-FFF2-40B4-BE49-F238E27FC236}">
                    <a16:creationId xmlns:a16="http://schemas.microsoft.com/office/drawing/2014/main" id="{D413BA03-FD49-B612-FB5E-57B8563B8EDE}"/>
                  </a:ext>
                </a:extLst>
              </p:cNvPr>
              <p:cNvSpPr/>
              <p:nvPr/>
            </p:nvSpPr>
            <p:spPr>
              <a:xfrm>
                <a:off x="8289381" y="5895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3" name="Freeform 51952">
                <a:extLst>
                  <a:ext uri="{FF2B5EF4-FFF2-40B4-BE49-F238E27FC236}">
                    <a16:creationId xmlns:a16="http://schemas.microsoft.com/office/drawing/2014/main" id="{0F528F73-0CCA-094B-E11C-FBFD30182F97}"/>
                  </a:ext>
                </a:extLst>
              </p:cNvPr>
              <p:cNvSpPr/>
              <p:nvPr/>
            </p:nvSpPr>
            <p:spPr>
              <a:xfrm>
                <a:off x="8289877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4" name="Freeform 51953">
                <a:extLst>
                  <a:ext uri="{FF2B5EF4-FFF2-40B4-BE49-F238E27FC236}">
                    <a16:creationId xmlns:a16="http://schemas.microsoft.com/office/drawing/2014/main" id="{F19A2D1D-1D48-B9F9-3BC8-0EC3CE066482}"/>
                  </a:ext>
                </a:extLst>
              </p:cNvPr>
              <p:cNvSpPr/>
              <p:nvPr/>
            </p:nvSpPr>
            <p:spPr>
              <a:xfrm>
                <a:off x="8290373" y="5900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5" name="Freeform 51954">
                <a:extLst>
                  <a:ext uri="{FF2B5EF4-FFF2-40B4-BE49-F238E27FC236}">
                    <a16:creationId xmlns:a16="http://schemas.microsoft.com/office/drawing/2014/main" id="{4815B628-7E0F-32E6-40E4-005C465B862A}"/>
                  </a:ext>
                </a:extLst>
              </p:cNvPr>
              <p:cNvSpPr/>
              <p:nvPr/>
            </p:nvSpPr>
            <p:spPr>
              <a:xfrm>
                <a:off x="8290969" y="58829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6" name="Freeform 51955">
                <a:extLst>
                  <a:ext uri="{FF2B5EF4-FFF2-40B4-BE49-F238E27FC236}">
                    <a16:creationId xmlns:a16="http://schemas.microsoft.com/office/drawing/2014/main" id="{5B28DBA4-448D-A0C7-8F4C-CEEE7935185D}"/>
                  </a:ext>
                </a:extLst>
              </p:cNvPr>
              <p:cNvSpPr/>
              <p:nvPr/>
            </p:nvSpPr>
            <p:spPr>
              <a:xfrm>
                <a:off x="8291465" y="5892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7" name="Freeform 51956">
                <a:extLst>
                  <a:ext uri="{FF2B5EF4-FFF2-40B4-BE49-F238E27FC236}">
                    <a16:creationId xmlns:a16="http://schemas.microsoft.com/office/drawing/2014/main" id="{B99B0EB0-3F67-251B-C026-14D03E471840}"/>
                  </a:ext>
                </a:extLst>
              </p:cNvPr>
              <p:cNvSpPr/>
              <p:nvPr/>
            </p:nvSpPr>
            <p:spPr>
              <a:xfrm>
                <a:off x="8291961" y="58821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8" name="Freeform 51957">
                <a:extLst>
                  <a:ext uri="{FF2B5EF4-FFF2-40B4-BE49-F238E27FC236}">
                    <a16:creationId xmlns:a16="http://schemas.microsoft.com/office/drawing/2014/main" id="{DFC4623B-CCC0-C7A6-1E87-9B114D6DD002}"/>
                  </a:ext>
                </a:extLst>
              </p:cNvPr>
              <p:cNvSpPr/>
              <p:nvPr/>
            </p:nvSpPr>
            <p:spPr>
              <a:xfrm>
                <a:off x="8292556" y="5867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59" name="Freeform 51958">
                <a:extLst>
                  <a:ext uri="{FF2B5EF4-FFF2-40B4-BE49-F238E27FC236}">
                    <a16:creationId xmlns:a16="http://schemas.microsoft.com/office/drawing/2014/main" id="{05D36658-7C90-3EC3-BAC0-AA246268362B}"/>
                  </a:ext>
                </a:extLst>
              </p:cNvPr>
              <p:cNvSpPr/>
              <p:nvPr/>
            </p:nvSpPr>
            <p:spPr>
              <a:xfrm>
                <a:off x="8293052" y="5885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0" name="Freeform 51959">
                <a:extLst>
                  <a:ext uri="{FF2B5EF4-FFF2-40B4-BE49-F238E27FC236}">
                    <a16:creationId xmlns:a16="http://schemas.microsoft.com/office/drawing/2014/main" id="{4B9B1522-9CC3-5D86-B594-1427BF37AE41}"/>
                  </a:ext>
                </a:extLst>
              </p:cNvPr>
              <p:cNvSpPr/>
              <p:nvPr/>
            </p:nvSpPr>
            <p:spPr>
              <a:xfrm>
                <a:off x="8293548" y="5920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1" name="Freeform 51960">
                <a:extLst>
                  <a:ext uri="{FF2B5EF4-FFF2-40B4-BE49-F238E27FC236}">
                    <a16:creationId xmlns:a16="http://schemas.microsoft.com/office/drawing/2014/main" id="{F3AF40CD-43AA-8AC7-8DDD-7FC8A4DAD591}"/>
                  </a:ext>
                </a:extLst>
              </p:cNvPr>
              <p:cNvSpPr/>
              <p:nvPr/>
            </p:nvSpPr>
            <p:spPr>
              <a:xfrm>
                <a:off x="8294144" y="59266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2" name="Freeform 51961">
                <a:extLst>
                  <a:ext uri="{FF2B5EF4-FFF2-40B4-BE49-F238E27FC236}">
                    <a16:creationId xmlns:a16="http://schemas.microsoft.com/office/drawing/2014/main" id="{70E59394-9EA5-D939-1623-660545E74381}"/>
                  </a:ext>
                </a:extLst>
              </p:cNvPr>
              <p:cNvSpPr/>
              <p:nvPr/>
            </p:nvSpPr>
            <p:spPr>
              <a:xfrm>
                <a:off x="8294640" y="59229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3" name="Freeform 51962">
                <a:extLst>
                  <a:ext uri="{FF2B5EF4-FFF2-40B4-BE49-F238E27FC236}">
                    <a16:creationId xmlns:a16="http://schemas.microsoft.com/office/drawing/2014/main" id="{B0F423AB-290A-1668-C383-B18FC5F0D8B9}"/>
                  </a:ext>
                </a:extLst>
              </p:cNvPr>
              <p:cNvSpPr/>
              <p:nvPr/>
            </p:nvSpPr>
            <p:spPr>
              <a:xfrm>
                <a:off x="8295136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4" name="Freeform 51963">
                <a:extLst>
                  <a:ext uri="{FF2B5EF4-FFF2-40B4-BE49-F238E27FC236}">
                    <a16:creationId xmlns:a16="http://schemas.microsoft.com/office/drawing/2014/main" id="{ED6CDE70-55AF-2311-827E-821A5D334821}"/>
                  </a:ext>
                </a:extLst>
              </p:cNvPr>
              <p:cNvSpPr/>
              <p:nvPr/>
            </p:nvSpPr>
            <p:spPr>
              <a:xfrm>
                <a:off x="8295731" y="5965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5" name="Freeform 51964">
                <a:extLst>
                  <a:ext uri="{FF2B5EF4-FFF2-40B4-BE49-F238E27FC236}">
                    <a16:creationId xmlns:a16="http://schemas.microsoft.com/office/drawing/2014/main" id="{A2AB39DC-1EC4-E63A-3C7F-503D8868203D}"/>
                  </a:ext>
                </a:extLst>
              </p:cNvPr>
              <p:cNvSpPr/>
              <p:nvPr/>
            </p:nvSpPr>
            <p:spPr>
              <a:xfrm>
                <a:off x="8296227" y="599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6" name="Freeform 51965">
                <a:extLst>
                  <a:ext uri="{FF2B5EF4-FFF2-40B4-BE49-F238E27FC236}">
                    <a16:creationId xmlns:a16="http://schemas.microsoft.com/office/drawing/2014/main" id="{9512F09E-1E23-4C0E-9EA4-B20B64670066}"/>
                  </a:ext>
                </a:extLst>
              </p:cNvPr>
              <p:cNvSpPr/>
              <p:nvPr/>
            </p:nvSpPr>
            <p:spPr>
              <a:xfrm>
                <a:off x="8296723" y="60042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7" name="Freeform 51966">
                <a:extLst>
                  <a:ext uri="{FF2B5EF4-FFF2-40B4-BE49-F238E27FC236}">
                    <a16:creationId xmlns:a16="http://schemas.microsoft.com/office/drawing/2014/main" id="{946F1657-C8C6-C0C3-F186-804D125B241D}"/>
                  </a:ext>
                </a:extLst>
              </p:cNvPr>
              <p:cNvSpPr/>
              <p:nvPr/>
            </p:nvSpPr>
            <p:spPr>
              <a:xfrm>
                <a:off x="8297319" y="60046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8" name="Freeform 51967">
                <a:extLst>
                  <a:ext uri="{FF2B5EF4-FFF2-40B4-BE49-F238E27FC236}">
                    <a16:creationId xmlns:a16="http://schemas.microsoft.com/office/drawing/2014/main" id="{7778E69D-BA6F-91B8-B047-B6990258F5BB}"/>
                  </a:ext>
                </a:extLst>
              </p:cNvPr>
              <p:cNvSpPr/>
              <p:nvPr/>
            </p:nvSpPr>
            <p:spPr>
              <a:xfrm>
                <a:off x="8297815" y="60021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69" name="Freeform 51968">
                <a:extLst>
                  <a:ext uri="{FF2B5EF4-FFF2-40B4-BE49-F238E27FC236}">
                    <a16:creationId xmlns:a16="http://schemas.microsoft.com/office/drawing/2014/main" id="{2ACBC923-6D78-3B1D-3B0C-A0F698234BC8}"/>
                  </a:ext>
                </a:extLst>
              </p:cNvPr>
              <p:cNvSpPr/>
              <p:nvPr/>
            </p:nvSpPr>
            <p:spPr>
              <a:xfrm>
                <a:off x="8298311" y="5999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0" name="Freeform 51969">
                <a:extLst>
                  <a:ext uri="{FF2B5EF4-FFF2-40B4-BE49-F238E27FC236}">
                    <a16:creationId xmlns:a16="http://schemas.microsoft.com/office/drawing/2014/main" id="{E67C1964-19C4-965A-3A0D-DC8D830F2823}"/>
                  </a:ext>
                </a:extLst>
              </p:cNvPr>
              <p:cNvSpPr/>
              <p:nvPr/>
            </p:nvSpPr>
            <p:spPr>
              <a:xfrm>
                <a:off x="8298906" y="59956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1" name="Freeform 51970">
                <a:extLst>
                  <a:ext uri="{FF2B5EF4-FFF2-40B4-BE49-F238E27FC236}">
                    <a16:creationId xmlns:a16="http://schemas.microsoft.com/office/drawing/2014/main" id="{1C8CCCFC-35E0-4E2A-C8FA-119CBCEDB184}"/>
                  </a:ext>
                </a:extLst>
              </p:cNvPr>
              <p:cNvSpPr/>
              <p:nvPr/>
            </p:nvSpPr>
            <p:spPr>
              <a:xfrm>
                <a:off x="8299402" y="59947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2" name="Freeform 51971">
                <a:extLst>
                  <a:ext uri="{FF2B5EF4-FFF2-40B4-BE49-F238E27FC236}">
                    <a16:creationId xmlns:a16="http://schemas.microsoft.com/office/drawing/2014/main" id="{9090BAD8-F9BD-4DDD-CF18-D13B70894482}"/>
                  </a:ext>
                </a:extLst>
              </p:cNvPr>
              <p:cNvSpPr/>
              <p:nvPr/>
            </p:nvSpPr>
            <p:spPr>
              <a:xfrm>
                <a:off x="8299898" y="5992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3" name="Freeform 51972">
                <a:extLst>
                  <a:ext uri="{FF2B5EF4-FFF2-40B4-BE49-F238E27FC236}">
                    <a16:creationId xmlns:a16="http://schemas.microsoft.com/office/drawing/2014/main" id="{2557C5FA-10CB-DB96-8863-E4032AD8C811}"/>
                  </a:ext>
                </a:extLst>
              </p:cNvPr>
              <p:cNvSpPr/>
              <p:nvPr/>
            </p:nvSpPr>
            <p:spPr>
              <a:xfrm>
                <a:off x="8300494" y="5849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4" name="Freeform 51973">
                <a:extLst>
                  <a:ext uri="{FF2B5EF4-FFF2-40B4-BE49-F238E27FC236}">
                    <a16:creationId xmlns:a16="http://schemas.microsoft.com/office/drawing/2014/main" id="{6DB21584-B1E1-FC12-0AA7-0DC798D2D3AF}"/>
                  </a:ext>
                </a:extLst>
              </p:cNvPr>
              <p:cNvSpPr/>
              <p:nvPr/>
            </p:nvSpPr>
            <p:spPr>
              <a:xfrm>
                <a:off x="8300990" y="5828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5" name="Freeform 51974">
                <a:extLst>
                  <a:ext uri="{FF2B5EF4-FFF2-40B4-BE49-F238E27FC236}">
                    <a16:creationId xmlns:a16="http://schemas.microsoft.com/office/drawing/2014/main" id="{C3E5B047-F598-2F39-1562-EF471D3C6ABB}"/>
                  </a:ext>
                </a:extLst>
              </p:cNvPr>
              <p:cNvSpPr/>
              <p:nvPr/>
            </p:nvSpPr>
            <p:spPr>
              <a:xfrm>
                <a:off x="8301486" y="5836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6" name="Freeform 51975">
                <a:extLst>
                  <a:ext uri="{FF2B5EF4-FFF2-40B4-BE49-F238E27FC236}">
                    <a16:creationId xmlns:a16="http://schemas.microsoft.com/office/drawing/2014/main" id="{74BF3541-39CF-155A-29C9-E9FBB4471580}"/>
                  </a:ext>
                </a:extLst>
              </p:cNvPr>
              <p:cNvSpPr/>
              <p:nvPr/>
            </p:nvSpPr>
            <p:spPr>
              <a:xfrm>
                <a:off x="8301982" y="5836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7" name="Freeform 51976">
                <a:extLst>
                  <a:ext uri="{FF2B5EF4-FFF2-40B4-BE49-F238E27FC236}">
                    <a16:creationId xmlns:a16="http://schemas.microsoft.com/office/drawing/2014/main" id="{1B37EFD3-CAD6-8521-2008-C466309F848E}"/>
                  </a:ext>
                </a:extLst>
              </p:cNvPr>
              <p:cNvSpPr/>
              <p:nvPr/>
            </p:nvSpPr>
            <p:spPr>
              <a:xfrm>
                <a:off x="8302577" y="5841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8" name="Freeform 51977">
                <a:extLst>
                  <a:ext uri="{FF2B5EF4-FFF2-40B4-BE49-F238E27FC236}">
                    <a16:creationId xmlns:a16="http://schemas.microsoft.com/office/drawing/2014/main" id="{BEE9CCE6-3BCE-1A38-A8B7-2E82DCBF391A}"/>
                  </a:ext>
                </a:extLst>
              </p:cNvPr>
              <p:cNvSpPr/>
              <p:nvPr/>
            </p:nvSpPr>
            <p:spPr>
              <a:xfrm>
                <a:off x="8303073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79" name="Freeform 51978">
                <a:extLst>
                  <a:ext uri="{FF2B5EF4-FFF2-40B4-BE49-F238E27FC236}">
                    <a16:creationId xmlns:a16="http://schemas.microsoft.com/office/drawing/2014/main" id="{2EE575C3-B86E-6DC7-2E80-8EF4BD95DC55}"/>
                  </a:ext>
                </a:extLst>
              </p:cNvPr>
              <p:cNvSpPr/>
              <p:nvPr/>
            </p:nvSpPr>
            <p:spPr>
              <a:xfrm>
                <a:off x="8303570" y="5859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0" name="Freeform 51979">
                <a:extLst>
                  <a:ext uri="{FF2B5EF4-FFF2-40B4-BE49-F238E27FC236}">
                    <a16:creationId xmlns:a16="http://schemas.microsoft.com/office/drawing/2014/main" id="{B3FB1EFF-6BA4-2520-6743-6C2913BECE87}"/>
                  </a:ext>
                </a:extLst>
              </p:cNvPr>
              <p:cNvSpPr/>
              <p:nvPr/>
            </p:nvSpPr>
            <p:spPr>
              <a:xfrm>
                <a:off x="8304165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1" name="Freeform 51980">
                <a:extLst>
                  <a:ext uri="{FF2B5EF4-FFF2-40B4-BE49-F238E27FC236}">
                    <a16:creationId xmlns:a16="http://schemas.microsoft.com/office/drawing/2014/main" id="{66182148-41F4-87A4-7279-5C9930B0085C}"/>
                  </a:ext>
                </a:extLst>
              </p:cNvPr>
              <p:cNvSpPr/>
              <p:nvPr/>
            </p:nvSpPr>
            <p:spPr>
              <a:xfrm>
                <a:off x="8304661" y="58397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2" name="Freeform 51981">
                <a:extLst>
                  <a:ext uri="{FF2B5EF4-FFF2-40B4-BE49-F238E27FC236}">
                    <a16:creationId xmlns:a16="http://schemas.microsoft.com/office/drawing/2014/main" id="{48B59481-4AFD-0933-CE7E-D44CF169A39A}"/>
                  </a:ext>
                </a:extLst>
              </p:cNvPr>
              <p:cNvSpPr/>
              <p:nvPr/>
            </p:nvSpPr>
            <p:spPr>
              <a:xfrm>
                <a:off x="8305157" y="5833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3" name="Freeform 51982">
                <a:extLst>
                  <a:ext uri="{FF2B5EF4-FFF2-40B4-BE49-F238E27FC236}">
                    <a16:creationId xmlns:a16="http://schemas.microsoft.com/office/drawing/2014/main" id="{F69D28A7-88A9-1493-D148-E53AFCBDE4E3}"/>
                  </a:ext>
                </a:extLst>
              </p:cNvPr>
              <p:cNvSpPr/>
              <p:nvPr/>
            </p:nvSpPr>
            <p:spPr>
              <a:xfrm>
                <a:off x="8305752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4" name="Freeform 51983">
                <a:extLst>
                  <a:ext uri="{FF2B5EF4-FFF2-40B4-BE49-F238E27FC236}">
                    <a16:creationId xmlns:a16="http://schemas.microsoft.com/office/drawing/2014/main" id="{B5C9E49E-9D3B-29BB-CB18-87C1F9F8049A}"/>
                  </a:ext>
                </a:extLst>
              </p:cNvPr>
              <p:cNvSpPr/>
              <p:nvPr/>
            </p:nvSpPr>
            <p:spPr>
              <a:xfrm>
                <a:off x="8306248" y="583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5" name="Freeform 51984">
                <a:extLst>
                  <a:ext uri="{FF2B5EF4-FFF2-40B4-BE49-F238E27FC236}">
                    <a16:creationId xmlns:a16="http://schemas.microsoft.com/office/drawing/2014/main" id="{5130860A-0A86-FD45-DA8B-20E8A7D4B9FC}"/>
                  </a:ext>
                </a:extLst>
              </p:cNvPr>
              <p:cNvSpPr/>
              <p:nvPr/>
            </p:nvSpPr>
            <p:spPr>
              <a:xfrm>
                <a:off x="8306745" y="5849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6" name="Freeform 51985">
                <a:extLst>
                  <a:ext uri="{FF2B5EF4-FFF2-40B4-BE49-F238E27FC236}">
                    <a16:creationId xmlns:a16="http://schemas.microsoft.com/office/drawing/2014/main" id="{594F281F-9AC6-1085-64F5-E96BC8470D3B}"/>
                  </a:ext>
                </a:extLst>
              </p:cNvPr>
              <p:cNvSpPr/>
              <p:nvPr/>
            </p:nvSpPr>
            <p:spPr>
              <a:xfrm>
                <a:off x="8307340" y="5847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7" name="Freeform 51986">
                <a:extLst>
                  <a:ext uri="{FF2B5EF4-FFF2-40B4-BE49-F238E27FC236}">
                    <a16:creationId xmlns:a16="http://schemas.microsoft.com/office/drawing/2014/main" id="{91075C6E-B906-062B-D466-E3AE83F7BA5C}"/>
                  </a:ext>
                </a:extLst>
              </p:cNvPr>
              <p:cNvSpPr/>
              <p:nvPr/>
            </p:nvSpPr>
            <p:spPr>
              <a:xfrm>
                <a:off x="8307836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8" name="Freeform 51987">
                <a:extLst>
                  <a:ext uri="{FF2B5EF4-FFF2-40B4-BE49-F238E27FC236}">
                    <a16:creationId xmlns:a16="http://schemas.microsoft.com/office/drawing/2014/main" id="{FC522C7B-F6D9-35F9-A915-C8614430D053}"/>
                  </a:ext>
                </a:extLst>
              </p:cNvPr>
              <p:cNvSpPr/>
              <p:nvPr/>
            </p:nvSpPr>
            <p:spPr>
              <a:xfrm>
                <a:off x="8308332" y="58495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89" name="Freeform 51988">
                <a:extLst>
                  <a:ext uri="{FF2B5EF4-FFF2-40B4-BE49-F238E27FC236}">
                    <a16:creationId xmlns:a16="http://schemas.microsoft.com/office/drawing/2014/main" id="{CF4ACE1E-ACEC-515E-04E2-2B408A94C2AD}"/>
                  </a:ext>
                </a:extLst>
              </p:cNvPr>
              <p:cNvSpPr/>
              <p:nvPr/>
            </p:nvSpPr>
            <p:spPr>
              <a:xfrm>
                <a:off x="8308927" y="59360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0" name="Freeform 51989">
                <a:extLst>
                  <a:ext uri="{FF2B5EF4-FFF2-40B4-BE49-F238E27FC236}">
                    <a16:creationId xmlns:a16="http://schemas.microsoft.com/office/drawing/2014/main" id="{25F4CFB7-A348-732B-C6BC-1171AAC93939}"/>
                  </a:ext>
                </a:extLst>
              </p:cNvPr>
              <p:cNvSpPr/>
              <p:nvPr/>
            </p:nvSpPr>
            <p:spPr>
              <a:xfrm>
                <a:off x="8309423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1" name="Freeform 51990">
                <a:extLst>
                  <a:ext uri="{FF2B5EF4-FFF2-40B4-BE49-F238E27FC236}">
                    <a16:creationId xmlns:a16="http://schemas.microsoft.com/office/drawing/2014/main" id="{ACBBC875-9D78-C027-8402-E213BB73AF0E}"/>
                  </a:ext>
                </a:extLst>
              </p:cNvPr>
              <p:cNvSpPr/>
              <p:nvPr/>
            </p:nvSpPr>
            <p:spPr>
              <a:xfrm>
                <a:off x="8309920" y="59781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2" name="Freeform 51991">
                <a:extLst>
                  <a:ext uri="{FF2B5EF4-FFF2-40B4-BE49-F238E27FC236}">
                    <a16:creationId xmlns:a16="http://schemas.microsoft.com/office/drawing/2014/main" id="{955F87E7-C37E-0096-B5B0-F73CBAFC0763}"/>
                  </a:ext>
                </a:extLst>
              </p:cNvPr>
              <p:cNvSpPr/>
              <p:nvPr/>
            </p:nvSpPr>
            <p:spPr>
              <a:xfrm>
                <a:off x="8310515" y="5975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3" name="Freeform 51992">
                <a:extLst>
                  <a:ext uri="{FF2B5EF4-FFF2-40B4-BE49-F238E27FC236}">
                    <a16:creationId xmlns:a16="http://schemas.microsoft.com/office/drawing/2014/main" id="{EFF95556-193B-6813-8508-F25EC298E7A9}"/>
                  </a:ext>
                </a:extLst>
              </p:cNvPr>
              <p:cNvSpPr/>
              <p:nvPr/>
            </p:nvSpPr>
            <p:spPr>
              <a:xfrm>
                <a:off x="8311011" y="59715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4" name="Freeform 51993">
                <a:extLst>
                  <a:ext uri="{FF2B5EF4-FFF2-40B4-BE49-F238E27FC236}">
                    <a16:creationId xmlns:a16="http://schemas.microsoft.com/office/drawing/2014/main" id="{4C931430-7F7D-6993-FB8F-24DF6AB58864}"/>
                  </a:ext>
                </a:extLst>
              </p:cNvPr>
              <p:cNvSpPr/>
              <p:nvPr/>
            </p:nvSpPr>
            <p:spPr>
              <a:xfrm>
                <a:off x="8311507" y="59698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5" name="Freeform 51994">
                <a:extLst>
                  <a:ext uri="{FF2B5EF4-FFF2-40B4-BE49-F238E27FC236}">
                    <a16:creationId xmlns:a16="http://schemas.microsoft.com/office/drawing/2014/main" id="{0A8FA542-9F2A-A15B-A51F-DD6A41C58F2F}"/>
                  </a:ext>
                </a:extLst>
              </p:cNvPr>
              <p:cNvSpPr/>
              <p:nvPr/>
            </p:nvSpPr>
            <p:spPr>
              <a:xfrm>
                <a:off x="8312102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6" name="Freeform 51995">
                <a:extLst>
                  <a:ext uri="{FF2B5EF4-FFF2-40B4-BE49-F238E27FC236}">
                    <a16:creationId xmlns:a16="http://schemas.microsoft.com/office/drawing/2014/main" id="{9262B572-A4E6-AA08-1C6B-FE99EFBBCC39}"/>
                  </a:ext>
                </a:extLst>
              </p:cNvPr>
              <p:cNvSpPr/>
              <p:nvPr/>
            </p:nvSpPr>
            <p:spPr>
              <a:xfrm>
                <a:off x="8312598" y="59625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7" name="Freeform 51996">
                <a:extLst>
                  <a:ext uri="{FF2B5EF4-FFF2-40B4-BE49-F238E27FC236}">
                    <a16:creationId xmlns:a16="http://schemas.microsoft.com/office/drawing/2014/main" id="{15E036C0-6EB0-E632-344E-D0E3EB2D3E39}"/>
                  </a:ext>
                </a:extLst>
              </p:cNvPr>
              <p:cNvSpPr/>
              <p:nvPr/>
            </p:nvSpPr>
            <p:spPr>
              <a:xfrm>
                <a:off x="8313095" y="57556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8" name="Freeform 51997">
                <a:extLst>
                  <a:ext uri="{FF2B5EF4-FFF2-40B4-BE49-F238E27FC236}">
                    <a16:creationId xmlns:a16="http://schemas.microsoft.com/office/drawing/2014/main" id="{47D1D670-EA86-D331-9119-74239FD72A99}"/>
                  </a:ext>
                </a:extLst>
              </p:cNvPr>
              <p:cNvSpPr/>
              <p:nvPr/>
            </p:nvSpPr>
            <p:spPr>
              <a:xfrm>
                <a:off x="8313591" y="5742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99" name="Freeform 51998">
                <a:extLst>
                  <a:ext uri="{FF2B5EF4-FFF2-40B4-BE49-F238E27FC236}">
                    <a16:creationId xmlns:a16="http://schemas.microsoft.com/office/drawing/2014/main" id="{CD0115E7-646B-FF69-C105-7329399F48A6}"/>
                  </a:ext>
                </a:extLst>
              </p:cNvPr>
              <p:cNvSpPr/>
              <p:nvPr/>
            </p:nvSpPr>
            <p:spPr>
              <a:xfrm>
                <a:off x="8314186" y="5772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0" name="Freeform 51999">
                <a:extLst>
                  <a:ext uri="{FF2B5EF4-FFF2-40B4-BE49-F238E27FC236}">
                    <a16:creationId xmlns:a16="http://schemas.microsoft.com/office/drawing/2014/main" id="{788CD6FF-C1DE-0D28-BFE4-D36B8E126A68}"/>
                  </a:ext>
                </a:extLst>
              </p:cNvPr>
              <p:cNvSpPr/>
              <p:nvPr/>
            </p:nvSpPr>
            <p:spPr>
              <a:xfrm>
                <a:off x="8314682" y="577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1" name="Freeform 52000">
                <a:extLst>
                  <a:ext uri="{FF2B5EF4-FFF2-40B4-BE49-F238E27FC236}">
                    <a16:creationId xmlns:a16="http://schemas.microsoft.com/office/drawing/2014/main" id="{FC02059A-CA8E-D6B9-FAAB-066EEF4A46DE}"/>
                  </a:ext>
                </a:extLst>
              </p:cNvPr>
              <p:cNvSpPr/>
              <p:nvPr/>
            </p:nvSpPr>
            <p:spPr>
              <a:xfrm>
                <a:off x="8315178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2" name="Freeform 52001">
                <a:extLst>
                  <a:ext uri="{FF2B5EF4-FFF2-40B4-BE49-F238E27FC236}">
                    <a16:creationId xmlns:a16="http://schemas.microsoft.com/office/drawing/2014/main" id="{ECA6731E-F7D5-5676-A69A-577C7A7E303A}"/>
                  </a:ext>
                </a:extLst>
              </p:cNvPr>
              <p:cNvSpPr/>
              <p:nvPr/>
            </p:nvSpPr>
            <p:spPr>
              <a:xfrm>
                <a:off x="8315773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3" name="Freeform 52002">
                <a:extLst>
                  <a:ext uri="{FF2B5EF4-FFF2-40B4-BE49-F238E27FC236}">
                    <a16:creationId xmlns:a16="http://schemas.microsoft.com/office/drawing/2014/main" id="{2CF1EF4C-6779-36E2-36FC-66A8D017A94A}"/>
                  </a:ext>
                </a:extLst>
              </p:cNvPr>
              <p:cNvSpPr/>
              <p:nvPr/>
            </p:nvSpPr>
            <p:spPr>
              <a:xfrm>
                <a:off x="8316270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4" name="Freeform 52003">
                <a:extLst>
                  <a:ext uri="{FF2B5EF4-FFF2-40B4-BE49-F238E27FC236}">
                    <a16:creationId xmlns:a16="http://schemas.microsoft.com/office/drawing/2014/main" id="{3648BFDB-C3B1-DFEE-29B3-CDC2E8730005}"/>
                  </a:ext>
                </a:extLst>
              </p:cNvPr>
              <p:cNvSpPr/>
              <p:nvPr/>
            </p:nvSpPr>
            <p:spPr>
              <a:xfrm>
                <a:off x="8316766" y="57356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5" name="Freeform 52004">
                <a:extLst>
                  <a:ext uri="{FF2B5EF4-FFF2-40B4-BE49-F238E27FC236}">
                    <a16:creationId xmlns:a16="http://schemas.microsoft.com/office/drawing/2014/main" id="{A20169B8-EA37-9D8A-5947-29E8254C1C52}"/>
                  </a:ext>
                </a:extLst>
              </p:cNvPr>
              <p:cNvSpPr/>
              <p:nvPr/>
            </p:nvSpPr>
            <p:spPr>
              <a:xfrm>
                <a:off x="8317361" y="5692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6" name="Freeform 52005">
                <a:extLst>
                  <a:ext uri="{FF2B5EF4-FFF2-40B4-BE49-F238E27FC236}">
                    <a16:creationId xmlns:a16="http://schemas.microsoft.com/office/drawing/2014/main" id="{BC8711A9-C5FA-3EC5-4B32-B0B9190316D3}"/>
                  </a:ext>
                </a:extLst>
              </p:cNvPr>
              <p:cNvSpPr/>
              <p:nvPr/>
            </p:nvSpPr>
            <p:spPr>
              <a:xfrm>
                <a:off x="8317857" y="56740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7" name="Freeform 52006">
                <a:extLst>
                  <a:ext uri="{FF2B5EF4-FFF2-40B4-BE49-F238E27FC236}">
                    <a16:creationId xmlns:a16="http://schemas.microsoft.com/office/drawing/2014/main" id="{D1C2FF35-3703-F7E4-3B1A-7EDE32E45EE8}"/>
                  </a:ext>
                </a:extLst>
              </p:cNvPr>
              <p:cNvSpPr/>
              <p:nvPr/>
            </p:nvSpPr>
            <p:spPr>
              <a:xfrm>
                <a:off x="8318353" y="56425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8" name="Freeform 52007">
                <a:extLst>
                  <a:ext uri="{FF2B5EF4-FFF2-40B4-BE49-F238E27FC236}">
                    <a16:creationId xmlns:a16="http://schemas.microsoft.com/office/drawing/2014/main" id="{1A8C4CF3-077A-234A-2220-D27744A77F58}"/>
                  </a:ext>
                </a:extLst>
              </p:cNvPr>
              <p:cNvSpPr/>
              <p:nvPr/>
            </p:nvSpPr>
            <p:spPr>
              <a:xfrm>
                <a:off x="8318948" y="5652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09" name="Freeform 52008">
                <a:extLst>
                  <a:ext uri="{FF2B5EF4-FFF2-40B4-BE49-F238E27FC236}">
                    <a16:creationId xmlns:a16="http://schemas.microsoft.com/office/drawing/2014/main" id="{8FBF6749-4C43-063E-A441-B0693F5D40FC}"/>
                  </a:ext>
                </a:extLst>
              </p:cNvPr>
              <p:cNvSpPr/>
              <p:nvPr/>
            </p:nvSpPr>
            <p:spPr>
              <a:xfrm>
                <a:off x="8319445" y="56801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0" name="Freeform 52009">
                <a:extLst>
                  <a:ext uri="{FF2B5EF4-FFF2-40B4-BE49-F238E27FC236}">
                    <a16:creationId xmlns:a16="http://schemas.microsoft.com/office/drawing/2014/main" id="{07DEEAEC-91DB-9B31-B1F6-D2D7FC3ECB5E}"/>
                  </a:ext>
                </a:extLst>
              </p:cNvPr>
              <p:cNvSpPr/>
              <p:nvPr/>
            </p:nvSpPr>
            <p:spPr>
              <a:xfrm>
                <a:off x="8319941" y="56491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1" name="Freeform 52010">
                <a:extLst>
                  <a:ext uri="{FF2B5EF4-FFF2-40B4-BE49-F238E27FC236}">
                    <a16:creationId xmlns:a16="http://schemas.microsoft.com/office/drawing/2014/main" id="{CFB6FA7A-E10D-B2D3-01F8-FC16F5747ACF}"/>
                  </a:ext>
                </a:extLst>
              </p:cNvPr>
              <p:cNvSpPr/>
              <p:nvPr/>
            </p:nvSpPr>
            <p:spPr>
              <a:xfrm>
                <a:off x="8320536" y="56495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2" name="Freeform 52011">
                <a:extLst>
                  <a:ext uri="{FF2B5EF4-FFF2-40B4-BE49-F238E27FC236}">
                    <a16:creationId xmlns:a16="http://schemas.microsoft.com/office/drawing/2014/main" id="{DE625612-D95D-BF29-B828-67B2F19A0C31}"/>
                  </a:ext>
                </a:extLst>
              </p:cNvPr>
              <p:cNvSpPr/>
              <p:nvPr/>
            </p:nvSpPr>
            <p:spPr>
              <a:xfrm>
                <a:off x="8321032" y="5685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3" name="Freeform 52012">
                <a:extLst>
                  <a:ext uri="{FF2B5EF4-FFF2-40B4-BE49-F238E27FC236}">
                    <a16:creationId xmlns:a16="http://schemas.microsoft.com/office/drawing/2014/main" id="{644FCFB3-2877-BACC-E299-280AA98338B7}"/>
                  </a:ext>
                </a:extLst>
              </p:cNvPr>
              <p:cNvSpPr/>
              <p:nvPr/>
            </p:nvSpPr>
            <p:spPr>
              <a:xfrm>
                <a:off x="8321528" y="58515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4" name="Freeform 52013">
                <a:extLst>
                  <a:ext uri="{FF2B5EF4-FFF2-40B4-BE49-F238E27FC236}">
                    <a16:creationId xmlns:a16="http://schemas.microsoft.com/office/drawing/2014/main" id="{52505CB1-381D-CB7E-8B6D-65C93CEA51F9}"/>
                  </a:ext>
                </a:extLst>
              </p:cNvPr>
              <p:cNvSpPr/>
              <p:nvPr/>
            </p:nvSpPr>
            <p:spPr>
              <a:xfrm>
                <a:off x="8322123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5" name="Freeform 52014">
                <a:extLst>
                  <a:ext uri="{FF2B5EF4-FFF2-40B4-BE49-F238E27FC236}">
                    <a16:creationId xmlns:a16="http://schemas.microsoft.com/office/drawing/2014/main" id="{B250761C-8D0B-87CB-F8CB-C7376465EF58}"/>
                  </a:ext>
                </a:extLst>
              </p:cNvPr>
              <p:cNvSpPr/>
              <p:nvPr/>
            </p:nvSpPr>
            <p:spPr>
              <a:xfrm>
                <a:off x="8322620" y="59144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6" name="Freeform 52015">
                <a:extLst>
                  <a:ext uri="{FF2B5EF4-FFF2-40B4-BE49-F238E27FC236}">
                    <a16:creationId xmlns:a16="http://schemas.microsoft.com/office/drawing/2014/main" id="{A5F21420-6BD1-3031-58C6-6D4C93F8D31E}"/>
                  </a:ext>
                </a:extLst>
              </p:cNvPr>
              <p:cNvSpPr/>
              <p:nvPr/>
            </p:nvSpPr>
            <p:spPr>
              <a:xfrm>
                <a:off x="8323116" y="59148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7" name="Freeform 52016">
                <a:extLst>
                  <a:ext uri="{FF2B5EF4-FFF2-40B4-BE49-F238E27FC236}">
                    <a16:creationId xmlns:a16="http://schemas.microsoft.com/office/drawing/2014/main" id="{B8AFC603-65AE-7EA8-C32A-D137CF690858}"/>
                  </a:ext>
                </a:extLst>
              </p:cNvPr>
              <p:cNvSpPr/>
              <p:nvPr/>
            </p:nvSpPr>
            <p:spPr>
              <a:xfrm>
                <a:off x="8323711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8" name="Freeform 52017">
                <a:extLst>
                  <a:ext uri="{FF2B5EF4-FFF2-40B4-BE49-F238E27FC236}">
                    <a16:creationId xmlns:a16="http://schemas.microsoft.com/office/drawing/2014/main" id="{769056EF-B0BF-DB2C-A099-6BA857DE426C}"/>
                  </a:ext>
                </a:extLst>
              </p:cNvPr>
              <p:cNvSpPr/>
              <p:nvPr/>
            </p:nvSpPr>
            <p:spPr>
              <a:xfrm>
                <a:off x="8324207" y="5909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19" name="Freeform 52018">
                <a:extLst>
                  <a:ext uri="{FF2B5EF4-FFF2-40B4-BE49-F238E27FC236}">
                    <a16:creationId xmlns:a16="http://schemas.microsoft.com/office/drawing/2014/main" id="{D2513A9C-9C4C-C3D4-C2DF-DB5D324F161D}"/>
                  </a:ext>
                </a:extLst>
              </p:cNvPr>
              <p:cNvSpPr/>
              <p:nvPr/>
            </p:nvSpPr>
            <p:spPr>
              <a:xfrm>
                <a:off x="8324703" y="59013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0" name="Freeform 52019">
                <a:extLst>
                  <a:ext uri="{FF2B5EF4-FFF2-40B4-BE49-F238E27FC236}">
                    <a16:creationId xmlns:a16="http://schemas.microsoft.com/office/drawing/2014/main" id="{34654F8C-E498-1C92-F0FE-09546A699CAB}"/>
                  </a:ext>
                </a:extLst>
              </p:cNvPr>
              <p:cNvSpPr/>
              <p:nvPr/>
            </p:nvSpPr>
            <p:spPr>
              <a:xfrm>
                <a:off x="8325199" y="58572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1" name="Freeform 52020">
                <a:extLst>
                  <a:ext uri="{FF2B5EF4-FFF2-40B4-BE49-F238E27FC236}">
                    <a16:creationId xmlns:a16="http://schemas.microsoft.com/office/drawing/2014/main" id="{9A6E59E1-7583-5DA2-2B7A-926D099D22D3}"/>
                  </a:ext>
                </a:extLst>
              </p:cNvPr>
              <p:cNvSpPr/>
              <p:nvPr/>
            </p:nvSpPr>
            <p:spPr>
              <a:xfrm>
                <a:off x="8325795" y="57340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2" name="Freeform 52021">
                <a:extLst>
                  <a:ext uri="{FF2B5EF4-FFF2-40B4-BE49-F238E27FC236}">
                    <a16:creationId xmlns:a16="http://schemas.microsoft.com/office/drawing/2014/main" id="{E5825C59-6C7F-A291-47CD-D0B331A99E31}"/>
                  </a:ext>
                </a:extLst>
              </p:cNvPr>
              <p:cNvSpPr/>
              <p:nvPr/>
            </p:nvSpPr>
            <p:spPr>
              <a:xfrm>
                <a:off x="8326291" y="5757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3" name="Freeform 52022">
                <a:extLst>
                  <a:ext uri="{FF2B5EF4-FFF2-40B4-BE49-F238E27FC236}">
                    <a16:creationId xmlns:a16="http://schemas.microsoft.com/office/drawing/2014/main" id="{2F775240-F104-BF7E-1607-84EEA6F720D8}"/>
                  </a:ext>
                </a:extLst>
              </p:cNvPr>
              <p:cNvSpPr/>
              <p:nvPr/>
            </p:nvSpPr>
            <p:spPr>
              <a:xfrm>
                <a:off x="8326787" y="5770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4" name="Freeform 52023">
                <a:extLst>
                  <a:ext uri="{FF2B5EF4-FFF2-40B4-BE49-F238E27FC236}">
                    <a16:creationId xmlns:a16="http://schemas.microsoft.com/office/drawing/2014/main" id="{CA52AD09-3BC5-8337-638A-EEA1FA55D8D3}"/>
                  </a:ext>
                </a:extLst>
              </p:cNvPr>
              <p:cNvSpPr/>
              <p:nvPr/>
            </p:nvSpPr>
            <p:spPr>
              <a:xfrm>
                <a:off x="8327382" y="5768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5" name="Freeform 52024">
                <a:extLst>
                  <a:ext uri="{FF2B5EF4-FFF2-40B4-BE49-F238E27FC236}">
                    <a16:creationId xmlns:a16="http://schemas.microsoft.com/office/drawing/2014/main" id="{4C8CF2FD-99AA-B4E6-D0BE-F41A6A6AF22A}"/>
                  </a:ext>
                </a:extLst>
              </p:cNvPr>
              <p:cNvSpPr/>
              <p:nvPr/>
            </p:nvSpPr>
            <p:spPr>
              <a:xfrm>
                <a:off x="8327878" y="5773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6" name="Freeform 52025">
                <a:extLst>
                  <a:ext uri="{FF2B5EF4-FFF2-40B4-BE49-F238E27FC236}">
                    <a16:creationId xmlns:a16="http://schemas.microsoft.com/office/drawing/2014/main" id="{458BE30F-5733-2ECA-8772-A0C13C240185}"/>
                  </a:ext>
                </a:extLst>
              </p:cNvPr>
              <p:cNvSpPr/>
              <p:nvPr/>
            </p:nvSpPr>
            <p:spPr>
              <a:xfrm>
                <a:off x="8328374" y="5760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7" name="Freeform 52026">
                <a:extLst>
                  <a:ext uri="{FF2B5EF4-FFF2-40B4-BE49-F238E27FC236}">
                    <a16:creationId xmlns:a16="http://schemas.microsoft.com/office/drawing/2014/main" id="{76375032-4F92-B2E3-2F38-55E165A53A79}"/>
                  </a:ext>
                </a:extLst>
              </p:cNvPr>
              <p:cNvSpPr/>
              <p:nvPr/>
            </p:nvSpPr>
            <p:spPr>
              <a:xfrm>
                <a:off x="8328970" y="5746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8" name="Freeform 52027">
                <a:extLst>
                  <a:ext uri="{FF2B5EF4-FFF2-40B4-BE49-F238E27FC236}">
                    <a16:creationId xmlns:a16="http://schemas.microsoft.com/office/drawing/2014/main" id="{BC9BA713-B0AA-13C5-3C09-D087DF87327E}"/>
                  </a:ext>
                </a:extLst>
              </p:cNvPr>
              <p:cNvSpPr/>
              <p:nvPr/>
            </p:nvSpPr>
            <p:spPr>
              <a:xfrm>
                <a:off x="8329466" y="5725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29" name="Freeform 52028">
                <a:extLst>
                  <a:ext uri="{FF2B5EF4-FFF2-40B4-BE49-F238E27FC236}">
                    <a16:creationId xmlns:a16="http://schemas.microsoft.com/office/drawing/2014/main" id="{ACAC6383-7C6E-3B4C-D9D6-DC4311E61CB8}"/>
                  </a:ext>
                </a:extLst>
              </p:cNvPr>
              <p:cNvSpPr/>
              <p:nvPr/>
            </p:nvSpPr>
            <p:spPr>
              <a:xfrm>
                <a:off x="8329962" y="56838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0" name="Freeform 52029">
                <a:extLst>
                  <a:ext uri="{FF2B5EF4-FFF2-40B4-BE49-F238E27FC236}">
                    <a16:creationId xmlns:a16="http://schemas.microsoft.com/office/drawing/2014/main" id="{ACEB597E-D85D-EE42-FC8A-FACA6B6A39EB}"/>
                  </a:ext>
                </a:extLst>
              </p:cNvPr>
              <p:cNvSpPr/>
              <p:nvPr/>
            </p:nvSpPr>
            <p:spPr>
              <a:xfrm>
                <a:off x="8330557" y="5652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1" name="Freeform 52030">
                <a:extLst>
                  <a:ext uri="{FF2B5EF4-FFF2-40B4-BE49-F238E27FC236}">
                    <a16:creationId xmlns:a16="http://schemas.microsoft.com/office/drawing/2014/main" id="{69826F51-AFC2-B1FC-0E1F-732A1A2116F1}"/>
                  </a:ext>
                </a:extLst>
              </p:cNvPr>
              <p:cNvSpPr/>
              <p:nvPr/>
            </p:nvSpPr>
            <p:spPr>
              <a:xfrm>
                <a:off x="8331053" y="56446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2" name="Freeform 52031">
                <a:extLst>
                  <a:ext uri="{FF2B5EF4-FFF2-40B4-BE49-F238E27FC236}">
                    <a16:creationId xmlns:a16="http://schemas.microsoft.com/office/drawing/2014/main" id="{FE616FF2-6317-6E53-FF01-901AE8FD7E17}"/>
                  </a:ext>
                </a:extLst>
              </p:cNvPr>
              <p:cNvSpPr/>
              <p:nvPr/>
            </p:nvSpPr>
            <p:spPr>
              <a:xfrm>
                <a:off x="8331549" y="56830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3" name="Freeform 52032">
                <a:extLst>
                  <a:ext uri="{FF2B5EF4-FFF2-40B4-BE49-F238E27FC236}">
                    <a16:creationId xmlns:a16="http://schemas.microsoft.com/office/drawing/2014/main" id="{B1C9E8A5-5290-C437-8A88-011F13812A10}"/>
                  </a:ext>
                </a:extLst>
              </p:cNvPr>
              <p:cNvSpPr/>
              <p:nvPr/>
            </p:nvSpPr>
            <p:spPr>
              <a:xfrm>
                <a:off x="8332145" y="57046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4" name="Freeform 52033">
                <a:extLst>
                  <a:ext uri="{FF2B5EF4-FFF2-40B4-BE49-F238E27FC236}">
                    <a16:creationId xmlns:a16="http://schemas.microsoft.com/office/drawing/2014/main" id="{32454EEC-4F9A-AEFB-390B-C5236E6C325D}"/>
                  </a:ext>
                </a:extLst>
              </p:cNvPr>
              <p:cNvSpPr/>
              <p:nvPr/>
            </p:nvSpPr>
            <p:spPr>
              <a:xfrm>
                <a:off x="8332641" y="57275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5" name="Freeform 52034">
                <a:extLst>
                  <a:ext uri="{FF2B5EF4-FFF2-40B4-BE49-F238E27FC236}">
                    <a16:creationId xmlns:a16="http://schemas.microsoft.com/office/drawing/2014/main" id="{96D682C9-6B82-3FE9-BAB3-875052D5CA08}"/>
                  </a:ext>
                </a:extLst>
              </p:cNvPr>
              <p:cNvSpPr/>
              <p:nvPr/>
            </p:nvSpPr>
            <p:spPr>
              <a:xfrm>
                <a:off x="8333137" y="57474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6" name="Freeform 52035">
                <a:extLst>
                  <a:ext uri="{FF2B5EF4-FFF2-40B4-BE49-F238E27FC236}">
                    <a16:creationId xmlns:a16="http://schemas.microsoft.com/office/drawing/2014/main" id="{BF7B1169-3801-65D3-2417-5825F63F660E}"/>
                  </a:ext>
                </a:extLst>
              </p:cNvPr>
              <p:cNvSpPr/>
              <p:nvPr/>
            </p:nvSpPr>
            <p:spPr>
              <a:xfrm>
                <a:off x="8333732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7" name="Freeform 52036">
                <a:extLst>
                  <a:ext uri="{FF2B5EF4-FFF2-40B4-BE49-F238E27FC236}">
                    <a16:creationId xmlns:a16="http://schemas.microsoft.com/office/drawing/2014/main" id="{118A75FD-027D-4423-488F-012AA92F5CB9}"/>
                  </a:ext>
                </a:extLst>
              </p:cNvPr>
              <p:cNvSpPr/>
              <p:nvPr/>
            </p:nvSpPr>
            <p:spPr>
              <a:xfrm>
                <a:off x="8334228" y="59082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8" name="Freeform 52037">
                <a:extLst>
                  <a:ext uri="{FF2B5EF4-FFF2-40B4-BE49-F238E27FC236}">
                    <a16:creationId xmlns:a16="http://schemas.microsoft.com/office/drawing/2014/main" id="{D2882C3C-15E1-8CEC-FAB6-0D624F7600F3}"/>
                  </a:ext>
                </a:extLst>
              </p:cNvPr>
              <p:cNvSpPr/>
              <p:nvPr/>
            </p:nvSpPr>
            <p:spPr>
              <a:xfrm>
                <a:off x="8334724" y="59418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39" name="Freeform 52038">
                <a:extLst>
                  <a:ext uri="{FF2B5EF4-FFF2-40B4-BE49-F238E27FC236}">
                    <a16:creationId xmlns:a16="http://schemas.microsoft.com/office/drawing/2014/main" id="{14A14982-0D0D-2A4F-304C-EB842BF7B94F}"/>
                  </a:ext>
                </a:extLst>
              </p:cNvPr>
              <p:cNvSpPr/>
              <p:nvPr/>
            </p:nvSpPr>
            <p:spPr>
              <a:xfrm>
                <a:off x="8335320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0" name="Freeform 52039">
                <a:extLst>
                  <a:ext uri="{FF2B5EF4-FFF2-40B4-BE49-F238E27FC236}">
                    <a16:creationId xmlns:a16="http://schemas.microsoft.com/office/drawing/2014/main" id="{90FF7006-7836-5D93-B8EF-5F3632049CCA}"/>
                  </a:ext>
                </a:extLst>
              </p:cNvPr>
              <p:cNvSpPr/>
              <p:nvPr/>
            </p:nvSpPr>
            <p:spPr>
              <a:xfrm>
                <a:off x="8335816" y="59393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1" name="Freeform 52040">
                <a:extLst>
                  <a:ext uri="{FF2B5EF4-FFF2-40B4-BE49-F238E27FC236}">
                    <a16:creationId xmlns:a16="http://schemas.microsoft.com/office/drawing/2014/main" id="{F7870466-F77D-F26E-EEB6-F2C9F4B35262}"/>
                  </a:ext>
                </a:extLst>
              </p:cNvPr>
              <p:cNvSpPr/>
              <p:nvPr/>
            </p:nvSpPr>
            <p:spPr>
              <a:xfrm>
                <a:off x="8336312" y="59397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2" name="Freeform 52041">
                <a:extLst>
                  <a:ext uri="{FF2B5EF4-FFF2-40B4-BE49-F238E27FC236}">
                    <a16:creationId xmlns:a16="http://schemas.microsoft.com/office/drawing/2014/main" id="{0B9064AB-F6FD-62D5-1C29-1F3843FD1256}"/>
                  </a:ext>
                </a:extLst>
              </p:cNvPr>
              <p:cNvSpPr/>
              <p:nvPr/>
            </p:nvSpPr>
            <p:spPr>
              <a:xfrm>
                <a:off x="8336907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3" name="Freeform 52042">
                <a:extLst>
                  <a:ext uri="{FF2B5EF4-FFF2-40B4-BE49-F238E27FC236}">
                    <a16:creationId xmlns:a16="http://schemas.microsoft.com/office/drawing/2014/main" id="{CD10FE7D-8FD6-F832-F226-509782C4E845}"/>
                  </a:ext>
                </a:extLst>
              </p:cNvPr>
              <p:cNvSpPr/>
              <p:nvPr/>
            </p:nvSpPr>
            <p:spPr>
              <a:xfrm>
                <a:off x="8337403" y="593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4" name="Freeform 52043">
                <a:extLst>
                  <a:ext uri="{FF2B5EF4-FFF2-40B4-BE49-F238E27FC236}">
                    <a16:creationId xmlns:a16="http://schemas.microsoft.com/office/drawing/2014/main" id="{D9D20BB4-98A4-B53C-AB72-5A3326C43FD0}"/>
                  </a:ext>
                </a:extLst>
              </p:cNvPr>
              <p:cNvSpPr/>
              <p:nvPr/>
            </p:nvSpPr>
            <p:spPr>
              <a:xfrm>
                <a:off x="8337899" y="59152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5" name="Freeform 52044">
                <a:extLst>
                  <a:ext uri="{FF2B5EF4-FFF2-40B4-BE49-F238E27FC236}">
                    <a16:creationId xmlns:a16="http://schemas.microsoft.com/office/drawing/2014/main" id="{FBE1EEC3-2ED8-B5CE-BCB9-7AE690D0585A}"/>
                  </a:ext>
                </a:extLst>
              </p:cNvPr>
              <p:cNvSpPr/>
              <p:nvPr/>
            </p:nvSpPr>
            <p:spPr>
              <a:xfrm>
                <a:off x="8338395" y="57450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6" name="Freeform 52045">
                <a:extLst>
                  <a:ext uri="{FF2B5EF4-FFF2-40B4-BE49-F238E27FC236}">
                    <a16:creationId xmlns:a16="http://schemas.microsoft.com/office/drawing/2014/main" id="{E8CF61AC-D738-D8CA-AF14-11F32F9A5D58}"/>
                  </a:ext>
                </a:extLst>
              </p:cNvPr>
              <p:cNvSpPr/>
              <p:nvPr/>
            </p:nvSpPr>
            <p:spPr>
              <a:xfrm>
                <a:off x="8338991" y="57364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7" name="Freeform 52046">
                <a:extLst>
                  <a:ext uri="{FF2B5EF4-FFF2-40B4-BE49-F238E27FC236}">
                    <a16:creationId xmlns:a16="http://schemas.microsoft.com/office/drawing/2014/main" id="{C75995E7-F0D1-A9F9-3145-DC50869B5CF4}"/>
                  </a:ext>
                </a:extLst>
              </p:cNvPr>
              <p:cNvSpPr/>
              <p:nvPr/>
            </p:nvSpPr>
            <p:spPr>
              <a:xfrm>
                <a:off x="8339487" y="5753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8" name="Freeform 52047">
                <a:extLst>
                  <a:ext uri="{FF2B5EF4-FFF2-40B4-BE49-F238E27FC236}">
                    <a16:creationId xmlns:a16="http://schemas.microsoft.com/office/drawing/2014/main" id="{AD92FD2F-EB39-3C6E-8B31-92D750AB660D}"/>
                  </a:ext>
                </a:extLst>
              </p:cNvPr>
              <p:cNvSpPr/>
              <p:nvPr/>
            </p:nvSpPr>
            <p:spPr>
              <a:xfrm>
                <a:off x="8339983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49" name="Freeform 52048">
                <a:extLst>
                  <a:ext uri="{FF2B5EF4-FFF2-40B4-BE49-F238E27FC236}">
                    <a16:creationId xmlns:a16="http://schemas.microsoft.com/office/drawing/2014/main" id="{53AA5A03-6682-5F8A-D09F-291AD60714C6}"/>
                  </a:ext>
                </a:extLst>
              </p:cNvPr>
              <p:cNvSpPr/>
              <p:nvPr/>
            </p:nvSpPr>
            <p:spPr>
              <a:xfrm>
                <a:off x="8340578" y="5756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0" name="Freeform 52049">
                <a:extLst>
                  <a:ext uri="{FF2B5EF4-FFF2-40B4-BE49-F238E27FC236}">
                    <a16:creationId xmlns:a16="http://schemas.microsoft.com/office/drawing/2014/main" id="{8E5A4701-D747-B059-F73F-504AE423A414}"/>
                  </a:ext>
                </a:extLst>
              </p:cNvPr>
              <p:cNvSpPr/>
              <p:nvPr/>
            </p:nvSpPr>
            <p:spPr>
              <a:xfrm>
                <a:off x="8341074" y="5752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1" name="Freeform 52050">
                <a:extLst>
                  <a:ext uri="{FF2B5EF4-FFF2-40B4-BE49-F238E27FC236}">
                    <a16:creationId xmlns:a16="http://schemas.microsoft.com/office/drawing/2014/main" id="{3AFA4108-08AE-154F-4136-1CAFD539CAC7}"/>
                  </a:ext>
                </a:extLst>
              </p:cNvPr>
              <p:cNvSpPr/>
              <p:nvPr/>
            </p:nvSpPr>
            <p:spPr>
              <a:xfrm>
                <a:off x="8341570" y="577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2" name="Freeform 52051">
                <a:extLst>
                  <a:ext uri="{FF2B5EF4-FFF2-40B4-BE49-F238E27FC236}">
                    <a16:creationId xmlns:a16="http://schemas.microsoft.com/office/drawing/2014/main" id="{638E71E8-7290-29C8-43D2-A09BE2BF52CD}"/>
                  </a:ext>
                </a:extLst>
              </p:cNvPr>
              <p:cNvSpPr/>
              <p:nvPr/>
            </p:nvSpPr>
            <p:spPr>
              <a:xfrm>
                <a:off x="8342166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3" name="Freeform 52052">
                <a:extLst>
                  <a:ext uri="{FF2B5EF4-FFF2-40B4-BE49-F238E27FC236}">
                    <a16:creationId xmlns:a16="http://schemas.microsoft.com/office/drawing/2014/main" id="{F32EF431-5BB8-138A-8FED-A91D87CFFAE3}"/>
                  </a:ext>
                </a:extLst>
              </p:cNvPr>
              <p:cNvSpPr/>
              <p:nvPr/>
            </p:nvSpPr>
            <p:spPr>
              <a:xfrm>
                <a:off x="8342662" y="580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4" name="Freeform 52053">
                <a:extLst>
                  <a:ext uri="{FF2B5EF4-FFF2-40B4-BE49-F238E27FC236}">
                    <a16:creationId xmlns:a16="http://schemas.microsoft.com/office/drawing/2014/main" id="{016A2E77-2509-074E-38F4-17FDEB05E62D}"/>
                  </a:ext>
                </a:extLst>
              </p:cNvPr>
              <p:cNvSpPr/>
              <p:nvPr/>
            </p:nvSpPr>
            <p:spPr>
              <a:xfrm>
                <a:off x="8343158" y="57609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5" name="Freeform 52054">
                <a:extLst>
                  <a:ext uri="{FF2B5EF4-FFF2-40B4-BE49-F238E27FC236}">
                    <a16:creationId xmlns:a16="http://schemas.microsoft.com/office/drawing/2014/main" id="{70E878BB-33F6-65BA-DEAD-495571ABF35D}"/>
                  </a:ext>
                </a:extLst>
              </p:cNvPr>
              <p:cNvSpPr/>
              <p:nvPr/>
            </p:nvSpPr>
            <p:spPr>
              <a:xfrm>
                <a:off x="8343753" y="5743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6" name="Freeform 52055">
                <a:extLst>
                  <a:ext uri="{FF2B5EF4-FFF2-40B4-BE49-F238E27FC236}">
                    <a16:creationId xmlns:a16="http://schemas.microsoft.com/office/drawing/2014/main" id="{8FE8A6A9-274D-C399-C6C4-C0EF6EC66DD9}"/>
                  </a:ext>
                </a:extLst>
              </p:cNvPr>
              <p:cNvSpPr/>
              <p:nvPr/>
            </p:nvSpPr>
            <p:spPr>
              <a:xfrm>
                <a:off x="8344249" y="5739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7" name="Freeform 52056">
                <a:extLst>
                  <a:ext uri="{FF2B5EF4-FFF2-40B4-BE49-F238E27FC236}">
                    <a16:creationId xmlns:a16="http://schemas.microsoft.com/office/drawing/2014/main" id="{4EFE2A25-3FE1-5669-A9FE-230FDD26D57A}"/>
                  </a:ext>
                </a:extLst>
              </p:cNvPr>
              <p:cNvSpPr/>
              <p:nvPr/>
            </p:nvSpPr>
            <p:spPr>
              <a:xfrm>
                <a:off x="8344745" y="57454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8" name="Freeform 52057">
                <a:extLst>
                  <a:ext uri="{FF2B5EF4-FFF2-40B4-BE49-F238E27FC236}">
                    <a16:creationId xmlns:a16="http://schemas.microsoft.com/office/drawing/2014/main" id="{D09AB5E3-BFA2-21F0-648F-BC935053136D}"/>
                  </a:ext>
                </a:extLst>
              </p:cNvPr>
              <p:cNvSpPr/>
              <p:nvPr/>
            </p:nvSpPr>
            <p:spPr>
              <a:xfrm>
                <a:off x="8345341" y="5767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59" name="Freeform 52058">
                <a:extLst>
                  <a:ext uri="{FF2B5EF4-FFF2-40B4-BE49-F238E27FC236}">
                    <a16:creationId xmlns:a16="http://schemas.microsoft.com/office/drawing/2014/main" id="{B3DFB1E4-AFBF-5641-E670-E81E6ACB2E27}"/>
                  </a:ext>
                </a:extLst>
              </p:cNvPr>
              <p:cNvSpPr/>
              <p:nvPr/>
            </p:nvSpPr>
            <p:spPr>
              <a:xfrm>
                <a:off x="8345837" y="57833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0" name="Freeform 52059">
                <a:extLst>
                  <a:ext uri="{FF2B5EF4-FFF2-40B4-BE49-F238E27FC236}">
                    <a16:creationId xmlns:a16="http://schemas.microsoft.com/office/drawing/2014/main" id="{953A7A53-18E1-95E6-6CFB-3FB8BCA03284}"/>
                  </a:ext>
                </a:extLst>
              </p:cNvPr>
              <p:cNvSpPr/>
              <p:nvPr/>
            </p:nvSpPr>
            <p:spPr>
              <a:xfrm>
                <a:off x="8346333" y="5760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1" name="Freeform 52060">
                <a:extLst>
                  <a:ext uri="{FF2B5EF4-FFF2-40B4-BE49-F238E27FC236}">
                    <a16:creationId xmlns:a16="http://schemas.microsoft.com/office/drawing/2014/main" id="{6DBDA8C8-1B6D-8499-E5D0-F4EC6F91F643}"/>
                  </a:ext>
                </a:extLst>
              </p:cNvPr>
              <p:cNvSpPr/>
              <p:nvPr/>
            </p:nvSpPr>
            <p:spPr>
              <a:xfrm>
                <a:off x="8346928" y="59295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2" name="Freeform 52061">
                <a:extLst>
                  <a:ext uri="{FF2B5EF4-FFF2-40B4-BE49-F238E27FC236}">
                    <a16:creationId xmlns:a16="http://schemas.microsoft.com/office/drawing/2014/main" id="{C1803B9D-2B5F-EE8F-0F85-EC459441D34D}"/>
                  </a:ext>
                </a:extLst>
              </p:cNvPr>
              <p:cNvSpPr/>
              <p:nvPr/>
            </p:nvSpPr>
            <p:spPr>
              <a:xfrm>
                <a:off x="8347424" y="595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3" name="Freeform 52062">
                <a:extLst>
                  <a:ext uri="{FF2B5EF4-FFF2-40B4-BE49-F238E27FC236}">
                    <a16:creationId xmlns:a16="http://schemas.microsoft.com/office/drawing/2014/main" id="{52D2976B-3900-9C9A-AC7B-E7776D083E46}"/>
                  </a:ext>
                </a:extLst>
              </p:cNvPr>
              <p:cNvSpPr/>
              <p:nvPr/>
            </p:nvSpPr>
            <p:spPr>
              <a:xfrm>
                <a:off x="8347920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4" name="Freeform 52063">
                <a:extLst>
                  <a:ext uri="{FF2B5EF4-FFF2-40B4-BE49-F238E27FC236}">
                    <a16:creationId xmlns:a16="http://schemas.microsoft.com/office/drawing/2014/main" id="{66EDB31D-1F48-43BB-1FEA-B9BBCC2E4ED8}"/>
                  </a:ext>
                </a:extLst>
              </p:cNvPr>
              <p:cNvSpPr/>
              <p:nvPr/>
            </p:nvSpPr>
            <p:spPr>
              <a:xfrm>
                <a:off x="8348516" y="59592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5" name="Freeform 52064">
                <a:extLst>
                  <a:ext uri="{FF2B5EF4-FFF2-40B4-BE49-F238E27FC236}">
                    <a16:creationId xmlns:a16="http://schemas.microsoft.com/office/drawing/2014/main" id="{0F3BE421-E4D5-E2D5-A5CF-395B8EAA59C2}"/>
                  </a:ext>
                </a:extLst>
              </p:cNvPr>
              <p:cNvSpPr/>
              <p:nvPr/>
            </p:nvSpPr>
            <p:spPr>
              <a:xfrm>
                <a:off x="8349012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6" name="Freeform 52065">
                <a:extLst>
                  <a:ext uri="{FF2B5EF4-FFF2-40B4-BE49-F238E27FC236}">
                    <a16:creationId xmlns:a16="http://schemas.microsoft.com/office/drawing/2014/main" id="{BB4456A6-ABB1-1852-A766-0315F9F7FF88}"/>
                  </a:ext>
                </a:extLst>
              </p:cNvPr>
              <p:cNvSpPr/>
              <p:nvPr/>
            </p:nvSpPr>
            <p:spPr>
              <a:xfrm>
                <a:off x="8349508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7" name="Freeform 52066">
                <a:extLst>
                  <a:ext uri="{FF2B5EF4-FFF2-40B4-BE49-F238E27FC236}">
                    <a16:creationId xmlns:a16="http://schemas.microsoft.com/office/drawing/2014/main" id="{3234FC4E-913B-3E56-34DA-A256E6D486ED}"/>
                  </a:ext>
                </a:extLst>
              </p:cNvPr>
              <p:cNvSpPr/>
              <p:nvPr/>
            </p:nvSpPr>
            <p:spPr>
              <a:xfrm>
                <a:off x="8350004" y="5965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8" name="Freeform 52067">
                <a:extLst>
                  <a:ext uri="{FF2B5EF4-FFF2-40B4-BE49-F238E27FC236}">
                    <a16:creationId xmlns:a16="http://schemas.microsoft.com/office/drawing/2014/main" id="{E86BE040-B70D-4DE7-2E44-71988342A3D6}"/>
                  </a:ext>
                </a:extLst>
              </p:cNvPr>
              <p:cNvSpPr/>
              <p:nvPr/>
            </p:nvSpPr>
            <p:spPr>
              <a:xfrm>
                <a:off x="8350599" y="59523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69" name="Freeform 52068">
                <a:extLst>
                  <a:ext uri="{FF2B5EF4-FFF2-40B4-BE49-F238E27FC236}">
                    <a16:creationId xmlns:a16="http://schemas.microsoft.com/office/drawing/2014/main" id="{C1A77246-37C6-71A6-DB0B-CE4CBDE4C7D7}"/>
                  </a:ext>
                </a:extLst>
              </p:cNvPr>
              <p:cNvSpPr/>
              <p:nvPr/>
            </p:nvSpPr>
            <p:spPr>
              <a:xfrm>
                <a:off x="8351095" y="5816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0" name="Freeform 52069">
                <a:extLst>
                  <a:ext uri="{FF2B5EF4-FFF2-40B4-BE49-F238E27FC236}">
                    <a16:creationId xmlns:a16="http://schemas.microsoft.com/office/drawing/2014/main" id="{D8614210-A095-ABEF-E3C0-CBF0721EBC92}"/>
                  </a:ext>
                </a:extLst>
              </p:cNvPr>
              <p:cNvSpPr/>
              <p:nvPr/>
            </p:nvSpPr>
            <p:spPr>
              <a:xfrm>
                <a:off x="8351591" y="58128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1" name="Freeform 52070">
                <a:extLst>
                  <a:ext uri="{FF2B5EF4-FFF2-40B4-BE49-F238E27FC236}">
                    <a16:creationId xmlns:a16="http://schemas.microsoft.com/office/drawing/2014/main" id="{EB4BDFAC-0749-0F11-C703-466DA8A00585}"/>
                  </a:ext>
                </a:extLst>
              </p:cNvPr>
              <p:cNvSpPr/>
              <p:nvPr/>
            </p:nvSpPr>
            <p:spPr>
              <a:xfrm>
                <a:off x="8352187" y="57935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2" name="Freeform 52071">
                <a:extLst>
                  <a:ext uri="{FF2B5EF4-FFF2-40B4-BE49-F238E27FC236}">
                    <a16:creationId xmlns:a16="http://schemas.microsoft.com/office/drawing/2014/main" id="{EDD3A736-A4B7-EDD3-7E44-8CDF55E34872}"/>
                  </a:ext>
                </a:extLst>
              </p:cNvPr>
              <p:cNvSpPr/>
              <p:nvPr/>
            </p:nvSpPr>
            <p:spPr>
              <a:xfrm>
                <a:off x="8352683" y="579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3" name="Freeform 52072">
                <a:extLst>
                  <a:ext uri="{FF2B5EF4-FFF2-40B4-BE49-F238E27FC236}">
                    <a16:creationId xmlns:a16="http://schemas.microsoft.com/office/drawing/2014/main" id="{58EB3F53-A269-2220-4399-52980D3D5C95}"/>
                  </a:ext>
                </a:extLst>
              </p:cNvPr>
              <p:cNvSpPr/>
              <p:nvPr/>
            </p:nvSpPr>
            <p:spPr>
              <a:xfrm>
                <a:off x="8353179" y="58038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4" name="Freeform 52073">
                <a:extLst>
                  <a:ext uri="{FF2B5EF4-FFF2-40B4-BE49-F238E27FC236}">
                    <a16:creationId xmlns:a16="http://schemas.microsoft.com/office/drawing/2014/main" id="{327D81EB-ECDC-9B69-0B67-A7D2318D7040}"/>
                  </a:ext>
                </a:extLst>
              </p:cNvPr>
              <p:cNvSpPr/>
              <p:nvPr/>
            </p:nvSpPr>
            <p:spPr>
              <a:xfrm>
                <a:off x="8353774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5" name="Freeform 52074">
                <a:extLst>
                  <a:ext uri="{FF2B5EF4-FFF2-40B4-BE49-F238E27FC236}">
                    <a16:creationId xmlns:a16="http://schemas.microsoft.com/office/drawing/2014/main" id="{5005BCF3-D7D8-858A-9731-EB4D89D8268A}"/>
                  </a:ext>
                </a:extLst>
              </p:cNvPr>
              <p:cNvSpPr/>
              <p:nvPr/>
            </p:nvSpPr>
            <p:spPr>
              <a:xfrm>
                <a:off x="8354270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6" name="Freeform 52075">
                <a:extLst>
                  <a:ext uri="{FF2B5EF4-FFF2-40B4-BE49-F238E27FC236}">
                    <a16:creationId xmlns:a16="http://schemas.microsoft.com/office/drawing/2014/main" id="{586C746B-711B-CEBC-3CFE-1EE5DE66EFC1}"/>
                  </a:ext>
                </a:extLst>
              </p:cNvPr>
              <p:cNvSpPr/>
              <p:nvPr/>
            </p:nvSpPr>
            <p:spPr>
              <a:xfrm>
                <a:off x="8354766" y="5819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7" name="Freeform 52076">
                <a:extLst>
                  <a:ext uri="{FF2B5EF4-FFF2-40B4-BE49-F238E27FC236}">
                    <a16:creationId xmlns:a16="http://schemas.microsoft.com/office/drawing/2014/main" id="{1FBC2F12-978B-4DF2-C77E-F2B5432F761E}"/>
                  </a:ext>
                </a:extLst>
              </p:cNvPr>
              <p:cNvSpPr/>
              <p:nvPr/>
            </p:nvSpPr>
            <p:spPr>
              <a:xfrm>
                <a:off x="8355362" y="57968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8" name="Freeform 52077">
                <a:extLst>
                  <a:ext uri="{FF2B5EF4-FFF2-40B4-BE49-F238E27FC236}">
                    <a16:creationId xmlns:a16="http://schemas.microsoft.com/office/drawing/2014/main" id="{D6D49F1D-C8FE-76E5-8FB7-62A66C367366}"/>
                  </a:ext>
                </a:extLst>
              </p:cNvPr>
              <p:cNvSpPr/>
              <p:nvPr/>
            </p:nvSpPr>
            <p:spPr>
              <a:xfrm>
                <a:off x="8355858" y="574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79" name="Freeform 52078">
                <a:extLst>
                  <a:ext uri="{FF2B5EF4-FFF2-40B4-BE49-F238E27FC236}">
                    <a16:creationId xmlns:a16="http://schemas.microsoft.com/office/drawing/2014/main" id="{D3554BB6-6933-6C40-7FB1-C911717619B2}"/>
                  </a:ext>
                </a:extLst>
              </p:cNvPr>
              <p:cNvSpPr/>
              <p:nvPr/>
            </p:nvSpPr>
            <p:spPr>
              <a:xfrm>
                <a:off x="8356354" y="5712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0" name="Freeform 52079">
                <a:extLst>
                  <a:ext uri="{FF2B5EF4-FFF2-40B4-BE49-F238E27FC236}">
                    <a16:creationId xmlns:a16="http://schemas.microsoft.com/office/drawing/2014/main" id="{1210AE3D-D158-B8D3-1B04-1E7F90F6771C}"/>
                  </a:ext>
                </a:extLst>
              </p:cNvPr>
              <p:cNvSpPr/>
              <p:nvPr/>
            </p:nvSpPr>
            <p:spPr>
              <a:xfrm>
                <a:off x="8356949" y="5691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1" name="Freeform 52080">
                <a:extLst>
                  <a:ext uri="{FF2B5EF4-FFF2-40B4-BE49-F238E27FC236}">
                    <a16:creationId xmlns:a16="http://schemas.microsoft.com/office/drawing/2014/main" id="{C4DF0CA2-2A01-D1C4-EB85-CA77AF0F3B92}"/>
                  </a:ext>
                </a:extLst>
              </p:cNvPr>
              <p:cNvSpPr/>
              <p:nvPr/>
            </p:nvSpPr>
            <p:spPr>
              <a:xfrm>
                <a:off x="8357445" y="5707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2" name="Freeform 52081">
                <a:extLst>
                  <a:ext uri="{FF2B5EF4-FFF2-40B4-BE49-F238E27FC236}">
                    <a16:creationId xmlns:a16="http://schemas.microsoft.com/office/drawing/2014/main" id="{97BB3EAD-FCD9-49B1-4C4A-BA9C3480BCEC}"/>
                  </a:ext>
                </a:extLst>
              </p:cNvPr>
              <p:cNvSpPr/>
              <p:nvPr/>
            </p:nvSpPr>
            <p:spPr>
              <a:xfrm>
                <a:off x="8357941" y="5727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3" name="Freeform 52082">
                <a:extLst>
                  <a:ext uri="{FF2B5EF4-FFF2-40B4-BE49-F238E27FC236}">
                    <a16:creationId xmlns:a16="http://schemas.microsoft.com/office/drawing/2014/main" id="{243AA9D1-F3FC-FF47-AE50-CCE8E298D527}"/>
                  </a:ext>
                </a:extLst>
              </p:cNvPr>
              <p:cNvSpPr/>
              <p:nvPr/>
            </p:nvSpPr>
            <p:spPr>
              <a:xfrm>
                <a:off x="8358537" y="57389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4" name="Freeform 52083">
                <a:extLst>
                  <a:ext uri="{FF2B5EF4-FFF2-40B4-BE49-F238E27FC236}">
                    <a16:creationId xmlns:a16="http://schemas.microsoft.com/office/drawing/2014/main" id="{7D73537B-F116-8E96-0E71-03EC11708FB2}"/>
                  </a:ext>
                </a:extLst>
              </p:cNvPr>
              <p:cNvSpPr/>
              <p:nvPr/>
            </p:nvSpPr>
            <p:spPr>
              <a:xfrm>
                <a:off x="8359033" y="577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5" name="Freeform 52084">
                <a:extLst>
                  <a:ext uri="{FF2B5EF4-FFF2-40B4-BE49-F238E27FC236}">
                    <a16:creationId xmlns:a16="http://schemas.microsoft.com/office/drawing/2014/main" id="{8B88456F-D492-A0A6-4152-DF6C72D394FC}"/>
                  </a:ext>
                </a:extLst>
              </p:cNvPr>
              <p:cNvSpPr/>
              <p:nvPr/>
            </p:nvSpPr>
            <p:spPr>
              <a:xfrm>
                <a:off x="8359529" y="59519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6" name="Freeform 52085">
                <a:extLst>
                  <a:ext uri="{FF2B5EF4-FFF2-40B4-BE49-F238E27FC236}">
                    <a16:creationId xmlns:a16="http://schemas.microsoft.com/office/drawing/2014/main" id="{99A2E072-5AFD-D04E-097F-7E4711FD3EF5}"/>
                  </a:ext>
                </a:extLst>
              </p:cNvPr>
              <p:cNvSpPr/>
              <p:nvPr/>
            </p:nvSpPr>
            <p:spPr>
              <a:xfrm>
                <a:off x="8360124" y="5971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7" name="Freeform 52086">
                <a:extLst>
                  <a:ext uri="{FF2B5EF4-FFF2-40B4-BE49-F238E27FC236}">
                    <a16:creationId xmlns:a16="http://schemas.microsoft.com/office/drawing/2014/main" id="{0D1D7C42-E20E-D0A8-E8D0-3C444B93D92D}"/>
                  </a:ext>
                </a:extLst>
              </p:cNvPr>
              <p:cNvSpPr/>
              <p:nvPr/>
            </p:nvSpPr>
            <p:spPr>
              <a:xfrm>
                <a:off x="8360620" y="59694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8" name="Freeform 52087">
                <a:extLst>
                  <a:ext uri="{FF2B5EF4-FFF2-40B4-BE49-F238E27FC236}">
                    <a16:creationId xmlns:a16="http://schemas.microsoft.com/office/drawing/2014/main" id="{73136156-5286-9154-BD67-E5CE774DD445}"/>
                  </a:ext>
                </a:extLst>
              </p:cNvPr>
              <p:cNvSpPr/>
              <p:nvPr/>
            </p:nvSpPr>
            <p:spPr>
              <a:xfrm>
                <a:off x="8361116" y="59666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89" name="Freeform 52088">
                <a:extLst>
                  <a:ext uri="{FF2B5EF4-FFF2-40B4-BE49-F238E27FC236}">
                    <a16:creationId xmlns:a16="http://schemas.microsoft.com/office/drawing/2014/main" id="{6C31C15B-0940-5102-AE00-94DEAE57C548}"/>
                  </a:ext>
                </a:extLst>
              </p:cNvPr>
              <p:cNvSpPr/>
              <p:nvPr/>
            </p:nvSpPr>
            <p:spPr>
              <a:xfrm>
                <a:off x="8361613" y="5963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0" name="Freeform 52089">
                <a:extLst>
                  <a:ext uri="{FF2B5EF4-FFF2-40B4-BE49-F238E27FC236}">
                    <a16:creationId xmlns:a16="http://schemas.microsoft.com/office/drawing/2014/main" id="{16579033-6F96-4AE0-2F5A-C473A13FB82F}"/>
                  </a:ext>
                </a:extLst>
              </p:cNvPr>
              <p:cNvSpPr/>
              <p:nvPr/>
            </p:nvSpPr>
            <p:spPr>
              <a:xfrm>
                <a:off x="8362208" y="59654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1" name="Freeform 52090">
                <a:extLst>
                  <a:ext uri="{FF2B5EF4-FFF2-40B4-BE49-F238E27FC236}">
                    <a16:creationId xmlns:a16="http://schemas.microsoft.com/office/drawing/2014/main" id="{D7C0EC8D-0175-3273-F706-A31A79B4A799}"/>
                  </a:ext>
                </a:extLst>
              </p:cNvPr>
              <p:cNvSpPr/>
              <p:nvPr/>
            </p:nvSpPr>
            <p:spPr>
              <a:xfrm>
                <a:off x="8362704" y="59675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2" name="Freeform 52091">
                <a:extLst>
                  <a:ext uri="{FF2B5EF4-FFF2-40B4-BE49-F238E27FC236}">
                    <a16:creationId xmlns:a16="http://schemas.microsoft.com/office/drawing/2014/main" id="{56246C35-DB71-53AD-AB2D-CA7D58E3DB19}"/>
                  </a:ext>
                </a:extLst>
              </p:cNvPr>
              <p:cNvSpPr/>
              <p:nvPr/>
            </p:nvSpPr>
            <p:spPr>
              <a:xfrm>
                <a:off x="8363200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3" name="Freeform 52092">
                <a:extLst>
                  <a:ext uri="{FF2B5EF4-FFF2-40B4-BE49-F238E27FC236}">
                    <a16:creationId xmlns:a16="http://schemas.microsoft.com/office/drawing/2014/main" id="{93A63C99-7F6E-9068-B992-D7BEDFD70EAA}"/>
                  </a:ext>
                </a:extLst>
              </p:cNvPr>
              <p:cNvSpPr/>
              <p:nvPr/>
            </p:nvSpPr>
            <p:spPr>
              <a:xfrm>
                <a:off x="8363795" y="5811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4" name="Freeform 52093">
                <a:extLst>
                  <a:ext uri="{FF2B5EF4-FFF2-40B4-BE49-F238E27FC236}">
                    <a16:creationId xmlns:a16="http://schemas.microsoft.com/office/drawing/2014/main" id="{F8BA6E02-9E3F-A6A1-18A2-289D5074470E}"/>
                  </a:ext>
                </a:extLst>
              </p:cNvPr>
              <p:cNvSpPr/>
              <p:nvPr/>
            </p:nvSpPr>
            <p:spPr>
              <a:xfrm>
                <a:off x="8364291" y="5795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5" name="Freeform 52094">
                <a:extLst>
                  <a:ext uri="{FF2B5EF4-FFF2-40B4-BE49-F238E27FC236}">
                    <a16:creationId xmlns:a16="http://schemas.microsoft.com/office/drawing/2014/main" id="{166532F9-7A7B-EAA8-73F1-C6CFB525B6D1}"/>
                  </a:ext>
                </a:extLst>
              </p:cNvPr>
              <p:cNvSpPr/>
              <p:nvPr/>
            </p:nvSpPr>
            <p:spPr>
              <a:xfrm>
                <a:off x="8364788" y="58205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6" name="Freeform 52095">
                <a:extLst>
                  <a:ext uri="{FF2B5EF4-FFF2-40B4-BE49-F238E27FC236}">
                    <a16:creationId xmlns:a16="http://schemas.microsoft.com/office/drawing/2014/main" id="{6BAA2130-6E07-764F-B648-A545D0605324}"/>
                  </a:ext>
                </a:extLst>
              </p:cNvPr>
              <p:cNvSpPr/>
              <p:nvPr/>
            </p:nvSpPr>
            <p:spPr>
              <a:xfrm>
                <a:off x="8365383" y="5815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7" name="Freeform 52096">
                <a:extLst>
                  <a:ext uri="{FF2B5EF4-FFF2-40B4-BE49-F238E27FC236}">
                    <a16:creationId xmlns:a16="http://schemas.microsoft.com/office/drawing/2014/main" id="{4E930FBD-79A1-9E48-D11F-D03A9AF846D7}"/>
                  </a:ext>
                </a:extLst>
              </p:cNvPr>
              <p:cNvSpPr/>
              <p:nvPr/>
            </p:nvSpPr>
            <p:spPr>
              <a:xfrm>
                <a:off x="8365879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8" name="Freeform 52097">
                <a:extLst>
                  <a:ext uri="{FF2B5EF4-FFF2-40B4-BE49-F238E27FC236}">
                    <a16:creationId xmlns:a16="http://schemas.microsoft.com/office/drawing/2014/main" id="{269AF081-15F0-438D-DAA9-0467E0256887}"/>
                  </a:ext>
                </a:extLst>
              </p:cNvPr>
              <p:cNvSpPr/>
              <p:nvPr/>
            </p:nvSpPr>
            <p:spPr>
              <a:xfrm>
                <a:off x="8366375" y="58246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99" name="Freeform 52098">
                <a:extLst>
                  <a:ext uri="{FF2B5EF4-FFF2-40B4-BE49-F238E27FC236}">
                    <a16:creationId xmlns:a16="http://schemas.microsoft.com/office/drawing/2014/main" id="{7282A82A-0DD3-CDB4-7468-0402F1659AED}"/>
                  </a:ext>
                </a:extLst>
              </p:cNvPr>
              <p:cNvSpPr/>
              <p:nvPr/>
            </p:nvSpPr>
            <p:spPr>
              <a:xfrm>
                <a:off x="8366970" y="57981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0" name="Freeform 52099">
                <a:extLst>
                  <a:ext uri="{FF2B5EF4-FFF2-40B4-BE49-F238E27FC236}">
                    <a16:creationId xmlns:a16="http://schemas.microsoft.com/office/drawing/2014/main" id="{027FAF9B-6F88-0DBB-2BC7-CECCBC2C31A9}"/>
                  </a:ext>
                </a:extLst>
              </p:cNvPr>
              <p:cNvSpPr/>
              <p:nvPr/>
            </p:nvSpPr>
            <p:spPr>
              <a:xfrm>
                <a:off x="8367466" y="57752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1" name="Freeform 52100">
                <a:extLst>
                  <a:ext uri="{FF2B5EF4-FFF2-40B4-BE49-F238E27FC236}">
                    <a16:creationId xmlns:a16="http://schemas.microsoft.com/office/drawing/2014/main" id="{2F2A00C5-B298-1346-F254-1AB9DE6427B5}"/>
                  </a:ext>
                </a:extLst>
              </p:cNvPr>
              <p:cNvSpPr/>
              <p:nvPr/>
            </p:nvSpPr>
            <p:spPr>
              <a:xfrm>
                <a:off x="8367963" y="5757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2" name="Freeform 52101">
                <a:extLst>
                  <a:ext uri="{FF2B5EF4-FFF2-40B4-BE49-F238E27FC236}">
                    <a16:creationId xmlns:a16="http://schemas.microsoft.com/office/drawing/2014/main" id="{122F8505-3EDC-768C-D0A5-0D8BF031C39D}"/>
                  </a:ext>
                </a:extLst>
              </p:cNvPr>
              <p:cNvSpPr/>
              <p:nvPr/>
            </p:nvSpPr>
            <p:spPr>
              <a:xfrm>
                <a:off x="8368558" y="572422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3" name="Freeform 52102">
                <a:extLst>
                  <a:ext uri="{FF2B5EF4-FFF2-40B4-BE49-F238E27FC236}">
                    <a16:creationId xmlns:a16="http://schemas.microsoft.com/office/drawing/2014/main" id="{E94506C8-26EA-B321-DE8B-0CCF150FF847}"/>
                  </a:ext>
                </a:extLst>
              </p:cNvPr>
              <p:cNvSpPr/>
              <p:nvPr/>
            </p:nvSpPr>
            <p:spPr>
              <a:xfrm>
                <a:off x="8369054" y="5703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4" name="Freeform 52103">
                <a:extLst>
                  <a:ext uri="{FF2B5EF4-FFF2-40B4-BE49-F238E27FC236}">
                    <a16:creationId xmlns:a16="http://schemas.microsoft.com/office/drawing/2014/main" id="{B9FDB1F6-7DCB-6DF5-5090-A74F574FBC3C}"/>
                  </a:ext>
                </a:extLst>
              </p:cNvPr>
              <p:cNvSpPr/>
              <p:nvPr/>
            </p:nvSpPr>
            <p:spPr>
              <a:xfrm>
                <a:off x="8369550" y="56931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5" name="Freeform 52104">
                <a:extLst>
                  <a:ext uri="{FF2B5EF4-FFF2-40B4-BE49-F238E27FC236}">
                    <a16:creationId xmlns:a16="http://schemas.microsoft.com/office/drawing/2014/main" id="{D96E4EB2-7BFE-D250-DE3C-BB5F3D216B97}"/>
                  </a:ext>
                </a:extLst>
              </p:cNvPr>
              <p:cNvSpPr/>
              <p:nvPr/>
            </p:nvSpPr>
            <p:spPr>
              <a:xfrm>
                <a:off x="8370145" y="56732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6" name="Freeform 52105">
                <a:extLst>
                  <a:ext uri="{FF2B5EF4-FFF2-40B4-BE49-F238E27FC236}">
                    <a16:creationId xmlns:a16="http://schemas.microsoft.com/office/drawing/2014/main" id="{83FF50BD-2233-0FAD-D132-9707FE21EDC9}"/>
                  </a:ext>
                </a:extLst>
              </p:cNvPr>
              <p:cNvSpPr/>
              <p:nvPr/>
            </p:nvSpPr>
            <p:spPr>
              <a:xfrm>
                <a:off x="8370641" y="569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7" name="Freeform 52106">
                <a:extLst>
                  <a:ext uri="{FF2B5EF4-FFF2-40B4-BE49-F238E27FC236}">
                    <a16:creationId xmlns:a16="http://schemas.microsoft.com/office/drawing/2014/main" id="{3C924ACC-3595-497E-9DA2-0D2CF0A343D5}"/>
                  </a:ext>
                </a:extLst>
              </p:cNvPr>
              <p:cNvSpPr/>
              <p:nvPr/>
            </p:nvSpPr>
            <p:spPr>
              <a:xfrm>
                <a:off x="8371138" y="57429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8" name="Freeform 52107">
                <a:extLst>
                  <a:ext uri="{FF2B5EF4-FFF2-40B4-BE49-F238E27FC236}">
                    <a16:creationId xmlns:a16="http://schemas.microsoft.com/office/drawing/2014/main" id="{A4493409-ED81-EB8C-84E2-35BDAB84FD8B}"/>
                  </a:ext>
                </a:extLst>
              </p:cNvPr>
              <p:cNvSpPr/>
              <p:nvPr/>
            </p:nvSpPr>
            <p:spPr>
              <a:xfrm>
                <a:off x="8371733" y="58707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09" name="Freeform 52108">
                <a:extLst>
                  <a:ext uri="{FF2B5EF4-FFF2-40B4-BE49-F238E27FC236}">
                    <a16:creationId xmlns:a16="http://schemas.microsoft.com/office/drawing/2014/main" id="{BFA01926-EBE4-16F9-9BE6-0D807E714929}"/>
                  </a:ext>
                </a:extLst>
              </p:cNvPr>
              <p:cNvSpPr/>
              <p:nvPr/>
            </p:nvSpPr>
            <p:spPr>
              <a:xfrm>
                <a:off x="8372229" y="59727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0" name="Freeform 52109">
                <a:extLst>
                  <a:ext uri="{FF2B5EF4-FFF2-40B4-BE49-F238E27FC236}">
                    <a16:creationId xmlns:a16="http://schemas.microsoft.com/office/drawing/2014/main" id="{8B928358-2D6F-49C1-0FAB-FC9B68DE5B9B}"/>
                  </a:ext>
                </a:extLst>
              </p:cNvPr>
              <p:cNvSpPr/>
              <p:nvPr/>
            </p:nvSpPr>
            <p:spPr>
              <a:xfrm>
                <a:off x="8372725" y="59878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1" name="Freeform 52110">
                <a:extLst>
                  <a:ext uri="{FF2B5EF4-FFF2-40B4-BE49-F238E27FC236}">
                    <a16:creationId xmlns:a16="http://schemas.microsoft.com/office/drawing/2014/main" id="{9911D9C9-4E87-7E3E-9060-911690FDA217}"/>
                  </a:ext>
                </a:extLst>
              </p:cNvPr>
              <p:cNvSpPr/>
              <p:nvPr/>
            </p:nvSpPr>
            <p:spPr>
              <a:xfrm>
                <a:off x="8373320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2" name="Freeform 52111">
                <a:extLst>
                  <a:ext uri="{FF2B5EF4-FFF2-40B4-BE49-F238E27FC236}">
                    <a16:creationId xmlns:a16="http://schemas.microsoft.com/office/drawing/2014/main" id="{A7AF5AFF-6E49-667E-09C9-C3211496CF74}"/>
                  </a:ext>
                </a:extLst>
              </p:cNvPr>
              <p:cNvSpPr/>
              <p:nvPr/>
            </p:nvSpPr>
            <p:spPr>
              <a:xfrm>
                <a:off x="8373816" y="5993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3" name="Freeform 52112">
                <a:extLst>
                  <a:ext uri="{FF2B5EF4-FFF2-40B4-BE49-F238E27FC236}">
                    <a16:creationId xmlns:a16="http://schemas.microsoft.com/office/drawing/2014/main" id="{19BE6715-31FD-F7E6-CF34-3C282065678B}"/>
                  </a:ext>
                </a:extLst>
              </p:cNvPr>
              <p:cNvSpPr/>
              <p:nvPr/>
            </p:nvSpPr>
            <p:spPr>
              <a:xfrm>
                <a:off x="8374313" y="59936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4" name="Freeform 52113">
                <a:extLst>
                  <a:ext uri="{FF2B5EF4-FFF2-40B4-BE49-F238E27FC236}">
                    <a16:creationId xmlns:a16="http://schemas.microsoft.com/office/drawing/2014/main" id="{07934AC5-5896-F4F7-4BAC-0B105BFCA7DB}"/>
                  </a:ext>
                </a:extLst>
              </p:cNvPr>
              <p:cNvSpPr/>
              <p:nvPr/>
            </p:nvSpPr>
            <p:spPr>
              <a:xfrm>
                <a:off x="8374809" y="59932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5" name="Freeform 52114">
                <a:extLst>
                  <a:ext uri="{FF2B5EF4-FFF2-40B4-BE49-F238E27FC236}">
                    <a16:creationId xmlns:a16="http://schemas.microsoft.com/office/drawing/2014/main" id="{DECF8C25-D270-7B9E-9F6C-8EBDB283F502}"/>
                  </a:ext>
                </a:extLst>
              </p:cNvPr>
              <p:cNvSpPr/>
              <p:nvPr/>
            </p:nvSpPr>
            <p:spPr>
              <a:xfrm>
                <a:off x="8375404" y="59940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6" name="Freeform 52115">
                <a:extLst>
                  <a:ext uri="{FF2B5EF4-FFF2-40B4-BE49-F238E27FC236}">
                    <a16:creationId xmlns:a16="http://schemas.microsoft.com/office/drawing/2014/main" id="{28B7A574-5A89-2B04-6EA5-40267AF6F4BD}"/>
                  </a:ext>
                </a:extLst>
              </p:cNvPr>
              <p:cNvSpPr/>
              <p:nvPr/>
            </p:nvSpPr>
            <p:spPr>
              <a:xfrm>
                <a:off x="8375900" y="598953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7" name="Freeform 52116">
                <a:extLst>
                  <a:ext uri="{FF2B5EF4-FFF2-40B4-BE49-F238E27FC236}">
                    <a16:creationId xmlns:a16="http://schemas.microsoft.com/office/drawing/2014/main" id="{3214C0E3-2915-908F-AFDF-321709352358}"/>
                  </a:ext>
                </a:extLst>
              </p:cNvPr>
              <p:cNvSpPr/>
              <p:nvPr/>
            </p:nvSpPr>
            <p:spPr>
              <a:xfrm>
                <a:off x="8376396" y="58584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8" name="Freeform 52117">
                <a:extLst>
                  <a:ext uri="{FF2B5EF4-FFF2-40B4-BE49-F238E27FC236}">
                    <a16:creationId xmlns:a16="http://schemas.microsoft.com/office/drawing/2014/main" id="{3882D6BC-5E63-0FB7-9A71-F5873C0F8B61}"/>
                  </a:ext>
                </a:extLst>
              </p:cNvPr>
              <p:cNvSpPr/>
              <p:nvPr/>
            </p:nvSpPr>
            <p:spPr>
              <a:xfrm>
                <a:off x="8376991" y="5831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19" name="Freeform 52118">
                <a:extLst>
                  <a:ext uri="{FF2B5EF4-FFF2-40B4-BE49-F238E27FC236}">
                    <a16:creationId xmlns:a16="http://schemas.microsoft.com/office/drawing/2014/main" id="{A173DFF7-CBB7-AC96-EE96-E1381FC2183E}"/>
                  </a:ext>
                </a:extLst>
              </p:cNvPr>
              <p:cNvSpPr/>
              <p:nvPr/>
            </p:nvSpPr>
            <p:spPr>
              <a:xfrm>
                <a:off x="8377488" y="58421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0" name="Freeform 52119">
                <a:extLst>
                  <a:ext uri="{FF2B5EF4-FFF2-40B4-BE49-F238E27FC236}">
                    <a16:creationId xmlns:a16="http://schemas.microsoft.com/office/drawing/2014/main" id="{B425F901-0253-86EA-3A4D-3119E03E31EF}"/>
                  </a:ext>
                </a:extLst>
              </p:cNvPr>
              <p:cNvSpPr/>
              <p:nvPr/>
            </p:nvSpPr>
            <p:spPr>
              <a:xfrm>
                <a:off x="8377984" y="58414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1" name="Freeform 52120">
                <a:extLst>
                  <a:ext uri="{FF2B5EF4-FFF2-40B4-BE49-F238E27FC236}">
                    <a16:creationId xmlns:a16="http://schemas.microsoft.com/office/drawing/2014/main" id="{7EA1A178-6AFB-2E9A-73AB-D50E4280E44B}"/>
                  </a:ext>
                </a:extLst>
              </p:cNvPr>
              <p:cNvSpPr/>
              <p:nvPr/>
            </p:nvSpPr>
            <p:spPr>
              <a:xfrm>
                <a:off x="8378579" y="58303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2" name="Freeform 52121">
                <a:extLst>
                  <a:ext uri="{FF2B5EF4-FFF2-40B4-BE49-F238E27FC236}">
                    <a16:creationId xmlns:a16="http://schemas.microsoft.com/office/drawing/2014/main" id="{AF0F3F38-0B02-561B-2A3F-97D55CF6B853}"/>
                  </a:ext>
                </a:extLst>
              </p:cNvPr>
              <p:cNvSpPr/>
              <p:nvPr/>
            </p:nvSpPr>
            <p:spPr>
              <a:xfrm>
                <a:off x="8379075" y="5829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3" name="Freeform 52122">
                <a:extLst>
                  <a:ext uri="{FF2B5EF4-FFF2-40B4-BE49-F238E27FC236}">
                    <a16:creationId xmlns:a16="http://schemas.microsoft.com/office/drawing/2014/main" id="{7F08C681-696E-E1C6-FE7F-F1FCAF6703EE}"/>
                  </a:ext>
                </a:extLst>
              </p:cNvPr>
              <p:cNvSpPr/>
              <p:nvPr/>
            </p:nvSpPr>
            <p:spPr>
              <a:xfrm>
                <a:off x="8379571" y="58287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4" name="Freeform 52123">
                <a:extLst>
                  <a:ext uri="{FF2B5EF4-FFF2-40B4-BE49-F238E27FC236}">
                    <a16:creationId xmlns:a16="http://schemas.microsoft.com/office/drawing/2014/main" id="{FF0B75F8-0238-A651-E5B4-1F5697C37445}"/>
                  </a:ext>
                </a:extLst>
              </p:cNvPr>
              <p:cNvSpPr/>
              <p:nvPr/>
            </p:nvSpPr>
            <p:spPr>
              <a:xfrm>
                <a:off x="8380166" y="5823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5" name="Freeform 52124">
                <a:extLst>
                  <a:ext uri="{FF2B5EF4-FFF2-40B4-BE49-F238E27FC236}">
                    <a16:creationId xmlns:a16="http://schemas.microsoft.com/office/drawing/2014/main" id="{858BA0D9-F33F-F6E1-CF4E-2435E0B0B835}"/>
                  </a:ext>
                </a:extLst>
              </p:cNvPr>
              <p:cNvSpPr/>
              <p:nvPr/>
            </p:nvSpPr>
            <p:spPr>
              <a:xfrm>
                <a:off x="8380663" y="58107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6" name="Freeform 52125">
                <a:extLst>
                  <a:ext uri="{FF2B5EF4-FFF2-40B4-BE49-F238E27FC236}">
                    <a16:creationId xmlns:a16="http://schemas.microsoft.com/office/drawing/2014/main" id="{F432F986-7F39-4EFA-78A6-ECE1BFFE498F}"/>
                  </a:ext>
                </a:extLst>
              </p:cNvPr>
              <p:cNvSpPr/>
              <p:nvPr/>
            </p:nvSpPr>
            <p:spPr>
              <a:xfrm>
                <a:off x="8381159" y="57923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7" name="Freeform 52126">
                <a:extLst>
                  <a:ext uri="{FF2B5EF4-FFF2-40B4-BE49-F238E27FC236}">
                    <a16:creationId xmlns:a16="http://schemas.microsoft.com/office/drawing/2014/main" id="{9EE3416A-E718-1BB2-6F92-0730E9CF4465}"/>
                  </a:ext>
                </a:extLst>
              </p:cNvPr>
              <p:cNvSpPr/>
              <p:nvPr/>
            </p:nvSpPr>
            <p:spPr>
              <a:xfrm>
                <a:off x="8381754" y="5784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8" name="Freeform 52127">
                <a:extLst>
                  <a:ext uri="{FF2B5EF4-FFF2-40B4-BE49-F238E27FC236}">
                    <a16:creationId xmlns:a16="http://schemas.microsoft.com/office/drawing/2014/main" id="{8198700B-1299-C250-0820-DEC07161A659}"/>
                  </a:ext>
                </a:extLst>
              </p:cNvPr>
              <p:cNvSpPr/>
              <p:nvPr/>
            </p:nvSpPr>
            <p:spPr>
              <a:xfrm>
                <a:off x="8382250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29" name="Freeform 52128">
                <a:extLst>
                  <a:ext uri="{FF2B5EF4-FFF2-40B4-BE49-F238E27FC236}">
                    <a16:creationId xmlns:a16="http://schemas.microsoft.com/office/drawing/2014/main" id="{7D075F96-F1EA-F6F3-3B59-263DA9CDE47E}"/>
                  </a:ext>
                </a:extLst>
              </p:cNvPr>
              <p:cNvSpPr/>
              <p:nvPr/>
            </p:nvSpPr>
            <p:spPr>
              <a:xfrm>
                <a:off x="8382746" y="5786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0" name="Freeform 52129">
                <a:extLst>
                  <a:ext uri="{FF2B5EF4-FFF2-40B4-BE49-F238E27FC236}">
                    <a16:creationId xmlns:a16="http://schemas.microsoft.com/office/drawing/2014/main" id="{5FF946F7-3A2B-C8EE-0827-C7A454F8A375}"/>
                  </a:ext>
                </a:extLst>
              </p:cNvPr>
              <p:cNvSpPr/>
              <p:nvPr/>
            </p:nvSpPr>
            <p:spPr>
              <a:xfrm>
                <a:off x="8383341" y="5811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1" name="Freeform 52130">
                <a:extLst>
                  <a:ext uri="{FF2B5EF4-FFF2-40B4-BE49-F238E27FC236}">
                    <a16:creationId xmlns:a16="http://schemas.microsoft.com/office/drawing/2014/main" id="{AE087657-ECA9-BBB2-937C-A446114C6C3C}"/>
                  </a:ext>
                </a:extLst>
              </p:cNvPr>
              <p:cNvSpPr/>
              <p:nvPr/>
            </p:nvSpPr>
            <p:spPr>
              <a:xfrm>
                <a:off x="8383838" y="58115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2" name="Freeform 52131">
                <a:extLst>
                  <a:ext uri="{FF2B5EF4-FFF2-40B4-BE49-F238E27FC236}">
                    <a16:creationId xmlns:a16="http://schemas.microsoft.com/office/drawing/2014/main" id="{7690971C-5456-D500-7BB5-25D770E422B4}"/>
                  </a:ext>
                </a:extLst>
              </p:cNvPr>
              <p:cNvSpPr/>
              <p:nvPr/>
            </p:nvSpPr>
            <p:spPr>
              <a:xfrm>
                <a:off x="8384334" y="5819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3" name="Freeform 52132">
                <a:extLst>
                  <a:ext uri="{FF2B5EF4-FFF2-40B4-BE49-F238E27FC236}">
                    <a16:creationId xmlns:a16="http://schemas.microsoft.com/office/drawing/2014/main" id="{3C942EDC-9B73-A2E1-9C3E-BBA38B913EC7}"/>
                  </a:ext>
                </a:extLst>
              </p:cNvPr>
              <p:cNvSpPr/>
              <p:nvPr/>
            </p:nvSpPr>
            <p:spPr>
              <a:xfrm>
                <a:off x="8384929" y="59356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4" name="Freeform 52133">
                <a:extLst>
                  <a:ext uri="{FF2B5EF4-FFF2-40B4-BE49-F238E27FC236}">
                    <a16:creationId xmlns:a16="http://schemas.microsoft.com/office/drawing/2014/main" id="{9D841D2A-A5D4-87AA-C730-2432C2295D8B}"/>
                  </a:ext>
                </a:extLst>
              </p:cNvPr>
              <p:cNvSpPr/>
              <p:nvPr/>
            </p:nvSpPr>
            <p:spPr>
              <a:xfrm>
                <a:off x="8385425" y="59756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5" name="Freeform 52134">
                <a:extLst>
                  <a:ext uri="{FF2B5EF4-FFF2-40B4-BE49-F238E27FC236}">
                    <a16:creationId xmlns:a16="http://schemas.microsoft.com/office/drawing/2014/main" id="{7B788108-3A70-6A74-9F65-C925BFB71B3D}"/>
                  </a:ext>
                </a:extLst>
              </p:cNvPr>
              <p:cNvSpPr/>
              <p:nvPr/>
            </p:nvSpPr>
            <p:spPr>
              <a:xfrm>
                <a:off x="8385921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6" name="Freeform 52135">
                <a:extLst>
                  <a:ext uri="{FF2B5EF4-FFF2-40B4-BE49-F238E27FC236}">
                    <a16:creationId xmlns:a16="http://schemas.microsoft.com/office/drawing/2014/main" id="{A94567FD-29CA-69CB-A302-30EAD02D78DF}"/>
                  </a:ext>
                </a:extLst>
              </p:cNvPr>
              <p:cNvSpPr/>
              <p:nvPr/>
            </p:nvSpPr>
            <p:spPr>
              <a:xfrm>
                <a:off x="8386417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7" name="Freeform 52136">
                <a:extLst>
                  <a:ext uri="{FF2B5EF4-FFF2-40B4-BE49-F238E27FC236}">
                    <a16:creationId xmlns:a16="http://schemas.microsoft.com/office/drawing/2014/main" id="{6EA6AA22-8CBA-1E74-5C94-91F2C30C9D76}"/>
                  </a:ext>
                </a:extLst>
              </p:cNvPr>
              <p:cNvSpPr/>
              <p:nvPr/>
            </p:nvSpPr>
            <p:spPr>
              <a:xfrm>
                <a:off x="8387013" y="59829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8" name="Freeform 52137">
                <a:extLst>
                  <a:ext uri="{FF2B5EF4-FFF2-40B4-BE49-F238E27FC236}">
                    <a16:creationId xmlns:a16="http://schemas.microsoft.com/office/drawing/2014/main" id="{B77344B4-821E-C169-8B4B-E42F1B3E47BA}"/>
                  </a:ext>
                </a:extLst>
              </p:cNvPr>
              <p:cNvSpPr/>
              <p:nvPr/>
            </p:nvSpPr>
            <p:spPr>
              <a:xfrm>
                <a:off x="8387509" y="59862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39" name="Freeform 52138">
                <a:extLst>
                  <a:ext uri="{FF2B5EF4-FFF2-40B4-BE49-F238E27FC236}">
                    <a16:creationId xmlns:a16="http://schemas.microsoft.com/office/drawing/2014/main" id="{353F519B-8038-D039-D44C-50D0D7245165}"/>
                  </a:ext>
                </a:extLst>
              </p:cNvPr>
              <p:cNvSpPr/>
              <p:nvPr/>
            </p:nvSpPr>
            <p:spPr>
              <a:xfrm>
                <a:off x="8388005" y="59911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0" name="Freeform 52139">
                <a:extLst>
                  <a:ext uri="{FF2B5EF4-FFF2-40B4-BE49-F238E27FC236}">
                    <a16:creationId xmlns:a16="http://schemas.microsoft.com/office/drawing/2014/main" id="{9C13206B-CCE8-9A5F-090B-7D7A73BA02B8}"/>
                  </a:ext>
                </a:extLst>
              </p:cNvPr>
              <p:cNvSpPr/>
              <p:nvPr/>
            </p:nvSpPr>
            <p:spPr>
              <a:xfrm>
                <a:off x="8388600" y="59850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1" name="Freeform 52140">
                <a:extLst>
                  <a:ext uri="{FF2B5EF4-FFF2-40B4-BE49-F238E27FC236}">
                    <a16:creationId xmlns:a16="http://schemas.microsoft.com/office/drawing/2014/main" id="{0FB29739-FF7B-91D3-5BDE-55D4C71F7258}"/>
                  </a:ext>
                </a:extLst>
              </p:cNvPr>
              <p:cNvSpPr/>
              <p:nvPr/>
            </p:nvSpPr>
            <p:spPr>
              <a:xfrm>
                <a:off x="8389096" y="5865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2" name="Freeform 52141">
                <a:extLst>
                  <a:ext uri="{FF2B5EF4-FFF2-40B4-BE49-F238E27FC236}">
                    <a16:creationId xmlns:a16="http://schemas.microsoft.com/office/drawing/2014/main" id="{669401F0-4719-FDBE-60F7-EA3ECC5BC186}"/>
                  </a:ext>
                </a:extLst>
              </p:cNvPr>
              <p:cNvSpPr/>
              <p:nvPr/>
            </p:nvSpPr>
            <p:spPr>
              <a:xfrm>
                <a:off x="8389592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3" name="Freeform 52142">
                <a:extLst>
                  <a:ext uri="{FF2B5EF4-FFF2-40B4-BE49-F238E27FC236}">
                    <a16:creationId xmlns:a16="http://schemas.microsoft.com/office/drawing/2014/main" id="{4F70B6F0-1A76-1EEC-B877-BFE898C33F30}"/>
                  </a:ext>
                </a:extLst>
              </p:cNvPr>
              <p:cNvSpPr/>
              <p:nvPr/>
            </p:nvSpPr>
            <p:spPr>
              <a:xfrm>
                <a:off x="8390188" y="5843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4" name="Freeform 52143">
                <a:extLst>
                  <a:ext uri="{FF2B5EF4-FFF2-40B4-BE49-F238E27FC236}">
                    <a16:creationId xmlns:a16="http://schemas.microsoft.com/office/drawing/2014/main" id="{F5262C58-8190-C3F4-3D67-E4649DC76815}"/>
                  </a:ext>
                </a:extLst>
              </p:cNvPr>
              <p:cNvSpPr/>
              <p:nvPr/>
            </p:nvSpPr>
            <p:spPr>
              <a:xfrm>
                <a:off x="8390684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5" name="Freeform 52144">
                <a:extLst>
                  <a:ext uri="{FF2B5EF4-FFF2-40B4-BE49-F238E27FC236}">
                    <a16:creationId xmlns:a16="http://schemas.microsoft.com/office/drawing/2014/main" id="{3377305B-571C-4570-E82B-BD060990C9AA}"/>
                  </a:ext>
                </a:extLst>
              </p:cNvPr>
              <p:cNvSpPr/>
              <p:nvPr/>
            </p:nvSpPr>
            <p:spPr>
              <a:xfrm>
                <a:off x="8391180" y="5844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6" name="Freeform 52145">
                <a:extLst>
                  <a:ext uri="{FF2B5EF4-FFF2-40B4-BE49-F238E27FC236}">
                    <a16:creationId xmlns:a16="http://schemas.microsoft.com/office/drawing/2014/main" id="{68719EFF-4A85-26BA-62F4-3C9E86265C04}"/>
                  </a:ext>
                </a:extLst>
              </p:cNvPr>
              <p:cNvSpPr/>
              <p:nvPr/>
            </p:nvSpPr>
            <p:spPr>
              <a:xfrm>
                <a:off x="8391775" y="583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7" name="Freeform 52146">
                <a:extLst>
                  <a:ext uri="{FF2B5EF4-FFF2-40B4-BE49-F238E27FC236}">
                    <a16:creationId xmlns:a16="http://schemas.microsoft.com/office/drawing/2014/main" id="{11B400B4-85D2-D67C-5E9E-114E7CC6B5BA}"/>
                  </a:ext>
                </a:extLst>
              </p:cNvPr>
              <p:cNvSpPr/>
              <p:nvPr/>
            </p:nvSpPr>
            <p:spPr>
              <a:xfrm>
                <a:off x="8392271" y="58711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8" name="Freeform 52147">
                <a:extLst>
                  <a:ext uri="{FF2B5EF4-FFF2-40B4-BE49-F238E27FC236}">
                    <a16:creationId xmlns:a16="http://schemas.microsoft.com/office/drawing/2014/main" id="{638AD433-197B-2F97-52D4-5092082E5EC6}"/>
                  </a:ext>
                </a:extLst>
              </p:cNvPr>
              <p:cNvSpPr/>
              <p:nvPr/>
            </p:nvSpPr>
            <p:spPr>
              <a:xfrm>
                <a:off x="8392767" y="5884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49" name="Freeform 52148">
                <a:extLst>
                  <a:ext uri="{FF2B5EF4-FFF2-40B4-BE49-F238E27FC236}">
                    <a16:creationId xmlns:a16="http://schemas.microsoft.com/office/drawing/2014/main" id="{21099895-A527-4EF6-27ED-ACD15D9AE355}"/>
                  </a:ext>
                </a:extLst>
              </p:cNvPr>
              <p:cNvSpPr/>
              <p:nvPr/>
            </p:nvSpPr>
            <p:spPr>
              <a:xfrm>
                <a:off x="8393363" y="588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0" name="Freeform 52149">
                <a:extLst>
                  <a:ext uri="{FF2B5EF4-FFF2-40B4-BE49-F238E27FC236}">
                    <a16:creationId xmlns:a16="http://schemas.microsoft.com/office/drawing/2014/main" id="{AB7E3F3E-4975-149E-D85B-6DDEE16D2E06}"/>
                  </a:ext>
                </a:extLst>
              </p:cNvPr>
              <p:cNvSpPr/>
              <p:nvPr/>
            </p:nvSpPr>
            <p:spPr>
              <a:xfrm>
                <a:off x="8393859" y="5877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1" name="Freeform 52150">
                <a:extLst>
                  <a:ext uri="{FF2B5EF4-FFF2-40B4-BE49-F238E27FC236}">
                    <a16:creationId xmlns:a16="http://schemas.microsoft.com/office/drawing/2014/main" id="{9C441AE0-3CE1-FE08-6918-828EED39CCAB}"/>
                  </a:ext>
                </a:extLst>
              </p:cNvPr>
              <p:cNvSpPr/>
              <p:nvPr/>
            </p:nvSpPr>
            <p:spPr>
              <a:xfrm>
                <a:off x="8394355" y="58658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2" name="Freeform 52151">
                <a:extLst>
                  <a:ext uri="{FF2B5EF4-FFF2-40B4-BE49-F238E27FC236}">
                    <a16:creationId xmlns:a16="http://schemas.microsoft.com/office/drawing/2014/main" id="{C7723181-6FA4-B163-7DEB-9DFA45976735}"/>
                  </a:ext>
                </a:extLst>
              </p:cNvPr>
              <p:cNvSpPr/>
              <p:nvPr/>
            </p:nvSpPr>
            <p:spPr>
              <a:xfrm>
                <a:off x="8394950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3" name="Freeform 52152">
                <a:extLst>
                  <a:ext uri="{FF2B5EF4-FFF2-40B4-BE49-F238E27FC236}">
                    <a16:creationId xmlns:a16="http://schemas.microsoft.com/office/drawing/2014/main" id="{FF454C71-0111-9C54-2089-1734DE25E293}"/>
                  </a:ext>
                </a:extLst>
              </p:cNvPr>
              <p:cNvSpPr/>
              <p:nvPr/>
            </p:nvSpPr>
            <p:spPr>
              <a:xfrm>
                <a:off x="8395446" y="5829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4" name="Freeform 52153">
                <a:extLst>
                  <a:ext uri="{FF2B5EF4-FFF2-40B4-BE49-F238E27FC236}">
                    <a16:creationId xmlns:a16="http://schemas.microsoft.com/office/drawing/2014/main" id="{9A20A211-E47D-3A0D-41AA-C82C39BAEC84}"/>
                  </a:ext>
                </a:extLst>
              </p:cNvPr>
              <p:cNvSpPr/>
              <p:nvPr/>
            </p:nvSpPr>
            <p:spPr>
              <a:xfrm>
                <a:off x="8395942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5" name="Freeform 52154">
                <a:extLst>
                  <a:ext uri="{FF2B5EF4-FFF2-40B4-BE49-F238E27FC236}">
                    <a16:creationId xmlns:a16="http://schemas.microsoft.com/office/drawing/2014/main" id="{4106B4C1-0BFA-B2FB-0A03-A8E2534E84E1}"/>
                  </a:ext>
                </a:extLst>
              </p:cNvPr>
              <p:cNvSpPr/>
              <p:nvPr/>
            </p:nvSpPr>
            <p:spPr>
              <a:xfrm>
                <a:off x="8396538" y="58344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6" name="Freeform 52155">
                <a:extLst>
                  <a:ext uri="{FF2B5EF4-FFF2-40B4-BE49-F238E27FC236}">
                    <a16:creationId xmlns:a16="http://schemas.microsoft.com/office/drawing/2014/main" id="{43D9DDC5-17F0-F976-3C47-FEBF4319593A}"/>
                  </a:ext>
                </a:extLst>
              </p:cNvPr>
              <p:cNvSpPr/>
              <p:nvPr/>
            </p:nvSpPr>
            <p:spPr>
              <a:xfrm>
                <a:off x="8397034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7" name="Freeform 52156">
                <a:extLst>
                  <a:ext uri="{FF2B5EF4-FFF2-40B4-BE49-F238E27FC236}">
                    <a16:creationId xmlns:a16="http://schemas.microsoft.com/office/drawing/2014/main" id="{3A11CD50-1F58-4F1F-55CB-E36C2B9427B7}"/>
                  </a:ext>
                </a:extLst>
              </p:cNvPr>
              <p:cNvSpPr/>
              <p:nvPr/>
            </p:nvSpPr>
            <p:spPr>
              <a:xfrm>
                <a:off x="8397530" y="595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8" name="Freeform 52157">
                <a:extLst>
                  <a:ext uri="{FF2B5EF4-FFF2-40B4-BE49-F238E27FC236}">
                    <a16:creationId xmlns:a16="http://schemas.microsoft.com/office/drawing/2014/main" id="{887F5AF0-3B1E-5114-F623-7842796B434B}"/>
                  </a:ext>
                </a:extLst>
              </p:cNvPr>
              <p:cNvSpPr/>
              <p:nvPr/>
            </p:nvSpPr>
            <p:spPr>
              <a:xfrm>
                <a:off x="8398026" y="59841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59" name="Freeform 52158">
                <a:extLst>
                  <a:ext uri="{FF2B5EF4-FFF2-40B4-BE49-F238E27FC236}">
                    <a16:creationId xmlns:a16="http://schemas.microsoft.com/office/drawing/2014/main" id="{600149F2-B250-5740-79FE-D72B725A0007}"/>
                  </a:ext>
                </a:extLst>
              </p:cNvPr>
              <p:cNvSpPr/>
              <p:nvPr/>
            </p:nvSpPr>
            <p:spPr>
              <a:xfrm>
                <a:off x="8398621" y="59845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0" name="Freeform 52159">
                <a:extLst>
                  <a:ext uri="{FF2B5EF4-FFF2-40B4-BE49-F238E27FC236}">
                    <a16:creationId xmlns:a16="http://schemas.microsoft.com/office/drawing/2014/main" id="{6AFD508D-3A5E-6BF5-7228-98494F118C10}"/>
                  </a:ext>
                </a:extLst>
              </p:cNvPr>
              <p:cNvSpPr/>
              <p:nvPr/>
            </p:nvSpPr>
            <p:spPr>
              <a:xfrm>
                <a:off x="8399117" y="5981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1" name="Freeform 52160">
                <a:extLst>
                  <a:ext uri="{FF2B5EF4-FFF2-40B4-BE49-F238E27FC236}">
                    <a16:creationId xmlns:a16="http://schemas.microsoft.com/office/drawing/2014/main" id="{A5F6D00C-394A-596B-D39E-15A3AB9D6211}"/>
                  </a:ext>
                </a:extLst>
              </p:cNvPr>
              <p:cNvSpPr/>
              <p:nvPr/>
            </p:nvSpPr>
            <p:spPr>
              <a:xfrm>
                <a:off x="8399613" y="59772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2" name="Freeform 52161">
                <a:extLst>
                  <a:ext uri="{FF2B5EF4-FFF2-40B4-BE49-F238E27FC236}">
                    <a16:creationId xmlns:a16="http://schemas.microsoft.com/office/drawing/2014/main" id="{D6B31549-FEC5-AA07-9ADE-1FD778892D20}"/>
                  </a:ext>
                </a:extLst>
              </p:cNvPr>
              <p:cNvSpPr/>
              <p:nvPr/>
            </p:nvSpPr>
            <p:spPr>
              <a:xfrm>
                <a:off x="8400209" y="59801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3" name="Freeform 52162">
                <a:extLst>
                  <a:ext uri="{FF2B5EF4-FFF2-40B4-BE49-F238E27FC236}">
                    <a16:creationId xmlns:a16="http://schemas.microsoft.com/office/drawing/2014/main" id="{EB441E7C-D287-9CA9-DB1B-C82CF6DFC30A}"/>
                  </a:ext>
                </a:extLst>
              </p:cNvPr>
              <p:cNvSpPr/>
              <p:nvPr/>
            </p:nvSpPr>
            <p:spPr>
              <a:xfrm>
                <a:off x="8400705" y="59833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4" name="Freeform 52163">
                <a:extLst>
                  <a:ext uri="{FF2B5EF4-FFF2-40B4-BE49-F238E27FC236}">
                    <a16:creationId xmlns:a16="http://schemas.microsoft.com/office/drawing/2014/main" id="{1A4990FE-BEAC-C8CC-F3CB-6B0FFCABCE14}"/>
                  </a:ext>
                </a:extLst>
              </p:cNvPr>
              <p:cNvSpPr/>
              <p:nvPr/>
            </p:nvSpPr>
            <p:spPr>
              <a:xfrm>
                <a:off x="8401201" y="59764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5" name="Freeform 52164">
                <a:extLst>
                  <a:ext uri="{FF2B5EF4-FFF2-40B4-BE49-F238E27FC236}">
                    <a16:creationId xmlns:a16="http://schemas.microsoft.com/office/drawing/2014/main" id="{90CD1D11-7934-1F55-9B76-BC6984DDE143}"/>
                  </a:ext>
                </a:extLst>
              </p:cNvPr>
              <p:cNvSpPr/>
              <p:nvPr/>
            </p:nvSpPr>
            <p:spPr>
              <a:xfrm>
                <a:off x="8401796" y="57809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6" name="Freeform 52165">
                <a:extLst>
                  <a:ext uri="{FF2B5EF4-FFF2-40B4-BE49-F238E27FC236}">
                    <a16:creationId xmlns:a16="http://schemas.microsoft.com/office/drawing/2014/main" id="{85DF1860-F4E0-0355-427A-D6F4EC8C9610}"/>
                  </a:ext>
                </a:extLst>
              </p:cNvPr>
              <p:cNvSpPr/>
              <p:nvPr/>
            </p:nvSpPr>
            <p:spPr>
              <a:xfrm>
                <a:off x="8402292" y="5782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7" name="Freeform 52166">
                <a:extLst>
                  <a:ext uri="{FF2B5EF4-FFF2-40B4-BE49-F238E27FC236}">
                    <a16:creationId xmlns:a16="http://schemas.microsoft.com/office/drawing/2014/main" id="{317AC746-388C-C182-9D41-D65D5C0C4E6D}"/>
                  </a:ext>
                </a:extLst>
              </p:cNvPr>
              <p:cNvSpPr/>
              <p:nvPr/>
            </p:nvSpPr>
            <p:spPr>
              <a:xfrm>
                <a:off x="8402788" y="578911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8" name="Freeform 52167">
                <a:extLst>
                  <a:ext uri="{FF2B5EF4-FFF2-40B4-BE49-F238E27FC236}">
                    <a16:creationId xmlns:a16="http://schemas.microsoft.com/office/drawing/2014/main" id="{995BFF7D-A74F-3B82-981E-F1B088EF761E}"/>
                  </a:ext>
                </a:extLst>
              </p:cNvPr>
              <p:cNvSpPr/>
              <p:nvPr/>
            </p:nvSpPr>
            <p:spPr>
              <a:xfrm>
                <a:off x="8403384" y="57825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69" name="Freeform 52168">
                <a:extLst>
                  <a:ext uri="{FF2B5EF4-FFF2-40B4-BE49-F238E27FC236}">
                    <a16:creationId xmlns:a16="http://schemas.microsoft.com/office/drawing/2014/main" id="{45B149EC-72B1-C8F9-34C0-D55716D10E03}"/>
                  </a:ext>
                </a:extLst>
              </p:cNvPr>
              <p:cNvSpPr/>
              <p:nvPr/>
            </p:nvSpPr>
            <p:spPr>
              <a:xfrm>
                <a:off x="8403880" y="57777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0" name="Freeform 52169">
                <a:extLst>
                  <a:ext uri="{FF2B5EF4-FFF2-40B4-BE49-F238E27FC236}">
                    <a16:creationId xmlns:a16="http://schemas.microsoft.com/office/drawing/2014/main" id="{09399905-1B37-F758-91D7-5727002D6039}"/>
                  </a:ext>
                </a:extLst>
              </p:cNvPr>
              <p:cNvSpPr/>
              <p:nvPr/>
            </p:nvSpPr>
            <p:spPr>
              <a:xfrm>
                <a:off x="8404376" y="5765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1" name="Freeform 52170">
                <a:extLst>
                  <a:ext uri="{FF2B5EF4-FFF2-40B4-BE49-F238E27FC236}">
                    <a16:creationId xmlns:a16="http://schemas.microsoft.com/office/drawing/2014/main" id="{8A911685-982D-046F-3228-B299A972DBA9}"/>
                  </a:ext>
                </a:extLst>
              </p:cNvPr>
              <p:cNvSpPr/>
              <p:nvPr/>
            </p:nvSpPr>
            <p:spPr>
              <a:xfrm>
                <a:off x="8404971" y="57597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2" name="Freeform 52171">
                <a:extLst>
                  <a:ext uri="{FF2B5EF4-FFF2-40B4-BE49-F238E27FC236}">
                    <a16:creationId xmlns:a16="http://schemas.microsoft.com/office/drawing/2014/main" id="{AD9EEFDA-929E-45C8-69A8-9FED0E3EDA34}"/>
                  </a:ext>
                </a:extLst>
              </p:cNvPr>
              <p:cNvSpPr/>
              <p:nvPr/>
            </p:nvSpPr>
            <p:spPr>
              <a:xfrm>
                <a:off x="8405467" y="57421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3" name="Freeform 52172">
                <a:extLst>
                  <a:ext uri="{FF2B5EF4-FFF2-40B4-BE49-F238E27FC236}">
                    <a16:creationId xmlns:a16="http://schemas.microsoft.com/office/drawing/2014/main" id="{0615CB86-A92E-69D1-0A26-C7C32750D861}"/>
                  </a:ext>
                </a:extLst>
              </p:cNvPr>
              <p:cNvSpPr/>
              <p:nvPr/>
            </p:nvSpPr>
            <p:spPr>
              <a:xfrm>
                <a:off x="8405963" y="57078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4" name="Freeform 52173">
                <a:extLst>
                  <a:ext uri="{FF2B5EF4-FFF2-40B4-BE49-F238E27FC236}">
                    <a16:creationId xmlns:a16="http://schemas.microsoft.com/office/drawing/2014/main" id="{C71E4B1E-2DDC-67BA-546C-62BD67DB4952}"/>
                  </a:ext>
                </a:extLst>
              </p:cNvPr>
              <p:cNvSpPr/>
              <p:nvPr/>
            </p:nvSpPr>
            <p:spPr>
              <a:xfrm>
                <a:off x="8406559" y="5663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5" name="Freeform 52174">
                <a:extLst>
                  <a:ext uri="{FF2B5EF4-FFF2-40B4-BE49-F238E27FC236}">
                    <a16:creationId xmlns:a16="http://schemas.microsoft.com/office/drawing/2014/main" id="{A7DFEFCF-695F-57EB-0CEF-DFDF217F6492}"/>
                  </a:ext>
                </a:extLst>
              </p:cNvPr>
              <p:cNvSpPr/>
              <p:nvPr/>
            </p:nvSpPr>
            <p:spPr>
              <a:xfrm>
                <a:off x="8407055" y="56421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6" name="Freeform 52175">
                <a:extLst>
                  <a:ext uri="{FF2B5EF4-FFF2-40B4-BE49-F238E27FC236}">
                    <a16:creationId xmlns:a16="http://schemas.microsoft.com/office/drawing/2014/main" id="{C67C1A91-8E30-564D-AB03-650C6FBD6D55}"/>
                  </a:ext>
                </a:extLst>
              </p:cNvPr>
              <p:cNvSpPr/>
              <p:nvPr/>
            </p:nvSpPr>
            <p:spPr>
              <a:xfrm>
                <a:off x="8407551" y="5617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7" name="Freeform 52176">
                <a:extLst>
                  <a:ext uri="{FF2B5EF4-FFF2-40B4-BE49-F238E27FC236}">
                    <a16:creationId xmlns:a16="http://schemas.microsoft.com/office/drawing/2014/main" id="{577E1A74-B754-2C89-543D-FCDC227E6D92}"/>
                  </a:ext>
                </a:extLst>
              </p:cNvPr>
              <p:cNvSpPr/>
              <p:nvPr/>
            </p:nvSpPr>
            <p:spPr>
              <a:xfrm>
                <a:off x="8408146" y="55882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8" name="Freeform 52177">
                <a:extLst>
                  <a:ext uri="{FF2B5EF4-FFF2-40B4-BE49-F238E27FC236}">
                    <a16:creationId xmlns:a16="http://schemas.microsoft.com/office/drawing/2014/main" id="{EEEDFB89-6064-A03C-6E2F-76B29C2030F0}"/>
                  </a:ext>
                </a:extLst>
              </p:cNvPr>
              <p:cNvSpPr/>
              <p:nvPr/>
            </p:nvSpPr>
            <p:spPr>
              <a:xfrm>
                <a:off x="8408642" y="5612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79" name="Freeform 52178">
                <a:extLst>
                  <a:ext uri="{FF2B5EF4-FFF2-40B4-BE49-F238E27FC236}">
                    <a16:creationId xmlns:a16="http://schemas.microsoft.com/office/drawing/2014/main" id="{BD74A48E-63E1-82B4-7D2B-D3353B489F58}"/>
                  </a:ext>
                </a:extLst>
              </p:cNvPr>
              <p:cNvSpPr/>
              <p:nvPr/>
            </p:nvSpPr>
            <p:spPr>
              <a:xfrm>
                <a:off x="8409138" y="56255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0" name="Freeform 52179">
                <a:extLst>
                  <a:ext uri="{FF2B5EF4-FFF2-40B4-BE49-F238E27FC236}">
                    <a16:creationId xmlns:a16="http://schemas.microsoft.com/office/drawing/2014/main" id="{989AD49C-D3C5-C9BE-252C-2DA6B2C3867D}"/>
                  </a:ext>
                </a:extLst>
              </p:cNvPr>
              <p:cNvSpPr/>
              <p:nvPr/>
            </p:nvSpPr>
            <p:spPr>
              <a:xfrm>
                <a:off x="8409734" y="56630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1" name="Freeform 52180">
                <a:extLst>
                  <a:ext uri="{FF2B5EF4-FFF2-40B4-BE49-F238E27FC236}">
                    <a16:creationId xmlns:a16="http://schemas.microsoft.com/office/drawing/2014/main" id="{CFCA3C73-6D08-4D6F-F9BC-AD54522A6353}"/>
                  </a:ext>
                </a:extLst>
              </p:cNvPr>
              <p:cNvSpPr/>
              <p:nvPr/>
            </p:nvSpPr>
            <p:spPr>
              <a:xfrm>
                <a:off x="8410230" y="58903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2" name="Freeform 52181">
                <a:extLst>
                  <a:ext uri="{FF2B5EF4-FFF2-40B4-BE49-F238E27FC236}">
                    <a16:creationId xmlns:a16="http://schemas.microsoft.com/office/drawing/2014/main" id="{3888A909-9D5D-0D7E-8737-191A9501B718}"/>
                  </a:ext>
                </a:extLst>
              </p:cNvPr>
              <p:cNvSpPr/>
              <p:nvPr/>
            </p:nvSpPr>
            <p:spPr>
              <a:xfrm>
                <a:off x="8410726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3" name="Freeform 52182">
                <a:extLst>
                  <a:ext uri="{FF2B5EF4-FFF2-40B4-BE49-F238E27FC236}">
                    <a16:creationId xmlns:a16="http://schemas.microsoft.com/office/drawing/2014/main" id="{BB4BF7BE-12F4-4D83-3B52-B29BDA9DBEAE}"/>
                  </a:ext>
                </a:extLst>
              </p:cNvPr>
              <p:cNvSpPr/>
              <p:nvPr/>
            </p:nvSpPr>
            <p:spPr>
              <a:xfrm>
                <a:off x="8411222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4" name="Freeform 52183">
                <a:extLst>
                  <a:ext uri="{FF2B5EF4-FFF2-40B4-BE49-F238E27FC236}">
                    <a16:creationId xmlns:a16="http://schemas.microsoft.com/office/drawing/2014/main" id="{1A9C316B-B7E4-F69F-845A-67EBD20B463E}"/>
                  </a:ext>
                </a:extLst>
              </p:cNvPr>
              <p:cNvSpPr/>
              <p:nvPr/>
            </p:nvSpPr>
            <p:spPr>
              <a:xfrm>
                <a:off x="8411817" y="5924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5" name="Freeform 52184">
                <a:extLst>
                  <a:ext uri="{FF2B5EF4-FFF2-40B4-BE49-F238E27FC236}">
                    <a16:creationId xmlns:a16="http://schemas.microsoft.com/office/drawing/2014/main" id="{99AAAEEC-BCE9-6AFE-61AA-00A86FEB4516}"/>
                  </a:ext>
                </a:extLst>
              </p:cNvPr>
              <p:cNvSpPr/>
              <p:nvPr/>
            </p:nvSpPr>
            <p:spPr>
              <a:xfrm>
                <a:off x="8412313" y="59262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6" name="Freeform 52185">
                <a:extLst>
                  <a:ext uri="{FF2B5EF4-FFF2-40B4-BE49-F238E27FC236}">
                    <a16:creationId xmlns:a16="http://schemas.microsoft.com/office/drawing/2014/main" id="{20302779-E8E1-B7A4-73D6-839514CC84FB}"/>
                  </a:ext>
                </a:extLst>
              </p:cNvPr>
              <p:cNvSpPr/>
              <p:nvPr/>
            </p:nvSpPr>
            <p:spPr>
              <a:xfrm>
                <a:off x="8412809" y="5931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7" name="Freeform 52186">
                <a:extLst>
                  <a:ext uri="{FF2B5EF4-FFF2-40B4-BE49-F238E27FC236}">
                    <a16:creationId xmlns:a16="http://schemas.microsoft.com/office/drawing/2014/main" id="{75A230B2-2768-2D6C-96F3-A815D7DF80E4}"/>
                  </a:ext>
                </a:extLst>
              </p:cNvPr>
              <p:cNvSpPr/>
              <p:nvPr/>
            </p:nvSpPr>
            <p:spPr>
              <a:xfrm>
                <a:off x="8413405" y="59327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8" name="Freeform 52187">
                <a:extLst>
                  <a:ext uri="{FF2B5EF4-FFF2-40B4-BE49-F238E27FC236}">
                    <a16:creationId xmlns:a16="http://schemas.microsoft.com/office/drawing/2014/main" id="{CB129366-1DAD-C657-2276-FED0433607F6}"/>
                  </a:ext>
                </a:extLst>
              </p:cNvPr>
              <p:cNvSpPr/>
              <p:nvPr/>
            </p:nvSpPr>
            <p:spPr>
              <a:xfrm>
                <a:off x="8413901" y="59254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89" name="Freeform 52188">
                <a:extLst>
                  <a:ext uri="{FF2B5EF4-FFF2-40B4-BE49-F238E27FC236}">
                    <a16:creationId xmlns:a16="http://schemas.microsoft.com/office/drawing/2014/main" id="{C0AA846E-E664-90F5-4450-510C43A29178}"/>
                  </a:ext>
                </a:extLst>
              </p:cNvPr>
              <p:cNvSpPr/>
              <p:nvPr/>
            </p:nvSpPr>
            <p:spPr>
              <a:xfrm>
                <a:off x="8414397" y="5786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0" name="Freeform 52189">
                <a:extLst>
                  <a:ext uri="{FF2B5EF4-FFF2-40B4-BE49-F238E27FC236}">
                    <a16:creationId xmlns:a16="http://schemas.microsoft.com/office/drawing/2014/main" id="{3D234A0C-0BF7-BCE1-A3DA-A38AE8859676}"/>
                  </a:ext>
                </a:extLst>
              </p:cNvPr>
              <p:cNvSpPr/>
              <p:nvPr/>
            </p:nvSpPr>
            <p:spPr>
              <a:xfrm>
                <a:off x="8414992" y="57290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1" name="Freeform 52190">
                <a:extLst>
                  <a:ext uri="{FF2B5EF4-FFF2-40B4-BE49-F238E27FC236}">
                    <a16:creationId xmlns:a16="http://schemas.microsoft.com/office/drawing/2014/main" id="{D71A8C9E-FF3C-204C-2B5B-5E429C5EBB20}"/>
                  </a:ext>
                </a:extLst>
              </p:cNvPr>
              <p:cNvSpPr/>
              <p:nvPr/>
            </p:nvSpPr>
            <p:spPr>
              <a:xfrm>
                <a:off x="8415488" y="575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2" name="Freeform 52191">
                <a:extLst>
                  <a:ext uri="{FF2B5EF4-FFF2-40B4-BE49-F238E27FC236}">
                    <a16:creationId xmlns:a16="http://schemas.microsoft.com/office/drawing/2014/main" id="{392A5EF2-66A5-7070-2430-E7F142E92AB7}"/>
                  </a:ext>
                </a:extLst>
              </p:cNvPr>
              <p:cNvSpPr/>
              <p:nvPr/>
            </p:nvSpPr>
            <p:spPr>
              <a:xfrm>
                <a:off x="8415984" y="57646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3" name="Freeform 52192">
                <a:extLst>
                  <a:ext uri="{FF2B5EF4-FFF2-40B4-BE49-F238E27FC236}">
                    <a16:creationId xmlns:a16="http://schemas.microsoft.com/office/drawing/2014/main" id="{04112FEC-54B9-C7D5-89B5-5FA7F2722889}"/>
                  </a:ext>
                </a:extLst>
              </p:cNvPr>
              <p:cNvSpPr/>
              <p:nvPr/>
            </p:nvSpPr>
            <p:spPr>
              <a:xfrm>
                <a:off x="8416580" y="575647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4" name="Freeform 52193">
                <a:extLst>
                  <a:ext uri="{FF2B5EF4-FFF2-40B4-BE49-F238E27FC236}">
                    <a16:creationId xmlns:a16="http://schemas.microsoft.com/office/drawing/2014/main" id="{16A96D44-CF19-5286-E865-9E5E53953E06}"/>
                  </a:ext>
                </a:extLst>
              </p:cNvPr>
              <p:cNvSpPr/>
              <p:nvPr/>
            </p:nvSpPr>
            <p:spPr>
              <a:xfrm>
                <a:off x="8417076" y="5749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5" name="Freeform 52194">
                <a:extLst>
                  <a:ext uri="{FF2B5EF4-FFF2-40B4-BE49-F238E27FC236}">
                    <a16:creationId xmlns:a16="http://schemas.microsoft.com/office/drawing/2014/main" id="{4A5C8DD2-529B-EED1-0D75-0A5CC46384FB}"/>
                  </a:ext>
                </a:extLst>
              </p:cNvPr>
              <p:cNvSpPr/>
              <p:nvPr/>
            </p:nvSpPr>
            <p:spPr>
              <a:xfrm>
                <a:off x="8417572" y="57323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6" name="Freeform 52195">
                <a:extLst>
                  <a:ext uri="{FF2B5EF4-FFF2-40B4-BE49-F238E27FC236}">
                    <a16:creationId xmlns:a16="http://schemas.microsoft.com/office/drawing/2014/main" id="{B082C016-719D-1E37-40CE-607CAC8A1E73}"/>
                  </a:ext>
                </a:extLst>
              </p:cNvPr>
              <p:cNvSpPr/>
              <p:nvPr/>
            </p:nvSpPr>
            <p:spPr>
              <a:xfrm>
                <a:off x="8418167" y="571073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7" name="Freeform 52196">
                <a:extLst>
                  <a:ext uri="{FF2B5EF4-FFF2-40B4-BE49-F238E27FC236}">
                    <a16:creationId xmlns:a16="http://schemas.microsoft.com/office/drawing/2014/main" id="{F0B40E63-D4DE-F351-FD5C-7C54A56A921A}"/>
                  </a:ext>
                </a:extLst>
              </p:cNvPr>
              <p:cNvSpPr/>
              <p:nvPr/>
            </p:nvSpPr>
            <p:spPr>
              <a:xfrm>
                <a:off x="8418663" y="5696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8" name="Freeform 52197">
                <a:extLst>
                  <a:ext uri="{FF2B5EF4-FFF2-40B4-BE49-F238E27FC236}">
                    <a16:creationId xmlns:a16="http://schemas.microsoft.com/office/drawing/2014/main" id="{D2C5DC07-24E2-5F97-8753-E2F1141646DB}"/>
                  </a:ext>
                </a:extLst>
              </p:cNvPr>
              <p:cNvSpPr/>
              <p:nvPr/>
            </p:nvSpPr>
            <p:spPr>
              <a:xfrm>
                <a:off x="8419159" y="5680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99" name="Freeform 52198">
                <a:extLst>
                  <a:ext uri="{FF2B5EF4-FFF2-40B4-BE49-F238E27FC236}">
                    <a16:creationId xmlns:a16="http://schemas.microsoft.com/office/drawing/2014/main" id="{733F708A-B7D0-28CB-898B-4BAF1A99142D}"/>
                  </a:ext>
                </a:extLst>
              </p:cNvPr>
              <p:cNvSpPr/>
              <p:nvPr/>
            </p:nvSpPr>
            <p:spPr>
              <a:xfrm>
                <a:off x="8419755" y="56985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0" name="Freeform 52199">
                <a:extLst>
                  <a:ext uri="{FF2B5EF4-FFF2-40B4-BE49-F238E27FC236}">
                    <a16:creationId xmlns:a16="http://schemas.microsoft.com/office/drawing/2014/main" id="{4EF0AE64-40B0-3E9D-00B1-AA1A2112EEEC}"/>
                  </a:ext>
                </a:extLst>
              </p:cNvPr>
              <p:cNvSpPr/>
              <p:nvPr/>
            </p:nvSpPr>
            <p:spPr>
              <a:xfrm>
                <a:off x="8420251" y="5714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1" name="Freeform 52200">
                <a:extLst>
                  <a:ext uri="{FF2B5EF4-FFF2-40B4-BE49-F238E27FC236}">
                    <a16:creationId xmlns:a16="http://schemas.microsoft.com/office/drawing/2014/main" id="{C3DB7A97-E348-1B2A-D1F2-3D6B5CC4522D}"/>
                  </a:ext>
                </a:extLst>
              </p:cNvPr>
              <p:cNvSpPr/>
              <p:nvPr/>
            </p:nvSpPr>
            <p:spPr>
              <a:xfrm>
                <a:off x="8420747" y="5716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2" name="Freeform 52201">
                <a:extLst>
                  <a:ext uri="{FF2B5EF4-FFF2-40B4-BE49-F238E27FC236}">
                    <a16:creationId xmlns:a16="http://schemas.microsoft.com/office/drawing/2014/main" id="{89DD5D83-6508-5530-AC02-0C5B42B5FE6D}"/>
                  </a:ext>
                </a:extLst>
              </p:cNvPr>
              <p:cNvSpPr/>
              <p:nvPr/>
            </p:nvSpPr>
            <p:spPr>
              <a:xfrm>
                <a:off x="8421342" y="569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3" name="Freeform 52202">
                <a:extLst>
                  <a:ext uri="{FF2B5EF4-FFF2-40B4-BE49-F238E27FC236}">
                    <a16:creationId xmlns:a16="http://schemas.microsoft.com/office/drawing/2014/main" id="{066C6E66-2B27-8AB8-263A-4455E2700418}"/>
                  </a:ext>
                </a:extLst>
              </p:cNvPr>
              <p:cNvSpPr/>
              <p:nvPr/>
            </p:nvSpPr>
            <p:spPr>
              <a:xfrm>
                <a:off x="8421838" y="571202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4" name="Freeform 52203">
                <a:extLst>
                  <a:ext uri="{FF2B5EF4-FFF2-40B4-BE49-F238E27FC236}">
                    <a16:creationId xmlns:a16="http://schemas.microsoft.com/office/drawing/2014/main" id="{D5F093D9-E8FD-C3EE-50F2-0AFBE173953C}"/>
                  </a:ext>
                </a:extLst>
              </p:cNvPr>
              <p:cNvSpPr/>
              <p:nvPr/>
            </p:nvSpPr>
            <p:spPr>
              <a:xfrm>
                <a:off x="8422334" y="5752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5" name="Freeform 52204">
                <a:extLst>
                  <a:ext uri="{FF2B5EF4-FFF2-40B4-BE49-F238E27FC236}">
                    <a16:creationId xmlns:a16="http://schemas.microsoft.com/office/drawing/2014/main" id="{4F6607FA-030B-5B37-1975-D5E86291A522}"/>
                  </a:ext>
                </a:extLst>
              </p:cNvPr>
              <p:cNvSpPr/>
              <p:nvPr/>
            </p:nvSpPr>
            <p:spPr>
              <a:xfrm>
                <a:off x="8422830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6" name="Freeform 52205">
                <a:extLst>
                  <a:ext uri="{FF2B5EF4-FFF2-40B4-BE49-F238E27FC236}">
                    <a16:creationId xmlns:a16="http://schemas.microsoft.com/office/drawing/2014/main" id="{9C66863A-3D65-56EE-4665-02F53FD4B067}"/>
                  </a:ext>
                </a:extLst>
              </p:cNvPr>
              <p:cNvSpPr/>
              <p:nvPr/>
            </p:nvSpPr>
            <p:spPr>
              <a:xfrm>
                <a:off x="8423426" y="5917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7" name="Freeform 52206">
                <a:extLst>
                  <a:ext uri="{FF2B5EF4-FFF2-40B4-BE49-F238E27FC236}">
                    <a16:creationId xmlns:a16="http://schemas.microsoft.com/office/drawing/2014/main" id="{76CC67ED-5E8D-9402-581B-7EAB3ACF075F}"/>
                  </a:ext>
                </a:extLst>
              </p:cNvPr>
              <p:cNvSpPr/>
              <p:nvPr/>
            </p:nvSpPr>
            <p:spPr>
              <a:xfrm>
                <a:off x="8423922" y="59221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8" name="Freeform 52207">
                <a:extLst>
                  <a:ext uri="{FF2B5EF4-FFF2-40B4-BE49-F238E27FC236}">
                    <a16:creationId xmlns:a16="http://schemas.microsoft.com/office/drawing/2014/main" id="{F065798B-0935-F0D2-E8C2-8B18BDB3F058}"/>
                  </a:ext>
                </a:extLst>
              </p:cNvPr>
              <p:cNvSpPr/>
              <p:nvPr/>
            </p:nvSpPr>
            <p:spPr>
              <a:xfrm>
                <a:off x="8424418" y="5919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09" name="Freeform 52208">
                <a:extLst>
                  <a:ext uri="{FF2B5EF4-FFF2-40B4-BE49-F238E27FC236}">
                    <a16:creationId xmlns:a16="http://schemas.microsoft.com/office/drawing/2014/main" id="{3BD8D6CE-7865-7598-9475-D74BAFAA3C96}"/>
                  </a:ext>
                </a:extLst>
              </p:cNvPr>
              <p:cNvSpPr/>
              <p:nvPr/>
            </p:nvSpPr>
            <p:spPr>
              <a:xfrm>
                <a:off x="8425013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0" name="Freeform 52209">
                <a:extLst>
                  <a:ext uri="{FF2B5EF4-FFF2-40B4-BE49-F238E27FC236}">
                    <a16:creationId xmlns:a16="http://schemas.microsoft.com/office/drawing/2014/main" id="{55F64A80-DC4F-6106-21A1-28EDAA155ADC}"/>
                  </a:ext>
                </a:extLst>
              </p:cNvPr>
              <p:cNvSpPr/>
              <p:nvPr/>
            </p:nvSpPr>
            <p:spPr>
              <a:xfrm>
                <a:off x="8425509" y="5906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1" name="Freeform 52210">
                <a:extLst>
                  <a:ext uri="{FF2B5EF4-FFF2-40B4-BE49-F238E27FC236}">
                    <a16:creationId xmlns:a16="http://schemas.microsoft.com/office/drawing/2014/main" id="{D354859A-2AE1-2FD2-2FF7-D8747F5886AC}"/>
                  </a:ext>
                </a:extLst>
              </p:cNvPr>
              <p:cNvSpPr/>
              <p:nvPr/>
            </p:nvSpPr>
            <p:spPr>
              <a:xfrm>
                <a:off x="8426005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2" name="Freeform 52211">
                <a:extLst>
                  <a:ext uri="{FF2B5EF4-FFF2-40B4-BE49-F238E27FC236}">
                    <a16:creationId xmlns:a16="http://schemas.microsoft.com/office/drawing/2014/main" id="{E8EC53AB-17CD-BB37-8C73-26D3AC727B79}"/>
                  </a:ext>
                </a:extLst>
              </p:cNvPr>
              <p:cNvSpPr/>
              <p:nvPr/>
            </p:nvSpPr>
            <p:spPr>
              <a:xfrm>
                <a:off x="8426601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3" name="Freeform 52212">
                <a:extLst>
                  <a:ext uri="{FF2B5EF4-FFF2-40B4-BE49-F238E27FC236}">
                    <a16:creationId xmlns:a16="http://schemas.microsoft.com/office/drawing/2014/main" id="{0E4633FC-7817-2684-1C55-D1BB39EA3AD2}"/>
                  </a:ext>
                </a:extLst>
              </p:cNvPr>
              <p:cNvSpPr/>
              <p:nvPr/>
            </p:nvSpPr>
            <p:spPr>
              <a:xfrm>
                <a:off x="8427097" y="5685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4" name="Freeform 52213">
                <a:extLst>
                  <a:ext uri="{FF2B5EF4-FFF2-40B4-BE49-F238E27FC236}">
                    <a16:creationId xmlns:a16="http://schemas.microsoft.com/office/drawing/2014/main" id="{F59FAACC-39DA-9B24-A5E5-9FAAB5950A81}"/>
                  </a:ext>
                </a:extLst>
              </p:cNvPr>
              <p:cNvSpPr/>
              <p:nvPr/>
            </p:nvSpPr>
            <p:spPr>
              <a:xfrm>
                <a:off x="8427593" y="55863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5" name="Freeform 52214">
                <a:extLst>
                  <a:ext uri="{FF2B5EF4-FFF2-40B4-BE49-F238E27FC236}">
                    <a16:creationId xmlns:a16="http://schemas.microsoft.com/office/drawing/2014/main" id="{634F0813-957B-834C-7804-8C5FCC410B17}"/>
                  </a:ext>
                </a:extLst>
              </p:cNvPr>
              <p:cNvSpPr/>
              <p:nvPr/>
            </p:nvSpPr>
            <p:spPr>
              <a:xfrm>
                <a:off x="8428188" y="56385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6" name="Freeform 52215">
                <a:extLst>
                  <a:ext uri="{FF2B5EF4-FFF2-40B4-BE49-F238E27FC236}">
                    <a16:creationId xmlns:a16="http://schemas.microsoft.com/office/drawing/2014/main" id="{807A9C75-7B5F-554B-A108-227C1F33B939}"/>
                  </a:ext>
                </a:extLst>
              </p:cNvPr>
              <p:cNvSpPr/>
              <p:nvPr/>
            </p:nvSpPr>
            <p:spPr>
              <a:xfrm>
                <a:off x="8428684" y="5648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7" name="Freeform 52216">
                <a:extLst>
                  <a:ext uri="{FF2B5EF4-FFF2-40B4-BE49-F238E27FC236}">
                    <a16:creationId xmlns:a16="http://schemas.microsoft.com/office/drawing/2014/main" id="{CEA33EFB-1F9E-350F-95BB-CE3E4CAB448A}"/>
                  </a:ext>
                </a:extLst>
              </p:cNvPr>
              <p:cNvSpPr/>
              <p:nvPr/>
            </p:nvSpPr>
            <p:spPr>
              <a:xfrm>
                <a:off x="8429180" y="56458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5 h 9128"/>
                  <a:gd name="connsiteX3" fmla="*/ 4564 w 9128"/>
                  <a:gd name="connsiteY3" fmla="*/ 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5"/>
                    </a:cubicBezTo>
                    <a:cubicBezTo>
                      <a:pt x="0" y="2044"/>
                      <a:pt x="2044" y="1"/>
                      <a:pt x="4564" y="1"/>
                    </a:cubicBezTo>
                    <a:cubicBezTo>
                      <a:pt x="7085" y="1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8" name="Freeform 52217">
                <a:extLst>
                  <a:ext uri="{FF2B5EF4-FFF2-40B4-BE49-F238E27FC236}">
                    <a16:creationId xmlns:a16="http://schemas.microsoft.com/office/drawing/2014/main" id="{6199E6AD-499A-9EC3-CB18-99DBDD3B285F}"/>
                  </a:ext>
                </a:extLst>
              </p:cNvPr>
              <p:cNvSpPr/>
              <p:nvPr/>
            </p:nvSpPr>
            <p:spPr>
              <a:xfrm>
                <a:off x="8429776" y="5629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19" name="Freeform 52218">
                <a:extLst>
                  <a:ext uri="{FF2B5EF4-FFF2-40B4-BE49-F238E27FC236}">
                    <a16:creationId xmlns:a16="http://schemas.microsoft.com/office/drawing/2014/main" id="{4012041A-0A89-1A37-37AC-7009A367CB7B}"/>
                  </a:ext>
                </a:extLst>
              </p:cNvPr>
              <p:cNvSpPr/>
              <p:nvPr/>
            </p:nvSpPr>
            <p:spPr>
              <a:xfrm>
                <a:off x="8430272" y="56002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0" name="Freeform 52219">
                <a:extLst>
                  <a:ext uri="{FF2B5EF4-FFF2-40B4-BE49-F238E27FC236}">
                    <a16:creationId xmlns:a16="http://schemas.microsoft.com/office/drawing/2014/main" id="{896399C6-741B-FB2B-34FD-29FE969A5078}"/>
                  </a:ext>
                </a:extLst>
              </p:cNvPr>
              <p:cNvSpPr/>
              <p:nvPr/>
            </p:nvSpPr>
            <p:spPr>
              <a:xfrm>
                <a:off x="8430768" y="5563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1" name="Freeform 52220">
                <a:extLst>
                  <a:ext uri="{FF2B5EF4-FFF2-40B4-BE49-F238E27FC236}">
                    <a16:creationId xmlns:a16="http://schemas.microsoft.com/office/drawing/2014/main" id="{F03AEB87-0DFB-1F2B-08A7-517DC22D3C98}"/>
                  </a:ext>
                </a:extLst>
              </p:cNvPr>
              <p:cNvSpPr/>
              <p:nvPr/>
            </p:nvSpPr>
            <p:spPr>
              <a:xfrm>
                <a:off x="8431363" y="55365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2" name="Freeform 52221">
                <a:extLst>
                  <a:ext uri="{FF2B5EF4-FFF2-40B4-BE49-F238E27FC236}">
                    <a16:creationId xmlns:a16="http://schemas.microsoft.com/office/drawing/2014/main" id="{99485CB7-B4EC-05CA-CFD7-31DB166C9765}"/>
                  </a:ext>
                </a:extLst>
              </p:cNvPr>
              <p:cNvSpPr/>
              <p:nvPr/>
            </p:nvSpPr>
            <p:spPr>
              <a:xfrm>
                <a:off x="8431859" y="54855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3" name="Freeform 52222">
                <a:extLst>
                  <a:ext uri="{FF2B5EF4-FFF2-40B4-BE49-F238E27FC236}">
                    <a16:creationId xmlns:a16="http://schemas.microsoft.com/office/drawing/2014/main" id="{A0B01461-3F17-B6FF-4FBA-ED9A6DF9A215}"/>
                  </a:ext>
                </a:extLst>
              </p:cNvPr>
              <p:cNvSpPr/>
              <p:nvPr/>
            </p:nvSpPr>
            <p:spPr>
              <a:xfrm>
                <a:off x="8432355" y="54629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4" name="Freeform 52223">
                <a:extLst>
                  <a:ext uri="{FF2B5EF4-FFF2-40B4-BE49-F238E27FC236}">
                    <a16:creationId xmlns:a16="http://schemas.microsoft.com/office/drawing/2014/main" id="{3EC8FE00-6694-9EE6-F473-84DB94EA3991}"/>
                  </a:ext>
                </a:extLst>
              </p:cNvPr>
              <p:cNvSpPr/>
              <p:nvPr/>
            </p:nvSpPr>
            <p:spPr>
              <a:xfrm>
                <a:off x="8432951" y="54658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5" name="Freeform 52224">
                <a:extLst>
                  <a:ext uri="{FF2B5EF4-FFF2-40B4-BE49-F238E27FC236}">
                    <a16:creationId xmlns:a16="http://schemas.microsoft.com/office/drawing/2014/main" id="{7A672302-1244-3685-29B5-86F9828C8D67}"/>
                  </a:ext>
                </a:extLst>
              </p:cNvPr>
              <p:cNvSpPr/>
              <p:nvPr/>
            </p:nvSpPr>
            <p:spPr>
              <a:xfrm>
                <a:off x="8433447" y="54744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6" name="Freeform 52225">
                <a:extLst>
                  <a:ext uri="{FF2B5EF4-FFF2-40B4-BE49-F238E27FC236}">
                    <a16:creationId xmlns:a16="http://schemas.microsoft.com/office/drawing/2014/main" id="{4E61F2DE-AE7A-04C0-EC8E-9404D67A83DB}"/>
                  </a:ext>
                </a:extLst>
              </p:cNvPr>
              <p:cNvSpPr/>
              <p:nvPr/>
            </p:nvSpPr>
            <p:spPr>
              <a:xfrm>
                <a:off x="8433943" y="54613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7" name="Freeform 52226">
                <a:extLst>
                  <a:ext uri="{FF2B5EF4-FFF2-40B4-BE49-F238E27FC236}">
                    <a16:creationId xmlns:a16="http://schemas.microsoft.com/office/drawing/2014/main" id="{AF4B5398-43DA-52E6-D6B3-BC6E7D2D2B54}"/>
                  </a:ext>
                </a:extLst>
              </p:cNvPr>
              <p:cNvSpPr/>
              <p:nvPr/>
            </p:nvSpPr>
            <p:spPr>
              <a:xfrm>
                <a:off x="8434439" y="54646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8" name="Freeform 52227">
                <a:extLst>
                  <a:ext uri="{FF2B5EF4-FFF2-40B4-BE49-F238E27FC236}">
                    <a16:creationId xmlns:a16="http://schemas.microsoft.com/office/drawing/2014/main" id="{FDE7BD62-F217-558A-0B03-A6957DE52AD7}"/>
                  </a:ext>
                </a:extLst>
              </p:cNvPr>
              <p:cNvSpPr/>
              <p:nvPr/>
            </p:nvSpPr>
            <p:spPr>
              <a:xfrm>
                <a:off x="8435034" y="54924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29" name="Freeform 52228">
                <a:extLst>
                  <a:ext uri="{FF2B5EF4-FFF2-40B4-BE49-F238E27FC236}">
                    <a16:creationId xmlns:a16="http://schemas.microsoft.com/office/drawing/2014/main" id="{EC8CEEFF-58D1-7B36-6352-1E721BC2F3C6}"/>
                  </a:ext>
                </a:extLst>
              </p:cNvPr>
              <p:cNvSpPr/>
              <p:nvPr/>
            </p:nvSpPr>
            <p:spPr>
              <a:xfrm>
                <a:off x="8435530" y="5660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0" name="Freeform 52229">
                <a:extLst>
                  <a:ext uri="{FF2B5EF4-FFF2-40B4-BE49-F238E27FC236}">
                    <a16:creationId xmlns:a16="http://schemas.microsoft.com/office/drawing/2014/main" id="{C0D8177A-D600-F4A9-66D1-3ABC40897B24}"/>
                  </a:ext>
                </a:extLst>
              </p:cNvPr>
              <p:cNvSpPr/>
              <p:nvPr/>
            </p:nvSpPr>
            <p:spPr>
              <a:xfrm>
                <a:off x="8436027" y="5759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1" name="Freeform 52230">
                <a:extLst>
                  <a:ext uri="{FF2B5EF4-FFF2-40B4-BE49-F238E27FC236}">
                    <a16:creationId xmlns:a16="http://schemas.microsoft.com/office/drawing/2014/main" id="{BCB7D73C-7E15-BC33-5BE9-13B13703E799}"/>
                  </a:ext>
                </a:extLst>
              </p:cNvPr>
              <p:cNvSpPr/>
              <p:nvPr/>
            </p:nvSpPr>
            <p:spPr>
              <a:xfrm>
                <a:off x="8436622" y="5772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2" name="Freeform 52231">
                <a:extLst>
                  <a:ext uri="{FF2B5EF4-FFF2-40B4-BE49-F238E27FC236}">
                    <a16:creationId xmlns:a16="http://schemas.microsoft.com/office/drawing/2014/main" id="{0A4FE324-638D-7C22-AB3F-FB8ADCDB74B4}"/>
                  </a:ext>
                </a:extLst>
              </p:cNvPr>
              <p:cNvSpPr/>
              <p:nvPr/>
            </p:nvSpPr>
            <p:spPr>
              <a:xfrm>
                <a:off x="8437118" y="575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3" name="Freeform 52232">
                <a:extLst>
                  <a:ext uri="{FF2B5EF4-FFF2-40B4-BE49-F238E27FC236}">
                    <a16:creationId xmlns:a16="http://schemas.microsoft.com/office/drawing/2014/main" id="{1CBC763F-6D48-277A-B645-AB8DA6996B88}"/>
                  </a:ext>
                </a:extLst>
              </p:cNvPr>
              <p:cNvSpPr/>
              <p:nvPr/>
            </p:nvSpPr>
            <p:spPr>
              <a:xfrm>
                <a:off x="8437614" y="5739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4" name="Freeform 52233">
                <a:extLst>
                  <a:ext uri="{FF2B5EF4-FFF2-40B4-BE49-F238E27FC236}">
                    <a16:creationId xmlns:a16="http://schemas.microsoft.com/office/drawing/2014/main" id="{097CCFAF-907A-F88A-9185-4AA0ABEF9E61}"/>
                  </a:ext>
                </a:extLst>
              </p:cNvPr>
              <p:cNvSpPr/>
              <p:nvPr/>
            </p:nvSpPr>
            <p:spPr>
              <a:xfrm>
                <a:off x="8438209" y="5714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5" name="Freeform 52234">
                <a:extLst>
                  <a:ext uri="{FF2B5EF4-FFF2-40B4-BE49-F238E27FC236}">
                    <a16:creationId xmlns:a16="http://schemas.microsoft.com/office/drawing/2014/main" id="{41F3CD1F-3933-0990-A765-5A1FDF7293F7}"/>
                  </a:ext>
                </a:extLst>
              </p:cNvPr>
              <p:cNvSpPr/>
              <p:nvPr/>
            </p:nvSpPr>
            <p:spPr>
              <a:xfrm>
                <a:off x="8438705" y="56817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6" name="Freeform 52235">
                <a:extLst>
                  <a:ext uri="{FF2B5EF4-FFF2-40B4-BE49-F238E27FC236}">
                    <a16:creationId xmlns:a16="http://schemas.microsoft.com/office/drawing/2014/main" id="{543404BC-5846-1AF3-A186-F7A831781376}"/>
                  </a:ext>
                </a:extLst>
              </p:cNvPr>
              <p:cNvSpPr/>
              <p:nvPr/>
            </p:nvSpPr>
            <p:spPr>
              <a:xfrm>
                <a:off x="8439202" y="56614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7" name="Freeform 52236">
                <a:extLst>
                  <a:ext uri="{FF2B5EF4-FFF2-40B4-BE49-F238E27FC236}">
                    <a16:creationId xmlns:a16="http://schemas.microsoft.com/office/drawing/2014/main" id="{D9453A00-7F10-1362-D967-8DC8B838D788}"/>
                  </a:ext>
                </a:extLst>
              </p:cNvPr>
              <p:cNvSpPr/>
              <p:nvPr/>
            </p:nvSpPr>
            <p:spPr>
              <a:xfrm>
                <a:off x="8439797" y="55895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8" name="Freeform 52237">
                <a:extLst>
                  <a:ext uri="{FF2B5EF4-FFF2-40B4-BE49-F238E27FC236}">
                    <a16:creationId xmlns:a16="http://schemas.microsoft.com/office/drawing/2014/main" id="{50D17742-BC24-4D02-136D-336D75EAE505}"/>
                  </a:ext>
                </a:extLst>
              </p:cNvPr>
              <p:cNvSpPr/>
              <p:nvPr/>
            </p:nvSpPr>
            <p:spPr>
              <a:xfrm>
                <a:off x="8440293" y="56323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39" name="Freeform 52238">
                <a:extLst>
                  <a:ext uri="{FF2B5EF4-FFF2-40B4-BE49-F238E27FC236}">
                    <a16:creationId xmlns:a16="http://schemas.microsoft.com/office/drawing/2014/main" id="{87DCD43F-197B-E26C-16DB-8B763F2AFAF4}"/>
                  </a:ext>
                </a:extLst>
              </p:cNvPr>
              <p:cNvSpPr/>
              <p:nvPr/>
            </p:nvSpPr>
            <p:spPr>
              <a:xfrm>
                <a:off x="8440789" y="5656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0" name="Freeform 52239">
                <a:extLst>
                  <a:ext uri="{FF2B5EF4-FFF2-40B4-BE49-F238E27FC236}">
                    <a16:creationId xmlns:a16="http://schemas.microsoft.com/office/drawing/2014/main" id="{BAE320CE-D339-18DC-AF4C-6F5557F565AD}"/>
                  </a:ext>
                </a:extLst>
              </p:cNvPr>
              <p:cNvSpPr/>
              <p:nvPr/>
            </p:nvSpPr>
            <p:spPr>
              <a:xfrm>
                <a:off x="8441384" y="5669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1" name="Freeform 52240">
                <a:extLst>
                  <a:ext uri="{FF2B5EF4-FFF2-40B4-BE49-F238E27FC236}">
                    <a16:creationId xmlns:a16="http://schemas.microsoft.com/office/drawing/2014/main" id="{39249DFD-CE7B-3E90-29CD-1C7B4A5A9CAD}"/>
                  </a:ext>
                </a:extLst>
              </p:cNvPr>
              <p:cNvSpPr/>
              <p:nvPr/>
            </p:nvSpPr>
            <p:spPr>
              <a:xfrm>
                <a:off x="8441880" y="56634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2" name="Freeform 52241">
                <a:extLst>
                  <a:ext uri="{FF2B5EF4-FFF2-40B4-BE49-F238E27FC236}">
                    <a16:creationId xmlns:a16="http://schemas.microsoft.com/office/drawing/2014/main" id="{FF81D386-3B04-AAF1-2066-A0C62293F45E}"/>
                  </a:ext>
                </a:extLst>
              </p:cNvPr>
              <p:cNvSpPr/>
              <p:nvPr/>
            </p:nvSpPr>
            <p:spPr>
              <a:xfrm>
                <a:off x="8442377" y="5650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3" name="Freeform 52242">
                <a:extLst>
                  <a:ext uri="{FF2B5EF4-FFF2-40B4-BE49-F238E27FC236}">
                    <a16:creationId xmlns:a16="http://schemas.microsoft.com/office/drawing/2014/main" id="{72AE3FFD-62FF-55BD-6E9F-7B69DD785D7D}"/>
                  </a:ext>
                </a:extLst>
              </p:cNvPr>
              <p:cNvSpPr/>
              <p:nvPr/>
            </p:nvSpPr>
            <p:spPr>
              <a:xfrm>
                <a:off x="8442972" y="5612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4" name="Freeform 52243">
                <a:extLst>
                  <a:ext uri="{FF2B5EF4-FFF2-40B4-BE49-F238E27FC236}">
                    <a16:creationId xmlns:a16="http://schemas.microsoft.com/office/drawing/2014/main" id="{9ECDB06E-CAB7-F5A7-0969-72C0C02422F5}"/>
                  </a:ext>
                </a:extLst>
              </p:cNvPr>
              <p:cNvSpPr/>
              <p:nvPr/>
            </p:nvSpPr>
            <p:spPr>
              <a:xfrm>
                <a:off x="8443468" y="55784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5" name="Freeform 52244">
                <a:extLst>
                  <a:ext uri="{FF2B5EF4-FFF2-40B4-BE49-F238E27FC236}">
                    <a16:creationId xmlns:a16="http://schemas.microsoft.com/office/drawing/2014/main" id="{442EA050-7C77-8917-2FFD-630AEBEC455F}"/>
                  </a:ext>
                </a:extLst>
              </p:cNvPr>
              <p:cNvSpPr/>
              <p:nvPr/>
            </p:nvSpPr>
            <p:spPr>
              <a:xfrm>
                <a:off x="8443964" y="55581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6" name="Freeform 52245">
                <a:extLst>
                  <a:ext uri="{FF2B5EF4-FFF2-40B4-BE49-F238E27FC236}">
                    <a16:creationId xmlns:a16="http://schemas.microsoft.com/office/drawing/2014/main" id="{FA4852A2-4FD7-4ABF-938F-7EC8D07DB518}"/>
                  </a:ext>
                </a:extLst>
              </p:cNvPr>
              <p:cNvSpPr/>
              <p:nvPr/>
            </p:nvSpPr>
            <p:spPr>
              <a:xfrm>
                <a:off x="8444559" y="55025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7" name="Freeform 52246">
                <a:extLst>
                  <a:ext uri="{FF2B5EF4-FFF2-40B4-BE49-F238E27FC236}">
                    <a16:creationId xmlns:a16="http://schemas.microsoft.com/office/drawing/2014/main" id="{8E3E7406-E246-8B48-8C44-7D82783006BF}"/>
                  </a:ext>
                </a:extLst>
              </p:cNvPr>
              <p:cNvSpPr/>
              <p:nvPr/>
            </p:nvSpPr>
            <p:spPr>
              <a:xfrm>
                <a:off x="8445055" y="55393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8" name="Freeform 52247">
                <a:extLst>
                  <a:ext uri="{FF2B5EF4-FFF2-40B4-BE49-F238E27FC236}">
                    <a16:creationId xmlns:a16="http://schemas.microsoft.com/office/drawing/2014/main" id="{C6BDB1A6-CFA1-BB57-7B9F-4BD1B7C1A094}"/>
                  </a:ext>
                </a:extLst>
              </p:cNvPr>
              <p:cNvSpPr/>
              <p:nvPr/>
            </p:nvSpPr>
            <p:spPr>
              <a:xfrm>
                <a:off x="8445552" y="55352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49" name="Freeform 52248">
                <a:extLst>
                  <a:ext uri="{FF2B5EF4-FFF2-40B4-BE49-F238E27FC236}">
                    <a16:creationId xmlns:a16="http://schemas.microsoft.com/office/drawing/2014/main" id="{77620AB8-B23B-6D68-F6CD-F20129576486}"/>
                  </a:ext>
                </a:extLst>
              </p:cNvPr>
              <p:cNvSpPr/>
              <p:nvPr/>
            </p:nvSpPr>
            <p:spPr>
              <a:xfrm>
                <a:off x="8446147" y="55303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0" name="Freeform 52249">
                <a:extLst>
                  <a:ext uri="{FF2B5EF4-FFF2-40B4-BE49-F238E27FC236}">
                    <a16:creationId xmlns:a16="http://schemas.microsoft.com/office/drawing/2014/main" id="{303B4C51-5B04-062B-96CC-C98567B82618}"/>
                  </a:ext>
                </a:extLst>
              </p:cNvPr>
              <p:cNvSpPr/>
              <p:nvPr/>
            </p:nvSpPr>
            <p:spPr>
              <a:xfrm>
                <a:off x="8446643" y="55230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1" name="Freeform 52250">
                <a:extLst>
                  <a:ext uri="{FF2B5EF4-FFF2-40B4-BE49-F238E27FC236}">
                    <a16:creationId xmlns:a16="http://schemas.microsoft.com/office/drawing/2014/main" id="{2E54D5D2-499E-2FE7-2644-4083323BA3C9}"/>
                  </a:ext>
                </a:extLst>
              </p:cNvPr>
              <p:cNvSpPr/>
              <p:nvPr/>
            </p:nvSpPr>
            <p:spPr>
              <a:xfrm>
                <a:off x="8447139" y="55430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2" name="Freeform 52251">
                <a:extLst>
                  <a:ext uri="{FF2B5EF4-FFF2-40B4-BE49-F238E27FC236}">
                    <a16:creationId xmlns:a16="http://schemas.microsoft.com/office/drawing/2014/main" id="{124B469E-A57E-A077-A0DD-BD99A6B8391B}"/>
                  </a:ext>
                </a:extLst>
              </p:cNvPr>
              <p:cNvSpPr/>
              <p:nvPr/>
            </p:nvSpPr>
            <p:spPr>
              <a:xfrm>
                <a:off x="8447635" y="5592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4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3" name="Freeform 52252">
                <a:extLst>
                  <a:ext uri="{FF2B5EF4-FFF2-40B4-BE49-F238E27FC236}">
                    <a16:creationId xmlns:a16="http://schemas.microsoft.com/office/drawing/2014/main" id="{F525D67B-8711-50BF-94CC-9B4100B64E2C}"/>
                  </a:ext>
                </a:extLst>
              </p:cNvPr>
              <p:cNvSpPr/>
              <p:nvPr/>
            </p:nvSpPr>
            <p:spPr>
              <a:xfrm>
                <a:off x="8448230" y="57528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4" name="Freeform 52253">
                <a:extLst>
                  <a:ext uri="{FF2B5EF4-FFF2-40B4-BE49-F238E27FC236}">
                    <a16:creationId xmlns:a16="http://schemas.microsoft.com/office/drawing/2014/main" id="{8C81404B-AC63-410C-08E0-E03CF5EED71F}"/>
                  </a:ext>
                </a:extLst>
              </p:cNvPr>
              <p:cNvSpPr/>
              <p:nvPr/>
            </p:nvSpPr>
            <p:spPr>
              <a:xfrm>
                <a:off x="8448727" y="58588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4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5" name="Freeform 52254">
                <a:extLst>
                  <a:ext uri="{FF2B5EF4-FFF2-40B4-BE49-F238E27FC236}">
                    <a16:creationId xmlns:a16="http://schemas.microsoft.com/office/drawing/2014/main" id="{42505C69-AEA3-3286-B6B3-480C5E176ABC}"/>
                  </a:ext>
                </a:extLst>
              </p:cNvPr>
              <p:cNvSpPr/>
              <p:nvPr/>
            </p:nvSpPr>
            <p:spPr>
              <a:xfrm>
                <a:off x="8449223" y="586501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6" name="Freeform 52255">
                <a:extLst>
                  <a:ext uri="{FF2B5EF4-FFF2-40B4-BE49-F238E27FC236}">
                    <a16:creationId xmlns:a16="http://schemas.microsoft.com/office/drawing/2014/main" id="{A2E712D7-8CC7-77D0-7FEC-D85BC60B6CBF}"/>
                  </a:ext>
                </a:extLst>
              </p:cNvPr>
              <p:cNvSpPr/>
              <p:nvPr/>
            </p:nvSpPr>
            <p:spPr>
              <a:xfrm>
                <a:off x="8449818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7" name="Freeform 52256">
                <a:extLst>
                  <a:ext uri="{FF2B5EF4-FFF2-40B4-BE49-F238E27FC236}">
                    <a16:creationId xmlns:a16="http://schemas.microsoft.com/office/drawing/2014/main" id="{E31E23FF-605D-1F25-6648-805E974DBF19}"/>
                  </a:ext>
                </a:extLst>
              </p:cNvPr>
              <p:cNvSpPr/>
              <p:nvPr/>
            </p:nvSpPr>
            <p:spPr>
              <a:xfrm>
                <a:off x="8450314" y="58254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8" name="Freeform 52257">
                <a:extLst>
                  <a:ext uri="{FF2B5EF4-FFF2-40B4-BE49-F238E27FC236}">
                    <a16:creationId xmlns:a16="http://schemas.microsoft.com/office/drawing/2014/main" id="{EDA9C103-11D5-65EE-B036-CED785A300CE}"/>
                  </a:ext>
                </a:extLst>
              </p:cNvPr>
              <p:cNvSpPr/>
              <p:nvPr/>
            </p:nvSpPr>
            <p:spPr>
              <a:xfrm>
                <a:off x="8450810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59" name="Freeform 52258">
                <a:extLst>
                  <a:ext uri="{FF2B5EF4-FFF2-40B4-BE49-F238E27FC236}">
                    <a16:creationId xmlns:a16="http://schemas.microsoft.com/office/drawing/2014/main" id="{27A60718-B3F5-959D-1A17-4991B1E0EFC7}"/>
                  </a:ext>
                </a:extLst>
              </p:cNvPr>
              <p:cNvSpPr/>
              <p:nvPr/>
            </p:nvSpPr>
            <p:spPr>
              <a:xfrm>
                <a:off x="8451405" y="5789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0" name="Freeform 52259">
                <a:extLst>
                  <a:ext uri="{FF2B5EF4-FFF2-40B4-BE49-F238E27FC236}">
                    <a16:creationId xmlns:a16="http://schemas.microsoft.com/office/drawing/2014/main" id="{CEEDD643-F5E7-2BEC-74C0-9EDF113375F6}"/>
                  </a:ext>
                </a:extLst>
              </p:cNvPr>
              <p:cNvSpPr/>
              <p:nvPr/>
            </p:nvSpPr>
            <p:spPr>
              <a:xfrm>
                <a:off x="8451902" y="5778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1" name="Freeform 52260">
                <a:extLst>
                  <a:ext uri="{FF2B5EF4-FFF2-40B4-BE49-F238E27FC236}">
                    <a16:creationId xmlns:a16="http://schemas.microsoft.com/office/drawing/2014/main" id="{4C8D35E4-008C-5811-41AE-70085BB2B2BD}"/>
                  </a:ext>
                </a:extLst>
              </p:cNvPr>
              <p:cNvSpPr/>
              <p:nvPr/>
            </p:nvSpPr>
            <p:spPr>
              <a:xfrm>
                <a:off x="8452398" y="5690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2" name="Freeform 52261">
                <a:extLst>
                  <a:ext uri="{FF2B5EF4-FFF2-40B4-BE49-F238E27FC236}">
                    <a16:creationId xmlns:a16="http://schemas.microsoft.com/office/drawing/2014/main" id="{1A159348-6BB3-40BC-0C7E-6E9000D5D4ED}"/>
                  </a:ext>
                </a:extLst>
              </p:cNvPr>
              <p:cNvSpPr/>
              <p:nvPr/>
            </p:nvSpPr>
            <p:spPr>
              <a:xfrm>
                <a:off x="8452993" y="5692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3" name="Freeform 52262">
                <a:extLst>
                  <a:ext uri="{FF2B5EF4-FFF2-40B4-BE49-F238E27FC236}">
                    <a16:creationId xmlns:a16="http://schemas.microsoft.com/office/drawing/2014/main" id="{1B7B0415-A205-16D5-51B0-708533077D61}"/>
                  </a:ext>
                </a:extLst>
              </p:cNvPr>
              <p:cNvSpPr/>
              <p:nvPr/>
            </p:nvSpPr>
            <p:spPr>
              <a:xfrm>
                <a:off x="8453489" y="5720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4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4" name="Freeform 52263">
                <a:extLst>
                  <a:ext uri="{FF2B5EF4-FFF2-40B4-BE49-F238E27FC236}">
                    <a16:creationId xmlns:a16="http://schemas.microsoft.com/office/drawing/2014/main" id="{CC73024F-F7F0-C210-9E62-3B53EC3C4400}"/>
                  </a:ext>
                </a:extLst>
              </p:cNvPr>
              <p:cNvSpPr/>
              <p:nvPr/>
            </p:nvSpPr>
            <p:spPr>
              <a:xfrm>
                <a:off x="8453985" y="5732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5" name="Freeform 52264">
                <a:extLst>
                  <a:ext uri="{FF2B5EF4-FFF2-40B4-BE49-F238E27FC236}">
                    <a16:creationId xmlns:a16="http://schemas.microsoft.com/office/drawing/2014/main" id="{22D3E05D-F40F-2499-98A0-400378BF4B27}"/>
                  </a:ext>
                </a:extLst>
              </p:cNvPr>
              <p:cNvSpPr/>
              <p:nvPr/>
            </p:nvSpPr>
            <p:spPr>
              <a:xfrm>
                <a:off x="8454580" y="5730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6" name="Freeform 52265">
                <a:extLst>
                  <a:ext uri="{FF2B5EF4-FFF2-40B4-BE49-F238E27FC236}">
                    <a16:creationId xmlns:a16="http://schemas.microsoft.com/office/drawing/2014/main" id="{74DF7BAF-9263-5A7A-7E6A-35C06576C997}"/>
                  </a:ext>
                </a:extLst>
              </p:cNvPr>
              <p:cNvSpPr/>
              <p:nvPr/>
            </p:nvSpPr>
            <p:spPr>
              <a:xfrm>
                <a:off x="8455077" y="5712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7" name="Freeform 52266">
                <a:extLst>
                  <a:ext uri="{FF2B5EF4-FFF2-40B4-BE49-F238E27FC236}">
                    <a16:creationId xmlns:a16="http://schemas.microsoft.com/office/drawing/2014/main" id="{29A8EADB-26CF-E6D0-EDC8-86DDEA12044D}"/>
                  </a:ext>
                </a:extLst>
              </p:cNvPr>
              <p:cNvSpPr/>
              <p:nvPr/>
            </p:nvSpPr>
            <p:spPr>
              <a:xfrm>
                <a:off x="8455573" y="57070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8" name="Freeform 52267">
                <a:extLst>
                  <a:ext uri="{FF2B5EF4-FFF2-40B4-BE49-F238E27FC236}">
                    <a16:creationId xmlns:a16="http://schemas.microsoft.com/office/drawing/2014/main" id="{45D959F6-2922-B504-0CDA-AD950F0E88DC}"/>
                  </a:ext>
                </a:extLst>
              </p:cNvPr>
              <p:cNvSpPr/>
              <p:nvPr/>
            </p:nvSpPr>
            <p:spPr>
              <a:xfrm>
                <a:off x="8456168" y="56768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69" name="Freeform 52268">
                <a:extLst>
                  <a:ext uri="{FF2B5EF4-FFF2-40B4-BE49-F238E27FC236}">
                    <a16:creationId xmlns:a16="http://schemas.microsoft.com/office/drawing/2014/main" id="{5FCAF54F-D60A-59EE-E404-7D3EF4A6EE2F}"/>
                  </a:ext>
                </a:extLst>
              </p:cNvPr>
              <p:cNvSpPr/>
              <p:nvPr/>
            </p:nvSpPr>
            <p:spPr>
              <a:xfrm>
                <a:off x="8456664" y="56462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4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0" name="Freeform 52269">
                <a:extLst>
                  <a:ext uri="{FF2B5EF4-FFF2-40B4-BE49-F238E27FC236}">
                    <a16:creationId xmlns:a16="http://schemas.microsoft.com/office/drawing/2014/main" id="{C39621B1-3C6D-5A19-687A-BF271B6AC3BF}"/>
                  </a:ext>
                </a:extLst>
              </p:cNvPr>
              <p:cNvSpPr/>
              <p:nvPr/>
            </p:nvSpPr>
            <p:spPr>
              <a:xfrm>
                <a:off x="8457160" y="56344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1" name="Freeform 52270">
                <a:extLst>
                  <a:ext uri="{FF2B5EF4-FFF2-40B4-BE49-F238E27FC236}">
                    <a16:creationId xmlns:a16="http://schemas.microsoft.com/office/drawing/2014/main" id="{2CC2E9B7-313A-164B-EF79-CE9A49B65732}"/>
                  </a:ext>
                </a:extLst>
              </p:cNvPr>
              <p:cNvSpPr/>
              <p:nvPr/>
            </p:nvSpPr>
            <p:spPr>
              <a:xfrm>
                <a:off x="8457755" y="55969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2" name="Freeform 52271">
                <a:extLst>
                  <a:ext uri="{FF2B5EF4-FFF2-40B4-BE49-F238E27FC236}">
                    <a16:creationId xmlns:a16="http://schemas.microsoft.com/office/drawing/2014/main" id="{65AF9AEE-6073-6EFA-E637-7FB3E5536377}"/>
                  </a:ext>
                </a:extLst>
              </p:cNvPr>
              <p:cNvSpPr/>
              <p:nvPr/>
            </p:nvSpPr>
            <p:spPr>
              <a:xfrm>
                <a:off x="8458252" y="5645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3" name="Freeform 52272">
                <a:extLst>
                  <a:ext uri="{FF2B5EF4-FFF2-40B4-BE49-F238E27FC236}">
                    <a16:creationId xmlns:a16="http://schemas.microsoft.com/office/drawing/2014/main" id="{2F24F34F-8818-ECEE-05C0-43CD995834CD}"/>
                  </a:ext>
                </a:extLst>
              </p:cNvPr>
              <p:cNvSpPr/>
              <p:nvPr/>
            </p:nvSpPr>
            <p:spPr>
              <a:xfrm>
                <a:off x="8458748" y="5655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4" name="Freeform 52273">
                <a:extLst>
                  <a:ext uri="{FF2B5EF4-FFF2-40B4-BE49-F238E27FC236}">
                    <a16:creationId xmlns:a16="http://schemas.microsoft.com/office/drawing/2014/main" id="{E621110B-9AE2-24CA-04AA-BB4ABA2A1D14}"/>
                  </a:ext>
                </a:extLst>
              </p:cNvPr>
              <p:cNvSpPr/>
              <p:nvPr/>
            </p:nvSpPr>
            <p:spPr>
              <a:xfrm>
                <a:off x="8459244" y="56757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5" name="Freeform 52274">
                <a:extLst>
                  <a:ext uri="{FF2B5EF4-FFF2-40B4-BE49-F238E27FC236}">
                    <a16:creationId xmlns:a16="http://schemas.microsoft.com/office/drawing/2014/main" id="{F0915EFD-96B0-D63E-048C-955BF848DE53}"/>
                  </a:ext>
                </a:extLst>
              </p:cNvPr>
              <p:cNvSpPr/>
              <p:nvPr/>
            </p:nvSpPr>
            <p:spPr>
              <a:xfrm>
                <a:off x="8459839" y="5682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6" name="Freeform 52275">
                <a:extLst>
                  <a:ext uri="{FF2B5EF4-FFF2-40B4-BE49-F238E27FC236}">
                    <a16:creationId xmlns:a16="http://schemas.microsoft.com/office/drawing/2014/main" id="{94BB392F-6159-965F-D10C-5D64FDA17DB2}"/>
                  </a:ext>
                </a:extLst>
              </p:cNvPr>
              <p:cNvSpPr/>
              <p:nvPr/>
            </p:nvSpPr>
            <p:spPr>
              <a:xfrm>
                <a:off x="8460335" y="5705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7" name="Freeform 52276">
                <a:extLst>
                  <a:ext uri="{FF2B5EF4-FFF2-40B4-BE49-F238E27FC236}">
                    <a16:creationId xmlns:a16="http://schemas.microsoft.com/office/drawing/2014/main" id="{97028E73-54E2-B47C-9FFC-FCEFCB3ABF80}"/>
                  </a:ext>
                </a:extLst>
              </p:cNvPr>
              <p:cNvSpPr/>
              <p:nvPr/>
            </p:nvSpPr>
            <p:spPr>
              <a:xfrm>
                <a:off x="8460831" y="58389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8" name="Freeform 52277">
                <a:extLst>
                  <a:ext uri="{FF2B5EF4-FFF2-40B4-BE49-F238E27FC236}">
                    <a16:creationId xmlns:a16="http://schemas.microsoft.com/office/drawing/2014/main" id="{2E0FE4C8-55F4-AA6C-8DCB-DDEA58032A84}"/>
                  </a:ext>
                </a:extLst>
              </p:cNvPr>
              <p:cNvSpPr/>
              <p:nvPr/>
            </p:nvSpPr>
            <p:spPr>
              <a:xfrm>
                <a:off x="8461427" y="58854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79" name="Freeform 52278">
                <a:extLst>
                  <a:ext uri="{FF2B5EF4-FFF2-40B4-BE49-F238E27FC236}">
                    <a16:creationId xmlns:a16="http://schemas.microsoft.com/office/drawing/2014/main" id="{BCB184E5-9B69-47EF-43F6-B467FD613921}"/>
                  </a:ext>
                </a:extLst>
              </p:cNvPr>
              <p:cNvSpPr/>
              <p:nvPr/>
            </p:nvSpPr>
            <p:spPr>
              <a:xfrm>
                <a:off x="8461923" y="59090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0" name="Freeform 52279">
                <a:extLst>
                  <a:ext uri="{FF2B5EF4-FFF2-40B4-BE49-F238E27FC236}">
                    <a16:creationId xmlns:a16="http://schemas.microsoft.com/office/drawing/2014/main" id="{9F293513-BFF9-B620-ADC3-A36CAECCACF2}"/>
                  </a:ext>
                </a:extLst>
              </p:cNvPr>
              <p:cNvSpPr/>
              <p:nvPr/>
            </p:nvSpPr>
            <p:spPr>
              <a:xfrm>
                <a:off x="8462419" y="59070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1" name="Freeform 52280">
                <a:extLst>
                  <a:ext uri="{FF2B5EF4-FFF2-40B4-BE49-F238E27FC236}">
                    <a16:creationId xmlns:a16="http://schemas.microsoft.com/office/drawing/2014/main" id="{CD61EFB4-FB5F-C4D5-3B41-A25371A59731}"/>
                  </a:ext>
                </a:extLst>
              </p:cNvPr>
              <p:cNvSpPr/>
              <p:nvPr/>
            </p:nvSpPr>
            <p:spPr>
              <a:xfrm>
                <a:off x="8463014" y="5904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2" name="Freeform 52281">
                <a:extLst>
                  <a:ext uri="{FF2B5EF4-FFF2-40B4-BE49-F238E27FC236}">
                    <a16:creationId xmlns:a16="http://schemas.microsoft.com/office/drawing/2014/main" id="{DADC9312-33CA-41D5-1E3A-217448094371}"/>
                  </a:ext>
                </a:extLst>
              </p:cNvPr>
              <p:cNvSpPr/>
              <p:nvPr/>
            </p:nvSpPr>
            <p:spPr>
              <a:xfrm>
                <a:off x="8463510" y="59009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3" name="Freeform 52282">
                <a:extLst>
                  <a:ext uri="{FF2B5EF4-FFF2-40B4-BE49-F238E27FC236}">
                    <a16:creationId xmlns:a16="http://schemas.microsoft.com/office/drawing/2014/main" id="{BD99D93A-303D-44F7-969F-688979F448A8}"/>
                  </a:ext>
                </a:extLst>
              </p:cNvPr>
              <p:cNvSpPr/>
              <p:nvPr/>
            </p:nvSpPr>
            <p:spPr>
              <a:xfrm>
                <a:off x="8464006" y="59042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4" name="Freeform 52283">
                <a:extLst>
                  <a:ext uri="{FF2B5EF4-FFF2-40B4-BE49-F238E27FC236}">
                    <a16:creationId xmlns:a16="http://schemas.microsoft.com/office/drawing/2014/main" id="{E1A9B2CB-004B-AB6F-0AB3-E4FEF1FEFC88}"/>
                  </a:ext>
                </a:extLst>
              </p:cNvPr>
              <p:cNvSpPr/>
              <p:nvPr/>
            </p:nvSpPr>
            <p:spPr>
              <a:xfrm>
                <a:off x="8464602" y="5896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5" name="Freeform 52284">
                <a:extLst>
                  <a:ext uri="{FF2B5EF4-FFF2-40B4-BE49-F238E27FC236}">
                    <a16:creationId xmlns:a16="http://schemas.microsoft.com/office/drawing/2014/main" id="{2098EC06-20D5-9320-A34D-B0AB31553ED3}"/>
                  </a:ext>
                </a:extLst>
              </p:cNvPr>
              <p:cNvSpPr/>
              <p:nvPr/>
            </p:nvSpPr>
            <p:spPr>
              <a:xfrm>
                <a:off x="8465098" y="5753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6" name="Freeform 52285">
                <a:extLst>
                  <a:ext uri="{FF2B5EF4-FFF2-40B4-BE49-F238E27FC236}">
                    <a16:creationId xmlns:a16="http://schemas.microsoft.com/office/drawing/2014/main" id="{A13959BB-765E-DBA7-BE44-AA2815A8DC9A}"/>
                  </a:ext>
                </a:extLst>
              </p:cNvPr>
              <p:cNvSpPr/>
              <p:nvPr/>
            </p:nvSpPr>
            <p:spPr>
              <a:xfrm>
                <a:off x="8465594" y="57740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7" name="Freeform 52286">
                <a:extLst>
                  <a:ext uri="{FF2B5EF4-FFF2-40B4-BE49-F238E27FC236}">
                    <a16:creationId xmlns:a16="http://schemas.microsoft.com/office/drawing/2014/main" id="{95FC5997-A3AA-24BF-D030-D7F80BC96F46}"/>
                  </a:ext>
                </a:extLst>
              </p:cNvPr>
              <p:cNvSpPr/>
              <p:nvPr/>
            </p:nvSpPr>
            <p:spPr>
              <a:xfrm>
                <a:off x="8466189" y="5784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8" name="Freeform 52287">
                <a:extLst>
                  <a:ext uri="{FF2B5EF4-FFF2-40B4-BE49-F238E27FC236}">
                    <a16:creationId xmlns:a16="http://schemas.microsoft.com/office/drawing/2014/main" id="{25F5B033-AD71-C9F4-5A15-7FFD7A476206}"/>
                  </a:ext>
                </a:extLst>
              </p:cNvPr>
              <p:cNvSpPr/>
              <p:nvPr/>
            </p:nvSpPr>
            <p:spPr>
              <a:xfrm>
                <a:off x="8466685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89" name="Freeform 52288">
                <a:extLst>
                  <a:ext uri="{FF2B5EF4-FFF2-40B4-BE49-F238E27FC236}">
                    <a16:creationId xmlns:a16="http://schemas.microsoft.com/office/drawing/2014/main" id="{5D8F7086-21A1-BA63-14E7-72D027F3E2D2}"/>
                  </a:ext>
                </a:extLst>
              </p:cNvPr>
              <p:cNvSpPr/>
              <p:nvPr/>
            </p:nvSpPr>
            <p:spPr>
              <a:xfrm>
                <a:off x="8467181" y="57715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0" name="Freeform 52289">
                <a:extLst>
                  <a:ext uri="{FF2B5EF4-FFF2-40B4-BE49-F238E27FC236}">
                    <a16:creationId xmlns:a16="http://schemas.microsoft.com/office/drawing/2014/main" id="{6C248DC3-56D1-E9C8-9924-83055D068B83}"/>
                  </a:ext>
                </a:extLst>
              </p:cNvPr>
              <p:cNvSpPr/>
              <p:nvPr/>
            </p:nvSpPr>
            <p:spPr>
              <a:xfrm>
                <a:off x="8467777" y="5777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1" name="Freeform 52290">
                <a:extLst>
                  <a:ext uri="{FF2B5EF4-FFF2-40B4-BE49-F238E27FC236}">
                    <a16:creationId xmlns:a16="http://schemas.microsoft.com/office/drawing/2014/main" id="{5F25706D-515A-4B8D-6094-DCB0666B9435}"/>
                  </a:ext>
                </a:extLst>
              </p:cNvPr>
              <p:cNvSpPr/>
              <p:nvPr/>
            </p:nvSpPr>
            <p:spPr>
              <a:xfrm>
                <a:off x="8468273" y="57650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2" name="Freeform 52291">
                <a:extLst>
                  <a:ext uri="{FF2B5EF4-FFF2-40B4-BE49-F238E27FC236}">
                    <a16:creationId xmlns:a16="http://schemas.microsoft.com/office/drawing/2014/main" id="{979762D8-F42F-C42B-5C9C-548660A16D3A}"/>
                  </a:ext>
                </a:extLst>
              </p:cNvPr>
              <p:cNvSpPr/>
              <p:nvPr/>
            </p:nvSpPr>
            <p:spPr>
              <a:xfrm>
                <a:off x="8468769" y="57479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3" name="Freeform 52292">
                <a:extLst>
                  <a:ext uri="{FF2B5EF4-FFF2-40B4-BE49-F238E27FC236}">
                    <a16:creationId xmlns:a16="http://schemas.microsoft.com/office/drawing/2014/main" id="{6B7A214C-F3EE-89AB-44A7-3599D7F52496}"/>
                  </a:ext>
                </a:extLst>
              </p:cNvPr>
              <p:cNvSpPr/>
              <p:nvPr/>
            </p:nvSpPr>
            <p:spPr>
              <a:xfrm>
                <a:off x="8469364" y="57226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4" name="Freeform 52293">
                <a:extLst>
                  <a:ext uri="{FF2B5EF4-FFF2-40B4-BE49-F238E27FC236}">
                    <a16:creationId xmlns:a16="http://schemas.microsoft.com/office/drawing/2014/main" id="{FAFBFD69-AB0A-5A5C-980C-FCC820AACCD8}"/>
                  </a:ext>
                </a:extLst>
              </p:cNvPr>
              <p:cNvSpPr/>
              <p:nvPr/>
            </p:nvSpPr>
            <p:spPr>
              <a:xfrm>
                <a:off x="8469860" y="5702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5" name="Freeform 52294">
                <a:extLst>
                  <a:ext uri="{FF2B5EF4-FFF2-40B4-BE49-F238E27FC236}">
                    <a16:creationId xmlns:a16="http://schemas.microsoft.com/office/drawing/2014/main" id="{FAD27875-F722-5D95-0C16-02D03631E698}"/>
                  </a:ext>
                </a:extLst>
              </p:cNvPr>
              <p:cNvSpPr/>
              <p:nvPr/>
            </p:nvSpPr>
            <p:spPr>
              <a:xfrm>
                <a:off x="8470356" y="56821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6" name="Freeform 52295">
                <a:extLst>
                  <a:ext uri="{FF2B5EF4-FFF2-40B4-BE49-F238E27FC236}">
                    <a16:creationId xmlns:a16="http://schemas.microsoft.com/office/drawing/2014/main" id="{2B719E7B-79EA-4ED6-BDCF-E5085F1DF894}"/>
                  </a:ext>
                </a:extLst>
              </p:cNvPr>
              <p:cNvSpPr/>
              <p:nvPr/>
            </p:nvSpPr>
            <p:spPr>
              <a:xfrm>
                <a:off x="8470952" y="57205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7" name="Freeform 52296">
                <a:extLst>
                  <a:ext uri="{FF2B5EF4-FFF2-40B4-BE49-F238E27FC236}">
                    <a16:creationId xmlns:a16="http://schemas.microsoft.com/office/drawing/2014/main" id="{5A38265D-3F26-A33D-F2D7-F5DD1AE517F2}"/>
                  </a:ext>
                </a:extLst>
              </p:cNvPr>
              <p:cNvSpPr/>
              <p:nvPr/>
            </p:nvSpPr>
            <p:spPr>
              <a:xfrm>
                <a:off x="8471448" y="5753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8" name="Freeform 52297">
                <a:extLst>
                  <a:ext uri="{FF2B5EF4-FFF2-40B4-BE49-F238E27FC236}">
                    <a16:creationId xmlns:a16="http://schemas.microsoft.com/office/drawing/2014/main" id="{AFE256CC-90AB-FB51-002E-A0642736DB92}"/>
                  </a:ext>
                </a:extLst>
              </p:cNvPr>
              <p:cNvSpPr/>
              <p:nvPr/>
            </p:nvSpPr>
            <p:spPr>
              <a:xfrm>
                <a:off x="8471944" y="5739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99" name="Freeform 52298">
                <a:extLst>
                  <a:ext uri="{FF2B5EF4-FFF2-40B4-BE49-F238E27FC236}">
                    <a16:creationId xmlns:a16="http://schemas.microsoft.com/office/drawing/2014/main" id="{4864A4B3-03B7-903F-EA2C-E45407EBD3D3}"/>
                  </a:ext>
                </a:extLst>
              </p:cNvPr>
              <p:cNvSpPr/>
              <p:nvPr/>
            </p:nvSpPr>
            <p:spPr>
              <a:xfrm>
                <a:off x="8472440" y="571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0" name="Freeform 52299">
                <a:extLst>
                  <a:ext uri="{FF2B5EF4-FFF2-40B4-BE49-F238E27FC236}">
                    <a16:creationId xmlns:a16="http://schemas.microsoft.com/office/drawing/2014/main" id="{C1D3782E-EC99-6BB1-1612-B1DE50546A75}"/>
                  </a:ext>
                </a:extLst>
              </p:cNvPr>
              <p:cNvSpPr/>
              <p:nvPr/>
            </p:nvSpPr>
            <p:spPr>
              <a:xfrm>
                <a:off x="8473035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1" name="Freeform 52300">
                <a:extLst>
                  <a:ext uri="{FF2B5EF4-FFF2-40B4-BE49-F238E27FC236}">
                    <a16:creationId xmlns:a16="http://schemas.microsoft.com/office/drawing/2014/main" id="{4DA3DFFF-1EC6-2B0D-1CB1-4FA41A61AB2B}"/>
                  </a:ext>
                </a:extLst>
              </p:cNvPr>
              <p:cNvSpPr/>
              <p:nvPr/>
            </p:nvSpPr>
            <p:spPr>
              <a:xfrm>
                <a:off x="8473531" y="5884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2" name="Freeform 52301">
                <a:extLst>
                  <a:ext uri="{FF2B5EF4-FFF2-40B4-BE49-F238E27FC236}">
                    <a16:creationId xmlns:a16="http://schemas.microsoft.com/office/drawing/2014/main" id="{C079E78F-655D-20AC-3905-97831B68BBEE}"/>
                  </a:ext>
                </a:extLst>
              </p:cNvPr>
              <p:cNvSpPr/>
              <p:nvPr/>
            </p:nvSpPr>
            <p:spPr>
              <a:xfrm>
                <a:off x="8474027" y="5914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3" name="Freeform 52302">
                <a:extLst>
                  <a:ext uri="{FF2B5EF4-FFF2-40B4-BE49-F238E27FC236}">
                    <a16:creationId xmlns:a16="http://schemas.microsoft.com/office/drawing/2014/main" id="{38238AFF-4D74-7122-E963-E35367DE8D87}"/>
                  </a:ext>
                </a:extLst>
              </p:cNvPr>
              <p:cNvSpPr/>
              <p:nvPr/>
            </p:nvSpPr>
            <p:spPr>
              <a:xfrm>
                <a:off x="8474623" y="59156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4" name="Freeform 52303">
                <a:extLst>
                  <a:ext uri="{FF2B5EF4-FFF2-40B4-BE49-F238E27FC236}">
                    <a16:creationId xmlns:a16="http://schemas.microsoft.com/office/drawing/2014/main" id="{EDB527BA-1E9B-C535-1F60-26BF62AC6CAE}"/>
                  </a:ext>
                </a:extLst>
              </p:cNvPr>
              <p:cNvSpPr/>
              <p:nvPr/>
            </p:nvSpPr>
            <p:spPr>
              <a:xfrm>
                <a:off x="8475119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5" name="Freeform 52304">
                <a:extLst>
                  <a:ext uri="{FF2B5EF4-FFF2-40B4-BE49-F238E27FC236}">
                    <a16:creationId xmlns:a16="http://schemas.microsoft.com/office/drawing/2014/main" id="{378F64F4-A596-2BCB-6EC4-60593E7EF6AD}"/>
                  </a:ext>
                </a:extLst>
              </p:cNvPr>
              <p:cNvSpPr/>
              <p:nvPr/>
            </p:nvSpPr>
            <p:spPr>
              <a:xfrm>
                <a:off x="8475615" y="5913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6" name="Freeform 52305">
                <a:extLst>
                  <a:ext uri="{FF2B5EF4-FFF2-40B4-BE49-F238E27FC236}">
                    <a16:creationId xmlns:a16="http://schemas.microsoft.com/office/drawing/2014/main" id="{D2943AA8-9454-124D-1B20-1E42A6FDDE8B}"/>
                  </a:ext>
                </a:extLst>
              </p:cNvPr>
              <p:cNvSpPr/>
              <p:nvPr/>
            </p:nvSpPr>
            <p:spPr>
              <a:xfrm>
                <a:off x="8476210" y="592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7" name="Freeform 52306">
                <a:extLst>
                  <a:ext uri="{FF2B5EF4-FFF2-40B4-BE49-F238E27FC236}">
                    <a16:creationId xmlns:a16="http://schemas.microsoft.com/office/drawing/2014/main" id="{431151C5-3F9A-3D67-563E-966C6AA858C2}"/>
                  </a:ext>
                </a:extLst>
              </p:cNvPr>
              <p:cNvSpPr/>
              <p:nvPr/>
            </p:nvSpPr>
            <p:spPr>
              <a:xfrm>
                <a:off x="8476706" y="59201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8" name="Freeform 52307">
                <a:extLst>
                  <a:ext uri="{FF2B5EF4-FFF2-40B4-BE49-F238E27FC236}">
                    <a16:creationId xmlns:a16="http://schemas.microsoft.com/office/drawing/2014/main" id="{C0180447-C23D-BD7D-58F7-5C5C02EC7C73}"/>
                  </a:ext>
                </a:extLst>
              </p:cNvPr>
              <p:cNvSpPr/>
              <p:nvPr/>
            </p:nvSpPr>
            <p:spPr>
              <a:xfrm>
                <a:off x="8477202" y="59054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09" name="Freeform 52308">
                <a:extLst>
                  <a:ext uri="{FF2B5EF4-FFF2-40B4-BE49-F238E27FC236}">
                    <a16:creationId xmlns:a16="http://schemas.microsoft.com/office/drawing/2014/main" id="{DB37E3D6-9D89-8BCD-2031-84241DB05FE8}"/>
                  </a:ext>
                </a:extLst>
              </p:cNvPr>
              <p:cNvSpPr/>
              <p:nvPr/>
            </p:nvSpPr>
            <p:spPr>
              <a:xfrm>
                <a:off x="8477798" y="5827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0" name="Freeform 52309">
                <a:extLst>
                  <a:ext uri="{FF2B5EF4-FFF2-40B4-BE49-F238E27FC236}">
                    <a16:creationId xmlns:a16="http://schemas.microsoft.com/office/drawing/2014/main" id="{8D65F472-83CA-5B27-9519-7AAD20A70DA6}"/>
                  </a:ext>
                </a:extLst>
              </p:cNvPr>
              <p:cNvSpPr/>
              <p:nvPr/>
            </p:nvSpPr>
            <p:spPr>
              <a:xfrm>
                <a:off x="8478294" y="57605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1" name="Freeform 52310">
                <a:extLst>
                  <a:ext uri="{FF2B5EF4-FFF2-40B4-BE49-F238E27FC236}">
                    <a16:creationId xmlns:a16="http://schemas.microsoft.com/office/drawing/2014/main" id="{9C9DCB2D-5B76-1682-2471-2DB7FB7241A4}"/>
                  </a:ext>
                </a:extLst>
              </p:cNvPr>
              <p:cNvSpPr/>
              <p:nvPr/>
            </p:nvSpPr>
            <p:spPr>
              <a:xfrm>
                <a:off x="8478790" y="57769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2" name="Freeform 52311">
                <a:extLst>
                  <a:ext uri="{FF2B5EF4-FFF2-40B4-BE49-F238E27FC236}">
                    <a16:creationId xmlns:a16="http://schemas.microsoft.com/office/drawing/2014/main" id="{D9A2996D-B11A-9E52-1859-D7CAA3FE4B9A}"/>
                  </a:ext>
                </a:extLst>
              </p:cNvPr>
              <p:cNvSpPr/>
              <p:nvPr/>
            </p:nvSpPr>
            <p:spPr>
              <a:xfrm>
                <a:off x="8479385" y="57792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3" name="Freeform 52312">
                <a:extLst>
                  <a:ext uri="{FF2B5EF4-FFF2-40B4-BE49-F238E27FC236}">
                    <a16:creationId xmlns:a16="http://schemas.microsoft.com/office/drawing/2014/main" id="{AFEEE2AF-5A2B-5B0D-D3FD-2E3B4E62C9F0}"/>
                  </a:ext>
                </a:extLst>
              </p:cNvPr>
              <p:cNvSpPr/>
              <p:nvPr/>
            </p:nvSpPr>
            <p:spPr>
              <a:xfrm>
                <a:off x="8479881" y="5779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4" name="Freeform 52313">
                <a:extLst>
                  <a:ext uri="{FF2B5EF4-FFF2-40B4-BE49-F238E27FC236}">
                    <a16:creationId xmlns:a16="http://schemas.microsoft.com/office/drawing/2014/main" id="{B070ADB2-A2E9-66EF-84F2-A97B17579743}"/>
                  </a:ext>
                </a:extLst>
              </p:cNvPr>
              <p:cNvSpPr/>
              <p:nvPr/>
            </p:nvSpPr>
            <p:spPr>
              <a:xfrm>
                <a:off x="8480377" y="576421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5" name="Freeform 52314">
                <a:extLst>
                  <a:ext uri="{FF2B5EF4-FFF2-40B4-BE49-F238E27FC236}">
                    <a16:creationId xmlns:a16="http://schemas.microsoft.com/office/drawing/2014/main" id="{484DB404-30EC-3EE7-3B52-D27CFEC56701}"/>
                  </a:ext>
                </a:extLst>
              </p:cNvPr>
              <p:cNvSpPr/>
              <p:nvPr/>
            </p:nvSpPr>
            <p:spPr>
              <a:xfrm>
                <a:off x="8480973" y="57846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6" name="Freeform 52315">
                <a:extLst>
                  <a:ext uri="{FF2B5EF4-FFF2-40B4-BE49-F238E27FC236}">
                    <a16:creationId xmlns:a16="http://schemas.microsoft.com/office/drawing/2014/main" id="{5FBC5DA6-119E-66A6-EDC5-98EB28A50853}"/>
                  </a:ext>
                </a:extLst>
              </p:cNvPr>
              <p:cNvSpPr/>
              <p:nvPr/>
            </p:nvSpPr>
            <p:spPr>
              <a:xfrm>
                <a:off x="8481469" y="57662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7" name="Freeform 52316">
                <a:extLst>
                  <a:ext uri="{FF2B5EF4-FFF2-40B4-BE49-F238E27FC236}">
                    <a16:creationId xmlns:a16="http://schemas.microsoft.com/office/drawing/2014/main" id="{EEA98EA1-A627-29AA-617E-0ED65A268E69}"/>
                  </a:ext>
                </a:extLst>
              </p:cNvPr>
              <p:cNvSpPr/>
              <p:nvPr/>
            </p:nvSpPr>
            <p:spPr>
              <a:xfrm>
                <a:off x="8481965" y="57531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8" name="Freeform 52317">
                <a:extLst>
                  <a:ext uri="{FF2B5EF4-FFF2-40B4-BE49-F238E27FC236}">
                    <a16:creationId xmlns:a16="http://schemas.microsoft.com/office/drawing/2014/main" id="{37B3D2E3-39BC-7905-09BC-4416E3154E01}"/>
                  </a:ext>
                </a:extLst>
              </p:cNvPr>
              <p:cNvSpPr/>
              <p:nvPr/>
            </p:nvSpPr>
            <p:spPr>
              <a:xfrm>
                <a:off x="8482560" y="57576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19" name="Freeform 52318">
                <a:extLst>
                  <a:ext uri="{FF2B5EF4-FFF2-40B4-BE49-F238E27FC236}">
                    <a16:creationId xmlns:a16="http://schemas.microsoft.com/office/drawing/2014/main" id="{91D9107B-83F6-0B7B-262E-9E1A2E1B4C5C}"/>
                  </a:ext>
                </a:extLst>
              </p:cNvPr>
              <p:cNvSpPr/>
              <p:nvPr/>
            </p:nvSpPr>
            <p:spPr>
              <a:xfrm>
                <a:off x="8483056" y="5801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0" name="Freeform 52319">
                <a:extLst>
                  <a:ext uri="{FF2B5EF4-FFF2-40B4-BE49-F238E27FC236}">
                    <a16:creationId xmlns:a16="http://schemas.microsoft.com/office/drawing/2014/main" id="{5C2D72E7-99E5-0DD0-0381-10FEA7720042}"/>
                  </a:ext>
                </a:extLst>
              </p:cNvPr>
              <p:cNvSpPr/>
              <p:nvPr/>
            </p:nvSpPr>
            <p:spPr>
              <a:xfrm>
                <a:off x="8483552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1" name="Freeform 52320">
                <a:extLst>
                  <a:ext uri="{FF2B5EF4-FFF2-40B4-BE49-F238E27FC236}">
                    <a16:creationId xmlns:a16="http://schemas.microsoft.com/office/drawing/2014/main" id="{EAF7E229-158A-856E-1E4A-B4E2C14DF570}"/>
                  </a:ext>
                </a:extLst>
              </p:cNvPr>
              <p:cNvSpPr/>
              <p:nvPr/>
            </p:nvSpPr>
            <p:spPr>
              <a:xfrm>
                <a:off x="8484048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2" name="Freeform 52321">
                <a:extLst>
                  <a:ext uri="{FF2B5EF4-FFF2-40B4-BE49-F238E27FC236}">
                    <a16:creationId xmlns:a16="http://schemas.microsoft.com/office/drawing/2014/main" id="{270F01AD-81C3-DB03-0DF0-6F2643CA9DB2}"/>
                  </a:ext>
                </a:extLst>
              </p:cNvPr>
              <p:cNvSpPr/>
              <p:nvPr/>
            </p:nvSpPr>
            <p:spPr>
              <a:xfrm>
                <a:off x="8484644" y="5827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3" name="Freeform 52322">
                <a:extLst>
                  <a:ext uri="{FF2B5EF4-FFF2-40B4-BE49-F238E27FC236}">
                    <a16:creationId xmlns:a16="http://schemas.microsoft.com/office/drawing/2014/main" id="{3262F622-5EB6-0805-5BA8-E68F7284A03D}"/>
                  </a:ext>
                </a:extLst>
              </p:cNvPr>
              <p:cNvSpPr/>
              <p:nvPr/>
            </p:nvSpPr>
            <p:spPr>
              <a:xfrm>
                <a:off x="8485140" y="58022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4" name="Freeform 52323">
                <a:extLst>
                  <a:ext uri="{FF2B5EF4-FFF2-40B4-BE49-F238E27FC236}">
                    <a16:creationId xmlns:a16="http://schemas.microsoft.com/office/drawing/2014/main" id="{8608F5B8-1736-BFF0-CAB4-52976057618A}"/>
                  </a:ext>
                </a:extLst>
              </p:cNvPr>
              <p:cNvSpPr/>
              <p:nvPr/>
            </p:nvSpPr>
            <p:spPr>
              <a:xfrm>
                <a:off x="8485636" y="58242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5" name="Freeform 52324">
                <a:extLst>
                  <a:ext uri="{FF2B5EF4-FFF2-40B4-BE49-F238E27FC236}">
                    <a16:creationId xmlns:a16="http://schemas.microsoft.com/office/drawing/2014/main" id="{8CADBCD0-7FBF-5FD6-D5C2-DDEA4D735C31}"/>
                  </a:ext>
                </a:extLst>
              </p:cNvPr>
              <p:cNvSpPr/>
              <p:nvPr/>
            </p:nvSpPr>
            <p:spPr>
              <a:xfrm>
                <a:off x="8486231" y="59225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6" name="Freeform 52325">
                <a:extLst>
                  <a:ext uri="{FF2B5EF4-FFF2-40B4-BE49-F238E27FC236}">
                    <a16:creationId xmlns:a16="http://schemas.microsoft.com/office/drawing/2014/main" id="{D27240D5-EB83-B294-691B-6576E01241AA}"/>
                  </a:ext>
                </a:extLst>
              </p:cNvPr>
              <p:cNvSpPr/>
              <p:nvPr/>
            </p:nvSpPr>
            <p:spPr>
              <a:xfrm>
                <a:off x="8486727" y="59561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7" name="Freeform 52326">
                <a:extLst>
                  <a:ext uri="{FF2B5EF4-FFF2-40B4-BE49-F238E27FC236}">
                    <a16:creationId xmlns:a16="http://schemas.microsoft.com/office/drawing/2014/main" id="{1A5E9091-1FE3-D302-EEF1-3E173622CA3F}"/>
                  </a:ext>
                </a:extLst>
              </p:cNvPr>
              <p:cNvSpPr/>
              <p:nvPr/>
            </p:nvSpPr>
            <p:spPr>
              <a:xfrm>
                <a:off x="8487223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8" name="Freeform 52327">
                <a:extLst>
                  <a:ext uri="{FF2B5EF4-FFF2-40B4-BE49-F238E27FC236}">
                    <a16:creationId xmlns:a16="http://schemas.microsoft.com/office/drawing/2014/main" id="{4AEC9EE7-BC9C-516C-FFE6-8FE710C49AC2}"/>
                  </a:ext>
                </a:extLst>
              </p:cNvPr>
              <p:cNvSpPr/>
              <p:nvPr/>
            </p:nvSpPr>
            <p:spPr>
              <a:xfrm>
                <a:off x="8487819" y="5937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29" name="Freeform 52328">
                <a:extLst>
                  <a:ext uri="{FF2B5EF4-FFF2-40B4-BE49-F238E27FC236}">
                    <a16:creationId xmlns:a16="http://schemas.microsoft.com/office/drawing/2014/main" id="{0FA8F719-C4E0-021A-9D8A-57FE9C9833C3}"/>
                  </a:ext>
                </a:extLst>
              </p:cNvPr>
              <p:cNvSpPr/>
              <p:nvPr/>
            </p:nvSpPr>
            <p:spPr>
              <a:xfrm>
                <a:off x="8488315" y="59372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0" name="Freeform 52329">
                <a:extLst>
                  <a:ext uri="{FF2B5EF4-FFF2-40B4-BE49-F238E27FC236}">
                    <a16:creationId xmlns:a16="http://schemas.microsoft.com/office/drawing/2014/main" id="{5973207A-DFBC-4598-4D55-5B4507DB0356}"/>
                  </a:ext>
                </a:extLst>
              </p:cNvPr>
              <p:cNvSpPr/>
              <p:nvPr/>
            </p:nvSpPr>
            <p:spPr>
              <a:xfrm>
                <a:off x="8488811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1" name="Freeform 52330">
                <a:extLst>
                  <a:ext uri="{FF2B5EF4-FFF2-40B4-BE49-F238E27FC236}">
                    <a16:creationId xmlns:a16="http://schemas.microsoft.com/office/drawing/2014/main" id="{53D051DE-10E8-7EEE-3C81-DE7A3608F906}"/>
                  </a:ext>
                </a:extLst>
              </p:cNvPr>
              <p:cNvSpPr/>
              <p:nvPr/>
            </p:nvSpPr>
            <p:spPr>
              <a:xfrm>
                <a:off x="8489406" y="59507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2" name="Freeform 52331">
                <a:extLst>
                  <a:ext uri="{FF2B5EF4-FFF2-40B4-BE49-F238E27FC236}">
                    <a16:creationId xmlns:a16="http://schemas.microsoft.com/office/drawing/2014/main" id="{3DF14C06-9939-4631-3245-BAD8511EBBB1}"/>
                  </a:ext>
                </a:extLst>
              </p:cNvPr>
              <p:cNvSpPr/>
              <p:nvPr/>
            </p:nvSpPr>
            <p:spPr>
              <a:xfrm>
                <a:off x="8489902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3" name="Freeform 52332">
                <a:extLst>
                  <a:ext uri="{FF2B5EF4-FFF2-40B4-BE49-F238E27FC236}">
                    <a16:creationId xmlns:a16="http://schemas.microsoft.com/office/drawing/2014/main" id="{35767128-483A-70BF-4F22-4886A9ABAC15}"/>
                  </a:ext>
                </a:extLst>
              </p:cNvPr>
              <p:cNvSpPr/>
              <p:nvPr/>
            </p:nvSpPr>
            <p:spPr>
              <a:xfrm>
                <a:off x="8490398" y="5813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4" name="Freeform 52333">
                <a:extLst>
                  <a:ext uri="{FF2B5EF4-FFF2-40B4-BE49-F238E27FC236}">
                    <a16:creationId xmlns:a16="http://schemas.microsoft.com/office/drawing/2014/main" id="{691D5EBB-8F19-9F8E-C812-5C1165570C48}"/>
                  </a:ext>
                </a:extLst>
              </p:cNvPr>
              <p:cNvSpPr/>
              <p:nvPr/>
            </p:nvSpPr>
            <p:spPr>
              <a:xfrm>
                <a:off x="8490994" y="5767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5" name="Freeform 52334">
                <a:extLst>
                  <a:ext uri="{FF2B5EF4-FFF2-40B4-BE49-F238E27FC236}">
                    <a16:creationId xmlns:a16="http://schemas.microsoft.com/office/drawing/2014/main" id="{4504334D-C360-3E9D-47B5-CB3DE3E6B05B}"/>
                  </a:ext>
                </a:extLst>
              </p:cNvPr>
              <p:cNvSpPr/>
              <p:nvPr/>
            </p:nvSpPr>
            <p:spPr>
              <a:xfrm>
                <a:off x="8491490" y="57817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6" name="Freeform 52335">
                <a:extLst>
                  <a:ext uri="{FF2B5EF4-FFF2-40B4-BE49-F238E27FC236}">
                    <a16:creationId xmlns:a16="http://schemas.microsoft.com/office/drawing/2014/main" id="{776B65EB-6BDC-29E3-7230-B5D05975B881}"/>
                  </a:ext>
                </a:extLst>
              </p:cNvPr>
              <p:cNvSpPr/>
              <p:nvPr/>
            </p:nvSpPr>
            <p:spPr>
              <a:xfrm>
                <a:off x="8491986" y="57813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7" name="Freeform 52336">
                <a:extLst>
                  <a:ext uri="{FF2B5EF4-FFF2-40B4-BE49-F238E27FC236}">
                    <a16:creationId xmlns:a16="http://schemas.microsoft.com/office/drawing/2014/main" id="{49547675-EAA3-BE54-2877-D9BE5468474B}"/>
                  </a:ext>
                </a:extLst>
              </p:cNvPr>
              <p:cNvSpPr/>
              <p:nvPr/>
            </p:nvSpPr>
            <p:spPr>
              <a:xfrm>
                <a:off x="8492581" y="57707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8" name="Freeform 52337">
                <a:extLst>
                  <a:ext uri="{FF2B5EF4-FFF2-40B4-BE49-F238E27FC236}">
                    <a16:creationId xmlns:a16="http://schemas.microsoft.com/office/drawing/2014/main" id="{E511B43F-226A-E2D5-0A2E-6EDF40C81BD7}"/>
                  </a:ext>
                </a:extLst>
              </p:cNvPr>
              <p:cNvSpPr/>
              <p:nvPr/>
            </p:nvSpPr>
            <p:spPr>
              <a:xfrm>
                <a:off x="8493077" y="57686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39" name="Freeform 52338">
                <a:extLst>
                  <a:ext uri="{FF2B5EF4-FFF2-40B4-BE49-F238E27FC236}">
                    <a16:creationId xmlns:a16="http://schemas.microsoft.com/office/drawing/2014/main" id="{403DAD37-65B6-6DEB-5036-EED7B1AA158B}"/>
                  </a:ext>
                </a:extLst>
              </p:cNvPr>
              <p:cNvSpPr/>
              <p:nvPr/>
            </p:nvSpPr>
            <p:spPr>
              <a:xfrm>
                <a:off x="8493573" y="57470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0" name="Freeform 52339">
                <a:extLst>
                  <a:ext uri="{FF2B5EF4-FFF2-40B4-BE49-F238E27FC236}">
                    <a16:creationId xmlns:a16="http://schemas.microsoft.com/office/drawing/2014/main" id="{89088014-0F2E-853D-49D6-5A4539E05E8D}"/>
                  </a:ext>
                </a:extLst>
              </p:cNvPr>
              <p:cNvSpPr/>
              <p:nvPr/>
            </p:nvSpPr>
            <p:spPr>
              <a:xfrm>
                <a:off x="8494169" y="57246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1" name="Freeform 52340">
                <a:extLst>
                  <a:ext uri="{FF2B5EF4-FFF2-40B4-BE49-F238E27FC236}">
                    <a16:creationId xmlns:a16="http://schemas.microsoft.com/office/drawing/2014/main" id="{1CAC36ED-2648-0167-5933-F2F7284D92A5}"/>
                  </a:ext>
                </a:extLst>
              </p:cNvPr>
              <p:cNvSpPr/>
              <p:nvPr/>
            </p:nvSpPr>
            <p:spPr>
              <a:xfrm>
                <a:off x="8494665" y="5702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2" name="Freeform 52341">
                <a:extLst>
                  <a:ext uri="{FF2B5EF4-FFF2-40B4-BE49-F238E27FC236}">
                    <a16:creationId xmlns:a16="http://schemas.microsoft.com/office/drawing/2014/main" id="{9846CC1C-33B0-5FDB-658F-019079F1C553}"/>
                  </a:ext>
                </a:extLst>
              </p:cNvPr>
              <p:cNvSpPr/>
              <p:nvPr/>
            </p:nvSpPr>
            <p:spPr>
              <a:xfrm>
                <a:off x="8495161" y="56968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3" name="Freeform 52342">
                <a:extLst>
                  <a:ext uri="{FF2B5EF4-FFF2-40B4-BE49-F238E27FC236}">
                    <a16:creationId xmlns:a16="http://schemas.microsoft.com/office/drawing/2014/main" id="{2EE3613C-65C8-3D0C-35B1-8A0CDC1F68DB}"/>
                  </a:ext>
                </a:extLst>
              </p:cNvPr>
              <p:cNvSpPr/>
              <p:nvPr/>
            </p:nvSpPr>
            <p:spPr>
              <a:xfrm>
                <a:off x="8495657" y="56715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4" name="Freeform 52343">
                <a:extLst>
                  <a:ext uri="{FF2B5EF4-FFF2-40B4-BE49-F238E27FC236}">
                    <a16:creationId xmlns:a16="http://schemas.microsoft.com/office/drawing/2014/main" id="{4C1A347F-07E4-6A22-AE5B-951265C8D935}"/>
                  </a:ext>
                </a:extLst>
              </p:cNvPr>
              <p:cNvSpPr/>
              <p:nvPr/>
            </p:nvSpPr>
            <p:spPr>
              <a:xfrm>
                <a:off x="8496252" y="56662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5" name="Freeform 52344">
                <a:extLst>
                  <a:ext uri="{FF2B5EF4-FFF2-40B4-BE49-F238E27FC236}">
                    <a16:creationId xmlns:a16="http://schemas.microsoft.com/office/drawing/2014/main" id="{E2EA719C-CD60-1D98-3AD9-681B8A592881}"/>
                  </a:ext>
                </a:extLst>
              </p:cNvPr>
              <p:cNvSpPr/>
              <p:nvPr/>
            </p:nvSpPr>
            <p:spPr>
              <a:xfrm>
                <a:off x="8496748" y="56936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6" name="Freeform 52345">
                <a:extLst>
                  <a:ext uri="{FF2B5EF4-FFF2-40B4-BE49-F238E27FC236}">
                    <a16:creationId xmlns:a16="http://schemas.microsoft.com/office/drawing/2014/main" id="{A8A9783F-83D3-24C0-6AEC-12E21E345B81}"/>
                  </a:ext>
                </a:extLst>
              </p:cNvPr>
              <p:cNvSpPr/>
              <p:nvPr/>
            </p:nvSpPr>
            <p:spPr>
              <a:xfrm>
                <a:off x="8497245" y="5694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7" name="Freeform 52346">
                <a:extLst>
                  <a:ext uri="{FF2B5EF4-FFF2-40B4-BE49-F238E27FC236}">
                    <a16:creationId xmlns:a16="http://schemas.microsoft.com/office/drawing/2014/main" id="{122C2292-A348-762F-DAEA-57EC6FBE701F}"/>
                  </a:ext>
                </a:extLst>
              </p:cNvPr>
              <p:cNvSpPr/>
              <p:nvPr/>
            </p:nvSpPr>
            <p:spPr>
              <a:xfrm>
                <a:off x="8497840" y="5680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8" name="Freeform 52347">
                <a:extLst>
                  <a:ext uri="{FF2B5EF4-FFF2-40B4-BE49-F238E27FC236}">
                    <a16:creationId xmlns:a16="http://schemas.microsoft.com/office/drawing/2014/main" id="{6359287E-54EF-3CBE-B12E-C19D7CC14062}"/>
                  </a:ext>
                </a:extLst>
              </p:cNvPr>
              <p:cNvSpPr/>
              <p:nvPr/>
            </p:nvSpPr>
            <p:spPr>
              <a:xfrm>
                <a:off x="8498336" y="569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49" name="Freeform 52348">
                <a:extLst>
                  <a:ext uri="{FF2B5EF4-FFF2-40B4-BE49-F238E27FC236}">
                    <a16:creationId xmlns:a16="http://schemas.microsoft.com/office/drawing/2014/main" id="{2C0B4862-607C-2B2D-5190-43B2F8DFD7B9}"/>
                  </a:ext>
                </a:extLst>
              </p:cNvPr>
              <p:cNvSpPr/>
              <p:nvPr/>
            </p:nvSpPr>
            <p:spPr>
              <a:xfrm>
                <a:off x="8498832" y="5769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0" name="Freeform 52349">
                <a:extLst>
                  <a:ext uri="{FF2B5EF4-FFF2-40B4-BE49-F238E27FC236}">
                    <a16:creationId xmlns:a16="http://schemas.microsoft.com/office/drawing/2014/main" id="{DFC2A2A8-822D-8E6C-0188-BD529E191E0D}"/>
                  </a:ext>
                </a:extLst>
              </p:cNvPr>
              <p:cNvSpPr/>
              <p:nvPr/>
            </p:nvSpPr>
            <p:spPr>
              <a:xfrm>
                <a:off x="8499427" y="58736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1" name="Freeform 52350">
                <a:extLst>
                  <a:ext uri="{FF2B5EF4-FFF2-40B4-BE49-F238E27FC236}">
                    <a16:creationId xmlns:a16="http://schemas.microsoft.com/office/drawing/2014/main" id="{B2DDC85B-A9C1-EC15-ADC3-CFE328FB86C0}"/>
                  </a:ext>
                </a:extLst>
              </p:cNvPr>
              <p:cNvSpPr/>
              <p:nvPr/>
            </p:nvSpPr>
            <p:spPr>
              <a:xfrm>
                <a:off x="8499923" y="5899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2" name="Freeform 52351">
                <a:extLst>
                  <a:ext uri="{FF2B5EF4-FFF2-40B4-BE49-F238E27FC236}">
                    <a16:creationId xmlns:a16="http://schemas.microsoft.com/office/drawing/2014/main" id="{4B153D63-4CD9-F50F-5698-049F5B2CEA6F}"/>
                  </a:ext>
                </a:extLst>
              </p:cNvPr>
              <p:cNvSpPr/>
              <p:nvPr/>
            </p:nvSpPr>
            <p:spPr>
              <a:xfrm>
                <a:off x="8500420" y="59074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3" name="Freeform 52352">
                <a:extLst>
                  <a:ext uri="{FF2B5EF4-FFF2-40B4-BE49-F238E27FC236}">
                    <a16:creationId xmlns:a16="http://schemas.microsoft.com/office/drawing/2014/main" id="{6763F112-C2D7-36C4-8C61-09374939F6B3}"/>
                  </a:ext>
                </a:extLst>
              </p:cNvPr>
              <p:cNvSpPr/>
              <p:nvPr/>
            </p:nvSpPr>
            <p:spPr>
              <a:xfrm>
                <a:off x="8501015" y="58939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4" name="Freeform 52353">
                <a:extLst>
                  <a:ext uri="{FF2B5EF4-FFF2-40B4-BE49-F238E27FC236}">
                    <a16:creationId xmlns:a16="http://schemas.microsoft.com/office/drawing/2014/main" id="{D3A30A4C-CADA-D73B-882A-AFB36C8B510B}"/>
                  </a:ext>
                </a:extLst>
              </p:cNvPr>
              <p:cNvSpPr/>
              <p:nvPr/>
            </p:nvSpPr>
            <p:spPr>
              <a:xfrm>
                <a:off x="8501511" y="58935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5" name="Freeform 52354">
                <a:extLst>
                  <a:ext uri="{FF2B5EF4-FFF2-40B4-BE49-F238E27FC236}">
                    <a16:creationId xmlns:a16="http://schemas.microsoft.com/office/drawing/2014/main" id="{37BE6BF1-6C0E-64F8-F46C-932DAA07541E}"/>
                  </a:ext>
                </a:extLst>
              </p:cNvPr>
              <p:cNvSpPr/>
              <p:nvPr/>
            </p:nvSpPr>
            <p:spPr>
              <a:xfrm>
                <a:off x="8502007" y="589805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6" name="Freeform 52355">
                <a:extLst>
                  <a:ext uri="{FF2B5EF4-FFF2-40B4-BE49-F238E27FC236}">
                    <a16:creationId xmlns:a16="http://schemas.microsoft.com/office/drawing/2014/main" id="{6BB39002-F484-EDF7-921C-FA632988919A}"/>
                  </a:ext>
                </a:extLst>
              </p:cNvPr>
              <p:cNvSpPr/>
              <p:nvPr/>
            </p:nvSpPr>
            <p:spPr>
              <a:xfrm>
                <a:off x="8502602" y="5880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7" name="Freeform 52356">
                <a:extLst>
                  <a:ext uri="{FF2B5EF4-FFF2-40B4-BE49-F238E27FC236}">
                    <a16:creationId xmlns:a16="http://schemas.microsoft.com/office/drawing/2014/main" id="{9C5BD6D5-0CAF-7BB2-D1C4-3D44E1FB210B}"/>
                  </a:ext>
                </a:extLst>
              </p:cNvPr>
              <p:cNvSpPr/>
              <p:nvPr/>
            </p:nvSpPr>
            <p:spPr>
              <a:xfrm>
                <a:off x="8503098" y="57417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8" name="Freeform 52357">
                <a:extLst>
                  <a:ext uri="{FF2B5EF4-FFF2-40B4-BE49-F238E27FC236}">
                    <a16:creationId xmlns:a16="http://schemas.microsoft.com/office/drawing/2014/main" id="{361BD189-94E6-E9F4-CB25-CCD582ADCAFF}"/>
                  </a:ext>
                </a:extLst>
              </p:cNvPr>
              <p:cNvSpPr/>
              <p:nvPr/>
            </p:nvSpPr>
            <p:spPr>
              <a:xfrm>
                <a:off x="8503595" y="57319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59" name="Freeform 52358">
                <a:extLst>
                  <a:ext uri="{FF2B5EF4-FFF2-40B4-BE49-F238E27FC236}">
                    <a16:creationId xmlns:a16="http://schemas.microsoft.com/office/drawing/2014/main" id="{0919BBD2-EEB0-145D-ED5B-A6C4C656C3CF}"/>
                  </a:ext>
                </a:extLst>
              </p:cNvPr>
              <p:cNvSpPr/>
              <p:nvPr/>
            </p:nvSpPr>
            <p:spPr>
              <a:xfrm>
                <a:off x="8504190" y="57520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0" name="Freeform 52359">
                <a:extLst>
                  <a:ext uri="{FF2B5EF4-FFF2-40B4-BE49-F238E27FC236}">
                    <a16:creationId xmlns:a16="http://schemas.microsoft.com/office/drawing/2014/main" id="{7CEBFDF7-5BA3-678E-6E26-14A7C41F14AB}"/>
                  </a:ext>
                </a:extLst>
              </p:cNvPr>
              <p:cNvSpPr/>
              <p:nvPr/>
            </p:nvSpPr>
            <p:spPr>
              <a:xfrm>
                <a:off x="8504686" y="5744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1" name="Freeform 52360">
                <a:extLst>
                  <a:ext uri="{FF2B5EF4-FFF2-40B4-BE49-F238E27FC236}">
                    <a16:creationId xmlns:a16="http://schemas.microsoft.com/office/drawing/2014/main" id="{8213D4F8-C70C-7E90-B8B0-8D11BE33A303}"/>
                  </a:ext>
                </a:extLst>
              </p:cNvPr>
              <p:cNvSpPr/>
              <p:nvPr/>
            </p:nvSpPr>
            <p:spPr>
              <a:xfrm>
                <a:off x="8505182" y="57630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2" name="Freeform 52361">
                <a:extLst>
                  <a:ext uri="{FF2B5EF4-FFF2-40B4-BE49-F238E27FC236}">
                    <a16:creationId xmlns:a16="http://schemas.microsoft.com/office/drawing/2014/main" id="{DE110437-998D-A8F7-A01E-409CA6BC0B9F}"/>
                  </a:ext>
                </a:extLst>
              </p:cNvPr>
              <p:cNvSpPr/>
              <p:nvPr/>
            </p:nvSpPr>
            <p:spPr>
              <a:xfrm>
                <a:off x="8505777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3" name="Freeform 52362">
                <a:extLst>
                  <a:ext uri="{FF2B5EF4-FFF2-40B4-BE49-F238E27FC236}">
                    <a16:creationId xmlns:a16="http://schemas.microsoft.com/office/drawing/2014/main" id="{7ECEC040-35D6-FABC-4319-E7A8B1D79662}"/>
                  </a:ext>
                </a:extLst>
              </p:cNvPr>
              <p:cNvSpPr/>
              <p:nvPr/>
            </p:nvSpPr>
            <p:spPr>
              <a:xfrm>
                <a:off x="8506273" y="5739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4" name="Freeform 52363">
                <a:extLst>
                  <a:ext uri="{FF2B5EF4-FFF2-40B4-BE49-F238E27FC236}">
                    <a16:creationId xmlns:a16="http://schemas.microsoft.com/office/drawing/2014/main" id="{7009E217-46E9-00E5-A6DF-5FBE7D004430}"/>
                  </a:ext>
                </a:extLst>
              </p:cNvPr>
              <p:cNvSpPr/>
              <p:nvPr/>
            </p:nvSpPr>
            <p:spPr>
              <a:xfrm>
                <a:off x="8506770" y="57160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5" name="Freeform 52364">
                <a:extLst>
                  <a:ext uri="{FF2B5EF4-FFF2-40B4-BE49-F238E27FC236}">
                    <a16:creationId xmlns:a16="http://schemas.microsoft.com/office/drawing/2014/main" id="{8AA5CA36-5A20-AB3D-CBE6-0619CED646C4}"/>
                  </a:ext>
                </a:extLst>
              </p:cNvPr>
              <p:cNvSpPr/>
              <p:nvPr/>
            </p:nvSpPr>
            <p:spPr>
              <a:xfrm>
                <a:off x="8507365" y="56809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6" name="Freeform 52365">
                <a:extLst>
                  <a:ext uri="{FF2B5EF4-FFF2-40B4-BE49-F238E27FC236}">
                    <a16:creationId xmlns:a16="http://schemas.microsoft.com/office/drawing/2014/main" id="{96FCAC13-C848-D1F9-5C54-B9108E5644B9}"/>
                  </a:ext>
                </a:extLst>
              </p:cNvPr>
              <p:cNvSpPr/>
              <p:nvPr/>
            </p:nvSpPr>
            <p:spPr>
              <a:xfrm>
                <a:off x="8507861" y="565447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7" name="Freeform 52366">
                <a:extLst>
                  <a:ext uri="{FF2B5EF4-FFF2-40B4-BE49-F238E27FC236}">
                    <a16:creationId xmlns:a16="http://schemas.microsoft.com/office/drawing/2014/main" id="{BBA9950C-731D-DF98-C136-F4E00DC7796E}"/>
                  </a:ext>
                </a:extLst>
              </p:cNvPr>
              <p:cNvSpPr/>
              <p:nvPr/>
            </p:nvSpPr>
            <p:spPr>
              <a:xfrm>
                <a:off x="8508357" y="56585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8" name="Freeform 52367">
                <a:extLst>
                  <a:ext uri="{FF2B5EF4-FFF2-40B4-BE49-F238E27FC236}">
                    <a16:creationId xmlns:a16="http://schemas.microsoft.com/office/drawing/2014/main" id="{96992391-E8F7-09DA-C3C0-8CF71D7519BC}"/>
                  </a:ext>
                </a:extLst>
              </p:cNvPr>
              <p:cNvSpPr/>
              <p:nvPr/>
            </p:nvSpPr>
            <p:spPr>
              <a:xfrm>
                <a:off x="8508853" y="56560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69" name="Freeform 52368">
                <a:extLst>
                  <a:ext uri="{FF2B5EF4-FFF2-40B4-BE49-F238E27FC236}">
                    <a16:creationId xmlns:a16="http://schemas.microsoft.com/office/drawing/2014/main" id="{732A2218-B572-5610-6FBE-D268C779E843}"/>
                  </a:ext>
                </a:extLst>
              </p:cNvPr>
              <p:cNvSpPr/>
              <p:nvPr/>
            </p:nvSpPr>
            <p:spPr>
              <a:xfrm>
                <a:off x="8509448" y="56535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0" name="Freeform 52369">
                <a:extLst>
                  <a:ext uri="{FF2B5EF4-FFF2-40B4-BE49-F238E27FC236}">
                    <a16:creationId xmlns:a16="http://schemas.microsoft.com/office/drawing/2014/main" id="{88C81A1B-FEC5-ADE9-7FFE-EB02532BBBCD}"/>
                  </a:ext>
                </a:extLst>
              </p:cNvPr>
              <p:cNvSpPr/>
              <p:nvPr/>
            </p:nvSpPr>
            <p:spPr>
              <a:xfrm>
                <a:off x="8509945" y="56523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1" name="Freeform 52370">
                <a:extLst>
                  <a:ext uri="{FF2B5EF4-FFF2-40B4-BE49-F238E27FC236}">
                    <a16:creationId xmlns:a16="http://schemas.microsoft.com/office/drawing/2014/main" id="{6F936AF5-B727-07B6-BD8C-B8DB3C3E1FD5}"/>
                  </a:ext>
                </a:extLst>
              </p:cNvPr>
              <p:cNvSpPr/>
              <p:nvPr/>
            </p:nvSpPr>
            <p:spPr>
              <a:xfrm>
                <a:off x="8510441" y="56642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2" name="Freeform 52371">
                <a:extLst>
                  <a:ext uri="{FF2B5EF4-FFF2-40B4-BE49-F238E27FC236}">
                    <a16:creationId xmlns:a16="http://schemas.microsoft.com/office/drawing/2014/main" id="{36CAAD5E-6689-CE98-BB9B-A60F6BCE66E8}"/>
                  </a:ext>
                </a:extLst>
              </p:cNvPr>
              <p:cNvSpPr/>
              <p:nvPr/>
            </p:nvSpPr>
            <p:spPr>
              <a:xfrm>
                <a:off x="8511036" y="569446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3" name="Freeform 52372">
                <a:extLst>
                  <a:ext uri="{FF2B5EF4-FFF2-40B4-BE49-F238E27FC236}">
                    <a16:creationId xmlns:a16="http://schemas.microsoft.com/office/drawing/2014/main" id="{F8334030-ABEA-2EB2-C75B-A11ED856C546}"/>
                  </a:ext>
                </a:extLst>
              </p:cNvPr>
              <p:cNvSpPr/>
              <p:nvPr/>
            </p:nvSpPr>
            <p:spPr>
              <a:xfrm>
                <a:off x="8511532" y="59136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4" name="Freeform 52373">
                <a:extLst>
                  <a:ext uri="{FF2B5EF4-FFF2-40B4-BE49-F238E27FC236}">
                    <a16:creationId xmlns:a16="http://schemas.microsoft.com/office/drawing/2014/main" id="{F418F417-9D61-A3B2-C068-47D850052D02}"/>
                  </a:ext>
                </a:extLst>
              </p:cNvPr>
              <p:cNvSpPr/>
              <p:nvPr/>
            </p:nvSpPr>
            <p:spPr>
              <a:xfrm>
                <a:off x="8512028" y="5949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5" name="Freeform 52374">
                <a:extLst>
                  <a:ext uri="{FF2B5EF4-FFF2-40B4-BE49-F238E27FC236}">
                    <a16:creationId xmlns:a16="http://schemas.microsoft.com/office/drawing/2014/main" id="{F2323C55-7731-79D8-CC9B-F4E550F43094}"/>
                  </a:ext>
                </a:extLst>
              </p:cNvPr>
              <p:cNvSpPr/>
              <p:nvPr/>
            </p:nvSpPr>
            <p:spPr>
              <a:xfrm>
                <a:off x="8512623" y="5953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6" name="Freeform 52375">
                <a:extLst>
                  <a:ext uri="{FF2B5EF4-FFF2-40B4-BE49-F238E27FC236}">
                    <a16:creationId xmlns:a16="http://schemas.microsoft.com/office/drawing/2014/main" id="{7270A23C-8462-1468-1291-AF7AC0A18D98}"/>
                  </a:ext>
                </a:extLst>
              </p:cNvPr>
              <p:cNvSpPr/>
              <p:nvPr/>
            </p:nvSpPr>
            <p:spPr>
              <a:xfrm>
                <a:off x="8513120" y="59532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7" name="Freeform 52376">
                <a:extLst>
                  <a:ext uri="{FF2B5EF4-FFF2-40B4-BE49-F238E27FC236}">
                    <a16:creationId xmlns:a16="http://schemas.microsoft.com/office/drawing/2014/main" id="{7BFFEF6D-9080-1A9B-DA04-781B5C73412C}"/>
                  </a:ext>
                </a:extLst>
              </p:cNvPr>
              <p:cNvSpPr/>
              <p:nvPr/>
            </p:nvSpPr>
            <p:spPr>
              <a:xfrm>
                <a:off x="8513616" y="59482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8" name="Freeform 52377">
                <a:extLst>
                  <a:ext uri="{FF2B5EF4-FFF2-40B4-BE49-F238E27FC236}">
                    <a16:creationId xmlns:a16="http://schemas.microsoft.com/office/drawing/2014/main" id="{3FB04D98-47B4-C74A-8781-8FAC15E444E8}"/>
                  </a:ext>
                </a:extLst>
              </p:cNvPr>
              <p:cNvSpPr/>
              <p:nvPr/>
            </p:nvSpPr>
            <p:spPr>
              <a:xfrm>
                <a:off x="8514211" y="59470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79" name="Freeform 52378">
                <a:extLst>
                  <a:ext uri="{FF2B5EF4-FFF2-40B4-BE49-F238E27FC236}">
                    <a16:creationId xmlns:a16="http://schemas.microsoft.com/office/drawing/2014/main" id="{A2E26D5A-5FCE-87B2-56FC-F8A8DD3C123C}"/>
                  </a:ext>
                </a:extLst>
              </p:cNvPr>
              <p:cNvSpPr/>
              <p:nvPr/>
            </p:nvSpPr>
            <p:spPr>
              <a:xfrm>
                <a:off x="8514707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0" name="Freeform 52379">
                <a:extLst>
                  <a:ext uri="{FF2B5EF4-FFF2-40B4-BE49-F238E27FC236}">
                    <a16:creationId xmlns:a16="http://schemas.microsoft.com/office/drawing/2014/main" id="{4DF88C04-DC9C-AFEC-3D47-3AD504A8E4D6}"/>
                  </a:ext>
                </a:extLst>
              </p:cNvPr>
              <p:cNvSpPr/>
              <p:nvPr/>
            </p:nvSpPr>
            <p:spPr>
              <a:xfrm>
                <a:off x="8515203" y="59466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1" name="Freeform 52380">
                <a:extLst>
                  <a:ext uri="{FF2B5EF4-FFF2-40B4-BE49-F238E27FC236}">
                    <a16:creationId xmlns:a16="http://schemas.microsoft.com/office/drawing/2014/main" id="{8C5DB3B6-F24E-B901-B30F-D174B04C58E7}"/>
                  </a:ext>
                </a:extLst>
              </p:cNvPr>
              <p:cNvSpPr/>
              <p:nvPr/>
            </p:nvSpPr>
            <p:spPr>
              <a:xfrm>
                <a:off x="8515798" y="579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2" name="Freeform 52381">
                <a:extLst>
                  <a:ext uri="{FF2B5EF4-FFF2-40B4-BE49-F238E27FC236}">
                    <a16:creationId xmlns:a16="http://schemas.microsoft.com/office/drawing/2014/main" id="{01A243A3-4039-826A-1498-A479C53EC0CF}"/>
                  </a:ext>
                </a:extLst>
              </p:cNvPr>
              <p:cNvSpPr/>
              <p:nvPr/>
            </p:nvSpPr>
            <p:spPr>
              <a:xfrm>
                <a:off x="8516295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3" name="Freeform 52382">
                <a:extLst>
                  <a:ext uri="{FF2B5EF4-FFF2-40B4-BE49-F238E27FC236}">
                    <a16:creationId xmlns:a16="http://schemas.microsoft.com/office/drawing/2014/main" id="{5BE99F8F-0CC9-5A16-69FC-C832C8310F99}"/>
                  </a:ext>
                </a:extLst>
              </p:cNvPr>
              <p:cNvSpPr/>
              <p:nvPr/>
            </p:nvSpPr>
            <p:spPr>
              <a:xfrm>
                <a:off x="8516791" y="5774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4" name="Freeform 52383">
                <a:extLst>
                  <a:ext uri="{FF2B5EF4-FFF2-40B4-BE49-F238E27FC236}">
                    <a16:creationId xmlns:a16="http://schemas.microsoft.com/office/drawing/2014/main" id="{9E7EA236-9549-8E94-C7BD-B79B80602971}"/>
                  </a:ext>
                </a:extLst>
              </p:cNvPr>
              <p:cNvSpPr/>
              <p:nvPr/>
            </p:nvSpPr>
            <p:spPr>
              <a:xfrm>
                <a:off x="8517386" y="578951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5" name="Freeform 52384">
                <a:extLst>
                  <a:ext uri="{FF2B5EF4-FFF2-40B4-BE49-F238E27FC236}">
                    <a16:creationId xmlns:a16="http://schemas.microsoft.com/office/drawing/2014/main" id="{8BB818F6-CE58-A0A0-F401-E58ECADA30F2}"/>
                  </a:ext>
                </a:extLst>
              </p:cNvPr>
              <p:cNvSpPr/>
              <p:nvPr/>
            </p:nvSpPr>
            <p:spPr>
              <a:xfrm>
                <a:off x="8517882" y="57838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6" name="Freeform 52385">
                <a:extLst>
                  <a:ext uri="{FF2B5EF4-FFF2-40B4-BE49-F238E27FC236}">
                    <a16:creationId xmlns:a16="http://schemas.microsoft.com/office/drawing/2014/main" id="{D2D057BD-B765-61BA-71EF-C2806B2A6039}"/>
                  </a:ext>
                </a:extLst>
              </p:cNvPr>
              <p:cNvSpPr/>
              <p:nvPr/>
            </p:nvSpPr>
            <p:spPr>
              <a:xfrm>
                <a:off x="8518378" y="578544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7" name="Freeform 52386">
                <a:extLst>
                  <a:ext uri="{FF2B5EF4-FFF2-40B4-BE49-F238E27FC236}">
                    <a16:creationId xmlns:a16="http://schemas.microsoft.com/office/drawing/2014/main" id="{2267B97C-F484-7A93-C123-3D966A191E90}"/>
                  </a:ext>
                </a:extLst>
              </p:cNvPr>
              <p:cNvSpPr/>
              <p:nvPr/>
            </p:nvSpPr>
            <p:spPr>
              <a:xfrm>
                <a:off x="8518973" y="5771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8" name="Freeform 52387">
                <a:extLst>
                  <a:ext uri="{FF2B5EF4-FFF2-40B4-BE49-F238E27FC236}">
                    <a16:creationId xmlns:a16="http://schemas.microsoft.com/office/drawing/2014/main" id="{491B97AF-D608-6088-028C-1E1768B637CE}"/>
                  </a:ext>
                </a:extLst>
              </p:cNvPr>
              <p:cNvSpPr/>
              <p:nvPr/>
            </p:nvSpPr>
            <p:spPr>
              <a:xfrm>
                <a:off x="8519470" y="5761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89" name="Freeform 52388">
                <a:extLst>
                  <a:ext uri="{FF2B5EF4-FFF2-40B4-BE49-F238E27FC236}">
                    <a16:creationId xmlns:a16="http://schemas.microsoft.com/office/drawing/2014/main" id="{AAF28870-F682-F0EF-057E-D7D738628C76}"/>
                  </a:ext>
                </a:extLst>
              </p:cNvPr>
              <p:cNvSpPr/>
              <p:nvPr/>
            </p:nvSpPr>
            <p:spPr>
              <a:xfrm>
                <a:off x="8519966" y="57238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0" name="Freeform 52389">
                <a:extLst>
                  <a:ext uri="{FF2B5EF4-FFF2-40B4-BE49-F238E27FC236}">
                    <a16:creationId xmlns:a16="http://schemas.microsoft.com/office/drawing/2014/main" id="{33BE9419-D972-193F-557F-CF3B808472BC}"/>
                  </a:ext>
                </a:extLst>
              </p:cNvPr>
              <p:cNvSpPr/>
              <p:nvPr/>
            </p:nvSpPr>
            <p:spPr>
              <a:xfrm>
                <a:off x="8520462" y="5689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1" name="Freeform 52390">
                <a:extLst>
                  <a:ext uri="{FF2B5EF4-FFF2-40B4-BE49-F238E27FC236}">
                    <a16:creationId xmlns:a16="http://schemas.microsoft.com/office/drawing/2014/main" id="{29DD0DE3-FDE4-00FB-4CF5-550145603370}"/>
                  </a:ext>
                </a:extLst>
              </p:cNvPr>
              <p:cNvSpPr/>
              <p:nvPr/>
            </p:nvSpPr>
            <p:spPr>
              <a:xfrm>
                <a:off x="8521057" y="56907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2" name="Freeform 52391">
                <a:extLst>
                  <a:ext uri="{FF2B5EF4-FFF2-40B4-BE49-F238E27FC236}">
                    <a16:creationId xmlns:a16="http://schemas.microsoft.com/office/drawing/2014/main" id="{EF7749BD-ECB9-AE9A-1BE6-94DD7B1F085D}"/>
                  </a:ext>
                </a:extLst>
              </p:cNvPr>
              <p:cNvSpPr/>
              <p:nvPr/>
            </p:nvSpPr>
            <p:spPr>
              <a:xfrm>
                <a:off x="8521553" y="56813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3" name="Freeform 52392">
                <a:extLst>
                  <a:ext uri="{FF2B5EF4-FFF2-40B4-BE49-F238E27FC236}">
                    <a16:creationId xmlns:a16="http://schemas.microsoft.com/office/drawing/2014/main" id="{A3B7B2F4-B602-9068-A3B2-B54DEA61883F}"/>
                  </a:ext>
                </a:extLst>
              </p:cNvPr>
              <p:cNvSpPr/>
              <p:nvPr/>
            </p:nvSpPr>
            <p:spPr>
              <a:xfrm>
                <a:off x="8522049" y="5690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4" name="Freeform 52393">
                <a:extLst>
                  <a:ext uri="{FF2B5EF4-FFF2-40B4-BE49-F238E27FC236}">
                    <a16:creationId xmlns:a16="http://schemas.microsoft.com/office/drawing/2014/main" id="{E5739CF4-DA25-791B-D609-1810CEA17539}"/>
                  </a:ext>
                </a:extLst>
              </p:cNvPr>
              <p:cNvSpPr/>
              <p:nvPr/>
            </p:nvSpPr>
            <p:spPr>
              <a:xfrm>
                <a:off x="8522645" y="57164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5" name="Freeform 52394">
                <a:extLst>
                  <a:ext uri="{FF2B5EF4-FFF2-40B4-BE49-F238E27FC236}">
                    <a16:creationId xmlns:a16="http://schemas.microsoft.com/office/drawing/2014/main" id="{BAD93784-E630-762D-F345-1ED354FD1150}"/>
                  </a:ext>
                </a:extLst>
              </p:cNvPr>
              <p:cNvSpPr/>
              <p:nvPr/>
            </p:nvSpPr>
            <p:spPr>
              <a:xfrm>
                <a:off x="8523141" y="57483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6" name="Freeform 52395">
                <a:extLst>
                  <a:ext uri="{FF2B5EF4-FFF2-40B4-BE49-F238E27FC236}">
                    <a16:creationId xmlns:a16="http://schemas.microsoft.com/office/drawing/2014/main" id="{D91D2400-75C8-53EF-D3CC-F0CFF87E474B}"/>
                  </a:ext>
                </a:extLst>
              </p:cNvPr>
              <p:cNvSpPr/>
              <p:nvPr/>
            </p:nvSpPr>
            <p:spPr>
              <a:xfrm>
                <a:off x="8523637" y="57381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7" name="Freeform 52396">
                <a:extLst>
                  <a:ext uri="{FF2B5EF4-FFF2-40B4-BE49-F238E27FC236}">
                    <a16:creationId xmlns:a16="http://schemas.microsoft.com/office/drawing/2014/main" id="{6ACE15B3-FDDC-A3D3-25E4-662ED79AC0A6}"/>
                  </a:ext>
                </a:extLst>
              </p:cNvPr>
              <p:cNvSpPr/>
              <p:nvPr/>
            </p:nvSpPr>
            <p:spPr>
              <a:xfrm>
                <a:off x="8524232" y="590996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8" name="Freeform 52397">
                <a:extLst>
                  <a:ext uri="{FF2B5EF4-FFF2-40B4-BE49-F238E27FC236}">
                    <a16:creationId xmlns:a16="http://schemas.microsoft.com/office/drawing/2014/main" id="{3AEE77B0-2E2E-6457-71C0-1697FC539BE7}"/>
                  </a:ext>
                </a:extLst>
              </p:cNvPr>
              <p:cNvSpPr/>
              <p:nvPr/>
            </p:nvSpPr>
            <p:spPr>
              <a:xfrm>
                <a:off x="8524728" y="5961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99" name="Freeform 52398">
                <a:extLst>
                  <a:ext uri="{FF2B5EF4-FFF2-40B4-BE49-F238E27FC236}">
                    <a16:creationId xmlns:a16="http://schemas.microsoft.com/office/drawing/2014/main" id="{95EC0B63-2763-908A-D3C8-AC463FF42706}"/>
                  </a:ext>
                </a:extLst>
              </p:cNvPr>
              <p:cNvSpPr/>
              <p:nvPr/>
            </p:nvSpPr>
            <p:spPr>
              <a:xfrm>
                <a:off x="8525224" y="596582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0" name="Freeform 52399">
                <a:extLst>
                  <a:ext uri="{FF2B5EF4-FFF2-40B4-BE49-F238E27FC236}">
                    <a16:creationId xmlns:a16="http://schemas.microsoft.com/office/drawing/2014/main" id="{C87FBB86-EB88-D532-585E-00E200E589D8}"/>
                  </a:ext>
                </a:extLst>
              </p:cNvPr>
              <p:cNvSpPr/>
              <p:nvPr/>
            </p:nvSpPr>
            <p:spPr>
              <a:xfrm>
                <a:off x="8525820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1" name="Freeform 52400">
                <a:extLst>
                  <a:ext uri="{FF2B5EF4-FFF2-40B4-BE49-F238E27FC236}">
                    <a16:creationId xmlns:a16="http://schemas.microsoft.com/office/drawing/2014/main" id="{A742D7FC-9B70-FF0D-7074-5F0B68259E39}"/>
                  </a:ext>
                </a:extLst>
              </p:cNvPr>
              <p:cNvSpPr/>
              <p:nvPr/>
            </p:nvSpPr>
            <p:spPr>
              <a:xfrm>
                <a:off x="8526316" y="5957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2" name="Freeform 52401">
                <a:extLst>
                  <a:ext uri="{FF2B5EF4-FFF2-40B4-BE49-F238E27FC236}">
                    <a16:creationId xmlns:a16="http://schemas.microsoft.com/office/drawing/2014/main" id="{81355CF0-A19F-EC9F-C824-42E30104D48C}"/>
                  </a:ext>
                </a:extLst>
              </p:cNvPr>
              <p:cNvSpPr/>
              <p:nvPr/>
            </p:nvSpPr>
            <p:spPr>
              <a:xfrm>
                <a:off x="8526812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3" name="Freeform 52402">
                <a:extLst>
                  <a:ext uri="{FF2B5EF4-FFF2-40B4-BE49-F238E27FC236}">
                    <a16:creationId xmlns:a16="http://schemas.microsoft.com/office/drawing/2014/main" id="{460A41D0-CDF4-4C2F-9F76-63150DFAC314}"/>
                  </a:ext>
                </a:extLst>
              </p:cNvPr>
              <p:cNvSpPr/>
              <p:nvPr/>
            </p:nvSpPr>
            <p:spPr>
              <a:xfrm>
                <a:off x="8527407" y="59564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4" name="Freeform 52403">
                <a:extLst>
                  <a:ext uri="{FF2B5EF4-FFF2-40B4-BE49-F238E27FC236}">
                    <a16:creationId xmlns:a16="http://schemas.microsoft.com/office/drawing/2014/main" id="{17847ECB-4B5B-B478-9FEA-69C14F76A37E}"/>
                  </a:ext>
                </a:extLst>
              </p:cNvPr>
              <p:cNvSpPr/>
              <p:nvPr/>
            </p:nvSpPr>
            <p:spPr>
              <a:xfrm>
                <a:off x="8527903" y="59540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5" name="Freeform 52404">
                <a:extLst>
                  <a:ext uri="{FF2B5EF4-FFF2-40B4-BE49-F238E27FC236}">
                    <a16:creationId xmlns:a16="http://schemas.microsoft.com/office/drawing/2014/main" id="{535FF948-1C64-0637-B223-582325FCA746}"/>
                  </a:ext>
                </a:extLst>
              </p:cNvPr>
              <p:cNvSpPr/>
              <p:nvPr/>
            </p:nvSpPr>
            <p:spPr>
              <a:xfrm>
                <a:off x="8528399" y="58156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6" name="Freeform 52405">
                <a:extLst>
                  <a:ext uri="{FF2B5EF4-FFF2-40B4-BE49-F238E27FC236}">
                    <a16:creationId xmlns:a16="http://schemas.microsoft.com/office/drawing/2014/main" id="{C1C14349-A878-2235-6E0C-42D86C2998D5}"/>
                  </a:ext>
                </a:extLst>
              </p:cNvPr>
              <p:cNvSpPr/>
              <p:nvPr/>
            </p:nvSpPr>
            <p:spPr>
              <a:xfrm>
                <a:off x="8528995" y="57785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7" name="Freeform 52406">
                <a:extLst>
                  <a:ext uri="{FF2B5EF4-FFF2-40B4-BE49-F238E27FC236}">
                    <a16:creationId xmlns:a16="http://schemas.microsoft.com/office/drawing/2014/main" id="{71430259-1616-B2D8-D186-0F06C5361788}"/>
                  </a:ext>
                </a:extLst>
              </p:cNvPr>
              <p:cNvSpPr/>
              <p:nvPr/>
            </p:nvSpPr>
            <p:spPr>
              <a:xfrm>
                <a:off x="8529491" y="57997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8" name="Freeform 52407">
                <a:extLst>
                  <a:ext uri="{FF2B5EF4-FFF2-40B4-BE49-F238E27FC236}">
                    <a16:creationId xmlns:a16="http://schemas.microsoft.com/office/drawing/2014/main" id="{9A6C0CAB-77A2-75AA-49D6-304515807727}"/>
                  </a:ext>
                </a:extLst>
              </p:cNvPr>
              <p:cNvSpPr/>
              <p:nvPr/>
            </p:nvSpPr>
            <p:spPr>
              <a:xfrm>
                <a:off x="8529987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09" name="Freeform 52408">
                <a:extLst>
                  <a:ext uri="{FF2B5EF4-FFF2-40B4-BE49-F238E27FC236}">
                    <a16:creationId xmlns:a16="http://schemas.microsoft.com/office/drawing/2014/main" id="{D887B3F6-A5E5-7916-AB08-890462B2E8EC}"/>
                  </a:ext>
                </a:extLst>
              </p:cNvPr>
              <p:cNvSpPr/>
              <p:nvPr/>
            </p:nvSpPr>
            <p:spPr>
              <a:xfrm>
                <a:off x="8530582" y="58041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0" name="Freeform 52409">
                <a:extLst>
                  <a:ext uri="{FF2B5EF4-FFF2-40B4-BE49-F238E27FC236}">
                    <a16:creationId xmlns:a16="http://schemas.microsoft.com/office/drawing/2014/main" id="{E3726061-3CFF-7042-A534-9D040000C7A4}"/>
                  </a:ext>
                </a:extLst>
              </p:cNvPr>
              <p:cNvSpPr/>
              <p:nvPr/>
            </p:nvSpPr>
            <p:spPr>
              <a:xfrm>
                <a:off x="8531078" y="579526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1" name="Freeform 52410">
                <a:extLst>
                  <a:ext uri="{FF2B5EF4-FFF2-40B4-BE49-F238E27FC236}">
                    <a16:creationId xmlns:a16="http://schemas.microsoft.com/office/drawing/2014/main" id="{B79CFEE9-ABA3-9DCE-C765-4B8D7CC8041F}"/>
                  </a:ext>
                </a:extLst>
              </p:cNvPr>
              <p:cNvSpPr/>
              <p:nvPr/>
            </p:nvSpPr>
            <p:spPr>
              <a:xfrm>
                <a:off x="8531574" y="58013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2" name="Freeform 52411">
                <a:extLst>
                  <a:ext uri="{FF2B5EF4-FFF2-40B4-BE49-F238E27FC236}">
                    <a16:creationId xmlns:a16="http://schemas.microsoft.com/office/drawing/2014/main" id="{AA68AADE-8A16-6156-8B5B-0F0B6261524F}"/>
                  </a:ext>
                </a:extLst>
              </p:cNvPr>
              <p:cNvSpPr/>
              <p:nvPr/>
            </p:nvSpPr>
            <p:spPr>
              <a:xfrm>
                <a:off x="8532070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3" name="Freeform 52412">
                <a:extLst>
                  <a:ext uri="{FF2B5EF4-FFF2-40B4-BE49-F238E27FC236}">
                    <a16:creationId xmlns:a16="http://schemas.microsoft.com/office/drawing/2014/main" id="{83B22C0E-C2D1-035A-FD1F-15B98A1CFACF}"/>
                  </a:ext>
                </a:extLst>
              </p:cNvPr>
              <p:cNvSpPr/>
              <p:nvPr/>
            </p:nvSpPr>
            <p:spPr>
              <a:xfrm>
                <a:off x="8532666" y="5778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4" name="Freeform 52413">
                <a:extLst>
                  <a:ext uri="{FF2B5EF4-FFF2-40B4-BE49-F238E27FC236}">
                    <a16:creationId xmlns:a16="http://schemas.microsoft.com/office/drawing/2014/main" id="{411C0B99-BB0E-48FD-E90D-966A5DB700C6}"/>
                  </a:ext>
                </a:extLst>
              </p:cNvPr>
              <p:cNvSpPr/>
              <p:nvPr/>
            </p:nvSpPr>
            <p:spPr>
              <a:xfrm>
                <a:off x="8533162" y="57425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5" name="Freeform 52414">
                <a:extLst>
                  <a:ext uri="{FF2B5EF4-FFF2-40B4-BE49-F238E27FC236}">
                    <a16:creationId xmlns:a16="http://schemas.microsoft.com/office/drawing/2014/main" id="{B65748FD-0A7B-E129-3B33-6072FE382B7B}"/>
                  </a:ext>
                </a:extLst>
              </p:cNvPr>
              <p:cNvSpPr/>
              <p:nvPr/>
            </p:nvSpPr>
            <p:spPr>
              <a:xfrm>
                <a:off x="8533658" y="57377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6" name="Freeform 52415">
                <a:extLst>
                  <a:ext uri="{FF2B5EF4-FFF2-40B4-BE49-F238E27FC236}">
                    <a16:creationId xmlns:a16="http://schemas.microsoft.com/office/drawing/2014/main" id="{849F929B-C160-F6E5-84E2-7F061AA88FAC}"/>
                  </a:ext>
                </a:extLst>
              </p:cNvPr>
              <p:cNvSpPr/>
              <p:nvPr/>
            </p:nvSpPr>
            <p:spPr>
              <a:xfrm>
                <a:off x="8534253" y="57193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7" name="Freeform 52416">
                <a:extLst>
                  <a:ext uri="{FF2B5EF4-FFF2-40B4-BE49-F238E27FC236}">
                    <a16:creationId xmlns:a16="http://schemas.microsoft.com/office/drawing/2014/main" id="{3FB1859D-F36D-4A39-11DB-270B5D7AD5BF}"/>
                  </a:ext>
                </a:extLst>
              </p:cNvPr>
              <p:cNvSpPr/>
              <p:nvPr/>
            </p:nvSpPr>
            <p:spPr>
              <a:xfrm>
                <a:off x="8534749" y="572095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8" name="Freeform 52417">
                <a:extLst>
                  <a:ext uri="{FF2B5EF4-FFF2-40B4-BE49-F238E27FC236}">
                    <a16:creationId xmlns:a16="http://schemas.microsoft.com/office/drawing/2014/main" id="{0EBFC3B3-A8EC-AABE-64B5-800F93A83163}"/>
                  </a:ext>
                </a:extLst>
              </p:cNvPr>
              <p:cNvSpPr/>
              <p:nvPr/>
            </p:nvSpPr>
            <p:spPr>
              <a:xfrm>
                <a:off x="8535245" y="571242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19" name="Freeform 52418">
                <a:extLst>
                  <a:ext uri="{FF2B5EF4-FFF2-40B4-BE49-F238E27FC236}">
                    <a16:creationId xmlns:a16="http://schemas.microsoft.com/office/drawing/2014/main" id="{FAD76966-A1AB-4430-C5FC-286574257317}"/>
                  </a:ext>
                </a:extLst>
              </p:cNvPr>
              <p:cNvSpPr/>
              <p:nvPr/>
            </p:nvSpPr>
            <p:spPr>
              <a:xfrm>
                <a:off x="8535841" y="57189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0" name="Freeform 52419">
                <a:extLst>
                  <a:ext uri="{FF2B5EF4-FFF2-40B4-BE49-F238E27FC236}">
                    <a16:creationId xmlns:a16="http://schemas.microsoft.com/office/drawing/2014/main" id="{15BF98E9-C66C-1A13-9947-0086CC71A327}"/>
                  </a:ext>
                </a:extLst>
              </p:cNvPr>
              <p:cNvSpPr/>
              <p:nvPr/>
            </p:nvSpPr>
            <p:spPr>
              <a:xfrm>
                <a:off x="8536337" y="57512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1" name="Freeform 52420">
                <a:extLst>
                  <a:ext uri="{FF2B5EF4-FFF2-40B4-BE49-F238E27FC236}">
                    <a16:creationId xmlns:a16="http://schemas.microsoft.com/office/drawing/2014/main" id="{6F1A14FF-01CC-AA72-ED50-846E32EAC990}"/>
                  </a:ext>
                </a:extLst>
              </p:cNvPr>
              <p:cNvSpPr/>
              <p:nvPr/>
            </p:nvSpPr>
            <p:spPr>
              <a:xfrm>
                <a:off x="8536833" y="59364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2" name="Freeform 52421">
                <a:extLst>
                  <a:ext uri="{FF2B5EF4-FFF2-40B4-BE49-F238E27FC236}">
                    <a16:creationId xmlns:a16="http://schemas.microsoft.com/office/drawing/2014/main" id="{8E839233-F0A0-F92E-939C-1A7140F93AD0}"/>
                  </a:ext>
                </a:extLst>
              </p:cNvPr>
              <p:cNvSpPr/>
              <p:nvPr/>
            </p:nvSpPr>
            <p:spPr>
              <a:xfrm>
                <a:off x="8537428" y="59536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3" name="Freeform 52422">
                <a:extLst>
                  <a:ext uri="{FF2B5EF4-FFF2-40B4-BE49-F238E27FC236}">
                    <a16:creationId xmlns:a16="http://schemas.microsoft.com/office/drawing/2014/main" id="{8EB10F99-4DCC-C664-10BF-F3DE828051E4}"/>
                  </a:ext>
                </a:extLst>
              </p:cNvPr>
              <p:cNvSpPr/>
              <p:nvPr/>
            </p:nvSpPr>
            <p:spPr>
              <a:xfrm>
                <a:off x="8537924" y="593893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4" name="Freeform 52423">
                <a:extLst>
                  <a:ext uri="{FF2B5EF4-FFF2-40B4-BE49-F238E27FC236}">
                    <a16:creationId xmlns:a16="http://schemas.microsoft.com/office/drawing/2014/main" id="{4E359142-B440-690C-268B-3FE5476AB5E4}"/>
                  </a:ext>
                </a:extLst>
              </p:cNvPr>
              <p:cNvSpPr/>
              <p:nvPr/>
            </p:nvSpPr>
            <p:spPr>
              <a:xfrm>
                <a:off x="8538420" y="5949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5" name="Freeform 52424">
                <a:extLst>
                  <a:ext uri="{FF2B5EF4-FFF2-40B4-BE49-F238E27FC236}">
                    <a16:creationId xmlns:a16="http://schemas.microsoft.com/office/drawing/2014/main" id="{25520A6B-03B5-3F7A-2BD6-1BB58DF36A3C}"/>
                  </a:ext>
                </a:extLst>
              </p:cNvPr>
              <p:cNvSpPr/>
              <p:nvPr/>
            </p:nvSpPr>
            <p:spPr>
              <a:xfrm>
                <a:off x="8539016" y="59511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6" name="Freeform 52425">
                <a:extLst>
                  <a:ext uri="{FF2B5EF4-FFF2-40B4-BE49-F238E27FC236}">
                    <a16:creationId xmlns:a16="http://schemas.microsoft.com/office/drawing/2014/main" id="{BE42E86F-9082-E8B9-1B70-72779A790B06}"/>
                  </a:ext>
                </a:extLst>
              </p:cNvPr>
              <p:cNvSpPr/>
              <p:nvPr/>
            </p:nvSpPr>
            <p:spPr>
              <a:xfrm>
                <a:off x="8539512" y="59556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7" name="Freeform 52426">
                <a:extLst>
                  <a:ext uri="{FF2B5EF4-FFF2-40B4-BE49-F238E27FC236}">
                    <a16:creationId xmlns:a16="http://schemas.microsoft.com/office/drawing/2014/main" id="{324015E7-47E9-DA27-CE2D-0248B959F664}"/>
                  </a:ext>
                </a:extLst>
              </p:cNvPr>
              <p:cNvSpPr/>
              <p:nvPr/>
            </p:nvSpPr>
            <p:spPr>
              <a:xfrm>
                <a:off x="8540008" y="59499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8" name="Freeform 52427">
                <a:extLst>
                  <a:ext uri="{FF2B5EF4-FFF2-40B4-BE49-F238E27FC236}">
                    <a16:creationId xmlns:a16="http://schemas.microsoft.com/office/drawing/2014/main" id="{2242AF69-E711-7BC7-C96C-E5BC9E18040B}"/>
                  </a:ext>
                </a:extLst>
              </p:cNvPr>
              <p:cNvSpPr/>
              <p:nvPr/>
            </p:nvSpPr>
            <p:spPr>
              <a:xfrm>
                <a:off x="8540603" y="59299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29" name="Freeform 52428">
                <a:extLst>
                  <a:ext uri="{FF2B5EF4-FFF2-40B4-BE49-F238E27FC236}">
                    <a16:creationId xmlns:a16="http://schemas.microsoft.com/office/drawing/2014/main" id="{80D1E880-51B8-6E8D-EEAB-D9AB3C71CC18}"/>
                  </a:ext>
                </a:extLst>
              </p:cNvPr>
              <p:cNvSpPr/>
              <p:nvPr/>
            </p:nvSpPr>
            <p:spPr>
              <a:xfrm>
                <a:off x="8541099" y="57796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0" name="Freeform 52429">
                <a:extLst>
                  <a:ext uri="{FF2B5EF4-FFF2-40B4-BE49-F238E27FC236}">
                    <a16:creationId xmlns:a16="http://schemas.microsoft.com/office/drawing/2014/main" id="{F7BE04AA-07E6-8961-EEEA-D13896DF4303}"/>
                  </a:ext>
                </a:extLst>
              </p:cNvPr>
              <p:cNvSpPr/>
              <p:nvPr/>
            </p:nvSpPr>
            <p:spPr>
              <a:xfrm>
                <a:off x="8541595" y="57781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1" name="Freeform 52430">
                <a:extLst>
                  <a:ext uri="{FF2B5EF4-FFF2-40B4-BE49-F238E27FC236}">
                    <a16:creationId xmlns:a16="http://schemas.microsoft.com/office/drawing/2014/main" id="{A61748CE-41F1-098D-F882-1ED5E09F3A1E}"/>
                  </a:ext>
                </a:extLst>
              </p:cNvPr>
              <p:cNvSpPr/>
              <p:nvPr/>
            </p:nvSpPr>
            <p:spPr>
              <a:xfrm>
                <a:off x="8542191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2" name="Freeform 52431">
                <a:extLst>
                  <a:ext uri="{FF2B5EF4-FFF2-40B4-BE49-F238E27FC236}">
                    <a16:creationId xmlns:a16="http://schemas.microsoft.com/office/drawing/2014/main" id="{C94DF842-BC11-2247-BA3A-9D7CA0AE2F60}"/>
                  </a:ext>
                </a:extLst>
              </p:cNvPr>
              <p:cNvSpPr/>
              <p:nvPr/>
            </p:nvSpPr>
            <p:spPr>
              <a:xfrm>
                <a:off x="8542687" y="580786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3" name="Freeform 52432">
                <a:extLst>
                  <a:ext uri="{FF2B5EF4-FFF2-40B4-BE49-F238E27FC236}">
                    <a16:creationId xmlns:a16="http://schemas.microsoft.com/office/drawing/2014/main" id="{EF5D4CC1-DE98-F806-614C-9EDB40DC83D9}"/>
                  </a:ext>
                </a:extLst>
              </p:cNvPr>
              <p:cNvSpPr/>
              <p:nvPr/>
            </p:nvSpPr>
            <p:spPr>
              <a:xfrm>
                <a:off x="8543183" y="5811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4" name="Freeform 52433">
                <a:extLst>
                  <a:ext uri="{FF2B5EF4-FFF2-40B4-BE49-F238E27FC236}">
                    <a16:creationId xmlns:a16="http://schemas.microsoft.com/office/drawing/2014/main" id="{278CF81C-461B-FFBA-B7B5-72682857CDBE}"/>
                  </a:ext>
                </a:extLst>
              </p:cNvPr>
              <p:cNvSpPr/>
              <p:nvPr/>
            </p:nvSpPr>
            <p:spPr>
              <a:xfrm>
                <a:off x="8543778" y="58030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5" name="Freeform 52434">
                <a:extLst>
                  <a:ext uri="{FF2B5EF4-FFF2-40B4-BE49-F238E27FC236}">
                    <a16:creationId xmlns:a16="http://schemas.microsoft.com/office/drawing/2014/main" id="{79943BB2-1119-B75E-16CA-E50E8D22840A}"/>
                  </a:ext>
                </a:extLst>
              </p:cNvPr>
              <p:cNvSpPr/>
              <p:nvPr/>
            </p:nvSpPr>
            <p:spPr>
              <a:xfrm>
                <a:off x="8544274" y="580588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6" name="Freeform 52435">
                <a:extLst>
                  <a:ext uri="{FF2B5EF4-FFF2-40B4-BE49-F238E27FC236}">
                    <a16:creationId xmlns:a16="http://schemas.microsoft.com/office/drawing/2014/main" id="{A902CFFA-EE76-74FA-A34F-51C3904669AB}"/>
                  </a:ext>
                </a:extLst>
              </p:cNvPr>
              <p:cNvSpPr/>
              <p:nvPr/>
            </p:nvSpPr>
            <p:spPr>
              <a:xfrm>
                <a:off x="8544770" y="57939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7" name="Freeform 52436">
                <a:extLst>
                  <a:ext uri="{FF2B5EF4-FFF2-40B4-BE49-F238E27FC236}">
                    <a16:creationId xmlns:a16="http://schemas.microsoft.com/office/drawing/2014/main" id="{60ED319A-869E-E658-16CA-61D11C56A3CC}"/>
                  </a:ext>
                </a:extLst>
              </p:cNvPr>
              <p:cNvSpPr/>
              <p:nvPr/>
            </p:nvSpPr>
            <p:spPr>
              <a:xfrm>
                <a:off x="8545266" y="57744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8" name="Freeform 52437">
                <a:extLst>
                  <a:ext uri="{FF2B5EF4-FFF2-40B4-BE49-F238E27FC236}">
                    <a16:creationId xmlns:a16="http://schemas.microsoft.com/office/drawing/2014/main" id="{AAF247B2-2013-A24C-159A-717203264317}"/>
                  </a:ext>
                </a:extLst>
              </p:cNvPr>
              <p:cNvSpPr/>
              <p:nvPr/>
            </p:nvSpPr>
            <p:spPr>
              <a:xfrm>
                <a:off x="8545862" y="576748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39" name="Freeform 52438">
                <a:extLst>
                  <a:ext uri="{FF2B5EF4-FFF2-40B4-BE49-F238E27FC236}">
                    <a16:creationId xmlns:a16="http://schemas.microsoft.com/office/drawing/2014/main" id="{961C6290-308A-9381-7024-0FE187EE7FAD}"/>
                  </a:ext>
                </a:extLst>
              </p:cNvPr>
              <p:cNvSpPr/>
              <p:nvPr/>
            </p:nvSpPr>
            <p:spPr>
              <a:xfrm>
                <a:off x="8546358" y="575032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0" name="Freeform 52439">
                <a:extLst>
                  <a:ext uri="{FF2B5EF4-FFF2-40B4-BE49-F238E27FC236}">
                    <a16:creationId xmlns:a16="http://schemas.microsoft.com/office/drawing/2014/main" id="{2C0EBE2C-B0BD-DEF6-7AC8-C3757C63BC8F}"/>
                  </a:ext>
                </a:extLst>
              </p:cNvPr>
              <p:cNvSpPr/>
              <p:nvPr/>
            </p:nvSpPr>
            <p:spPr>
              <a:xfrm>
                <a:off x="8546854" y="57348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1" name="Freeform 52440">
                <a:extLst>
                  <a:ext uri="{FF2B5EF4-FFF2-40B4-BE49-F238E27FC236}">
                    <a16:creationId xmlns:a16="http://schemas.microsoft.com/office/drawing/2014/main" id="{F4023AAD-634C-2D95-A057-FD69E8C8438F}"/>
                  </a:ext>
                </a:extLst>
              </p:cNvPr>
              <p:cNvSpPr/>
              <p:nvPr/>
            </p:nvSpPr>
            <p:spPr>
              <a:xfrm>
                <a:off x="8547449" y="576788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2" name="Freeform 52441">
                <a:extLst>
                  <a:ext uri="{FF2B5EF4-FFF2-40B4-BE49-F238E27FC236}">
                    <a16:creationId xmlns:a16="http://schemas.microsoft.com/office/drawing/2014/main" id="{9F10897B-4D76-2EC4-1ED0-1A3C9B05396E}"/>
                  </a:ext>
                </a:extLst>
              </p:cNvPr>
              <p:cNvSpPr/>
              <p:nvPr/>
            </p:nvSpPr>
            <p:spPr>
              <a:xfrm>
                <a:off x="8547945" y="57879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3" name="Freeform 52442">
                <a:extLst>
                  <a:ext uri="{FF2B5EF4-FFF2-40B4-BE49-F238E27FC236}">
                    <a16:creationId xmlns:a16="http://schemas.microsoft.com/office/drawing/2014/main" id="{45E2B24D-F13A-4FED-2E86-83EAC1A85E6E}"/>
                  </a:ext>
                </a:extLst>
              </p:cNvPr>
              <p:cNvSpPr/>
              <p:nvPr/>
            </p:nvSpPr>
            <p:spPr>
              <a:xfrm>
                <a:off x="8548441" y="580955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4" name="Freeform 52443">
                <a:extLst>
                  <a:ext uri="{FF2B5EF4-FFF2-40B4-BE49-F238E27FC236}">
                    <a16:creationId xmlns:a16="http://schemas.microsoft.com/office/drawing/2014/main" id="{F7B9FEE4-3703-C314-59D2-452DB32A3CC4}"/>
                  </a:ext>
                </a:extLst>
              </p:cNvPr>
              <p:cNvSpPr/>
              <p:nvPr/>
            </p:nvSpPr>
            <p:spPr>
              <a:xfrm>
                <a:off x="8549037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5" name="Freeform 52444">
                <a:extLst>
                  <a:ext uri="{FF2B5EF4-FFF2-40B4-BE49-F238E27FC236}">
                    <a16:creationId xmlns:a16="http://schemas.microsoft.com/office/drawing/2014/main" id="{BBDE5070-1856-EF2E-CC3F-2F7EE2693F67}"/>
                  </a:ext>
                </a:extLst>
              </p:cNvPr>
              <p:cNvSpPr/>
              <p:nvPr/>
            </p:nvSpPr>
            <p:spPr>
              <a:xfrm>
                <a:off x="8549533" y="5896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6" name="Freeform 52445">
                <a:extLst>
                  <a:ext uri="{FF2B5EF4-FFF2-40B4-BE49-F238E27FC236}">
                    <a16:creationId xmlns:a16="http://schemas.microsoft.com/office/drawing/2014/main" id="{955C83FD-1F16-8288-2B7D-5427502F720B}"/>
                  </a:ext>
                </a:extLst>
              </p:cNvPr>
              <p:cNvSpPr/>
              <p:nvPr/>
            </p:nvSpPr>
            <p:spPr>
              <a:xfrm>
                <a:off x="8550029" y="595977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7" name="Freeform 52446">
                <a:extLst>
                  <a:ext uri="{FF2B5EF4-FFF2-40B4-BE49-F238E27FC236}">
                    <a16:creationId xmlns:a16="http://schemas.microsoft.com/office/drawing/2014/main" id="{5CB98D41-9EAE-E457-2CD2-A65BFC7FD4E2}"/>
                  </a:ext>
                </a:extLst>
              </p:cNvPr>
              <p:cNvSpPr/>
              <p:nvPr/>
            </p:nvSpPr>
            <p:spPr>
              <a:xfrm>
                <a:off x="8550624" y="59634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8" name="Freeform 52447">
                <a:extLst>
                  <a:ext uri="{FF2B5EF4-FFF2-40B4-BE49-F238E27FC236}">
                    <a16:creationId xmlns:a16="http://schemas.microsoft.com/office/drawing/2014/main" id="{A4E2ADD1-2A77-CB1D-4DC5-BE319D03A4F0}"/>
                  </a:ext>
                </a:extLst>
              </p:cNvPr>
              <p:cNvSpPr/>
              <p:nvPr/>
            </p:nvSpPr>
            <p:spPr>
              <a:xfrm>
                <a:off x="8551120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49" name="Freeform 52448">
                <a:extLst>
                  <a:ext uri="{FF2B5EF4-FFF2-40B4-BE49-F238E27FC236}">
                    <a16:creationId xmlns:a16="http://schemas.microsoft.com/office/drawing/2014/main" id="{2CF78872-8177-607B-69B9-D04E6A2DD29D}"/>
                  </a:ext>
                </a:extLst>
              </p:cNvPr>
              <p:cNvSpPr/>
              <p:nvPr/>
            </p:nvSpPr>
            <p:spPr>
              <a:xfrm>
                <a:off x="8551616" y="59629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0" name="Freeform 52449">
                <a:extLst>
                  <a:ext uri="{FF2B5EF4-FFF2-40B4-BE49-F238E27FC236}">
                    <a16:creationId xmlns:a16="http://schemas.microsoft.com/office/drawing/2014/main" id="{FCF1B921-0C6C-B59F-8949-8FBAAB341384}"/>
                  </a:ext>
                </a:extLst>
              </p:cNvPr>
              <p:cNvSpPr/>
              <p:nvPr/>
            </p:nvSpPr>
            <p:spPr>
              <a:xfrm>
                <a:off x="8552212" y="5964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1" name="Freeform 52450">
                <a:extLst>
                  <a:ext uri="{FF2B5EF4-FFF2-40B4-BE49-F238E27FC236}">
                    <a16:creationId xmlns:a16="http://schemas.microsoft.com/office/drawing/2014/main" id="{5974E6BF-A21A-B2AB-2B70-56FD763B7751}"/>
                  </a:ext>
                </a:extLst>
              </p:cNvPr>
              <p:cNvSpPr/>
              <p:nvPr/>
            </p:nvSpPr>
            <p:spPr>
              <a:xfrm>
                <a:off x="8552708" y="5967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2" name="Freeform 52451">
                <a:extLst>
                  <a:ext uri="{FF2B5EF4-FFF2-40B4-BE49-F238E27FC236}">
                    <a16:creationId xmlns:a16="http://schemas.microsoft.com/office/drawing/2014/main" id="{D3EA0042-F6FA-2960-FEE5-0B755BD64E75}"/>
                  </a:ext>
                </a:extLst>
              </p:cNvPr>
              <p:cNvSpPr/>
              <p:nvPr/>
            </p:nvSpPr>
            <p:spPr>
              <a:xfrm>
                <a:off x="8553204" y="59552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3" name="Freeform 52452">
                <a:extLst>
                  <a:ext uri="{FF2B5EF4-FFF2-40B4-BE49-F238E27FC236}">
                    <a16:creationId xmlns:a16="http://schemas.microsoft.com/office/drawing/2014/main" id="{E9F47A9B-6462-5F78-A3F1-FC43B7C78C5A}"/>
                  </a:ext>
                </a:extLst>
              </p:cNvPr>
              <p:cNvSpPr/>
              <p:nvPr/>
            </p:nvSpPr>
            <p:spPr>
              <a:xfrm>
                <a:off x="8553799" y="58748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4" name="Freeform 52453">
                <a:extLst>
                  <a:ext uri="{FF2B5EF4-FFF2-40B4-BE49-F238E27FC236}">
                    <a16:creationId xmlns:a16="http://schemas.microsoft.com/office/drawing/2014/main" id="{D271A2E2-E9F5-10E2-C553-5CD7F7437168}"/>
                  </a:ext>
                </a:extLst>
              </p:cNvPr>
              <p:cNvSpPr/>
              <p:nvPr/>
            </p:nvSpPr>
            <p:spPr>
              <a:xfrm>
                <a:off x="8554295" y="58066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5" name="Freeform 52454">
                <a:extLst>
                  <a:ext uri="{FF2B5EF4-FFF2-40B4-BE49-F238E27FC236}">
                    <a16:creationId xmlns:a16="http://schemas.microsoft.com/office/drawing/2014/main" id="{3A8689AC-55C6-C629-14D7-A1E722D3B9CF}"/>
                  </a:ext>
                </a:extLst>
              </p:cNvPr>
              <p:cNvSpPr/>
              <p:nvPr/>
            </p:nvSpPr>
            <p:spPr>
              <a:xfrm>
                <a:off x="8554791" y="58221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6" name="Freeform 52455">
                <a:extLst>
                  <a:ext uri="{FF2B5EF4-FFF2-40B4-BE49-F238E27FC236}">
                    <a16:creationId xmlns:a16="http://schemas.microsoft.com/office/drawing/2014/main" id="{8800901D-790F-8567-BB72-82FB7B9E467F}"/>
                  </a:ext>
                </a:extLst>
              </p:cNvPr>
              <p:cNvSpPr/>
              <p:nvPr/>
            </p:nvSpPr>
            <p:spPr>
              <a:xfrm>
                <a:off x="8555387" y="58213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7" name="Freeform 52456">
                <a:extLst>
                  <a:ext uri="{FF2B5EF4-FFF2-40B4-BE49-F238E27FC236}">
                    <a16:creationId xmlns:a16="http://schemas.microsoft.com/office/drawing/2014/main" id="{68B23AC3-3AC1-0248-9B11-9375A3B18CE1}"/>
                  </a:ext>
                </a:extLst>
              </p:cNvPr>
              <p:cNvSpPr/>
              <p:nvPr/>
            </p:nvSpPr>
            <p:spPr>
              <a:xfrm>
                <a:off x="8555883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8" name="Freeform 52457">
                <a:extLst>
                  <a:ext uri="{FF2B5EF4-FFF2-40B4-BE49-F238E27FC236}">
                    <a16:creationId xmlns:a16="http://schemas.microsoft.com/office/drawing/2014/main" id="{E6124316-4E62-DA04-5533-C2C64EEF0AAE}"/>
                  </a:ext>
                </a:extLst>
              </p:cNvPr>
              <p:cNvSpPr/>
              <p:nvPr/>
            </p:nvSpPr>
            <p:spPr>
              <a:xfrm>
                <a:off x="8556379" y="58188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59" name="Freeform 52458">
                <a:extLst>
                  <a:ext uri="{FF2B5EF4-FFF2-40B4-BE49-F238E27FC236}">
                    <a16:creationId xmlns:a16="http://schemas.microsoft.com/office/drawing/2014/main" id="{E12FEB02-D317-B8F5-1EF2-606FABEFAFAB}"/>
                  </a:ext>
                </a:extLst>
              </p:cNvPr>
              <p:cNvSpPr/>
              <p:nvPr/>
            </p:nvSpPr>
            <p:spPr>
              <a:xfrm>
                <a:off x="8556875" y="5817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0" name="Freeform 52459">
                <a:extLst>
                  <a:ext uri="{FF2B5EF4-FFF2-40B4-BE49-F238E27FC236}">
                    <a16:creationId xmlns:a16="http://schemas.microsoft.com/office/drawing/2014/main" id="{61C3BBEB-F12D-461C-C9E4-D830E1E0FBE2}"/>
                  </a:ext>
                </a:extLst>
              </p:cNvPr>
              <p:cNvSpPr/>
              <p:nvPr/>
            </p:nvSpPr>
            <p:spPr>
              <a:xfrm>
                <a:off x="8557470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1" name="Freeform 52460">
                <a:extLst>
                  <a:ext uri="{FF2B5EF4-FFF2-40B4-BE49-F238E27FC236}">
                    <a16:creationId xmlns:a16="http://schemas.microsoft.com/office/drawing/2014/main" id="{D9F75575-137A-C8FE-6FC1-CA5065804C28}"/>
                  </a:ext>
                </a:extLst>
              </p:cNvPr>
              <p:cNvSpPr/>
              <p:nvPr/>
            </p:nvSpPr>
            <p:spPr>
              <a:xfrm>
                <a:off x="8557966" y="57944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2" name="Freeform 52461">
                <a:extLst>
                  <a:ext uri="{FF2B5EF4-FFF2-40B4-BE49-F238E27FC236}">
                    <a16:creationId xmlns:a16="http://schemas.microsoft.com/office/drawing/2014/main" id="{4A3F915E-D0ED-4C59-5A03-7CD3482A38A3}"/>
                  </a:ext>
                </a:extLst>
              </p:cNvPr>
              <p:cNvSpPr/>
              <p:nvPr/>
            </p:nvSpPr>
            <p:spPr>
              <a:xfrm>
                <a:off x="8558463" y="577195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3" name="Freeform 52462">
                <a:extLst>
                  <a:ext uri="{FF2B5EF4-FFF2-40B4-BE49-F238E27FC236}">
                    <a16:creationId xmlns:a16="http://schemas.microsoft.com/office/drawing/2014/main" id="{E5F71706-8569-83DC-8347-D9197E3E1CEB}"/>
                  </a:ext>
                </a:extLst>
              </p:cNvPr>
              <p:cNvSpPr/>
              <p:nvPr/>
            </p:nvSpPr>
            <p:spPr>
              <a:xfrm>
                <a:off x="8559058" y="57516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4" name="Freeform 52463">
                <a:extLst>
                  <a:ext uri="{FF2B5EF4-FFF2-40B4-BE49-F238E27FC236}">
                    <a16:creationId xmlns:a16="http://schemas.microsoft.com/office/drawing/2014/main" id="{41B8F3B7-87A4-AD37-AFB0-45F43FC755C0}"/>
                  </a:ext>
                </a:extLst>
              </p:cNvPr>
              <p:cNvSpPr/>
              <p:nvPr/>
            </p:nvSpPr>
            <p:spPr>
              <a:xfrm>
                <a:off x="8559554" y="57919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5" name="Freeform 52464">
                <a:extLst>
                  <a:ext uri="{FF2B5EF4-FFF2-40B4-BE49-F238E27FC236}">
                    <a16:creationId xmlns:a16="http://schemas.microsoft.com/office/drawing/2014/main" id="{AA9E2CE1-D7D1-E4AC-6A73-B537FF4E640A}"/>
                  </a:ext>
                </a:extLst>
              </p:cNvPr>
              <p:cNvSpPr/>
              <p:nvPr/>
            </p:nvSpPr>
            <p:spPr>
              <a:xfrm>
                <a:off x="8560050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6" name="Freeform 52465">
                <a:extLst>
                  <a:ext uri="{FF2B5EF4-FFF2-40B4-BE49-F238E27FC236}">
                    <a16:creationId xmlns:a16="http://schemas.microsoft.com/office/drawing/2014/main" id="{7C1A0116-AD41-24F5-2CD5-2E83F3928F89}"/>
                  </a:ext>
                </a:extLst>
              </p:cNvPr>
              <p:cNvSpPr/>
              <p:nvPr/>
            </p:nvSpPr>
            <p:spPr>
              <a:xfrm>
                <a:off x="8560645" y="58168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7" name="Freeform 52466">
                <a:extLst>
                  <a:ext uri="{FF2B5EF4-FFF2-40B4-BE49-F238E27FC236}">
                    <a16:creationId xmlns:a16="http://schemas.microsoft.com/office/drawing/2014/main" id="{E7981A86-415A-027F-F97D-CC56EC81A6ED}"/>
                  </a:ext>
                </a:extLst>
              </p:cNvPr>
              <p:cNvSpPr/>
              <p:nvPr/>
            </p:nvSpPr>
            <p:spPr>
              <a:xfrm>
                <a:off x="8561141" y="58132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8" name="Freeform 52467">
                <a:extLst>
                  <a:ext uri="{FF2B5EF4-FFF2-40B4-BE49-F238E27FC236}">
                    <a16:creationId xmlns:a16="http://schemas.microsoft.com/office/drawing/2014/main" id="{EEC6238F-DD94-6015-600F-4A78496C1872}"/>
                  </a:ext>
                </a:extLst>
              </p:cNvPr>
              <p:cNvSpPr/>
              <p:nvPr/>
            </p:nvSpPr>
            <p:spPr>
              <a:xfrm>
                <a:off x="8561638" y="58074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69" name="Freeform 52468">
                <a:extLst>
                  <a:ext uri="{FF2B5EF4-FFF2-40B4-BE49-F238E27FC236}">
                    <a16:creationId xmlns:a16="http://schemas.microsoft.com/office/drawing/2014/main" id="{78658C8F-3204-9548-E024-A51BE1A26D49}"/>
                  </a:ext>
                </a:extLst>
              </p:cNvPr>
              <p:cNvSpPr/>
              <p:nvPr/>
            </p:nvSpPr>
            <p:spPr>
              <a:xfrm>
                <a:off x="8562233" y="59323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0" name="Freeform 52469">
                <a:extLst>
                  <a:ext uri="{FF2B5EF4-FFF2-40B4-BE49-F238E27FC236}">
                    <a16:creationId xmlns:a16="http://schemas.microsoft.com/office/drawing/2014/main" id="{7E1C43F6-9149-D55F-33DF-3CC362B78A52}"/>
                  </a:ext>
                </a:extLst>
              </p:cNvPr>
              <p:cNvSpPr/>
              <p:nvPr/>
            </p:nvSpPr>
            <p:spPr>
              <a:xfrm>
                <a:off x="8562729" y="59486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1" name="Freeform 52470">
                <a:extLst>
                  <a:ext uri="{FF2B5EF4-FFF2-40B4-BE49-F238E27FC236}">
                    <a16:creationId xmlns:a16="http://schemas.microsoft.com/office/drawing/2014/main" id="{17820C0C-D67E-AEFC-AA48-598EC7ACD6EA}"/>
                  </a:ext>
                </a:extLst>
              </p:cNvPr>
              <p:cNvSpPr/>
              <p:nvPr/>
            </p:nvSpPr>
            <p:spPr>
              <a:xfrm>
                <a:off x="8563225" y="59503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2" name="Freeform 52471">
                <a:extLst>
                  <a:ext uri="{FF2B5EF4-FFF2-40B4-BE49-F238E27FC236}">
                    <a16:creationId xmlns:a16="http://schemas.microsoft.com/office/drawing/2014/main" id="{B38D4865-26C4-039C-0B36-A6339F22C557}"/>
                  </a:ext>
                </a:extLst>
              </p:cNvPr>
              <p:cNvSpPr/>
              <p:nvPr/>
            </p:nvSpPr>
            <p:spPr>
              <a:xfrm>
                <a:off x="8563820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3" name="Freeform 52472">
                <a:extLst>
                  <a:ext uri="{FF2B5EF4-FFF2-40B4-BE49-F238E27FC236}">
                    <a16:creationId xmlns:a16="http://schemas.microsoft.com/office/drawing/2014/main" id="{CDF8F85B-59E3-C0C0-162F-D0DAB858E47F}"/>
                  </a:ext>
                </a:extLst>
              </p:cNvPr>
              <p:cNvSpPr/>
              <p:nvPr/>
            </p:nvSpPr>
            <p:spPr>
              <a:xfrm>
                <a:off x="8564316" y="59434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4" name="Freeform 52473">
                <a:extLst>
                  <a:ext uri="{FF2B5EF4-FFF2-40B4-BE49-F238E27FC236}">
                    <a16:creationId xmlns:a16="http://schemas.microsoft.com/office/drawing/2014/main" id="{B1E3A2CC-9FDE-1699-7E13-2B3898B97584}"/>
                  </a:ext>
                </a:extLst>
              </p:cNvPr>
              <p:cNvSpPr/>
              <p:nvPr/>
            </p:nvSpPr>
            <p:spPr>
              <a:xfrm>
                <a:off x="8564813" y="5945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5" name="Freeform 52474">
                <a:extLst>
                  <a:ext uri="{FF2B5EF4-FFF2-40B4-BE49-F238E27FC236}">
                    <a16:creationId xmlns:a16="http://schemas.microsoft.com/office/drawing/2014/main" id="{04EDF275-BC46-D06F-E150-3DCBD32F6E55}"/>
                  </a:ext>
                </a:extLst>
              </p:cNvPr>
              <p:cNvSpPr/>
              <p:nvPr/>
            </p:nvSpPr>
            <p:spPr>
              <a:xfrm>
                <a:off x="8565408" y="594300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6" name="Freeform 52475">
                <a:extLst>
                  <a:ext uri="{FF2B5EF4-FFF2-40B4-BE49-F238E27FC236}">
                    <a16:creationId xmlns:a16="http://schemas.microsoft.com/office/drawing/2014/main" id="{D2D4ACBE-DA52-208F-EF39-CAECDE1F4B95}"/>
                  </a:ext>
                </a:extLst>
              </p:cNvPr>
              <p:cNvSpPr/>
              <p:nvPr/>
            </p:nvSpPr>
            <p:spPr>
              <a:xfrm>
                <a:off x="8565904" y="590014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7" name="Freeform 52476">
                <a:extLst>
                  <a:ext uri="{FF2B5EF4-FFF2-40B4-BE49-F238E27FC236}">
                    <a16:creationId xmlns:a16="http://schemas.microsoft.com/office/drawing/2014/main" id="{9222E301-7698-6C99-A5E0-C9921A114591}"/>
                  </a:ext>
                </a:extLst>
              </p:cNvPr>
              <p:cNvSpPr/>
              <p:nvPr/>
            </p:nvSpPr>
            <p:spPr>
              <a:xfrm>
                <a:off x="8566400" y="581769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8" name="Freeform 52477">
                <a:extLst>
                  <a:ext uri="{FF2B5EF4-FFF2-40B4-BE49-F238E27FC236}">
                    <a16:creationId xmlns:a16="http://schemas.microsoft.com/office/drawing/2014/main" id="{5A85FC4C-F13C-026D-1DF8-AE2B404360F5}"/>
                  </a:ext>
                </a:extLst>
              </p:cNvPr>
              <p:cNvSpPr/>
              <p:nvPr/>
            </p:nvSpPr>
            <p:spPr>
              <a:xfrm>
                <a:off x="8566995" y="57903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79" name="Freeform 52478">
                <a:extLst>
                  <a:ext uri="{FF2B5EF4-FFF2-40B4-BE49-F238E27FC236}">
                    <a16:creationId xmlns:a16="http://schemas.microsoft.com/office/drawing/2014/main" id="{4A957CA6-F6A2-D314-6300-458DD2231DAA}"/>
                  </a:ext>
                </a:extLst>
              </p:cNvPr>
              <p:cNvSpPr/>
              <p:nvPr/>
            </p:nvSpPr>
            <p:spPr>
              <a:xfrm>
                <a:off x="8567491" y="57993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0" name="Freeform 52479">
                <a:extLst>
                  <a:ext uri="{FF2B5EF4-FFF2-40B4-BE49-F238E27FC236}">
                    <a16:creationId xmlns:a16="http://schemas.microsoft.com/office/drawing/2014/main" id="{B1C47190-090E-B6A2-BB4B-BF253D34D0B2}"/>
                  </a:ext>
                </a:extLst>
              </p:cNvPr>
              <p:cNvSpPr/>
              <p:nvPr/>
            </p:nvSpPr>
            <p:spPr>
              <a:xfrm>
                <a:off x="8567988" y="58026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1" name="Freeform 52480">
                <a:extLst>
                  <a:ext uri="{FF2B5EF4-FFF2-40B4-BE49-F238E27FC236}">
                    <a16:creationId xmlns:a16="http://schemas.microsoft.com/office/drawing/2014/main" id="{C1F571FD-2A63-1CEF-CBAE-E1849BCD457E}"/>
                  </a:ext>
                </a:extLst>
              </p:cNvPr>
              <p:cNvSpPr/>
              <p:nvPr/>
            </p:nvSpPr>
            <p:spPr>
              <a:xfrm>
                <a:off x="8568484" y="58062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2" name="Freeform 52481">
                <a:extLst>
                  <a:ext uri="{FF2B5EF4-FFF2-40B4-BE49-F238E27FC236}">
                    <a16:creationId xmlns:a16="http://schemas.microsoft.com/office/drawing/2014/main" id="{D0B504BC-1C5E-99E9-C341-B24D54FE34C6}"/>
                  </a:ext>
                </a:extLst>
              </p:cNvPr>
              <p:cNvSpPr/>
              <p:nvPr/>
            </p:nvSpPr>
            <p:spPr>
              <a:xfrm>
                <a:off x="8569079" y="580548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3" name="Freeform 52482">
                <a:extLst>
                  <a:ext uri="{FF2B5EF4-FFF2-40B4-BE49-F238E27FC236}">
                    <a16:creationId xmlns:a16="http://schemas.microsoft.com/office/drawing/2014/main" id="{8A41B506-729A-6E70-A5C4-3041E10553CB}"/>
                  </a:ext>
                </a:extLst>
              </p:cNvPr>
              <p:cNvSpPr/>
              <p:nvPr/>
            </p:nvSpPr>
            <p:spPr>
              <a:xfrm>
                <a:off x="8569575" y="58401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4" name="Freeform 52483">
                <a:extLst>
                  <a:ext uri="{FF2B5EF4-FFF2-40B4-BE49-F238E27FC236}">
                    <a16:creationId xmlns:a16="http://schemas.microsoft.com/office/drawing/2014/main" id="{FD4D3C41-5EB2-5CB9-3420-5F5BE39BF0F5}"/>
                  </a:ext>
                </a:extLst>
              </p:cNvPr>
              <p:cNvSpPr/>
              <p:nvPr/>
            </p:nvSpPr>
            <p:spPr>
              <a:xfrm>
                <a:off x="8570071" y="58307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5" name="Freeform 52484">
                <a:extLst>
                  <a:ext uri="{FF2B5EF4-FFF2-40B4-BE49-F238E27FC236}">
                    <a16:creationId xmlns:a16="http://schemas.microsoft.com/office/drawing/2014/main" id="{1BE717C3-06FF-AC8A-A86F-B354006424AD}"/>
                  </a:ext>
                </a:extLst>
              </p:cNvPr>
              <p:cNvSpPr/>
              <p:nvPr/>
            </p:nvSpPr>
            <p:spPr>
              <a:xfrm>
                <a:off x="8570666" y="582175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6" name="Freeform 52485">
                <a:extLst>
                  <a:ext uri="{FF2B5EF4-FFF2-40B4-BE49-F238E27FC236}">
                    <a16:creationId xmlns:a16="http://schemas.microsoft.com/office/drawing/2014/main" id="{86232582-D2FA-7089-A81F-EB5B9DAB32C7}"/>
                  </a:ext>
                </a:extLst>
              </p:cNvPr>
              <p:cNvSpPr/>
              <p:nvPr/>
            </p:nvSpPr>
            <p:spPr>
              <a:xfrm>
                <a:off x="8571163" y="580052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7" name="Freeform 52486">
                <a:extLst>
                  <a:ext uri="{FF2B5EF4-FFF2-40B4-BE49-F238E27FC236}">
                    <a16:creationId xmlns:a16="http://schemas.microsoft.com/office/drawing/2014/main" id="{7B1A4977-B602-85C7-841A-CE80953B24CD}"/>
                  </a:ext>
                </a:extLst>
              </p:cNvPr>
              <p:cNvSpPr/>
              <p:nvPr/>
            </p:nvSpPr>
            <p:spPr>
              <a:xfrm>
                <a:off x="8571659" y="580012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8" name="Freeform 52487">
                <a:extLst>
                  <a:ext uri="{FF2B5EF4-FFF2-40B4-BE49-F238E27FC236}">
                    <a16:creationId xmlns:a16="http://schemas.microsoft.com/office/drawing/2014/main" id="{51288E31-C135-AB61-C53A-4927CB3D0455}"/>
                  </a:ext>
                </a:extLst>
              </p:cNvPr>
              <p:cNvSpPr/>
              <p:nvPr/>
            </p:nvSpPr>
            <p:spPr>
              <a:xfrm>
                <a:off x="8572254" y="57875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89" name="Freeform 52488">
                <a:extLst>
                  <a:ext uri="{FF2B5EF4-FFF2-40B4-BE49-F238E27FC236}">
                    <a16:creationId xmlns:a16="http://schemas.microsoft.com/office/drawing/2014/main" id="{FC4410E2-36ED-47AF-2C91-382AFA60473B}"/>
                  </a:ext>
                </a:extLst>
              </p:cNvPr>
              <p:cNvSpPr/>
              <p:nvPr/>
            </p:nvSpPr>
            <p:spPr>
              <a:xfrm>
                <a:off x="8572750" y="5778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0" name="Freeform 52489">
                <a:extLst>
                  <a:ext uri="{FF2B5EF4-FFF2-40B4-BE49-F238E27FC236}">
                    <a16:creationId xmlns:a16="http://schemas.microsoft.com/office/drawing/2014/main" id="{77659C8A-A657-FCF9-DA6F-DC1B5BFD65F5}"/>
                  </a:ext>
                </a:extLst>
              </p:cNvPr>
              <p:cNvSpPr/>
              <p:nvPr/>
            </p:nvSpPr>
            <p:spPr>
              <a:xfrm>
                <a:off x="8573246" y="579080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1" name="Freeform 52490">
                <a:extLst>
                  <a:ext uri="{FF2B5EF4-FFF2-40B4-BE49-F238E27FC236}">
                    <a16:creationId xmlns:a16="http://schemas.microsoft.com/office/drawing/2014/main" id="{D504AA71-676C-9475-047D-7F4E1C122F5D}"/>
                  </a:ext>
                </a:extLst>
              </p:cNvPr>
              <p:cNvSpPr/>
              <p:nvPr/>
            </p:nvSpPr>
            <p:spPr>
              <a:xfrm>
                <a:off x="8573841" y="57756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4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2" name="Freeform 52491">
                <a:extLst>
                  <a:ext uri="{FF2B5EF4-FFF2-40B4-BE49-F238E27FC236}">
                    <a16:creationId xmlns:a16="http://schemas.microsoft.com/office/drawing/2014/main" id="{CD2763F0-2A78-6FC1-1681-1B6A22382C1F}"/>
                  </a:ext>
                </a:extLst>
              </p:cNvPr>
              <p:cNvSpPr/>
              <p:nvPr/>
            </p:nvSpPr>
            <p:spPr>
              <a:xfrm>
                <a:off x="8574338" y="57580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3" name="Freeform 52492">
                <a:extLst>
                  <a:ext uri="{FF2B5EF4-FFF2-40B4-BE49-F238E27FC236}">
                    <a16:creationId xmlns:a16="http://schemas.microsoft.com/office/drawing/2014/main" id="{D0F22D87-B1E5-1265-339A-2F05DFD5CDCA}"/>
                  </a:ext>
                </a:extLst>
              </p:cNvPr>
              <p:cNvSpPr/>
              <p:nvPr/>
            </p:nvSpPr>
            <p:spPr>
              <a:xfrm>
                <a:off x="8574834" y="59196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4" name="Freeform 52493">
                <a:extLst>
                  <a:ext uri="{FF2B5EF4-FFF2-40B4-BE49-F238E27FC236}">
                    <a16:creationId xmlns:a16="http://schemas.microsoft.com/office/drawing/2014/main" id="{0C15B101-4352-F83B-AAA8-277E1FF5CA38}"/>
                  </a:ext>
                </a:extLst>
              </p:cNvPr>
              <p:cNvSpPr/>
              <p:nvPr/>
            </p:nvSpPr>
            <p:spPr>
              <a:xfrm>
                <a:off x="8575429" y="59617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5" name="Freeform 52494">
                <a:extLst>
                  <a:ext uri="{FF2B5EF4-FFF2-40B4-BE49-F238E27FC236}">
                    <a16:creationId xmlns:a16="http://schemas.microsoft.com/office/drawing/2014/main" id="{09671A15-3A74-D872-077A-83E99E72F647}"/>
                  </a:ext>
                </a:extLst>
              </p:cNvPr>
              <p:cNvSpPr/>
              <p:nvPr/>
            </p:nvSpPr>
            <p:spPr>
              <a:xfrm>
                <a:off x="8575925" y="596384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6" name="Freeform 52495">
                <a:extLst>
                  <a:ext uri="{FF2B5EF4-FFF2-40B4-BE49-F238E27FC236}">
                    <a16:creationId xmlns:a16="http://schemas.microsoft.com/office/drawing/2014/main" id="{9A56E4C2-3FD6-A852-7AE1-FCEF9F9775B2}"/>
                  </a:ext>
                </a:extLst>
              </p:cNvPr>
              <p:cNvSpPr/>
              <p:nvPr/>
            </p:nvSpPr>
            <p:spPr>
              <a:xfrm>
                <a:off x="8576421" y="59601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7" name="Freeform 52496">
                <a:extLst>
                  <a:ext uri="{FF2B5EF4-FFF2-40B4-BE49-F238E27FC236}">
                    <a16:creationId xmlns:a16="http://schemas.microsoft.com/office/drawing/2014/main" id="{775E0716-DF14-001F-11DC-B5B1B9130007}"/>
                  </a:ext>
                </a:extLst>
              </p:cNvPr>
              <p:cNvSpPr/>
              <p:nvPr/>
            </p:nvSpPr>
            <p:spPr>
              <a:xfrm>
                <a:off x="8577016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8" name="Freeform 52497">
                <a:extLst>
                  <a:ext uri="{FF2B5EF4-FFF2-40B4-BE49-F238E27FC236}">
                    <a16:creationId xmlns:a16="http://schemas.microsoft.com/office/drawing/2014/main" id="{EF66614A-128F-0A4A-0786-CCBB8FB56D36}"/>
                  </a:ext>
                </a:extLst>
              </p:cNvPr>
              <p:cNvSpPr/>
              <p:nvPr/>
            </p:nvSpPr>
            <p:spPr>
              <a:xfrm>
                <a:off x="8577513" y="596096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99" name="Freeform 52498">
                <a:extLst>
                  <a:ext uri="{FF2B5EF4-FFF2-40B4-BE49-F238E27FC236}">
                    <a16:creationId xmlns:a16="http://schemas.microsoft.com/office/drawing/2014/main" id="{3ED78955-4991-6D17-68C5-DBCE682C5562}"/>
                  </a:ext>
                </a:extLst>
              </p:cNvPr>
              <p:cNvSpPr/>
              <p:nvPr/>
            </p:nvSpPr>
            <p:spPr>
              <a:xfrm>
                <a:off x="8578009" y="59650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0" name="Freeform 52499">
                <a:extLst>
                  <a:ext uri="{FF2B5EF4-FFF2-40B4-BE49-F238E27FC236}">
                    <a16:creationId xmlns:a16="http://schemas.microsoft.com/office/drawing/2014/main" id="{9AAC2A0B-0259-C938-1F03-68C1112D02AE}"/>
                  </a:ext>
                </a:extLst>
              </p:cNvPr>
              <p:cNvSpPr/>
              <p:nvPr/>
            </p:nvSpPr>
            <p:spPr>
              <a:xfrm>
                <a:off x="8578604" y="595689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1" name="Freeform 52500">
                <a:extLst>
                  <a:ext uri="{FF2B5EF4-FFF2-40B4-BE49-F238E27FC236}">
                    <a16:creationId xmlns:a16="http://schemas.microsoft.com/office/drawing/2014/main" id="{3528EC5D-395D-318E-A11C-816AF556B5BE}"/>
                  </a:ext>
                </a:extLst>
              </p:cNvPr>
              <p:cNvSpPr/>
              <p:nvPr/>
            </p:nvSpPr>
            <p:spPr>
              <a:xfrm>
                <a:off x="8579100" y="58360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2" name="Freeform 52501">
                <a:extLst>
                  <a:ext uri="{FF2B5EF4-FFF2-40B4-BE49-F238E27FC236}">
                    <a16:creationId xmlns:a16="http://schemas.microsoft.com/office/drawing/2014/main" id="{3CA03BDE-A938-276E-4F64-77C859102216}"/>
                  </a:ext>
                </a:extLst>
              </p:cNvPr>
              <p:cNvSpPr/>
              <p:nvPr/>
            </p:nvSpPr>
            <p:spPr>
              <a:xfrm>
                <a:off x="8579596" y="570101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3" name="Freeform 52502">
                <a:extLst>
                  <a:ext uri="{FF2B5EF4-FFF2-40B4-BE49-F238E27FC236}">
                    <a16:creationId xmlns:a16="http://schemas.microsoft.com/office/drawing/2014/main" id="{2ABB35A4-66DF-97E3-CA32-48B05E6C3C56}"/>
                  </a:ext>
                </a:extLst>
              </p:cNvPr>
              <p:cNvSpPr/>
              <p:nvPr/>
            </p:nvSpPr>
            <p:spPr>
              <a:xfrm>
                <a:off x="8580191" y="571976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4" name="Freeform 52503">
                <a:extLst>
                  <a:ext uri="{FF2B5EF4-FFF2-40B4-BE49-F238E27FC236}">
                    <a16:creationId xmlns:a16="http://schemas.microsoft.com/office/drawing/2014/main" id="{D6048EDD-ABF7-ACD4-0FC4-A800F9894530}"/>
                  </a:ext>
                </a:extLst>
              </p:cNvPr>
              <p:cNvSpPr/>
              <p:nvPr/>
            </p:nvSpPr>
            <p:spPr>
              <a:xfrm>
                <a:off x="8580688" y="5729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5" name="Freeform 52504">
                <a:extLst>
                  <a:ext uri="{FF2B5EF4-FFF2-40B4-BE49-F238E27FC236}">
                    <a16:creationId xmlns:a16="http://schemas.microsoft.com/office/drawing/2014/main" id="{BC7E99A8-53EB-664F-527C-676903E0F5DA}"/>
                  </a:ext>
                </a:extLst>
              </p:cNvPr>
              <p:cNvSpPr/>
              <p:nvPr/>
            </p:nvSpPr>
            <p:spPr>
              <a:xfrm>
                <a:off x="8581184" y="57172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6" name="Freeform 52505">
                <a:extLst>
                  <a:ext uri="{FF2B5EF4-FFF2-40B4-BE49-F238E27FC236}">
                    <a16:creationId xmlns:a16="http://schemas.microsoft.com/office/drawing/2014/main" id="{846CA7AF-B8A0-9295-A232-99AD9ACE7F1B}"/>
                  </a:ext>
                </a:extLst>
              </p:cNvPr>
              <p:cNvSpPr/>
              <p:nvPr/>
            </p:nvSpPr>
            <p:spPr>
              <a:xfrm>
                <a:off x="8581680" y="5690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7" name="Freeform 52506">
                <a:extLst>
                  <a:ext uri="{FF2B5EF4-FFF2-40B4-BE49-F238E27FC236}">
                    <a16:creationId xmlns:a16="http://schemas.microsoft.com/office/drawing/2014/main" id="{9EF099E0-B18C-BA7B-E68A-C1A69F77F551}"/>
                  </a:ext>
                </a:extLst>
              </p:cNvPr>
              <p:cNvSpPr/>
              <p:nvPr/>
            </p:nvSpPr>
            <p:spPr>
              <a:xfrm>
                <a:off x="8582275" y="567977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8" name="Freeform 52507">
                <a:extLst>
                  <a:ext uri="{FF2B5EF4-FFF2-40B4-BE49-F238E27FC236}">
                    <a16:creationId xmlns:a16="http://schemas.microsoft.com/office/drawing/2014/main" id="{8F068C55-A3B0-334E-D4F3-E4FC729376AF}"/>
                  </a:ext>
                </a:extLst>
              </p:cNvPr>
              <p:cNvSpPr/>
              <p:nvPr/>
            </p:nvSpPr>
            <p:spPr>
              <a:xfrm>
                <a:off x="8582771" y="565894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09" name="Freeform 52508">
                <a:extLst>
                  <a:ext uri="{FF2B5EF4-FFF2-40B4-BE49-F238E27FC236}">
                    <a16:creationId xmlns:a16="http://schemas.microsoft.com/office/drawing/2014/main" id="{876FB739-1AD9-DF73-0F51-DB2EFB1810E6}"/>
                  </a:ext>
                </a:extLst>
              </p:cNvPr>
              <p:cNvSpPr/>
              <p:nvPr/>
            </p:nvSpPr>
            <p:spPr>
              <a:xfrm>
                <a:off x="8583267" y="56454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0" name="Freeform 52509">
                <a:extLst>
                  <a:ext uri="{FF2B5EF4-FFF2-40B4-BE49-F238E27FC236}">
                    <a16:creationId xmlns:a16="http://schemas.microsoft.com/office/drawing/2014/main" id="{2F8769F1-E419-D85A-EC3F-8FBB5E6309E9}"/>
                  </a:ext>
                </a:extLst>
              </p:cNvPr>
              <p:cNvSpPr/>
              <p:nvPr/>
            </p:nvSpPr>
            <p:spPr>
              <a:xfrm>
                <a:off x="8583863" y="564137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1" name="Freeform 52510">
                <a:extLst>
                  <a:ext uri="{FF2B5EF4-FFF2-40B4-BE49-F238E27FC236}">
                    <a16:creationId xmlns:a16="http://schemas.microsoft.com/office/drawing/2014/main" id="{2957702C-2D87-BC22-AB8B-B692C883AA17}"/>
                  </a:ext>
                </a:extLst>
              </p:cNvPr>
              <p:cNvSpPr/>
              <p:nvPr/>
            </p:nvSpPr>
            <p:spPr>
              <a:xfrm>
                <a:off x="8584359" y="5627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2" name="Freeform 52511">
                <a:extLst>
                  <a:ext uri="{FF2B5EF4-FFF2-40B4-BE49-F238E27FC236}">
                    <a16:creationId xmlns:a16="http://schemas.microsoft.com/office/drawing/2014/main" id="{8CC763E8-0EB2-D6E2-4E29-D9CD4E0872E7}"/>
                  </a:ext>
                </a:extLst>
              </p:cNvPr>
              <p:cNvSpPr/>
              <p:nvPr/>
            </p:nvSpPr>
            <p:spPr>
              <a:xfrm>
                <a:off x="8584855" y="5602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3" name="Freeform 52512">
                <a:extLst>
                  <a:ext uri="{FF2B5EF4-FFF2-40B4-BE49-F238E27FC236}">
                    <a16:creationId xmlns:a16="http://schemas.microsoft.com/office/drawing/2014/main" id="{F1E222C9-3BFF-C406-255C-3B5400F78317}"/>
                  </a:ext>
                </a:extLst>
              </p:cNvPr>
              <p:cNvSpPr/>
              <p:nvPr/>
            </p:nvSpPr>
            <p:spPr>
              <a:xfrm>
                <a:off x="8585450" y="560218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4" name="Freeform 52513">
                <a:extLst>
                  <a:ext uri="{FF2B5EF4-FFF2-40B4-BE49-F238E27FC236}">
                    <a16:creationId xmlns:a16="http://schemas.microsoft.com/office/drawing/2014/main" id="{E9E06593-B4F1-E554-6F03-15D4D246E405}"/>
                  </a:ext>
                </a:extLst>
              </p:cNvPr>
              <p:cNvSpPr/>
              <p:nvPr/>
            </p:nvSpPr>
            <p:spPr>
              <a:xfrm>
                <a:off x="8585946" y="560099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5" name="Freeform 52514">
                <a:extLst>
                  <a:ext uri="{FF2B5EF4-FFF2-40B4-BE49-F238E27FC236}">
                    <a16:creationId xmlns:a16="http://schemas.microsoft.com/office/drawing/2014/main" id="{4174E173-3426-5837-2BF5-7C4B90385757}"/>
                  </a:ext>
                </a:extLst>
              </p:cNvPr>
              <p:cNvSpPr/>
              <p:nvPr/>
            </p:nvSpPr>
            <p:spPr>
              <a:xfrm>
                <a:off x="8586442" y="56156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6" name="Freeform 52515">
                <a:extLst>
                  <a:ext uri="{FF2B5EF4-FFF2-40B4-BE49-F238E27FC236}">
                    <a16:creationId xmlns:a16="http://schemas.microsoft.com/office/drawing/2014/main" id="{94C5A49A-643A-A205-546F-B77E383C0BA1}"/>
                  </a:ext>
                </a:extLst>
              </p:cNvPr>
              <p:cNvSpPr/>
              <p:nvPr/>
            </p:nvSpPr>
            <p:spPr>
              <a:xfrm>
                <a:off x="8587038" y="56471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7" name="Freeform 52516">
                <a:extLst>
                  <a:ext uri="{FF2B5EF4-FFF2-40B4-BE49-F238E27FC236}">
                    <a16:creationId xmlns:a16="http://schemas.microsoft.com/office/drawing/2014/main" id="{5DE42F86-EA32-134D-412B-6AFF516270AC}"/>
                  </a:ext>
                </a:extLst>
              </p:cNvPr>
              <p:cNvSpPr/>
              <p:nvPr/>
            </p:nvSpPr>
            <p:spPr>
              <a:xfrm>
                <a:off x="8587534" y="577234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8" name="Freeform 52517">
                <a:extLst>
                  <a:ext uri="{FF2B5EF4-FFF2-40B4-BE49-F238E27FC236}">
                    <a16:creationId xmlns:a16="http://schemas.microsoft.com/office/drawing/2014/main" id="{0FA9A6C5-947F-7F76-E5B1-9E6B7994D652}"/>
                  </a:ext>
                </a:extLst>
              </p:cNvPr>
              <p:cNvSpPr/>
              <p:nvPr/>
            </p:nvSpPr>
            <p:spPr>
              <a:xfrm>
                <a:off x="8588030" y="585321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19" name="Freeform 52518">
                <a:extLst>
                  <a:ext uri="{FF2B5EF4-FFF2-40B4-BE49-F238E27FC236}">
                    <a16:creationId xmlns:a16="http://schemas.microsoft.com/office/drawing/2014/main" id="{D20EB31C-BDF6-9375-C13C-85A41473607E}"/>
                  </a:ext>
                </a:extLst>
              </p:cNvPr>
              <p:cNvSpPr/>
              <p:nvPr/>
            </p:nvSpPr>
            <p:spPr>
              <a:xfrm>
                <a:off x="8588625" y="586134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0" name="Freeform 52519">
                <a:extLst>
                  <a:ext uri="{FF2B5EF4-FFF2-40B4-BE49-F238E27FC236}">
                    <a16:creationId xmlns:a16="http://schemas.microsoft.com/office/drawing/2014/main" id="{1DC6644D-D9E4-6FEF-7116-A0AC0819E320}"/>
                  </a:ext>
                </a:extLst>
              </p:cNvPr>
              <p:cNvSpPr/>
              <p:nvPr/>
            </p:nvSpPr>
            <p:spPr>
              <a:xfrm>
                <a:off x="8589121" y="586630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1" name="Freeform 52520">
                <a:extLst>
                  <a:ext uri="{FF2B5EF4-FFF2-40B4-BE49-F238E27FC236}">
                    <a16:creationId xmlns:a16="http://schemas.microsoft.com/office/drawing/2014/main" id="{8B4DF743-00DC-863B-A86D-6E3F3D473C0C}"/>
                  </a:ext>
                </a:extLst>
              </p:cNvPr>
              <p:cNvSpPr/>
              <p:nvPr/>
            </p:nvSpPr>
            <p:spPr>
              <a:xfrm>
                <a:off x="8589617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2" name="Freeform 52521">
                <a:extLst>
                  <a:ext uri="{FF2B5EF4-FFF2-40B4-BE49-F238E27FC236}">
                    <a16:creationId xmlns:a16="http://schemas.microsoft.com/office/drawing/2014/main" id="{967E38F7-7C5D-F8EB-1804-3B012BA797F2}"/>
                  </a:ext>
                </a:extLst>
              </p:cNvPr>
              <p:cNvSpPr/>
              <p:nvPr/>
            </p:nvSpPr>
            <p:spPr>
              <a:xfrm>
                <a:off x="8590213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3" name="Freeform 52522">
                <a:extLst>
                  <a:ext uri="{FF2B5EF4-FFF2-40B4-BE49-F238E27FC236}">
                    <a16:creationId xmlns:a16="http://schemas.microsoft.com/office/drawing/2014/main" id="{8F418471-B4B0-6931-DA33-39ECA1A7A653}"/>
                  </a:ext>
                </a:extLst>
              </p:cNvPr>
              <p:cNvSpPr/>
              <p:nvPr/>
            </p:nvSpPr>
            <p:spPr>
              <a:xfrm>
                <a:off x="8590709" y="58441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4" name="Freeform 52523">
                <a:extLst>
                  <a:ext uri="{FF2B5EF4-FFF2-40B4-BE49-F238E27FC236}">
                    <a16:creationId xmlns:a16="http://schemas.microsoft.com/office/drawing/2014/main" id="{C376D0A7-16A8-81B5-19D0-99FE9C2C9083}"/>
                  </a:ext>
                </a:extLst>
              </p:cNvPr>
              <p:cNvSpPr/>
              <p:nvPr/>
            </p:nvSpPr>
            <p:spPr>
              <a:xfrm>
                <a:off x="8591205" y="5794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5" name="Freeform 52524">
                <a:extLst>
                  <a:ext uri="{FF2B5EF4-FFF2-40B4-BE49-F238E27FC236}">
                    <a16:creationId xmlns:a16="http://schemas.microsoft.com/office/drawing/2014/main" id="{C88F972B-D106-8F60-655F-F669D42EBB8A}"/>
                  </a:ext>
                </a:extLst>
              </p:cNvPr>
              <p:cNvSpPr/>
              <p:nvPr/>
            </p:nvSpPr>
            <p:spPr>
              <a:xfrm>
                <a:off x="8591800" y="567610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6" name="Freeform 52525">
                <a:extLst>
                  <a:ext uri="{FF2B5EF4-FFF2-40B4-BE49-F238E27FC236}">
                    <a16:creationId xmlns:a16="http://schemas.microsoft.com/office/drawing/2014/main" id="{6C1DE793-297D-6A15-013C-A0EBC0313FF3}"/>
                  </a:ext>
                </a:extLst>
              </p:cNvPr>
              <p:cNvSpPr/>
              <p:nvPr/>
            </p:nvSpPr>
            <p:spPr>
              <a:xfrm>
                <a:off x="8592296" y="57029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7" name="Freeform 52526">
                <a:extLst>
                  <a:ext uri="{FF2B5EF4-FFF2-40B4-BE49-F238E27FC236}">
                    <a16:creationId xmlns:a16="http://schemas.microsoft.com/office/drawing/2014/main" id="{B8440F57-C725-60A1-DE4E-1A718566F963}"/>
                  </a:ext>
                </a:extLst>
              </p:cNvPr>
              <p:cNvSpPr/>
              <p:nvPr/>
            </p:nvSpPr>
            <p:spPr>
              <a:xfrm>
                <a:off x="8592792" y="57585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8" name="Freeform 52527">
                <a:extLst>
                  <a:ext uri="{FF2B5EF4-FFF2-40B4-BE49-F238E27FC236}">
                    <a16:creationId xmlns:a16="http://schemas.microsoft.com/office/drawing/2014/main" id="{E61FCB33-6320-5C55-D81B-5E0DB5EE5C8B}"/>
                  </a:ext>
                </a:extLst>
              </p:cNvPr>
              <p:cNvSpPr/>
              <p:nvPr/>
            </p:nvSpPr>
            <p:spPr>
              <a:xfrm>
                <a:off x="8593288" y="5740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29" name="Freeform 52528">
                <a:extLst>
                  <a:ext uri="{FF2B5EF4-FFF2-40B4-BE49-F238E27FC236}">
                    <a16:creationId xmlns:a16="http://schemas.microsoft.com/office/drawing/2014/main" id="{5EBF9DF7-1EF2-B24C-A37B-51660CC78904}"/>
                  </a:ext>
                </a:extLst>
              </p:cNvPr>
              <p:cNvSpPr/>
              <p:nvPr/>
            </p:nvSpPr>
            <p:spPr>
              <a:xfrm>
                <a:off x="8593884" y="573851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0" name="Freeform 52529">
                <a:extLst>
                  <a:ext uri="{FF2B5EF4-FFF2-40B4-BE49-F238E27FC236}">
                    <a16:creationId xmlns:a16="http://schemas.microsoft.com/office/drawing/2014/main" id="{AF1FED48-A92D-90C1-A204-58AD34F6932F}"/>
                  </a:ext>
                </a:extLst>
              </p:cNvPr>
              <p:cNvSpPr/>
              <p:nvPr/>
            </p:nvSpPr>
            <p:spPr>
              <a:xfrm>
                <a:off x="8594380" y="57344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1" name="Freeform 52530">
                <a:extLst>
                  <a:ext uri="{FF2B5EF4-FFF2-40B4-BE49-F238E27FC236}">
                    <a16:creationId xmlns:a16="http://schemas.microsoft.com/office/drawing/2014/main" id="{D9219357-3828-3DC5-5DBA-33A254B34F55}"/>
                  </a:ext>
                </a:extLst>
              </p:cNvPr>
              <p:cNvSpPr/>
              <p:nvPr/>
            </p:nvSpPr>
            <p:spPr>
              <a:xfrm>
                <a:off x="8594876" y="57278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2" name="Freeform 52531">
                <a:extLst>
                  <a:ext uri="{FF2B5EF4-FFF2-40B4-BE49-F238E27FC236}">
                    <a16:creationId xmlns:a16="http://schemas.microsoft.com/office/drawing/2014/main" id="{2CDC15E6-81EA-811A-AFB6-FC477C57F43F}"/>
                  </a:ext>
                </a:extLst>
              </p:cNvPr>
              <p:cNvSpPr/>
              <p:nvPr/>
            </p:nvSpPr>
            <p:spPr>
              <a:xfrm>
                <a:off x="8595471" y="569198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3" name="Freeform 52532">
                <a:extLst>
                  <a:ext uri="{FF2B5EF4-FFF2-40B4-BE49-F238E27FC236}">
                    <a16:creationId xmlns:a16="http://schemas.microsoft.com/office/drawing/2014/main" id="{3E720B8F-ABC3-235C-BB11-C1EA288988A0}"/>
                  </a:ext>
                </a:extLst>
              </p:cNvPr>
              <p:cNvSpPr/>
              <p:nvPr/>
            </p:nvSpPr>
            <p:spPr>
              <a:xfrm>
                <a:off x="8595967" y="56678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4" name="Freeform 52533">
                <a:extLst>
                  <a:ext uri="{FF2B5EF4-FFF2-40B4-BE49-F238E27FC236}">
                    <a16:creationId xmlns:a16="http://schemas.microsoft.com/office/drawing/2014/main" id="{D790C9A1-F7AF-E16F-6E25-C226700707A4}"/>
                  </a:ext>
                </a:extLst>
              </p:cNvPr>
              <p:cNvSpPr/>
              <p:nvPr/>
            </p:nvSpPr>
            <p:spPr>
              <a:xfrm>
                <a:off x="8596463" y="563483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5" name="Freeform 52534">
                <a:extLst>
                  <a:ext uri="{FF2B5EF4-FFF2-40B4-BE49-F238E27FC236}">
                    <a16:creationId xmlns:a16="http://schemas.microsoft.com/office/drawing/2014/main" id="{60D6EEF5-CD2B-338B-2E85-40501E5E527D}"/>
                  </a:ext>
                </a:extLst>
              </p:cNvPr>
              <p:cNvSpPr/>
              <p:nvPr/>
            </p:nvSpPr>
            <p:spPr>
              <a:xfrm>
                <a:off x="8597059" y="563562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6" name="Freeform 52535">
                <a:extLst>
                  <a:ext uri="{FF2B5EF4-FFF2-40B4-BE49-F238E27FC236}">
                    <a16:creationId xmlns:a16="http://schemas.microsoft.com/office/drawing/2014/main" id="{4365E784-FEFC-D70E-2FE6-2044DE6D2669}"/>
                  </a:ext>
                </a:extLst>
              </p:cNvPr>
              <p:cNvSpPr/>
              <p:nvPr/>
            </p:nvSpPr>
            <p:spPr>
              <a:xfrm>
                <a:off x="8597555" y="563284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7" name="Freeform 52536">
                <a:extLst>
                  <a:ext uri="{FF2B5EF4-FFF2-40B4-BE49-F238E27FC236}">
                    <a16:creationId xmlns:a16="http://schemas.microsoft.com/office/drawing/2014/main" id="{689A617D-5379-F931-A850-59D22AB19D42}"/>
                  </a:ext>
                </a:extLst>
              </p:cNvPr>
              <p:cNvSpPr/>
              <p:nvPr/>
            </p:nvSpPr>
            <p:spPr>
              <a:xfrm>
                <a:off x="8598051" y="561766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8" name="Freeform 52537">
                <a:extLst>
                  <a:ext uri="{FF2B5EF4-FFF2-40B4-BE49-F238E27FC236}">
                    <a16:creationId xmlns:a16="http://schemas.microsoft.com/office/drawing/2014/main" id="{CF96C51F-6CDD-C12B-247F-BDE0D5550064}"/>
                  </a:ext>
                </a:extLst>
              </p:cNvPr>
              <p:cNvSpPr/>
              <p:nvPr/>
            </p:nvSpPr>
            <p:spPr>
              <a:xfrm>
                <a:off x="8598646" y="56172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39" name="Freeform 52538">
                <a:extLst>
                  <a:ext uri="{FF2B5EF4-FFF2-40B4-BE49-F238E27FC236}">
                    <a16:creationId xmlns:a16="http://schemas.microsoft.com/office/drawing/2014/main" id="{8BBB49C1-3C47-171E-DBC0-CD405F5209F7}"/>
                  </a:ext>
                </a:extLst>
              </p:cNvPr>
              <p:cNvSpPr/>
              <p:nvPr/>
            </p:nvSpPr>
            <p:spPr>
              <a:xfrm>
                <a:off x="8599142" y="5619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0" name="Freeform 52539">
                <a:extLst>
                  <a:ext uri="{FF2B5EF4-FFF2-40B4-BE49-F238E27FC236}">
                    <a16:creationId xmlns:a16="http://schemas.microsoft.com/office/drawing/2014/main" id="{882F5E15-3C17-6226-E309-ED6FC869C45C}"/>
                  </a:ext>
                </a:extLst>
              </p:cNvPr>
              <p:cNvSpPr/>
              <p:nvPr/>
            </p:nvSpPr>
            <p:spPr>
              <a:xfrm>
                <a:off x="8599638" y="562054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1" name="Freeform 52540">
                <a:extLst>
                  <a:ext uri="{FF2B5EF4-FFF2-40B4-BE49-F238E27FC236}">
                    <a16:creationId xmlns:a16="http://schemas.microsoft.com/office/drawing/2014/main" id="{D27A8975-D2EB-C49F-7817-CC0EC20CA5F6}"/>
                  </a:ext>
                </a:extLst>
              </p:cNvPr>
              <p:cNvSpPr/>
              <p:nvPr/>
            </p:nvSpPr>
            <p:spPr>
              <a:xfrm>
                <a:off x="8600234" y="57682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2" name="Freeform 52541">
                <a:extLst>
                  <a:ext uri="{FF2B5EF4-FFF2-40B4-BE49-F238E27FC236}">
                    <a16:creationId xmlns:a16="http://schemas.microsoft.com/office/drawing/2014/main" id="{D22B449F-1A12-CA38-3902-E7B6E41319D6}"/>
                  </a:ext>
                </a:extLst>
              </p:cNvPr>
              <p:cNvSpPr/>
              <p:nvPr/>
            </p:nvSpPr>
            <p:spPr>
              <a:xfrm>
                <a:off x="8600730" y="58654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3" name="Freeform 52542">
                <a:extLst>
                  <a:ext uri="{FF2B5EF4-FFF2-40B4-BE49-F238E27FC236}">
                    <a16:creationId xmlns:a16="http://schemas.microsoft.com/office/drawing/2014/main" id="{88427EDC-DED9-003B-DF95-EFEBD668B793}"/>
                  </a:ext>
                </a:extLst>
              </p:cNvPr>
              <p:cNvSpPr/>
              <p:nvPr/>
            </p:nvSpPr>
            <p:spPr>
              <a:xfrm>
                <a:off x="8601226" y="587811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4" name="Freeform 52543">
                <a:extLst>
                  <a:ext uri="{FF2B5EF4-FFF2-40B4-BE49-F238E27FC236}">
                    <a16:creationId xmlns:a16="http://schemas.microsoft.com/office/drawing/2014/main" id="{754C87E1-1B7B-7C36-C70D-2127B794BC24}"/>
                  </a:ext>
                </a:extLst>
              </p:cNvPr>
              <p:cNvSpPr/>
              <p:nvPr/>
            </p:nvSpPr>
            <p:spPr>
              <a:xfrm>
                <a:off x="8601821" y="58723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-1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-1"/>
                      <a:pt x="4564" y="-1"/>
                    </a:cubicBezTo>
                    <a:cubicBezTo>
                      <a:pt x="7085" y="-1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5" name="Freeform 52544">
                <a:extLst>
                  <a:ext uri="{FF2B5EF4-FFF2-40B4-BE49-F238E27FC236}">
                    <a16:creationId xmlns:a16="http://schemas.microsoft.com/office/drawing/2014/main" id="{C8F54C91-6667-3530-991F-295646DA12A1}"/>
                  </a:ext>
                </a:extLst>
              </p:cNvPr>
              <p:cNvSpPr/>
              <p:nvPr/>
            </p:nvSpPr>
            <p:spPr>
              <a:xfrm>
                <a:off x="8602317" y="586710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6" name="Freeform 52545">
                <a:extLst>
                  <a:ext uri="{FF2B5EF4-FFF2-40B4-BE49-F238E27FC236}">
                    <a16:creationId xmlns:a16="http://schemas.microsoft.com/office/drawing/2014/main" id="{BA9F27E0-0BE1-CD7F-C3B1-12D2EABA40A1}"/>
                  </a:ext>
                </a:extLst>
              </p:cNvPr>
              <p:cNvSpPr/>
              <p:nvPr/>
            </p:nvSpPr>
            <p:spPr>
              <a:xfrm>
                <a:off x="8602813" y="58638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7" name="Freeform 52546">
                <a:extLst>
                  <a:ext uri="{FF2B5EF4-FFF2-40B4-BE49-F238E27FC236}">
                    <a16:creationId xmlns:a16="http://schemas.microsoft.com/office/drawing/2014/main" id="{1C5E8EA5-CEDE-970E-0FCB-91149352D240}"/>
                  </a:ext>
                </a:extLst>
              </p:cNvPr>
              <p:cNvSpPr/>
              <p:nvPr/>
            </p:nvSpPr>
            <p:spPr>
              <a:xfrm>
                <a:off x="8603409" y="586670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8" name="Freeform 52547">
                <a:extLst>
                  <a:ext uri="{FF2B5EF4-FFF2-40B4-BE49-F238E27FC236}">
                    <a16:creationId xmlns:a16="http://schemas.microsoft.com/office/drawing/2014/main" id="{87CAE546-003F-BAFA-6874-174B238B723A}"/>
                  </a:ext>
                </a:extLst>
              </p:cNvPr>
              <p:cNvSpPr/>
              <p:nvPr/>
            </p:nvSpPr>
            <p:spPr>
              <a:xfrm>
                <a:off x="8603905" y="58927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49" name="Freeform 52548">
                <a:extLst>
                  <a:ext uri="{FF2B5EF4-FFF2-40B4-BE49-F238E27FC236}">
                    <a16:creationId xmlns:a16="http://schemas.microsoft.com/office/drawing/2014/main" id="{4C119203-70C5-97D1-91B8-2FAFC6E78821}"/>
                  </a:ext>
                </a:extLst>
              </p:cNvPr>
              <p:cNvSpPr/>
              <p:nvPr/>
            </p:nvSpPr>
            <p:spPr>
              <a:xfrm>
                <a:off x="8604401" y="57601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0" name="Freeform 52549">
                <a:extLst>
                  <a:ext uri="{FF2B5EF4-FFF2-40B4-BE49-F238E27FC236}">
                    <a16:creationId xmlns:a16="http://schemas.microsoft.com/office/drawing/2014/main" id="{D52FE8DC-B76E-C6B5-CEB2-6C119B355BDF}"/>
                  </a:ext>
                </a:extLst>
              </p:cNvPr>
              <p:cNvSpPr/>
              <p:nvPr/>
            </p:nvSpPr>
            <p:spPr>
              <a:xfrm>
                <a:off x="8604897" y="569565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1" name="Freeform 52550">
                <a:extLst>
                  <a:ext uri="{FF2B5EF4-FFF2-40B4-BE49-F238E27FC236}">
                    <a16:creationId xmlns:a16="http://schemas.microsoft.com/office/drawing/2014/main" id="{93551493-97CB-A816-B78A-5DDB09EF024A}"/>
                  </a:ext>
                </a:extLst>
              </p:cNvPr>
              <p:cNvSpPr/>
              <p:nvPr/>
            </p:nvSpPr>
            <p:spPr>
              <a:xfrm>
                <a:off x="8605492" y="571480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2" name="Freeform 52551">
                <a:extLst>
                  <a:ext uri="{FF2B5EF4-FFF2-40B4-BE49-F238E27FC236}">
                    <a16:creationId xmlns:a16="http://schemas.microsoft.com/office/drawing/2014/main" id="{5FBA20B7-9B6E-99AF-D85C-7CB411D593A6}"/>
                  </a:ext>
                </a:extLst>
              </p:cNvPr>
              <p:cNvSpPr/>
              <p:nvPr/>
            </p:nvSpPr>
            <p:spPr>
              <a:xfrm>
                <a:off x="8605988" y="57315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3" name="Freeform 52552">
                <a:extLst>
                  <a:ext uri="{FF2B5EF4-FFF2-40B4-BE49-F238E27FC236}">
                    <a16:creationId xmlns:a16="http://schemas.microsoft.com/office/drawing/2014/main" id="{FF61C796-A366-302C-6AB6-90D14826B4B9}"/>
                  </a:ext>
                </a:extLst>
              </p:cNvPr>
              <p:cNvSpPr/>
              <p:nvPr/>
            </p:nvSpPr>
            <p:spPr>
              <a:xfrm>
                <a:off x="8606484" y="573325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4" name="Freeform 52553">
                <a:extLst>
                  <a:ext uri="{FF2B5EF4-FFF2-40B4-BE49-F238E27FC236}">
                    <a16:creationId xmlns:a16="http://schemas.microsoft.com/office/drawing/2014/main" id="{9F67B85C-C643-BDA2-D91B-CA2E9FDFA0D7}"/>
                  </a:ext>
                </a:extLst>
              </p:cNvPr>
              <p:cNvSpPr/>
              <p:nvPr/>
            </p:nvSpPr>
            <p:spPr>
              <a:xfrm>
                <a:off x="8607080" y="573077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5" name="Freeform 52554">
                <a:extLst>
                  <a:ext uri="{FF2B5EF4-FFF2-40B4-BE49-F238E27FC236}">
                    <a16:creationId xmlns:a16="http://schemas.microsoft.com/office/drawing/2014/main" id="{A60F7ECC-A393-1E2A-9E60-334FBD9A1AC3}"/>
                  </a:ext>
                </a:extLst>
              </p:cNvPr>
              <p:cNvSpPr/>
              <p:nvPr/>
            </p:nvSpPr>
            <p:spPr>
              <a:xfrm>
                <a:off x="8607576" y="570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6" name="Freeform 52555">
                <a:extLst>
                  <a:ext uri="{FF2B5EF4-FFF2-40B4-BE49-F238E27FC236}">
                    <a16:creationId xmlns:a16="http://schemas.microsoft.com/office/drawing/2014/main" id="{CA332C0C-4207-313E-D53E-D6D8A4489D48}"/>
                  </a:ext>
                </a:extLst>
              </p:cNvPr>
              <p:cNvSpPr/>
              <p:nvPr/>
            </p:nvSpPr>
            <p:spPr>
              <a:xfrm>
                <a:off x="8608072" y="5686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7" name="Freeform 52556">
                <a:extLst>
                  <a:ext uri="{FF2B5EF4-FFF2-40B4-BE49-F238E27FC236}">
                    <a16:creationId xmlns:a16="http://schemas.microsoft.com/office/drawing/2014/main" id="{3FEE2781-5E36-C21C-5CA0-A905F5C3023A}"/>
                  </a:ext>
                </a:extLst>
              </p:cNvPr>
              <p:cNvSpPr/>
              <p:nvPr/>
            </p:nvSpPr>
            <p:spPr>
              <a:xfrm>
                <a:off x="8608667" y="5655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8" name="Freeform 52557">
                <a:extLst>
                  <a:ext uri="{FF2B5EF4-FFF2-40B4-BE49-F238E27FC236}">
                    <a16:creationId xmlns:a16="http://schemas.microsoft.com/office/drawing/2014/main" id="{0C1A6FCF-7997-4B91-CC61-64DF2954E489}"/>
                  </a:ext>
                </a:extLst>
              </p:cNvPr>
              <p:cNvSpPr/>
              <p:nvPr/>
            </p:nvSpPr>
            <p:spPr>
              <a:xfrm>
                <a:off x="8609163" y="5605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59" name="Freeform 52558">
                <a:extLst>
                  <a:ext uri="{FF2B5EF4-FFF2-40B4-BE49-F238E27FC236}">
                    <a16:creationId xmlns:a16="http://schemas.microsoft.com/office/drawing/2014/main" id="{04F732E5-1409-DE56-B02D-E878073A40C9}"/>
                  </a:ext>
                </a:extLst>
              </p:cNvPr>
              <p:cNvSpPr/>
              <p:nvPr/>
            </p:nvSpPr>
            <p:spPr>
              <a:xfrm>
                <a:off x="8609659" y="5575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0" name="Freeform 52559">
                <a:extLst>
                  <a:ext uri="{FF2B5EF4-FFF2-40B4-BE49-F238E27FC236}">
                    <a16:creationId xmlns:a16="http://schemas.microsoft.com/office/drawing/2014/main" id="{DFD7F576-227C-5717-44E4-00F793C95048}"/>
                  </a:ext>
                </a:extLst>
              </p:cNvPr>
              <p:cNvSpPr/>
              <p:nvPr/>
            </p:nvSpPr>
            <p:spPr>
              <a:xfrm>
                <a:off x="8610255" y="55724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1" name="Freeform 52560">
                <a:extLst>
                  <a:ext uri="{FF2B5EF4-FFF2-40B4-BE49-F238E27FC236}">
                    <a16:creationId xmlns:a16="http://schemas.microsoft.com/office/drawing/2014/main" id="{87608CD2-5C8C-EFBD-E344-C2ED5CA38835}"/>
                  </a:ext>
                </a:extLst>
              </p:cNvPr>
              <p:cNvSpPr/>
              <p:nvPr/>
            </p:nvSpPr>
            <p:spPr>
              <a:xfrm>
                <a:off x="8610751" y="5549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2" name="Freeform 52561">
                <a:extLst>
                  <a:ext uri="{FF2B5EF4-FFF2-40B4-BE49-F238E27FC236}">
                    <a16:creationId xmlns:a16="http://schemas.microsoft.com/office/drawing/2014/main" id="{91AB1A23-5B38-BD74-7739-07858329228D}"/>
                  </a:ext>
                </a:extLst>
              </p:cNvPr>
              <p:cNvSpPr/>
              <p:nvPr/>
            </p:nvSpPr>
            <p:spPr>
              <a:xfrm>
                <a:off x="8611247" y="5542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3" name="Freeform 52562">
                <a:extLst>
                  <a:ext uri="{FF2B5EF4-FFF2-40B4-BE49-F238E27FC236}">
                    <a16:creationId xmlns:a16="http://schemas.microsoft.com/office/drawing/2014/main" id="{48215BE9-FD8D-2216-BD70-CBD6EC834E12}"/>
                  </a:ext>
                </a:extLst>
              </p:cNvPr>
              <p:cNvSpPr/>
              <p:nvPr/>
            </p:nvSpPr>
            <p:spPr>
              <a:xfrm>
                <a:off x="8611842" y="5562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4" name="Freeform 52563">
                <a:extLst>
                  <a:ext uri="{FF2B5EF4-FFF2-40B4-BE49-F238E27FC236}">
                    <a16:creationId xmlns:a16="http://schemas.microsoft.com/office/drawing/2014/main" id="{068CE1DB-4073-AD42-3E26-AD3C3020E329}"/>
                  </a:ext>
                </a:extLst>
              </p:cNvPr>
              <p:cNvSpPr/>
              <p:nvPr/>
            </p:nvSpPr>
            <p:spPr>
              <a:xfrm>
                <a:off x="8612338" y="5619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5" name="Freeform 52564">
                <a:extLst>
                  <a:ext uri="{FF2B5EF4-FFF2-40B4-BE49-F238E27FC236}">
                    <a16:creationId xmlns:a16="http://schemas.microsoft.com/office/drawing/2014/main" id="{97C0F0C9-0F65-536C-0328-2BBDBD15B257}"/>
                  </a:ext>
                </a:extLst>
              </p:cNvPr>
              <p:cNvSpPr/>
              <p:nvPr/>
            </p:nvSpPr>
            <p:spPr>
              <a:xfrm>
                <a:off x="8612834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6" name="Freeform 52565">
                <a:extLst>
                  <a:ext uri="{FF2B5EF4-FFF2-40B4-BE49-F238E27FC236}">
                    <a16:creationId xmlns:a16="http://schemas.microsoft.com/office/drawing/2014/main" id="{AD6E1B9C-9BCF-4E36-5D05-B1F3629A33BD}"/>
                  </a:ext>
                </a:extLst>
              </p:cNvPr>
              <p:cNvSpPr/>
              <p:nvPr/>
            </p:nvSpPr>
            <p:spPr>
              <a:xfrm>
                <a:off x="8613430" y="5896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7" name="Freeform 52566">
                <a:extLst>
                  <a:ext uri="{FF2B5EF4-FFF2-40B4-BE49-F238E27FC236}">
                    <a16:creationId xmlns:a16="http://schemas.microsoft.com/office/drawing/2014/main" id="{C780DF3D-7F70-38D5-B35B-9C6E4BB70C7E}"/>
                  </a:ext>
                </a:extLst>
              </p:cNvPr>
              <p:cNvSpPr/>
              <p:nvPr/>
            </p:nvSpPr>
            <p:spPr>
              <a:xfrm>
                <a:off x="8613926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8" name="Freeform 52567">
                <a:extLst>
                  <a:ext uri="{FF2B5EF4-FFF2-40B4-BE49-F238E27FC236}">
                    <a16:creationId xmlns:a16="http://schemas.microsoft.com/office/drawing/2014/main" id="{05CA3B81-E77D-8AFA-7186-07D5AF7F9EF1}"/>
                  </a:ext>
                </a:extLst>
              </p:cNvPr>
              <p:cNvSpPr/>
              <p:nvPr/>
            </p:nvSpPr>
            <p:spPr>
              <a:xfrm>
                <a:off x="8614422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69" name="Freeform 52568">
                <a:extLst>
                  <a:ext uri="{FF2B5EF4-FFF2-40B4-BE49-F238E27FC236}">
                    <a16:creationId xmlns:a16="http://schemas.microsoft.com/office/drawing/2014/main" id="{3294D766-623C-7AEF-E14B-35D06EB54818}"/>
                  </a:ext>
                </a:extLst>
              </p:cNvPr>
              <p:cNvSpPr/>
              <p:nvPr/>
            </p:nvSpPr>
            <p:spPr>
              <a:xfrm>
                <a:off x="8615017" y="5876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0" name="Freeform 52569">
                <a:extLst>
                  <a:ext uri="{FF2B5EF4-FFF2-40B4-BE49-F238E27FC236}">
                    <a16:creationId xmlns:a16="http://schemas.microsoft.com/office/drawing/2014/main" id="{743009E1-44E0-91E0-F46B-568283A89ED0}"/>
                  </a:ext>
                </a:extLst>
              </p:cNvPr>
              <p:cNvSpPr/>
              <p:nvPr/>
            </p:nvSpPr>
            <p:spPr>
              <a:xfrm>
                <a:off x="8615513" y="5868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1" name="Freeform 52570">
                <a:extLst>
                  <a:ext uri="{FF2B5EF4-FFF2-40B4-BE49-F238E27FC236}">
                    <a16:creationId xmlns:a16="http://schemas.microsoft.com/office/drawing/2014/main" id="{E4E3C38B-0864-9BE9-B748-7DC2AEDBB608}"/>
                  </a:ext>
                </a:extLst>
              </p:cNvPr>
              <p:cNvSpPr/>
              <p:nvPr/>
            </p:nvSpPr>
            <p:spPr>
              <a:xfrm>
                <a:off x="8616009" y="5885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2" name="Freeform 52571">
                <a:extLst>
                  <a:ext uri="{FF2B5EF4-FFF2-40B4-BE49-F238E27FC236}">
                    <a16:creationId xmlns:a16="http://schemas.microsoft.com/office/drawing/2014/main" id="{E99F7488-597B-2D23-5C15-C664A0692FE2}"/>
                  </a:ext>
                </a:extLst>
              </p:cNvPr>
              <p:cNvSpPr/>
              <p:nvPr/>
            </p:nvSpPr>
            <p:spPr>
              <a:xfrm>
                <a:off x="8616605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3" name="Freeform 52572">
                <a:extLst>
                  <a:ext uri="{FF2B5EF4-FFF2-40B4-BE49-F238E27FC236}">
                    <a16:creationId xmlns:a16="http://schemas.microsoft.com/office/drawing/2014/main" id="{0A5B3A36-422B-ED28-5B56-96D4ED6B7388}"/>
                  </a:ext>
                </a:extLst>
              </p:cNvPr>
              <p:cNvSpPr/>
              <p:nvPr/>
            </p:nvSpPr>
            <p:spPr>
              <a:xfrm>
                <a:off x="8617101" y="5712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4" name="Freeform 52573">
                <a:extLst>
                  <a:ext uri="{FF2B5EF4-FFF2-40B4-BE49-F238E27FC236}">
                    <a16:creationId xmlns:a16="http://schemas.microsoft.com/office/drawing/2014/main" id="{6FDEC492-E457-E26A-5645-A76951391746}"/>
                  </a:ext>
                </a:extLst>
              </p:cNvPr>
              <p:cNvSpPr/>
              <p:nvPr/>
            </p:nvSpPr>
            <p:spPr>
              <a:xfrm>
                <a:off x="8617597" y="5627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5" name="Freeform 52574">
                <a:extLst>
                  <a:ext uri="{FF2B5EF4-FFF2-40B4-BE49-F238E27FC236}">
                    <a16:creationId xmlns:a16="http://schemas.microsoft.com/office/drawing/2014/main" id="{1F01D915-AD36-495F-786B-6655529A3B12}"/>
                  </a:ext>
                </a:extLst>
              </p:cNvPr>
              <p:cNvSpPr/>
              <p:nvPr/>
            </p:nvSpPr>
            <p:spPr>
              <a:xfrm>
                <a:off x="8618093" y="5677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6" name="Freeform 52575">
                <a:extLst>
                  <a:ext uri="{FF2B5EF4-FFF2-40B4-BE49-F238E27FC236}">
                    <a16:creationId xmlns:a16="http://schemas.microsoft.com/office/drawing/2014/main" id="{97FF939B-C315-3399-6FB0-9283668C79CE}"/>
                  </a:ext>
                </a:extLst>
              </p:cNvPr>
              <p:cNvSpPr/>
              <p:nvPr/>
            </p:nvSpPr>
            <p:spPr>
              <a:xfrm>
                <a:off x="8618688" y="569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7" name="Freeform 52576">
                <a:extLst>
                  <a:ext uri="{FF2B5EF4-FFF2-40B4-BE49-F238E27FC236}">
                    <a16:creationId xmlns:a16="http://schemas.microsoft.com/office/drawing/2014/main" id="{76ACA52B-CFCC-3B63-D639-7665B9852136}"/>
                  </a:ext>
                </a:extLst>
              </p:cNvPr>
              <p:cNvSpPr/>
              <p:nvPr/>
            </p:nvSpPr>
            <p:spPr>
              <a:xfrm>
                <a:off x="8619184" y="5690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8" name="Freeform 52577">
                <a:extLst>
                  <a:ext uri="{FF2B5EF4-FFF2-40B4-BE49-F238E27FC236}">
                    <a16:creationId xmlns:a16="http://schemas.microsoft.com/office/drawing/2014/main" id="{FE537033-CC53-39D0-19EB-7604C26533C0}"/>
                  </a:ext>
                </a:extLst>
              </p:cNvPr>
              <p:cNvSpPr/>
              <p:nvPr/>
            </p:nvSpPr>
            <p:spPr>
              <a:xfrm>
                <a:off x="8619680" y="5665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79" name="Freeform 52578">
                <a:extLst>
                  <a:ext uri="{FF2B5EF4-FFF2-40B4-BE49-F238E27FC236}">
                    <a16:creationId xmlns:a16="http://schemas.microsoft.com/office/drawing/2014/main" id="{C4D32EF9-D246-F3CD-7F1C-8DE1A1F227EC}"/>
                  </a:ext>
                </a:extLst>
              </p:cNvPr>
              <p:cNvSpPr/>
              <p:nvPr/>
            </p:nvSpPr>
            <p:spPr>
              <a:xfrm>
                <a:off x="8620276" y="5650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0" name="Freeform 52579">
                <a:extLst>
                  <a:ext uri="{FF2B5EF4-FFF2-40B4-BE49-F238E27FC236}">
                    <a16:creationId xmlns:a16="http://schemas.microsoft.com/office/drawing/2014/main" id="{4D8279EF-E8D1-6FA2-F5EA-24B5DC690FEE}"/>
                  </a:ext>
                </a:extLst>
              </p:cNvPr>
              <p:cNvSpPr/>
              <p:nvPr/>
            </p:nvSpPr>
            <p:spPr>
              <a:xfrm>
                <a:off x="8620772" y="5639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1" name="Freeform 52580">
                <a:extLst>
                  <a:ext uri="{FF2B5EF4-FFF2-40B4-BE49-F238E27FC236}">
                    <a16:creationId xmlns:a16="http://schemas.microsoft.com/office/drawing/2014/main" id="{61716C41-1548-EDB2-B1A2-FD710A891258}"/>
                  </a:ext>
                </a:extLst>
              </p:cNvPr>
              <p:cNvSpPr/>
              <p:nvPr/>
            </p:nvSpPr>
            <p:spPr>
              <a:xfrm>
                <a:off x="8621268" y="5591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2" name="Freeform 52581">
                <a:extLst>
                  <a:ext uri="{FF2B5EF4-FFF2-40B4-BE49-F238E27FC236}">
                    <a16:creationId xmlns:a16="http://schemas.microsoft.com/office/drawing/2014/main" id="{E505C85B-1643-1BBF-60DB-F0DECA896EEC}"/>
                  </a:ext>
                </a:extLst>
              </p:cNvPr>
              <p:cNvSpPr/>
              <p:nvPr/>
            </p:nvSpPr>
            <p:spPr>
              <a:xfrm>
                <a:off x="8621863" y="5544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3" name="Freeform 52582">
                <a:extLst>
                  <a:ext uri="{FF2B5EF4-FFF2-40B4-BE49-F238E27FC236}">
                    <a16:creationId xmlns:a16="http://schemas.microsoft.com/office/drawing/2014/main" id="{10547DC6-439D-138F-3858-393F77CD3A1F}"/>
                  </a:ext>
                </a:extLst>
              </p:cNvPr>
              <p:cNvSpPr/>
              <p:nvPr/>
            </p:nvSpPr>
            <p:spPr>
              <a:xfrm>
                <a:off x="8622359" y="5511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4" name="Freeform 52583">
                <a:extLst>
                  <a:ext uri="{FF2B5EF4-FFF2-40B4-BE49-F238E27FC236}">
                    <a16:creationId xmlns:a16="http://schemas.microsoft.com/office/drawing/2014/main" id="{5AC0CBD2-4910-4056-037B-923AC1E8D6D1}"/>
                  </a:ext>
                </a:extLst>
              </p:cNvPr>
              <p:cNvSpPr/>
              <p:nvPr/>
            </p:nvSpPr>
            <p:spPr>
              <a:xfrm>
                <a:off x="8622855" y="5514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5" name="Freeform 52584">
                <a:extLst>
                  <a:ext uri="{FF2B5EF4-FFF2-40B4-BE49-F238E27FC236}">
                    <a16:creationId xmlns:a16="http://schemas.microsoft.com/office/drawing/2014/main" id="{EE36C6E0-F956-D827-5A07-E83DBDCA9754}"/>
                  </a:ext>
                </a:extLst>
              </p:cNvPr>
              <p:cNvSpPr/>
              <p:nvPr/>
            </p:nvSpPr>
            <p:spPr>
              <a:xfrm>
                <a:off x="8623451" y="5520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6" name="Freeform 52585">
                <a:extLst>
                  <a:ext uri="{FF2B5EF4-FFF2-40B4-BE49-F238E27FC236}">
                    <a16:creationId xmlns:a16="http://schemas.microsoft.com/office/drawing/2014/main" id="{065F57F1-5A58-7D6F-A19C-195646E6DD19}"/>
                  </a:ext>
                </a:extLst>
              </p:cNvPr>
              <p:cNvSpPr/>
              <p:nvPr/>
            </p:nvSpPr>
            <p:spPr>
              <a:xfrm>
                <a:off x="8623947" y="5501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7" name="Freeform 52586">
                <a:extLst>
                  <a:ext uri="{FF2B5EF4-FFF2-40B4-BE49-F238E27FC236}">
                    <a16:creationId xmlns:a16="http://schemas.microsoft.com/office/drawing/2014/main" id="{DE0FA6C2-B80E-DBA8-2D4A-B57483D5BC2A}"/>
                  </a:ext>
                </a:extLst>
              </p:cNvPr>
              <p:cNvSpPr/>
              <p:nvPr/>
            </p:nvSpPr>
            <p:spPr>
              <a:xfrm>
                <a:off x="8624443" y="5520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8" name="Freeform 52587">
                <a:extLst>
                  <a:ext uri="{FF2B5EF4-FFF2-40B4-BE49-F238E27FC236}">
                    <a16:creationId xmlns:a16="http://schemas.microsoft.com/office/drawing/2014/main" id="{C8785C15-42F2-3914-B70B-92D7333E83AB}"/>
                  </a:ext>
                </a:extLst>
              </p:cNvPr>
              <p:cNvSpPr/>
              <p:nvPr/>
            </p:nvSpPr>
            <p:spPr>
              <a:xfrm>
                <a:off x="8625038" y="5565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89" name="Freeform 52588">
                <a:extLst>
                  <a:ext uri="{FF2B5EF4-FFF2-40B4-BE49-F238E27FC236}">
                    <a16:creationId xmlns:a16="http://schemas.microsoft.com/office/drawing/2014/main" id="{B0FD55B8-9D74-56D0-9BAD-39C8D9F45E6E}"/>
                  </a:ext>
                </a:extLst>
              </p:cNvPr>
              <p:cNvSpPr/>
              <p:nvPr/>
            </p:nvSpPr>
            <p:spPr>
              <a:xfrm>
                <a:off x="8625534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0" name="Freeform 52589">
                <a:extLst>
                  <a:ext uri="{FF2B5EF4-FFF2-40B4-BE49-F238E27FC236}">
                    <a16:creationId xmlns:a16="http://schemas.microsoft.com/office/drawing/2014/main" id="{83D303B5-DC11-5BCB-5943-E594273CFC87}"/>
                  </a:ext>
                </a:extLst>
              </p:cNvPr>
              <p:cNvSpPr/>
              <p:nvPr/>
            </p:nvSpPr>
            <p:spPr>
              <a:xfrm>
                <a:off x="8626030" y="5867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1" name="Freeform 52590">
                <a:extLst>
                  <a:ext uri="{FF2B5EF4-FFF2-40B4-BE49-F238E27FC236}">
                    <a16:creationId xmlns:a16="http://schemas.microsoft.com/office/drawing/2014/main" id="{A7E6158B-3C76-A4C5-3432-A6C7C37C3DF0}"/>
                  </a:ext>
                </a:extLst>
              </p:cNvPr>
              <p:cNvSpPr/>
              <p:nvPr/>
            </p:nvSpPr>
            <p:spPr>
              <a:xfrm>
                <a:off x="8626626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2" name="Freeform 52591">
                <a:extLst>
                  <a:ext uri="{FF2B5EF4-FFF2-40B4-BE49-F238E27FC236}">
                    <a16:creationId xmlns:a16="http://schemas.microsoft.com/office/drawing/2014/main" id="{BC8FBD99-AB43-B889-CAD6-99B316DC21E5}"/>
                  </a:ext>
                </a:extLst>
              </p:cNvPr>
              <p:cNvSpPr/>
              <p:nvPr/>
            </p:nvSpPr>
            <p:spPr>
              <a:xfrm>
                <a:off x="8627122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3" name="Freeform 52592">
                <a:extLst>
                  <a:ext uri="{FF2B5EF4-FFF2-40B4-BE49-F238E27FC236}">
                    <a16:creationId xmlns:a16="http://schemas.microsoft.com/office/drawing/2014/main" id="{A43CEB23-1AF7-1F83-424F-BEE623CF847B}"/>
                  </a:ext>
                </a:extLst>
              </p:cNvPr>
              <p:cNvSpPr/>
              <p:nvPr/>
            </p:nvSpPr>
            <p:spPr>
              <a:xfrm>
                <a:off x="8627618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4" name="Freeform 52593">
                <a:extLst>
                  <a:ext uri="{FF2B5EF4-FFF2-40B4-BE49-F238E27FC236}">
                    <a16:creationId xmlns:a16="http://schemas.microsoft.com/office/drawing/2014/main" id="{6BCF93B7-497D-5FAB-8926-F26BA64E1228}"/>
                  </a:ext>
                </a:extLst>
              </p:cNvPr>
              <p:cNvSpPr/>
              <p:nvPr/>
            </p:nvSpPr>
            <p:spPr>
              <a:xfrm>
                <a:off x="8628213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5" name="Freeform 52594">
                <a:extLst>
                  <a:ext uri="{FF2B5EF4-FFF2-40B4-BE49-F238E27FC236}">
                    <a16:creationId xmlns:a16="http://schemas.microsoft.com/office/drawing/2014/main" id="{F9CA2722-4206-8F84-466A-4A8EA27D8689}"/>
                  </a:ext>
                </a:extLst>
              </p:cNvPr>
              <p:cNvSpPr/>
              <p:nvPr/>
            </p:nvSpPr>
            <p:spPr>
              <a:xfrm>
                <a:off x="8628709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6" name="Freeform 52595">
                <a:extLst>
                  <a:ext uri="{FF2B5EF4-FFF2-40B4-BE49-F238E27FC236}">
                    <a16:creationId xmlns:a16="http://schemas.microsoft.com/office/drawing/2014/main" id="{AEF5911C-8108-F7F8-7525-2B2E8CB3FF40}"/>
                  </a:ext>
                </a:extLst>
              </p:cNvPr>
              <p:cNvSpPr/>
              <p:nvPr/>
            </p:nvSpPr>
            <p:spPr>
              <a:xfrm>
                <a:off x="8629205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7" name="Freeform 52596">
                <a:extLst>
                  <a:ext uri="{FF2B5EF4-FFF2-40B4-BE49-F238E27FC236}">
                    <a16:creationId xmlns:a16="http://schemas.microsoft.com/office/drawing/2014/main" id="{7FB856AB-65E7-2405-44BB-A819FEFCCB20}"/>
                  </a:ext>
                </a:extLst>
              </p:cNvPr>
              <p:cNvSpPr/>
              <p:nvPr/>
            </p:nvSpPr>
            <p:spPr>
              <a:xfrm>
                <a:off x="8629702" y="5626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8" name="Freeform 52597">
                <a:extLst>
                  <a:ext uri="{FF2B5EF4-FFF2-40B4-BE49-F238E27FC236}">
                    <a16:creationId xmlns:a16="http://schemas.microsoft.com/office/drawing/2014/main" id="{B4CD81FF-ECE3-7444-ED3B-052BF36EC2DA}"/>
                  </a:ext>
                </a:extLst>
              </p:cNvPr>
              <p:cNvSpPr/>
              <p:nvPr/>
            </p:nvSpPr>
            <p:spPr>
              <a:xfrm>
                <a:off x="8630297" y="5640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99" name="Freeform 52598">
                <a:extLst>
                  <a:ext uri="{FF2B5EF4-FFF2-40B4-BE49-F238E27FC236}">
                    <a16:creationId xmlns:a16="http://schemas.microsoft.com/office/drawing/2014/main" id="{01ADE06D-56F6-DF67-5E79-21803D7A0CC8}"/>
                  </a:ext>
                </a:extLst>
              </p:cNvPr>
              <p:cNvSpPr/>
              <p:nvPr/>
            </p:nvSpPr>
            <p:spPr>
              <a:xfrm>
                <a:off x="8630793" y="5680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0" name="Freeform 52599">
                <a:extLst>
                  <a:ext uri="{FF2B5EF4-FFF2-40B4-BE49-F238E27FC236}">
                    <a16:creationId xmlns:a16="http://schemas.microsoft.com/office/drawing/2014/main" id="{25CD20B6-CE77-51F1-B00C-2B2D513ED9A8}"/>
                  </a:ext>
                </a:extLst>
              </p:cNvPr>
              <p:cNvSpPr/>
              <p:nvPr/>
            </p:nvSpPr>
            <p:spPr>
              <a:xfrm>
                <a:off x="8631289" y="569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1" name="Freeform 52600">
                <a:extLst>
                  <a:ext uri="{FF2B5EF4-FFF2-40B4-BE49-F238E27FC236}">
                    <a16:creationId xmlns:a16="http://schemas.microsoft.com/office/drawing/2014/main" id="{40471BBF-25FF-1960-F5D7-21B298A66868}"/>
                  </a:ext>
                </a:extLst>
              </p:cNvPr>
              <p:cNvSpPr/>
              <p:nvPr/>
            </p:nvSpPr>
            <p:spPr>
              <a:xfrm>
                <a:off x="8631884" y="5692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2" name="Freeform 52601">
                <a:extLst>
                  <a:ext uri="{FF2B5EF4-FFF2-40B4-BE49-F238E27FC236}">
                    <a16:creationId xmlns:a16="http://schemas.microsoft.com/office/drawing/2014/main" id="{74FD66B7-53BC-03CB-979F-51CE1B860755}"/>
                  </a:ext>
                </a:extLst>
              </p:cNvPr>
              <p:cNvSpPr/>
              <p:nvPr/>
            </p:nvSpPr>
            <p:spPr>
              <a:xfrm>
                <a:off x="8632380" y="5664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3" name="Freeform 52602">
                <a:extLst>
                  <a:ext uri="{FF2B5EF4-FFF2-40B4-BE49-F238E27FC236}">
                    <a16:creationId xmlns:a16="http://schemas.microsoft.com/office/drawing/2014/main" id="{2177652B-A3CB-D796-66F5-FF0B990BFCE6}"/>
                  </a:ext>
                </a:extLst>
              </p:cNvPr>
              <p:cNvSpPr/>
              <p:nvPr/>
            </p:nvSpPr>
            <p:spPr>
              <a:xfrm>
                <a:off x="8632877" y="570140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4" name="Freeform 52603">
                <a:extLst>
                  <a:ext uri="{FF2B5EF4-FFF2-40B4-BE49-F238E27FC236}">
                    <a16:creationId xmlns:a16="http://schemas.microsoft.com/office/drawing/2014/main" id="{1927829E-BD14-59A9-548B-3CF57AFE7085}"/>
                  </a:ext>
                </a:extLst>
              </p:cNvPr>
              <p:cNvSpPr/>
              <p:nvPr/>
            </p:nvSpPr>
            <p:spPr>
              <a:xfrm>
                <a:off x="8633472" y="56867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5" name="Freeform 52604">
                <a:extLst>
                  <a:ext uri="{FF2B5EF4-FFF2-40B4-BE49-F238E27FC236}">
                    <a16:creationId xmlns:a16="http://schemas.microsoft.com/office/drawing/2014/main" id="{A8B4C5E3-DB19-F5AA-8ACB-4F80BA79587A}"/>
                  </a:ext>
                </a:extLst>
              </p:cNvPr>
              <p:cNvSpPr/>
              <p:nvPr/>
            </p:nvSpPr>
            <p:spPr>
              <a:xfrm>
                <a:off x="8633968" y="565527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6" name="Freeform 52605">
                <a:extLst>
                  <a:ext uri="{FF2B5EF4-FFF2-40B4-BE49-F238E27FC236}">
                    <a16:creationId xmlns:a16="http://schemas.microsoft.com/office/drawing/2014/main" id="{A6F6709D-52BF-202D-CE71-4E864361A809}"/>
                  </a:ext>
                </a:extLst>
              </p:cNvPr>
              <p:cNvSpPr/>
              <p:nvPr/>
            </p:nvSpPr>
            <p:spPr>
              <a:xfrm>
                <a:off x="8634464" y="560506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7" name="Freeform 52606">
                <a:extLst>
                  <a:ext uri="{FF2B5EF4-FFF2-40B4-BE49-F238E27FC236}">
                    <a16:creationId xmlns:a16="http://schemas.microsoft.com/office/drawing/2014/main" id="{1E04EF93-BB6F-BF5B-3376-0C9BA502B4E7}"/>
                  </a:ext>
                </a:extLst>
              </p:cNvPr>
              <p:cNvSpPr/>
              <p:nvPr/>
            </p:nvSpPr>
            <p:spPr>
              <a:xfrm>
                <a:off x="8635059" y="557530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8" name="Freeform 52607">
                <a:extLst>
                  <a:ext uri="{FF2B5EF4-FFF2-40B4-BE49-F238E27FC236}">
                    <a16:creationId xmlns:a16="http://schemas.microsoft.com/office/drawing/2014/main" id="{9F613C36-E6F7-A679-F085-9B055D8048DA}"/>
                  </a:ext>
                </a:extLst>
              </p:cNvPr>
              <p:cNvSpPr/>
              <p:nvPr/>
            </p:nvSpPr>
            <p:spPr>
              <a:xfrm>
                <a:off x="8635555" y="557242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09" name="Freeform 52608">
                <a:extLst>
                  <a:ext uri="{FF2B5EF4-FFF2-40B4-BE49-F238E27FC236}">
                    <a16:creationId xmlns:a16="http://schemas.microsoft.com/office/drawing/2014/main" id="{C3F2A4C0-09C5-55FA-EBF8-AD8680215E54}"/>
                  </a:ext>
                </a:extLst>
              </p:cNvPr>
              <p:cNvSpPr/>
              <p:nvPr/>
            </p:nvSpPr>
            <p:spPr>
              <a:xfrm>
                <a:off x="8636052" y="554999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0" name="Freeform 52609">
                <a:extLst>
                  <a:ext uri="{FF2B5EF4-FFF2-40B4-BE49-F238E27FC236}">
                    <a16:creationId xmlns:a16="http://schemas.microsoft.com/office/drawing/2014/main" id="{49A799A2-6255-ED72-2E28-350018B179E2}"/>
                  </a:ext>
                </a:extLst>
              </p:cNvPr>
              <p:cNvSpPr/>
              <p:nvPr/>
            </p:nvSpPr>
            <p:spPr>
              <a:xfrm>
                <a:off x="8636647" y="554216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1" name="Freeform 52610">
                <a:extLst>
                  <a:ext uri="{FF2B5EF4-FFF2-40B4-BE49-F238E27FC236}">
                    <a16:creationId xmlns:a16="http://schemas.microsoft.com/office/drawing/2014/main" id="{0B02467B-2886-90DE-310A-E974F8B5C985}"/>
                  </a:ext>
                </a:extLst>
              </p:cNvPr>
              <p:cNvSpPr/>
              <p:nvPr/>
            </p:nvSpPr>
            <p:spPr>
              <a:xfrm>
                <a:off x="8637143" y="55629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2" name="Freeform 52611">
                <a:extLst>
                  <a:ext uri="{FF2B5EF4-FFF2-40B4-BE49-F238E27FC236}">
                    <a16:creationId xmlns:a16="http://schemas.microsoft.com/office/drawing/2014/main" id="{C5062FCC-A629-F3BC-329A-601C4DC874A8}"/>
                  </a:ext>
                </a:extLst>
              </p:cNvPr>
              <p:cNvSpPr/>
              <p:nvPr/>
            </p:nvSpPr>
            <p:spPr>
              <a:xfrm>
                <a:off x="8637639" y="561975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3" name="Freeform 52612">
                <a:extLst>
                  <a:ext uri="{FF2B5EF4-FFF2-40B4-BE49-F238E27FC236}">
                    <a16:creationId xmlns:a16="http://schemas.microsoft.com/office/drawing/2014/main" id="{5926C163-BBE5-3C3A-ED74-3E0D5D6AD498}"/>
                  </a:ext>
                </a:extLst>
              </p:cNvPr>
              <p:cNvSpPr/>
              <p:nvPr/>
            </p:nvSpPr>
            <p:spPr>
              <a:xfrm>
                <a:off x="8638234" y="580509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4" name="Freeform 52613">
                <a:extLst>
                  <a:ext uri="{FF2B5EF4-FFF2-40B4-BE49-F238E27FC236}">
                    <a16:creationId xmlns:a16="http://schemas.microsoft.com/office/drawing/2014/main" id="{D73E6EAF-1289-7B40-4E32-191C7B0410FB}"/>
                  </a:ext>
                </a:extLst>
              </p:cNvPr>
              <p:cNvSpPr/>
              <p:nvPr/>
            </p:nvSpPr>
            <p:spPr>
              <a:xfrm>
                <a:off x="8638730" y="589607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5" name="Freeform 52614">
                <a:extLst>
                  <a:ext uri="{FF2B5EF4-FFF2-40B4-BE49-F238E27FC236}">
                    <a16:creationId xmlns:a16="http://schemas.microsoft.com/office/drawing/2014/main" id="{D2EAC12D-6681-410F-FC72-43FFB33DB182}"/>
                  </a:ext>
                </a:extLst>
              </p:cNvPr>
              <p:cNvSpPr/>
              <p:nvPr/>
            </p:nvSpPr>
            <p:spPr>
              <a:xfrm>
                <a:off x="8639227" y="590301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6" name="Freeform 52615">
                <a:extLst>
                  <a:ext uri="{FF2B5EF4-FFF2-40B4-BE49-F238E27FC236}">
                    <a16:creationId xmlns:a16="http://schemas.microsoft.com/office/drawing/2014/main" id="{5A293457-B368-DE9E-07B1-F58870FF81BB}"/>
                  </a:ext>
                </a:extLst>
              </p:cNvPr>
              <p:cNvSpPr/>
              <p:nvPr/>
            </p:nvSpPr>
            <p:spPr>
              <a:xfrm>
                <a:off x="8639822" y="58813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7" name="Freeform 52616">
                <a:extLst>
                  <a:ext uri="{FF2B5EF4-FFF2-40B4-BE49-F238E27FC236}">
                    <a16:creationId xmlns:a16="http://schemas.microsoft.com/office/drawing/2014/main" id="{319BDB11-5BB9-FB9A-D0C8-CFD8FBDA809F}"/>
                  </a:ext>
                </a:extLst>
              </p:cNvPr>
              <p:cNvSpPr/>
              <p:nvPr/>
            </p:nvSpPr>
            <p:spPr>
              <a:xfrm>
                <a:off x="8640318" y="587603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8" name="Freeform 52617">
                <a:extLst>
                  <a:ext uri="{FF2B5EF4-FFF2-40B4-BE49-F238E27FC236}">
                    <a16:creationId xmlns:a16="http://schemas.microsoft.com/office/drawing/2014/main" id="{1D64DAD5-76FE-1479-A544-B45AD6F5BD99}"/>
                  </a:ext>
                </a:extLst>
              </p:cNvPr>
              <p:cNvSpPr/>
              <p:nvPr/>
            </p:nvSpPr>
            <p:spPr>
              <a:xfrm>
                <a:off x="8640814" y="58682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19" name="Freeform 52618">
                <a:extLst>
                  <a:ext uri="{FF2B5EF4-FFF2-40B4-BE49-F238E27FC236}">
                    <a16:creationId xmlns:a16="http://schemas.microsoft.com/office/drawing/2014/main" id="{CB691AD1-A9E2-899E-41FD-897A1F276516}"/>
                  </a:ext>
                </a:extLst>
              </p:cNvPr>
              <p:cNvSpPr/>
              <p:nvPr/>
            </p:nvSpPr>
            <p:spPr>
              <a:xfrm>
                <a:off x="8641409" y="588585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0" name="Freeform 52619">
                <a:extLst>
                  <a:ext uri="{FF2B5EF4-FFF2-40B4-BE49-F238E27FC236}">
                    <a16:creationId xmlns:a16="http://schemas.microsoft.com/office/drawing/2014/main" id="{A668F7B6-1D22-ECCB-D3D6-7C1399C374F2}"/>
                  </a:ext>
                </a:extLst>
              </p:cNvPr>
              <p:cNvSpPr/>
              <p:nvPr/>
            </p:nvSpPr>
            <p:spPr>
              <a:xfrm>
                <a:off x="8641905" y="58809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1" name="Freeform 52620">
                <a:extLst>
                  <a:ext uri="{FF2B5EF4-FFF2-40B4-BE49-F238E27FC236}">
                    <a16:creationId xmlns:a16="http://schemas.microsoft.com/office/drawing/2014/main" id="{301A0856-74E0-EC3E-2425-28A34B943E06}"/>
                  </a:ext>
                </a:extLst>
              </p:cNvPr>
              <p:cNvSpPr/>
              <p:nvPr/>
            </p:nvSpPr>
            <p:spPr>
              <a:xfrm>
                <a:off x="8642402" y="571281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2" name="Freeform 52621">
                <a:extLst>
                  <a:ext uri="{FF2B5EF4-FFF2-40B4-BE49-F238E27FC236}">
                    <a16:creationId xmlns:a16="http://schemas.microsoft.com/office/drawing/2014/main" id="{81271CB2-A0FE-0C72-376E-D5ADFCE5DE92}"/>
                  </a:ext>
                </a:extLst>
              </p:cNvPr>
              <p:cNvSpPr/>
              <p:nvPr/>
            </p:nvSpPr>
            <p:spPr>
              <a:xfrm>
                <a:off x="8642898" y="56278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3" name="Freeform 52622">
                <a:extLst>
                  <a:ext uri="{FF2B5EF4-FFF2-40B4-BE49-F238E27FC236}">
                    <a16:creationId xmlns:a16="http://schemas.microsoft.com/office/drawing/2014/main" id="{842A6818-7217-703D-AF57-8D20DA746756}"/>
                  </a:ext>
                </a:extLst>
              </p:cNvPr>
              <p:cNvSpPr/>
              <p:nvPr/>
            </p:nvSpPr>
            <p:spPr>
              <a:xfrm>
                <a:off x="8643493" y="56776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4" name="Freeform 52623">
                <a:extLst>
                  <a:ext uri="{FF2B5EF4-FFF2-40B4-BE49-F238E27FC236}">
                    <a16:creationId xmlns:a16="http://schemas.microsoft.com/office/drawing/2014/main" id="{163F0780-4ADF-1ADD-C610-3BE41D4EDCE6}"/>
                  </a:ext>
                </a:extLst>
              </p:cNvPr>
              <p:cNvSpPr/>
              <p:nvPr/>
            </p:nvSpPr>
            <p:spPr>
              <a:xfrm>
                <a:off x="8643989" y="569733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5" name="Freeform 52624">
                <a:extLst>
                  <a:ext uri="{FF2B5EF4-FFF2-40B4-BE49-F238E27FC236}">
                    <a16:creationId xmlns:a16="http://schemas.microsoft.com/office/drawing/2014/main" id="{79C04EFB-189C-015C-F4B0-6DC61F6604B6}"/>
                  </a:ext>
                </a:extLst>
              </p:cNvPr>
              <p:cNvSpPr/>
              <p:nvPr/>
            </p:nvSpPr>
            <p:spPr>
              <a:xfrm>
                <a:off x="8644485" y="5690393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6" name="Freeform 52625">
                <a:extLst>
                  <a:ext uri="{FF2B5EF4-FFF2-40B4-BE49-F238E27FC236}">
                    <a16:creationId xmlns:a16="http://schemas.microsoft.com/office/drawing/2014/main" id="{707741EF-A7DC-44A0-B619-4B14B595A31F}"/>
                  </a:ext>
                </a:extLst>
              </p:cNvPr>
              <p:cNvSpPr/>
              <p:nvPr/>
            </p:nvSpPr>
            <p:spPr>
              <a:xfrm>
                <a:off x="8645080" y="566548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7" name="Freeform 52626">
                <a:extLst>
                  <a:ext uri="{FF2B5EF4-FFF2-40B4-BE49-F238E27FC236}">
                    <a16:creationId xmlns:a16="http://schemas.microsoft.com/office/drawing/2014/main" id="{D785D7DF-2F75-26F1-E6EF-D0D7FE21A879}"/>
                  </a:ext>
                </a:extLst>
              </p:cNvPr>
              <p:cNvSpPr/>
              <p:nvPr/>
            </p:nvSpPr>
            <p:spPr>
              <a:xfrm>
                <a:off x="8645577" y="565030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8" name="Freeform 52627">
                <a:extLst>
                  <a:ext uri="{FF2B5EF4-FFF2-40B4-BE49-F238E27FC236}">
                    <a16:creationId xmlns:a16="http://schemas.microsoft.com/office/drawing/2014/main" id="{11736CCF-AC1D-A1A5-063D-6E3B3586EFB7}"/>
                  </a:ext>
                </a:extLst>
              </p:cNvPr>
              <p:cNvSpPr/>
              <p:nvPr/>
            </p:nvSpPr>
            <p:spPr>
              <a:xfrm>
                <a:off x="8646073" y="563979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29" name="Freeform 52628">
                <a:extLst>
                  <a:ext uri="{FF2B5EF4-FFF2-40B4-BE49-F238E27FC236}">
                    <a16:creationId xmlns:a16="http://schemas.microsoft.com/office/drawing/2014/main" id="{A5BA10DD-240A-D281-5851-D87251B5E115}"/>
                  </a:ext>
                </a:extLst>
              </p:cNvPr>
              <p:cNvSpPr/>
              <p:nvPr/>
            </p:nvSpPr>
            <p:spPr>
              <a:xfrm>
                <a:off x="8646668" y="5591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0" name="Freeform 52629">
                <a:extLst>
                  <a:ext uri="{FF2B5EF4-FFF2-40B4-BE49-F238E27FC236}">
                    <a16:creationId xmlns:a16="http://schemas.microsoft.com/office/drawing/2014/main" id="{044E8EC9-946C-6316-B695-352F661E7F58}"/>
                  </a:ext>
                </a:extLst>
              </p:cNvPr>
              <p:cNvSpPr/>
              <p:nvPr/>
            </p:nvSpPr>
            <p:spPr>
              <a:xfrm>
                <a:off x="8647164" y="554424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1" name="Freeform 52630">
                <a:extLst>
                  <a:ext uri="{FF2B5EF4-FFF2-40B4-BE49-F238E27FC236}">
                    <a16:creationId xmlns:a16="http://schemas.microsoft.com/office/drawing/2014/main" id="{68A0EEC4-867C-E8D3-06C0-84FF8651CFD8}"/>
                  </a:ext>
                </a:extLst>
              </p:cNvPr>
              <p:cNvSpPr/>
              <p:nvPr/>
            </p:nvSpPr>
            <p:spPr>
              <a:xfrm>
                <a:off x="8647660" y="55119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2" name="Freeform 52631">
                <a:extLst>
                  <a:ext uri="{FF2B5EF4-FFF2-40B4-BE49-F238E27FC236}">
                    <a16:creationId xmlns:a16="http://schemas.microsoft.com/office/drawing/2014/main" id="{1553E3B2-762F-E86E-5124-27526995C731}"/>
                  </a:ext>
                </a:extLst>
              </p:cNvPr>
              <p:cNvSpPr/>
              <p:nvPr/>
            </p:nvSpPr>
            <p:spPr>
              <a:xfrm>
                <a:off x="8648255" y="55144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3" name="Freeform 52632">
                <a:extLst>
                  <a:ext uri="{FF2B5EF4-FFF2-40B4-BE49-F238E27FC236}">
                    <a16:creationId xmlns:a16="http://schemas.microsoft.com/office/drawing/2014/main" id="{F3C06CC4-7A9C-BBD0-D5F1-D151B65646F8}"/>
                  </a:ext>
                </a:extLst>
              </p:cNvPr>
              <p:cNvSpPr/>
              <p:nvPr/>
            </p:nvSpPr>
            <p:spPr>
              <a:xfrm>
                <a:off x="8648752" y="5520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4" name="Freeform 52633">
                <a:extLst>
                  <a:ext uri="{FF2B5EF4-FFF2-40B4-BE49-F238E27FC236}">
                    <a16:creationId xmlns:a16="http://schemas.microsoft.com/office/drawing/2014/main" id="{19118C49-E4E7-966E-E6D8-17EA70BF99B4}"/>
                  </a:ext>
                </a:extLst>
              </p:cNvPr>
              <p:cNvSpPr/>
              <p:nvPr/>
            </p:nvSpPr>
            <p:spPr>
              <a:xfrm>
                <a:off x="8649248" y="55017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5" name="Freeform 52634">
                <a:extLst>
                  <a:ext uri="{FF2B5EF4-FFF2-40B4-BE49-F238E27FC236}">
                    <a16:creationId xmlns:a16="http://schemas.microsoft.com/office/drawing/2014/main" id="{02BB64E9-5566-E4E1-7638-A98EAB8A876F}"/>
                  </a:ext>
                </a:extLst>
              </p:cNvPr>
              <p:cNvSpPr/>
              <p:nvPr/>
            </p:nvSpPr>
            <p:spPr>
              <a:xfrm>
                <a:off x="8649843" y="552092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6" name="Freeform 52635">
                <a:extLst>
                  <a:ext uri="{FF2B5EF4-FFF2-40B4-BE49-F238E27FC236}">
                    <a16:creationId xmlns:a16="http://schemas.microsoft.com/office/drawing/2014/main" id="{51FCBD5E-44C1-528B-1D17-C80657AB3639}"/>
                  </a:ext>
                </a:extLst>
              </p:cNvPr>
              <p:cNvSpPr/>
              <p:nvPr/>
            </p:nvSpPr>
            <p:spPr>
              <a:xfrm>
                <a:off x="8650339" y="556508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-1" y="7084"/>
                      <a:pt x="-1" y="4564"/>
                    </a:cubicBezTo>
                    <a:cubicBezTo>
                      <a:pt x="-1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7" name="Freeform 52636">
                <a:extLst>
                  <a:ext uri="{FF2B5EF4-FFF2-40B4-BE49-F238E27FC236}">
                    <a16:creationId xmlns:a16="http://schemas.microsoft.com/office/drawing/2014/main" id="{82057DFD-D953-5660-520C-D43974DE4FCB}"/>
                  </a:ext>
                </a:extLst>
              </p:cNvPr>
              <p:cNvSpPr/>
              <p:nvPr/>
            </p:nvSpPr>
            <p:spPr>
              <a:xfrm>
                <a:off x="8650835" y="583564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8" name="Freeform 52637">
                <a:extLst>
                  <a:ext uri="{FF2B5EF4-FFF2-40B4-BE49-F238E27FC236}">
                    <a16:creationId xmlns:a16="http://schemas.microsoft.com/office/drawing/2014/main" id="{CB9EB02D-FA24-DCDD-BDF1-3D6CD984E3D0}"/>
                  </a:ext>
                </a:extLst>
              </p:cNvPr>
              <p:cNvSpPr/>
              <p:nvPr/>
            </p:nvSpPr>
            <p:spPr>
              <a:xfrm>
                <a:off x="8651430" y="58678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39" name="Freeform 52638">
                <a:extLst>
                  <a:ext uri="{FF2B5EF4-FFF2-40B4-BE49-F238E27FC236}">
                    <a16:creationId xmlns:a16="http://schemas.microsoft.com/office/drawing/2014/main" id="{28FD7A60-84BE-9841-1B25-0AE1BB4FAB87}"/>
                  </a:ext>
                </a:extLst>
              </p:cNvPr>
              <p:cNvSpPr/>
              <p:nvPr/>
            </p:nvSpPr>
            <p:spPr>
              <a:xfrm>
                <a:off x="8651927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4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0" name="Freeform 52639">
                <a:extLst>
                  <a:ext uri="{FF2B5EF4-FFF2-40B4-BE49-F238E27FC236}">
                    <a16:creationId xmlns:a16="http://schemas.microsoft.com/office/drawing/2014/main" id="{0D44555E-32ED-1D52-F1BC-FFE9FD04833A}"/>
                  </a:ext>
                </a:extLst>
              </p:cNvPr>
              <p:cNvSpPr/>
              <p:nvPr/>
            </p:nvSpPr>
            <p:spPr>
              <a:xfrm>
                <a:off x="8652423" y="585648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1" name="Freeform 52640">
                <a:extLst>
                  <a:ext uri="{FF2B5EF4-FFF2-40B4-BE49-F238E27FC236}">
                    <a16:creationId xmlns:a16="http://schemas.microsoft.com/office/drawing/2014/main" id="{9EA76721-DABF-1E79-FA8B-95CCF688B590}"/>
                  </a:ext>
                </a:extLst>
              </p:cNvPr>
              <p:cNvSpPr/>
              <p:nvPr/>
            </p:nvSpPr>
            <p:spPr>
              <a:xfrm>
                <a:off x="8653018" y="58630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2" name="Freeform 52641">
                <a:extLst>
                  <a:ext uri="{FF2B5EF4-FFF2-40B4-BE49-F238E27FC236}">
                    <a16:creationId xmlns:a16="http://schemas.microsoft.com/office/drawing/2014/main" id="{410DF6A3-D297-AE47-E131-B71F43C6BAF2}"/>
                  </a:ext>
                </a:extLst>
              </p:cNvPr>
              <p:cNvSpPr/>
              <p:nvPr/>
            </p:nvSpPr>
            <p:spPr>
              <a:xfrm>
                <a:off x="8653514" y="585033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3" name="Freeform 52642">
                <a:extLst>
                  <a:ext uri="{FF2B5EF4-FFF2-40B4-BE49-F238E27FC236}">
                    <a16:creationId xmlns:a16="http://schemas.microsoft.com/office/drawing/2014/main" id="{F087AF2E-D239-725C-47BB-FC1235826228}"/>
                  </a:ext>
                </a:extLst>
              </p:cNvPr>
              <p:cNvSpPr/>
              <p:nvPr/>
            </p:nvSpPr>
            <p:spPr>
              <a:xfrm>
                <a:off x="8654010" y="586015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4" name="Freeform 52643">
                <a:extLst>
                  <a:ext uri="{FF2B5EF4-FFF2-40B4-BE49-F238E27FC236}">
                    <a16:creationId xmlns:a16="http://schemas.microsoft.com/office/drawing/2014/main" id="{67C2C19D-7B59-F711-743E-BE36D578A1CA}"/>
                  </a:ext>
                </a:extLst>
              </p:cNvPr>
              <p:cNvSpPr/>
              <p:nvPr/>
            </p:nvSpPr>
            <p:spPr>
              <a:xfrm>
                <a:off x="8654506" y="5845869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5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5" name="Freeform 52644">
                <a:extLst>
                  <a:ext uri="{FF2B5EF4-FFF2-40B4-BE49-F238E27FC236}">
                    <a16:creationId xmlns:a16="http://schemas.microsoft.com/office/drawing/2014/main" id="{BE5A4CE2-0EB5-89FE-4034-C770AD5065F9}"/>
                  </a:ext>
                </a:extLst>
              </p:cNvPr>
              <p:cNvSpPr/>
              <p:nvPr/>
            </p:nvSpPr>
            <p:spPr>
              <a:xfrm>
                <a:off x="8655102" y="562629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5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6" name="Freeform 52645">
                <a:extLst>
                  <a:ext uri="{FF2B5EF4-FFF2-40B4-BE49-F238E27FC236}">
                    <a16:creationId xmlns:a16="http://schemas.microsoft.com/office/drawing/2014/main" id="{AA46CCC0-474B-0833-561D-9DC7C8C4CAE8}"/>
                  </a:ext>
                </a:extLst>
              </p:cNvPr>
              <p:cNvSpPr/>
              <p:nvPr/>
            </p:nvSpPr>
            <p:spPr>
              <a:xfrm>
                <a:off x="8655598" y="5640982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4" y="9128"/>
                      <a:pt x="0" y="7084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4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7" name="Freeform 52646">
                <a:extLst>
                  <a:ext uri="{FF2B5EF4-FFF2-40B4-BE49-F238E27FC236}">
                    <a16:creationId xmlns:a16="http://schemas.microsoft.com/office/drawing/2014/main" id="{6036E746-C78D-3620-5EC0-468256900560}"/>
                  </a:ext>
                </a:extLst>
              </p:cNvPr>
              <p:cNvSpPr/>
              <p:nvPr/>
            </p:nvSpPr>
            <p:spPr>
              <a:xfrm>
                <a:off x="8656094" y="5680571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8" name="Freeform 52647">
                <a:extLst>
                  <a:ext uri="{FF2B5EF4-FFF2-40B4-BE49-F238E27FC236}">
                    <a16:creationId xmlns:a16="http://schemas.microsoft.com/office/drawing/2014/main" id="{89F8C820-340E-F751-C56D-25EE4FBCD8B5}"/>
                  </a:ext>
                </a:extLst>
              </p:cNvPr>
              <p:cNvSpPr/>
              <p:nvPr/>
            </p:nvSpPr>
            <p:spPr>
              <a:xfrm>
                <a:off x="8656689" y="5697735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49" name="Freeform 52648">
                <a:extLst>
                  <a:ext uri="{FF2B5EF4-FFF2-40B4-BE49-F238E27FC236}">
                    <a16:creationId xmlns:a16="http://schemas.microsoft.com/office/drawing/2014/main" id="{685BD017-CDC2-1C5A-4844-9ADF93517700}"/>
                  </a:ext>
                </a:extLst>
              </p:cNvPr>
              <p:cNvSpPr/>
              <p:nvPr/>
            </p:nvSpPr>
            <p:spPr>
              <a:xfrm>
                <a:off x="8657185" y="5692378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0" name="Freeform 52649">
                <a:extLst>
                  <a:ext uri="{FF2B5EF4-FFF2-40B4-BE49-F238E27FC236}">
                    <a16:creationId xmlns:a16="http://schemas.microsoft.com/office/drawing/2014/main" id="{DD72C07B-BECA-5CD7-CF7C-16A2D5FC6567}"/>
                  </a:ext>
                </a:extLst>
              </p:cNvPr>
              <p:cNvSpPr/>
              <p:nvPr/>
            </p:nvSpPr>
            <p:spPr>
              <a:xfrm>
                <a:off x="8657681" y="5664596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1" name="Freeform 52650">
                <a:extLst>
                  <a:ext uri="{FF2B5EF4-FFF2-40B4-BE49-F238E27FC236}">
                    <a16:creationId xmlns:a16="http://schemas.microsoft.com/office/drawing/2014/main" id="{6E41F17C-9DD3-6D63-D628-8173CDA78448}"/>
                  </a:ext>
                </a:extLst>
              </p:cNvPr>
              <p:cNvSpPr/>
              <p:nvPr/>
            </p:nvSpPr>
            <p:spPr>
              <a:xfrm>
                <a:off x="8658277" y="5837237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-1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3" y="9128"/>
                      <a:pt x="-1" y="7085"/>
                      <a:pt x="-1" y="4564"/>
                    </a:cubicBezTo>
                    <a:cubicBezTo>
                      <a:pt x="-1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2" name="Freeform 52651">
                <a:extLst>
                  <a:ext uri="{FF2B5EF4-FFF2-40B4-BE49-F238E27FC236}">
                    <a16:creationId xmlns:a16="http://schemas.microsoft.com/office/drawing/2014/main" id="{E66D705A-8CF3-509C-0636-7B3F9BB04621}"/>
                  </a:ext>
                </a:extLst>
              </p:cNvPr>
              <p:cNvSpPr/>
              <p:nvPr/>
            </p:nvSpPr>
            <p:spPr>
              <a:xfrm>
                <a:off x="8658773" y="5817294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8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4"/>
                      <a:pt x="7085" y="9128"/>
                      <a:pt x="4564" y="9128"/>
                    </a:cubicBezTo>
                    <a:cubicBezTo>
                      <a:pt x="2044" y="9128"/>
                      <a:pt x="0" y="7085"/>
                      <a:pt x="0" y="4564"/>
                    </a:cubicBezTo>
                    <a:cubicBezTo>
                      <a:pt x="0" y="2043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3" name="Freeform 52652">
                <a:extLst>
                  <a:ext uri="{FF2B5EF4-FFF2-40B4-BE49-F238E27FC236}">
                    <a16:creationId xmlns:a16="http://schemas.microsoft.com/office/drawing/2014/main" id="{FAC6A2D8-856D-2243-355E-2EFE92FAB360}"/>
                  </a:ext>
                </a:extLst>
              </p:cNvPr>
              <p:cNvSpPr/>
              <p:nvPr/>
            </p:nvSpPr>
            <p:spPr>
              <a:xfrm>
                <a:off x="8659269" y="5838130"/>
                <a:ext cx="9128" cy="9128"/>
              </a:xfrm>
              <a:custGeom>
                <a:avLst/>
                <a:gdLst>
                  <a:gd name="connsiteX0" fmla="*/ 9128 w 9128"/>
                  <a:gd name="connsiteY0" fmla="*/ 4564 h 9128"/>
                  <a:gd name="connsiteX1" fmla="*/ 4564 w 9128"/>
                  <a:gd name="connsiteY1" fmla="*/ 9129 h 9128"/>
                  <a:gd name="connsiteX2" fmla="*/ 0 w 9128"/>
                  <a:gd name="connsiteY2" fmla="*/ 4564 h 9128"/>
                  <a:gd name="connsiteX3" fmla="*/ 4564 w 9128"/>
                  <a:gd name="connsiteY3" fmla="*/ 0 h 9128"/>
                  <a:gd name="connsiteX4" fmla="*/ 9128 w 9128"/>
                  <a:gd name="connsiteY4" fmla="*/ 4564 h 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8" h="9128">
                    <a:moveTo>
                      <a:pt x="9128" y="4564"/>
                    </a:moveTo>
                    <a:cubicBezTo>
                      <a:pt x="9128" y="7085"/>
                      <a:pt x="7085" y="9129"/>
                      <a:pt x="4564" y="9129"/>
                    </a:cubicBezTo>
                    <a:cubicBezTo>
                      <a:pt x="2043" y="9129"/>
                      <a:pt x="0" y="7085"/>
                      <a:pt x="0" y="4564"/>
                    </a:cubicBezTo>
                    <a:cubicBezTo>
                      <a:pt x="0" y="2044"/>
                      <a:pt x="2043" y="0"/>
                      <a:pt x="4564" y="0"/>
                    </a:cubicBezTo>
                    <a:cubicBezTo>
                      <a:pt x="7084" y="0"/>
                      <a:pt x="9128" y="2043"/>
                      <a:pt x="9128" y="4564"/>
                    </a:cubicBezTo>
                    <a:close/>
                  </a:path>
                </a:pathLst>
              </a:custGeom>
              <a:solidFill>
                <a:srgbClr val="7F7F7F">
                  <a:alpha val="20000"/>
                </a:srgbClr>
              </a:solidFill>
              <a:ln w="7045" cap="rnd">
                <a:solidFill>
                  <a:srgbClr val="7F7F7F">
                    <a:alpha val="2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4" name="Freeform 52653">
                <a:extLst>
                  <a:ext uri="{FF2B5EF4-FFF2-40B4-BE49-F238E27FC236}">
                    <a16:creationId xmlns:a16="http://schemas.microsoft.com/office/drawing/2014/main" id="{91D6CD06-7E14-952E-D3C8-02F93B267BEF}"/>
                  </a:ext>
                </a:extLst>
              </p:cNvPr>
              <p:cNvSpPr/>
              <p:nvPr/>
            </p:nvSpPr>
            <p:spPr>
              <a:xfrm>
                <a:off x="4041430" y="5727699"/>
                <a:ext cx="4622402" cy="354905"/>
              </a:xfrm>
              <a:custGeom>
                <a:avLst/>
                <a:gdLst>
                  <a:gd name="connsiteX0" fmla="*/ 0 w 4622402"/>
                  <a:gd name="connsiteY0" fmla="*/ 81260 h 354905"/>
                  <a:gd name="connsiteX1" fmla="*/ 58539 w 4622402"/>
                  <a:gd name="connsiteY1" fmla="*/ 94556 h 354905"/>
                  <a:gd name="connsiteX2" fmla="*/ 117078 w 4622402"/>
                  <a:gd name="connsiteY2" fmla="*/ 107653 h 354905"/>
                  <a:gd name="connsiteX3" fmla="*/ 175518 w 4622402"/>
                  <a:gd name="connsiteY3" fmla="*/ 120749 h 354905"/>
                  <a:gd name="connsiteX4" fmla="*/ 234057 w 4622402"/>
                  <a:gd name="connsiteY4" fmla="*/ 133648 h 354905"/>
                  <a:gd name="connsiteX5" fmla="*/ 292596 w 4622402"/>
                  <a:gd name="connsiteY5" fmla="*/ 146546 h 354905"/>
                  <a:gd name="connsiteX6" fmla="*/ 351135 w 4622402"/>
                  <a:gd name="connsiteY6" fmla="*/ 159841 h 354905"/>
                  <a:gd name="connsiteX7" fmla="*/ 409575 w 4622402"/>
                  <a:gd name="connsiteY7" fmla="*/ 173931 h 354905"/>
                  <a:gd name="connsiteX8" fmla="*/ 468114 w 4622402"/>
                  <a:gd name="connsiteY8" fmla="*/ 189409 h 354905"/>
                  <a:gd name="connsiteX9" fmla="*/ 526653 w 4622402"/>
                  <a:gd name="connsiteY9" fmla="*/ 206474 h 354905"/>
                  <a:gd name="connsiteX10" fmla="*/ 585093 w 4622402"/>
                  <a:gd name="connsiteY10" fmla="*/ 225127 h 354905"/>
                  <a:gd name="connsiteX11" fmla="*/ 643632 w 4622402"/>
                  <a:gd name="connsiteY11" fmla="*/ 244574 h 354905"/>
                  <a:gd name="connsiteX12" fmla="*/ 702171 w 4622402"/>
                  <a:gd name="connsiteY12" fmla="*/ 264021 h 354905"/>
                  <a:gd name="connsiteX13" fmla="*/ 760710 w 4622402"/>
                  <a:gd name="connsiteY13" fmla="*/ 282575 h 354905"/>
                  <a:gd name="connsiteX14" fmla="*/ 819150 w 4622402"/>
                  <a:gd name="connsiteY14" fmla="*/ 299541 h 354905"/>
                  <a:gd name="connsiteX15" fmla="*/ 877689 w 4622402"/>
                  <a:gd name="connsiteY15" fmla="*/ 314226 h 354905"/>
                  <a:gd name="connsiteX16" fmla="*/ 936228 w 4622402"/>
                  <a:gd name="connsiteY16" fmla="*/ 326132 h 354905"/>
                  <a:gd name="connsiteX17" fmla="*/ 994767 w 4622402"/>
                  <a:gd name="connsiteY17" fmla="*/ 334863 h 354905"/>
                  <a:gd name="connsiteX18" fmla="*/ 1053207 w 4622402"/>
                  <a:gd name="connsiteY18" fmla="*/ 339824 h 354905"/>
                  <a:gd name="connsiteX19" fmla="*/ 1111746 w 4622402"/>
                  <a:gd name="connsiteY19" fmla="*/ 341114 h 354905"/>
                  <a:gd name="connsiteX20" fmla="*/ 1170285 w 4622402"/>
                  <a:gd name="connsiteY20" fmla="*/ 339328 h 354905"/>
                  <a:gd name="connsiteX21" fmla="*/ 1228725 w 4622402"/>
                  <a:gd name="connsiteY21" fmla="*/ 334963 h 354905"/>
                  <a:gd name="connsiteX22" fmla="*/ 1287264 w 4622402"/>
                  <a:gd name="connsiteY22" fmla="*/ 328712 h 354905"/>
                  <a:gd name="connsiteX23" fmla="*/ 1345803 w 4622402"/>
                  <a:gd name="connsiteY23" fmla="*/ 321270 h 354905"/>
                  <a:gd name="connsiteX24" fmla="*/ 1404342 w 4622402"/>
                  <a:gd name="connsiteY24" fmla="*/ 313432 h 354905"/>
                  <a:gd name="connsiteX25" fmla="*/ 1462782 w 4622402"/>
                  <a:gd name="connsiteY25" fmla="*/ 306288 h 354905"/>
                  <a:gd name="connsiteX26" fmla="*/ 1521321 w 4622402"/>
                  <a:gd name="connsiteY26" fmla="*/ 300732 h 354905"/>
                  <a:gd name="connsiteX27" fmla="*/ 1579860 w 4622402"/>
                  <a:gd name="connsiteY27" fmla="*/ 297656 h 354905"/>
                  <a:gd name="connsiteX28" fmla="*/ 1638300 w 4622402"/>
                  <a:gd name="connsiteY28" fmla="*/ 296962 h 354905"/>
                  <a:gd name="connsiteX29" fmla="*/ 1696839 w 4622402"/>
                  <a:gd name="connsiteY29" fmla="*/ 297954 h 354905"/>
                  <a:gd name="connsiteX30" fmla="*/ 1755378 w 4622402"/>
                  <a:gd name="connsiteY30" fmla="*/ 299839 h 354905"/>
                  <a:gd name="connsiteX31" fmla="*/ 1813917 w 4622402"/>
                  <a:gd name="connsiteY31" fmla="*/ 302022 h 354905"/>
                  <a:gd name="connsiteX32" fmla="*/ 1872357 w 4622402"/>
                  <a:gd name="connsiteY32" fmla="*/ 303808 h 354905"/>
                  <a:gd name="connsiteX33" fmla="*/ 1930896 w 4622402"/>
                  <a:gd name="connsiteY33" fmla="*/ 304800 h 354905"/>
                  <a:gd name="connsiteX34" fmla="*/ 1989435 w 4622402"/>
                  <a:gd name="connsiteY34" fmla="*/ 304602 h 354905"/>
                  <a:gd name="connsiteX35" fmla="*/ 2047974 w 4622402"/>
                  <a:gd name="connsiteY35" fmla="*/ 303014 h 354905"/>
                  <a:gd name="connsiteX36" fmla="*/ 2106414 w 4622402"/>
                  <a:gd name="connsiteY36" fmla="*/ 299541 h 354905"/>
                  <a:gd name="connsiteX37" fmla="*/ 2164953 w 4622402"/>
                  <a:gd name="connsiteY37" fmla="*/ 294283 h 354905"/>
                  <a:gd name="connsiteX38" fmla="*/ 2223492 w 4622402"/>
                  <a:gd name="connsiteY38" fmla="*/ 287338 h 354905"/>
                  <a:gd name="connsiteX39" fmla="*/ 2281932 w 4622402"/>
                  <a:gd name="connsiteY39" fmla="*/ 278904 h 354905"/>
                  <a:gd name="connsiteX40" fmla="*/ 2340471 w 4622402"/>
                  <a:gd name="connsiteY40" fmla="*/ 268982 h 354905"/>
                  <a:gd name="connsiteX41" fmla="*/ 2399010 w 4622402"/>
                  <a:gd name="connsiteY41" fmla="*/ 257969 h 354905"/>
                  <a:gd name="connsiteX42" fmla="*/ 2457549 w 4622402"/>
                  <a:gd name="connsiteY42" fmla="*/ 246360 h 354905"/>
                  <a:gd name="connsiteX43" fmla="*/ 2515989 w 4622402"/>
                  <a:gd name="connsiteY43" fmla="*/ 234653 h 354905"/>
                  <a:gd name="connsiteX44" fmla="*/ 2574528 w 4622402"/>
                  <a:gd name="connsiteY44" fmla="*/ 223242 h 354905"/>
                  <a:gd name="connsiteX45" fmla="*/ 2633067 w 4622402"/>
                  <a:gd name="connsiteY45" fmla="*/ 212526 h 354905"/>
                  <a:gd name="connsiteX46" fmla="*/ 2691507 w 4622402"/>
                  <a:gd name="connsiteY46" fmla="*/ 202506 h 354905"/>
                  <a:gd name="connsiteX47" fmla="*/ 2750046 w 4622402"/>
                  <a:gd name="connsiteY47" fmla="*/ 192981 h 354905"/>
                  <a:gd name="connsiteX48" fmla="*/ 2808585 w 4622402"/>
                  <a:gd name="connsiteY48" fmla="*/ 184051 h 354905"/>
                  <a:gd name="connsiteX49" fmla="*/ 2867124 w 4622402"/>
                  <a:gd name="connsiteY49" fmla="*/ 175518 h 354905"/>
                  <a:gd name="connsiteX50" fmla="*/ 2925564 w 4622402"/>
                  <a:gd name="connsiteY50" fmla="*/ 167581 h 354905"/>
                  <a:gd name="connsiteX51" fmla="*/ 2984103 w 4622402"/>
                  <a:gd name="connsiteY51" fmla="*/ 160536 h 354905"/>
                  <a:gd name="connsiteX52" fmla="*/ 3042642 w 4622402"/>
                  <a:gd name="connsiteY52" fmla="*/ 154484 h 354905"/>
                  <a:gd name="connsiteX53" fmla="*/ 3101181 w 4622402"/>
                  <a:gd name="connsiteY53" fmla="*/ 149919 h 354905"/>
                  <a:gd name="connsiteX54" fmla="*/ 3159621 w 4622402"/>
                  <a:gd name="connsiteY54" fmla="*/ 146646 h 354905"/>
                  <a:gd name="connsiteX55" fmla="*/ 3218160 w 4622402"/>
                  <a:gd name="connsiteY55" fmla="*/ 144661 h 354905"/>
                  <a:gd name="connsiteX56" fmla="*/ 3276699 w 4622402"/>
                  <a:gd name="connsiteY56" fmla="*/ 143570 h 354905"/>
                  <a:gd name="connsiteX57" fmla="*/ 3335139 w 4622402"/>
                  <a:gd name="connsiteY57" fmla="*/ 142975 h 354905"/>
                  <a:gd name="connsiteX58" fmla="*/ 3393678 w 4622402"/>
                  <a:gd name="connsiteY58" fmla="*/ 142776 h 354905"/>
                  <a:gd name="connsiteX59" fmla="*/ 3452217 w 4622402"/>
                  <a:gd name="connsiteY59" fmla="*/ 142875 h 354905"/>
                  <a:gd name="connsiteX60" fmla="*/ 3510756 w 4622402"/>
                  <a:gd name="connsiteY60" fmla="*/ 143471 h 354905"/>
                  <a:gd name="connsiteX61" fmla="*/ 3569196 w 4622402"/>
                  <a:gd name="connsiteY61" fmla="*/ 144462 h 354905"/>
                  <a:gd name="connsiteX62" fmla="*/ 3627735 w 4622402"/>
                  <a:gd name="connsiteY62" fmla="*/ 146050 h 354905"/>
                  <a:gd name="connsiteX63" fmla="*/ 3686274 w 4622402"/>
                  <a:gd name="connsiteY63" fmla="*/ 147936 h 354905"/>
                  <a:gd name="connsiteX64" fmla="*/ 3744813 w 4622402"/>
                  <a:gd name="connsiteY64" fmla="*/ 149721 h 354905"/>
                  <a:gd name="connsiteX65" fmla="*/ 3803253 w 4622402"/>
                  <a:gd name="connsiteY65" fmla="*/ 150912 h 354905"/>
                  <a:gd name="connsiteX66" fmla="*/ 3861792 w 4622402"/>
                  <a:gd name="connsiteY66" fmla="*/ 150912 h 354905"/>
                  <a:gd name="connsiteX67" fmla="*/ 3920331 w 4622402"/>
                  <a:gd name="connsiteY67" fmla="*/ 149622 h 354905"/>
                  <a:gd name="connsiteX68" fmla="*/ 3978771 w 4622402"/>
                  <a:gd name="connsiteY68" fmla="*/ 146646 h 354905"/>
                  <a:gd name="connsiteX69" fmla="*/ 4037310 w 4622402"/>
                  <a:gd name="connsiteY69" fmla="*/ 141982 h 354905"/>
                  <a:gd name="connsiteX70" fmla="*/ 4095849 w 4622402"/>
                  <a:gd name="connsiteY70" fmla="*/ 135533 h 354905"/>
                  <a:gd name="connsiteX71" fmla="*/ 4154388 w 4622402"/>
                  <a:gd name="connsiteY71" fmla="*/ 127099 h 354905"/>
                  <a:gd name="connsiteX72" fmla="*/ 4212828 w 4622402"/>
                  <a:gd name="connsiteY72" fmla="*/ 116880 h 354905"/>
                  <a:gd name="connsiteX73" fmla="*/ 4271368 w 4622402"/>
                  <a:gd name="connsiteY73" fmla="*/ 104974 h 354905"/>
                  <a:gd name="connsiteX74" fmla="*/ 4329907 w 4622402"/>
                  <a:gd name="connsiteY74" fmla="*/ 91281 h 354905"/>
                  <a:gd name="connsiteX75" fmla="*/ 4388346 w 4622402"/>
                  <a:gd name="connsiteY75" fmla="*/ 75803 h 354905"/>
                  <a:gd name="connsiteX76" fmla="*/ 4446885 w 4622402"/>
                  <a:gd name="connsiteY76" fmla="*/ 58539 h 354905"/>
                  <a:gd name="connsiteX77" fmla="*/ 4505425 w 4622402"/>
                  <a:gd name="connsiteY77" fmla="*/ 39886 h 354905"/>
                  <a:gd name="connsiteX78" fmla="*/ 4563963 w 4622402"/>
                  <a:gd name="connsiteY78" fmla="*/ 20240 h 354905"/>
                  <a:gd name="connsiteX79" fmla="*/ 4622403 w 4622402"/>
                  <a:gd name="connsiteY79" fmla="*/ 0 h 354905"/>
                  <a:gd name="connsiteX80" fmla="*/ 4622403 w 4622402"/>
                  <a:gd name="connsiteY80" fmla="*/ 26690 h 354905"/>
                  <a:gd name="connsiteX81" fmla="*/ 4563963 w 4622402"/>
                  <a:gd name="connsiteY81" fmla="*/ 42267 h 354905"/>
                  <a:gd name="connsiteX82" fmla="*/ 4505425 w 4622402"/>
                  <a:gd name="connsiteY82" fmla="*/ 57845 h 354905"/>
                  <a:gd name="connsiteX83" fmla="*/ 4446885 w 4622402"/>
                  <a:gd name="connsiteY83" fmla="*/ 73323 h 354905"/>
                  <a:gd name="connsiteX84" fmla="*/ 4388346 w 4622402"/>
                  <a:gd name="connsiteY84" fmla="*/ 88702 h 354905"/>
                  <a:gd name="connsiteX85" fmla="*/ 4329907 w 4622402"/>
                  <a:gd name="connsiteY85" fmla="*/ 103783 h 354905"/>
                  <a:gd name="connsiteX86" fmla="*/ 4271368 w 4622402"/>
                  <a:gd name="connsiteY86" fmla="*/ 117971 h 354905"/>
                  <a:gd name="connsiteX87" fmla="*/ 4212828 w 4622402"/>
                  <a:gd name="connsiteY87" fmla="*/ 130770 h 354905"/>
                  <a:gd name="connsiteX88" fmla="*/ 4154388 w 4622402"/>
                  <a:gd name="connsiteY88" fmla="*/ 141585 h 354905"/>
                  <a:gd name="connsiteX89" fmla="*/ 4095849 w 4622402"/>
                  <a:gd name="connsiteY89" fmla="*/ 150019 h 354905"/>
                  <a:gd name="connsiteX90" fmla="*/ 4037310 w 4622402"/>
                  <a:gd name="connsiteY90" fmla="*/ 155873 h 354905"/>
                  <a:gd name="connsiteX91" fmla="*/ 3978771 w 4622402"/>
                  <a:gd name="connsiteY91" fmla="*/ 159643 h 354905"/>
                  <a:gd name="connsiteX92" fmla="*/ 3920331 w 4622402"/>
                  <a:gd name="connsiteY92" fmla="*/ 161826 h 354905"/>
                  <a:gd name="connsiteX93" fmla="*/ 3861792 w 4622402"/>
                  <a:gd name="connsiteY93" fmla="*/ 162818 h 354905"/>
                  <a:gd name="connsiteX94" fmla="*/ 3803253 w 4622402"/>
                  <a:gd name="connsiteY94" fmla="*/ 162917 h 354905"/>
                  <a:gd name="connsiteX95" fmla="*/ 3744813 w 4622402"/>
                  <a:gd name="connsiteY95" fmla="*/ 162520 h 354905"/>
                  <a:gd name="connsiteX96" fmla="*/ 3686274 w 4622402"/>
                  <a:gd name="connsiteY96" fmla="*/ 161627 h 354905"/>
                  <a:gd name="connsiteX97" fmla="*/ 3627735 w 4622402"/>
                  <a:gd name="connsiteY97" fmla="*/ 160338 h 354905"/>
                  <a:gd name="connsiteX98" fmla="*/ 3569196 w 4622402"/>
                  <a:gd name="connsiteY98" fmla="*/ 158849 h 354905"/>
                  <a:gd name="connsiteX99" fmla="*/ 3510756 w 4622402"/>
                  <a:gd name="connsiteY99" fmla="*/ 157163 h 354905"/>
                  <a:gd name="connsiteX100" fmla="*/ 3452217 w 4622402"/>
                  <a:gd name="connsiteY100" fmla="*/ 155774 h 354905"/>
                  <a:gd name="connsiteX101" fmla="*/ 3393678 w 4622402"/>
                  <a:gd name="connsiteY101" fmla="*/ 154880 h 354905"/>
                  <a:gd name="connsiteX102" fmla="*/ 3335139 w 4622402"/>
                  <a:gd name="connsiteY102" fmla="*/ 154880 h 354905"/>
                  <a:gd name="connsiteX103" fmla="*/ 3276699 w 4622402"/>
                  <a:gd name="connsiteY103" fmla="*/ 155774 h 354905"/>
                  <a:gd name="connsiteX104" fmla="*/ 3218160 w 4622402"/>
                  <a:gd name="connsiteY104" fmla="*/ 157659 h 354905"/>
                  <a:gd name="connsiteX105" fmla="*/ 3159621 w 4622402"/>
                  <a:gd name="connsiteY105" fmla="*/ 160536 h 354905"/>
                  <a:gd name="connsiteX106" fmla="*/ 3101181 w 4622402"/>
                  <a:gd name="connsiteY106" fmla="*/ 164207 h 354905"/>
                  <a:gd name="connsiteX107" fmla="*/ 3042642 w 4622402"/>
                  <a:gd name="connsiteY107" fmla="*/ 168771 h 354905"/>
                  <a:gd name="connsiteX108" fmla="*/ 2984103 w 4622402"/>
                  <a:gd name="connsiteY108" fmla="*/ 174029 h 354905"/>
                  <a:gd name="connsiteX109" fmla="*/ 2925564 w 4622402"/>
                  <a:gd name="connsiteY109" fmla="*/ 180280 h 354905"/>
                  <a:gd name="connsiteX110" fmla="*/ 2867124 w 4622402"/>
                  <a:gd name="connsiteY110" fmla="*/ 187623 h 354905"/>
                  <a:gd name="connsiteX111" fmla="*/ 2808585 w 4622402"/>
                  <a:gd name="connsiteY111" fmla="*/ 195957 h 354905"/>
                  <a:gd name="connsiteX112" fmla="*/ 2750046 w 4622402"/>
                  <a:gd name="connsiteY112" fmla="*/ 205383 h 354905"/>
                  <a:gd name="connsiteX113" fmla="*/ 2691507 w 4622402"/>
                  <a:gd name="connsiteY113" fmla="*/ 215701 h 354905"/>
                  <a:gd name="connsiteX114" fmla="*/ 2633067 w 4622402"/>
                  <a:gd name="connsiteY114" fmla="*/ 226517 h 354905"/>
                  <a:gd name="connsiteX115" fmla="*/ 2574528 w 4622402"/>
                  <a:gd name="connsiteY115" fmla="*/ 237629 h 354905"/>
                  <a:gd name="connsiteX116" fmla="*/ 2515989 w 4622402"/>
                  <a:gd name="connsiteY116" fmla="*/ 248741 h 354905"/>
                  <a:gd name="connsiteX117" fmla="*/ 2457549 w 4622402"/>
                  <a:gd name="connsiteY117" fmla="*/ 259755 h 354905"/>
                  <a:gd name="connsiteX118" fmla="*/ 2399010 w 4622402"/>
                  <a:gd name="connsiteY118" fmla="*/ 270570 h 354905"/>
                  <a:gd name="connsiteX119" fmla="*/ 2340471 w 4622402"/>
                  <a:gd name="connsiteY119" fmla="*/ 280988 h 354905"/>
                  <a:gd name="connsiteX120" fmla="*/ 2281932 w 4622402"/>
                  <a:gd name="connsiteY120" fmla="*/ 290810 h 354905"/>
                  <a:gd name="connsiteX121" fmla="*/ 2223492 w 4622402"/>
                  <a:gd name="connsiteY121" fmla="*/ 299938 h 354905"/>
                  <a:gd name="connsiteX122" fmla="*/ 2164953 w 4622402"/>
                  <a:gd name="connsiteY122" fmla="*/ 307677 h 354905"/>
                  <a:gd name="connsiteX123" fmla="*/ 2106414 w 4622402"/>
                  <a:gd name="connsiteY123" fmla="*/ 313630 h 354905"/>
                  <a:gd name="connsiteX124" fmla="*/ 2047974 w 4622402"/>
                  <a:gd name="connsiteY124" fmla="*/ 317401 h 354905"/>
                  <a:gd name="connsiteX125" fmla="*/ 1989435 w 4622402"/>
                  <a:gd name="connsiteY125" fmla="*/ 318591 h 354905"/>
                  <a:gd name="connsiteX126" fmla="*/ 1930896 w 4622402"/>
                  <a:gd name="connsiteY126" fmla="*/ 317996 h 354905"/>
                  <a:gd name="connsiteX127" fmla="*/ 1872357 w 4622402"/>
                  <a:gd name="connsiteY127" fmla="*/ 316111 h 354905"/>
                  <a:gd name="connsiteX128" fmla="*/ 1813917 w 4622402"/>
                  <a:gd name="connsiteY128" fmla="*/ 313928 h 354905"/>
                  <a:gd name="connsiteX129" fmla="*/ 1755378 w 4622402"/>
                  <a:gd name="connsiteY129" fmla="*/ 311844 h 354905"/>
                  <a:gd name="connsiteX130" fmla="*/ 1696839 w 4622402"/>
                  <a:gd name="connsiteY130" fmla="*/ 310654 h 354905"/>
                  <a:gd name="connsiteX131" fmla="*/ 1638300 w 4622402"/>
                  <a:gd name="connsiteY131" fmla="*/ 310455 h 354905"/>
                  <a:gd name="connsiteX132" fmla="*/ 1579860 w 4622402"/>
                  <a:gd name="connsiteY132" fmla="*/ 311844 h 354905"/>
                  <a:gd name="connsiteX133" fmla="*/ 1521321 w 4622402"/>
                  <a:gd name="connsiteY133" fmla="*/ 315020 h 354905"/>
                  <a:gd name="connsiteX134" fmla="*/ 1462782 w 4622402"/>
                  <a:gd name="connsiteY134" fmla="*/ 320080 h 354905"/>
                  <a:gd name="connsiteX135" fmla="*/ 1404342 w 4622402"/>
                  <a:gd name="connsiteY135" fmla="*/ 326430 h 354905"/>
                  <a:gd name="connsiteX136" fmla="*/ 1345803 w 4622402"/>
                  <a:gd name="connsiteY136" fmla="*/ 333474 h 354905"/>
                  <a:gd name="connsiteX137" fmla="*/ 1287264 w 4622402"/>
                  <a:gd name="connsiteY137" fmla="*/ 340618 h 354905"/>
                  <a:gd name="connsiteX138" fmla="*/ 1228725 w 4622402"/>
                  <a:gd name="connsiteY138" fmla="*/ 347166 h 354905"/>
                  <a:gd name="connsiteX139" fmla="*/ 1170285 w 4622402"/>
                  <a:gd name="connsiteY139" fmla="*/ 352227 h 354905"/>
                  <a:gd name="connsiteX140" fmla="*/ 1111746 w 4622402"/>
                  <a:gd name="connsiteY140" fmla="*/ 354906 h 354905"/>
                  <a:gd name="connsiteX141" fmla="*/ 1053207 w 4622402"/>
                  <a:gd name="connsiteY141" fmla="*/ 354112 h 354905"/>
                  <a:gd name="connsiteX142" fmla="*/ 994767 w 4622402"/>
                  <a:gd name="connsiteY142" fmla="*/ 349052 h 354905"/>
                  <a:gd name="connsiteX143" fmla="*/ 936228 w 4622402"/>
                  <a:gd name="connsiteY143" fmla="*/ 339824 h 354905"/>
                  <a:gd name="connsiteX144" fmla="*/ 877689 w 4622402"/>
                  <a:gd name="connsiteY144" fmla="*/ 327025 h 354905"/>
                  <a:gd name="connsiteX145" fmla="*/ 819150 w 4622402"/>
                  <a:gd name="connsiteY145" fmla="*/ 311646 h 354905"/>
                  <a:gd name="connsiteX146" fmla="*/ 760710 w 4622402"/>
                  <a:gd name="connsiteY146" fmla="*/ 294481 h 354905"/>
                  <a:gd name="connsiteX147" fmla="*/ 702171 w 4622402"/>
                  <a:gd name="connsiteY147" fmla="*/ 276225 h 354905"/>
                  <a:gd name="connsiteX148" fmla="*/ 643632 w 4622402"/>
                  <a:gd name="connsiteY148" fmla="*/ 257671 h 354905"/>
                  <a:gd name="connsiteX149" fmla="*/ 585093 w 4622402"/>
                  <a:gd name="connsiteY149" fmla="*/ 239018 h 354905"/>
                  <a:gd name="connsiteX150" fmla="*/ 526653 w 4622402"/>
                  <a:gd name="connsiteY150" fmla="*/ 220960 h 354905"/>
                  <a:gd name="connsiteX151" fmla="*/ 468114 w 4622402"/>
                  <a:gd name="connsiteY151" fmla="*/ 203795 h 354905"/>
                  <a:gd name="connsiteX152" fmla="*/ 409575 w 4622402"/>
                  <a:gd name="connsiteY152" fmla="*/ 187821 h 354905"/>
                  <a:gd name="connsiteX153" fmla="*/ 351135 w 4622402"/>
                  <a:gd name="connsiteY153" fmla="*/ 172839 h 354905"/>
                  <a:gd name="connsiteX154" fmla="*/ 292596 w 4622402"/>
                  <a:gd name="connsiteY154" fmla="*/ 159048 h 354905"/>
                  <a:gd name="connsiteX155" fmla="*/ 234057 w 4622402"/>
                  <a:gd name="connsiteY155" fmla="*/ 146646 h 354905"/>
                  <a:gd name="connsiteX156" fmla="*/ 175518 w 4622402"/>
                  <a:gd name="connsiteY156" fmla="*/ 135533 h 354905"/>
                  <a:gd name="connsiteX157" fmla="*/ 117078 w 4622402"/>
                  <a:gd name="connsiteY157" fmla="*/ 125611 h 354905"/>
                  <a:gd name="connsiteX158" fmla="*/ 58539 w 4622402"/>
                  <a:gd name="connsiteY158" fmla="*/ 116483 h 354905"/>
                  <a:gd name="connsiteX159" fmla="*/ 0 w 4622402"/>
                  <a:gd name="connsiteY159" fmla="*/ 107851 h 35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</a:cxnLst>
                <a:rect l="l" t="t" r="r" b="b"/>
                <a:pathLst>
                  <a:path w="4622402" h="354905">
                    <a:moveTo>
                      <a:pt x="0" y="81260"/>
                    </a:moveTo>
                    <a:lnTo>
                      <a:pt x="58539" y="94556"/>
                    </a:lnTo>
                    <a:lnTo>
                      <a:pt x="117078" y="107653"/>
                    </a:lnTo>
                    <a:lnTo>
                      <a:pt x="175518" y="120749"/>
                    </a:lnTo>
                    <a:lnTo>
                      <a:pt x="234057" y="133648"/>
                    </a:lnTo>
                    <a:lnTo>
                      <a:pt x="292596" y="146546"/>
                    </a:lnTo>
                    <a:lnTo>
                      <a:pt x="351135" y="159841"/>
                    </a:lnTo>
                    <a:lnTo>
                      <a:pt x="409575" y="173931"/>
                    </a:lnTo>
                    <a:lnTo>
                      <a:pt x="468114" y="189409"/>
                    </a:lnTo>
                    <a:lnTo>
                      <a:pt x="526653" y="206474"/>
                    </a:lnTo>
                    <a:lnTo>
                      <a:pt x="585093" y="225127"/>
                    </a:lnTo>
                    <a:lnTo>
                      <a:pt x="643632" y="244574"/>
                    </a:lnTo>
                    <a:lnTo>
                      <a:pt x="702171" y="264021"/>
                    </a:lnTo>
                    <a:lnTo>
                      <a:pt x="760710" y="282575"/>
                    </a:lnTo>
                    <a:lnTo>
                      <a:pt x="819150" y="299541"/>
                    </a:lnTo>
                    <a:lnTo>
                      <a:pt x="877689" y="314226"/>
                    </a:lnTo>
                    <a:lnTo>
                      <a:pt x="936228" y="326132"/>
                    </a:lnTo>
                    <a:lnTo>
                      <a:pt x="994767" y="334863"/>
                    </a:lnTo>
                    <a:lnTo>
                      <a:pt x="1053207" y="339824"/>
                    </a:lnTo>
                    <a:lnTo>
                      <a:pt x="1111746" y="341114"/>
                    </a:lnTo>
                    <a:lnTo>
                      <a:pt x="1170285" y="339328"/>
                    </a:lnTo>
                    <a:lnTo>
                      <a:pt x="1228725" y="334963"/>
                    </a:lnTo>
                    <a:lnTo>
                      <a:pt x="1287264" y="328712"/>
                    </a:lnTo>
                    <a:lnTo>
                      <a:pt x="1345803" y="321270"/>
                    </a:lnTo>
                    <a:lnTo>
                      <a:pt x="1404342" y="313432"/>
                    </a:lnTo>
                    <a:lnTo>
                      <a:pt x="1462782" y="306288"/>
                    </a:lnTo>
                    <a:lnTo>
                      <a:pt x="1521321" y="300732"/>
                    </a:lnTo>
                    <a:lnTo>
                      <a:pt x="1579860" y="297656"/>
                    </a:lnTo>
                    <a:lnTo>
                      <a:pt x="1638300" y="296962"/>
                    </a:lnTo>
                    <a:lnTo>
                      <a:pt x="1696839" y="297954"/>
                    </a:lnTo>
                    <a:lnTo>
                      <a:pt x="1755378" y="299839"/>
                    </a:lnTo>
                    <a:lnTo>
                      <a:pt x="1813917" y="302022"/>
                    </a:lnTo>
                    <a:lnTo>
                      <a:pt x="1872357" y="303808"/>
                    </a:lnTo>
                    <a:lnTo>
                      <a:pt x="1930896" y="304800"/>
                    </a:lnTo>
                    <a:lnTo>
                      <a:pt x="1989435" y="304602"/>
                    </a:lnTo>
                    <a:lnTo>
                      <a:pt x="2047974" y="303014"/>
                    </a:lnTo>
                    <a:lnTo>
                      <a:pt x="2106414" y="299541"/>
                    </a:lnTo>
                    <a:lnTo>
                      <a:pt x="2164953" y="294283"/>
                    </a:lnTo>
                    <a:lnTo>
                      <a:pt x="2223492" y="287338"/>
                    </a:lnTo>
                    <a:lnTo>
                      <a:pt x="2281932" y="278904"/>
                    </a:lnTo>
                    <a:lnTo>
                      <a:pt x="2340471" y="268982"/>
                    </a:lnTo>
                    <a:lnTo>
                      <a:pt x="2399010" y="257969"/>
                    </a:lnTo>
                    <a:lnTo>
                      <a:pt x="2457549" y="246360"/>
                    </a:lnTo>
                    <a:lnTo>
                      <a:pt x="2515989" y="234653"/>
                    </a:lnTo>
                    <a:lnTo>
                      <a:pt x="2574528" y="223242"/>
                    </a:lnTo>
                    <a:lnTo>
                      <a:pt x="2633067" y="212526"/>
                    </a:lnTo>
                    <a:lnTo>
                      <a:pt x="2691507" y="202506"/>
                    </a:lnTo>
                    <a:lnTo>
                      <a:pt x="2750046" y="192981"/>
                    </a:lnTo>
                    <a:lnTo>
                      <a:pt x="2808585" y="184051"/>
                    </a:lnTo>
                    <a:lnTo>
                      <a:pt x="2867124" y="175518"/>
                    </a:lnTo>
                    <a:lnTo>
                      <a:pt x="2925564" y="167581"/>
                    </a:lnTo>
                    <a:lnTo>
                      <a:pt x="2984103" y="160536"/>
                    </a:lnTo>
                    <a:lnTo>
                      <a:pt x="3042642" y="154484"/>
                    </a:lnTo>
                    <a:lnTo>
                      <a:pt x="3101181" y="149919"/>
                    </a:lnTo>
                    <a:lnTo>
                      <a:pt x="3159621" y="146646"/>
                    </a:lnTo>
                    <a:lnTo>
                      <a:pt x="3218160" y="144661"/>
                    </a:lnTo>
                    <a:lnTo>
                      <a:pt x="3276699" y="143570"/>
                    </a:lnTo>
                    <a:lnTo>
                      <a:pt x="3335139" y="142975"/>
                    </a:lnTo>
                    <a:lnTo>
                      <a:pt x="3393678" y="142776"/>
                    </a:lnTo>
                    <a:lnTo>
                      <a:pt x="3452217" y="142875"/>
                    </a:lnTo>
                    <a:lnTo>
                      <a:pt x="3510756" y="143471"/>
                    </a:lnTo>
                    <a:lnTo>
                      <a:pt x="3569196" y="144462"/>
                    </a:lnTo>
                    <a:lnTo>
                      <a:pt x="3627735" y="146050"/>
                    </a:lnTo>
                    <a:lnTo>
                      <a:pt x="3686274" y="147936"/>
                    </a:lnTo>
                    <a:lnTo>
                      <a:pt x="3744813" y="149721"/>
                    </a:lnTo>
                    <a:lnTo>
                      <a:pt x="3803253" y="150912"/>
                    </a:lnTo>
                    <a:lnTo>
                      <a:pt x="3861792" y="150912"/>
                    </a:lnTo>
                    <a:lnTo>
                      <a:pt x="3920331" y="149622"/>
                    </a:lnTo>
                    <a:lnTo>
                      <a:pt x="3978771" y="146646"/>
                    </a:lnTo>
                    <a:lnTo>
                      <a:pt x="4037310" y="141982"/>
                    </a:lnTo>
                    <a:lnTo>
                      <a:pt x="4095849" y="135533"/>
                    </a:lnTo>
                    <a:lnTo>
                      <a:pt x="4154388" y="127099"/>
                    </a:lnTo>
                    <a:lnTo>
                      <a:pt x="4212828" y="116880"/>
                    </a:lnTo>
                    <a:lnTo>
                      <a:pt x="4271368" y="104974"/>
                    </a:lnTo>
                    <a:lnTo>
                      <a:pt x="4329907" y="91281"/>
                    </a:lnTo>
                    <a:lnTo>
                      <a:pt x="4388346" y="75803"/>
                    </a:lnTo>
                    <a:lnTo>
                      <a:pt x="4446885" y="58539"/>
                    </a:lnTo>
                    <a:lnTo>
                      <a:pt x="4505425" y="39886"/>
                    </a:lnTo>
                    <a:lnTo>
                      <a:pt x="4563963" y="20240"/>
                    </a:lnTo>
                    <a:lnTo>
                      <a:pt x="4622403" y="0"/>
                    </a:lnTo>
                    <a:lnTo>
                      <a:pt x="4622403" y="26690"/>
                    </a:lnTo>
                    <a:lnTo>
                      <a:pt x="4563963" y="42267"/>
                    </a:lnTo>
                    <a:lnTo>
                      <a:pt x="4505425" y="57845"/>
                    </a:lnTo>
                    <a:lnTo>
                      <a:pt x="4446885" y="73323"/>
                    </a:lnTo>
                    <a:lnTo>
                      <a:pt x="4388346" y="88702"/>
                    </a:lnTo>
                    <a:lnTo>
                      <a:pt x="4329907" y="103783"/>
                    </a:lnTo>
                    <a:lnTo>
                      <a:pt x="4271368" y="117971"/>
                    </a:lnTo>
                    <a:lnTo>
                      <a:pt x="4212828" y="130770"/>
                    </a:lnTo>
                    <a:lnTo>
                      <a:pt x="4154388" y="141585"/>
                    </a:lnTo>
                    <a:lnTo>
                      <a:pt x="4095849" y="150019"/>
                    </a:lnTo>
                    <a:lnTo>
                      <a:pt x="4037310" y="155873"/>
                    </a:lnTo>
                    <a:lnTo>
                      <a:pt x="3978771" y="159643"/>
                    </a:lnTo>
                    <a:lnTo>
                      <a:pt x="3920331" y="161826"/>
                    </a:lnTo>
                    <a:lnTo>
                      <a:pt x="3861792" y="162818"/>
                    </a:lnTo>
                    <a:lnTo>
                      <a:pt x="3803253" y="162917"/>
                    </a:lnTo>
                    <a:lnTo>
                      <a:pt x="3744813" y="162520"/>
                    </a:lnTo>
                    <a:lnTo>
                      <a:pt x="3686274" y="161627"/>
                    </a:lnTo>
                    <a:lnTo>
                      <a:pt x="3627735" y="160338"/>
                    </a:lnTo>
                    <a:lnTo>
                      <a:pt x="3569196" y="158849"/>
                    </a:lnTo>
                    <a:lnTo>
                      <a:pt x="3510756" y="157163"/>
                    </a:lnTo>
                    <a:lnTo>
                      <a:pt x="3452217" y="155774"/>
                    </a:lnTo>
                    <a:lnTo>
                      <a:pt x="3393678" y="154880"/>
                    </a:lnTo>
                    <a:lnTo>
                      <a:pt x="3335139" y="154880"/>
                    </a:lnTo>
                    <a:lnTo>
                      <a:pt x="3276699" y="155774"/>
                    </a:lnTo>
                    <a:lnTo>
                      <a:pt x="3218160" y="157659"/>
                    </a:lnTo>
                    <a:lnTo>
                      <a:pt x="3159621" y="160536"/>
                    </a:lnTo>
                    <a:lnTo>
                      <a:pt x="3101181" y="164207"/>
                    </a:lnTo>
                    <a:lnTo>
                      <a:pt x="3042642" y="168771"/>
                    </a:lnTo>
                    <a:lnTo>
                      <a:pt x="2984103" y="174029"/>
                    </a:lnTo>
                    <a:lnTo>
                      <a:pt x="2925564" y="180280"/>
                    </a:lnTo>
                    <a:lnTo>
                      <a:pt x="2867124" y="187623"/>
                    </a:lnTo>
                    <a:lnTo>
                      <a:pt x="2808585" y="195957"/>
                    </a:lnTo>
                    <a:lnTo>
                      <a:pt x="2750046" y="205383"/>
                    </a:lnTo>
                    <a:lnTo>
                      <a:pt x="2691507" y="215701"/>
                    </a:lnTo>
                    <a:lnTo>
                      <a:pt x="2633067" y="226517"/>
                    </a:lnTo>
                    <a:lnTo>
                      <a:pt x="2574528" y="237629"/>
                    </a:lnTo>
                    <a:lnTo>
                      <a:pt x="2515989" y="248741"/>
                    </a:lnTo>
                    <a:lnTo>
                      <a:pt x="2457549" y="259755"/>
                    </a:lnTo>
                    <a:lnTo>
                      <a:pt x="2399010" y="270570"/>
                    </a:lnTo>
                    <a:lnTo>
                      <a:pt x="2340471" y="280988"/>
                    </a:lnTo>
                    <a:lnTo>
                      <a:pt x="2281932" y="290810"/>
                    </a:lnTo>
                    <a:lnTo>
                      <a:pt x="2223492" y="299938"/>
                    </a:lnTo>
                    <a:lnTo>
                      <a:pt x="2164953" y="307677"/>
                    </a:lnTo>
                    <a:lnTo>
                      <a:pt x="2106414" y="313630"/>
                    </a:lnTo>
                    <a:lnTo>
                      <a:pt x="2047974" y="317401"/>
                    </a:lnTo>
                    <a:lnTo>
                      <a:pt x="1989435" y="318591"/>
                    </a:lnTo>
                    <a:lnTo>
                      <a:pt x="1930896" y="317996"/>
                    </a:lnTo>
                    <a:lnTo>
                      <a:pt x="1872357" y="316111"/>
                    </a:lnTo>
                    <a:lnTo>
                      <a:pt x="1813917" y="313928"/>
                    </a:lnTo>
                    <a:lnTo>
                      <a:pt x="1755378" y="311844"/>
                    </a:lnTo>
                    <a:lnTo>
                      <a:pt x="1696839" y="310654"/>
                    </a:lnTo>
                    <a:lnTo>
                      <a:pt x="1638300" y="310455"/>
                    </a:lnTo>
                    <a:lnTo>
                      <a:pt x="1579860" y="311844"/>
                    </a:lnTo>
                    <a:lnTo>
                      <a:pt x="1521321" y="315020"/>
                    </a:lnTo>
                    <a:lnTo>
                      <a:pt x="1462782" y="320080"/>
                    </a:lnTo>
                    <a:lnTo>
                      <a:pt x="1404342" y="326430"/>
                    </a:lnTo>
                    <a:lnTo>
                      <a:pt x="1345803" y="333474"/>
                    </a:lnTo>
                    <a:lnTo>
                      <a:pt x="1287264" y="340618"/>
                    </a:lnTo>
                    <a:lnTo>
                      <a:pt x="1228725" y="347166"/>
                    </a:lnTo>
                    <a:lnTo>
                      <a:pt x="1170285" y="352227"/>
                    </a:lnTo>
                    <a:lnTo>
                      <a:pt x="1111746" y="354906"/>
                    </a:lnTo>
                    <a:lnTo>
                      <a:pt x="1053207" y="354112"/>
                    </a:lnTo>
                    <a:lnTo>
                      <a:pt x="994767" y="349052"/>
                    </a:lnTo>
                    <a:lnTo>
                      <a:pt x="936228" y="339824"/>
                    </a:lnTo>
                    <a:lnTo>
                      <a:pt x="877689" y="327025"/>
                    </a:lnTo>
                    <a:lnTo>
                      <a:pt x="819150" y="311646"/>
                    </a:lnTo>
                    <a:lnTo>
                      <a:pt x="760710" y="294481"/>
                    </a:lnTo>
                    <a:lnTo>
                      <a:pt x="702171" y="276225"/>
                    </a:lnTo>
                    <a:lnTo>
                      <a:pt x="643632" y="257671"/>
                    </a:lnTo>
                    <a:lnTo>
                      <a:pt x="585093" y="239018"/>
                    </a:lnTo>
                    <a:lnTo>
                      <a:pt x="526653" y="220960"/>
                    </a:lnTo>
                    <a:lnTo>
                      <a:pt x="468114" y="203795"/>
                    </a:lnTo>
                    <a:lnTo>
                      <a:pt x="409575" y="187821"/>
                    </a:lnTo>
                    <a:lnTo>
                      <a:pt x="351135" y="172839"/>
                    </a:lnTo>
                    <a:lnTo>
                      <a:pt x="292596" y="159048"/>
                    </a:lnTo>
                    <a:lnTo>
                      <a:pt x="234057" y="146646"/>
                    </a:lnTo>
                    <a:lnTo>
                      <a:pt x="175518" y="135533"/>
                    </a:lnTo>
                    <a:lnTo>
                      <a:pt x="117078" y="125611"/>
                    </a:lnTo>
                    <a:lnTo>
                      <a:pt x="58539" y="116483"/>
                    </a:lnTo>
                    <a:lnTo>
                      <a:pt x="0" y="107851"/>
                    </a:lnTo>
                    <a:close/>
                  </a:path>
                </a:pathLst>
              </a:custGeom>
              <a:solidFill>
                <a:srgbClr val="999999">
                  <a:alpha val="40000"/>
                </a:srgbClr>
              </a:solidFill>
              <a:ln w="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5" name="Freeform 52654">
                <a:extLst>
                  <a:ext uri="{FF2B5EF4-FFF2-40B4-BE49-F238E27FC236}">
                    <a16:creationId xmlns:a16="http://schemas.microsoft.com/office/drawing/2014/main" id="{E995719A-24DF-ADC4-45CF-1A97BCCE9A9A}"/>
                  </a:ext>
                </a:extLst>
              </p:cNvPr>
              <p:cNvSpPr/>
              <p:nvPr/>
            </p:nvSpPr>
            <p:spPr>
              <a:xfrm>
                <a:off x="4041430" y="5727699"/>
                <a:ext cx="4622402" cy="341114"/>
              </a:xfrm>
              <a:custGeom>
                <a:avLst/>
                <a:gdLst>
                  <a:gd name="connsiteX0" fmla="*/ 0 w 4622402"/>
                  <a:gd name="connsiteY0" fmla="*/ 81260 h 341114"/>
                  <a:gd name="connsiteX1" fmla="*/ 58539 w 4622402"/>
                  <a:gd name="connsiteY1" fmla="*/ 94556 h 341114"/>
                  <a:gd name="connsiteX2" fmla="*/ 117078 w 4622402"/>
                  <a:gd name="connsiteY2" fmla="*/ 107653 h 341114"/>
                  <a:gd name="connsiteX3" fmla="*/ 175518 w 4622402"/>
                  <a:gd name="connsiteY3" fmla="*/ 120749 h 341114"/>
                  <a:gd name="connsiteX4" fmla="*/ 234057 w 4622402"/>
                  <a:gd name="connsiteY4" fmla="*/ 133648 h 341114"/>
                  <a:gd name="connsiteX5" fmla="*/ 292596 w 4622402"/>
                  <a:gd name="connsiteY5" fmla="*/ 146546 h 341114"/>
                  <a:gd name="connsiteX6" fmla="*/ 351135 w 4622402"/>
                  <a:gd name="connsiteY6" fmla="*/ 159841 h 341114"/>
                  <a:gd name="connsiteX7" fmla="*/ 409575 w 4622402"/>
                  <a:gd name="connsiteY7" fmla="*/ 173931 h 341114"/>
                  <a:gd name="connsiteX8" fmla="*/ 468114 w 4622402"/>
                  <a:gd name="connsiteY8" fmla="*/ 189409 h 341114"/>
                  <a:gd name="connsiteX9" fmla="*/ 526653 w 4622402"/>
                  <a:gd name="connsiteY9" fmla="*/ 206474 h 341114"/>
                  <a:gd name="connsiteX10" fmla="*/ 585093 w 4622402"/>
                  <a:gd name="connsiteY10" fmla="*/ 225127 h 341114"/>
                  <a:gd name="connsiteX11" fmla="*/ 643632 w 4622402"/>
                  <a:gd name="connsiteY11" fmla="*/ 244574 h 341114"/>
                  <a:gd name="connsiteX12" fmla="*/ 702171 w 4622402"/>
                  <a:gd name="connsiteY12" fmla="*/ 264021 h 341114"/>
                  <a:gd name="connsiteX13" fmla="*/ 760710 w 4622402"/>
                  <a:gd name="connsiteY13" fmla="*/ 282575 h 341114"/>
                  <a:gd name="connsiteX14" fmla="*/ 819150 w 4622402"/>
                  <a:gd name="connsiteY14" fmla="*/ 299541 h 341114"/>
                  <a:gd name="connsiteX15" fmla="*/ 877689 w 4622402"/>
                  <a:gd name="connsiteY15" fmla="*/ 314226 h 341114"/>
                  <a:gd name="connsiteX16" fmla="*/ 936228 w 4622402"/>
                  <a:gd name="connsiteY16" fmla="*/ 326132 h 341114"/>
                  <a:gd name="connsiteX17" fmla="*/ 994767 w 4622402"/>
                  <a:gd name="connsiteY17" fmla="*/ 334863 h 341114"/>
                  <a:gd name="connsiteX18" fmla="*/ 1053207 w 4622402"/>
                  <a:gd name="connsiteY18" fmla="*/ 339824 h 341114"/>
                  <a:gd name="connsiteX19" fmla="*/ 1111746 w 4622402"/>
                  <a:gd name="connsiteY19" fmla="*/ 341114 h 341114"/>
                  <a:gd name="connsiteX20" fmla="*/ 1170285 w 4622402"/>
                  <a:gd name="connsiteY20" fmla="*/ 339328 h 341114"/>
                  <a:gd name="connsiteX21" fmla="*/ 1228725 w 4622402"/>
                  <a:gd name="connsiteY21" fmla="*/ 334963 h 341114"/>
                  <a:gd name="connsiteX22" fmla="*/ 1287264 w 4622402"/>
                  <a:gd name="connsiteY22" fmla="*/ 328712 h 341114"/>
                  <a:gd name="connsiteX23" fmla="*/ 1345803 w 4622402"/>
                  <a:gd name="connsiteY23" fmla="*/ 321270 h 341114"/>
                  <a:gd name="connsiteX24" fmla="*/ 1404342 w 4622402"/>
                  <a:gd name="connsiteY24" fmla="*/ 313432 h 341114"/>
                  <a:gd name="connsiteX25" fmla="*/ 1462782 w 4622402"/>
                  <a:gd name="connsiteY25" fmla="*/ 306288 h 341114"/>
                  <a:gd name="connsiteX26" fmla="*/ 1521321 w 4622402"/>
                  <a:gd name="connsiteY26" fmla="*/ 300732 h 341114"/>
                  <a:gd name="connsiteX27" fmla="*/ 1579860 w 4622402"/>
                  <a:gd name="connsiteY27" fmla="*/ 297656 h 341114"/>
                  <a:gd name="connsiteX28" fmla="*/ 1638300 w 4622402"/>
                  <a:gd name="connsiteY28" fmla="*/ 296962 h 341114"/>
                  <a:gd name="connsiteX29" fmla="*/ 1696839 w 4622402"/>
                  <a:gd name="connsiteY29" fmla="*/ 297954 h 341114"/>
                  <a:gd name="connsiteX30" fmla="*/ 1755378 w 4622402"/>
                  <a:gd name="connsiteY30" fmla="*/ 299839 h 341114"/>
                  <a:gd name="connsiteX31" fmla="*/ 1813917 w 4622402"/>
                  <a:gd name="connsiteY31" fmla="*/ 302022 h 341114"/>
                  <a:gd name="connsiteX32" fmla="*/ 1872357 w 4622402"/>
                  <a:gd name="connsiteY32" fmla="*/ 303808 h 341114"/>
                  <a:gd name="connsiteX33" fmla="*/ 1930896 w 4622402"/>
                  <a:gd name="connsiteY33" fmla="*/ 304800 h 341114"/>
                  <a:gd name="connsiteX34" fmla="*/ 1989435 w 4622402"/>
                  <a:gd name="connsiteY34" fmla="*/ 304602 h 341114"/>
                  <a:gd name="connsiteX35" fmla="*/ 2047974 w 4622402"/>
                  <a:gd name="connsiteY35" fmla="*/ 303014 h 341114"/>
                  <a:gd name="connsiteX36" fmla="*/ 2106414 w 4622402"/>
                  <a:gd name="connsiteY36" fmla="*/ 299541 h 341114"/>
                  <a:gd name="connsiteX37" fmla="*/ 2164953 w 4622402"/>
                  <a:gd name="connsiteY37" fmla="*/ 294283 h 341114"/>
                  <a:gd name="connsiteX38" fmla="*/ 2223492 w 4622402"/>
                  <a:gd name="connsiteY38" fmla="*/ 287338 h 341114"/>
                  <a:gd name="connsiteX39" fmla="*/ 2281932 w 4622402"/>
                  <a:gd name="connsiteY39" fmla="*/ 278904 h 341114"/>
                  <a:gd name="connsiteX40" fmla="*/ 2340471 w 4622402"/>
                  <a:gd name="connsiteY40" fmla="*/ 268982 h 341114"/>
                  <a:gd name="connsiteX41" fmla="*/ 2399010 w 4622402"/>
                  <a:gd name="connsiteY41" fmla="*/ 257969 h 341114"/>
                  <a:gd name="connsiteX42" fmla="*/ 2457549 w 4622402"/>
                  <a:gd name="connsiteY42" fmla="*/ 246360 h 341114"/>
                  <a:gd name="connsiteX43" fmla="*/ 2515989 w 4622402"/>
                  <a:gd name="connsiteY43" fmla="*/ 234653 h 341114"/>
                  <a:gd name="connsiteX44" fmla="*/ 2574528 w 4622402"/>
                  <a:gd name="connsiteY44" fmla="*/ 223242 h 341114"/>
                  <a:gd name="connsiteX45" fmla="*/ 2633067 w 4622402"/>
                  <a:gd name="connsiteY45" fmla="*/ 212526 h 341114"/>
                  <a:gd name="connsiteX46" fmla="*/ 2691507 w 4622402"/>
                  <a:gd name="connsiteY46" fmla="*/ 202506 h 341114"/>
                  <a:gd name="connsiteX47" fmla="*/ 2750046 w 4622402"/>
                  <a:gd name="connsiteY47" fmla="*/ 192981 h 341114"/>
                  <a:gd name="connsiteX48" fmla="*/ 2808585 w 4622402"/>
                  <a:gd name="connsiteY48" fmla="*/ 184051 h 341114"/>
                  <a:gd name="connsiteX49" fmla="*/ 2867124 w 4622402"/>
                  <a:gd name="connsiteY49" fmla="*/ 175518 h 341114"/>
                  <a:gd name="connsiteX50" fmla="*/ 2925564 w 4622402"/>
                  <a:gd name="connsiteY50" fmla="*/ 167581 h 341114"/>
                  <a:gd name="connsiteX51" fmla="*/ 2984103 w 4622402"/>
                  <a:gd name="connsiteY51" fmla="*/ 160536 h 341114"/>
                  <a:gd name="connsiteX52" fmla="*/ 3042642 w 4622402"/>
                  <a:gd name="connsiteY52" fmla="*/ 154484 h 341114"/>
                  <a:gd name="connsiteX53" fmla="*/ 3101181 w 4622402"/>
                  <a:gd name="connsiteY53" fmla="*/ 149919 h 341114"/>
                  <a:gd name="connsiteX54" fmla="*/ 3159621 w 4622402"/>
                  <a:gd name="connsiteY54" fmla="*/ 146646 h 341114"/>
                  <a:gd name="connsiteX55" fmla="*/ 3218160 w 4622402"/>
                  <a:gd name="connsiteY55" fmla="*/ 144661 h 341114"/>
                  <a:gd name="connsiteX56" fmla="*/ 3276699 w 4622402"/>
                  <a:gd name="connsiteY56" fmla="*/ 143570 h 341114"/>
                  <a:gd name="connsiteX57" fmla="*/ 3335139 w 4622402"/>
                  <a:gd name="connsiteY57" fmla="*/ 142975 h 341114"/>
                  <a:gd name="connsiteX58" fmla="*/ 3393678 w 4622402"/>
                  <a:gd name="connsiteY58" fmla="*/ 142776 h 341114"/>
                  <a:gd name="connsiteX59" fmla="*/ 3452217 w 4622402"/>
                  <a:gd name="connsiteY59" fmla="*/ 142875 h 341114"/>
                  <a:gd name="connsiteX60" fmla="*/ 3510756 w 4622402"/>
                  <a:gd name="connsiteY60" fmla="*/ 143471 h 341114"/>
                  <a:gd name="connsiteX61" fmla="*/ 3569196 w 4622402"/>
                  <a:gd name="connsiteY61" fmla="*/ 144462 h 341114"/>
                  <a:gd name="connsiteX62" fmla="*/ 3627735 w 4622402"/>
                  <a:gd name="connsiteY62" fmla="*/ 146050 h 341114"/>
                  <a:gd name="connsiteX63" fmla="*/ 3686274 w 4622402"/>
                  <a:gd name="connsiteY63" fmla="*/ 147936 h 341114"/>
                  <a:gd name="connsiteX64" fmla="*/ 3744813 w 4622402"/>
                  <a:gd name="connsiteY64" fmla="*/ 149721 h 341114"/>
                  <a:gd name="connsiteX65" fmla="*/ 3803253 w 4622402"/>
                  <a:gd name="connsiteY65" fmla="*/ 150912 h 341114"/>
                  <a:gd name="connsiteX66" fmla="*/ 3861792 w 4622402"/>
                  <a:gd name="connsiteY66" fmla="*/ 150912 h 341114"/>
                  <a:gd name="connsiteX67" fmla="*/ 3920331 w 4622402"/>
                  <a:gd name="connsiteY67" fmla="*/ 149622 h 341114"/>
                  <a:gd name="connsiteX68" fmla="*/ 3978771 w 4622402"/>
                  <a:gd name="connsiteY68" fmla="*/ 146646 h 341114"/>
                  <a:gd name="connsiteX69" fmla="*/ 4037310 w 4622402"/>
                  <a:gd name="connsiteY69" fmla="*/ 141982 h 341114"/>
                  <a:gd name="connsiteX70" fmla="*/ 4095849 w 4622402"/>
                  <a:gd name="connsiteY70" fmla="*/ 135533 h 341114"/>
                  <a:gd name="connsiteX71" fmla="*/ 4154388 w 4622402"/>
                  <a:gd name="connsiteY71" fmla="*/ 127099 h 341114"/>
                  <a:gd name="connsiteX72" fmla="*/ 4212828 w 4622402"/>
                  <a:gd name="connsiteY72" fmla="*/ 116880 h 341114"/>
                  <a:gd name="connsiteX73" fmla="*/ 4271368 w 4622402"/>
                  <a:gd name="connsiteY73" fmla="*/ 104974 h 341114"/>
                  <a:gd name="connsiteX74" fmla="*/ 4329907 w 4622402"/>
                  <a:gd name="connsiteY74" fmla="*/ 91281 h 341114"/>
                  <a:gd name="connsiteX75" fmla="*/ 4388346 w 4622402"/>
                  <a:gd name="connsiteY75" fmla="*/ 75803 h 341114"/>
                  <a:gd name="connsiteX76" fmla="*/ 4446885 w 4622402"/>
                  <a:gd name="connsiteY76" fmla="*/ 58539 h 341114"/>
                  <a:gd name="connsiteX77" fmla="*/ 4505425 w 4622402"/>
                  <a:gd name="connsiteY77" fmla="*/ 39886 h 341114"/>
                  <a:gd name="connsiteX78" fmla="*/ 4563963 w 4622402"/>
                  <a:gd name="connsiteY78" fmla="*/ 20240 h 341114"/>
                  <a:gd name="connsiteX79" fmla="*/ 4622403 w 4622402"/>
                  <a:gd name="connsiteY79" fmla="*/ 0 h 341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341114">
                    <a:moveTo>
                      <a:pt x="0" y="81260"/>
                    </a:moveTo>
                    <a:lnTo>
                      <a:pt x="58539" y="94556"/>
                    </a:lnTo>
                    <a:lnTo>
                      <a:pt x="117078" y="107653"/>
                    </a:lnTo>
                    <a:lnTo>
                      <a:pt x="175518" y="120749"/>
                    </a:lnTo>
                    <a:lnTo>
                      <a:pt x="234057" y="133648"/>
                    </a:lnTo>
                    <a:lnTo>
                      <a:pt x="292596" y="146546"/>
                    </a:lnTo>
                    <a:lnTo>
                      <a:pt x="351135" y="159841"/>
                    </a:lnTo>
                    <a:lnTo>
                      <a:pt x="409575" y="173931"/>
                    </a:lnTo>
                    <a:lnTo>
                      <a:pt x="468114" y="189409"/>
                    </a:lnTo>
                    <a:lnTo>
                      <a:pt x="526653" y="206474"/>
                    </a:lnTo>
                    <a:lnTo>
                      <a:pt x="585093" y="225127"/>
                    </a:lnTo>
                    <a:lnTo>
                      <a:pt x="643632" y="244574"/>
                    </a:lnTo>
                    <a:lnTo>
                      <a:pt x="702171" y="264021"/>
                    </a:lnTo>
                    <a:lnTo>
                      <a:pt x="760710" y="282575"/>
                    </a:lnTo>
                    <a:lnTo>
                      <a:pt x="819150" y="299541"/>
                    </a:lnTo>
                    <a:lnTo>
                      <a:pt x="877689" y="314226"/>
                    </a:lnTo>
                    <a:lnTo>
                      <a:pt x="936228" y="326132"/>
                    </a:lnTo>
                    <a:lnTo>
                      <a:pt x="994767" y="334863"/>
                    </a:lnTo>
                    <a:lnTo>
                      <a:pt x="1053207" y="339824"/>
                    </a:lnTo>
                    <a:lnTo>
                      <a:pt x="1111746" y="341114"/>
                    </a:lnTo>
                    <a:lnTo>
                      <a:pt x="1170285" y="339328"/>
                    </a:lnTo>
                    <a:lnTo>
                      <a:pt x="1228725" y="334963"/>
                    </a:lnTo>
                    <a:lnTo>
                      <a:pt x="1287264" y="328712"/>
                    </a:lnTo>
                    <a:lnTo>
                      <a:pt x="1345803" y="321270"/>
                    </a:lnTo>
                    <a:lnTo>
                      <a:pt x="1404342" y="313432"/>
                    </a:lnTo>
                    <a:lnTo>
                      <a:pt x="1462782" y="306288"/>
                    </a:lnTo>
                    <a:lnTo>
                      <a:pt x="1521321" y="300732"/>
                    </a:lnTo>
                    <a:lnTo>
                      <a:pt x="1579860" y="297656"/>
                    </a:lnTo>
                    <a:lnTo>
                      <a:pt x="1638300" y="296962"/>
                    </a:lnTo>
                    <a:lnTo>
                      <a:pt x="1696839" y="297954"/>
                    </a:lnTo>
                    <a:lnTo>
                      <a:pt x="1755378" y="299839"/>
                    </a:lnTo>
                    <a:lnTo>
                      <a:pt x="1813917" y="302022"/>
                    </a:lnTo>
                    <a:lnTo>
                      <a:pt x="1872357" y="303808"/>
                    </a:lnTo>
                    <a:lnTo>
                      <a:pt x="1930896" y="304800"/>
                    </a:lnTo>
                    <a:lnTo>
                      <a:pt x="1989435" y="304602"/>
                    </a:lnTo>
                    <a:lnTo>
                      <a:pt x="2047974" y="303014"/>
                    </a:lnTo>
                    <a:lnTo>
                      <a:pt x="2106414" y="299541"/>
                    </a:lnTo>
                    <a:lnTo>
                      <a:pt x="2164953" y="294283"/>
                    </a:lnTo>
                    <a:lnTo>
                      <a:pt x="2223492" y="287338"/>
                    </a:lnTo>
                    <a:lnTo>
                      <a:pt x="2281932" y="278904"/>
                    </a:lnTo>
                    <a:lnTo>
                      <a:pt x="2340471" y="268982"/>
                    </a:lnTo>
                    <a:lnTo>
                      <a:pt x="2399010" y="257969"/>
                    </a:lnTo>
                    <a:lnTo>
                      <a:pt x="2457549" y="246360"/>
                    </a:lnTo>
                    <a:lnTo>
                      <a:pt x="2515989" y="234653"/>
                    </a:lnTo>
                    <a:lnTo>
                      <a:pt x="2574528" y="223242"/>
                    </a:lnTo>
                    <a:lnTo>
                      <a:pt x="2633067" y="212526"/>
                    </a:lnTo>
                    <a:lnTo>
                      <a:pt x="2691507" y="202506"/>
                    </a:lnTo>
                    <a:lnTo>
                      <a:pt x="2750046" y="192981"/>
                    </a:lnTo>
                    <a:lnTo>
                      <a:pt x="2808585" y="184051"/>
                    </a:lnTo>
                    <a:lnTo>
                      <a:pt x="2867124" y="175518"/>
                    </a:lnTo>
                    <a:lnTo>
                      <a:pt x="2925564" y="167581"/>
                    </a:lnTo>
                    <a:lnTo>
                      <a:pt x="2984103" y="160536"/>
                    </a:lnTo>
                    <a:lnTo>
                      <a:pt x="3042642" y="154484"/>
                    </a:lnTo>
                    <a:lnTo>
                      <a:pt x="3101181" y="149919"/>
                    </a:lnTo>
                    <a:lnTo>
                      <a:pt x="3159621" y="146646"/>
                    </a:lnTo>
                    <a:lnTo>
                      <a:pt x="3218160" y="144661"/>
                    </a:lnTo>
                    <a:lnTo>
                      <a:pt x="3276699" y="143570"/>
                    </a:lnTo>
                    <a:lnTo>
                      <a:pt x="3335139" y="142975"/>
                    </a:lnTo>
                    <a:lnTo>
                      <a:pt x="3393678" y="142776"/>
                    </a:lnTo>
                    <a:lnTo>
                      <a:pt x="3452217" y="142875"/>
                    </a:lnTo>
                    <a:lnTo>
                      <a:pt x="3510756" y="143471"/>
                    </a:lnTo>
                    <a:lnTo>
                      <a:pt x="3569196" y="144462"/>
                    </a:lnTo>
                    <a:lnTo>
                      <a:pt x="3627735" y="146050"/>
                    </a:lnTo>
                    <a:lnTo>
                      <a:pt x="3686274" y="147936"/>
                    </a:lnTo>
                    <a:lnTo>
                      <a:pt x="3744813" y="149721"/>
                    </a:lnTo>
                    <a:lnTo>
                      <a:pt x="3803253" y="150912"/>
                    </a:lnTo>
                    <a:lnTo>
                      <a:pt x="3861792" y="150912"/>
                    </a:lnTo>
                    <a:lnTo>
                      <a:pt x="3920331" y="149622"/>
                    </a:lnTo>
                    <a:lnTo>
                      <a:pt x="3978771" y="146646"/>
                    </a:lnTo>
                    <a:lnTo>
                      <a:pt x="4037310" y="141982"/>
                    </a:lnTo>
                    <a:lnTo>
                      <a:pt x="4095849" y="135533"/>
                    </a:lnTo>
                    <a:lnTo>
                      <a:pt x="4154388" y="127099"/>
                    </a:lnTo>
                    <a:lnTo>
                      <a:pt x="4212828" y="116880"/>
                    </a:lnTo>
                    <a:lnTo>
                      <a:pt x="4271368" y="104974"/>
                    </a:lnTo>
                    <a:lnTo>
                      <a:pt x="4329907" y="91281"/>
                    </a:lnTo>
                    <a:lnTo>
                      <a:pt x="4388346" y="75803"/>
                    </a:lnTo>
                    <a:lnTo>
                      <a:pt x="4446885" y="58539"/>
                    </a:lnTo>
                    <a:lnTo>
                      <a:pt x="4505425" y="39886"/>
                    </a:lnTo>
                    <a:lnTo>
                      <a:pt x="4563963" y="20240"/>
                    </a:lnTo>
                    <a:lnTo>
                      <a:pt x="4622403" y="0"/>
                    </a:lnTo>
                  </a:path>
                </a:pathLst>
              </a:custGeom>
              <a:noFill/>
              <a:ln w="16966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6" name="Freeform 52655">
                <a:extLst>
                  <a:ext uri="{FF2B5EF4-FFF2-40B4-BE49-F238E27FC236}">
                    <a16:creationId xmlns:a16="http://schemas.microsoft.com/office/drawing/2014/main" id="{F832C48F-7F2A-5F81-E4E0-8472E3E8EC2C}"/>
                  </a:ext>
                </a:extLst>
              </p:cNvPr>
              <p:cNvSpPr/>
              <p:nvPr/>
            </p:nvSpPr>
            <p:spPr>
              <a:xfrm>
                <a:off x="4041430" y="5754389"/>
                <a:ext cx="4622402" cy="328215"/>
              </a:xfrm>
              <a:custGeom>
                <a:avLst/>
                <a:gdLst>
                  <a:gd name="connsiteX0" fmla="*/ 4622403 w 4622402"/>
                  <a:gd name="connsiteY0" fmla="*/ 0 h 328215"/>
                  <a:gd name="connsiteX1" fmla="*/ 4563963 w 4622402"/>
                  <a:gd name="connsiteY1" fmla="*/ 15577 h 328215"/>
                  <a:gd name="connsiteX2" fmla="*/ 4505425 w 4622402"/>
                  <a:gd name="connsiteY2" fmla="*/ 31155 h 328215"/>
                  <a:gd name="connsiteX3" fmla="*/ 4446885 w 4622402"/>
                  <a:gd name="connsiteY3" fmla="*/ 46633 h 328215"/>
                  <a:gd name="connsiteX4" fmla="*/ 4388346 w 4622402"/>
                  <a:gd name="connsiteY4" fmla="*/ 62012 h 328215"/>
                  <a:gd name="connsiteX5" fmla="*/ 4329907 w 4622402"/>
                  <a:gd name="connsiteY5" fmla="*/ 77093 h 328215"/>
                  <a:gd name="connsiteX6" fmla="*/ 4271368 w 4622402"/>
                  <a:gd name="connsiteY6" fmla="*/ 91281 h 328215"/>
                  <a:gd name="connsiteX7" fmla="*/ 4212828 w 4622402"/>
                  <a:gd name="connsiteY7" fmla="*/ 104080 h 328215"/>
                  <a:gd name="connsiteX8" fmla="*/ 4154388 w 4622402"/>
                  <a:gd name="connsiteY8" fmla="*/ 114895 h 328215"/>
                  <a:gd name="connsiteX9" fmla="*/ 4095849 w 4622402"/>
                  <a:gd name="connsiteY9" fmla="*/ 123329 h 328215"/>
                  <a:gd name="connsiteX10" fmla="*/ 4037310 w 4622402"/>
                  <a:gd name="connsiteY10" fmla="*/ 129183 h 328215"/>
                  <a:gd name="connsiteX11" fmla="*/ 3978771 w 4622402"/>
                  <a:gd name="connsiteY11" fmla="*/ 132953 h 328215"/>
                  <a:gd name="connsiteX12" fmla="*/ 3920331 w 4622402"/>
                  <a:gd name="connsiteY12" fmla="*/ 135136 h 328215"/>
                  <a:gd name="connsiteX13" fmla="*/ 3861792 w 4622402"/>
                  <a:gd name="connsiteY13" fmla="*/ 136128 h 328215"/>
                  <a:gd name="connsiteX14" fmla="*/ 3803253 w 4622402"/>
                  <a:gd name="connsiteY14" fmla="*/ 136227 h 328215"/>
                  <a:gd name="connsiteX15" fmla="*/ 3744813 w 4622402"/>
                  <a:gd name="connsiteY15" fmla="*/ 135831 h 328215"/>
                  <a:gd name="connsiteX16" fmla="*/ 3686274 w 4622402"/>
                  <a:gd name="connsiteY16" fmla="*/ 134937 h 328215"/>
                  <a:gd name="connsiteX17" fmla="*/ 3627735 w 4622402"/>
                  <a:gd name="connsiteY17" fmla="*/ 133648 h 328215"/>
                  <a:gd name="connsiteX18" fmla="*/ 3569196 w 4622402"/>
                  <a:gd name="connsiteY18" fmla="*/ 132159 h 328215"/>
                  <a:gd name="connsiteX19" fmla="*/ 3510756 w 4622402"/>
                  <a:gd name="connsiteY19" fmla="*/ 130473 h 328215"/>
                  <a:gd name="connsiteX20" fmla="*/ 3452217 w 4622402"/>
                  <a:gd name="connsiteY20" fmla="*/ 129084 h 328215"/>
                  <a:gd name="connsiteX21" fmla="*/ 3393678 w 4622402"/>
                  <a:gd name="connsiteY21" fmla="*/ 128190 h 328215"/>
                  <a:gd name="connsiteX22" fmla="*/ 3335139 w 4622402"/>
                  <a:gd name="connsiteY22" fmla="*/ 128190 h 328215"/>
                  <a:gd name="connsiteX23" fmla="*/ 3276699 w 4622402"/>
                  <a:gd name="connsiteY23" fmla="*/ 129084 h 328215"/>
                  <a:gd name="connsiteX24" fmla="*/ 3218160 w 4622402"/>
                  <a:gd name="connsiteY24" fmla="*/ 130969 h 328215"/>
                  <a:gd name="connsiteX25" fmla="*/ 3159621 w 4622402"/>
                  <a:gd name="connsiteY25" fmla="*/ 133846 h 328215"/>
                  <a:gd name="connsiteX26" fmla="*/ 3101181 w 4622402"/>
                  <a:gd name="connsiteY26" fmla="*/ 137517 h 328215"/>
                  <a:gd name="connsiteX27" fmla="*/ 3042642 w 4622402"/>
                  <a:gd name="connsiteY27" fmla="*/ 142081 h 328215"/>
                  <a:gd name="connsiteX28" fmla="*/ 2984103 w 4622402"/>
                  <a:gd name="connsiteY28" fmla="*/ 147340 h 328215"/>
                  <a:gd name="connsiteX29" fmla="*/ 2925564 w 4622402"/>
                  <a:gd name="connsiteY29" fmla="*/ 153590 h 328215"/>
                  <a:gd name="connsiteX30" fmla="*/ 2867124 w 4622402"/>
                  <a:gd name="connsiteY30" fmla="*/ 160933 h 328215"/>
                  <a:gd name="connsiteX31" fmla="*/ 2808585 w 4622402"/>
                  <a:gd name="connsiteY31" fmla="*/ 169267 h 328215"/>
                  <a:gd name="connsiteX32" fmla="*/ 2750046 w 4622402"/>
                  <a:gd name="connsiteY32" fmla="*/ 178693 h 328215"/>
                  <a:gd name="connsiteX33" fmla="*/ 2691507 w 4622402"/>
                  <a:gd name="connsiteY33" fmla="*/ 189012 h 328215"/>
                  <a:gd name="connsiteX34" fmla="*/ 2633067 w 4622402"/>
                  <a:gd name="connsiteY34" fmla="*/ 199827 h 328215"/>
                  <a:gd name="connsiteX35" fmla="*/ 2574528 w 4622402"/>
                  <a:gd name="connsiteY35" fmla="*/ 210939 h 328215"/>
                  <a:gd name="connsiteX36" fmla="*/ 2515989 w 4622402"/>
                  <a:gd name="connsiteY36" fmla="*/ 222052 h 328215"/>
                  <a:gd name="connsiteX37" fmla="*/ 2457549 w 4622402"/>
                  <a:gd name="connsiteY37" fmla="*/ 233065 h 328215"/>
                  <a:gd name="connsiteX38" fmla="*/ 2399010 w 4622402"/>
                  <a:gd name="connsiteY38" fmla="*/ 243880 h 328215"/>
                  <a:gd name="connsiteX39" fmla="*/ 2340471 w 4622402"/>
                  <a:gd name="connsiteY39" fmla="*/ 254298 h 328215"/>
                  <a:gd name="connsiteX40" fmla="*/ 2281932 w 4622402"/>
                  <a:gd name="connsiteY40" fmla="*/ 264120 h 328215"/>
                  <a:gd name="connsiteX41" fmla="*/ 2223492 w 4622402"/>
                  <a:gd name="connsiteY41" fmla="*/ 273248 h 328215"/>
                  <a:gd name="connsiteX42" fmla="*/ 2164953 w 4622402"/>
                  <a:gd name="connsiteY42" fmla="*/ 280988 h 328215"/>
                  <a:gd name="connsiteX43" fmla="*/ 2106414 w 4622402"/>
                  <a:gd name="connsiteY43" fmla="*/ 286940 h 328215"/>
                  <a:gd name="connsiteX44" fmla="*/ 2047974 w 4622402"/>
                  <a:gd name="connsiteY44" fmla="*/ 290711 h 328215"/>
                  <a:gd name="connsiteX45" fmla="*/ 1989435 w 4622402"/>
                  <a:gd name="connsiteY45" fmla="*/ 291901 h 328215"/>
                  <a:gd name="connsiteX46" fmla="*/ 1930896 w 4622402"/>
                  <a:gd name="connsiteY46" fmla="*/ 291306 h 328215"/>
                  <a:gd name="connsiteX47" fmla="*/ 1872357 w 4622402"/>
                  <a:gd name="connsiteY47" fmla="*/ 289421 h 328215"/>
                  <a:gd name="connsiteX48" fmla="*/ 1813917 w 4622402"/>
                  <a:gd name="connsiteY48" fmla="*/ 287238 h 328215"/>
                  <a:gd name="connsiteX49" fmla="*/ 1755378 w 4622402"/>
                  <a:gd name="connsiteY49" fmla="*/ 285155 h 328215"/>
                  <a:gd name="connsiteX50" fmla="*/ 1696839 w 4622402"/>
                  <a:gd name="connsiteY50" fmla="*/ 283964 h 328215"/>
                  <a:gd name="connsiteX51" fmla="*/ 1638300 w 4622402"/>
                  <a:gd name="connsiteY51" fmla="*/ 283765 h 328215"/>
                  <a:gd name="connsiteX52" fmla="*/ 1579860 w 4622402"/>
                  <a:gd name="connsiteY52" fmla="*/ 285155 h 328215"/>
                  <a:gd name="connsiteX53" fmla="*/ 1521321 w 4622402"/>
                  <a:gd name="connsiteY53" fmla="*/ 288330 h 328215"/>
                  <a:gd name="connsiteX54" fmla="*/ 1462782 w 4622402"/>
                  <a:gd name="connsiteY54" fmla="*/ 293390 h 328215"/>
                  <a:gd name="connsiteX55" fmla="*/ 1404342 w 4622402"/>
                  <a:gd name="connsiteY55" fmla="*/ 299740 h 328215"/>
                  <a:gd name="connsiteX56" fmla="*/ 1345803 w 4622402"/>
                  <a:gd name="connsiteY56" fmla="*/ 306784 h 328215"/>
                  <a:gd name="connsiteX57" fmla="*/ 1287264 w 4622402"/>
                  <a:gd name="connsiteY57" fmla="*/ 313928 h 328215"/>
                  <a:gd name="connsiteX58" fmla="*/ 1228725 w 4622402"/>
                  <a:gd name="connsiteY58" fmla="*/ 320476 h 328215"/>
                  <a:gd name="connsiteX59" fmla="*/ 1170285 w 4622402"/>
                  <a:gd name="connsiteY59" fmla="*/ 325537 h 328215"/>
                  <a:gd name="connsiteX60" fmla="*/ 1111746 w 4622402"/>
                  <a:gd name="connsiteY60" fmla="*/ 328216 h 328215"/>
                  <a:gd name="connsiteX61" fmla="*/ 1053207 w 4622402"/>
                  <a:gd name="connsiteY61" fmla="*/ 327422 h 328215"/>
                  <a:gd name="connsiteX62" fmla="*/ 994767 w 4622402"/>
                  <a:gd name="connsiteY62" fmla="*/ 322362 h 328215"/>
                  <a:gd name="connsiteX63" fmla="*/ 936228 w 4622402"/>
                  <a:gd name="connsiteY63" fmla="*/ 313134 h 328215"/>
                  <a:gd name="connsiteX64" fmla="*/ 877689 w 4622402"/>
                  <a:gd name="connsiteY64" fmla="*/ 300335 h 328215"/>
                  <a:gd name="connsiteX65" fmla="*/ 819150 w 4622402"/>
                  <a:gd name="connsiteY65" fmla="*/ 284957 h 328215"/>
                  <a:gd name="connsiteX66" fmla="*/ 760710 w 4622402"/>
                  <a:gd name="connsiteY66" fmla="*/ 267791 h 328215"/>
                  <a:gd name="connsiteX67" fmla="*/ 702171 w 4622402"/>
                  <a:gd name="connsiteY67" fmla="*/ 249535 h 328215"/>
                  <a:gd name="connsiteX68" fmla="*/ 643632 w 4622402"/>
                  <a:gd name="connsiteY68" fmla="*/ 230982 h 328215"/>
                  <a:gd name="connsiteX69" fmla="*/ 585093 w 4622402"/>
                  <a:gd name="connsiteY69" fmla="*/ 212328 h 328215"/>
                  <a:gd name="connsiteX70" fmla="*/ 526653 w 4622402"/>
                  <a:gd name="connsiteY70" fmla="*/ 194270 h 328215"/>
                  <a:gd name="connsiteX71" fmla="*/ 468114 w 4622402"/>
                  <a:gd name="connsiteY71" fmla="*/ 177105 h 328215"/>
                  <a:gd name="connsiteX72" fmla="*/ 409575 w 4622402"/>
                  <a:gd name="connsiteY72" fmla="*/ 161131 h 328215"/>
                  <a:gd name="connsiteX73" fmla="*/ 351135 w 4622402"/>
                  <a:gd name="connsiteY73" fmla="*/ 146149 h 328215"/>
                  <a:gd name="connsiteX74" fmla="*/ 292596 w 4622402"/>
                  <a:gd name="connsiteY74" fmla="*/ 132358 h 328215"/>
                  <a:gd name="connsiteX75" fmla="*/ 234057 w 4622402"/>
                  <a:gd name="connsiteY75" fmla="*/ 119956 h 328215"/>
                  <a:gd name="connsiteX76" fmla="*/ 175518 w 4622402"/>
                  <a:gd name="connsiteY76" fmla="*/ 108843 h 328215"/>
                  <a:gd name="connsiteX77" fmla="*/ 117078 w 4622402"/>
                  <a:gd name="connsiteY77" fmla="*/ 98921 h 328215"/>
                  <a:gd name="connsiteX78" fmla="*/ 58539 w 4622402"/>
                  <a:gd name="connsiteY78" fmla="*/ 89793 h 328215"/>
                  <a:gd name="connsiteX79" fmla="*/ 0 w 4622402"/>
                  <a:gd name="connsiteY79" fmla="*/ 81161 h 3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328215">
                    <a:moveTo>
                      <a:pt x="4622403" y="0"/>
                    </a:moveTo>
                    <a:lnTo>
                      <a:pt x="4563963" y="15577"/>
                    </a:lnTo>
                    <a:lnTo>
                      <a:pt x="4505425" y="31155"/>
                    </a:lnTo>
                    <a:lnTo>
                      <a:pt x="4446885" y="46633"/>
                    </a:lnTo>
                    <a:lnTo>
                      <a:pt x="4388346" y="62012"/>
                    </a:lnTo>
                    <a:lnTo>
                      <a:pt x="4329907" y="77093"/>
                    </a:lnTo>
                    <a:lnTo>
                      <a:pt x="4271368" y="91281"/>
                    </a:lnTo>
                    <a:lnTo>
                      <a:pt x="4212828" y="104080"/>
                    </a:lnTo>
                    <a:lnTo>
                      <a:pt x="4154388" y="114895"/>
                    </a:lnTo>
                    <a:lnTo>
                      <a:pt x="4095849" y="123329"/>
                    </a:lnTo>
                    <a:lnTo>
                      <a:pt x="4037310" y="129183"/>
                    </a:lnTo>
                    <a:lnTo>
                      <a:pt x="3978771" y="132953"/>
                    </a:lnTo>
                    <a:lnTo>
                      <a:pt x="3920331" y="135136"/>
                    </a:lnTo>
                    <a:lnTo>
                      <a:pt x="3861792" y="136128"/>
                    </a:lnTo>
                    <a:lnTo>
                      <a:pt x="3803253" y="136227"/>
                    </a:lnTo>
                    <a:lnTo>
                      <a:pt x="3744813" y="135831"/>
                    </a:lnTo>
                    <a:lnTo>
                      <a:pt x="3686274" y="134937"/>
                    </a:lnTo>
                    <a:lnTo>
                      <a:pt x="3627735" y="133648"/>
                    </a:lnTo>
                    <a:lnTo>
                      <a:pt x="3569196" y="132159"/>
                    </a:lnTo>
                    <a:lnTo>
                      <a:pt x="3510756" y="130473"/>
                    </a:lnTo>
                    <a:lnTo>
                      <a:pt x="3452217" y="129084"/>
                    </a:lnTo>
                    <a:lnTo>
                      <a:pt x="3393678" y="128190"/>
                    </a:lnTo>
                    <a:lnTo>
                      <a:pt x="3335139" y="128190"/>
                    </a:lnTo>
                    <a:lnTo>
                      <a:pt x="3276699" y="129084"/>
                    </a:lnTo>
                    <a:lnTo>
                      <a:pt x="3218160" y="130969"/>
                    </a:lnTo>
                    <a:lnTo>
                      <a:pt x="3159621" y="133846"/>
                    </a:lnTo>
                    <a:lnTo>
                      <a:pt x="3101181" y="137517"/>
                    </a:lnTo>
                    <a:lnTo>
                      <a:pt x="3042642" y="142081"/>
                    </a:lnTo>
                    <a:lnTo>
                      <a:pt x="2984103" y="147340"/>
                    </a:lnTo>
                    <a:lnTo>
                      <a:pt x="2925564" y="153590"/>
                    </a:lnTo>
                    <a:lnTo>
                      <a:pt x="2867124" y="160933"/>
                    </a:lnTo>
                    <a:lnTo>
                      <a:pt x="2808585" y="169267"/>
                    </a:lnTo>
                    <a:lnTo>
                      <a:pt x="2750046" y="178693"/>
                    </a:lnTo>
                    <a:lnTo>
                      <a:pt x="2691507" y="189012"/>
                    </a:lnTo>
                    <a:lnTo>
                      <a:pt x="2633067" y="199827"/>
                    </a:lnTo>
                    <a:lnTo>
                      <a:pt x="2574528" y="210939"/>
                    </a:lnTo>
                    <a:lnTo>
                      <a:pt x="2515989" y="222052"/>
                    </a:lnTo>
                    <a:lnTo>
                      <a:pt x="2457549" y="233065"/>
                    </a:lnTo>
                    <a:lnTo>
                      <a:pt x="2399010" y="243880"/>
                    </a:lnTo>
                    <a:lnTo>
                      <a:pt x="2340471" y="254298"/>
                    </a:lnTo>
                    <a:lnTo>
                      <a:pt x="2281932" y="264120"/>
                    </a:lnTo>
                    <a:lnTo>
                      <a:pt x="2223492" y="273248"/>
                    </a:lnTo>
                    <a:lnTo>
                      <a:pt x="2164953" y="280988"/>
                    </a:lnTo>
                    <a:lnTo>
                      <a:pt x="2106414" y="286940"/>
                    </a:lnTo>
                    <a:lnTo>
                      <a:pt x="2047974" y="290711"/>
                    </a:lnTo>
                    <a:lnTo>
                      <a:pt x="1989435" y="291901"/>
                    </a:lnTo>
                    <a:lnTo>
                      <a:pt x="1930896" y="291306"/>
                    </a:lnTo>
                    <a:lnTo>
                      <a:pt x="1872357" y="289421"/>
                    </a:lnTo>
                    <a:lnTo>
                      <a:pt x="1813917" y="287238"/>
                    </a:lnTo>
                    <a:lnTo>
                      <a:pt x="1755378" y="285155"/>
                    </a:lnTo>
                    <a:lnTo>
                      <a:pt x="1696839" y="283964"/>
                    </a:lnTo>
                    <a:lnTo>
                      <a:pt x="1638300" y="283765"/>
                    </a:lnTo>
                    <a:lnTo>
                      <a:pt x="1579860" y="285155"/>
                    </a:lnTo>
                    <a:lnTo>
                      <a:pt x="1521321" y="288330"/>
                    </a:lnTo>
                    <a:lnTo>
                      <a:pt x="1462782" y="293390"/>
                    </a:lnTo>
                    <a:lnTo>
                      <a:pt x="1404342" y="299740"/>
                    </a:lnTo>
                    <a:lnTo>
                      <a:pt x="1345803" y="306784"/>
                    </a:lnTo>
                    <a:lnTo>
                      <a:pt x="1287264" y="313928"/>
                    </a:lnTo>
                    <a:lnTo>
                      <a:pt x="1228725" y="320476"/>
                    </a:lnTo>
                    <a:lnTo>
                      <a:pt x="1170285" y="325537"/>
                    </a:lnTo>
                    <a:lnTo>
                      <a:pt x="1111746" y="328216"/>
                    </a:lnTo>
                    <a:lnTo>
                      <a:pt x="1053207" y="327422"/>
                    </a:lnTo>
                    <a:lnTo>
                      <a:pt x="994767" y="322362"/>
                    </a:lnTo>
                    <a:lnTo>
                      <a:pt x="936228" y="313134"/>
                    </a:lnTo>
                    <a:lnTo>
                      <a:pt x="877689" y="300335"/>
                    </a:lnTo>
                    <a:lnTo>
                      <a:pt x="819150" y="284957"/>
                    </a:lnTo>
                    <a:lnTo>
                      <a:pt x="760710" y="267791"/>
                    </a:lnTo>
                    <a:lnTo>
                      <a:pt x="702171" y="249535"/>
                    </a:lnTo>
                    <a:lnTo>
                      <a:pt x="643632" y="230982"/>
                    </a:lnTo>
                    <a:lnTo>
                      <a:pt x="585093" y="212328"/>
                    </a:lnTo>
                    <a:lnTo>
                      <a:pt x="526653" y="194270"/>
                    </a:lnTo>
                    <a:lnTo>
                      <a:pt x="468114" y="177105"/>
                    </a:lnTo>
                    <a:lnTo>
                      <a:pt x="409575" y="161131"/>
                    </a:lnTo>
                    <a:lnTo>
                      <a:pt x="351135" y="146149"/>
                    </a:lnTo>
                    <a:lnTo>
                      <a:pt x="292596" y="132358"/>
                    </a:lnTo>
                    <a:lnTo>
                      <a:pt x="234057" y="119956"/>
                    </a:lnTo>
                    <a:lnTo>
                      <a:pt x="175518" y="108843"/>
                    </a:lnTo>
                    <a:lnTo>
                      <a:pt x="117078" y="98921"/>
                    </a:lnTo>
                    <a:lnTo>
                      <a:pt x="58539" y="89793"/>
                    </a:lnTo>
                    <a:lnTo>
                      <a:pt x="0" y="81161"/>
                    </a:lnTo>
                  </a:path>
                </a:pathLst>
              </a:custGeom>
              <a:noFill/>
              <a:ln w="16966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57" name="Freeform 52656">
                <a:extLst>
                  <a:ext uri="{FF2B5EF4-FFF2-40B4-BE49-F238E27FC236}">
                    <a16:creationId xmlns:a16="http://schemas.microsoft.com/office/drawing/2014/main" id="{2FC7E3F2-1001-E22D-5DFE-5CBE246A2BD3}"/>
                  </a:ext>
                </a:extLst>
              </p:cNvPr>
              <p:cNvSpPr/>
              <p:nvPr/>
            </p:nvSpPr>
            <p:spPr>
              <a:xfrm>
                <a:off x="4041430" y="5740995"/>
                <a:ext cx="4622402" cy="334664"/>
              </a:xfrm>
              <a:custGeom>
                <a:avLst/>
                <a:gdLst>
                  <a:gd name="connsiteX0" fmla="*/ 0 w 4622402"/>
                  <a:gd name="connsiteY0" fmla="*/ 81260 h 334664"/>
                  <a:gd name="connsiteX1" fmla="*/ 58539 w 4622402"/>
                  <a:gd name="connsiteY1" fmla="*/ 92174 h 334664"/>
                  <a:gd name="connsiteX2" fmla="*/ 117078 w 4622402"/>
                  <a:gd name="connsiteY2" fmla="*/ 103386 h 334664"/>
                  <a:gd name="connsiteX3" fmla="*/ 175518 w 4622402"/>
                  <a:gd name="connsiteY3" fmla="*/ 114796 h 334664"/>
                  <a:gd name="connsiteX4" fmla="*/ 234057 w 4622402"/>
                  <a:gd name="connsiteY4" fmla="*/ 126801 h 334664"/>
                  <a:gd name="connsiteX5" fmla="*/ 292596 w 4622402"/>
                  <a:gd name="connsiteY5" fmla="*/ 139502 h 334664"/>
                  <a:gd name="connsiteX6" fmla="*/ 351135 w 4622402"/>
                  <a:gd name="connsiteY6" fmla="*/ 152995 h 334664"/>
                  <a:gd name="connsiteX7" fmla="*/ 409575 w 4622402"/>
                  <a:gd name="connsiteY7" fmla="*/ 167580 h 334664"/>
                  <a:gd name="connsiteX8" fmla="*/ 468114 w 4622402"/>
                  <a:gd name="connsiteY8" fmla="*/ 183356 h 334664"/>
                  <a:gd name="connsiteX9" fmla="*/ 526653 w 4622402"/>
                  <a:gd name="connsiteY9" fmla="*/ 200421 h 334664"/>
                  <a:gd name="connsiteX10" fmla="*/ 585093 w 4622402"/>
                  <a:gd name="connsiteY10" fmla="*/ 218777 h 334664"/>
                  <a:gd name="connsiteX11" fmla="*/ 643632 w 4622402"/>
                  <a:gd name="connsiteY11" fmla="*/ 237827 h 334664"/>
                  <a:gd name="connsiteX12" fmla="*/ 702171 w 4622402"/>
                  <a:gd name="connsiteY12" fmla="*/ 256877 h 334664"/>
                  <a:gd name="connsiteX13" fmla="*/ 760710 w 4622402"/>
                  <a:gd name="connsiteY13" fmla="*/ 275233 h 334664"/>
                  <a:gd name="connsiteX14" fmla="*/ 819150 w 4622402"/>
                  <a:gd name="connsiteY14" fmla="*/ 292298 h 334664"/>
                  <a:gd name="connsiteX15" fmla="*/ 877689 w 4622402"/>
                  <a:gd name="connsiteY15" fmla="*/ 307280 h 334664"/>
                  <a:gd name="connsiteX16" fmla="*/ 936228 w 4622402"/>
                  <a:gd name="connsiteY16" fmla="*/ 319683 h 334664"/>
                  <a:gd name="connsiteX17" fmla="*/ 994767 w 4622402"/>
                  <a:gd name="connsiteY17" fmla="*/ 328612 h 334664"/>
                  <a:gd name="connsiteX18" fmla="*/ 1053207 w 4622402"/>
                  <a:gd name="connsiteY18" fmla="*/ 333673 h 334664"/>
                  <a:gd name="connsiteX19" fmla="*/ 1111746 w 4622402"/>
                  <a:gd name="connsiteY19" fmla="*/ 334665 h 334664"/>
                  <a:gd name="connsiteX20" fmla="*/ 1170285 w 4622402"/>
                  <a:gd name="connsiteY20" fmla="*/ 332482 h 334664"/>
                  <a:gd name="connsiteX21" fmla="*/ 1228725 w 4622402"/>
                  <a:gd name="connsiteY21" fmla="*/ 327719 h 334664"/>
                  <a:gd name="connsiteX22" fmla="*/ 1287264 w 4622402"/>
                  <a:gd name="connsiteY22" fmla="*/ 321369 h 334664"/>
                  <a:gd name="connsiteX23" fmla="*/ 1345803 w 4622402"/>
                  <a:gd name="connsiteY23" fmla="*/ 314027 h 334664"/>
                  <a:gd name="connsiteX24" fmla="*/ 1404342 w 4622402"/>
                  <a:gd name="connsiteY24" fmla="*/ 306685 h 334664"/>
                  <a:gd name="connsiteX25" fmla="*/ 1462782 w 4622402"/>
                  <a:gd name="connsiteY25" fmla="*/ 299938 h 334664"/>
                  <a:gd name="connsiteX26" fmla="*/ 1521321 w 4622402"/>
                  <a:gd name="connsiteY26" fmla="*/ 294581 h 334664"/>
                  <a:gd name="connsiteX27" fmla="*/ 1579860 w 4622402"/>
                  <a:gd name="connsiteY27" fmla="*/ 291405 h 334664"/>
                  <a:gd name="connsiteX28" fmla="*/ 1638300 w 4622402"/>
                  <a:gd name="connsiteY28" fmla="*/ 290413 h 334664"/>
                  <a:gd name="connsiteX29" fmla="*/ 1696839 w 4622402"/>
                  <a:gd name="connsiteY29" fmla="*/ 291008 h 334664"/>
                  <a:gd name="connsiteX30" fmla="*/ 1755378 w 4622402"/>
                  <a:gd name="connsiteY30" fmla="*/ 292596 h 334664"/>
                  <a:gd name="connsiteX31" fmla="*/ 1813917 w 4622402"/>
                  <a:gd name="connsiteY31" fmla="*/ 294679 h 334664"/>
                  <a:gd name="connsiteX32" fmla="*/ 1872357 w 4622402"/>
                  <a:gd name="connsiteY32" fmla="*/ 296664 h 334664"/>
                  <a:gd name="connsiteX33" fmla="*/ 1930896 w 4622402"/>
                  <a:gd name="connsiteY33" fmla="*/ 298053 h 334664"/>
                  <a:gd name="connsiteX34" fmla="*/ 1989435 w 4622402"/>
                  <a:gd name="connsiteY34" fmla="*/ 298351 h 334664"/>
                  <a:gd name="connsiteX35" fmla="*/ 2047974 w 4622402"/>
                  <a:gd name="connsiteY35" fmla="*/ 296862 h 334664"/>
                  <a:gd name="connsiteX36" fmla="*/ 2106414 w 4622402"/>
                  <a:gd name="connsiteY36" fmla="*/ 293291 h 334664"/>
                  <a:gd name="connsiteX37" fmla="*/ 2164953 w 4622402"/>
                  <a:gd name="connsiteY37" fmla="*/ 287635 h 334664"/>
                  <a:gd name="connsiteX38" fmla="*/ 2223492 w 4622402"/>
                  <a:gd name="connsiteY38" fmla="*/ 280293 h 334664"/>
                  <a:gd name="connsiteX39" fmla="*/ 2281932 w 4622402"/>
                  <a:gd name="connsiteY39" fmla="*/ 271562 h 334664"/>
                  <a:gd name="connsiteX40" fmla="*/ 2340471 w 4622402"/>
                  <a:gd name="connsiteY40" fmla="*/ 261640 h 334664"/>
                  <a:gd name="connsiteX41" fmla="*/ 2399010 w 4622402"/>
                  <a:gd name="connsiteY41" fmla="*/ 251023 h 334664"/>
                  <a:gd name="connsiteX42" fmla="*/ 2457549 w 4622402"/>
                  <a:gd name="connsiteY42" fmla="*/ 239812 h 334664"/>
                  <a:gd name="connsiteX43" fmla="*/ 2515989 w 4622402"/>
                  <a:gd name="connsiteY43" fmla="*/ 228401 h 334664"/>
                  <a:gd name="connsiteX44" fmla="*/ 2574528 w 4622402"/>
                  <a:gd name="connsiteY44" fmla="*/ 217091 h 334664"/>
                  <a:gd name="connsiteX45" fmla="*/ 2633067 w 4622402"/>
                  <a:gd name="connsiteY45" fmla="*/ 206176 h 334664"/>
                  <a:gd name="connsiteX46" fmla="*/ 2691507 w 4622402"/>
                  <a:gd name="connsiteY46" fmla="*/ 195758 h 334664"/>
                  <a:gd name="connsiteX47" fmla="*/ 2750046 w 4622402"/>
                  <a:gd name="connsiteY47" fmla="*/ 185936 h 334664"/>
                  <a:gd name="connsiteX48" fmla="*/ 2808585 w 4622402"/>
                  <a:gd name="connsiteY48" fmla="*/ 176709 h 334664"/>
                  <a:gd name="connsiteX49" fmla="*/ 2867124 w 4622402"/>
                  <a:gd name="connsiteY49" fmla="*/ 168275 h 334664"/>
                  <a:gd name="connsiteX50" fmla="*/ 2925564 w 4622402"/>
                  <a:gd name="connsiteY50" fmla="*/ 160635 h 334664"/>
                  <a:gd name="connsiteX51" fmla="*/ 2984103 w 4622402"/>
                  <a:gd name="connsiteY51" fmla="*/ 153987 h 334664"/>
                  <a:gd name="connsiteX52" fmla="*/ 3042642 w 4622402"/>
                  <a:gd name="connsiteY52" fmla="*/ 148332 h 334664"/>
                  <a:gd name="connsiteX53" fmla="*/ 3101181 w 4622402"/>
                  <a:gd name="connsiteY53" fmla="*/ 143768 h 334664"/>
                  <a:gd name="connsiteX54" fmla="*/ 3159621 w 4622402"/>
                  <a:gd name="connsiteY54" fmla="*/ 140295 h 334664"/>
                  <a:gd name="connsiteX55" fmla="*/ 3218160 w 4622402"/>
                  <a:gd name="connsiteY55" fmla="*/ 137914 h 334664"/>
                  <a:gd name="connsiteX56" fmla="*/ 3276699 w 4622402"/>
                  <a:gd name="connsiteY56" fmla="*/ 136326 h 334664"/>
                  <a:gd name="connsiteX57" fmla="*/ 3335139 w 4622402"/>
                  <a:gd name="connsiteY57" fmla="*/ 135632 h 334664"/>
                  <a:gd name="connsiteX58" fmla="*/ 3393678 w 4622402"/>
                  <a:gd name="connsiteY58" fmla="*/ 135533 h 334664"/>
                  <a:gd name="connsiteX59" fmla="*/ 3452217 w 4622402"/>
                  <a:gd name="connsiteY59" fmla="*/ 136029 h 334664"/>
                  <a:gd name="connsiteX60" fmla="*/ 3510756 w 4622402"/>
                  <a:gd name="connsiteY60" fmla="*/ 137021 h 334664"/>
                  <a:gd name="connsiteX61" fmla="*/ 3569196 w 4622402"/>
                  <a:gd name="connsiteY61" fmla="*/ 138410 h 334664"/>
                  <a:gd name="connsiteX62" fmla="*/ 3627735 w 4622402"/>
                  <a:gd name="connsiteY62" fmla="*/ 139898 h 334664"/>
                  <a:gd name="connsiteX63" fmla="*/ 3686274 w 4622402"/>
                  <a:gd name="connsiteY63" fmla="*/ 141486 h 334664"/>
                  <a:gd name="connsiteX64" fmla="*/ 3744813 w 4622402"/>
                  <a:gd name="connsiteY64" fmla="*/ 142875 h 334664"/>
                  <a:gd name="connsiteX65" fmla="*/ 3803253 w 4622402"/>
                  <a:gd name="connsiteY65" fmla="*/ 143569 h 334664"/>
                  <a:gd name="connsiteX66" fmla="*/ 3861792 w 4622402"/>
                  <a:gd name="connsiteY66" fmla="*/ 143569 h 334664"/>
                  <a:gd name="connsiteX67" fmla="*/ 3920331 w 4622402"/>
                  <a:gd name="connsiteY67" fmla="*/ 142379 h 334664"/>
                  <a:gd name="connsiteX68" fmla="*/ 3978771 w 4622402"/>
                  <a:gd name="connsiteY68" fmla="*/ 139898 h 334664"/>
                  <a:gd name="connsiteX69" fmla="*/ 4037310 w 4622402"/>
                  <a:gd name="connsiteY69" fmla="*/ 135632 h 334664"/>
                  <a:gd name="connsiteX70" fmla="*/ 4095849 w 4622402"/>
                  <a:gd name="connsiteY70" fmla="*/ 129480 h 334664"/>
                  <a:gd name="connsiteX71" fmla="*/ 4154388 w 4622402"/>
                  <a:gd name="connsiteY71" fmla="*/ 121046 h 334664"/>
                  <a:gd name="connsiteX72" fmla="*/ 4212828 w 4622402"/>
                  <a:gd name="connsiteY72" fmla="*/ 110529 h 334664"/>
                  <a:gd name="connsiteX73" fmla="*/ 4271368 w 4622402"/>
                  <a:gd name="connsiteY73" fmla="*/ 98127 h 334664"/>
                  <a:gd name="connsiteX74" fmla="*/ 4329907 w 4622402"/>
                  <a:gd name="connsiteY74" fmla="*/ 84237 h 334664"/>
                  <a:gd name="connsiteX75" fmla="*/ 4388346 w 4622402"/>
                  <a:gd name="connsiteY75" fmla="*/ 68957 h 334664"/>
                  <a:gd name="connsiteX76" fmla="*/ 4446885 w 4622402"/>
                  <a:gd name="connsiteY76" fmla="*/ 52685 h 334664"/>
                  <a:gd name="connsiteX77" fmla="*/ 4505425 w 4622402"/>
                  <a:gd name="connsiteY77" fmla="*/ 35520 h 334664"/>
                  <a:gd name="connsiteX78" fmla="*/ 4563963 w 4622402"/>
                  <a:gd name="connsiteY78" fmla="*/ 17959 h 334664"/>
                  <a:gd name="connsiteX79" fmla="*/ 4622403 w 4622402"/>
                  <a:gd name="connsiteY79" fmla="*/ 0 h 33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622402" h="334664">
                    <a:moveTo>
                      <a:pt x="0" y="81260"/>
                    </a:moveTo>
                    <a:lnTo>
                      <a:pt x="58539" y="92174"/>
                    </a:lnTo>
                    <a:lnTo>
                      <a:pt x="117078" y="103386"/>
                    </a:lnTo>
                    <a:lnTo>
                      <a:pt x="175518" y="114796"/>
                    </a:lnTo>
                    <a:lnTo>
                      <a:pt x="234057" y="126801"/>
                    </a:lnTo>
                    <a:lnTo>
                      <a:pt x="292596" y="139502"/>
                    </a:lnTo>
                    <a:lnTo>
                      <a:pt x="351135" y="152995"/>
                    </a:lnTo>
                    <a:lnTo>
                      <a:pt x="409575" y="167580"/>
                    </a:lnTo>
                    <a:lnTo>
                      <a:pt x="468114" y="183356"/>
                    </a:lnTo>
                    <a:lnTo>
                      <a:pt x="526653" y="200421"/>
                    </a:lnTo>
                    <a:lnTo>
                      <a:pt x="585093" y="218777"/>
                    </a:lnTo>
                    <a:lnTo>
                      <a:pt x="643632" y="237827"/>
                    </a:lnTo>
                    <a:lnTo>
                      <a:pt x="702171" y="256877"/>
                    </a:lnTo>
                    <a:lnTo>
                      <a:pt x="760710" y="275233"/>
                    </a:lnTo>
                    <a:lnTo>
                      <a:pt x="819150" y="292298"/>
                    </a:lnTo>
                    <a:lnTo>
                      <a:pt x="877689" y="307280"/>
                    </a:lnTo>
                    <a:lnTo>
                      <a:pt x="936228" y="319683"/>
                    </a:lnTo>
                    <a:lnTo>
                      <a:pt x="994767" y="328612"/>
                    </a:lnTo>
                    <a:lnTo>
                      <a:pt x="1053207" y="333673"/>
                    </a:lnTo>
                    <a:lnTo>
                      <a:pt x="1111746" y="334665"/>
                    </a:lnTo>
                    <a:lnTo>
                      <a:pt x="1170285" y="332482"/>
                    </a:lnTo>
                    <a:lnTo>
                      <a:pt x="1228725" y="327719"/>
                    </a:lnTo>
                    <a:lnTo>
                      <a:pt x="1287264" y="321369"/>
                    </a:lnTo>
                    <a:lnTo>
                      <a:pt x="1345803" y="314027"/>
                    </a:lnTo>
                    <a:lnTo>
                      <a:pt x="1404342" y="306685"/>
                    </a:lnTo>
                    <a:lnTo>
                      <a:pt x="1462782" y="299938"/>
                    </a:lnTo>
                    <a:lnTo>
                      <a:pt x="1521321" y="294581"/>
                    </a:lnTo>
                    <a:lnTo>
                      <a:pt x="1579860" y="291405"/>
                    </a:lnTo>
                    <a:lnTo>
                      <a:pt x="1638300" y="290413"/>
                    </a:lnTo>
                    <a:lnTo>
                      <a:pt x="1696839" y="291008"/>
                    </a:lnTo>
                    <a:lnTo>
                      <a:pt x="1755378" y="292596"/>
                    </a:lnTo>
                    <a:lnTo>
                      <a:pt x="1813917" y="294679"/>
                    </a:lnTo>
                    <a:lnTo>
                      <a:pt x="1872357" y="296664"/>
                    </a:lnTo>
                    <a:lnTo>
                      <a:pt x="1930896" y="298053"/>
                    </a:lnTo>
                    <a:lnTo>
                      <a:pt x="1989435" y="298351"/>
                    </a:lnTo>
                    <a:lnTo>
                      <a:pt x="2047974" y="296862"/>
                    </a:lnTo>
                    <a:lnTo>
                      <a:pt x="2106414" y="293291"/>
                    </a:lnTo>
                    <a:lnTo>
                      <a:pt x="2164953" y="287635"/>
                    </a:lnTo>
                    <a:lnTo>
                      <a:pt x="2223492" y="280293"/>
                    </a:lnTo>
                    <a:lnTo>
                      <a:pt x="2281932" y="271562"/>
                    </a:lnTo>
                    <a:lnTo>
                      <a:pt x="2340471" y="261640"/>
                    </a:lnTo>
                    <a:lnTo>
                      <a:pt x="2399010" y="251023"/>
                    </a:lnTo>
                    <a:lnTo>
                      <a:pt x="2457549" y="239812"/>
                    </a:lnTo>
                    <a:lnTo>
                      <a:pt x="2515989" y="228401"/>
                    </a:lnTo>
                    <a:lnTo>
                      <a:pt x="2574528" y="217091"/>
                    </a:lnTo>
                    <a:lnTo>
                      <a:pt x="2633067" y="206176"/>
                    </a:lnTo>
                    <a:lnTo>
                      <a:pt x="2691507" y="195758"/>
                    </a:lnTo>
                    <a:lnTo>
                      <a:pt x="2750046" y="185936"/>
                    </a:lnTo>
                    <a:lnTo>
                      <a:pt x="2808585" y="176709"/>
                    </a:lnTo>
                    <a:lnTo>
                      <a:pt x="2867124" y="168275"/>
                    </a:lnTo>
                    <a:lnTo>
                      <a:pt x="2925564" y="160635"/>
                    </a:lnTo>
                    <a:lnTo>
                      <a:pt x="2984103" y="153987"/>
                    </a:lnTo>
                    <a:lnTo>
                      <a:pt x="3042642" y="148332"/>
                    </a:lnTo>
                    <a:lnTo>
                      <a:pt x="3101181" y="143768"/>
                    </a:lnTo>
                    <a:lnTo>
                      <a:pt x="3159621" y="140295"/>
                    </a:lnTo>
                    <a:lnTo>
                      <a:pt x="3218160" y="137914"/>
                    </a:lnTo>
                    <a:lnTo>
                      <a:pt x="3276699" y="136326"/>
                    </a:lnTo>
                    <a:lnTo>
                      <a:pt x="3335139" y="135632"/>
                    </a:lnTo>
                    <a:lnTo>
                      <a:pt x="3393678" y="135533"/>
                    </a:lnTo>
                    <a:lnTo>
                      <a:pt x="3452217" y="136029"/>
                    </a:lnTo>
                    <a:lnTo>
                      <a:pt x="3510756" y="137021"/>
                    </a:lnTo>
                    <a:lnTo>
                      <a:pt x="3569196" y="138410"/>
                    </a:lnTo>
                    <a:lnTo>
                      <a:pt x="3627735" y="139898"/>
                    </a:lnTo>
                    <a:lnTo>
                      <a:pt x="3686274" y="141486"/>
                    </a:lnTo>
                    <a:lnTo>
                      <a:pt x="3744813" y="142875"/>
                    </a:lnTo>
                    <a:lnTo>
                      <a:pt x="3803253" y="143569"/>
                    </a:lnTo>
                    <a:lnTo>
                      <a:pt x="3861792" y="143569"/>
                    </a:lnTo>
                    <a:lnTo>
                      <a:pt x="3920331" y="142379"/>
                    </a:lnTo>
                    <a:lnTo>
                      <a:pt x="3978771" y="139898"/>
                    </a:lnTo>
                    <a:lnTo>
                      <a:pt x="4037310" y="135632"/>
                    </a:lnTo>
                    <a:lnTo>
                      <a:pt x="4095849" y="129480"/>
                    </a:lnTo>
                    <a:lnTo>
                      <a:pt x="4154388" y="121046"/>
                    </a:lnTo>
                    <a:lnTo>
                      <a:pt x="4212828" y="110529"/>
                    </a:lnTo>
                    <a:lnTo>
                      <a:pt x="4271368" y="98127"/>
                    </a:lnTo>
                    <a:lnTo>
                      <a:pt x="4329907" y="84237"/>
                    </a:lnTo>
                    <a:lnTo>
                      <a:pt x="4388346" y="68957"/>
                    </a:lnTo>
                    <a:lnTo>
                      <a:pt x="4446885" y="52685"/>
                    </a:lnTo>
                    <a:lnTo>
                      <a:pt x="4505425" y="35520"/>
                    </a:lnTo>
                    <a:lnTo>
                      <a:pt x="4563963" y="17959"/>
                    </a:lnTo>
                    <a:lnTo>
                      <a:pt x="4622403" y="0"/>
                    </a:lnTo>
                  </a:path>
                </a:pathLst>
              </a:custGeom>
              <a:noFill/>
              <a:ln w="16966" cap="flat">
                <a:solidFill>
                  <a:srgbClr val="7F7F7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658" name="TextBox 52657">
              <a:extLst>
                <a:ext uri="{FF2B5EF4-FFF2-40B4-BE49-F238E27FC236}">
                  <a16:creationId xmlns:a16="http://schemas.microsoft.com/office/drawing/2014/main" id="{427D4789-CA09-9A9D-D706-30720A3CDD32}"/>
                </a:ext>
              </a:extLst>
            </p:cNvPr>
            <p:cNvSpPr txBox="1"/>
            <p:nvPr/>
          </p:nvSpPr>
          <p:spPr>
            <a:xfrm>
              <a:off x="6115955" y="4475632"/>
              <a:ext cx="52450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200" b="1" spc="0" baseline="0">
                  <a:ln/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2050</a:t>
              </a:r>
            </a:p>
          </p:txBody>
        </p:sp>
        <p:sp>
          <p:nvSpPr>
            <p:cNvPr id="52659" name="TextBox 52658">
              <a:extLst>
                <a:ext uri="{FF2B5EF4-FFF2-40B4-BE49-F238E27FC236}">
                  <a16:creationId xmlns:a16="http://schemas.microsoft.com/office/drawing/2014/main" id="{C2546FD0-DEB7-FD40-46A6-C5A8B9A2FB53}"/>
                </a:ext>
              </a:extLst>
            </p:cNvPr>
            <p:cNvSpPr txBox="1"/>
            <p:nvPr/>
          </p:nvSpPr>
          <p:spPr>
            <a:xfrm>
              <a:off x="6115955" y="2651693"/>
              <a:ext cx="52450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200" b="1" spc="0" baseline="0">
                  <a:ln/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2030</a:t>
              </a:r>
            </a:p>
          </p:txBody>
        </p:sp>
        <p:sp>
          <p:nvSpPr>
            <p:cNvPr id="52660" name="TextBox 52659">
              <a:extLst>
                <a:ext uri="{FF2B5EF4-FFF2-40B4-BE49-F238E27FC236}">
                  <a16:creationId xmlns:a16="http://schemas.microsoft.com/office/drawing/2014/main" id="{27A600D0-FCDD-E269-44CF-B04999801141}"/>
                </a:ext>
              </a:extLst>
            </p:cNvPr>
            <p:cNvSpPr txBox="1"/>
            <p:nvPr/>
          </p:nvSpPr>
          <p:spPr>
            <a:xfrm>
              <a:off x="6115955" y="827755"/>
              <a:ext cx="52450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200" b="1" spc="0" baseline="0" dirty="0">
                  <a:ln/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2025</a:t>
              </a:r>
            </a:p>
          </p:txBody>
        </p:sp>
        <p:grpSp>
          <p:nvGrpSpPr>
            <p:cNvPr id="52661" name="Graphic 26346">
              <a:extLst>
                <a:ext uri="{FF2B5EF4-FFF2-40B4-BE49-F238E27FC236}">
                  <a16:creationId xmlns:a16="http://schemas.microsoft.com/office/drawing/2014/main" id="{380EA782-153B-C00D-1B63-612E520F614E}"/>
                </a:ext>
              </a:extLst>
            </p:cNvPr>
            <p:cNvGrpSpPr/>
            <p:nvPr/>
          </p:nvGrpSpPr>
          <p:grpSpPr>
            <a:xfrm>
              <a:off x="3447493" y="399678"/>
              <a:ext cx="5037656" cy="5950474"/>
              <a:chOff x="3447493" y="399678"/>
              <a:chExt cx="5037656" cy="5950474"/>
            </a:xfrm>
          </p:grpSpPr>
          <p:sp>
            <p:nvSpPr>
              <p:cNvPr id="52662" name="TextBox 52661">
                <a:extLst>
                  <a:ext uri="{FF2B5EF4-FFF2-40B4-BE49-F238E27FC236}">
                    <a16:creationId xmlns:a16="http://schemas.microsoft.com/office/drawing/2014/main" id="{1DEDEF7C-CA24-6684-1777-06030DE039E2}"/>
                  </a:ext>
                </a:extLst>
              </p:cNvPr>
              <p:cNvSpPr txBox="1"/>
              <p:nvPr/>
            </p:nvSpPr>
            <p:spPr>
              <a:xfrm>
                <a:off x="4544998" y="6073153"/>
                <a:ext cx="449162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Mar</a:t>
                </a:r>
              </a:p>
            </p:txBody>
          </p:sp>
          <p:sp>
            <p:nvSpPr>
              <p:cNvPr id="52663" name="TextBox 52662">
                <a:extLst>
                  <a:ext uri="{FF2B5EF4-FFF2-40B4-BE49-F238E27FC236}">
                    <a16:creationId xmlns:a16="http://schemas.microsoft.com/office/drawing/2014/main" id="{472C3FB1-DDC6-C2B4-70BD-501411E39298}"/>
                  </a:ext>
                </a:extLst>
              </p:cNvPr>
              <p:cNvSpPr txBox="1"/>
              <p:nvPr/>
            </p:nvSpPr>
            <p:spPr>
              <a:xfrm>
                <a:off x="5720145" y="6073153"/>
                <a:ext cx="43152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Jun</a:t>
                </a:r>
              </a:p>
            </p:txBody>
          </p:sp>
          <p:sp>
            <p:nvSpPr>
              <p:cNvPr id="52664" name="TextBox 52663">
                <a:extLst>
                  <a:ext uri="{FF2B5EF4-FFF2-40B4-BE49-F238E27FC236}">
                    <a16:creationId xmlns:a16="http://schemas.microsoft.com/office/drawing/2014/main" id="{12A2AFE5-302E-5783-C225-20E6E787266B}"/>
                  </a:ext>
                </a:extLst>
              </p:cNvPr>
              <p:cNvSpPr txBox="1"/>
              <p:nvPr/>
            </p:nvSpPr>
            <p:spPr>
              <a:xfrm>
                <a:off x="6875448" y="6073153"/>
                <a:ext cx="45717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Sep</a:t>
                </a:r>
              </a:p>
            </p:txBody>
          </p:sp>
          <p:sp>
            <p:nvSpPr>
              <p:cNvPr id="52665" name="TextBox 52664">
                <a:extLst>
                  <a:ext uri="{FF2B5EF4-FFF2-40B4-BE49-F238E27FC236}">
                    <a16:creationId xmlns:a16="http://schemas.microsoft.com/office/drawing/2014/main" id="{BFB2048B-C28D-70B0-11E2-7BF67DAB4DC4}"/>
                  </a:ext>
                </a:extLst>
              </p:cNvPr>
              <p:cNvSpPr txBox="1"/>
              <p:nvPr/>
            </p:nvSpPr>
            <p:spPr>
              <a:xfrm>
                <a:off x="8027973" y="6073153"/>
                <a:ext cx="45717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Dec</a:t>
                </a:r>
              </a:p>
            </p:txBody>
          </p:sp>
          <p:sp>
            <p:nvSpPr>
              <p:cNvPr id="52666" name="TextBox 52665">
                <a:extLst>
                  <a:ext uri="{FF2B5EF4-FFF2-40B4-BE49-F238E27FC236}">
                    <a16:creationId xmlns:a16="http://schemas.microsoft.com/office/drawing/2014/main" id="{B2C90039-37CB-3D3B-8C6E-F7B3634DEEB6}"/>
                  </a:ext>
                </a:extLst>
              </p:cNvPr>
              <p:cNvSpPr txBox="1"/>
              <p:nvPr/>
            </p:nvSpPr>
            <p:spPr>
              <a:xfrm>
                <a:off x="4544998" y="4249215"/>
                <a:ext cx="449162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Mar</a:t>
                </a:r>
              </a:p>
            </p:txBody>
          </p:sp>
          <p:sp>
            <p:nvSpPr>
              <p:cNvPr id="52667" name="TextBox 52666">
                <a:extLst>
                  <a:ext uri="{FF2B5EF4-FFF2-40B4-BE49-F238E27FC236}">
                    <a16:creationId xmlns:a16="http://schemas.microsoft.com/office/drawing/2014/main" id="{A23961A0-C9B9-84E0-5BBD-9B0FF66D114F}"/>
                  </a:ext>
                </a:extLst>
              </p:cNvPr>
              <p:cNvSpPr txBox="1"/>
              <p:nvPr/>
            </p:nvSpPr>
            <p:spPr>
              <a:xfrm>
                <a:off x="5720145" y="4249215"/>
                <a:ext cx="43152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Jun</a:t>
                </a:r>
              </a:p>
            </p:txBody>
          </p:sp>
          <p:sp>
            <p:nvSpPr>
              <p:cNvPr id="52668" name="TextBox 52667">
                <a:extLst>
                  <a:ext uri="{FF2B5EF4-FFF2-40B4-BE49-F238E27FC236}">
                    <a16:creationId xmlns:a16="http://schemas.microsoft.com/office/drawing/2014/main" id="{7C7BCFA0-2890-F76C-2137-F1ECC54A233E}"/>
                  </a:ext>
                </a:extLst>
              </p:cNvPr>
              <p:cNvSpPr txBox="1"/>
              <p:nvPr/>
            </p:nvSpPr>
            <p:spPr>
              <a:xfrm>
                <a:off x="6875448" y="4249215"/>
                <a:ext cx="45717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Sep</a:t>
                </a:r>
              </a:p>
            </p:txBody>
          </p:sp>
          <p:sp>
            <p:nvSpPr>
              <p:cNvPr id="52669" name="TextBox 52668">
                <a:extLst>
                  <a:ext uri="{FF2B5EF4-FFF2-40B4-BE49-F238E27FC236}">
                    <a16:creationId xmlns:a16="http://schemas.microsoft.com/office/drawing/2014/main" id="{C0B23287-0B1C-D9C6-838B-FA0FBC459A6A}"/>
                  </a:ext>
                </a:extLst>
              </p:cNvPr>
              <p:cNvSpPr txBox="1"/>
              <p:nvPr/>
            </p:nvSpPr>
            <p:spPr>
              <a:xfrm>
                <a:off x="8027973" y="4249215"/>
                <a:ext cx="45717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Dec</a:t>
                </a:r>
              </a:p>
            </p:txBody>
          </p:sp>
          <p:sp>
            <p:nvSpPr>
              <p:cNvPr id="52670" name="TextBox 52669">
                <a:extLst>
                  <a:ext uri="{FF2B5EF4-FFF2-40B4-BE49-F238E27FC236}">
                    <a16:creationId xmlns:a16="http://schemas.microsoft.com/office/drawing/2014/main" id="{607E71D5-10EC-81E5-22B0-90BF91542BD0}"/>
                  </a:ext>
                </a:extLst>
              </p:cNvPr>
              <p:cNvSpPr txBox="1"/>
              <p:nvPr/>
            </p:nvSpPr>
            <p:spPr>
              <a:xfrm>
                <a:off x="4544998" y="2425276"/>
                <a:ext cx="449162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 dirty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Mar</a:t>
                </a:r>
              </a:p>
            </p:txBody>
          </p:sp>
          <p:sp>
            <p:nvSpPr>
              <p:cNvPr id="52671" name="TextBox 52670">
                <a:extLst>
                  <a:ext uri="{FF2B5EF4-FFF2-40B4-BE49-F238E27FC236}">
                    <a16:creationId xmlns:a16="http://schemas.microsoft.com/office/drawing/2014/main" id="{BDCAA96E-0535-5834-1A78-3C3BB9C74557}"/>
                  </a:ext>
                </a:extLst>
              </p:cNvPr>
              <p:cNvSpPr txBox="1"/>
              <p:nvPr/>
            </p:nvSpPr>
            <p:spPr>
              <a:xfrm>
                <a:off x="5720145" y="2425276"/>
                <a:ext cx="43152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Jun</a:t>
                </a:r>
              </a:p>
            </p:txBody>
          </p:sp>
          <p:sp>
            <p:nvSpPr>
              <p:cNvPr id="52672" name="TextBox 52671">
                <a:extLst>
                  <a:ext uri="{FF2B5EF4-FFF2-40B4-BE49-F238E27FC236}">
                    <a16:creationId xmlns:a16="http://schemas.microsoft.com/office/drawing/2014/main" id="{33A167BE-89E4-4282-4728-549B32EC9D06}"/>
                  </a:ext>
                </a:extLst>
              </p:cNvPr>
              <p:cNvSpPr txBox="1"/>
              <p:nvPr/>
            </p:nvSpPr>
            <p:spPr>
              <a:xfrm>
                <a:off x="6875448" y="2425276"/>
                <a:ext cx="45717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Sep</a:t>
                </a:r>
              </a:p>
            </p:txBody>
          </p:sp>
          <p:sp>
            <p:nvSpPr>
              <p:cNvPr id="52673" name="TextBox 52672">
                <a:extLst>
                  <a:ext uri="{FF2B5EF4-FFF2-40B4-BE49-F238E27FC236}">
                    <a16:creationId xmlns:a16="http://schemas.microsoft.com/office/drawing/2014/main" id="{9295AE11-BFAD-82C9-F62F-117755485CED}"/>
                  </a:ext>
                </a:extLst>
              </p:cNvPr>
              <p:cNvSpPr txBox="1"/>
              <p:nvPr/>
            </p:nvSpPr>
            <p:spPr>
              <a:xfrm>
                <a:off x="8027973" y="2425276"/>
                <a:ext cx="45717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Dec</a:t>
                </a:r>
              </a:p>
            </p:txBody>
          </p:sp>
          <p:sp>
            <p:nvSpPr>
              <p:cNvPr id="52674" name="TextBox 52673">
                <a:extLst>
                  <a:ext uri="{FF2B5EF4-FFF2-40B4-BE49-F238E27FC236}">
                    <a16:creationId xmlns:a16="http://schemas.microsoft.com/office/drawing/2014/main" id="{7826890E-76F0-66F8-0405-EEFD647F0533}"/>
                  </a:ext>
                </a:extLst>
              </p:cNvPr>
              <p:cNvSpPr txBox="1"/>
              <p:nvPr/>
            </p:nvSpPr>
            <p:spPr>
              <a:xfrm>
                <a:off x="3576477" y="2285470"/>
                <a:ext cx="26962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52675" name="TextBox 52674">
                <a:extLst>
                  <a:ext uri="{FF2B5EF4-FFF2-40B4-BE49-F238E27FC236}">
                    <a16:creationId xmlns:a16="http://schemas.microsoft.com/office/drawing/2014/main" id="{A3FE5882-27EA-64B8-0256-BC6394FD7B23}"/>
                  </a:ext>
                </a:extLst>
              </p:cNvPr>
              <p:cNvSpPr txBox="1"/>
              <p:nvPr/>
            </p:nvSpPr>
            <p:spPr>
              <a:xfrm>
                <a:off x="3447493" y="1877383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100</a:t>
                </a:r>
              </a:p>
            </p:txBody>
          </p:sp>
          <p:sp>
            <p:nvSpPr>
              <p:cNvPr id="52676" name="TextBox 52675">
                <a:extLst>
                  <a:ext uri="{FF2B5EF4-FFF2-40B4-BE49-F238E27FC236}">
                    <a16:creationId xmlns:a16="http://schemas.microsoft.com/office/drawing/2014/main" id="{FB50A85A-9643-E3DD-B315-F4E9AABA7490}"/>
                  </a:ext>
                </a:extLst>
              </p:cNvPr>
              <p:cNvSpPr txBox="1"/>
              <p:nvPr/>
            </p:nvSpPr>
            <p:spPr>
              <a:xfrm>
                <a:off x="3447493" y="1469198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200</a:t>
                </a:r>
              </a:p>
            </p:txBody>
          </p:sp>
          <p:sp>
            <p:nvSpPr>
              <p:cNvPr id="52677" name="TextBox 52676">
                <a:extLst>
                  <a:ext uri="{FF2B5EF4-FFF2-40B4-BE49-F238E27FC236}">
                    <a16:creationId xmlns:a16="http://schemas.microsoft.com/office/drawing/2014/main" id="{B69153DB-7C57-E86C-CEF2-17F250076B17}"/>
                  </a:ext>
                </a:extLst>
              </p:cNvPr>
              <p:cNvSpPr txBox="1"/>
              <p:nvPr/>
            </p:nvSpPr>
            <p:spPr>
              <a:xfrm>
                <a:off x="3447493" y="1061111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 dirty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300</a:t>
                </a:r>
              </a:p>
            </p:txBody>
          </p:sp>
          <p:sp>
            <p:nvSpPr>
              <p:cNvPr id="52678" name="TextBox 52677">
                <a:extLst>
                  <a:ext uri="{FF2B5EF4-FFF2-40B4-BE49-F238E27FC236}">
                    <a16:creationId xmlns:a16="http://schemas.microsoft.com/office/drawing/2014/main" id="{5BC43A66-5D7C-A791-912C-6188E510895B}"/>
                  </a:ext>
                </a:extLst>
              </p:cNvPr>
              <p:cNvSpPr txBox="1"/>
              <p:nvPr/>
            </p:nvSpPr>
            <p:spPr>
              <a:xfrm>
                <a:off x="3576477" y="4109408"/>
                <a:ext cx="26962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52679" name="TextBox 52678">
                <a:extLst>
                  <a:ext uri="{FF2B5EF4-FFF2-40B4-BE49-F238E27FC236}">
                    <a16:creationId xmlns:a16="http://schemas.microsoft.com/office/drawing/2014/main" id="{C24DA4E3-365F-607C-9DC7-BE04D48105B6}"/>
                  </a:ext>
                </a:extLst>
              </p:cNvPr>
              <p:cNvSpPr txBox="1"/>
              <p:nvPr/>
            </p:nvSpPr>
            <p:spPr>
              <a:xfrm>
                <a:off x="3447493" y="3701322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100</a:t>
                </a:r>
              </a:p>
            </p:txBody>
          </p:sp>
          <p:sp>
            <p:nvSpPr>
              <p:cNvPr id="52680" name="TextBox 52679">
                <a:extLst>
                  <a:ext uri="{FF2B5EF4-FFF2-40B4-BE49-F238E27FC236}">
                    <a16:creationId xmlns:a16="http://schemas.microsoft.com/office/drawing/2014/main" id="{BF59ACF3-03B2-FE7E-7AA1-3705434590BE}"/>
                  </a:ext>
                </a:extLst>
              </p:cNvPr>
              <p:cNvSpPr txBox="1"/>
              <p:nvPr/>
            </p:nvSpPr>
            <p:spPr>
              <a:xfrm>
                <a:off x="3447493" y="3293136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200</a:t>
                </a:r>
              </a:p>
            </p:txBody>
          </p:sp>
          <p:sp>
            <p:nvSpPr>
              <p:cNvPr id="52681" name="TextBox 52680">
                <a:extLst>
                  <a:ext uri="{FF2B5EF4-FFF2-40B4-BE49-F238E27FC236}">
                    <a16:creationId xmlns:a16="http://schemas.microsoft.com/office/drawing/2014/main" id="{E3B3CF4F-DD71-E1A3-6D4A-E8B7E86CD2E3}"/>
                  </a:ext>
                </a:extLst>
              </p:cNvPr>
              <p:cNvSpPr txBox="1"/>
              <p:nvPr/>
            </p:nvSpPr>
            <p:spPr>
              <a:xfrm>
                <a:off x="3447493" y="2885049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300</a:t>
                </a:r>
              </a:p>
            </p:txBody>
          </p:sp>
          <p:sp>
            <p:nvSpPr>
              <p:cNvPr id="52682" name="TextBox 52681">
                <a:extLst>
                  <a:ext uri="{FF2B5EF4-FFF2-40B4-BE49-F238E27FC236}">
                    <a16:creationId xmlns:a16="http://schemas.microsoft.com/office/drawing/2014/main" id="{F2A3DD2B-5531-200E-50F6-47A8AFC6C026}"/>
                  </a:ext>
                </a:extLst>
              </p:cNvPr>
              <p:cNvSpPr txBox="1"/>
              <p:nvPr/>
            </p:nvSpPr>
            <p:spPr>
              <a:xfrm>
                <a:off x="3576477" y="5933347"/>
                <a:ext cx="26962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52683" name="TextBox 52682">
                <a:extLst>
                  <a:ext uri="{FF2B5EF4-FFF2-40B4-BE49-F238E27FC236}">
                    <a16:creationId xmlns:a16="http://schemas.microsoft.com/office/drawing/2014/main" id="{0AFB4651-3AE1-290E-20C5-8929B1B32111}"/>
                  </a:ext>
                </a:extLst>
              </p:cNvPr>
              <p:cNvSpPr txBox="1"/>
              <p:nvPr/>
            </p:nvSpPr>
            <p:spPr>
              <a:xfrm>
                <a:off x="3447493" y="5525260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100</a:t>
                </a:r>
              </a:p>
            </p:txBody>
          </p:sp>
          <p:sp>
            <p:nvSpPr>
              <p:cNvPr id="52684" name="TextBox 52683">
                <a:extLst>
                  <a:ext uri="{FF2B5EF4-FFF2-40B4-BE49-F238E27FC236}">
                    <a16:creationId xmlns:a16="http://schemas.microsoft.com/office/drawing/2014/main" id="{FBE1DA44-39D0-8977-4332-E767D8179A75}"/>
                  </a:ext>
                </a:extLst>
              </p:cNvPr>
              <p:cNvSpPr txBox="1"/>
              <p:nvPr/>
            </p:nvSpPr>
            <p:spPr>
              <a:xfrm>
                <a:off x="3447493" y="5117074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200</a:t>
                </a:r>
              </a:p>
            </p:txBody>
          </p:sp>
          <p:sp>
            <p:nvSpPr>
              <p:cNvPr id="52685" name="TextBox 52684">
                <a:extLst>
                  <a:ext uri="{FF2B5EF4-FFF2-40B4-BE49-F238E27FC236}">
                    <a16:creationId xmlns:a16="http://schemas.microsoft.com/office/drawing/2014/main" id="{D8061574-0D6F-4820-7D01-60781E8D01A3}"/>
                  </a:ext>
                </a:extLst>
              </p:cNvPr>
              <p:cNvSpPr txBox="1"/>
              <p:nvPr/>
            </p:nvSpPr>
            <p:spPr>
              <a:xfrm>
                <a:off x="3447493" y="4708987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200" spc="0" baseline="0">
                    <a:ln/>
                    <a:solidFill>
                      <a:srgbClr val="4D4D4D"/>
                    </a:solidFill>
                    <a:latin typeface="Arial"/>
                    <a:cs typeface="Arial"/>
                    <a:sym typeface="Arial"/>
                    <a:rtl val="0"/>
                  </a:rPr>
                  <a:t>300</a:t>
                </a:r>
              </a:p>
            </p:txBody>
          </p:sp>
          <p:sp>
            <p:nvSpPr>
              <p:cNvPr id="52687" name="TextBox 52686">
                <a:extLst>
                  <a:ext uri="{FF2B5EF4-FFF2-40B4-BE49-F238E27FC236}">
                    <a16:creationId xmlns:a16="http://schemas.microsoft.com/office/drawing/2014/main" id="{073A9968-D913-A05E-B038-3AACBC9AFE7F}"/>
                  </a:ext>
                </a:extLst>
              </p:cNvPr>
              <p:cNvSpPr txBox="1"/>
              <p:nvPr/>
            </p:nvSpPr>
            <p:spPr>
              <a:xfrm>
                <a:off x="4422092" y="399678"/>
                <a:ext cx="3912229" cy="28878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400" b="1" spc="0" baseline="0" dirty="0">
                    <a:ln/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Hourly averaged emissions factor as reference</a:t>
                </a: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88" name="TextBox 52687">
                  <a:extLst>
                    <a:ext uri="{FF2B5EF4-FFF2-40B4-BE49-F238E27FC236}">
                      <a16:creationId xmlns:a16="http://schemas.microsoft.com/office/drawing/2014/main" id="{FC538DFE-F534-7494-561C-FD80D62C2DF0}"/>
                    </a:ext>
                  </a:extLst>
                </p:cNvPr>
                <p:cNvSpPr txBox="1"/>
                <p:nvPr/>
              </p:nvSpPr>
              <p:spPr>
                <a:xfrm rot="16200000">
                  <a:off x="1858655" y="3286653"/>
                  <a:ext cx="2751723" cy="284693"/>
                </a:xfrm>
                <a:prstGeom prst="rect">
                  <a:avLst/>
                </a:prstGeom>
                <a:noFill/>
              </p:spPr>
              <p:txBody>
      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algn="l"/>
                  <a:r>
                    <a:rPr lang="en-US" sz="1400" b="1" dirty="0">
                      <a:ln/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Emissions rate (</a:t>
                  </a:r>
                  <a14:m>
                    <m:oMath xmlns:m="http://schemas.openxmlformats.org/officeDocument/2006/math">
                      <m:r>
                        <a:rPr lang="en-US" sz="1400" b="1" i="1" smtClean="0">
                          <a:ln/>
                          <a:solidFill>
                            <a:srgbClr val="333333"/>
                          </a:solidFill>
                          <a:latin typeface="Cambria Math" panose="02040503050406030204" pitchFamily="18" charset="0"/>
                          <a:cs typeface="Arial"/>
                          <a:sym typeface="Arial"/>
                          <a:rtl val="0"/>
                        </a:rPr>
                        <m:t>𝒈</m:t>
                      </m:r>
                      <m:sSub>
                        <m:sSubPr>
                          <m:ctrlPr>
                            <a:rPr lang="en-US" sz="1400" b="1" i="1" smtClean="0">
                              <a:ln/>
                              <a:solidFill>
                                <a:srgbClr val="333333"/>
                              </a:solidFill>
                              <a:latin typeface="Cambria Math" panose="02040503050406030204" pitchFamily="18" charset="0"/>
                              <a:cs typeface="Arial"/>
                              <a:sym typeface="Arial"/>
                              <a:rtl val="0"/>
                            </a:rPr>
                          </m:ctrlPr>
                        </m:sSubPr>
                        <m:e>
                          <m:r>
                            <a:rPr lang="en-US" sz="1400" b="1" i="1" smtClean="0">
                              <a:ln/>
                              <a:solidFill>
                                <a:srgbClr val="333333"/>
                              </a:solidFill>
                              <a:latin typeface="Cambria Math" panose="02040503050406030204" pitchFamily="18" charset="0"/>
                              <a:cs typeface="Arial"/>
                              <a:sym typeface="Arial"/>
                              <a:rtl val="0"/>
                            </a:rPr>
                            <m:t>𝑪𝑶</m:t>
                          </m:r>
                        </m:e>
                        <m:sub>
                          <m:r>
                            <a:rPr lang="en-US" sz="1400" b="1" i="1" smtClean="0">
                              <a:ln/>
                              <a:solidFill>
                                <a:srgbClr val="333333"/>
                              </a:solidFill>
                              <a:latin typeface="Cambria Math" panose="02040503050406030204" pitchFamily="18" charset="0"/>
                              <a:cs typeface="Arial"/>
                              <a:sym typeface="Arial"/>
                              <a:rtl val="0"/>
                            </a:rPr>
                            <m:t>𝟐</m:t>
                          </m:r>
                        </m:sub>
                      </m:sSub>
                      <m:r>
                        <a:rPr lang="en-US" sz="1400" b="1" i="1" smtClean="0">
                          <a:ln/>
                          <a:solidFill>
                            <a:srgbClr val="333333"/>
                          </a:solidFill>
                          <a:latin typeface="Cambria Math" panose="02040503050406030204" pitchFamily="18" charset="0"/>
                          <a:cs typeface="Arial"/>
                          <a:sym typeface="Arial"/>
                          <a:rtl val="0"/>
                        </a:rPr>
                        <m:t>𝒆</m:t>
                      </m:r>
                      <m:r>
                        <a:rPr lang="en-US" sz="1400" b="1" i="1" smtClean="0">
                          <a:ln/>
                          <a:solidFill>
                            <a:srgbClr val="333333"/>
                          </a:solidFill>
                          <a:latin typeface="Cambria Math" panose="02040503050406030204" pitchFamily="18" charset="0"/>
                          <a:cs typeface="Arial"/>
                          <a:sym typeface="Arial"/>
                          <a:rtl val="0"/>
                        </a:rPr>
                        <m:t>/</m:t>
                      </m:r>
                      <m:r>
                        <a:rPr lang="en-US" sz="1400" b="1" i="1" smtClean="0">
                          <a:ln/>
                          <a:solidFill>
                            <a:srgbClr val="333333"/>
                          </a:solidFill>
                          <a:latin typeface="Cambria Math" panose="02040503050406030204" pitchFamily="18" charset="0"/>
                          <a:cs typeface="Arial"/>
                          <a:sym typeface="Arial"/>
                          <a:rtl val="0"/>
                        </a:rPr>
                        <m:t>𝒌𝑾𝒉</m:t>
                      </m:r>
                      <m:r>
                        <a:rPr lang="en-US" sz="1400" b="1" i="1" smtClean="0">
                          <a:ln/>
                          <a:solidFill>
                            <a:srgbClr val="333333"/>
                          </a:solidFill>
                          <a:latin typeface="Cambria Math" panose="02040503050406030204" pitchFamily="18" charset="0"/>
                          <a:cs typeface="Arial"/>
                          <a:sym typeface="Arial"/>
                          <a:rtl val="0"/>
                        </a:rPr>
                        <m:t>)</m:t>
                      </m:r>
                    </m:oMath>
                  </a14:m>
                  <a:endParaRPr lang="en-US" sz="1400" b="1" dirty="0">
                    <a:ln/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mc:Choice>
          <mc:Fallback xmlns="">
            <p:sp>
              <p:nvSpPr>
                <p:cNvPr id="52688" name="TextBox 52687">
                  <a:extLst>
                    <a:ext uri="{FF2B5EF4-FFF2-40B4-BE49-F238E27FC236}">
                      <a16:creationId xmlns:a16="http://schemas.microsoft.com/office/drawing/2014/main" id="{FC538DFE-F534-7494-561C-FD80D62C2D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rot="16200000">
                  <a:off x="1858655" y="3286653"/>
                  <a:ext cx="2751723" cy="284693"/>
                </a:xfrm>
                <a:prstGeom prst="rect">
                  <a:avLst/>
                </a:prstGeom>
                <a:blipFill>
                  <a:blip r:embed="rId2"/>
                  <a:stretch>
                    <a:fillRect l="-8000" r="-16000" b="-129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95288492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</TotalTime>
  <Words>42</Words>
  <Application>Microsoft Macintosh PowerPoint</Application>
  <PresentationFormat>Widescreen</PresentationFormat>
  <Paragraphs>29</Paragraphs>
  <Slides>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</vt:i4>
      </vt:variant>
    </vt:vector>
  </HeadingPairs>
  <TitlesOfParts>
    <vt:vector size="6" baseType="lpstr">
      <vt:lpstr>Aptos</vt:lpstr>
      <vt:lpstr>Aptos Display</vt:lpstr>
      <vt:lpstr>Arial</vt:lpstr>
      <vt:lpstr>Cambria Math</vt:lpstr>
      <vt:lpstr>Office Theme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Aoyu Zou</dc:creator>
  <cp:lastModifiedBy>Aoyu Zou</cp:lastModifiedBy>
  <cp:revision>2</cp:revision>
  <dcterms:created xsi:type="dcterms:W3CDTF">2025-05-13T17:10:12Z</dcterms:created>
  <dcterms:modified xsi:type="dcterms:W3CDTF">2025-05-13T17:28:07Z</dcterms:modified>
</cp:coreProperties>
</file>